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charts/chart1.xml" ContentType="application/vnd.openxmlformats-officedocument.drawingml.chart+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charts/chart2.xml" ContentType="application/vnd.openxmlformats-officedocument.drawingml.chart+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charts/chart3.xml" ContentType="application/vnd.openxmlformats-officedocument.drawingml.chart+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charts/chart4.xml" ContentType="application/vnd.openxmlformats-officedocument.drawingml.chart+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charts/chart5.xml" ContentType="application/vnd.openxmlformats-officedocument.drawingml.chart+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charts/chart6.xml" ContentType="application/vnd.openxmlformats-officedocument.drawingml.chart+xml"/>
  <Override PartName="/ppt/slides/slide188.xml" ContentType="application/vnd.openxmlformats-officedocument.presentationml.slide+xml"/>
  <Override PartName="/ppt/slides/slide189.xml" ContentType="application/vnd.openxmlformats-officedocument.presentationml.slide+xml"/>
  <Override PartName="/ppt/charts/chart7.xml" ContentType="application/vnd.openxmlformats-officedocument.drawingml.chart+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ppt/notesSlides/notesSlide213.xml" ContentType="application/vnd.openxmlformats-officedocument.presentationml.notesSlide+xml"/>
  <Override PartName="/ppt/notesSlides/notesSlide214.xml" ContentType="application/vnd.openxmlformats-officedocument.presentationml.notesSlide+xml"/>
  <Override PartName="/ppt/notesSlides/notesSlide215.xml" ContentType="application/vnd.openxmlformats-officedocument.presentationml.notesSlide+xml"/>
  <Override PartName="/ppt/notesSlides/notesSlide216.xml" ContentType="application/vnd.openxmlformats-officedocument.presentationml.notesSlide+xml"/>
  <Override PartName="/ppt/notesSlides/notesSlide217.xml" ContentType="application/vnd.openxmlformats-officedocument.presentationml.notesSlide+xml"/>
  <Override PartName="/ppt/notesSlides/notesSlide2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 id="402" r:id="rId148"/>
    <p:sldId id="403" r:id="rId149"/>
    <p:sldId id="404" r:id="rId150"/>
    <p:sldId id="405" r:id="rId151"/>
    <p:sldId id="406" r:id="rId152"/>
    <p:sldId id="407" r:id="rId153"/>
    <p:sldId id="408" r:id="rId154"/>
    <p:sldId id="409" r:id="rId155"/>
    <p:sldId id="410" r:id="rId156"/>
    <p:sldId id="411" r:id="rId157"/>
    <p:sldId id="412" r:id="rId158"/>
    <p:sldId id="413" r:id="rId159"/>
    <p:sldId id="414" r:id="rId160"/>
    <p:sldId id="415" r:id="rId161"/>
    <p:sldId id="416" r:id="rId162"/>
    <p:sldId id="417" r:id="rId163"/>
    <p:sldId id="418" r:id="rId164"/>
    <p:sldId id="419" r:id="rId165"/>
    <p:sldId id="420" r:id="rId166"/>
    <p:sldId id="421" r:id="rId167"/>
    <p:sldId id="422" r:id="rId168"/>
    <p:sldId id="423" r:id="rId169"/>
    <p:sldId id="424" r:id="rId170"/>
    <p:sldId id="425" r:id="rId171"/>
    <p:sldId id="426" r:id="rId172"/>
    <p:sldId id="427" r:id="rId173"/>
    <p:sldId id="428" r:id="rId174"/>
    <p:sldId id="429" r:id="rId175"/>
    <p:sldId id="430" r:id="rId176"/>
    <p:sldId id="431" r:id="rId177"/>
    <p:sldId id="432" r:id="rId178"/>
    <p:sldId id="433" r:id="rId179"/>
    <p:sldId id="434" r:id="rId180"/>
    <p:sldId id="435" r:id="rId181"/>
    <p:sldId id="436" r:id="rId182"/>
    <p:sldId id="437" r:id="rId183"/>
    <p:sldId id="438" r:id="rId184"/>
    <p:sldId id="439" r:id="rId185"/>
    <p:sldId id="440" r:id="rId186"/>
    <p:sldId id="441" r:id="rId187"/>
    <p:sldId id="442" r:id="rId188"/>
    <p:sldId id="443" r:id="rId189"/>
    <p:sldId id="444" r:id="rId190"/>
    <p:sldId id="445" r:id="rId191"/>
    <p:sldId id="446" r:id="rId192"/>
    <p:sldId id="447" r:id="rId193"/>
    <p:sldId id="448" r:id="rId194"/>
    <p:sldId id="449" r:id="rId195"/>
    <p:sldId id="450" r:id="rId196"/>
    <p:sldId id="451" r:id="rId197"/>
    <p:sldId id="452" r:id="rId198"/>
    <p:sldId id="453" r:id="rId199"/>
    <p:sldId id="454" r:id="rId200"/>
    <p:sldId id="455" r:id="rId201"/>
    <p:sldId id="456" r:id="rId202"/>
    <p:sldId id="457" r:id="rId203"/>
    <p:sldId id="458" r:id="rId204"/>
    <p:sldId id="459" r:id="rId205"/>
    <p:sldId id="460" r:id="rId206"/>
    <p:sldId id="461" r:id="rId207"/>
    <p:sldId id="462" r:id="rId208"/>
    <p:sldId id="463" r:id="rId209"/>
    <p:sldId id="464" r:id="rId210"/>
    <p:sldId id="465" r:id="rId211"/>
    <p:sldId id="466" r:id="rId212"/>
    <p:sldId id="467" r:id="rId213"/>
    <p:sldId id="468" r:id="rId214"/>
    <p:sldId id="469" r:id="rId215"/>
    <p:sldId id="470" r:id="rId216"/>
    <p:sldId id="471" r:id="rId217"/>
    <p:sldId id="472" r:id="rId218"/>
    <p:sldId id="473" r:id="rId2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slide" Target="slides/slide131.xml"/><Relationship Id="rId133" Type="http://schemas.openxmlformats.org/officeDocument/2006/relationships/slide" Target="slides/slide132.xml"/><Relationship Id="rId134" Type="http://schemas.openxmlformats.org/officeDocument/2006/relationships/slide" Target="slides/slide133.xml"/><Relationship Id="rId135" Type="http://schemas.openxmlformats.org/officeDocument/2006/relationships/slide" Target="slides/slide134.xml"/><Relationship Id="rId136" Type="http://schemas.openxmlformats.org/officeDocument/2006/relationships/slide" Target="slides/slide135.xml"/><Relationship Id="rId137" Type="http://schemas.openxmlformats.org/officeDocument/2006/relationships/slide" Target="slides/slide136.xml"/><Relationship Id="rId138" Type="http://schemas.openxmlformats.org/officeDocument/2006/relationships/slide" Target="slides/slide137.xml"/><Relationship Id="rId139" Type="http://schemas.openxmlformats.org/officeDocument/2006/relationships/slide" Target="slides/slide138.xml"/><Relationship Id="rId140" Type="http://schemas.openxmlformats.org/officeDocument/2006/relationships/slide" Target="slides/slide139.xml"/><Relationship Id="rId141" Type="http://schemas.openxmlformats.org/officeDocument/2006/relationships/slide" Target="slides/slide140.xml"/><Relationship Id="rId142" Type="http://schemas.openxmlformats.org/officeDocument/2006/relationships/slide" Target="slides/slide141.xml"/><Relationship Id="rId143" Type="http://schemas.openxmlformats.org/officeDocument/2006/relationships/slide" Target="slides/slide142.xml"/><Relationship Id="rId144" Type="http://schemas.openxmlformats.org/officeDocument/2006/relationships/slide" Target="slides/slide143.xml"/><Relationship Id="rId145" Type="http://schemas.openxmlformats.org/officeDocument/2006/relationships/slide" Target="slides/slide144.xml"/><Relationship Id="rId146" Type="http://schemas.openxmlformats.org/officeDocument/2006/relationships/slide" Target="slides/slide145.xml"/><Relationship Id="rId147" Type="http://schemas.openxmlformats.org/officeDocument/2006/relationships/slide" Target="slides/slide146.xml"/><Relationship Id="rId148" Type="http://schemas.openxmlformats.org/officeDocument/2006/relationships/slide" Target="slides/slide147.xml"/><Relationship Id="rId149" Type="http://schemas.openxmlformats.org/officeDocument/2006/relationships/slide" Target="slides/slide148.xml"/><Relationship Id="rId150" Type="http://schemas.openxmlformats.org/officeDocument/2006/relationships/slide" Target="slides/slide149.xml"/><Relationship Id="rId151" Type="http://schemas.openxmlformats.org/officeDocument/2006/relationships/slide" Target="slides/slide150.xml"/><Relationship Id="rId152" Type="http://schemas.openxmlformats.org/officeDocument/2006/relationships/slide" Target="slides/slide151.xml"/><Relationship Id="rId153" Type="http://schemas.openxmlformats.org/officeDocument/2006/relationships/slide" Target="slides/slide152.xml"/><Relationship Id="rId154" Type="http://schemas.openxmlformats.org/officeDocument/2006/relationships/slide" Target="slides/slide153.xml"/><Relationship Id="rId155" Type="http://schemas.openxmlformats.org/officeDocument/2006/relationships/slide" Target="slides/slide154.xml"/><Relationship Id="rId156" Type="http://schemas.openxmlformats.org/officeDocument/2006/relationships/slide" Target="slides/slide155.xml"/><Relationship Id="rId157" Type="http://schemas.openxmlformats.org/officeDocument/2006/relationships/slide" Target="slides/slide156.xml"/><Relationship Id="rId158" Type="http://schemas.openxmlformats.org/officeDocument/2006/relationships/slide" Target="slides/slide157.xml"/><Relationship Id="rId159" Type="http://schemas.openxmlformats.org/officeDocument/2006/relationships/slide" Target="slides/slide158.xml"/><Relationship Id="rId160" Type="http://schemas.openxmlformats.org/officeDocument/2006/relationships/slide" Target="slides/slide159.xml"/><Relationship Id="rId161" Type="http://schemas.openxmlformats.org/officeDocument/2006/relationships/slide" Target="slides/slide160.xml"/><Relationship Id="rId162" Type="http://schemas.openxmlformats.org/officeDocument/2006/relationships/slide" Target="slides/slide161.xml"/><Relationship Id="rId163" Type="http://schemas.openxmlformats.org/officeDocument/2006/relationships/slide" Target="slides/slide162.xml"/><Relationship Id="rId164" Type="http://schemas.openxmlformats.org/officeDocument/2006/relationships/slide" Target="slides/slide163.xml"/><Relationship Id="rId165" Type="http://schemas.openxmlformats.org/officeDocument/2006/relationships/slide" Target="slides/slide164.xml"/><Relationship Id="rId166" Type="http://schemas.openxmlformats.org/officeDocument/2006/relationships/slide" Target="slides/slide165.xml"/><Relationship Id="rId167" Type="http://schemas.openxmlformats.org/officeDocument/2006/relationships/slide" Target="slides/slide166.xml"/><Relationship Id="rId168" Type="http://schemas.openxmlformats.org/officeDocument/2006/relationships/slide" Target="slides/slide167.xml"/><Relationship Id="rId169" Type="http://schemas.openxmlformats.org/officeDocument/2006/relationships/slide" Target="slides/slide168.xml"/><Relationship Id="rId170" Type="http://schemas.openxmlformats.org/officeDocument/2006/relationships/slide" Target="slides/slide169.xml"/><Relationship Id="rId171" Type="http://schemas.openxmlformats.org/officeDocument/2006/relationships/slide" Target="slides/slide170.xml"/><Relationship Id="rId172" Type="http://schemas.openxmlformats.org/officeDocument/2006/relationships/slide" Target="slides/slide171.xml"/><Relationship Id="rId173" Type="http://schemas.openxmlformats.org/officeDocument/2006/relationships/slide" Target="slides/slide172.xml"/><Relationship Id="rId174" Type="http://schemas.openxmlformats.org/officeDocument/2006/relationships/slide" Target="slides/slide173.xml"/><Relationship Id="rId175" Type="http://schemas.openxmlformats.org/officeDocument/2006/relationships/slide" Target="slides/slide174.xml"/><Relationship Id="rId176" Type="http://schemas.openxmlformats.org/officeDocument/2006/relationships/slide" Target="slides/slide175.xml"/><Relationship Id="rId177" Type="http://schemas.openxmlformats.org/officeDocument/2006/relationships/slide" Target="slides/slide176.xml"/><Relationship Id="rId178" Type="http://schemas.openxmlformats.org/officeDocument/2006/relationships/slide" Target="slides/slide177.xml"/><Relationship Id="rId179" Type="http://schemas.openxmlformats.org/officeDocument/2006/relationships/slide" Target="slides/slide178.xml"/><Relationship Id="rId180" Type="http://schemas.openxmlformats.org/officeDocument/2006/relationships/slide" Target="slides/slide179.xml"/><Relationship Id="rId181" Type="http://schemas.openxmlformats.org/officeDocument/2006/relationships/slide" Target="slides/slide180.xml"/><Relationship Id="rId182" Type="http://schemas.openxmlformats.org/officeDocument/2006/relationships/slide" Target="slides/slide181.xml"/><Relationship Id="rId183" Type="http://schemas.openxmlformats.org/officeDocument/2006/relationships/slide" Target="slides/slide182.xml"/><Relationship Id="rId184" Type="http://schemas.openxmlformats.org/officeDocument/2006/relationships/slide" Target="slides/slide183.xml"/><Relationship Id="rId185" Type="http://schemas.openxmlformats.org/officeDocument/2006/relationships/slide" Target="slides/slide184.xml"/><Relationship Id="rId186" Type="http://schemas.openxmlformats.org/officeDocument/2006/relationships/slide" Target="slides/slide185.xml"/><Relationship Id="rId187" Type="http://schemas.openxmlformats.org/officeDocument/2006/relationships/slide" Target="slides/slide186.xml"/><Relationship Id="rId188" Type="http://schemas.openxmlformats.org/officeDocument/2006/relationships/slide" Target="slides/slide187.xml"/><Relationship Id="rId189" Type="http://schemas.openxmlformats.org/officeDocument/2006/relationships/slide" Target="slides/slide188.xml"/><Relationship Id="rId190" Type="http://schemas.openxmlformats.org/officeDocument/2006/relationships/slide" Target="slides/slide189.xml"/><Relationship Id="rId191" Type="http://schemas.openxmlformats.org/officeDocument/2006/relationships/slide" Target="slides/slide190.xml"/><Relationship Id="rId192" Type="http://schemas.openxmlformats.org/officeDocument/2006/relationships/slide" Target="slides/slide191.xml"/><Relationship Id="rId193" Type="http://schemas.openxmlformats.org/officeDocument/2006/relationships/slide" Target="slides/slide192.xml"/><Relationship Id="rId194" Type="http://schemas.openxmlformats.org/officeDocument/2006/relationships/slide" Target="slides/slide193.xml"/><Relationship Id="rId195" Type="http://schemas.openxmlformats.org/officeDocument/2006/relationships/slide" Target="slides/slide194.xml"/><Relationship Id="rId196" Type="http://schemas.openxmlformats.org/officeDocument/2006/relationships/slide" Target="slides/slide195.xml"/><Relationship Id="rId197" Type="http://schemas.openxmlformats.org/officeDocument/2006/relationships/slide" Target="slides/slide196.xml"/><Relationship Id="rId198" Type="http://schemas.openxmlformats.org/officeDocument/2006/relationships/slide" Target="slides/slide197.xml"/><Relationship Id="rId199" Type="http://schemas.openxmlformats.org/officeDocument/2006/relationships/slide" Target="slides/slide198.xml"/><Relationship Id="rId200" Type="http://schemas.openxmlformats.org/officeDocument/2006/relationships/slide" Target="slides/slide199.xml"/><Relationship Id="rId201" Type="http://schemas.openxmlformats.org/officeDocument/2006/relationships/slide" Target="slides/slide200.xml"/><Relationship Id="rId202" Type="http://schemas.openxmlformats.org/officeDocument/2006/relationships/slide" Target="slides/slide201.xml"/><Relationship Id="rId203" Type="http://schemas.openxmlformats.org/officeDocument/2006/relationships/slide" Target="slides/slide202.xml"/><Relationship Id="rId204" Type="http://schemas.openxmlformats.org/officeDocument/2006/relationships/slide" Target="slides/slide203.xml"/><Relationship Id="rId205" Type="http://schemas.openxmlformats.org/officeDocument/2006/relationships/slide" Target="slides/slide204.xml"/><Relationship Id="rId206" Type="http://schemas.openxmlformats.org/officeDocument/2006/relationships/slide" Target="slides/slide205.xml"/><Relationship Id="rId207" Type="http://schemas.openxmlformats.org/officeDocument/2006/relationships/slide" Target="slides/slide206.xml"/><Relationship Id="rId208" Type="http://schemas.openxmlformats.org/officeDocument/2006/relationships/slide" Target="slides/slide207.xml"/><Relationship Id="rId209" Type="http://schemas.openxmlformats.org/officeDocument/2006/relationships/slide" Target="slides/slide208.xml"/><Relationship Id="rId210" Type="http://schemas.openxmlformats.org/officeDocument/2006/relationships/slide" Target="slides/slide209.xml"/><Relationship Id="rId211" Type="http://schemas.openxmlformats.org/officeDocument/2006/relationships/slide" Target="slides/slide210.xml"/><Relationship Id="rId212" Type="http://schemas.openxmlformats.org/officeDocument/2006/relationships/slide" Target="slides/slide211.xml"/><Relationship Id="rId213" Type="http://schemas.openxmlformats.org/officeDocument/2006/relationships/slide" Target="slides/slide212.xml"/><Relationship Id="rId214" Type="http://schemas.openxmlformats.org/officeDocument/2006/relationships/slide" Target="slides/slide213.xml"/><Relationship Id="rId215" Type="http://schemas.openxmlformats.org/officeDocument/2006/relationships/slide" Target="slides/slide214.xml"/><Relationship Id="rId216" Type="http://schemas.openxmlformats.org/officeDocument/2006/relationships/slide" Target="slides/slide215.xml"/><Relationship Id="rId217" Type="http://schemas.openxmlformats.org/officeDocument/2006/relationships/slide" Target="slides/slide216.xml"/><Relationship Id="rId218" Type="http://schemas.openxmlformats.org/officeDocument/2006/relationships/slide" Target="slides/slide217.xml"/><Relationship Id="rId219" Type="http://schemas.openxmlformats.org/officeDocument/2006/relationships/slide" Target="slides/slide218.xml"/><Relationship Id="rId220" Type="http://schemas.openxmlformats.org/officeDocument/2006/relationships/notesMaster" Target="notesMasters/notesMaster1.xml"/><Relationship Id="rId221" Type="http://schemas.openxmlformats.org/officeDocument/2006/relationships/presProps" Target="presProps.xml"/><Relationship Id="rId222" Type="http://schemas.openxmlformats.org/officeDocument/2006/relationships/viewProps" Target="viewProps.xml"/><Relationship Id="rId223" Type="http://schemas.openxmlformats.org/officeDocument/2006/relationships/theme" Target="theme/theme1.xml"/><Relationship Id="rId2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
          <c:y val="0.057971014492753624"/>
          <c:w val="1"/>
          <c:h val="0.8768115942028986"/>
        </c:manualLayout>
      </c:layout>
      <c:barChart>
        <c:barDir val="col"/>
        <c:grouping val="clustered"/>
        <c:varyColors val="0"/>
        <c:ser>
          <c:idx val="0"/>
          <c:order val="0"/>
          <c:tx>
            <c:strRef>
              <c:f>Sheet1!$B$1</c:f>
              <c:strCache>
                <c:ptCount val="1"/>
                <c:pt idx="0">
                  <c:v>Team run-rate</c:v>
                </c:pt>
              </c:strCache>
            </c:strRef>
          </c:tx>
          <c:spPr>
            <a:solidFill>
              <a:srgbClr val="CED7E6"/>
            </a:solidFill>
            <a:ln w="12700" cap="flat">
              <a:solidFill>
                <a:srgbClr val="070154"/>
              </a:solidFill>
              <a:prstDash val="solid"/>
              <a:round/>
            </a:ln>
            <a:effectLst/>
          </c:spPr>
          <c:invertIfNegative val="0"/>
          <c:dPt>
            <c:idx val="0"/>
            <c:invertIfNegative val="0"/>
            <c:bubble3D val="0"/>
            <c:spPr>
              <a:solidFill>
                <a:srgbClr val="CED7E6"/>
              </a:solidFill>
              <a:effectLst/>
            </c:spPr>
          </c:dPt>
          <c:dPt>
            <c:idx val="1"/>
            <c:invertIfNegative val="0"/>
            <c:bubble3D val="0"/>
            <c:spPr>
              <a:solidFill>
                <a:srgbClr val="CED7E6"/>
              </a:solidFill>
              <a:effectLst/>
            </c:spPr>
          </c:dPt>
          <c:dPt>
            <c:idx val="2"/>
            <c:invertIfNegative val="0"/>
            <c:bubble3D val="0"/>
            <c:spPr>
              <a:solidFill>
                <a:srgbClr val="F900D3"/>
              </a:solidFill>
              <a:effectLst/>
            </c:spPr>
          </c:dPt>
          <c:dPt>
            <c:idx val="3"/>
            <c:invertIfNegative val="0"/>
            <c:bubble3D val="0"/>
            <c:spPr>
              <a:solidFill>
                <a:srgbClr val="F900D3"/>
              </a:solidFill>
              <a:effectLst/>
            </c:spPr>
          </c:dPt>
          <c:dPt>
            <c:idx val="4"/>
            <c:invertIfNegative val="0"/>
            <c:bubble3D val="0"/>
            <c:spPr>
              <a:solidFill>
                <a:srgbClr val="F900D3"/>
              </a:solidFill>
              <a:effectLst/>
            </c:spPr>
          </c:dPt>
          <c:dPt>
            <c:idx val="5"/>
            <c:invertIfNegative val="0"/>
            <c:bubble3D val="0"/>
            <c:spPr>
              <a:solidFill>
                <a:srgbClr val="F900D3"/>
              </a:solidFill>
              <a:effectLst/>
            </c:spPr>
          </c:dPt>
          <c:dPt>
            <c:idx val="6"/>
            <c:invertIfNegative val="0"/>
            <c:bubble3D val="0"/>
            <c:spPr>
              <a:solidFill>
                <a:srgbClr val="CED7E6"/>
              </a:solidFill>
              <a:effectLst/>
            </c:spPr>
          </c:dPt>
          <c:dPt>
            <c:idx val="7"/>
            <c:invertIfNegative val="0"/>
            <c:bubble3D val="0"/>
            <c:spPr>
              <a:solidFill>
                <a:srgbClr val="CED7E6"/>
              </a:solidFill>
              <a:effectLst/>
            </c:spPr>
          </c:dPt>
          <c:dLbls>
            <c:numFmt formatCode="[&gt;=1000000]&quot;$&quot;0.0,,&quot;M&quot;;[&gt;=1000]&quot;$&quot;#,##0,&quot;K&quot;;&quot;$&quot;#,##0" sourceLinked="0"/>
            <c:txPr>
              <a:bodyPr/>
              <a:lstStyle/>
              <a:p>
                <a:pPr>
                  <a:defRPr b="1" i="0" strike="noStrike" sz="1000" u="none">
                    <a:solidFill>
                      <a:srgbClr val="070154"/>
                    </a:solidFill>
                    <a:latin typeface="IBM Plex Mono SemiBold"/>
                  </a:defRPr>
                </a:pPr>
              </a:p>
            </c:txPr>
            <c:dLblPos val="outEnd"/>
            <c:showLegendKey val="0"/>
            <c:showVal val="1"/>
            <c:showCatName val="0"/>
            <c:showSerName val="0"/>
            <c:showPercent val="0"/>
            <c:showBubbleSize val="0"/>
            <c:showLeaderLines val="0"/>
          </c:dLbls>
          <c:cat>
            <c:multiLvlStrRef>
              <c:f>Sheet1!$A$2:$A$9</c:f>
              <c:multiLvlStrCache>
                <c:ptCount val="8"/>
                <c:lvl>
                  <c:pt idx="0">
                    <c:v>M1</c:v>
                  </c:pt>
                  <c:pt idx="1">
                    <c:v>M2</c:v>
                  </c:pt>
                  <c:pt idx="2">
                    <c:v>M3</c:v>
                  </c:pt>
                  <c:pt idx="3">
                    <c:v>M4</c:v>
                  </c:pt>
                  <c:pt idx="4">
                    <c:v>M5</c:v>
                  </c:pt>
                  <c:pt idx="5">
                    <c:v>M6</c:v>
                  </c:pt>
                  <c:pt idx="6">
                    <c:v>M7</c:v>
                  </c:pt>
                  <c:pt idx="7">
                    <c:v>M8</c:v>
                  </c:pt>
                </c:lvl>
              </c:multiLvlStrCache>
            </c:multiLvlStrRef>
          </c:cat>
          <c:val>
            <c:numRef>
              <c:f>Sheet1!$B$2:$B$9</c:f>
              <c:numCache>
                <c:formatCode>General</c:formatCode>
                <c:ptCount val="8"/>
                <c:pt idx="0">
                  <c:v>90000</c:v>
                </c:pt>
                <c:pt idx="1">
                  <c:v>150000</c:v>
                </c:pt>
                <c:pt idx="2">
                  <c:v>210000</c:v>
                </c:pt>
                <c:pt idx="3">
                  <c:v>210000</c:v>
                </c:pt>
                <c:pt idx="4">
                  <c:v>210000</c:v>
                </c:pt>
                <c:pt idx="5">
                  <c:v>210000</c:v>
                </c:pt>
                <c:pt idx="6">
                  <c:v>150000</c:v>
                </c:pt>
                <c:pt idx="7">
                  <c:v>90000</c:v>
                </c:pt>
              </c:numCache>
            </c:numRef>
          </c:val>
        </c:ser>
        <c:dLbls>
          <c:numFmt formatCode="[&gt;=1000000]&quot;$&quot;0.0,,&quot;M&quot;;[&gt;=1000]&quot;$&quot;#,##0,&quot;K&quot;;&quot;$&quot;#,##0" sourceLinked="0"/>
          <c:txPr>
            <a:bodyPr/>
            <a:lstStyle/>
            <a:p>
              <a:pPr>
                <a:defRPr b="1" i="0" strike="noStrike" sz="1000" u="none">
                  <a:solidFill>
                    <a:srgbClr val="070154"/>
                  </a:solidFill>
                  <a:latin typeface="IBM Plex Mono SemiBold"/>
                </a:defRPr>
              </a:pPr>
            </a:p>
          </c:txPr>
          <c:dLblPos val="outEnd"/>
          <c:showLegendKey val="0"/>
          <c:showVal val="1"/>
          <c:showCatName val="0"/>
          <c:showSerName val="0"/>
          <c:showPercent val="0"/>
          <c:showBubbleSize val="0"/>
          <c:showLeaderLines val="0"/>
        </c:dLbls>
        <c:gapWidth val="56"/>
        <c:overlap val="0"/>
        <c:axId val="2094734554"/>
        <c:axId val="2094734552"/>
      </c:barChart>
      <c:catAx>
        <c:axId val="2094734554"/>
        <c:scaling>
          <c:orientation val="minMax"/>
        </c:scaling>
        <c:delete val="0"/>
        <c:axPos val="b"/>
        <c:numFmt formatCode="General" sourceLinked="1"/>
        <c:majorTickMark val="none"/>
        <c:minorTickMark val="none"/>
        <c:tickLblPos val="low"/>
        <c:spPr>
          <a:ln w="12700" cap="flat">
            <a:solidFill>
              <a:srgbClr val="070154"/>
            </a:solidFill>
            <a:prstDash val="solid"/>
            <a:round/>
          </a:ln>
        </c:spPr>
        <c:txPr>
          <a:bodyPr/>
          <a:lstStyle/>
          <a:p>
            <a:pPr>
              <a:defRPr sz="900" b="0" i="0" u="none" strike="noStrike">
                <a:solidFill>
                  <a:srgbClr val="50658E"/>
                </a:solidFill>
                <a:latin typeface="IBM Plex Mono SemiBold"/>
              </a:defRPr>
            </a:pPr>
            <a:endParaRPr lang="en-US"/>
          </a:p>
        </c:txPr>
        <c:crossAx val="2094734552"/>
        <c:crosses val="autoZero"/>
        <c:auto val="1"/>
        <c:lblAlgn val="ctr"/>
        <c:noMultiLvlLbl val="1"/>
      </c:catAx>
      <c:valAx>
        <c:axId val="2094734552"/>
        <c:scaling>
          <c:orientation val="minMax"/>
          <c:max val="250000"/>
          <c:min val="0"/>
        </c:scaling>
        <c:delete val="1"/>
        <c:axPos val="l"/>
        <c:numFmt formatCode="General" sourceLinked="0"/>
        <c:majorTickMark val="none"/>
        <c:minorTickMark val="none"/>
        <c:tickLblPos val="nextTo"/>
        <c:spPr>
          <a:ln w="12700" cap="flat">
            <a:noFill/>
            <a:prstDash val="solid"/>
            <a:round/>
          </a:ln>
        </c:spPr>
        <c:txPr>
          <a:bodyPr/>
          <a:lstStyle/>
          <a:p>
            <a:pPr>
              <a:defRPr sz="900" b="0" i="0" u="none" strike="noStrike">
                <a:solidFill>
                  <a:srgbClr val="50658E"/>
                </a:solidFill>
                <a:latin typeface="IBM Plex Mono SemiBold"/>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
          <c:y val="0.2803030303030303"/>
          <c:w val="1"/>
          <c:h val="0.5833333333333334"/>
        </c:manualLayout>
      </c:layout>
      <c:barChart>
        <c:barDir val="col"/>
        <c:grouping val="clustered"/>
        <c:varyColors val="0"/>
        <c:ser>
          <c:idx val="0"/>
          <c:order val="0"/>
          <c:tx>
            <c:strRef>
              <c:f>Sheet1!$B$1</c:f>
              <c:strCache>
                <c:ptCount val="1"/>
                <c:pt idx="0">
                  <c:v>Before</c:v>
                </c:pt>
              </c:strCache>
            </c:strRef>
          </c:tx>
          <c:spPr>
            <a:solidFill>
              <a:srgbClr val="97A4BA"/>
            </a:solidFill>
            <a:ln w="12700" cap="flat">
              <a:solidFill>
                <a:srgbClr val="070154"/>
              </a:solidFill>
              <a:prstDash val="solid"/>
              <a:round/>
            </a:ln>
            <a:effectLst/>
          </c:spPr>
          <c:invertIfNegative val="0"/>
          <c:dLbls>
            <c:numFmt formatCode="#,##0" sourceLinked="0"/>
            <c:txPr>
              <a:bodyPr/>
              <a:lstStyle/>
              <a:p>
                <a:pPr>
                  <a:defRPr b="1" i="0" strike="noStrike" sz="1000" u="none">
                    <a:solidFill>
                      <a:srgbClr val="070154"/>
                    </a:solidFill>
                    <a:latin typeface="IBM Plex Mono SemiBold"/>
                  </a:defRPr>
                </a:pPr>
              </a:p>
            </c:txPr>
            <c:dLblPos val="outEnd"/>
            <c:showLegendKey val="0"/>
            <c:showVal val="1"/>
            <c:showCatName val="0"/>
            <c:showSerName val="0"/>
            <c:showPercent val="0"/>
            <c:showBubbleSize val="0"/>
            <c:showLeaderLines val="0"/>
          </c:dLbls>
          <c:cat>
            <c:multiLvlStrRef>
              <c:f>Sheet1!$A$2:$A$5</c:f>
              <c:multiLvlStrCache>
                <c:ptCount val="4"/>
                <c:lvl>
                  <c:pt idx="0">
                    <c:v>HOSPITALS</c:v>
                  </c:pt>
                  <c:pt idx="1">
                    <c:v>CLINICS</c:v>
                  </c:pt>
                  <c:pt idx="2">
                    <c:v>LABS</c:v>
                  </c:pt>
                  <c:pt idx="3">
                    <c:v>PHARMACY</c:v>
                  </c:pt>
                </c:lvl>
              </c:multiLvlStrCache>
            </c:multiLvlStrRef>
          </c:cat>
          <c:val>
            <c:numRef>
              <c:f>Sheet1!$B$2:$B$5</c:f>
              <c:numCache>
                <c:formatCode>General</c:formatCode>
                <c:ptCount val="4"/>
                <c:pt idx="0">
                  <c:v>15</c:v>
                </c:pt>
                <c:pt idx="1">
                  <c:v>12</c:v>
                </c:pt>
                <c:pt idx="2">
                  <c:v>13</c:v>
                </c:pt>
                <c:pt idx="3">
                  <c:v>11</c:v>
                </c:pt>
              </c:numCache>
            </c:numRef>
          </c:val>
        </c:ser>
        <c:ser>
          <c:idx val="1"/>
          <c:order val="1"/>
          <c:tx>
            <c:strRef>
              <c:f>Sheet1!$C$1</c:f>
              <c:strCache>
                <c:ptCount val="1"/>
                <c:pt idx="0">
                  <c:v>After</c:v>
                </c:pt>
              </c:strCache>
            </c:strRef>
          </c:tx>
          <c:spPr>
            <a:solidFill>
              <a:srgbClr val="F900D3"/>
            </a:solidFill>
            <a:ln w="12700" cap="flat">
              <a:solidFill>
                <a:srgbClr val="070154"/>
              </a:solidFill>
              <a:prstDash val="solid"/>
              <a:round/>
            </a:ln>
            <a:effectLst/>
          </c:spPr>
          <c:invertIfNegative val="0"/>
          <c:dLbls>
            <c:numFmt formatCode="#,##0" sourceLinked="0"/>
            <c:txPr>
              <a:bodyPr/>
              <a:lstStyle/>
              <a:p>
                <a:pPr>
                  <a:defRPr b="1" i="0" strike="noStrike" sz="1000" u="none">
                    <a:solidFill>
                      <a:srgbClr val="070154"/>
                    </a:solidFill>
                    <a:latin typeface="IBM Plex Mono SemiBold"/>
                  </a:defRPr>
                </a:pPr>
              </a:p>
            </c:txPr>
            <c:dLblPos val="outEnd"/>
            <c:showLegendKey val="0"/>
            <c:showVal val="1"/>
            <c:showCatName val="0"/>
            <c:showSerName val="0"/>
            <c:showPercent val="0"/>
            <c:showBubbleSize val="0"/>
            <c:showLeaderLines val="0"/>
          </c:dLbls>
          <c:cat>
            <c:multiLvlStrRef>
              <c:f>Sheet1!$A$2:$A$5</c:f>
              <c:multiLvlStrCache>
                <c:ptCount val="4"/>
                <c:lvl>
                  <c:pt idx="0">
                    <c:v>HOSPITALS</c:v>
                  </c:pt>
                  <c:pt idx="1">
                    <c:v>CLINICS</c:v>
                  </c:pt>
                  <c:pt idx="2">
                    <c:v>LABS</c:v>
                  </c:pt>
                  <c:pt idx="3">
                    <c:v>PHARMACY</c:v>
                  </c:pt>
                </c:lvl>
              </c:multiLvlStrCache>
            </c:multiLvlStrRef>
          </c:cat>
          <c:val>
            <c:numRef>
              <c:f>Sheet1!$C$2:$C$5</c:f>
              <c:numCache>
                <c:formatCode>General</c:formatCode>
                <c:ptCount val="4"/>
                <c:pt idx="0">
                  <c:v>6</c:v>
                </c:pt>
                <c:pt idx="1">
                  <c:v>5</c:v>
                </c:pt>
                <c:pt idx="2">
                  <c:v>6</c:v>
                </c:pt>
                <c:pt idx="3">
                  <c:v>5</c:v>
                </c:pt>
              </c:numCache>
            </c:numRef>
          </c:val>
        </c:ser>
        <c:dLbls>
          <c:numFmt formatCode="#,##0" sourceLinked="0"/>
          <c:txPr>
            <a:bodyPr/>
            <a:lstStyle/>
            <a:p>
              <a:pPr>
                <a:defRPr b="1" i="0" strike="noStrike" sz="1000" u="none">
                  <a:solidFill>
                    <a:srgbClr val="070154"/>
                  </a:solidFill>
                  <a:latin typeface="IBM Plex Mono SemiBold"/>
                </a:defRPr>
              </a:pPr>
            </a:p>
          </c:txPr>
          <c:dLblPos val="outEnd"/>
          <c:showLegendKey val="0"/>
          <c:showVal val="1"/>
          <c:showCatName val="0"/>
          <c:showSerName val="0"/>
          <c:showPercent val="0"/>
          <c:showBubbleSize val="0"/>
          <c:showLeaderLines val="0"/>
        </c:dLbls>
        <c:gapWidth val="113"/>
        <c:overlap val="0"/>
        <c:axId val="2094734554"/>
        <c:axId val="2094734552"/>
      </c:barChart>
      <c:catAx>
        <c:axId val="2094734554"/>
        <c:scaling>
          <c:orientation val="minMax"/>
        </c:scaling>
        <c:delete val="0"/>
        <c:axPos val="b"/>
        <c:numFmt formatCode="General" sourceLinked="1"/>
        <c:majorTickMark val="none"/>
        <c:minorTickMark val="none"/>
        <c:tickLblPos val="low"/>
        <c:spPr>
          <a:ln w="12700" cap="flat">
            <a:solidFill>
              <a:srgbClr val="070154"/>
            </a:solidFill>
            <a:prstDash val="solid"/>
            <a:round/>
          </a:ln>
        </c:spPr>
        <c:txPr>
          <a:bodyPr/>
          <a:lstStyle/>
          <a:p>
            <a:pPr>
              <a:defRPr sz="900" b="0" i="0" u="none" strike="noStrike">
                <a:solidFill>
                  <a:srgbClr val="50658E"/>
                </a:solidFill>
                <a:latin typeface="IBM Plex Mono SemiBold"/>
              </a:defRPr>
            </a:pPr>
            <a:endParaRPr lang="en-US"/>
          </a:p>
        </c:txPr>
        <c:crossAx val="2094734552"/>
        <c:crosses val="autoZero"/>
        <c:auto val="1"/>
        <c:lblAlgn val="ctr"/>
        <c:noMultiLvlLbl val="1"/>
      </c:catAx>
      <c:valAx>
        <c:axId val="2094734552"/>
        <c:scaling>
          <c:orientation val="minMax"/>
          <c:max val="15"/>
          <c:min val="0"/>
        </c:scaling>
        <c:delete val="1"/>
        <c:axPos val="l"/>
        <c:numFmt formatCode="General" sourceLinked="0"/>
        <c:majorTickMark val="none"/>
        <c:minorTickMark val="none"/>
        <c:tickLblPos val="nextTo"/>
        <c:spPr>
          <a:ln w="12700" cap="flat">
            <a:noFill/>
            <a:prstDash val="solid"/>
            <a:round/>
          </a:ln>
        </c:spPr>
        <c:txPr>
          <a:bodyPr/>
          <a:lstStyle/>
          <a:p>
            <a:pPr>
              <a:defRPr sz="900" b="0" i="0" u="none" strike="noStrike">
                <a:solidFill>
                  <a:srgbClr val="50658E"/>
                </a:solidFill>
                <a:latin typeface="IBM Plex Mono SemiBold"/>
              </a:defRPr>
            </a:pPr>
            <a:endParaRPr lang="en-US"/>
          </a:p>
        </c:txPr>
        <c:crossAx val="2094734554"/>
        <c:crosses val="autoZero"/>
        <c:crossBetween val="between"/>
      </c:valAx>
      <c:spPr>
        <a:noFill/>
        <a:ln>
          <a:noFill/>
        </a:ln>
        <a:effectLst/>
      </c:spPr>
    </c:plotArea>
    <c:legend>
      <c:legendPos val="t"/>
      <c:overlay val="0"/>
      <c:txPr>
        <a:bodyPr/>
        <a:lstStyle/>
        <a:p>
          <a:pPr>
            <a:defRPr sz="1200">
              <a:solidFill>
                <a:srgbClr val="070154"/>
              </a:solidFill>
              <a:latin typeface="IBM Plex Sans"/>
              <a:cs typeface="IBM Plex Sans"/>
            </a:defRPr>
          </a:pPr>
          <a:endParaRPr lang="en-US"/>
        </a:p>
      </c:txPr>
    </c:legend>
    <c:plotVisOnly val="1"/>
    <c:dispBlanksAs val="gap"/>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
          <c:y val="0.18137254901960784"/>
          <c:w val="1"/>
          <c:h val="0.7303921568627451"/>
        </c:manualLayout>
      </c:layout>
      <c:barChart>
        <c:barDir val="col"/>
        <c:grouping val="clustered"/>
        <c:varyColors val="0"/>
        <c:ser>
          <c:idx val="0"/>
          <c:order val="0"/>
          <c:tx>
            <c:strRef>
              <c:f>Sheet1!$B$1</c:f>
              <c:strCache>
                <c:ptCount val="1"/>
                <c:pt idx="0">
                  <c:v>Status quo</c:v>
                </c:pt>
              </c:strCache>
            </c:strRef>
          </c:tx>
          <c:spPr>
            <a:solidFill>
              <a:srgbClr val="97A4BA"/>
            </a:solidFill>
            <a:ln w="12700" cap="flat">
              <a:solidFill>
                <a:srgbClr val="070154"/>
              </a:solidFill>
              <a:prstDash val="solid"/>
              <a:round/>
            </a:ln>
            <a:effectLst/>
          </c:spPr>
          <c:invertIfNegative val="0"/>
          <c:dLbls>
            <c:numFmt formatCode="#,##0.0" sourceLinked="0"/>
            <c:txPr>
              <a:bodyPr/>
              <a:lstStyle/>
              <a:p>
                <a:pPr>
                  <a:defRPr b="1" i="0" strike="noStrike" sz="1000" u="none">
                    <a:solidFill>
                      <a:srgbClr val="070154"/>
                    </a:solidFill>
                    <a:latin typeface="IBM Plex Mono SemiBold"/>
                  </a:defRPr>
                </a:pPr>
              </a:p>
            </c:txPr>
            <c:dLblPos val="outEnd"/>
            <c:showLegendKey val="0"/>
            <c:showVal val="1"/>
            <c:showCatName val="0"/>
            <c:showSerName val="0"/>
            <c:showPercent val="0"/>
            <c:showBubbleSize val="0"/>
            <c:showLeaderLines val="0"/>
          </c:dLbls>
          <c:cat>
            <c:multiLvlStrRef>
              <c:f>Sheet1!$A$2:$A$6</c:f>
              <c:multiLvlStrCache>
                <c:ptCount val="5"/>
                <c:lvl>
                  <c:pt idx="0">
                    <c:v>YEAR 1</c:v>
                  </c:pt>
                  <c:pt idx="1">
                    <c:v>YEAR 2</c:v>
                  </c:pt>
                  <c:pt idx="2">
                    <c:v>YEAR 3</c:v>
                  </c:pt>
                  <c:pt idx="3">
                    <c:v>YEAR 4</c:v>
                  </c:pt>
                  <c:pt idx="4">
                    <c:v>YEAR 5</c:v>
                  </c:pt>
                </c:lvl>
              </c:multiLvlStrCache>
            </c:multiLvlStrRef>
          </c:cat>
          <c:val>
            <c:numRef>
              <c:f>Sheet1!$B$2:$B$6</c:f>
              <c:numCache>
                <c:formatCode>General</c:formatCode>
                <c:ptCount val="5"/>
                <c:pt idx="0">
                  <c:v>3.1</c:v>
                </c:pt>
                <c:pt idx="1">
                  <c:v>3.3</c:v>
                </c:pt>
                <c:pt idx="2">
                  <c:v>3.5</c:v>
                </c:pt>
                <c:pt idx="3">
                  <c:v>3.7</c:v>
                </c:pt>
                <c:pt idx="4">
                  <c:v>3.9</c:v>
                </c:pt>
              </c:numCache>
            </c:numRef>
          </c:val>
        </c:ser>
        <c:ser>
          <c:idx val="1"/>
          <c:order val="1"/>
          <c:tx>
            <c:strRef>
              <c:f>Sheet1!$C$1</c:f>
              <c:strCache>
                <c:ptCount val="1"/>
                <c:pt idx="0">
                  <c:v>With program</c:v>
                </c:pt>
              </c:strCache>
            </c:strRef>
          </c:tx>
          <c:spPr>
            <a:solidFill>
              <a:srgbClr val="F900D3"/>
            </a:solidFill>
            <a:ln w="12700" cap="flat">
              <a:solidFill>
                <a:srgbClr val="070154"/>
              </a:solidFill>
              <a:prstDash val="solid"/>
              <a:round/>
            </a:ln>
            <a:effectLst/>
          </c:spPr>
          <c:invertIfNegative val="0"/>
          <c:dLbls>
            <c:numFmt formatCode="#,##0.0" sourceLinked="0"/>
            <c:txPr>
              <a:bodyPr/>
              <a:lstStyle/>
              <a:p>
                <a:pPr>
                  <a:defRPr b="1" i="0" strike="noStrike" sz="1000" u="none">
                    <a:solidFill>
                      <a:srgbClr val="070154"/>
                    </a:solidFill>
                    <a:latin typeface="IBM Plex Mono SemiBold"/>
                  </a:defRPr>
                </a:pPr>
              </a:p>
            </c:txPr>
            <c:dLblPos val="outEnd"/>
            <c:showLegendKey val="0"/>
            <c:showVal val="1"/>
            <c:showCatName val="0"/>
            <c:showSerName val="0"/>
            <c:showPercent val="0"/>
            <c:showBubbleSize val="0"/>
            <c:showLeaderLines val="0"/>
          </c:dLbls>
          <c:cat>
            <c:multiLvlStrRef>
              <c:f>Sheet1!$A$2:$A$6</c:f>
              <c:multiLvlStrCache>
                <c:ptCount val="5"/>
                <c:lvl>
                  <c:pt idx="0">
                    <c:v>YEAR 1</c:v>
                  </c:pt>
                  <c:pt idx="1">
                    <c:v>YEAR 2</c:v>
                  </c:pt>
                  <c:pt idx="2">
                    <c:v>YEAR 3</c:v>
                  </c:pt>
                  <c:pt idx="3">
                    <c:v>YEAR 4</c:v>
                  </c:pt>
                  <c:pt idx="4">
                    <c:v>YEAR 5</c:v>
                  </c:pt>
                </c:lvl>
              </c:multiLvlStrCache>
            </c:multiLvlStrRef>
          </c:cat>
          <c:val>
            <c:numRef>
              <c:f>Sheet1!$C$2:$C$6</c:f>
              <c:numCache>
                <c:formatCode>General</c:formatCode>
                <c:ptCount val="5"/>
                <c:pt idx="0">
                  <c:v>2.5</c:v>
                </c:pt>
                <c:pt idx="1">
                  <c:v>1.5</c:v>
                </c:pt>
                <c:pt idx="2">
                  <c:v>0.9</c:v>
                </c:pt>
                <c:pt idx="3">
                  <c:v>1.1</c:v>
                </c:pt>
                <c:pt idx="4">
                  <c:v>1.3</c:v>
                </c:pt>
              </c:numCache>
            </c:numRef>
          </c:val>
        </c:ser>
        <c:dLbls>
          <c:numFmt formatCode="#,##0.0" sourceLinked="0"/>
          <c:txPr>
            <a:bodyPr/>
            <a:lstStyle/>
            <a:p>
              <a:pPr>
                <a:defRPr b="1" i="0" strike="noStrike" sz="1000" u="none">
                  <a:solidFill>
                    <a:srgbClr val="070154"/>
                  </a:solidFill>
                  <a:latin typeface="IBM Plex Mono SemiBold"/>
                </a:defRPr>
              </a:pPr>
            </a:p>
          </c:txPr>
          <c:dLblPos val="outEnd"/>
          <c:showLegendKey val="0"/>
          <c:showVal val="1"/>
          <c:showCatName val="0"/>
          <c:showSerName val="0"/>
          <c:showPercent val="0"/>
          <c:showBubbleSize val="0"/>
          <c:showLeaderLines val="0"/>
        </c:dLbls>
        <c:gapWidth val="113"/>
        <c:overlap val="0"/>
        <c:axId val="2094734554"/>
        <c:axId val="2094734552"/>
      </c:barChart>
      <c:catAx>
        <c:axId val="2094734554"/>
        <c:scaling>
          <c:orientation val="minMax"/>
        </c:scaling>
        <c:delete val="0"/>
        <c:axPos val="b"/>
        <c:numFmt formatCode="General" sourceLinked="1"/>
        <c:majorTickMark val="none"/>
        <c:minorTickMark val="none"/>
        <c:tickLblPos val="low"/>
        <c:spPr>
          <a:ln w="12700" cap="flat">
            <a:solidFill>
              <a:srgbClr val="070154"/>
            </a:solidFill>
            <a:prstDash val="solid"/>
            <a:round/>
          </a:ln>
        </c:spPr>
        <c:txPr>
          <a:bodyPr/>
          <a:lstStyle/>
          <a:p>
            <a:pPr>
              <a:defRPr sz="900" b="0" i="0" u="none" strike="noStrike">
                <a:solidFill>
                  <a:srgbClr val="50658E"/>
                </a:solidFill>
                <a:latin typeface="IBM Plex Mono SemiBold"/>
              </a:defRPr>
            </a:pPr>
            <a:endParaRPr lang="en-US"/>
          </a:p>
        </c:txPr>
        <c:crossAx val="2094734552"/>
        <c:crosses val="autoZero"/>
        <c:auto val="1"/>
        <c:lblAlgn val="ctr"/>
        <c:noMultiLvlLbl val="1"/>
      </c:catAx>
      <c:valAx>
        <c:axId val="2094734552"/>
        <c:scaling>
          <c:orientation val="minMax"/>
          <c:max val="4"/>
          <c:min val="0"/>
        </c:scaling>
        <c:delete val="1"/>
        <c:axPos val="l"/>
        <c:numFmt formatCode="General" sourceLinked="0"/>
        <c:majorTickMark val="none"/>
        <c:minorTickMark val="none"/>
        <c:tickLblPos val="nextTo"/>
        <c:spPr>
          <a:ln w="12700" cap="flat">
            <a:noFill/>
            <a:prstDash val="solid"/>
            <a:round/>
          </a:ln>
        </c:spPr>
        <c:txPr>
          <a:bodyPr/>
          <a:lstStyle/>
          <a:p>
            <a:pPr>
              <a:defRPr sz="900" b="0" i="0" u="none" strike="noStrike">
                <a:solidFill>
                  <a:srgbClr val="50658E"/>
                </a:solidFill>
                <a:latin typeface="IBM Plex Mono SemiBold"/>
              </a:defRPr>
            </a:pPr>
            <a:endParaRPr lang="en-US"/>
          </a:p>
        </c:txPr>
        <c:crossAx val="2094734554"/>
        <c:crosses val="autoZero"/>
        <c:crossBetween val="between"/>
      </c:valAx>
      <c:spPr>
        <a:noFill/>
        <a:ln>
          <a:noFill/>
        </a:ln>
        <a:effectLst/>
      </c:spPr>
    </c:plotArea>
    <c:legend>
      <c:legendPos val="t"/>
      <c:overlay val="0"/>
      <c:txPr>
        <a:bodyPr/>
        <a:lstStyle/>
        <a:p>
          <a:pPr>
            <a:defRPr sz="1200">
              <a:solidFill>
                <a:srgbClr val="070154"/>
              </a:solidFill>
              <a:latin typeface="IBM Plex Sans"/>
              <a:cs typeface="IBM Plex Sans"/>
            </a:defRPr>
          </a:pPr>
          <a:endParaRPr lang="en-US"/>
        </a:p>
      </c:txPr>
    </c:legend>
    <c:plotVisOnly val="1"/>
    <c:dispBlanksAs val="gap"/>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53763440860215055"/>
          <c:y val="0"/>
          <c:w val="0.7526881720430108"/>
          <c:h val="0.88"/>
        </c:manualLayout>
      </c:layout>
      <c:lineChart>
        <c:grouping val="standard"/>
        <c:varyColors val="0"/>
        <c:ser>
          <c:idx val="0"/>
          <c:order val="0"/>
          <c:tx>
            <c:strRef>
              <c:f>Sheet1!$B$1</c:f>
              <c:strCache>
                <c:ptCount val="1"/>
                <c:pt idx="0">
                  <c:v>Net value</c:v>
                </c:pt>
              </c:strCache>
            </c:strRef>
          </c:tx>
          <c:spPr>
            <a:solidFill>
              <a:srgbClr val="F900D3"/>
            </a:solidFill>
            <a:ln w="28575" cap="flat">
              <a:solidFill>
                <a:srgbClr val="F900D3"/>
              </a:solidFill>
              <a:prstDash val="solid"/>
              <a:round/>
            </a:ln>
            <a:effectLst/>
          </c:spPr>
          <c:marker>
            <c:symbol val="square"/>
            <c:size val="7"/>
            <c:spPr>
              <a:solidFill>
                <a:srgbClr val="F900D3"/>
              </a:solidFill>
              <a:ln w="1" cap="flat">
                <a:solidFill>
                  <a:srgbClr val="070154"/>
                </a:solidFill>
                <a:prstDash val="solid"/>
                <a:round/>
              </a:ln>
              <a:effectLst/>
            </c:spPr>
          </c:marker>
          <c:dLbls>
            <c:numFmt formatCode="#,##0.0" sourceLinked="0"/>
            <c:txPr>
              <a:bodyPr/>
              <a:lstStyle/>
              <a:p>
                <a:pPr>
                  <a:defRPr b="1" i="0" strike="noStrike" sz="1000" u="none">
                    <a:solidFill>
                      <a:srgbClr val="070154"/>
                    </a:solidFill>
                    <a:latin typeface="IBM Plex Mono SemiBold"/>
                  </a:defRPr>
                </a:pPr>
              </a:p>
            </c:txPr>
            <c:dLblPos val="r"/>
            <c:showLegendKey val="0"/>
            <c:showVal val="0"/>
            <c:showCatName val="0"/>
            <c:showSerName val="0"/>
            <c:showPercent val="0"/>
            <c:showBubbleSize val="0"/>
            <c:showLeaderLines val="0"/>
          </c:dLbls>
          <c:cat>
            <c:multiLvlStrRef>
              <c:f>Sheet1!$A$2:$A$13</c:f>
              <c:multiLvlStrCache>
                <c:ptCount val="12"/>
                <c:lvl>
                  <c:pt idx="0">
                    <c:v>Q1</c:v>
                  </c:pt>
                  <c:pt idx="1">
                    <c:v>Q2</c:v>
                  </c:pt>
                  <c:pt idx="2">
                    <c:v>Q3</c:v>
                  </c:pt>
                  <c:pt idx="3">
                    <c:v>Q4</c:v>
                  </c:pt>
                  <c:pt idx="4">
                    <c:v>Q5</c:v>
                  </c:pt>
                  <c:pt idx="5">
                    <c:v>Q6</c:v>
                  </c:pt>
                  <c:pt idx="6">
                    <c:v>Q7</c:v>
                  </c:pt>
                  <c:pt idx="7">
                    <c:v>Q8</c:v>
                  </c:pt>
                  <c:pt idx="8">
                    <c:v>Q9</c:v>
                  </c:pt>
                  <c:pt idx="9">
                    <c:v>Q10</c:v>
                  </c:pt>
                  <c:pt idx="10">
                    <c:v>Q11</c:v>
                  </c:pt>
                  <c:pt idx="11">
                    <c:v>Q12</c:v>
                  </c:pt>
                </c:lvl>
              </c:multiLvlStrCache>
            </c:multiLvlStrRef>
          </c:cat>
          <c:val>
            <c:numRef>
              <c:f>Sheet1!$B$2:$B$13</c:f>
              <c:numCache>
                <c:formatCode>General</c:formatCode>
                <c:ptCount val="12"/>
                <c:pt idx="0">
                  <c:v>-0.6</c:v>
                </c:pt>
                <c:pt idx="1">
                  <c:v>-1.2</c:v>
                </c:pt>
                <c:pt idx="2">
                  <c:v>-1.4</c:v>
                </c:pt>
                <c:pt idx="3">
                  <c:v>-0.7</c:v>
                </c:pt>
                <c:pt idx="4">
                  <c:v>0.1</c:v>
                </c:pt>
                <c:pt idx="5">
                  <c:v>0.9</c:v>
                </c:pt>
                <c:pt idx="6">
                  <c:v>1.7</c:v>
                </c:pt>
                <c:pt idx="7">
                  <c:v>2.6</c:v>
                </c:pt>
                <c:pt idx="8">
                  <c:v>3.4</c:v>
                </c:pt>
                <c:pt idx="9">
                  <c:v>4.3</c:v>
                </c:pt>
                <c:pt idx="10">
                  <c:v>5.1</c:v>
                </c:pt>
                <c:pt idx="11">
                  <c:v>6</c:v>
                </c:pt>
              </c:numCache>
            </c:numRef>
          </c:val>
          <c:smooth val="0"/>
        </c:ser>
        <c:dLbls>
          <c:numFmt formatCode="#,##0.0" sourceLinked="0"/>
          <c:txPr>
            <a:bodyPr/>
            <a:lstStyle/>
            <a:p>
              <a:pPr>
                <a:defRPr b="1" i="0" strike="noStrike" sz="1000" u="none">
                  <a:solidFill>
                    <a:srgbClr val="070154"/>
                  </a:solidFill>
                  <a:latin typeface="IBM Plex Mono SemiBold"/>
                </a:defRPr>
              </a:pPr>
            </a:p>
          </c:txPr>
          <c:dLblPos val="r"/>
          <c:showLegendKey val="0"/>
          <c:showVal val="0"/>
          <c:showCatName val="0"/>
          <c:showSerName val="0"/>
          <c:showPercent val="0"/>
          <c:showBubbleSize val="0"/>
          <c:showLeaderLines val="0"/>
        </c:dLbls>
        <c:marker val="1"/>
        <c:axId val="2094734554"/>
        <c:axId val="2094734552"/>
      </c:lineChart>
      <c:catAx>
        <c:axId val="2094734554"/>
        <c:scaling>
          <c:orientation val="minMax"/>
        </c:scaling>
        <c:delete val="0"/>
        <c:axPos val="b"/>
        <c:numFmt formatCode="General" sourceLinked="1"/>
        <c:majorTickMark val="none"/>
        <c:minorTickMark val="none"/>
        <c:tickLblPos val="low"/>
        <c:spPr>
          <a:ln w="12700" cap="flat">
            <a:solidFill>
              <a:srgbClr val="070154"/>
            </a:solidFill>
            <a:prstDash val="solid"/>
            <a:round/>
          </a:ln>
        </c:spPr>
        <c:txPr>
          <a:bodyPr/>
          <a:lstStyle/>
          <a:p>
            <a:pPr>
              <a:defRPr sz="900" b="0" i="0" u="none" strike="noStrike">
                <a:solidFill>
                  <a:srgbClr val="50658E"/>
                </a:solidFill>
                <a:latin typeface="IBM Plex Mono SemiBold"/>
              </a:defRPr>
            </a:pPr>
            <a:endParaRPr lang="en-US"/>
          </a:p>
        </c:txPr>
        <c:crossAx val="2094734552"/>
        <c:crosses val="autoZero"/>
        <c:auto val="1"/>
        <c:lblAlgn val="ctr"/>
        <c:noMultiLvlLbl val="1"/>
      </c:catAx>
      <c:valAx>
        <c:axId val="2094734552"/>
        <c:scaling>
          <c:orientation val="minMax"/>
          <c:max val="6"/>
          <c:min val="-2"/>
        </c:scaling>
        <c:delete val="0"/>
        <c:axPos val="l"/>
        <c:majorGridlines>
          <c:spPr>
            <a:ln w="9525" cap="flat">
              <a:solidFill>
                <a:srgbClr val="E8EEF8"/>
              </a:solidFill>
              <a:prstDash val="solid"/>
              <a:round/>
            </a:ln>
          </c:spPr>
        </c:majorGridlines>
        <c:numFmt formatCode="General" sourceLinked="0"/>
        <c:majorTickMark val="none"/>
        <c:minorTickMark val="none"/>
        <c:tickLblPos val="nextTo"/>
        <c:spPr>
          <a:ln w="12700" cap="flat">
            <a:noFill/>
            <a:prstDash val="solid"/>
            <a:round/>
          </a:ln>
        </c:spPr>
        <c:txPr>
          <a:bodyPr/>
          <a:lstStyle/>
          <a:p>
            <a:pPr>
              <a:defRPr sz="900" b="0" i="0" u="none" strike="noStrike">
                <a:solidFill>
                  <a:srgbClr val="50658E"/>
                </a:solidFill>
                <a:latin typeface="IBM Plex Mono SemiBold"/>
              </a:defRPr>
            </a:pPr>
            <a:endParaRPr lang="en-US"/>
          </a:p>
        </c:txPr>
        <c:crossAx val="2094734554"/>
        <c:crosses val="autoZero"/>
        <c:crossBetween val="between"/>
        <c:majorUnit val="2"/>
      </c:valAx>
      <c:spPr>
        <a:noFill/>
        <a:ln>
          <a:noFill/>
        </a:ln>
        <a:effectLst/>
      </c:spPr>
    </c:plotArea>
    <c:plotVisOnly val="1"/>
    <c:dispBlanksAs val="gap"/>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7246376811594203"/>
          <c:y val="0"/>
          <c:w val="0.6666666666666666"/>
          <c:h val="0.8461538461538461"/>
        </c:manualLayout>
      </c:layout>
      <c:lineChart>
        <c:grouping val="standard"/>
        <c:varyColors val="0"/>
        <c:ser>
          <c:idx val="0"/>
          <c:order val="0"/>
          <c:tx>
            <c:strRef>
              <c:f>Sheet1!$B$1</c:f>
              <c:strCache>
                <c:ptCount val="1"/>
                <c:pt idx="0">
                  <c:v>West Monroe effort</c:v>
                </c:pt>
              </c:strCache>
            </c:strRef>
          </c:tx>
          <c:spPr>
            <a:solidFill>
              <a:srgbClr val="F900D3"/>
            </a:solidFill>
            <a:ln w="28575" cap="flat">
              <a:solidFill>
                <a:srgbClr val="F900D3"/>
              </a:solidFill>
              <a:prstDash val="solid"/>
              <a:round/>
            </a:ln>
            <a:effectLst/>
          </c:spPr>
          <c:marker>
            <c:symbol val="square"/>
            <c:size val="7"/>
            <c:spPr>
              <a:solidFill>
                <a:srgbClr val="F900D3"/>
              </a:solidFill>
              <a:ln w="1" cap="flat">
                <a:solidFill>
                  <a:srgbClr val="070154"/>
                </a:solidFill>
                <a:prstDash val="solid"/>
                <a:round/>
              </a:ln>
              <a:effectLst/>
            </c:spPr>
          </c:marker>
          <c:dLbls>
            <c:numFmt formatCode="#,##0" sourceLinked="0"/>
            <c:txPr>
              <a:bodyPr/>
              <a:lstStyle/>
              <a:p>
                <a:pPr>
                  <a:defRPr b="1" i="0" strike="noStrike" sz="1000" u="none">
                    <a:solidFill>
                      <a:srgbClr val="070154"/>
                    </a:solidFill>
                    <a:latin typeface="IBM Plex Mono SemiBold"/>
                  </a:defRPr>
                </a:pPr>
              </a:p>
            </c:txPr>
            <c:dLblPos val="r"/>
            <c:showLegendKey val="0"/>
            <c:showVal val="0"/>
            <c:showCatName val="0"/>
            <c:showSerName val="0"/>
            <c:showPercent val="0"/>
            <c:showBubbleSize val="0"/>
            <c:showLeaderLines val="0"/>
          </c:dLbls>
          <c:cat>
            <c:multiLvlStrRef>
              <c:f>Sheet1!$A$2:$A$6</c:f>
              <c:multiLvlStrCache>
                <c:ptCount val="5"/>
                <c:lvl>
                  <c:pt idx="0">
                    <c:v>WK 1</c:v>
                  </c:pt>
                  <c:pt idx="1">
                    <c:v>WK 14</c:v>
                  </c:pt>
                  <c:pt idx="2">
                    <c:v>WK 28</c:v>
                  </c:pt>
                  <c:pt idx="3">
                    <c:v>WK 35</c:v>
                  </c:pt>
                  <c:pt idx="4">
                    <c:v>WK 42</c:v>
                  </c:pt>
                </c:lvl>
              </c:multiLvlStrCache>
            </c:multiLvlStrRef>
          </c:cat>
          <c:val>
            <c:numRef>
              <c:f>Sheet1!$B$2:$B$6</c:f>
              <c:numCache>
                <c:formatCode>General</c:formatCode>
                <c:ptCount val="5"/>
                <c:pt idx="0">
                  <c:v>2</c:v>
                </c:pt>
                <c:pt idx="1">
                  <c:v>6</c:v>
                </c:pt>
                <c:pt idx="2">
                  <c:v>7</c:v>
                </c:pt>
                <c:pt idx="3">
                  <c:v>4</c:v>
                </c:pt>
                <c:pt idx="4">
                  <c:v>2</c:v>
                </c:pt>
              </c:numCache>
            </c:numRef>
          </c:val>
          <c:smooth val="0"/>
        </c:ser>
        <c:dLbls>
          <c:numFmt formatCode="#,##0" sourceLinked="0"/>
          <c:txPr>
            <a:bodyPr/>
            <a:lstStyle/>
            <a:p>
              <a:pPr>
                <a:defRPr b="1" i="0" strike="noStrike" sz="1000" u="none">
                  <a:solidFill>
                    <a:srgbClr val="070154"/>
                  </a:solidFill>
                  <a:latin typeface="IBM Plex Mono SemiBold"/>
                </a:defRPr>
              </a:pPr>
            </a:p>
          </c:txPr>
          <c:dLblPos val="r"/>
          <c:showLegendKey val="0"/>
          <c:showVal val="0"/>
          <c:showCatName val="0"/>
          <c:showSerName val="0"/>
          <c:showPercent val="0"/>
          <c:showBubbleSize val="0"/>
          <c:showLeaderLines val="0"/>
        </c:dLbls>
        <c:marker val="1"/>
        <c:axId val="2094734554"/>
        <c:axId val="2094734552"/>
      </c:lineChart>
      <c:lineChart>
        <c:grouping val="standard"/>
        <c:varyColors val="0"/>
        <c:ser>
          <c:idx val="1"/>
          <c:order val="1"/>
          <c:tx>
            <c:strRef>
              <c:f>Sheet1!$C$1</c:f>
              <c:strCache>
                <c:ptCount val="1"/>
                <c:pt idx="0">
                  <c:v>Northfield effort</c:v>
                </c:pt>
              </c:strCache>
            </c:strRef>
          </c:tx>
          <c:spPr>
            <a:solidFill>
              <a:srgbClr val="97A4BA"/>
            </a:solidFill>
            <a:ln w="28575" cap="flat">
              <a:solidFill>
                <a:srgbClr val="97A4BA"/>
              </a:solidFill>
              <a:prstDash val="dash"/>
              <a:round/>
            </a:ln>
            <a:effectLst/>
          </c:spPr>
          <c:marker>
            <c:symbol val="square"/>
            <c:size val="7"/>
            <c:spPr>
              <a:solidFill>
                <a:srgbClr val="97A4BA"/>
              </a:solidFill>
              <a:ln w="1" cap="flat">
                <a:solidFill>
                  <a:srgbClr val="070154"/>
                </a:solidFill>
                <a:prstDash val="solid"/>
                <a:round/>
              </a:ln>
              <a:effectLst/>
            </c:spPr>
          </c:marker>
          <c:dLbls>
            <c:numFmt formatCode="#,##0" sourceLinked="0"/>
            <c:txPr>
              <a:bodyPr/>
              <a:lstStyle/>
              <a:p>
                <a:pPr>
                  <a:defRPr b="1" i="0" strike="noStrike" sz="1000" u="none">
                    <a:solidFill>
                      <a:srgbClr val="070154"/>
                    </a:solidFill>
                    <a:latin typeface="IBM Plex Mono SemiBold"/>
                  </a:defRPr>
                </a:pPr>
              </a:p>
            </c:txPr>
            <c:dLblPos val="r"/>
            <c:showLegendKey val="0"/>
            <c:showVal val="0"/>
            <c:showCatName val="0"/>
            <c:showSerName val="0"/>
            <c:showPercent val="0"/>
            <c:showBubbleSize val="0"/>
            <c:showLeaderLines val="0"/>
          </c:dLbls>
          <c:cat>
            <c:multiLvlStrRef>
              <c:f>Sheet1!$A$2:$A$6</c:f>
              <c:multiLvlStrCache>
                <c:ptCount val="5"/>
                <c:lvl>
                  <c:pt idx="0">
                    <c:v>WK 1</c:v>
                  </c:pt>
                  <c:pt idx="1">
                    <c:v>WK 14</c:v>
                  </c:pt>
                  <c:pt idx="2">
                    <c:v>WK 28</c:v>
                  </c:pt>
                  <c:pt idx="3">
                    <c:v>WK 35</c:v>
                  </c:pt>
                  <c:pt idx="4">
                    <c:v>WK 42</c:v>
                  </c:pt>
                </c:lvl>
              </c:multiLvlStrCache>
            </c:multiLvlStrRef>
          </c:cat>
          <c:val>
            <c:numRef>
              <c:f>Sheet1!$C$2:$C$6</c:f>
              <c:numCache>
                <c:formatCode>General</c:formatCode>
                <c:ptCount val="5"/>
                <c:pt idx="0">
                  <c:v>1</c:v>
                </c:pt>
                <c:pt idx="1">
                  <c:v>3</c:v>
                </c:pt>
                <c:pt idx="2">
                  <c:v>5</c:v>
                </c:pt>
                <c:pt idx="3">
                  <c:v>6</c:v>
                </c:pt>
                <c:pt idx="4">
                  <c:v>7</c:v>
                </c:pt>
              </c:numCache>
            </c:numRef>
          </c:val>
          <c:smooth val="0"/>
        </c:ser>
        <c:dLbls>
          <c:numFmt formatCode="#,##0" sourceLinked="0"/>
          <c:txPr>
            <a:bodyPr/>
            <a:lstStyle/>
            <a:p>
              <a:pPr>
                <a:defRPr b="1" i="0" strike="noStrike" sz="1000" u="none">
                  <a:solidFill>
                    <a:srgbClr val="070154"/>
                  </a:solidFill>
                  <a:latin typeface="IBM Plex Mono SemiBold"/>
                </a:defRPr>
              </a:pPr>
            </a:p>
          </c:txPr>
          <c:dLblPos val="r"/>
          <c:showLegendKey val="0"/>
          <c:showVal val="0"/>
          <c:showCatName val="0"/>
          <c:showSerName val="0"/>
          <c:showPercent val="0"/>
          <c:showBubbleSize val="0"/>
          <c:showLeaderLines val="0"/>
        </c:dLbls>
        <c:marker val="1"/>
        <c:axId val="2094734554"/>
        <c:axId val="2094734552"/>
      </c:lineChart>
      <c:catAx>
        <c:axId val="2094734554"/>
        <c:scaling>
          <c:orientation val="minMax"/>
        </c:scaling>
        <c:delete val="0"/>
        <c:axPos val="b"/>
        <c:numFmt formatCode="General" sourceLinked="1"/>
        <c:majorTickMark val="none"/>
        <c:minorTickMark val="none"/>
        <c:tickLblPos val="low"/>
        <c:spPr>
          <a:ln w="12700" cap="flat">
            <a:solidFill>
              <a:srgbClr val="070154"/>
            </a:solidFill>
            <a:prstDash val="solid"/>
            <a:round/>
          </a:ln>
        </c:spPr>
        <c:txPr>
          <a:bodyPr/>
          <a:lstStyle/>
          <a:p>
            <a:pPr>
              <a:defRPr sz="900" b="0" i="0" u="none" strike="noStrike">
                <a:solidFill>
                  <a:srgbClr val="50658E"/>
                </a:solidFill>
                <a:latin typeface="IBM Plex Mono SemiBold"/>
              </a:defRPr>
            </a:pPr>
            <a:endParaRPr lang="en-US"/>
          </a:p>
        </c:txPr>
        <c:crossAx val="2094734552"/>
        <c:crosses val="autoZero"/>
        <c:auto val="1"/>
        <c:lblAlgn val="ctr"/>
        <c:noMultiLvlLbl val="1"/>
      </c:catAx>
      <c:valAx>
        <c:axId val="2094734552"/>
        <c:scaling>
          <c:orientation val="minMax"/>
          <c:max val="8"/>
          <c:min val="0"/>
        </c:scaling>
        <c:delete val="0"/>
        <c:axPos val="l"/>
        <c:majorGridlines>
          <c:spPr>
            <a:ln w="9525" cap="flat">
              <a:solidFill>
                <a:srgbClr val="E8EEF8"/>
              </a:solidFill>
              <a:prstDash val="solid"/>
              <a:round/>
            </a:ln>
          </c:spPr>
        </c:majorGridlines>
        <c:numFmt formatCode="General" sourceLinked="0"/>
        <c:majorTickMark val="none"/>
        <c:minorTickMark val="none"/>
        <c:tickLblPos val="nextTo"/>
        <c:spPr>
          <a:ln w="12700" cap="flat">
            <a:noFill/>
            <a:prstDash val="solid"/>
            <a:round/>
          </a:ln>
        </c:spPr>
        <c:txPr>
          <a:bodyPr/>
          <a:lstStyle/>
          <a:p>
            <a:pPr>
              <a:defRPr sz="900" b="0" i="0" u="none" strike="noStrike">
                <a:solidFill>
                  <a:srgbClr val="50658E"/>
                </a:solidFill>
                <a:latin typeface="IBM Plex Mono SemiBold"/>
              </a:defRPr>
            </a:pPr>
            <a:endParaRPr lang="en-US"/>
          </a:p>
        </c:txPr>
        <c:crossAx val="2094734554"/>
        <c:crosses val="autoZero"/>
        <c:crossBetween val="between"/>
        <c:majorUnit val="2"/>
      </c:valAx>
      <c:spPr>
        <a:noFill/>
        <a:ln>
          <a:noFill/>
        </a:ln>
        <a:effectLst/>
      </c:spPr>
    </c:plotArea>
    <c:plotVisOnly val="1"/>
    <c:dispBlanksAs val="gap"/>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53763440860215055"/>
          <c:y val="0"/>
          <c:w val="0.7526881720430108"/>
          <c:h val="0.9482758620689655"/>
        </c:manualLayout>
      </c:layout>
      <c:lineChart>
        <c:grouping val="standard"/>
        <c:varyColors val="0"/>
        <c:ser>
          <c:idx val="0"/>
          <c:order val="0"/>
          <c:tx>
            <c:strRef>
              <c:f>Sheet1!$B$1</c:f>
              <c:strCache>
                <c:ptCount val="1"/>
                <c:pt idx="0">
                  <c:v>Cost</c:v>
                </c:pt>
              </c:strCache>
            </c:strRef>
          </c:tx>
          <c:spPr>
            <a:solidFill>
              <a:srgbClr val="97A4BA"/>
            </a:solidFill>
            <a:ln w="28575" cap="flat">
              <a:solidFill>
                <a:srgbClr val="97A4BA"/>
              </a:solidFill>
              <a:prstDash val="dash"/>
              <a:round/>
            </a:ln>
            <a:effectLst/>
          </c:spPr>
          <c:marker>
            <c:symbol val="square"/>
            <c:size val="7"/>
            <c:spPr>
              <a:solidFill>
                <a:srgbClr val="97A4BA"/>
              </a:solidFill>
              <a:ln w="1" cap="flat">
                <a:solidFill>
                  <a:srgbClr val="070154"/>
                </a:solidFill>
                <a:prstDash val="solid"/>
                <a:round/>
              </a:ln>
              <a:effectLst/>
            </c:spPr>
          </c:marker>
          <c:dLbls>
            <c:numFmt formatCode="#,##0.0" sourceLinked="0"/>
            <c:txPr>
              <a:bodyPr/>
              <a:lstStyle/>
              <a:p>
                <a:pPr>
                  <a:defRPr b="1" i="0" strike="noStrike" sz="1000" u="none">
                    <a:solidFill>
                      <a:srgbClr val="070154"/>
                    </a:solidFill>
                    <a:latin typeface="IBM Plex Mono SemiBold"/>
                  </a:defRPr>
                </a:pPr>
              </a:p>
            </c:txPr>
            <c:dLblPos val="r"/>
            <c:showLegendKey val="0"/>
            <c:showVal val="0"/>
            <c:showCatName val="0"/>
            <c:showSerName val="0"/>
            <c:showPercent val="0"/>
            <c:showBubbleSize val="0"/>
            <c:showLeaderLines val="0"/>
          </c:dLbls>
          <c:cat>
            <c:multiLvlStrRef>
              <c:f>Sheet1!$A$2:$A$21</c:f>
              <c:multiLvlStrCache>
                <c:ptCount val="20"/>
                <c:lvl>
                  <c:pt idx="0">
                    <c:v>Y1</c:v>
                  </c:pt>
                  <c:pt idx="1">
                    <c:v/>
                  </c:pt>
                  <c:pt idx="2">
                    <c:v/>
                  </c:pt>
                  <c:pt idx="3">
                    <c:v/>
                  </c:pt>
                  <c:pt idx="4">
                    <c:v>Y2</c:v>
                  </c:pt>
                  <c:pt idx="5">
                    <c:v/>
                  </c:pt>
                  <c:pt idx="6">
                    <c:v/>
                  </c:pt>
                  <c:pt idx="7">
                    <c:v/>
                  </c:pt>
                  <c:pt idx="8">
                    <c:v>Y3</c:v>
                  </c:pt>
                  <c:pt idx="9">
                    <c:v/>
                  </c:pt>
                  <c:pt idx="10">
                    <c:v/>
                  </c:pt>
                  <c:pt idx="11">
                    <c:v/>
                  </c:pt>
                  <c:pt idx="12">
                    <c:v>Y4</c:v>
                  </c:pt>
                  <c:pt idx="13">
                    <c:v/>
                  </c:pt>
                  <c:pt idx="14">
                    <c:v/>
                  </c:pt>
                  <c:pt idx="15">
                    <c:v/>
                  </c:pt>
                  <c:pt idx="16">
                    <c:v>Y5</c:v>
                  </c:pt>
                  <c:pt idx="17">
                    <c:v/>
                  </c:pt>
                  <c:pt idx="18">
                    <c:v/>
                  </c:pt>
                  <c:pt idx="19">
                    <c:v/>
                  </c:pt>
                </c:lvl>
              </c:multiLvlStrCache>
            </c:multiLvlStrRef>
          </c:cat>
          <c:val>
            <c:numRef>
              <c:f>Sheet1!$B$2:$B$21</c:f>
              <c:numCache>
                <c:formatCode>General</c:formatCode>
                <c:ptCount val="20"/>
                <c:pt idx="0">
                  <c:v>0.6</c:v>
                </c:pt>
                <c:pt idx="1">
                  <c:v>1.2</c:v>
                </c:pt>
                <c:pt idx="2">
                  <c:v>1.8</c:v>
                </c:pt>
                <c:pt idx="3">
                  <c:v>2.4</c:v>
                </c:pt>
                <c:pt idx="4">
                  <c:v>2.73</c:v>
                </c:pt>
                <c:pt idx="5">
                  <c:v>3.05</c:v>
                </c:pt>
                <c:pt idx="6">
                  <c:v>3.38</c:v>
                </c:pt>
                <c:pt idx="7">
                  <c:v>3.7</c:v>
                </c:pt>
                <c:pt idx="8">
                  <c:v>3.83</c:v>
                </c:pt>
                <c:pt idx="9">
                  <c:v>3.95</c:v>
                </c:pt>
                <c:pt idx="10">
                  <c:v>4.08</c:v>
                </c:pt>
                <c:pt idx="11">
                  <c:v>4.2</c:v>
                </c:pt>
                <c:pt idx="12">
                  <c:v>4.2</c:v>
                </c:pt>
                <c:pt idx="13">
                  <c:v>4.2</c:v>
                </c:pt>
                <c:pt idx="14">
                  <c:v>4.2</c:v>
                </c:pt>
                <c:pt idx="15">
                  <c:v>4.2</c:v>
                </c:pt>
                <c:pt idx="16">
                  <c:v>4.2</c:v>
                </c:pt>
                <c:pt idx="17">
                  <c:v>4.2</c:v>
                </c:pt>
                <c:pt idx="18">
                  <c:v>4.2</c:v>
                </c:pt>
                <c:pt idx="19">
                  <c:v>4.2</c:v>
                </c:pt>
              </c:numCache>
            </c:numRef>
          </c:val>
          <c:smooth val="0"/>
        </c:ser>
        <c:dLbls>
          <c:numFmt formatCode="#,##0.0" sourceLinked="0"/>
          <c:txPr>
            <a:bodyPr/>
            <a:lstStyle/>
            <a:p>
              <a:pPr>
                <a:defRPr b="1" i="0" strike="noStrike" sz="1000" u="none">
                  <a:solidFill>
                    <a:srgbClr val="070154"/>
                  </a:solidFill>
                  <a:latin typeface="IBM Plex Mono SemiBold"/>
                </a:defRPr>
              </a:pPr>
            </a:p>
          </c:txPr>
          <c:dLblPos val="r"/>
          <c:showLegendKey val="0"/>
          <c:showVal val="0"/>
          <c:showCatName val="0"/>
          <c:showSerName val="0"/>
          <c:showPercent val="0"/>
          <c:showBubbleSize val="0"/>
          <c:showLeaderLines val="0"/>
        </c:dLbls>
        <c:marker val="1"/>
        <c:axId val="2094734554"/>
        <c:axId val="2094734552"/>
      </c:lineChart>
      <c:lineChart>
        <c:grouping val="standard"/>
        <c:varyColors val="0"/>
        <c:ser>
          <c:idx val="1"/>
          <c:order val="1"/>
          <c:tx>
            <c:strRef>
              <c:f>Sheet1!$C$1</c:f>
              <c:strCache>
                <c:ptCount val="1"/>
                <c:pt idx="0">
                  <c:v>Value</c:v>
                </c:pt>
              </c:strCache>
            </c:strRef>
          </c:tx>
          <c:spPr>
            <a:solidFill>
              <a:srgbClr val="F900D3"/>
            </a:solidFill>
            <a:ln w="28575" cap="flat">
              <a:solidFill>
                <a:srgbClr val="F900D3"/>
              </a:solidFill>
              <a:prstDash val="solid"/>
              <a:round/>
            </a:ln>
            <a:effectLst/>
          </c:spPr>
          <c:marker>
            <c:symbol val="square"/>
            <c:size val="7"/>
            <c:spPr>
              <a:solidFill>
                <a:srgbClr val="F900D3"/>
              </a:solidFill>
              <a:ln w="1" cap="flat">
                <a:solidFill>
                  <a:srgbClr val="070154"/>
                </a:solidFill>
                <a:prstDash val="solid"/>
                <a:round/>
              </a:ln>
              <a:effectLst/>
            </c:spPr>
          </c:marker>
          <c:dLbls>
            <c:numFmt formatCode="#,##0.0" sourceLinked="0"/>
            <c:txPr>
              <a:bodyPr/>
              <a:lstStyle/>
              <a:p>
                <a:pPr>
                  <a:defRPr b="1" i="0" strike="noStrike" sz="1000" u="none">
                    <a:solidFill>
                      <a:srgbClr val="070154"/>
                    </a:solidFill>
                    <a:latin typeface="IBM Plex Mono SemiBold"/>
                  </a:defRPr>
                </a:pPr>
              </a:p>
            </c:txPr>
            <c:dLblPos val="r"/>
            <c:showLegendKey val="0"/>
            <c:showVal val="0"/>
            <c:showCatName val="0"/>
            <c:showSerName val="0"/>
            <c:showPercent val="0"/>
            <c:showBubbleSize val="0"/>
            <c:showLeaderLines val="0"/>
          </c:dLbls>
          <c:cat>
            <c:multiLvlStrRef>
              <c:f>Sheet1!$A$2:$A$21</c:f>
              <c:multiLvlStrCache>
                <c:ptCount val="20"/>
                <c:lvl>
                  <c:pt idx="0">
                    <c:v>Y1</c:v>
                  </c:pt>
                  <c:pt idx="1">
                    <c:v/>
                  </c:pt>
                  <c:pt idx="2">
                    <c:v/>
                  </c:pt>
                  <c:pt idx="3">
                    <c:v/>
                  </c:pt>
                  <c:pt idx="4">
                    <c:v>Y2</c:v>
                  </c:pt>
                  <c:pt idx="5">
                    <c:v/>
                  </c:pt>
                  <c:pt idx="6">
                    <c:v/>
                  </c:pt>
                  <c:pt idx="7">
                    <c:v/>
                  </c:pt>
                  <c:pt idx="8">
                    <c:v>Y3</c:v>
                  </c:pt>
                  <c:pt idx="9">
                    <c:v/>
                  </c:pt>
                  <c:pt idx="10">
                    <c:v/>
                  </c:pt>
                  <c:pt idx="11">
                    <c:v/>
                  </c:pt>
                  <c:pt idx="12">
                    <c:v>Y4</c:v>
                  </c:pt>
                  <c:pt idx="13">
                    <c:v/>
                  </c:pt>
                  <c:pt idx="14">
                    <c:v/>
                  </c:pt>
                  <c:pt idx="15">
                    <c:v/>
                  </c:pt>
                  <c:pt idx="16">
                    <c:v>Y5</c:v>
                  </c:pt>
                  <c:pt idx="17">
                    <c:v/>
                  </c:pt>
                  <c:pt idx="18">
                    <c:v/>
                  </c:pt>
                  <c:pt idx="19">
                    <c:v/>
                  </c:pt>
                </c:lvl>
              </c:multiLvlStrCache>
            </c:multiLvlStrRef>
          </c:cat>
          <c:val>
            <c:numRef>
              <c:f>Sheet1!$C$2:$C$21</c:f>
              <c:numCache>
                <c:formatCode>General</c:formatCode>
                <c:ptCount val="20"/>
                <c:pt idx="0">
                  <c:v>0</c:v>
                </c:pt>
                <c:pt idx="1">
                  <c:v>0.1</c:v>
                </c:pt>
                <c:pt idx="2">
                  <c:v>0.3</c:v>
                </c:pt>
                <c:pt idx="3">
                  <c:v>0.6</c:v>
                </c:pt>
                <c:pt idx="4">
                  <c:v>0.9</c:v>
                </c:pt>
                <c:pt idx="5">
                  <c:v>1.3</c:v>
                </c:pt>
                <c:pt idx="6">
                  <c:v>1.8</c:v>
                </c:pt>
                <c:pt idx="7">
                  <c:v>2.4</c:v>
                </c:pt>
                <c:pt idx="8">
                  <c:v>3.05</c:v>
                </c:pt>
                <c:pt idx="9">
                  <c:v>3.7</c:v>
                </c:pt>
                <c:pt idx="10">
                  <c:v>4.35</c:v>
                </c:pt>
                <c:pt idx="11">
                  <c:v>5</c:v>
                </c:pt>
                <c:pt idx="12">
                  <c:v>5.65</c:v>
                </c:pt>
                <c:pt idx="13">
                  <c:v>6.3</c:v>
                </c:pt>
                <c:pt idx="14">
                  <c:v>6.95</c:v>
                </c:pt>
                <c:pt idx="15">
                  <c:v>7.6</c:v>
                </c:pt>
                <c:pt idx="16">
                  <c:v>8.25</c:v>
                </c:pt>
                <c:pt idx="17">
                  <c:v>8.9</c:v>
                </c:pt>
                <c:pt idx="18">
                  <c:v>9.55</c:v>
                </c:pt>
                <c:pt idx="19">
                  <c:v>10.2</c:v>
                </c:pt>
              </c:numCache>
            </c:numRef>
          </c:val>
          <c:smooth val="0"/>
        </c:ser>
        <c:dLbls>
          <c:numFmt formatCode="#,##0.0" sourceLinked="0"/>
          <c:txPr>
            <a:bodyPr/>
            <a:lstStyle/>
            <a:p>
              <a:pPr>
                <a:defRPr b="1" i="0" strike="noStrike" sz="1000" u="none">
                  <a:solidFill>
                    <a:srgbClr val="070154"/>
                  </a:solidFill>
                  <a:latin typeface="IBM Plex Mono SemiBold"/>
                </a:defRPr>
              </a:pPr>
            </a:p>
          </c:txPr>
          <c:dLblPos val="r"/>
          <c:showLegendKey val="0"/>
          <c:showVal val="0"/>
          <c:showCatName val="0"/>
          <c:showSerName val="0"/>
          <c:showPercent val="0"/>
          <c:showBubbleSize val="0"/>
          <c:showLeaderLines val="0"/>
        </c:dLbls>
        <c:marker val="1"/>
        <c:axId val="2094734554"/>
        <c:axId val="2094734552"/>
      </c:lineChart>
      <c:catAx>
        <c:axId val="2094734554"/>
        <c:scaling>
          <c:orientation val="minMax"/>
        </c:scaling>
        <c:delete val="0"/>
        <c:axPos val="b"/>
        <c:numFmt formatCode="General" sourceLinked="1"/>
        <c:majorTickMark val="none"/>
        <c:minorTickMark val="none"/>
        <c:tickLblPos val="low"/>
        <c:spPr>
          <a:ln w="12700" cap="flat">
            <a:solidFill>
              <a:srgbClr val="070154"/>
            </a:solidFill>
            <a:prstDash val="solid"/>
            <a:round/>
          </a:ln>
        </c:spPr>
        <c:txPr>
          <a:bodyPr/>
          <a:lstStyle/>
          <a:p>
            <a:pPr>
              <a:defRPr sz="900" b="0" i="0" u="none" strike="noStrike">
                <a:solidFill>
                  <a:srgbClr val="50658E"/>
                </a:solidFill>
                <a:latin typeface="IBM Plex Mono SemiBold"/>
              </a:defRPr>
            </a:pPr>
            <a:endParaRPr lang="en-US"/>
          </a:p>
        </c:txPr>
        <c:crossAx val="2094734552"/>
        <c:crosses val="autoZero"/>
        <c:auto val="1"/>
        <c:lblAlgn val="ctr"/>
        <c:noMultiLvlLbl val="1"/>
      </c:catAx>
      <c:valAx>
        <c:axId val="2094734552"/>
        <c:scaling>
          <c:orientation val="minMax"/>
          <c:max val="12"/>
          <c:min val="0"/>
        </c:scaling>
        <c:delete val="0"/>
        <c:axPos val="l"/>
        <c:majorGridlines>
          <c:spPr>
            <a:ln w="9525" cap="flat">
              <a:solidFill>
                <a:srgbClr val="E8EEF8"/>
              </a:solidFill>
              <a:prstDash val="solid"/>
              <a:round/>
            </a:ln>
          </c:spPr>
        </c:majorGridlines>
        <c:numFmt formatCode="General" sourceLinked="0"/>
        <c:majorTickMark val="none"/>
        <c:minorTickMark val="none"/>
        <c:tickLblPos val="nextTo"/>
        <c:spPr>
          <a:ln w="12700" cap="flat">
            <a:noFill/>
            <a:prstDash val="solid"/>
            <a:round/>
          </a:ln>
        </c:spPr>
        <c:txPr>
          <a:bodyPr/>
          <a:lstStyle/>
          <a:p>
            <a:pPr>
              <a:defRPr sz="900" b="0" i="0" u="none" strike="noStrike">
                <a:solidFill>
                  <a:srgbClr val="50658E"/>
                </a:solidFill>
                <a:latin typeface="IBM Plex Mono SemiBold"/>
              </a:defRPr>
            </a:pPr>
            <a:endParaRPr lang="en-US"/>
          </a:p>
        </c:txPr>
        <c:crossAx val="2094734554"/>
        <c:crosses val="autoZero"/>
        <c:crossBetween val="between"/>
        <c:majorUnit val="3"/>
      </c:valAx>
      <c:spPr>
        <a:noFill/>
        <a:ln>
          <a:noFill/>
        </a:ln>
        <a:effectLst/>
      </c:spPr>
    </c:plotArea>
    <c:plotVisOnly val="1"/>
    <c:dispBlanksAs val="gap"/>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Value</c:v>
                </c:pt>
              </c:strCache>
            </c:strRef>
          </c:tx>
          <c:spPr>
            <a:solidFill>
              <a:schemeClr val="accent1"/>
            </a:solidFill>
            <a:ln w="9525" cap="flat">
              <a:solidFill>
                <a:srgbClr val="F9F9F9"/>
              </a:solidFill>
              <a:prstDash val="solid"/>
              <a:round/>
            </a:ln>
            <a:effectLst/>
          </c:spPr>
          <c:dPt>
            <c:idx val="0"/>
            <c:bubble3D val="0"/>
            <c:spPr>
              <a:solidFill>
                <a:srgbClr val="F900D3"/>
              </a:solidFill>
              <a:ln w="12700" cap="flat">
                <a:solidFill>
                  <a:srgbClr val="070154"/>
                </a:solidFill>
                <a:prstDash val="solid"/>
                <a:round/>
              </a:ln>
              <a:effectLst/>
            </c:spPr>
          </c:dPt>
          <c:dPt>
            <c:idx val="1"/>
            <c:bubble3D val="0"/>
            <c:spPr>
              <a:solidFill>
                <a:srgbClr val="00E8FA"/>
              </a:solidFill>
              <a:ln w="12700" cap="flat">
                <a:solidFill>
                  <a:srgbClr val="070154"/>
                </a:solidFill>
                <a:prstDash val="solid"/>
                <a:round/>
              </a:ln>
              <a:effectLst/>
            </c:spPr>
          </c:dPt>
          <c:dPt>
            <c:idx val="2"/>
            <c:bubble3D val="0"/>
            <c:spPr>
              <a:solidFill>
                <a:srgbClr val="1DD566"/>
              </a:solidFill>
              <a:ln w="12700" cap="flat">
                <a:solidFill>
                  <a:srgbClr val="070154"/>
                </a:solidFill>
                <a:prstDash val="solid"/>
                <a:round/>
              </a:ln>
              <a:effectLst/>
            </c:spPr>
          </c:dPt>
          <c:dLbls>
            <c:dLbl>
              <c:idx val="0"/>
              <c:numFmt formatCode="[&gt;=1000000]&quot;$&quot;0.0,,&quot;M&quot;;[&gt;=1000]&quot;$&quot;#,##0,&quot;K&quot;;&quot;$&quot;#,##0" sourceLinked="0"/>
              <c:spPr/>
              <c:txPr>
                <a:bodyPr/>
                <a:lstStyle/>
                <a:p>
                  <a:pPr>
                    <a:defRPr sz="1000" b="1" i="0" u="none" strike="noStrike">
                      <a:solidFill>
                        <a:srgbClr val="070154"/>
                      </a:solidFill>
                      <a:latin typeface="IBM Plex Mono SemiBold"/>
                    </a:defRPr>
                  </a:pPr>
                </a:p>
              </c:txPr>
              <c:showLegendKey val="0"/>
              <c:showVal val="1"/>
              <c:showCatName val="1"/>
              <c:showSerName val="0"/>
              <c:showPercent val="0"/>
              <c:showBubbleSize val="0"/>
            </c:dLbl>
            <c:dLbl>
              <c:idx val="1"/>
              <c:numFmt formatCode="[&gt;=1000000]&quot;$&quot;0.0,,&quot;M&quot;;[&gt;=1000]&quot;$&quot;#,##0,&quot;K&quot;;&quot;$&quot;#,##0" sourceLinked="0"/>
              <c:spPr/>
              <c:txPr>
                <a:bodyPr/>
                <a:lstStyle/>
                <a:p>
                  <a:pPr>
                    <a:defRPr sz="1000" b="1" i="0" u="none" strike="noStrike">
                      <a:solidFill>
                        <a:srgbClr val="070154"/>
                      </a:solidFill>
                      <a:latin typeface="IBM Plex Mono SemiBold"/>
                    </a:defRPr>
                  </a:pPr>
                </a:p>
              </c:txPr>
              <c:showLegendKey val="0"/>
              <c:showVal val="1"/>
              <c:showCatName val="1"/>
              <c:showSerName val="0"/>
              <c:showPercent val="0"/>
              <c:showBubbleSize val="0"/>
            </c:dLbl>
            <c:dLbl>
              <c:idx val="2"/>
              <c:numFmt formatCode="[&gt;=1000000]&quot;$&quot;0.0,,&quot;M&quot;;[&gt;=1000]&quot;$&quot;#,##0,&quot;K&quot;;&quot;$&quot;#,##0" sourceLinked="0"/>
              <c:spPr/>
              <c:txPr>
                <a:bodyPr/>
                <a:lstStyle/>
                <a:p>
                  <a:pPr>
                    <a:defRPr sz="1000" b="1" i="0" u="none" strike="noStrike">
                      <a:solidFill>
                        <a:srgbClr val="070154"/>
                      </a:solidFill>
                      <a:latin typeface="IBM Plex Mono SemiBold"/>
                    </a:defRPr>
                  </a:pPr>
                </a:p>
              </c:txPr>
              <c:showLegendKey val="0"/>
              <c:showVal val="1"/>
              <c:showCatName val="1"/>
              <c:showSerName val="0"/>
              <c:showPercent val="0"/>
              <c:showBubbleSize val="0"/>
            </c:dLbl>
            <c:numFmt formatCode="[&gt;=1000000]&quot;$&quot;0.0,,&quot;M&quot;;[&gt;=1000]&quot;$&quot;#,##0,&quot;K&quot;;&quot;$&quot;#,##0" sourceLinked="0"/>
            <c:txPr>
              <a:bodyPr/>
              <a:lstStyle/>
              <a:p>
                <a:pPr>
                  <a:defRPr sz="1800" b="1" i="0" u="none" strike="noStrike">
                    <a:solidFill>
                      <a:srgbClr val="000000"/>
                    </a:solidFill>
                    <a:latin typeface="Arial"/>
                  </a:defRPr>
                </a:pPr>
              </a:p>
            </c:txPr>
            <c:showLegendKey val="0"/>
            <c:showVal val="0"/>
            <c:showCatName val="1"/>
            <c:showSerName val="0"/>
            <c:showPercent val="1"/>
            <c:showBubbleSize val="0"/>
            <c:showLeaderLines val="1"/>
          </c:dLbls>
          <c:cat>
            <c:strRef>
              <c:f>Sheet1!$A$2:$A$4</c:f>
              <c:strCache>
                <c:ptCount val="3"/>
                <c:pt idx="0">
                  <c:v>Hard</c:v>
                </c:pt>
                <c:pt idx="1">
                  <c:v>Capacity</c:v>
                </c:pt>
                <c:pt idx="2">
                  <c:v>Risk</c:v>
                </c:pt>
              </c:strCache>
            </c:strRef>
          </c:cat>
          <c:val>
            <c:numRef>
              <c:f>Sheet1!$B$2:$B$4</c:f>
              <c:numCache>
                <c:ptCount val="3"/>
                <c:pt idx="0">
                  <c:v>1500000</c:v>
                </c:pt>
                <c:pt idx="1">
                  <c:v>1000000</c:v>
                </c:pt>
                <c:pt idx="2">
                  <c:v>100000</c:v>
                </c:pt>
              </c:numCache>
            </c:numRef>
          </c:val>
        </c:ser>
        <c:firstSliceAng val="0"/>
        <c:holeSize val="50"/>
      </c:doughnutChart>
      <c:spPr>
        <a:noFill/>
        <a:ln>
          <a:noFill/>
        </a:ln>
        <a:effectLst/>
      </c:spPr>
    </c:plotArea>
    <c:plotVisOnly val="1"/>
    <c:dispBlanksAs val="gap"/>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_rels/notesSlide1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2.xml"/>
		</Relationships>
</file>

<file path=ppt/notesSlides/_rels/notesSlide1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3.xml"/>
		</Relationships>
</file>

<file path=ppt/notesSlides/_rels/notesSlide1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4.xml"/>
		</Relationships>
</file>

<file path=ppt/notesSlides/_rels/notesSlide1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5.xml"/>
		</Relationships>
</file>

<file path=ppt/notesSlides/_rels/notesSlide1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6.xml"/>
		</Relationships>
</file>

<file path=ppt/notesSlides/_rels/notesSlide1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7.xml"/>
		</Relationships>
</file>

<file path=ppt/notesSlides/_rels/notesSlide1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8.xml"/>
		</Relationships>
</file>

<file path=ppt/notesSlides/_rels/notesSlide1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9.xml"/>
		</Relationships>
</file>

<file path=ppt/notesSlides/_rels/notesSlide1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0.xml"/>
		</Relationships>
</file>

<file path=ppt/notesSlides/_rels/notesSlide1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1.xml"/>
		</Relationships>
</file>

<file path=ppt/notesSlides/_rels/notesSlide1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2.xml"/>
		</Relationships>
</file>

<file path=ppt/notesSlides/_rels/notesSlide1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3.xml"/>
		</Relationships>
</file>

<file path=ppt/notesSlides/_rels/notesSlide1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4.xml"/>
		</Relationships>
</file>

<file path=ppt/notesSlides/_rels/notesSlide1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5.xml"/>
		</Relationships>
</file>

<file path=ppt/notesSlides/_rels/notesSlide1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6.xml"/>
		</Relationships>
</file>

<file path=ppt/notesSlides/_rels/notesSlide1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7.xml"/>
		</Relationships>
</file>

<file path=ppt/notesSlides/_rels/notesSlide1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8.xml"/>
		</Relationships>
</file>

<file path=ppt/notesSlides/_rels/notesSlide1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9.xml"/>
		</Relationships>
</file>

<file path=ppt/notesSlides/_rels/notesSlide1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0.xml"/>
		</Relationships>
</file>

<file path=ppt/notesSlides/_rels/notesSlide1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1.xml"/>
		</Relationships>
</file>

<file path=ppt/notesSlides/_rels/notesSlide1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2.xml"/>
		</Relationships>
</file>

<file path=ppt/notesSlides/_rels/notesSlide1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3.xml"/>
		</Relationships>
</file>

<file path=ppt/notesSlides/_rels/notesSlide1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4.xml"/>
		</Relationships>
</file>

<file path=ppt/notesSlides/_rels/notesSlide1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5.xml"/>
		</Relationships>
</file>

<file path=ppt/notesSlides/_rels/notesSlide1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6.xml"/>
		</Relationships>
</file>

<file path=ppt/notesSlides/_rels/notesSlide1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7.xml"/>
		</Relationships>
</file>

<file path=ppt/notesSlides/_rels/notesSlide1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8.xml"/>
		</Relationships>
</file>

<file path=ppt/notesSlides/_rels/notesSlide1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9.xml"/>
		</Relationships>
</file>

<file path=ppt/notesSlides/_rels/notesSlide1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0.xml"/>
		</Relationships>
</file>

<file path=ppt/notesSlides/_rels/notesSlide1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1.xml"/>
		</Relationships>
</file>

<file path=ppt/notesSlides/_rels/notesSlide1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2.xml"/>
		</Relationships>
</file>

<file path=ppt/notesSlides/_rels/notesSlide1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3.xml"/>
		</Relationships>
</file>

<file path=ppt/notesSlides/_rels/notesSlide1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4.xml"/>
		</Relationships>
</file>

<file path=ppt/notesSlides/_rels/notesSlide1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5.xml"/>
		</Relationships>
</file>

<file path=ppt/notesSlides/_rels/notesSlide1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6.xml"/>
		</Relationships>
</file>

<file path=ppt/notesSlides/_rels/notesSlide1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7.xml"/>
		</Relationships>
</file>

<file path=ppt/notesSlides/_rels/notesSlide1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8.xml"/>
		</Relationships>
</file>

<file path=ppt/notesSlides/_rels/notesSlide1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9.xml"/>
		</Relationships>
</file>

<file path=ppt/notesSlides/_rels/notesSlide1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0.xml"/>
		</Relationships>
</file>

<file path=ppt/notesSlides/_rels/notesSlide1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1.xml"/>
		</Relationships>
</file>

<file path=ppt/notesSlides/_rels/notesSlide1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2.xml"/>
		</Relationships>
</file>

<file path=ppt/notesSlides/_rels/notesSlide1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3.xml"/>
		</Relationships>
</file>

<file path=ppt/notesSlides/_rels/notesSlide1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4.xml"/>
		</Relationships>
</file>

<file path=ppt/notesSlides/_rels/notesSlide1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5.xml"/>
		</Relationships>
</file>

<file path=ppt/notesSlides/_rels/notesSlide1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6.xml"/>
		</Relationships>
</file>

<file path=ppt/notesSlides/_rels/notesSlide1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7.xml"/>
		</Relationships>
</file>

<file path=ppt/notesSlides/_rels/notesSlide1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8.xml"/>
		</Relationships>
</file>

<file path=ppt/notesSlides/_rels/notesSlide1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9.xml"/>
		</Relationships>
</file>

<file path=ppt/notesSlides/_rels/notesSlide1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0.xml"/>
		</Relationships>
</file>

<file path=ppt/notesSlides/_rels/notesSlide1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1.xml"/>
		</Relationships>
</file>

<file path=ppt/notesSlides/_rels/notesSlide1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2.xml"/>
		</Relationships>
</file>

<file path=ppt/notesSlides/_rels/notesSlide1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3.xml"/>
		</Relationships>
</file>

<file path=ppt/notesSlides/_rels/notesSlide1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4.xml"/>
		</Relationships>
</file>

<file path=ppt/notesSlides/_rels/notesSlide1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5.xml"/>
		</Relationships>
</file>

<file path=ppt/notesSlides/_rels/notesSlide1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6.xml"/>
		</Relationships>
</file>

<file path=ppt/notesSlides/_rels/notesSlide1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7.xml"/>
		</Relationships>
</file>

<file path=ppt/notesSlides/_rels/notesSlide1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8.xml"/>
		</Relationships>
</file>

<file path=ppt/notesSlides/_rels/notesSlide1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9.xml"/>
		</Relationships>
</file>

<file path=ppt/notesSlides/_rels/notesSlide1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0.xml"/>
		</Relationships>
</file>

<file path=ppt/notesSlides/_rels/notesSlide1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1.xml"/>
		</Relationships>
</file>

<file path=ppt/notesSlides/_rels/notesSlide1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2.xml"/>
		</Relationships>
</file>

<file path=ppt/notesSlides/_rels/notesSlide1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3.xml"/>
		</Relationships>
</file>

<file path=ppt/notesSlides/_rels/notesSlide1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4.xml"/>
		</Relationships>
</file>

<file path=ppt/notesSlides/_rels/notesSlide1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5.xml"/>
		</Relationships>
</file>

<file path=ppt/notesSlides/_rels/notesSlide1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6.xml"/>
		</Relationships>
</file>

<file path=ppt/notesSlides/_rels/notesSlide1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7.xml"/>
		</Relationships>
</file>

<file path=ppt/notesSlides/_rels/notesSlide1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8.xml"/>
		</Relationships>
</file>

<file path=ppt/notesSlides/_rels/notesSlide1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9.xml"/>
		</Relationships>
</file>

<file path=ppt/notesSlides/_rels/notesSlide1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0.xml"/>
		</Relationships>
</file>

<file path=ppt/notesSlides/_rels/notesSlide1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1.xml"/>
		</Relationships>
</file>

<file path=ppt/notesSlides/_rels/notesSlide1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2.xml"/>
		</Relationships>
</file>

<file path=ppt/notesSlides/_rels/notesSlide1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3.xml"/>
		</Relationships>
</file>

<file path=ppt/notesSlides/_rels/notesSlide1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4.xml"/>
		</Relationships>
</file>

<file path=ppt/notesSlides/_rels/notesSlide1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5.xml"/>
		</Relationships>
</file>

<file path=ppt/notesSlides/_rels/notesSlide1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6.xml"/>
		</Relationships>
</file>

<file path=ppt/notesSlides/_rels/notesSlide1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7.xml"/>
		</Relationships>
</file>

<file path=ppt/notesSlides/_rels/notesSlide1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8.xml"/>
		</Relationships>
</file>

<file path=ppt/notesSlides/_rels/notesSlide1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9.xml"/>
		</Relationships>
</file>

<file path=ppt/notesSlides/_rels/notesSlide1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0.xml"/>
		</Relationships>
</file>

<file path=ppt/notesSlides/_rels/notesSlide1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1.xml"/>
		</Relationships>
</file>

<file path=ppt/notesSlides/_rels/notesSlide1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2.xml"/>
		</Relationships>
</file>

<file path=ppt/notesSlides/_rels/notesSlide1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3.xml"/>
		</Relationships>
</file>

<file path=ppt/notesSlides/_rels/notesSlide1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4.xml"/>
		</Relationships>
</file>

<file path=ppt/notesSlides/_rels/notesSlide1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5.xml"/>
		</Relationships>
</file>

<file path=ppt/notesSlides/_rels/notesSlide1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6.xml"/>
		</Relationships>
</file>

<file path=ppt/notesSlides/_rels/notesSlide1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7.xml"/>
		</Relationships>
</file>

<file path=ppt/notesSlides/_rels/notesSlide1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8.xml"/>
		</Relationships>
</file>

<file path=ppt/notesSlides/_rels/notesSlide1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9.xml"/>
		</Relationships>
</file>

<file path=ppt/notesSlides/_rels/notesSlide2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0.xml"/>
		</Relationships>
</file>

<file path=ppt/notesSlides/_rels/notesSlide2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1.xml"/>
		</Relationships>
</file>

<file path=ppt/notesSlides/_rels/notesSlide2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2.xml"/>
		</Relationships>
</file>

<file path=ppt/notesSlides/_rels/notesSlide2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3.xml"/>
		</Relationships>
</file>

<file path=ppt/notesSlides/_rels/notesSlide2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4.xml"/>
		</Relationships>
</file>

<file path=ppt/notesSlides/_rels/notesSlide2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5.xml"/>
		</Relationships>
</file>

<file path=ppt/notesSlides/_rels/notesSlide2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6.xml"/>
		</Relationships>
</file>

<file path=ppt/notesSlides/_rels/notesSlide2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7.xml"/>
		</Relationships>
</file>

<file path=ppt/notesSlides/_rels/notesSlide2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8.xml"/>
		</Relationships>
</file>

<file path=ppt/notesSlides/_rels/notesSlide2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9.xml"/>
		</Relationships>
</file>

<file path=ppt/notesSlides/_rels/notesSlide2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0.xml"/>
		</Relationships>
</file>

<file path=ppt/notesSlides/_rels/notesSlide2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1.xml"/>
		</Relationships>
</file>

<file path=ppt/notesSlides/_rels/notesSlide2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2.xml"/>
		</Relationships>
</file>

<file path=ppt/notesSlides/_rels/notesSlide2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3.xml"/>
		</Relationships>
</file>

<file path=ppt/notesSlides/_rels/notesSlide2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4.xml"/>
		</Relationships>
</file>

<file path=ppt/notesSlides/_rels/notesSlide2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5.xml"/>
		</Relationships>
</file>

<file path=ppt/notesSlides/_rels/notesSlide2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6.xml"/>
		</Relationships>
</file>

<file path=ppt/notesSlides/_rels/notesSlide2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7.xml"/>
		</Relationships>
</file>

<file path=ppt/notesSlides/_rels/notesSlide2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WMDS bound template. Content classification: synthetic_example.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image-1003-2.sv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image-1003-2.svg"/><Relationship Id="rId3"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image-1003-2.svg"/><Relationship Id="rId3"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image-1003-2.svg"/><Relationship Id="rId3"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image-1003-2.svg"/><Relationship Id="rId3"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image-1003-2.svg"/><Relationship Id="rId3"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image-1003-2.svg"/><Relationship Id="rId3"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wmds.frame.7d6f1a8810e384dd54fc">
    <p:bg>
      <p:bgPr>
        <a:solidFill>
          <a:srgbClr val="FFFFFF"/>
        </a:solidFill>
      </p:bgPr>
    </p:bg>
    <p:spTree>
      <p:nvGrpSpPr>
        <p:cNvPr id="1" name=""/>
        <p:cNvGrpSpPr/>
        <p:nvPr/>
      </p:nvGrpSpPr>
      <p:grpSpPr>
        <a:xfrm>
          <a:off x="0" y="0"/>
          <a:ext cx="0" cy="0"/>
          <a:chOff x="0" y="0"/>
          <a:chExt cx="0" cy="0"/>
        </a:xfrm>
      </p:grpSpPr>
      <p:sp>
        <p:nvSpPr>
          <p:cNvPr id="2" name="wm.footer.rule"/>
          <p:cNvSpPr/>
          <p:nvPr/>
        </p:nvSpPr>
        <p:spPr>
          <a:xfrm>
            <a:off x="723900" y="6057900"/>
            <a:ext cx="10744200" cy="9525"/>
          </a:xfrm>
          <a:prstGeom prst="rect">
            <a:avLst/>
          </a:prstGeom>
          <a:solidFill>
            <a:srgbClr val="CED7E6"/>
          </a:solidFill>
          <a:ln>
            <a:noFill/>
          </a:ln>
        </p:spPr>
      </p:sp>
      <p:sp>
        <p:nvSpPr>
          <p:cNvPr id="3" name="wm.whiteboard.0.0"/>
          <p:cNvSpPr/>
          <p:nvPr/>
        </p:nvSpPr>
        <p:spPr>
          <a:xfrm>
            <a:off x="266700" y="228600"/>
            <a:ext cx="38100" cy="38100"/>
          </a:xfrm>
          <a:prstGeom prst="rect">
            <a:avLst/>
          </a:prstGeom>
          <a:solidFill>
            <a:srgbClr val="CED7E6"/>
          </a:solidFill>
          <a:ln>
            <a:noFill/>
          </a:ln>
        </p:spPr>
      </p:sp>
      <p:sp>
        <p:nvSpPr>
          <p:cNvPr id="4" name="wm.whiteboard.0.18"/>
          <p:cNvSpPr/>
          <p:nvPr/>
        </p:nvSpPr>
        <p:spPr>
          <a:xfrm>
            <a:off x="266700" y="457200"/>
            <a:ext cx="38100" cy="38100"/>
          </a:xfrm>
          <a:prstGeom prst="rect">
            <a:avLst/>
          </a:prstGeom>
          <a:solidFill>
            <a:srgbClr val="CED7E6"/>
          </a:solidFill>
          <a:ln>
            <a:noFill/>
          </a:ln>
        </p:spPr>
      </p:sp>
      <p:sp>
        <p:nvSpPr>
          <p:cNvPr id="5" name="wm.whiteboard.0.36"/>
          <p:cNvSpPr/>
          <p:nvPr/>
        </p:nvSpPr>
        <p:spPr>
          <a:xfrm>
            <a:off x="266700" y="685800"/>
            <a:ext cx="38100" cy="38100"/>
          </a:xfrm>
          <a:prstGeom prst="rect">
            <a:avLst/>
          </a:prstGeom>
          <a:solidFill>
            <a:srgbClr val="CED7E6"/>
          </a:solidFill>
          <a:ln>
            <a:noFill/>
          </a:ln>
        </p:spPr>
      </p:sp>
      <p:sp>
        <p:nvSpPr>
          <p:cNvPr id="6" name="wm.whiteboard.0.54"/>
          <p:cNvSpPr/>
          <p:nvPr/>
        </p:nvSpPr>
        <p:spPr>
          <a:xfrm>
            <a:off x="266700" y="914400"/>
            <a:ext cx="38100" cy="38100"/>
          </a:xfrm>
          <a:prstGeom prst="rect">
            <a:avLst/>
          </a:prstGeom>
          <a:solidFill>
            <a:srgbClr val="CED7E6"/>
          </a:solidFill>
          <a:ln>
            <a:noFill/>
          </a:ln>
        </p:spPr>
      </p:sp>
      <p:sp>
        <p:nvSpPr>
          <p:cNvPr id="7" name="wm.whiteboard.0.72"/>
          <p:cNvSpPr/>
          <p:nvPr/>
        </p:nvSpPr>
        <p:spPr>
          <a:xfrm>
            <a:off x="266700" y="1143000"/>
            <a:ext cx="38100" cy="38100"/>
          </a:xfrm>
          <a:prstGeom prst="rect">
            <a:avLst/>
          </a:prstGeom>
          <a:solidFill>
            <a:srgbClr val="CED7E6">
              <a:alpha val="85305"/>
            </a:srgbClr>
          </a:solidFill>
          <a:ln>
            <a:noFill/>
          </a:ln>
        </p:spPr>
      </p:sp>
      <p:sp>
        <p:nvSpPr>
          <p:cNvPr id="8" name="wm.whiteboard.0.90"/>
          <p:cNvSpPr/>
          <p:nvPr/>
        </p:nvSpPr>
        <p:spPr>
          <a:xfrm>
            <a:off x="266700" y="1371600"/>
            <a:ext cx="38100" cy="38100"/>
          </a:xfrm>
          <a:prstGeom prst="rect">
            <a:avLst/>
          </a:prstGeom>
          <a:solidFill>
            <a:srgbClr val="CED7E6">
              <a:alpha val="68524"/>
            </a:srgbClr>
          </a:solidFill>
          <a:ln>
            <a:noFill/>
          </a:ln>
        </p:spPr>
      </p:sp>
      <p:sp>
        <p:nvSpPr>
          <p:cNvPr id="9" name="wm.whiteboard.0.108"/>
          <p:cNvSpPr/>
          <p:nvPr/>
        </p:nvSpPr>
        <p:spPr>
          <a:xfrm>
            <a:off x="266700" y="1600200"/>
            <a:ext cx="38100" cy="38100"/>
          </a:xfrm>
          <a:prstGeom prst="rect">
            <a:avLst/>
          </a:prstGeom>
          <a:solidFill>
            <a:srgbClr val="CED7E6">
              <a:alpha val="51742"/>
            </a:srgbClr>
          </a:solidFill>
          <a:ln>
            <a:noFill/>
          </a:ln>
        </p:spPr>
      </p:sp>
      <p:sp>
        <p:nvSpPr>
          <p:cNvPr id="10" name="wm.whiteboard.0.126"/>
          <p:cNvSpPr/>
          <p:nvPr/>
        </p:nvSpPr>
        <p:spPr>
          <a:xfrm>
            <a:off x="266700" y="1828800"/>
            <a:ext cx="38100" cy="38100"/>
          </a:xfrm>
          <a:prstGeom prst="rect">
            <a:avLst/>
          </a:prstGeom>
          <a:solidFill>
            <a:srgbClr val="CED7E6">
              <a:alpha val="34959"/>
            </a:srgbClr>
          </a:solidFill>
          <a:ln>
            <a:noFill/>
          </a:ln>
        </p:spPr>
      </p:sp>
      <p:sp>
        <p:nvSpPr>
          <p:cNvPr id="11" name="wm.whiteboard.0.144"/>
          <p:cNvSpPr/>
          <p:nvPr/>
        </p:nvSpPr>
        <p:spPr>
          <a:xfrm>
            <a:off x="266700" y="2057400"/>
            <a:ext cx="38100" cy="38100"/>
          </a:xfrm>
          <a:prstGeom prst="rect">
            <a:avLst/>
          </a:prstGeom>
          <a:solidFill>
            <a:srgbClr val="CED7E6">
              <a:alpha val="18177"/>
            </a:srgbClr>
          </a:solidFill>
          <a:ln>
            <a:noFill/>
          </a:ln>
        </p:spPr>
      </p:sp>
      <p:sp>
        <p:nvSpPr>
          <p:cNvPr id="12" name="wm.whiteboard.0.162"/>
          <p:cNvSpPr/>
          <p:nvPr/>
        </p:nvSpPr>
        <p:spPr>
          <a:xfrm>
            <a:off x="266700" y="2286000"/>
            <a:ext cx="38100" cy="38100"/>
          </a:xfrm>
          <a:prstGeom prst="rect">
            <a:avLst/>
          </a:prstGeom>
          <a:solidFill>
            <a:srgbClr val="CED7E6">
              <a:alpha val="1394"/>
            </a:srgbClr>
          </a:solidFill>
          <a:ln>
            <a:noFill/>
          </a:ln>
        </p:spPr>
      </p:sp>
      <p:sp>
        <p:nvSpPr>
          <p:cNvPr id="13" name="wm.whiteboard.18.0"/>
          <p:cNvSpPr/>
          <p:nvPr/>
        </p:nvSpPr>
        <p:spPr>
          <a:xfrm>
            <a:off x="495300" y="228600"/>
            <a:ext cx="38100" cy="38100"/>
          </a:xfrm>
          <a:prstGeom prst="rect">
            <a:avLst/>
          </a:prstGeom>
          <a:solidFill>
            <a:srgbClr val="CED7E6"/>
          </a:solidFill>
          <a:ln>
            <a:noFill/>
          </a:ln>
        </p:spPr>
      </p:sp>
      <p:sp>
        <p:nvSpPr>
          <p:cNvPr id="14" name="wm.whiteboard.18.18"/>
          <p:cNvSpPr/>
          <p:nvPr/>
        </p:nvSpPr>
        <p:spPr>
          <a:xfrm>
            <a:off x="495300" y="457200"/>
            <a:ext cx="38100" cy="38100"/>
          </a:xfrm>
          <a:prstGeom prst="rect">
            <a:avLst/>
          </a:prstGeom>
          <a:solidFill>
            <a:srgbClr val="CED7E6"/>
          </a:solidFill>
          <a:ln>
            <a:noFill/>
          </a:ln>
        </p:spPr>
      </p:sp>
      <p:sp>
        <p:nvSpPr>
          <p:cNvPr id="15" name="wm.whiteboard.18.36"/>
          <p:cNvSpPr/>
          <p:nvPr/>
        </p:nvSpPr>
        <p:spPr>
          <a:xfrm>
            <a:off x="495300" y="685800"/>
            <a:ext cx="38100" cy="38100"/>
          </a:xfrm>
          <a:prstGeom prst="rect">
            <a:avLst/>
          </a:prstGeom>
          <a:solidFill>
            <a:srgbClr val="CED7E6"/>
          </a:solidFill>
          <a:ln>
            <a:noFill/>
          </a:ln>
        </p:spPr>
      </p:sp>
      <p:sp>
        <p:nvSpPr>
          <p:cNvPr id="16" name="wm.whiteboard.18.54"/>
          <p:cNvSpPr/>
          <p:nvPr/>
        </p:nvSpPr>
        <p:spPr>
          <a:xfrm>
            <a:off x="495300" y="914400"/>
            <a:ext cx="38100" cy="38100"/>
          </a:xfrm>
          <a:prstGeom prst="rect">
            <a:avLst/>
          </a:prstGeom>
          <a:solidFill>
            <a:srgbClr val="CED7E6">
              <a:alpha val="99988"/>
            </a:srgbClr>
          </a:solidFill>
          <a:ln>
            <a:noFill/>
          </a:ln>
        </p:spPr>
      </p:sp>
      <p:sp>
        <p:nvSpPr>
          <p:cNvPr id="17" name="wm.whiteboard.18.72"/>
          <p:cNvSpPr/>
          <p:nvPr/>
        </p:nvSpPr>
        <p:spPr>
          <a:xfrm>
            <a:off x="495300" y="1143000"/>
            <a:ext cx="38100" cy="38100"/>
          </a:xfrm>
          <a:prstGeom prst="rect">
            <a:avLst/>
          </a:prstGeom>
          <a:solidFill>
            <a:srgbClr val="CED7E6">
              <a:alpha val="83708"/>
            </a:srgbClr>
          </a:solidFill>
          <a:ln>
            <a:noFill/>
          </a:ln>
        </p:spPr>
      </p:sp>
      <p:sp>
        <p:nvSpPr>
          <p:cNvPr id="18" name="wm.whiteboard.18.90"/>
          <p:cNvSpPr/>
          <p:nvPr/>
        </p:nvSpPr>
        <p:spPr>
          <a:xfrm>
            <a:off x="495300" y="1371600"/>
            <a:ext cx="38100" cy="38100"/>
          </a:xfrm>
          <a:prstGeom prst="rect">
            <a:avLst/>
          </a:prstGeom>
          <a:solidFill>
            <a:srgbClr val="CED7E6">
              <a:alpha val="67236"/>
            </a:srgbClr>
          </a:solidFill>
          <a:ln>
            <a:noFill/>
          </a:ln>
        </p:spPr>
      </p:sp>
      <p:sp>
        <p:nvSpPr>
          <p:cNvPr id="19" name="wm.whiteboard.18.108"/>
          <p:cNvSpPr/>
          <p:nvPr/>
        </p:nvSpPr>
        <p:spPr>
          <a:xfrm>
            <a:off x="495300" y="1600200"/>
            <a:ext cx="38100" cy="38100"/>
          </a:xfrm>
          <a:prstGeom prst="rect">
            <a:avLst/>
          </a:prstGeom>
          <a:solidFill>
            <a:srgbClr val="CED7E6">
              <a:alpha val="50663"/>
            </a:srgbClr>
          </a:solidFill>
          <a:ln>
            <a:noFill/>
          </a:ln>
        </p:spPr>
      </p:sp>
      <p:sp>
        <p:nvSpPr>
          <p:cNvPr id="20" name="wm.whiteboard.18.126"/>
          <p:cNvSpPr/>
          <p:nvPr/>
        </p:nvSpPr>
        <p:spPr>
          <a:xfrm>
            <a:off x="495300" y="1828800"/>
            <a:ext cx="38100" cy="38100"/>
          </a:xfrm>
          <a:prstGeom prst="rect">
            <a:avLst/>
          </a:prstGeom>
          <a:solidFill>
            <a:srgbClr val="CED7E6">
              <a:alpha val="34032"/>
            </a:srgbClr>
          </a:solidFill>
          <a:ln>
            <a:noFill/>
          </a:ln>
        </p:spPr>
      </p:sp>
      <p:sp>
        <p:nvSpPr>
          <p:cNvPr id="21" name="wm.whiteboard.18.144"/>
          <p:cNvSpPr/>
          <p:nvPr/>
        </p:nvSpPr>
        <p:spPr>
          <a:xfrm>
            <a:off x="495300" y="2057400"/>
            <a:ext cx="38100" cy="38100"/>
          </a:xfrm>
          <a:prstGeom prst="rect">
            <a:avLst/>
          </a:prstGeom>
          <a:solidFill>
            <a:srgbClr val="CED7E6">
              <a:alpha val="17363"/>
            </a:srgbClr>
          </a:solidFill>
          <a:ln>
            <a:noFill/>
          </a:ln>
        </p:spPr>
      </p:sp>
      <p:sp>
        <p:nvSpPr>
          <p:cNvPr id="22" name="wm.whiteboard.18.162"/>
          <p:cNvSpPr/>
          <p:nvPr/>
        </p:nvSpPr>
        <p:spPr>
          <a:xfrm>
            <a:off x="495300" y="2286000"/>
            <a:ext cx="38100" cy="38100"/>
          </a:xfrm>
          <a:prstGeom prst="rect">
            <a:avLst/>
          </a:prstGeom>
          <a:solidFill>
            <a:srgbClr val="CED7E6">
              <a:alpha val="670"/>
            </a:srgbClr>
          </a:solidFill>
          <a:ln>
            <a:noFill/>
          </a:ln>
        </p:spPr>
      </p:sp>
      <p:sp>
        <p:nvSpPr>
          <p:cNvPr id="23" name="wm.whiteboard.36.0"/>
          <p:cNvSpPr/>
          <p:nvPr/>
        </p:nvSpPr>
        <p:spPr>
          <a:xfrm>
            <a:off x="723900" y="228600"/>
            <a:ext cx="38100" cy="38100"/>
          </a:xfrm>
          <a:prstGeom prst="rect">
            <a:avLst/>
          </a:prstGeom>
          <a:solidFill>
            <a:srgbClr val="CED7E6"/>
          </a:solidFill>
          <a:ln>
            <a:noFill/>
          </a:ln>
        </p:spPr>
      </p:sp>
      <p:sp>
        <p:nvSpPr>
          <p:cNvPr id="24" name="wm.whiteboard.36.18"/>
          <p:cNvSpPr/>
          <p:nvPr/>
        </p:nvSpPr>
        <p:spPr>
          <a:xfrm>
            <a:off x="723900" y="457200"/>
            <a:ext cx="38100" cy="38100"/>
          </a:xfrm>
          <a:prstGeom prst="rect">
            <a:avLst/>
          </a:prstGeom>
          <a:solidFill>
            <a:srgbClr val="CED7E6"/>
          </a:solidFill>
          <a:ln>
            <a:noFill/>
          </a:ln>
        </p:spPr>
      </p:sp>
      <p:sp>
        <p:nvSpPr>
          <p:cNvPr id="25" name="wm.whiteboard.36.36"/>
          <p:cNvSpPr/>
          <p:nvPr/>
        </p:nvSpPr>
        <p:spPr>
          <a:xfrm>
            <a:off x="723900" y="685800"/>
            <a:ext cx="38100" cy="38100"/>
          </a:xfrm>
          <a:prstGeom prst="rect">
            <a:avLst/>
          </a:prstGeom>
          <a:solidFill>
            <a:srgbClr val="CED7E6"/>
          </a:solidFill>
          <a:ln>
            <a:noFill/>
          </a:ln>
        </p:spPr>
      </p:sp>
      <p:sp>
        <p:nvSpPr>
          <p:cNvPr id="26" name="wm.whiteboard.36.54"/>
          <p:cNvSpPr/>
          <p:nvPr/>
        </p:nvSpPr>
        <p:spPr>
          <a:xfrm>
            <a:off x="723900" y="914400"/>
            <a:ext cx="38100" cy="38100"/>
          </a:xfrm>
          <a:prstGeom prst="rect">
            <a:avLst/>
          </a:prstGeom>
          <a:solidFill>
            <a:srgbClr val="CED7E6">
              <a:alpha val="94671"/>
            </a:srgbClr>
          </a:solidFill>
          <a:ln>
            <a:noFill/>
          </a:ln>
        </p:spPr>
      </p:sp>
      <p:sp>
        <p:nvSpPr>
          <p:cNvPr id="27" name="wm.whiteboard.36.72"/>
          <p:cNvSpPr/>
          <p:nvPr/>
        </p:nvSpPr>
        <p:spPr>
          <a:xfrm>
            <a:off x="723900" y="1143000"/>
            <a:ext cx="38100" cy="38100"/>
          </a:xfrm>
          <a:prstGeom prst="rect">
            <a:avLst/>
          </a:prstGeom>
          <a:solidFill>
            <a:srgbClr val="CED7E6">
              <a:alpha val="79547"/>
            </a:srgbClr>
          </a:solidFill>
          <a:ln>
            <a:noFill/>
          </a:ln>
        </p:spPr>
      </p:sp>
      <p:sp>
        <p:nvSpPr>
          <p:cNvPr id="28" name="wm.whiteboard.36.90"/>
          <p:cNvSpPr/>
          <p:nvPr/>
        </p:nvSpPr>
        <p:spPr>
          <a:xfrm>
            <a:off x="723900" y="1371600"/>
            <a:ext cx="38100" cy="38100"/>
          </a:xfrm>
          <a:prstGeom prst="rect">
            <a:avLst/>
          </a:prstGeom>
          <a:solidFill>
            <a:srgbClr val="CED7E6">
              <a:alpha val="63833"/>
            </a:srgbClr>
          </a:solidFill>
          <a:ln>
            <a:noFill/>
          </a:ln>
        </p:spPr>
      </p:sp>
      <p:sp>
        <p:nvSpPr>
          <p:cNvPr id="29" name="wm.whiteboard.36.108"/>
          <p:cNvSpPr/>
          <p:nvPr/>
        </p:nvSpPr>
        <p:spPr>
          <a:xfrm>
            <a:off x="723900" y="1600200"/>
            <a:ext cx="38100" cy="38100"/>
          </a:xfrm>
          <a:prstGeom prst="rect">
            <a:avLst/>
          </a:prstGeom>
          <a:solidFill>
            <a:srgbClr val="CED7E6">
              <a:alpha val="47790"/>
            </a:srgbClr>
          </a:solidFill>
          <a:ln>
            <a:noFill/>
          </a:ln>
        </p:spPr>
      </p:sp>
      <p:sp>
        <p:nvSpPr>
          <p:cNvPr id="30" name="wm.whiteboard.36.126"/>
          <p:cNvSpPr/>
          <p:nvPr/>
        </p:nvSpPr>
        <p:spPr>
          <a:xfrm>
            <a:off x="723900" y="1828800"/>
            <a:ext cx="38100" cy="38100"/>
          </a:xfrm>
          <a:prstGeom prst="rect">
            <a:avLst/>
          </a:prstGeom>
          <a:solidFill>
            <a:srgbClr val="CED7E6">
              <a:alpha val="31549"/>
            </a:srgbClr>
          </a:solidFill>
          <a:ln>
            <a:noFill/>
          </a:ln>
        </p:spPr>
      </p:sp>
      <p:sp>
        <p:nvSpPr>
          <p:cNvPr id="31" name="wm.whiteboard.36.144"/>
          <p:cNvSpPr/>
          <p:nvPr/>
        </p:nvSpPr>
        <p:spPr>
          <a:xfrm>
            <a:off x="723900" y="2057400"/>
            <a:ext cx="38100" cy="38100"/>
          </a:xfrm>
          <a:prstGeom prst="rect">
            <a:avLst/>
          </a:prstGeom>
          <a:solidFill>
            <a:srgbClr val="CED7E6">
              <a:alpha val="15179"/>
            </a:srgbClr>
          </a:solidFill>
          <a:ln>
            <a:noFill/>
          </a:ln>
        </p:spPr>
      </p:sp>
      <p:sp>
        <p:nvSpPr>
          <p:cNvPr id="32" name="wm.whiteboard.54.0"/>
          <p:cNvSpPr/>
          <p:nvPr/>
        </p:nvSpPr>
        <p:spPr>
          <a:xfrm>
            <a:off x="952500" y="228600"/>
            <a:ext cx="38100" cy="38100"/>
          </a:xfrm>
          <a:prstGeom prst="rect">
            <a:avLst/>
          </a:prstGeom>
          <a:solidFill>
            <a:srgbClr val="CED7E6"/>
          </a:solidFill>
          <a:ln>
            <a:noFill/>
          </a:ln>
        </p:spPr>
      </p:sp>
      <p:sp>
        <p:nvSpPr>
          <p:cNvPr id="33" name="wm.whiteboard.54.18"/>
          <p:cNvSpPr/>
          <p:nvPr/>
        </p:nvSpPr>
        <p:spPr>
          <a:xfrm>
            <a:off x="952500" y="457200"/>
            <a:ext cx="38100" cy="38100"/>
          </a:xfrm>
          <a:prstGeom prst="rect">
            <a:avLst/>
          </a:prstGeom>
          <a:solidFill>
            <a:srgbClr val="CED7E6"/>
          </a:solidFill>
          <a:ln>
            <a:noFill/>
          </a:ln>
        </p:spPr>
      </p:sp>
      <p:sp>
        <p:nvSpPr>
          <p:cNvPr id="34" name="wm.whiteboard.54.36"/>
          <p:cNvSpPr/>
          <p:nvPr/>
        </p:nvSpPr>
        <p:spPr>
          <a:xfrm>
            <a:off x="952500" y="685800"/>
            <a:ext cx="38100" cy="38100"/>
          </a:xfrm>
          <a:prstGeom prst="rect">
            <a:avLst/>
          </a:prstGeom>
          <a:solidFill>
            <a:srgbClr val="CED7E6">
              <a:alpha val="98827"/>
            </a:srgbClr>
          </a:solidFill>
          <a:ln>
            <a:noFill/>
          </a:ln>
        </p:spPr>
      </p:sp>
      <p:sp>
        <p:nvSpPr>
          <p:cNvPr id="35" name="wm.whiteboard.54.54"/>
          <p:cNvSpPr/>
          <p:nvPr/>
        </p:nvSpPr>
        <p:spPr>
          <a:xfrm>
            <a:off x="952500" y="914400"/>
            <a:ext cx="38100" cy="38100"/>
          </a:xfrm>
          <a:prstGeom prst="rect">
            <a:avLst/>
          </a:prstGeom>
          <a:solidFill>
            <a:srgbClr val="CED7E6">
              <a:alpha val="86895"/>
            </a:srgbClr>
          </a:solidFill>
          <a:ln>
            <a:noFill/>
          </a:ln>
        </p:spPr>
      </p:sp>
      <p:sp>
        <p:nvSpPr>
          <p:cNvPr id="36" name="wm.whiteboard.54.72"/>
          <p:cNvSpPr/>
          <p:nvPr/>
        </p:nvSpPr>
        <p:spPr>
          <a:xfrm>
            <a:off x="952500" y="1143000"/>
            <a:ext cx="38100" cy="38100"/>
          </a:xfrm>
          <a:prstGeom prst="rect">
            <a:avLst/>
          </a:prstGeom>
          <a:solidFill>
            <a:srgbClr val="CED7E6">
              <a:alpha val="73217"/>
            </a:srgbClr>
          </a:solidFill>
          <a:ln>
            <a:noFill/>
          </a:ln>
        </p:spPr>
      </p:sp>
      <p:sp>
        <p:nvSpPr>
          <p:cNvPr id="37" name="wm.whiteboard.54.90"/>
          <p:cNvSpPr/>
          <p:nvPr/>
        </p:nvSpPr>
        <p:spPr>
          <a:xfrm>
            <a:off x="952500" y="1371600"/>
            <a:ext cx="38100" cy="38100"/>
          </a:xfrm>
          <a:prstGeom prst="rect">
            <a:avLst/>
          </a:prstGeom>
          <a:solidFill>
            <a:srgbClr val="CED7E6">
              <a:alpha val="58541"/>
            </a:srgbClr>
          </a:solidFill>
          <a:ln>
            <a:noFill/>
          </a:ln>
        </p:spPr>
      </p:sp>
      <p:sp>
        <p:nvSpPr>
          <p:cNvPr id="38" name="wm.whiteboard.54.108"/>
          <p:cNvSpPr/>
          <p:nvPr/>
        </p:nvSpPr>
        <p:spPr>
          <a:xfrm>
            <a:off x="952500" y="1600200"/>
            <a:ext cx="38100" cy="38100"/>
          </a:xfrm>
          <a:prstGeom prst="rect">
            <a:avLst/>
          </a:prstGeom>
          <a:solidFill>
            <a:srgbClr val="CED7E6">
              <a:alpha val="43263"/>
            </a:srgbClr>
          </a:solidFill>
          <a:ln>
            <a:noFill/>
          </a:ln>
        </p:spPr>
      </p:sp>
      <p:sp>
        <p:nvSpPr>
          <p:cNvPr id="39" name="wm.whiteboard.54.126"/>
          <p:cNvSpPr/>
          <p:nvPr/>
        </p:nvSpPr>
        <p:spPr>
          <a:xfrm>
            <a:off x="952500" y="1828800"/>
            <a:ext cx="38100" cy="38100"/>
          </a:xfrm>
          <a:prstGeom prst="rect">
            <a:avLst/>
          </a:prstGeom>
          <a:solidFill>
            <a:srgbClr val="CED7E6">
              <a:alpha val="27603"/>
            </a:srgbClr>
          </a:solidFill>
          <a:ln>
            <a:noFill/>
          </a:ln>
        </p:spPr>
      </p:sp>
      <p:sp>
        <p:nvSpPr>
          <p:cNvPr id="40" name="wm.whiteboard.54.144"/>
          <p:cNvSpPr/>
          <p:nvPr/>
        </p:nvSpPr>
        <p:spPr>
          <a:xfrm>
            <a:off x="952500" y="2057400"/>
            <a:ext cx="38100" cy="38100"/>
          </a:xfrm>
          <a:prstGeom prst="rect">
            <a:avLst/>
          </a:prstGeom>
          <a:solidFill>
            <a:srgbClr val="CED7E6">
              <a:alpha val="11687"/>
            </a:srgbClr>
          </a:solidFill>
          <a:ln>
            <a:noFill/>
          </a:ln>
        </p:spPr>
      </p:sp>
      <p:sp>
        <p:nvSpPr>
          <p:cNvPr id="41" name="wm.whiteboard.72.0"/>
          <p:cNvSpPr/>
          <p:nvPr/>
        </p:nvSpPr>
        <p:spPr>
          <a:xfrm>
            <a:off x="1181100" y="228600"/>
            <a:ext cx="38100" cy="38100"/>
          </a:xfrm>
          <a:prstGeom prst="rect">
            <a:avLst/>
          </a:prstGeom>
          <a:solidFill>
            <a:srgbClr val="CED7E6">
              <a:alpha val="97572"/>
            </a:srgbClr>
          </a:solidFill>
          <a:ln>
            <a:noFill/>
          </a:ln>
        </p:spPr>
      </p:sp>
      <p:sp>
        <p:nvSpPr>
          <p:cNvPr id="42" name="wm.whiteboard.72.18"/>
          <p:cNvSpPr/>
          <p:nvPr/>
        </p:nvSpPr>
        <p:spPr>
          <a:xfrm>
            <a:off x="1181100" y="457200"/>
            <a:ext cx="38100" cy="38100"/>
          </a:xfrm>
          <a:prstGeom prst="rect">
            <a:avLst/>
          </a:prstGeom>
          <a:solidFill>
            <a:srgbClr val="CED7E6">
              <a:alpha val="94724"/>
            </a:srgbClr>
          </a:solidFill>
          <a:ln>
            <a:noFill/>
          </a:ln>
        </p:spPr>
      </p:sp>
      <p:sp>
        <p:nvSpPr>
          <p:cNvPr id="43" name="wm.whiteboard.72.36"/>
          <p:cNvSpPr/>
          <p:nvPr/>
        </p:nvSpPr>
        <p:spPr>
          <a:xfrm>
            <a:off x="1181100" y="685800"/>
            <a:ext cx="38100" cy="38100"/>
          </a:xfrm>
          <a:prstGeom prst="rect">
            <a:avLst/>
          </a:prstGeom>
          <a:solidFill>
            <a:srgbClr val="CED7E6">
              <a:alpha val="87609"/>
            </a:srgbClr>
          </a:solidFill>
          <a:ln>
            <a:noFill/>
          </a:ln>
        </p:spPr>
      </p:sp>
      <p:sp>
        <p:nvSpPr>
          <p:cNvPr id="44" name="wm.whiteboard.72.54"/>
          <p:cNvSpPr/>
          <p:nvPr/>
        </p:nvSpPr>
        <p:spPr>
          <a:xfrm>
            <a:off x="1181100" y="914400"/>
            <a:ext cx="38100" cy="38100"/>
          </a:xfrm>
          <a:prstGeom prst="rect">
            <a:avLst/>
          </a:prstGeom>
          <a:solidFill>
            <a:srgbClr val="CED7E6">
              <a:alpha val="77408"/>
            </a:srgbClr>
          </a:solidFill>
          <a:ln>
            <a:noFill/>
          </a:ln>
        </p:spPr>
      </p:sp>
      <p:sp>
        <p:nvSpPr>
          <p:cNvPr id="45" name="wm.whiteboard.72.72"/>
          <p:cNvSpPr/>
          <p:nvPr/>
        </p:nvSpPr>
        <p:spPr>
          <a:xfrm>
            <a:off x="1181100" y="1143000"/>
            <a:ext cx="38100" cy="38100"/>
          </a:xfrm>
          <a:prstGeom prst="rect">
            <a:avLst/>
          </a:prstGeom>
          <a:solidFill>
            <a:srgbClr val="CED7E6">
              <a:alpha val="65181"/>
            </a:srgbClr>
          </a:solidFill>
          <a:ln>
            <a:noFill/>
          </a:ln>
        </p:spPr>
      </p:sp>
      <p:sp>
        <p:nvSpPr>
          <p:cNvPr id="46" name="wm.whiteboard.72.90"/>
          <p:cNvSpPr/>
          <p:nvPr/>
        </p:nvSpPr>
        <p:spPr>
          <a:xfrm>
            <a:off x="1181100" y="1371600"/>
            <a:ext cx="38100" cy="38100"/>
          </a:xfrm>
          <a:prstGeom prst="rect">
            <a:avLst/>
          </a:prstGeom>
          <a:solidFill>
            <a:srgbClr val="CED7E6">
              <a:alpha val="51653"/>
            </a:srgbClr>
          </a:solidFill>
          <a:ln>
            <a:noFill/>
          </a:ln>
        </p:spPr>
      </p:sp>
      <p:sp>
        <p:nvSpPr>
          <p:cNvPr id="47" name="wm.whiteboard.72.108"/>
          <p:cNvSpPr/>
          <p:nvPr/>
        </p:nvSpPr>
        <p:spPr>
          <a:xfrm>
            <a:off x="1181100" y="1600200"/>
            <a:ext cx="38100" cy="38100"/>
          </a:xfrm>
          <a:prstGeom prst="rect">
            <a:avLst/>
          </a:prstGeom>
          <a:solidFill>
            <a:srgbClr val="CED7E6">
              <a:alpha val="37275"/>
            </a:srgbClr>
          </a:solidFill>
          <a:ln>
            <a:noFill/>
          </a:ln>
        </p:spPr>
      </p:sp>
      <p:sp>
        <p:nvSpPr>
          <p:cNvPr id="48" name="wm.whiteboard.72.126"/>
          <p:cNvSpPr/>
          <p:nvPr/>
        </p:nvSpPr>
        <p:spPr>
          <a:xfrm>
            <a:off x="1181100" y="1828800"/>
            <a:ext cx="38100" cy="38100"/>
          </a:xfrm>
          <a:prstGeom prst="rect">
            <a:avLst/>
          </a:prstGeom>
          <a:solidFill>
            <a:srgbClr val="CED7E6">
              <a:alpha val="22326"/>
            </a:srgbClr>
          </a:solidFill>
          <a:ln>
            <a:noFill/>
          </a:ln>
        </p:spPr>
      </p:sp>
      <p:sp>
        <p:nvSpPr>
          <p:cNvPr id="49" name="wm.whiteboard.72.144"/>
          <p:cNvSpPr/>
          <p:nvPr/>
        </p:nvSpPr>
        <p:spPr>
          <a:xfrm>
            <a:off x="1181100" y="2057400"/>
            <a:ext cx="38100" cy="38100"/>
          </a:xfrm>
          <a:prstGeom prst="rect">
            <a:avLst/>
          </a:prstGeom>
          <a:solidFill>
            <a:srgbClr val="CED7E6">
              <a:alpha val="6980"/>
            </a:srgbClr>
          </a:solidFill>
          <a:ln>
            <a:noFill/>
          </a:ln>
        </p:spPr>
      </p:sp>
      <p:sp>
        <p:nvSpPr>
          <p:cNvPr id="50" name="wm.whiteboard.90.0"/>
          <p:cNvSpPr/>
          <p:nvPr/>
        </p:nvSpPr>
        <p:spPr>
          <a:xfrm>
            <a:off x="1409700" y="228600"/>
            <a:ext cx="38100" cy="38100"/>
          </a:xfrm>
          <a:prstGeom prst="rect">
            <a:avLst/>
          </a:prstGeom>
          <a:solidFill>
            <a:srgbClr val="CED7E6">
              <a:alpha val="83798"/>
            </a:srgbClr>
          </a:solidFill>
          <a:ln>
            <a:noFill/>
          </a:ln>
        </p:spPr>
      </p:sp>
      <p:sp>
        <p:nvSpPr>
          <p:cNvPr id="51" name="wm.whiteboard.90.18"/>
          <p:cNvSpPr/>
          <p:nvPr/>
        </p:nvSpPr>
        <p:spPr>
          <a:xfrm>
            <a:off x="1409700" y="457200"/>
            <a:ext cx="38100" cy="38100"/>
          </a:xfrm>
          <a:prstGeom prst="rect">
            <a:avLst/>
          </a:prstGeom>
          <a:solidFill>
            <a:srgbClr val="CED7E6">
              <a:alpha val="81490"/>
            </a:srgbClr>
          </a:solidFill>
          <a:ln>
            <a:noFill/>
          </a:ln>
        </p:spPr>
      </p:sp>
      <p:sp>
        <p:nvSpPr>
          <p:cNvPr id="52" name="wm.whiteboard.90.36"/>
          <p:cNvSpPr/>
          <p:nvPr/>
        </p:nvSpPr>
        <p:spPr>
          <a:xfrm>
            <a:off x="1409700" y="685800"/>
            <a:ext cx="38100" cy="38100"/>
          </a:xfrm>
          <a:prstGeom prst="rect">
            <a:avLst/>
          </a:prstGeom>
          <a:solidFill>
            <a:srgbClr val="CED7E6">
              <a:alpha val="75569"/>
            </a:srgbClr>
          </a:solidFill>
          <a:ln>
            <a:noFill/>
          </a:ln>
        </p:spPr>
      </p:sp>
      <p:sp>
        <p:nvSpPr>
          <p:cNvPr id="53" name="wm.whiteboard.90.54"/>
          <p:cNvSpPr/>
          <p:nvPr/>
        </p:nvSpPr>
        <p:spPr>
          <a:xfrm>
            <a:off x="1409700" y="914400"/>
            <a:ext cx="38100" cy="38100"/>
          </a:xfrm>
          <a:prstGeom prst="rect">
            <a:avLst/>
          </a:prstGeom>
          <a:solidFill>
            <a:srgbClr val="CED7E6">
              <a:alpha val="66767"/>
            </a:srgbClr>
          </a:solidFill>
          <a:ln>
            <a:noFill/>
          </a:ln>
        </p:spPr>
      </p:sp>
      <p:sp>
        <p:nvSpPr>
          <p:cNvPr id="54" name="wm.whiteboard.90.72"/>
          <p:cNvSpPr/>
          <p:nvPr/>
        </p:nvSpPr>
        <p:spPr>
          <a:xfrm>
            <a:off x="1409700" y="1143000"/>
            <a:ext cx="38100" cy="38100"/>
          </a:xfrm>
          <a:prstGeom prst="rect">
            <a:avLst/>
          </a:prstGeom>
          <a:solidFill>
            <a:srgbClr val="CED7E6">
              <a:alpha val="55859"/>
            </a:srgbClr>
          </a:solidFill>
          <a:ln>
            <a:noFill/>
          </a:ln>
        </p:spPr>
      </p:sp>
      <p:sp>
        <p:nvSpPr>
          <p:cNvPr id="55" name="wm.whiteboard.90.90"/>
          <p:cNvSpPr/>
          <p:nvPr/>
        </p:nvSpPr>
        <p:spPr>
          <a:xfrm>
            <a:off x="1409700" y="1371600"/>
            <a:ext cx="38100" cy="38100"/>
          </a:xfrm>
          <a:prstGeom prst="rect">
            <a:avLst/>
          </a:prstGeom>
          <a:solidFill>
            <a:srgbClr val="CED7E6">
              <a:alpha val="43468"/>
            </a:srgbClr>
          </a:solidFill>
          <a:ln>
            <a:noFill/>
          </a:ln>
        </p:spPr>
      </p:sp>
      <p:sp>
        <p:nvSpPr>
          <p:cNvPr id="56" name="wm.whiteboard.90.108"/>
          <p:cNvSpPr/>
          <p:nvPr/>
        </p:nvSpPr>
        <p:spPr>
          <a:xfrm>
            <a:off x="1409700" y="1600200"/>
            <a:ext cx="38100" cy="38100"/>
          </a:xfrm>
          <a:prstGeom prst="rect">
            <a:avLst/>
          </a:prstGeom>
          <a:solidFill>
            <a:srgbClr val="CED7E6">
              <a:alpha val="30037"/>
            </a:srgbClr>
          </a:solidFill>
          <a:ln>
            <a:noFill/>
          </a:ln>
        </p:spPr>
      </p:sp>
      <p:sp>
        <p:nvSpPr>
          <p:cNvPr id="57" name="wm.whiteboard.90.126"/>
          <p:cNvSpPr/>
          <p:nvPr/>
        </p:nvSpPr>
        <p:spPr>
          <a:xfrm>
            <a:off x="1409700" y="1828800"/>
            <a:ext cx="38100" cy="38100"/>
          </a:xfrm>
          <a:prstGeom prst="rect">
            <a:avLst/>
          </a:prstGeom>
          <a:solidFill>
            <a:srgbClr val="CED7E6">
              <a:alpha val="15870"/>
            </a:srgbClr>
          </a:solidFill>
          <a:ln>
            <a:noFill/>
          </a:ln>
        </p:spPr>
      </p:sp>
      <p:sp>
        <p:nvSpPr>
          <p:cNvPr id="58" name="wm.whiteboard.90.144"/>
          <p:cNvSpPr/>
          <p:nvPr/>
        </p:nvSpPr>
        <p:spPr>
          <a:xfrm>
            <a:off x="1409700" y="2057400"/>
            <a:ext cx="38100" cy="38100"/>
          </a:xfrm>
          <a:prstGeom prst="rect">
            <a:avLst/>
          </a:prstGeom>
          <a:solidFill>
            <a:srgbClr val="CED7E6">
              <a:alpha val="1171"/>
            </a:srgbClr>
          </a:solidFill>
          <a:ln>
            <a:noFill/>
          </a:ln>
        </p:spPr>
      </p:sp>
      <p:sp>
        <p:nvSpPr>
          <p:cNvPr id="59" name="wm.whiteboard.108.0"/>
          <p:cNvSpPr/>
          <p:nvPr/>
        </p:nvSpPr>
        <p:spPr>
          <a:xfrm>
            <a:off x="1638300" y="228600"/>
            <a:ext cx="38100" cy="38100"/>
          </a:xfrm>
          <a:prstGeom prst="rect">
            <a:avLst/>
          </a:prstGeom>
          <a:solidFill>
            <a:srgbClr val="CED7E6">
              <a:alpha val="70023"/>
            </a:srgbClr>
          </a:solidFill>
          <a:ln>
            <a:noFill/>
          </a:ln>
        </p:spPr>
      </p:sp>
      <p:sp>
        <p:nvSpPr>
          <p:cNvPr id="60" name="wm.whiteboard.108.18"/>
          <p:cNvSpPr/>
          <p:nvPr/>
        </p:nvSpPr>
        <p:spPr>
          <a:xfrm>
            <a:off x="1638300" y="457200"/>
            <a:ext cx="38100" cy="38100"/>
          </a:xfrm>
          <a:prstGeom prst="rect">
            <a:avLst/>
          </a:prstGeom>
          <a:solidFill>
            <a:srgbClr val="CED7E6">
              <a:alpha val="68085"/>
            </a:srgbClr>
          </a:solidFill>
          <a:ln>
            <a:noFill/>
          </a:ln>
        </p:spPr>
      </p:sp>
      <p:sp>
        <p:nvSpPr>
          <p:cNvPr id="61" name="wm.whiteboard.108.36"/>
          <p:cNvSpPr/>
          <p:nvPr/>
        </p:nvSpPr>
        <p:spPr>
          <a:xfrm>
            <a:off x="1638300" y="685800"/>
            <a:ext cx="38100" cy="38100"/>
          </a:xfrm>
          <a:prstGeom prst="rect">
            <a:avLst/>
          </a:prstGeom>
          <a:solidFill>
            <a:srgbClr val="CED7E6">
              <a:alpha val="63033"/>
            </a:srgbClr>
          </a:solidFill>
          <a:ln>
            <a:noFill/>
          </a:ln>
        </p:spPr>
      </p:sp>
      <p:sp>
        <p:nvSpPr>
          <p:cNvPr id="62" name="wm.whiteboard.108.54"/>
          <p:cNvSpPr/>
          <p:nvPr/>
        </p:nvSpPr>
        <p:spPr>
          <a:xfrm>
            <a:off x="1638300" y="914400"/>
            <a:ext cx="38100" cy="38100"/>
          </a:xfrm>
          <a:prstGeom prst="rect">
            <a:avLst/>
          </a:prstGeom>
          <a:solidFill>
            <a:srgbClr val="CED7E6">
              <a:alpha val="55346"/>
            </a:srgbClr>
          </a:solidFill>
          <a:ln>
            <a:noFill/>
          </a:ln>
        </p:spPr>
      </p:sp>
      <p:sp>
        <p:nvSpPr>
          <p:cNvPr id="63" name="wm.whiteboard.108.72"/>
          <p:cNvSpPr/>
          <p:nvPr/>
        </p:nvSpPr>
        <p:spPr>
          <a:xfrm>
            <a:off x="1638300" y="1143000"/>
            <a:ext cx="38100" cy="38100"/>
          </a:xfrm>
          <a:prstGeom prst="rect">
            <a:avLst/>
          </a:prstGeom>
          <a:solidFill>
            <a:srgbClr val="CED7E6">
              <a:alpha val="45583"/>
            </a:srgbClr>
          </a:solidFill>
          <a:ln>
            <a:noFill/>
          </a:ln>
        </p:spPr>
      </p:sp>
      <p:sp>
        <p:nvSpPr>
          <p:cNvPr id="64" name="wm.whiteboard.108.90"/>
          <p:cNvSpPr/>
          <p:nvPr/>
        </p:nvSpPr>
        <p:spPr>
          <a:xfrm>
            <a:off x="1638300" y="1371600"/>
            <a:ext cx="38100" cy="38100"/>
          </a:xfrm>
          <a:prstGeom prst="rect">
            <a:avLst/>
          </a:prstGeom>
          <a:solidFill>
            <a:srgbClr val="CED7E6">
              <a:alpha val="34251"/>
            </a:srgbClr>
          </a:solidFill>
          <a:ln>
            <a:noFill/>
          </a:ln>
        </p:spPr>
      </p:sp>
      <p:sp>
        <p:nvSpPr>
          <p:cNvPr id="65" name="wm.whiteboard.108.108"/>
          <p:cNvSpPr/>
          <p:nvPr/>
        </p:nvSpPr>
        <p:spPr>
          <a:xfrm>
            <a:off x="1638300" y="1600200"/>
            <a:ext cx="38100" cy="38100"/>
          </a:xfrm>
          <a:prstGeom prst="rect">
            <a:avLst/>
          </a:prstGeom>
          <a:solidFill>
            <a:srgbClr val="CED7E6">
              <a:alpha val="21754"/>
            </a:srgbClr>
          </a:solidFill>
          <a:ln>
            <a:noFill/>
          </a:ln>
        </p:spPr>
      </p:sp>
      <p:sp>
        <p:nvSpPr>
          <p:cNvPr id="66" name="wm.whiteboard.108.126"/>
          <p:cNvSpPr/>
          <p:nvPr/>
        </p:nvSpPr>
        <p:spPr>
          <a:xfrm>
            <a:off x="1638300" y="1828800"/>
            <a:ext cx="38100" cy="38100"/>
          </a:xfrm>
          <a:prstGeom prst="rect">
            <a:avLst/>
          </a:prstGeom>
          <a:solidFill>
            <a:srgbClr val="CED7E6">
              <a:alpha val="8391"/>
            </a:srgbClr>
          </a:solidFill>
          <a:ln>
            <a:noFill/>
          </a:ln>
        </p:spPr>
      </p:sp>
      <p:sp>
        <p:nvSpPr>
          <p:cNvPr id="67" name="wm.whiteboard.126.0"/>
          <p:cNvSpPr/>
          <p:nvPr/>
        </p:nvSpPr>
        <p:spPr>
          <a:xfrm>
            <a:off x="1866900" y="228600"/>
            <a:ext cx="38100" cy="38100"/>
          </a:xfrm>
          <a:prstGeom prst="rect">
            <a:avLst/>
          </a:prstGeom>
          <a:solidFill>
            <a:srgbClr val="CED7E6">
              <a:alpha val="56247"/>
            </a:srgbClr>
          </a:solidFill>
          <a:ln>
            <a:noFill/>
          </a:ln>
        </p:spPr>
      </p:sp>
      <p:sp>
        <p:nvSpPr>
          <p:cNvPr id="68" name="wm.whiteboard.126.18"/>
          <p:cNvSpPr/>
          <p:nvPr/>
        </p:nvSpPr>
        <p:spPr>
          <a:xfrm>
            <a:off x="1866900" y="457200"/>
            <a:ext cx="38100" cy="38100"/>
          </a:xfrm>
          <a:prstGeom prst="rect">
            <a:avLst/>
          </a:prstGeom>
          <a:solidFill>
            <a:srgbClr val="CED7E6">
              <a:alpha val="54578"/>
            </a:srgbClr>
          </a:solidFill>
          <a:ln>
            <a:noFill/>
          </a:ln>
        </p:spPr>
      </p:sp>
      <p:sp>
        <p:nvSpPr>
          <p:cNvPr id="69" name="wm.whiteboard.126.36"/>
          <p:cNvSpPr/>
          <p:nvPr/>
        </p:nvSpPr>
        <p:spPr>
          <a:xfrm>
            <a:off x="1866900" y="685800"/>
            <a:ext cx="38100" cy="38100"/>
          </a:xfrm>
          <a:prstGeom prst="rect">
            <a:avLst/>
          </a:prstGeom>
          <a:solidFill>
            <a:srgbClr val="CED7E6">
              <a:alpha val="50182"/>
            </a:srgbClr>
          </a:solidFill>
          <a:ln>
            <a:noFill/>
          </a:ln>
        </p:spPr>
      </p:sp>
      <p:sp>
        <p:nvSpPr>
          <p:cNvPr id="70" name="wm.whiteboard.126.54"/>
          <p:cNvSpPr/>
          <p:nvPr/>
        </p:nvSpPr>
        <p:spPr>
          <a:xfrm>
            <a:off x="1866900" y="914400"/>
            <a:ext cx="38100" cy="38100"/>
          </a:xfrm>
          <a:prstGeom prst="rect">
            <a:avLst/>
          </a:prstGeom>
          <a:solidFill>
            <a:srgbClr val="CED7E6">
              <a:alpha val="43386"/>
            </a:srgbClr>
          </a:solidFill>
          <a:ln>
            <a:noFill/>
          </a:ln>
        </p:spPr>
      </p:sp>
      <p:sp>
        <p:nvSpPr>
          <p:cNvPr id="71" name="wm.whiteboard.126.72"/>
          <p:cNvSpPr/>
          <p:nvPr/>
        </p:nvSpPr>
        <p:spPr>
          <a:xfrm>
            <a:off x="1866900" y="1143000"/>
            <a:ext cx="38100" cy="38100"/>
          </a:xfrm>
          <a:prstGeom prst="rect">
            <a:avLst/>
          </a:prstGeom>
          <a:solidFill>
            <a:srgbClr val="CED7E6">
              <a:alpha val="34598"/>
            </a:srgbClr>
          </a:solidFill>
          <a:ln>
            <a:noFill/>
          </a:ln>
        </p:spPr>
      </p:sp>
      <p:sp>
        <p:nvSpPr>
          <p:cNvPr id="72" name="wm.whiteboard.126.90"/>
          <p:cNvSpPr/>
          <p:nvPr/>
        </p:nvSpPr>
        <p:spPr>
          <a:xfrm>
            <a:off x="1866900" y="1371600"/>
            <a:ext cx="38100" cy="38100"/>
          </a:xfrm>
          <a:prstGeom prst="rect">
            <a:avLst/>
          </a:prstGeom>
          <a:solidFill>
            <a:srgbClr val="CED7E6">
              <a:alpha val="24223"/>
            </a:srgbClr>
          </a:solidFill>
          <a:ln>
            <a:noFill/>
          </a:ln>
        </p:spPr>
      </p:sp>
      <p:sp>
        <p:nvSpPr>
          <p:cNvPr id="73" name="wm.whiteboard.126.108"/>
          <p:cNvSpPr/>
          <p:nvPr/>
        </p:nvSpPr>
        <p:spPr>
          <a:xfrm>
            <a:off x="1866900" y="1600200"/>
            <a:ext cx="38100" cy="38100"/>
          </a:xfrm>
          <a:prstGeom prst="rect">
            <a:avLst/>
          </a:prstGeom>
          <a:solidFill>
            <a:srgbClr val="CED7E6">
              <a:alpha val="12610"/>
            </a:srgbClr>
          </a:solidFill>
          <a:ln>
            <a:noFill/>
          </a:ln>
        </p:spPr>
      </p:sp>
      <p:sp>
        <p:nvSpPr>
          <p:cNvPr id="74" name="wm.whiteboard.126.126"/>
          <p:cNvSpPr/>
          <p:nvPr/>
        </p:nvSpPr>
        <p:spPr>
          <a:xfrm>
            <a:off x="1866900" y="1828800"/>
            <a:ext cx="38100" cy="38100"/>
          </a:xfrm>
          <a:prstGeom prst="rect">
            <a:avLst/>
          </a:prstGeom>
          <a:solidFill>
            <a:srgbClr val="CED7E6">
              <a:alpha val="40"/>
            </a:srgbClr>
          </a:solidFill>
          <a:ln>
            <a:noFill/>
          </a:ln>
        </p:spPr>
      </p:sp>
      <p:sp>
        <p:nvSpPr>
          <p:cNvPr id="75" name="wm.whiteboard.144.0"/>
          <p:cNvSpPr/>
          <p:nvPr/>
        </p:nvSpPr>
        <p:spPr>
          <a:xfrm>
            <a:off x="2095500" y="228600"/>
            <a:ext cx="38100" cy="38100"/>
          </a:xfrm>
          <a:prstGeom prst="rect">
            <a:avLst/>
          </a:prstGeom>
          <a:solidFill>
            <a:srgbClr val="CED7E6">
              <a:alpha val="42471"/>
            </a:srgbClr>
          </a:solidFill>
          <a:ln>
            <a:noFill/>
          </a:ln>
        </p:spPr>
      </p:sp>
      <p:sp>
        <p:nvSpPr>
          <p:cNvPr id="76" name="wm.whiteboard.144.18"/>
          <p:cNvSpPr/>
          <p:nvPr/>
        </p:nvSpPr>
        <p:spPr>
          <a:xfrm>
            <a:off x="2095500" y="457200"/>
            <a:ext cx="38100" cy="38100"/>
          </a:xfrm>
          <a:prstGeom prst="rect">
            <a:avLst/>
          </a:prstGeom>
          <a:solidFill>
            <a:srgbClr val="CED7E6">
              <a:alpha val="41005"/>
            </a:srgbClr>
          </a:solidFill>
          <a:ln>
            <a:noFill/>
          </a:ln>
        </p:spPr>
      </p:sp>
      <p:sp>
        <p:nvSpPr>
          <p:cNvPr id="77" name="wm.whiteboard.144.36"/>
          <p:cNvSpPr/>
          <p:nvPr/>
        </p:nvSpPr>
        <p:spPr>
          <a:xfrm>
            <a:off x="2095500" y="685800"/>
            <a:ext cx="38100" cy="38100"/>
          </a:xfrm>
          <a:prstGeom prst="rect">
            <a:avLst/>
          </a:prstGeom>
          <a:solidFill>
            <a:srgbClr val="CED7E6">
              <a:alpha val="37120"/>
            </a:srgbClr>
          </a:solidFill>
          <a:ln>
            <a:noFill/>
          </a:ln>
        </p:spPr>
      </p:sp>
      <p:sp>
        <p:nvSpPr>
          <p:cNvPr id="78" name="wm.whiteboard.144.54"/>
          <p:cNvSpPr/>
          <p:nvPr/>
        </p:nvSpPr>
        <p:spPr>
          <a:xfrm>
            <a:off x="2095500" y="914400"/>
            <a:ext cx="38100" cy="38100"/>
          </a:xfrm>
          <a:prstGeom prst="rect">
            <a:avLst/>
          </a:prstGeom>
          <a:solidFill>
            <a:srgbClr val="CED7E6">
              <a:alpha val="31044"/>
            </a:srgbClr>
          </a:solidFill>
          <a:ln>
            <a:noFill/>
          </a:ln>
        </p:spPr>
      </p:sp>
      <p:sp>
        <p:nvSpPr>
          <p:cNvPr id="79" name="wm.whiteboard.144.72"/>
          <p:cNvSpPr/>
          <p:nvPr/>
        </p:nvSpPr>
        <p:spPr>
          <a:xfrm>
            <a:off x="2095500" y="1143000"/>
            <a:ext cx="38100" cy="38100"/>
          </a:xfrm>
          <a:prstGeom prst="rect">
            <a:avLst/>
          </a:prstGeom>
          <a:solidFill>
            <a:srgbClr val="CED7E6">
              <a:alpha val="23083"/>
            </a:srgbClr>
          </a:solidFill>
          <a:ln>
            <a:noFill/>
          </a:ln>
        </p:spPr>
      </p:sp>
      <p:sp>
        <p:nvSpPr>
          <p:cNvPr id="80" name="wm.whiteboard.144.90"/>
          <p:cNvSpPr/>
          <p:nvPr/>
        </p:nvSpPr>
        <p:spPr>
          <a:xfrm>
            <a:off x="2095500" y="1371600"/>
            <a:ext cx="38100" cy="38100"/>
          </a:xfrm>
          <a:prstGeom prst="rect">
            <a:avLst/>
          </a:prstGeom>
          <a:solidFill>
            <a:srgbClr val="CED7E6">
              <a:alpha val="13557"/>
            </a:srgbClr>
          </a:solidFill>
          <a:ln>
            <a:noFill/>
          </a:ln>
        </p:spPr>
      </p:sp>
      <p:sp>
        <p:nvSpPr>
          <p:cNvPr id="81" name="wm.whiteboard.144.108"/>
          <p:cNvSpPr/>
          <p:nvPr/>
        </p:nvSpPr>
        <p:spPr>
          <a:xfrm>
            <a:off x="2095500" y="1600200"/>
            <a:ext cx="38100" cy="38100"/>
          </a:xfrm>
          <a:prstGeom prst="rect">
            <a:avLst/>
          </a:prstGeom>
          <a:solidFill>
            <a:srgbClr val="CED7E6">
              <a:alpha val="2762"/>
            </a:srgbClr>
          </a:solidFill>
          <a:ln>
            <a:noFill/>
          </a:ln>
        </p:spPr>
      </p:sp>
      <p:sp>
        <p:nvSpPr>
          <p:cNvPr id="82" name="wm.whiteboard.162.0"/>
          <p:cNvSpPr/>
          <p:nvPr/>
        </p:nvSpPr>
        <p:spPr>
          <a:xfrm>
            <a:off x="2324100" y="228600"/>
            <a:ext cx="38100" cy="38100"/>
          </a:xfrm>
          <a:prstGeom prst="rect">
            <a:avLst/>
          </a:prstGeom>
          <a:solidFill>
            <a:srgbClr val="CED7E6">
              <a:alpha val="28695"/>
            </a:srgbClr>
          </a:solidFill>
          <a:ln>
            <a:noFill/>
          </a:ln>
        </p:spPr>
      </p:sp>
      <p:sp>
        <p:nvSpPr>
          <p:cNvPr id="83" name="wm.whiteboard.162.18"/>
          <p:cNvSpPr/>
          <p:nvPr/>
        </p:nvSpPr>
        <p:spPr>
          <a:xfrm>
            <a:off x="2324100" y="457200"/>
            <a:ext cx="38100" cy="38100"/>
          </a:xfrm>
          <a:prstGeom prst="rect">
            <a:avLst/>
          </a:prstGeom>
          <a:solidFill>
            <a:srgbClr val="CED7E6">
              <a:alpha val="27389"/>
            </a:srgbClr>
          </a:solidFill>
          <a:ln>
            <a:noFill/>
          </a:ln>
        </p:spPr>
      </p:sp>
      <p:sp>
        <p:nvSpPr>
          <p:cNvPr id="84" name="wm.whiteboard.162.36"/>
          <p:cNvSpPr/>
          <p:nvPr/>
        </p:nvSpPr>
        <p:spPr>
          <a:xfrm>
            <a:off x="2324100" y="685800"/>
            <a:ext cx="38100" cy="38100"/>
          </a:xfrm>
          <a:prstGeom prst="rect">
            <a:avLst/>
          </a:prstGeom>
          <a:solidFill>
            <a:srgbClr val="CED7E6">
              <a:alpha val="23910"/>
            </a:srgbClr>
          </a:solidFill>
          <a:ln>
            <a:noFill/>
          </a:ln>
        </p:spPr>
      </p:sp>
      <p:sp>
        <p:nvSpPr>
          <p:cNvPr id="85" name="wm.whiteboard.162.54"/>
          <p:cNvSpPr/>
          <p:nvPr/>
        </p:nvSpPr>
        <p:spPr>
          <a:xfrm>
            <a:off x="2324100" y="914400"/>
            <a:ext cx="38100" cy="38100"/>
          </a:xfrm>
          <a:prstGeom prst="rect">
            <a:avLst/>
          </a:prstGeom>
          <a:solidFill>
            <a:srgbClr val="CED7E6">
              <a:alpha val="18425"/>
            </a:srgbClr>
          </a:solidFill>
          <a:ln>
            <a:noFill/>
          </a:ln>
        </p:spPr>
      </p:sp>
      <p:sp>
        <p:nvSpPr>
          <p:cNvPr id="86" name="wm.whiteboard.162.72"/>
          <p:cNvSpPr/>
          <p:nvPr/>
        </p:nvSpPr>
        <p:spPr>
          <a:xfrm>
            <a:off x="2324100" y="1143000"/>
            <a:ext cx="38100" cy="38100"/>
          </a:xfrm>
          <a:prstGeom prst="rect">
            <a:avLst/>
          </a:prstGeom>
          <a:solidFill>
            <a:srgbClr val="CED7E6">
              <a:alpha val="11167"/>
            </a:srgbClr>
          </a:solidFill>
          <a:ln>
            <a:noFill/>
          </a:ln>
        </p:spPr>
      </p:sp>
      <p:sp>
        <p:nvSpPr>
          <p:cNvPr id="87" name="wm.whiteboard.162.90"/>
          <p:cNvSpPr/>
          <p:nvPr/>
        </p:nvSpPr>
        <p:spPr>
          <a:xfrm>
            <a:off x="2324100" y="1371600"/>
            <a:ext cx="38100" cy="38100"/>
          </a:xfrm>
          <a:prstGeom prst="rect">
            <a:avLst/>
          </a:prstGeom>
          <a:solidFill>
            <a:srgbClr val="CED7E6">
              <a:alpha val="2388"/>
            </a:srgbClr>
          </a:solidFill>
          <a:ln>
            <a:noFill/>
          </a:ln>
        </p:spPr>
      </p:sp>
      <p:sp>
        <p:nvSpPr>
          <p:cNvPr id="88" name="wm.whiteboard.180.0"/>
          <p:cNvSpPr/>
          <p:nvPr/>
        </p:nvSpPr>
        <p:spPr>
          <a:xfrm>
            <a:off x="2552700" y="228600"/>
            <a:ext cx="38100" cy="38100"/>
          </a:xfrm>
          <a:prstGeom prst="rect">
            <a:avLst/>
          </a:prstGeom>
          <a:solidFill>
            <a:srgbClr val="CED7E6">
              <a:alpha val="14918"/>
            </a:srgbClr>
          </a:solidFill>
          <a:ln>
            <a:noFill/>
          </a:ln>
        </p:spPr>
      </p:sp>
      <p:sp>
        <p:nvSpPr>
          <p:cNvPr id="89" name="wm.whiteboard.180.18"/>
          <p:cNvSpPr/>
          <p:nvPr/>
        </p:nvSpPr>
        <p:spPr>
          <a:xfrm>
            <a:off x="2552700" y="457200"/>
            <a:ext cx="38100" cy="38100"/>
          </a:xfrm>
          <a:prstGeom prst="rect">
            <a:avLst/>
          </a:prstGeom>
          <a:solidFill>
            <a:srgbClr val="CED7E6">
              <a:alpha val="13741"/>
            </a:srgbClr>
          </a:solidFill>
          <a:ln>
            <a:noFill/>
          </a:ln>
        </p:spPr>
      </p:sp>
      <p:sp>
        <p:nvSpPr>
          <p:cNvPr id="90" name="wm.whiteboard.180.36"/>
          <p:cNvSpPr/>
          <p:nvPr/>
        </p:nvSpPr>
        <p:spPr>
          <a:xfrm>
            <a:off x="2552700" y="685800"/>
            <a:ext cx="38100" cy="38100"/>
          </a:xfrm>
          <a:prstGeom prst="rect">
            <a:avLst/>
          </a:prstGeom>
          <a:solidFill>
            <a:srgbClr val="CED7E6">
              <a:alpha val="10593"/>
            </a:srgbClr>
          </a:solidFill>
          <a:ln>
            <a:noFill/>
          </a:ln>
        </p:spPr>
      </p:sp>
      <p:sp>
        <p:nvSpPr>
          <p:cNvPr id="91" name="wm.whiteboard.180.54"/>
          <p:cNvSpPr/>
          <p:nvPr/>
        </p:nvSpPr>
        <p:spPr>
          <a:xfrm>
            <a:off x="2552700" y="914400"/>
            <a:ext cx="38100" cy="38100"/>
          </a:xfrm>
          <a:prstGeom prst="rect">
            <a:avLst/>
          </a:prstGeom>
          <a:solidFill>
            <a:srgbClr val="CED7E6">
              <a:alpha val="5600"/>
            </a:srgbClr>
          </a:solidFill>
          <a:ln>
            <a:noFill/>
          </a:ln>
        </p:spPr>
      </p:sp>
      <p:sp>
        <p:nvSpPr>
          <p:cNvPr id="92" name="wm.whiteboard.198.0"/>
          <p:cNvSpPr/>
          <p:nvPr/>
        </p:nvSpPr>
        <p:spPr>
          <a:xfrm>
            <a:off x="2781300" y="228600"/>
            <a:ext cx="38100" cy="38100"/>
          </a:xfrm>
          <a:prstGeom prst="rect">
            <a:avLst/>
          </a:prstGeom>
          <a:solidFill>
            <a:srgbClr val="CED7E6">
              <a:alpha val="1142"/>
            </a:srgbClr>
          </a:solidFill>
          <a:ln>
            <a:noFill/>
          </a:ln>
        </p:spPr>
      </p:sp>
      <p:sp>
        <p:nvSpPr>
          <p:cNvPr id="93" name="wm.whiteboard.198.18"/>
          <p:cNvSpPr/>
          <p:nvPr/>
        </p:nvSpPr>
        <p:spPr>
          <a:xfrm>
            <a:off x="2781300" y="457200"/>
            <a:ext cx="38100" cy="38100"/>
          </a:xfrm>
          <a:prstGeom prst="rect">
            <a:avLst/>
          </a:prstGeom>
          <a:solidFill>
            <a:srgbClr val="CED7E6">
              <a:alpha val="69"/>
            </a:srgbClr>
          </a:solidFill>
          <a:ln>
            <a:noFill/>
          </a:ln>
        </p:spPr>
      </p:sp>
      <p:sp>
        <p:nvSpPr>
          <p:cNvPr id="94" name="wm.header.rule"/>
          <p:cNvSpPr/>
          <p:nvPr/>
        </p:nvSpPr>
        <p:spPr>
          <a:xfrm>
            <a:off x="723900" y="2057400"/>
            <a:ext cx="3429000" cy="9525"/>
          </a:xfrm>
          <a:prstGeom prst="rect">
            <a:avLst/>
          </a:prstGeom>
          <a:solidFill>
            <a:srgbClr val="CED7E6"/>
          </a:solidFill>
          <a:ln>
            <a:noFill/>
          </a:ln>
        </p:spPr>
      </p:sp>
      <p:pic>
        <p:nvPicPr>
          <p:cNvPr id="95"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210300"/>
            <a:ext cx="729403" cy="152400"/>
          </a:xfrm>
          <a:prstGeom prst="rect">
            <a:avLst/>
          </a:prstGeom>
        </p:spPr>
      </p:pic>
      <p:sp>
        <p:nvSpPr>
          <p:cNvPr id="96" name="wm.legal"/>
          <p:cNvSpPr/>
          <p:nvPr/>
        </p:nvSpPr>
        <p:spPr>
          <a:xfrm>
            <a:off x="2171700" y="6172200"/>
            <a:ext cx="89154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wmds.frame.6b3c5f48f7c0f186d001">
    <p:bg>
      <p:bgPr>
        <a:solidFill>
          <a:srgbClr val="FFFFFF"/>
        </a:solidFill>
      </p:bgPr>
    </p:bg>
    <p:spTree>
      <p:nvGrpSpPr>
        <p:cNvPr id="1" name=""/>
        <p:cNvGrpSpPr/>
        <p:nvPr/>
      </p:nvGrpSpPr>
      <p:grpSpPr>
        <a:xfrm>
          <a:off x="0" y="0"/>
          <a:ext cx="0" cy="0"/>
          <a:chOff x="0" y="0"/>
          <a:chExt cx="0" cy="0"/>
        </a:xfrm>
      </p:grpSpPr>
      <p:sp>
        <p:nvSpPr>
          <p:cNvPr id="2" name="wm.rail"/>
          <p:cNvSpPr/>
          <p:nvPr/>
        </p:nvSpPr>
        <p:spPr>
          <a:xfrm>
            <a:off x="0" y="0"/>
            <a:ext cx="3467100" cy="6858000"/>
          </a:xfrm>
          <a:prstGeom prst="rect">
            <a:avLst/>
          </a:prstGeom>
          <a:solidFill>
            <a:srgbClr val="070154"/>
          </a:solidFill>
          <a:ln>
            <a:noFill/>
          </a:ln>
        </p:spPr>
      </p:sp>
      <p:sp>
        <p:nvSpPr>
          <p:cNvPr id="3" name="wm.footer.rule"/>
          <p:cNvSpPr/>
          <p:nvPr/>
        </p:nvSpPr>
        <p:spPr>
          <a:xfrm>
            <a:off x="4381500" y="6057900"/>
            <a:ext cx="7086600" cy="9525"/>
          </a:xfrm>
          <a:prstGeom prst="rect">
            <a:avLst/>
          </a:prstGeom>
          <a:solidFill>
            <a:srgbClr val="CED7E6"/>
          </a:solidFill>
          <a:ln>
            <a:noFill/>
          </a:ln>
        </p:spPr>
      </p:sp>
      <p:sp>
        <p:nvSpPr>
          <p:cNvPr id="4" name="wm.whiteboard.0.0"/>
          <p:cNvSpPr/>
          <p:nvPr/>
        </p:nvSpPr>
        <p:spPr>
          <a:xfrm>
            <a:off x="3695700" y="228600"/>
            <a:ext cx="38100" cy="38100"/>
          </a:xfrm>
          <a:prstGeom prst="rect">
            <a:avLst/>
          </a:prstGeom>
          <a:solidFill>
            <a:srgbClr val="CED7E6"/>
          </a:solidFill>
          <a:ln>
            <a:noFill/>
          </a:ln>
        </p:spPr>
      </p:sp>
      <p:sp>
        <p:nvSpPr>
          <p:cNvPr id="5" name="wm.whiteboard.0.18"/>
          <p:cNvSpPr/>
          <p:nvPr/>
        </p:nvSpPr>
        <p:spPr>
          <a:xfrm>
            <a:off x="3695700" y="457200"/>
            <a:ext cx="38100" cy="38100"/>
          </a:xfrm>
          <a:prstGeom prst="rect">
            <a:avLst/>
          </a:prstGeom>
          <a:solidFill>
            <a:srgbClr val="CED7E6"/>
          </a:solidFill>
          <a:ln>
            <a:noFill/>
          </a:ln>
        </p:spPr>
      </p:sp>
      <p:sp>
        <p:nvSpPr>
          <p:cNvPr id="6" name="wm.whiteboard.0.36"/>
          <p:cNvSpPr/>
          <p:nvPr/>
        </p:nvSpPr>
        <p:spPr>
          <a:xfrm>
            <a:off x="3695700" y="685800"/>
            <a:ext cx="38100" cy="38100"/>
          </a:xfrm>
          <a:prstGeom prst="rect">
            <a:avLst/>
          </a:prstGeom>
          <a:solidFill>
            <a:srgbClr val="CED7E6"/>
          </a:solidFill>
          <a:ln>
            <a:noFill/>
          </a:ln>
        </p:spPr>
      </p:sp>
      <p:sp>
        <p:nvSpPr>
          <p:cNvPr id="7" name="wm.whiteboard.0.54"/>
          <p:cNvSpPr/>
          <p:nvPr/>
        </p:nvSpPr>
        <p:spPr>
          <a:xfrm>
            <a:off x="3695700" y="914400"/>
            <a:ext cx="38100" cy="38100"/>
          </a:xfrm>
          <a:prstGeom prst="rect">
            <a:avLst/>
          </a:prstGeom>
          <a:solidFill>
            <a:srgbClr val="CED7E6"/>
          </a:solidFill>
          <a:ln>
            <a:noFill/>
          </a:ln>
        </p:spPr>
      </p:sp>
      <p:sp>
        <p:nvSpPr>
          <p:cNvPr id="8" name="wm.whiteboard.0.72"/>
          <p:cNvSpPr/>
          <p:nvPr/>
        </p:nvSpPr>
        <p:spPr>
          <a:xfrm>
            <a:off x="3695700" y="1143000"/>
            <a:ext cx="38100" cy="38100"/>
          </a:xfrm>
          <a:prstGeom prst="rect">
            <a:avLst/>
          </a:prstGeom>
          <a:solidFill>
            <a:srgbClr val="CED7E6">
              <a:alpha val="85305"/>
            </a:srgbClr>
          </a:solidFill>
          <a:ln>
            <a:noFill/>
          </a:ln>
        </p:spPr>
      </p:sp>
      <p:sp>
        <p:nvSpPr>
          <p:cNvPr id="9" name="wm.whiteboard.0.90"/>
          <p:cNvSpPr/>
          <p:nvPr/>
        </p:nvSpPr>
        <p:spPr>
          <a:xfrm>
            <a:off x="3695700" y="1371600"/>
            <a:ext cx="38100" cy="38100"/>
          </a:xfrm>
          <a:prstGeom prst="rect">
            <a:avLst/>
          </a:prstGeom>
          <a:solidFill>
            <a:srgbClr val="CED7E6">
              <a:alpha val="68524"/>
            </a:srgbClr>
          </a:solidFill>
          <a:ln>
            <a:noFill/>
          </a:ln>
        </p:spPr>
      </p:sp>
      <p:sp>
        <p:nvSpPr>
          <p:cNvPr id="10" name="wm.whiteboard.0.108"/>
          <p:cNvSpPr/>
          <p:nvPr/>
        </p:nvSpPr>
        <p:spPr>
          <a:xfrm>
            <a:off x="3695700" y="1600200"/>
            <a:ext cx="38100" cy="38100"/>
          </a:xfrm>
          <a:prstGeom prst="rect">
            <a:avLst/>
          </a:prstGeom>
          <a:solidFill>
            <a:srgbClr val="CED7E6">
              <a:alpha val="51742"/>
            </a:srgbClr>
          </a:solidFill>
          <a:ln>
            <a:noFill/>
          </a:ln>
        </p:spPr>
      </p:sp>
      <p:sp>
        <p:nvSpPr>
          <p:cNvPr id="11" name="wm.whiteboard.0.126"/>
          <p:cNvSpPr/>
          <p:nvPr/>
        </p:nvSpPr>
        <p:spPr>
          <a:xfrm>
            <a:off x="3695700" y="1828800"/>
            <a:ext cx="38100" cy="38100"/>
          </a:xfrm>
          <a:prstGeom prst="rect">
            <a:avLst/>
          </a:prstGeom>
          <a:solidFill>
            <a:srgbClr val="CED7E6">
              <a:alpha val="34959"/>
            </a:srgbClr>
          </a:solidFill>
          <a:ln>
            <a:noFill/>
          </a:ln>
        </p:spPr>
      </p:sp>
      <p:sp>
        <p:nvSpPr>
          <p:cNvPr id="12" name="wm.whiteboard.0.144"/>
          <p:cNvSpPr/>
          <p:nvPr/>
        </p:nvSpPr>
        <p:spPr>
          <a:xfrm>
            <a:off x="3695700" y="2057400"/>
            <a:ext cx="38100" cy="38100"/>
          </a:xfrm>
          <a:prstGeom prst="rect">
            <a:avLst/>
          </a:prstGeom>
          <a:solidFill>
            <a:srgbClr val="CED7E6">
              <a:alpha val="18177"/>
            </a:srgbClr>
          </a:solidFill>
          <a:ln>
            <a:noFill/>
          </a:ln>
        </p:spPr>
      </p:sp>
      <p:sp>
        <p:nvSpPr>
          <p:cNvPr id="13" name="wm.whiteboard.0.162"/>
          <p:cNvSpPr/>
          <p:nvPr/>
        </p:nvSpPr>
        <p:spPr>
          <a:xfrm>
            <a:off x="3695700" y="2286000"/>
            <a:ext cx="38100" cy="38100"/>
          </a:xfrm>
          <a:prstGeom prst="rect">
            <a:avLst/>
          </a:prstGeom>
          <a:solidFill>
            <a:srgbClr val="CED7E6">
              <a:alpha val="1394"/>
            </a:srgbClr>
          </a:solidFill>
          <a:ln>
            <a:noFill/>
          </a:ln>
        </p:spPr>
      </p:sp>
      <p:sp>
        <p:nvSpPr>
          <p:cNvPr id="14" name="wm.whiteboard.18.0"/>
          <p:cNvSpPr/>
          <p:nvPr/>
        </p:nvSpPr>
        <p:spPr>
          <a:xfrm>
            <a:off x="3924300" y="228600"/>
            <a:ext cx="38100" cy="38100"/>
          </a:xfrm>
          <a:prstGeom prst="rect">
            <a:avLst/>
          </a:prstGeom>
          <a:solidFill>
            <a:srgbClr val="CED7E6"/>
          </a:solidFill>
          <a:ln>
            <a:noFill/>
          </a:ln>
        </p:spPr>
      </p:sp>
      <p:sp>
        <p:nvSpPr>
          <p:cNvPr id="15" name="wm.whiteboard.18.18"/>
          <p:cNvSpPr/>
          <p:nvPr/>
        </p:nvSpPr>
        <p:spPr>
          <a:xfrm>
            <a:off x="3924300" y="457200"/>
            <a:ext cx="38100" cy="38100"/>
          </a:xfrm>
          <a:prstGeom prst="rect">
            <a:avLst/>
          </a:prstGeom>
          <a:solidFill>
            <a:srgbClr val="CED7E6"/>
          </a:solidFill>
          <a:ln>
            <a:noFill/>
          </a:ln>
        </p:spPr>
      </p:sp>
      <p:sp>
        <p:nvSpPr>
          <p:cNvPr id="16" name="wm.whiteboard.18.36"/>
          <p:cNvSpPr/>
          <p:nvPr/>
        </p:nvSpPr>
        <p:spPr>
          <a:xfrm>
            <a:off x="3924300" y="685800"/>
            <a:ext cx="38100" cy="38100"/>
          </a:xfrm>
          <a:prstGeom prst="rect">
            <a:avLst/>
          </a:prstGeom>
          <a:solidFill>
            <a:srgbClr val="CED7E6"/>
          </a:solidFill>
          <a:ln>
            <a:noFill/>
          </a:ln>
        </p:spPr>
      </p:sp>
      <p:sp>
        <p:nvSpPr>
          <p:cNvPr id="17" name="wm.whiteboard.18.54"/>
          <p:cNvSpPr/>
          <p:nvPr/>
        </p:nvSpPr>
        <p:spPr>
          <a:xfrm>
            <a:off x="3924300" y="914400"/>
            <a:ext cx="38100" cy="38100"/>
          </a:xfrm>
          <a:prstGeom prst="rect">
            <a:avLst/>
          </a:prstGeom>
          <a:solidFill>
            <a:srgbClr val="CED7E6">
              <a:alpha val="99988"/>
            </a:srgbClr>
          </a:solidFill>
          <a:ln>
            <a:noFill/>
          </a:ln>
        </p:spPr>
      </p:sp>
      <p:sp>
        <p:nvSpPr>
          <p:cNvPr id="18" name="wm.whiteboard.18.72"/>
          <p:cNvSpPr/>
          <p:nvPr/>
        </p:nvSpPr>
        <p:spPr>
          <a:xfrm>
            <a:off x="3924300" y="1143000"/>
            <a:ext cx="38100" cy="38100"/>
          </a:xfrm>
          <a:prstGeom prst="rect">
            <a:avLst/>
          </a:prstGeom>
          <a:solidFill>
            <a:srgbClr val="CED7E6">
              <a:alpha val="83708"/>
            </a:srgbClr>
          </a:solidFill>
          <a:ln>
            <a:noFill/>
          </a:ln>
        </p:spPr>
      </p:sp>
      <p:sp>
        <p:nvSpPr>
          <p:cNvPr id="19" name="wm.whiteboard.18.90"/>
          <p:cNvSpPr/>
          <p:nvPr/>
        </p:nvSpPr>
        <p:spPr>
          <a:xfrm>
            <a:off x="3924300" y="1371600"/>
            <a:ext cx="38100" cy="38100"/>
          </a:xfrm>
          <a:prstGeom prst="rect">
            <a:avLst/>
          </a:prstGeom>
          <a:solidFill>
            <a:srgbClr val="CED7E6">
              <a:alpha val="67236"/>
            </a:srgbClr>
          </a:solidFill>
          <a:ln>
            <a:noFill/>
          </a:ln>
        </p:spPr>
      </p:sp>
      <p:sp>
        <p:nvSpPr>
          <p:cNvPr id="20" name="wm.whiteboard.18.108"/>
          <p:cNvSpPr/>
          <p:nvPr/>
        </p:nvSpPr>
        <p:spPr>
          <a:xfrm>
            <a:off x="3924300" y="1600200"/>
            <a:ext cx="38100" cy="38100"/>
          </a:xfrm>
          <a:prstGeom prst="rect">
            <a:avLst/>
          </a:prstGeom>
          <a:solidFill>
            <a:srgbClr val="CED7E6">
              <a:alpha val="50663"/>
            </a:srgbClr>
          </a:solidFill>
          <a:ln>
            <a:noFill/>
          </a:ln>
        </p:spPr>
      </p:sp>
      <p:sp>
        <p:nvSpPr>
          <p:cNvPr id="21" name="wm.whiteboard.18.126"/>
          <p:cNvSpPr/>
          <p:nvPr/>
        </p:nvSpPr>
        <p:spPr>
          <a:xfrm>
            <a:off x="3924300" y="1828800"/>
            <a:ext cx="38100" cy="38100"/>
          </a:xfrm>
          <a:prstGeom prst="rect">
            <a:avLst/>
          </a:prstGeom>
          <a:solidFill>
            <a:srgbClr val="CED7E6">
              <a:alpha val="34032"/>
            </a:srgbClr>
          </a:solidFill>
          <a:ln>
            <a:noFill/>
          </a:ln>
        </p:spPr>
      </p:sp>
      <p:sp>
        <p:nvSpPr>
          <p:cNvPr id="22" name="wm.whiteboard.18.144"/>
          <p:cNvSpPr/>
          <p:nvPr/>
        </p:nvSpPr>
        <p:spPr>
          <a:xfrm>
            <a:off x="3924300" y="2057400"/>
            <a:ext cx="38100" cy="38100"/>
          </a:xfrm>
          <a:prstGeom prst="rect">
            <a:avLst/>
          </a:prstGeom>
          <a:solidFill>
            <a:srgbClr val="CED7E6">
              <a:alpha val="17363"/>
            </a:srgbClr>
          </a:solidFill>
          <a:ln>
            <a:noFill/>
          </a:ln>
        </p:spPr>
      </p:sp>
      <p:sp>
        <p:nvSpPr>
          <p:cNvPr id="23" name="wm.whiteboard.18.162"/>
          <p:cNvSpPr/>
          <p:nvPr/>
        </p:nvSpPr>
        <p:spPr>
          <a:xfrm>
            <a:off x="3924300" y="2286000"/>
            <a:ext cx="38100" cy="38100"/>
          </a:xfrm>
          <a:prstGeom prst="rect">
            <a:avLst/>
          </a:prstGeom>
          <a:solidFill>
            <a:srgbClr val="CED7E6">
              <a:alpha val="670"/>
            </a:srgbClr>
          </a:solidFill>
          <a:ln>
            <a:noFill/>
          </a:ln>
        </p:spPr>
      </p:sp>
      <p:sp>
        <p:nvSpPr>
          <p:cNvPr id="24" name="wm.whiteboard.36.0"/>
          <p:cNvSpPr/>
          <p:nvPr/>
        </p:nvSpPr>
        <p:spPr>
          <a:xfrm>
            <a:off x="4152900" y="228600"/>
            <a:ext cx="38100" cy="38100"/>
          </a:xfrm>
          <a:prstGeom prst="rect">
            <a:avLst/>
          </a:prstGeom>
          <a:solidFill>
            <a:srgbClr val="CED7E6"/>
          </a:solidFill>
          <a:ln>
            <a:noFill/>
          </a:ln>
        </p:spPr>
      </p:sp>
      <p:sp>
        <p:nvSpPr>
          <p:cNvPr id="25" name="wm.whiteboard.36.18"/>
          <p:cNvSpPr/>
          <p:nvPr/>
        </p:nvSpPr>
        <p:spPr>
          <a:xfrm>
            <a:off x="4152900" y="457200"/>
            <a:ext cx="38100" cy="38100"/>
          </a:xfrm>
          <a:prstGeom prst="rect">
            <a:avLst/>
          </a:prstGeom>
          <a:solidFill>
            <a:srgbClr val="CED7E6"/>
          </a:solidFill>
          <a:ln>
            <a:noFill/>
          </a:ln>
        </p:spPr>
      </p:sp>
      <p:sp>
        <p:nvSpPr>
          <p:cNvPr id="26" name="wm.whiteboard.36.36"/>
          <p:cNvSpPr/>
          <p:nvPr/>
        </p:nvSpPr>
        <p:spPr>
          <a:xfrm>
            <a:off x="4152900" y="685800"/>
            <a:ext cx="38100" cy="38100"/>
          </a:xfrm>
          <a:prstGeom prst="rect">
            <a:avLst/>
          </a:prstGeom>
          <a:solidFill>
            <a:srgbClr val="CED7E6"/>
          </a:solidFill>
          <a:ln>
            <a:noFill/>
          </a:ln>
        </p:spPr>
      </p:sp>
      <p:sp>
        <p:nvSpPr>
          <p:cNvPr id="27" name="wm.whiteboard.36.54"/>
          <p:cNvSpPr/>
          <p:nvPr/>
        </p:nvSpPr>
        <p:spPr>
          <a:xfrm>
            <a:off x="4152900" y="914400"/>
            <a:ext cx="38100" cy="38100"/>
          </a:xfrm>
          <a:prstGeom prst="rect">
            <a:avLst/>
          </a:prstGeom>
          <a:solidFill>
            <a:srgbClr val="CED7E6">
              <a:alpha val="94671"/>
            </a:srgbClr>
          </a:solidFill>
          <a:ln>
            <a:noFill/>
          </a:ln>
        </p:spPr>
      </p:sp>
      <p:sp>
        <p:nvSpPr>
          <p:cNvPr id="28" name="wm.whiteboard.36.72"/>
          <p:cNvSpPr/>
          <p:nvPr/>
        </p:nvSpPr>
        <p:spPr>
          <a:xfrm>
            <a:off x="4152900" y="1143000"/>
            <a:ext cx="38100" cy="38100"/>
          </a:xfrm>
          <a:prstGeom prst="rect">
            <a:avLst/>
          </a:prstGeom>
          <a:solidFill>
            <a:srgbClr val="CED7E6">
              <a:alpha val="79547"/>
            </a:srgbClr>
          </a:solidFill>
          <a:ln>
            <a:noFill/>
          </a:ln>
        </p:spPr>
      </p:sp>
      <p:sp>
        <p:nvSpPr>
          <p:cNvPr id="29" name="wm.whiteboard.36.90"/>
          <p:cNvSpPr/>
          <p:nvPr/>
        </p:nvSpPr>
        <p:spPr>
          <a:xfrm>
            <a:off x="4152900" y="1371600"/>
            <a:ext cx="38100" cy="38100"/>
          </a:xfrm>
          <a:prstGeom prst="rect">
            <a:avLst/>
          </a:prstGeom>
          <a:solidFill>
            <a:srgbClr val="CED7E6">
              <a:alpha val="63833"/>
            </a:srgbClr>
          </a:solidFill>
          <a:ln>
            <a:noFill/>
          </a:ln>
        </p:spPr>
      </p:sp>
      <p:sp>
        <p:nvSpPr>
          <p:cNvPr id="30" name="wm.whiteboard.36.108"/>
          <p:cNvSpPr/>
          <p:nvPr/>
        </p:nvSpPr>
        <p:spPr>
          <a:xfrm>
            <a:off x="4152900" y="1600200"/>
            <a:ext cx="38100" cy="38100"/>
          </a:xfrm>
          <a:prstGeom prst="rect">
            <a:avLst/>
          </a:prstGeom>
          <a:solidFill>
            <a:srgbClr val="CED7E6">
              <a:alpha val="47790"/>
            </a:srgbClr>
          </a:solidFill>
          <a:ln>
            <a:noFill/>
          </a:ln>
        </p:spPr>
      </p:sp>
      <p:sp>
        <p:nvSpPr>
          <p:cNvPr id="31" name="wm.whiteboard.36.126"/>
          <p:cNvSpPr/>
          <p:nvPr/>
        </p:nvSpPr>
        <p:spPr>
          <a:xfrm>
            <a:off x="4152900" y="1828800"/>
            <a:ext cx="38100" cy="38100"/>
          </a:xfrm>
          <a:prstGeom prst="rect">
            <a:avLst/>
          </a:prstGeom>
          <a:solidFill>
            <a:srgbClr val="CED7E6">
              <a:alpha val="31549"/>
            </a:srgbClr>
          </a:solidFill>
          <a:ln>
            <a:noFill/>
          </a:ln>
        </p:spPr>
      </p:sp>
      <p:sp>
        <p:nvSpPr>
          <p:cNvPr id="32" name="wm.whiteboard.36.144"/>
          <p:cNvSpPr/>
          <p:nvPr/>
        </p:nvSpPr>
        <p:spPr>
          <a:xfrm>
            <a:off x="4152900" y="2057400"/>
            <a:ext cx="38100" cy="38100"/>
          </a:xfrm>
          <a:prstGeom prst="rect">
            <a:avLst/>
          </a:prstGeom>
          <a:solidFill>
            <a:srgbClr val="CED7E6">
              <a:alpha val="15179"/>
            </a:srgbClr>
          </a:solidFill>
          <a:ln>
            <a:noFill/>
          </a:ln>
        </p:spPr>
      </p:sp>
      <p:sp>
        <p:nvSpPr>
          <p:cNvPr id="33" name="wm.whiteboard.54.0"/>
          <p:cNvSpPr/>
          <p:nvPr/>
        </p:nvSpPr>
        <p:spPr>
          <a:xfrm>
            <a:off x="4381500" y="228600"/>
            <a:ext cx="38100" cy="38100"/>
          </a:xfrm>
          <a:prstGeom prst="rect">
            <a:avLst/>
          </a:prstGeom>
          <a:solidFill>
            <a:srgbClr val="CED7E6"/>
          </a:solidFill>
          <a:ln>
            <a:noFill/>
          </a:ln>
        </p:spPr>
      </p:sp>
      <p:sp>
        <p:nvSpPr>
          <p:cNvPr id="34" name="wm.whiteboard.54.18"/>
          <p:cNvSpPr/>
          <p:nvPr/>
        </p:nvSpPr>
        <p:spPr>
          <a:xfrm>
            <a:off x="4381500" y="457200"/>
            <a:ext cx="38100" cy="38100"/>
          </a:xfrm>
          <a:prstGeom prst="rect">
            <a:avLst/>
          </a:prstGeom>
          <a:solidFill>
            <a:srgbClr val="CED7E6"/>
          </a:solidFill>
          <a:ln>
            <a:noFill/>
          </a:ln>
        </p:spPr>
      </p:sp>
      <p:sp>
        <p:nvSpPr>
          <p:cNvPr id="35" name="wm.whiteboard.54.36"/>
          <p:cNvSpPr/>
          <p:nvPr/>
        </p:nvSpPr>
        <p:spPr>
          <a:xfrm>
            <a:off x="4381500" y="685800"/>
            <a:ext cx="38100" cy="38100"/>
          </a:xfrm>
          <a:prstGeom prst="rect">
            <a:avLst/>
          </a:prstGeom>
          <a:solidFill>
            <a:srgbClr val="CED7E6">
              <a:alpha val="98827"/>
            </a:srgbClr>
          </a:solidFill>
          <a:ln>
            <a:noFill/>
          </a:ln>
        </p:spPr>
      </p:sp>
      <p:sp>
        <p:nvSpPr>
          <p:cNvPr id="36" name="wm.whiteboard.54.54"/>
          <p:cNvSpPr/>
          <p:nvPr/>
        </p:nvSpPr>
        <p:spPr>
          <a:xfrm>
            <a:off x="4381500" y="914400"/>
            <a:ext cx="38100" cy="38100"/>
          </a:xfrm>
          <a:prstGeom prst="rect">
            <a:avLst/>
          </a:prstGeom>
          <a:solidFill>
            <a:srgbClr val="CED7E6">
              <a:alpha val="86895"/>
            </a:srgbClr>
          </a:solidFill>
          <a:ln>
            <a:noFill/>
          </a:ln>
        </p:spPr>
      </p:sp>
      <p:sp>
        <p:nvSpPr>
          <p:cNvPr id="37" name="wm.whiteboard.54.72"/>
          <p:cNvSpPr/>
          <p:nvPr/>
        </p:nvSpPr>
        <p:spPr>
          <a:xfrm>
            <a:off x="4381500" y="1143000"/>
            <a:ext cx="38100" cy="38100"/>
          </a:xfrm>
          <a:prstGeom prst="rect">
            <a:avLst/>
          </a:prstGeom>
          <a:solidFill>
            <a:srgbClr val="CED7E6">
              <a:alpha val="73217"/>
            </a:srgbClr>
          </a:solidFill>
          <a:ln>
            <a:noFill/>
          </a:ln>
        </p:spPr>
      </p:sp>
      <p:sp>
        <p:nvSpPr>
          <p:cNvPr id="38" name="wm.whiteboard.54.90"/>
          <p:cNvSpPr/>
          <p:nvPr/>
        </p:nvSpPr>
        <p:spPr>
          <a:xfrm>
            <a:off x="4381500" y="1371600"/>
            <a:ext cx="38100" cy="38100"/>
          </a:xfrm>
          <a:prstGeom prst="rect">
            <a:avLst/>
          </a:prstGeom>
          <a:solidFill>
            <a:srgbClr val="CED7E6">
              <a:alpha val="58541"/>
            </a:srgbClr>
          </a:solidFill>
          <a:ln>
            <a:noFill/>
          </a:ln>
        </p:spPr>
      </p:sp>
      <p:sp>
        <p:nvSpPr>
          <p:cNvPr id="39" name="wm.whiteboard.54.108"/>
          <p:cNvSpPr/>
          <p:nvPr/>
        </p:nvSpPr>
        <p:spPr>
          <a:xfrm>
            <a:off x="4381500" y="1600200"/>
            <a:ext cx="38100" cy="38100"/>
          </a:xfrm>
          <a:prstGeom prst="rect">
            <a:avLst/>
          </a:prstGeom>
          <a:solidFill>
            <a:srgbClr val="CED7E6">
              <a:alpha val="43263"/>
            </a:srgbClr>
          </a:solidFill>
          <a:ln>
            <a:noFill/>
          </a:ln>
        </p:spPr>
      </p:sp>
      <p:sp>
        <p:nvSpPr>
          <p:cNvPr id="40" name="wm.whiteboard.54.126"/>
          <p:cNvSpPr/>
          <p:nvPr/>
        </p:nvSpPr>
        <p:spPr>
          <a:xfrm>
            <a:off x="4381500" y="1828800"/>
            <a:ext cx="38100" cy="38100"/>
          </a:xfrm>
          <a:prstGeom prst="rect">
            <a:avLst/>
          </a:prstGeom>
          <a:solidFill>
            <a:srgbClr val="CED7E6">
              <a:alpha val="27603"/>
            </a:srgbClr>
          </a:solidFill>
          <a:ln>
            <a:noFill/>
          </a:ln>
        </p:spPr>
      </p:sp>
      <p:sp>
        <p:nvSpPr>
          <p:cNvPr id="41" name="wm.whiteboard.54.144"/>
          <p:cNvSpPr/>
          <p:nvPr/>
        </p:nvSpPr>
        <p:spPr>
          <a:xfrm>
            <a:off x="4381500" y="2057400"/>
            <a:ext cx="38100" cy="38100"/>
          </a:xfrm>
          <a:prstGeom prst="rect">
            <a:avLst/>
          </a:prstGeom>
          <a:solidFill>
            <a:srgbClr val="CED7E6">
              <a:alpha val="11687"/>
            </a:srgbClr>
          </a:solidFill>
          <a:ln>
            <a:noFill/>
          </a:ln>
        </p:spPr>
      </p:sp>
      <p:sp>
        <p:nvSpPr>
          <p:cNvPr id="42" name="wm.whiteboard.72.0"/>
          <p:cNvSpPr/>
          <p:nvPr/>
        </p:nvSpPr>
        <p:spPr>
          <a:xfrm>
            <a:off x="4610100" y="228600"/>
            <a:ext cx="38100" cy="38100"/>
          </a:xfrm>
          <a:prstGeom prst="rect">
            <a:avLst/>
          </a:prstGeom>
          <a:solidFill>
            <a:srgbClr val="CED7E6">
              <a:alpha val="97572"/>
            </a:srgbClr>
          </a:solidFill>
          <a:ln>
            <a:noFill/>
          </a:ln>
        </p:spPr>
      </p:sp>
      <p:sp>
        <p:nvSpPr>
          <p:cNvPr id="43" name="wm.whiteboard.72.18"/>
          <p:cNvSpPr/>
          <p:nvPr/>
        </p:nvSpPr>
        <p:spPr>
          <a:xfrm>
            <a:off x="4610100" y="457200"/>
            <a:ext cx="38100" cy="38100"/>
          </a:xfrm>
          <a:prstGeom prst="rect">
            <a:avLst/>
          </a:prstGeom>
          <a:solidFill>
            <a:srgbClr val="CED7E6">
              <a:alpha val="94724"/>
            </a:srgbClr>
          </a:solidFill>
          <a:ln>
            <a:noFill/>
          </a:ln>
        </p:spPr>
      </p:sp>
      <p:sp>
        <p:nvSpPr>
          <p:cNvPr id="44" name="wm.whiteboard.72.36"/>
          <p:cNvSpPr/>
          <p:nvPr/>
        </p:nvSpPr>
        <p:spPr>
          <a:xfrm>
            <a:off x="4610100" y="685800"/>
            <a:ext cx="38100" cy="38100"/>
          </a:xfrm>
          <a:prstGeom prst="rect">
            <a:avLst/>
          </a:prstGeom>
          <a:solidFill>
            <a:srgbClr val="CED7E6">
              <a:alpha val="87609"/>
            </a:srgbClr>
          </a:solidFill>
          <a:ln>
            <a:noFill/>
          </a:ln>
        </p:spPr>
      </p:sp>
      <p:sp>
        <p:nvSpPr>
          <p:cNvPr id="45" name="wm.whiteboard.72.54"/>
          <p:cNvSpPr/>
          <p:nvPr/>
        </p:nvSpPr>
        <p:spPr>
          <a:xfrm>
            <a:off x="4610100" y="914400"/>
            <a:ext cx="38100" cy="38100"/>
          </a:xfrm>
          <a:prstGeom prst="rect">
            <a:avLst/>
          </a:prstGeom>
          <a:solidFill>
            <a:srgbClr val="CED7E6">
              <a:alpha val="77408"/>
            </a:srgbClr>
          </a:solidFill>
          <a:ln>
            <a:noFill/>
          </a:ln>
        </p:spPr>
      </p:sp>
      <p:sp>
        <p:nvSpPr>
          <p:cNvPr id="46" name="wm.whiteboard.72.72"/>
          <p:cNvSpPr/>
          <p:nvPr/>
        </p:nvSpPr>
        <p:spPr>
          <a:xfrm>
            <a:off x="4610100" y="1143000"/>
            <a:ext cx="38100" cy="38100"/>
          </a:xfrm>
          <a:prstGeom prst="rect">
            <a:avLst/>
          </a:prstGeom>
          <a:solidFill>
            <a:srgbClr val="CED7E6">
              <a:alpha val="65181"/>
            </a:srgbClr>
          </a:solidFill>
          <a:ln>
            <a:noFill/>
          </a:ln>
        </p:spPr>
      </p:sp>
      <p:sp>
        <p:nvSpPr>
          <p:cNvPr id="47" name="wm.whiteboard.72.90"/>
          <p:cNvSpPr/>
          <p:nvPr/>
        </p:nvSpPr>
        <p:spPr>
          <a:xfrm>
            <a:off x="4610100" y="1371600"/>
            <a:ext cx="38100" cy="38100"/>
          </a:xfrm>
          <a:prstGeom prst="rect">
            <a:avLst/>
          </a:prstGeom>
          <a:solidFill>
            <a:srgbClr val="CED7E6">
              <a:alpha val="51653"/>
            </a:srgbClr>
          </a:solidFill>
          <a:ln>
            <a:noFill/>
          </a:ln>
        </p:spPr>
      </p:sp>
      <p:sp>
        <p:nvSpPr>
          <p:cNvPr id="48" name="wm.whiteboard.72.108"/>
          <p:cNvSpPr/>
          <p:nvPr/>
        </p:nvSpPr>
        <p:spPr>
          <a:xfrm>
            <a:off x="4610100" y="1600200"/>
            <a:ext cx="38100" cy="38100"/>
          </a:xfrm>
          <a:prstGeom prst="rect">
            <a:avLst/>
          </a:prstGeom>
          <a:solidFill>
            <a:srgbClr val="CED7E6">
              <a:alpha val="37275"/>
            </a:srgbClr>
          </a:solidFill>
          <a:ln>
            <a:noFill/>
          </a:ln>
        </p:spPr>
      </p:sp>
      <p:sp>
        <p:nvSpPr>
          <p:cNvPr id="49" name="wm.whiteboard.72.126"/>
          <p:cNvSpPr/>
          <p:nvPr/>
        </p:nvSpPr>
        <p:spPr>
          <a:xfrm>
            <a:off x="4610100" y="1828800"/>
            <a:ext cx="38100" cy="38100"/>
          </a:xfrm>
          <a:prstGeom prst="rect">
            <a:avLst/>
          </a:prstGeom>
          <a:solidFill>
            <a:srgbClr val="CED7E6">
              <a:alpha val="22326"/>
            </a:srgbClr>
          </a:solidFill>
          <a:ln>
            <a:noFill/>
          </a:ln>
        </p:spPr>
      </p:sp>
      <p:sp>
        <p:nvSpPr>
          <p:cNvPr id="50" name="wm.whiteboard.72.144"/>
          <p:cNvSpPr/>
          <p:nvPr/>
        </p:nvSpPr>
        <p:spPr>
          <a:xfrm>
            <a:off x="4610100" y="2057400"/>
            <a:ext cx="38100" cy="38100"/>
          </a:xfrm>
          <a:prstGeom prst="rect">
            <a:avLst/>
          </a:prstGeom>
          <a:solidFill>
            <a:srgbClr val="CED7E6">
              <a:alpha val="6980"/>
            </a:srgbClr>
          </a:solidFill>
          <a:ln>
            <a:noFill/>
          </a:ln>
        </p:spPr>
      </p:sp>
      <p:sp>
        <p:nvSpPr>
          <p:cNvPr id="51" name="wm.whiteboard.90.0"/>
          <p:cNvSpPr/>
          <p:nvPr/>
        </p:nvSpPr>
        <p:spPr>
          <a:xfrm>
            <a:off x="4838700" y="228600"/>
            <a:ext cx="38100" cy="38100"/>
          </a:xfrm>
          <a:prstGeom prst="rect">
            <a:avLst/>
          </a:prstGeom>
          <a:solidFill>
            <a:srgbClr val="CED7E6">
              <a:alpha val="83798"/>
            </a:srgbClr>
          </a:solidFill>
          <a:ln>
            <a:noFill/>
          </a:ln>
        </p:spPr>
      </p:sp>
      <p:sp>
        <p:nvSpPr>
          <p:cNvPr id="52" name="wm.whiteboard.90.18"/>
          <p:cNvSpPr/>
          <p:nvPr/>
        </p:nvSpPr>
        <p:spPr>
          <a:xfrm>
            <a:off x="4838700" y="457200"/>
            <a:ext cx="38100" cy="38100"/>
          </a:xfrm>
          <a:prstGeom prst="rect">
            <a:avLst/>
          </a:prstGeom>
          <a:solidFill>
            <a:srgbClr val="CED7E6">
              <a:alpha val="81490"/>
            </a:srgbClr>
          </a:solidFill>
          <a:ln>
            <a:noFill/>
          </a:ln>
        </p:spPr>
      </p:sp>
      <p:sp>
        <p:nvSpPr>
          <p:cNvPr id="53" name="wm.whiteboard.90.36"/>
          <p:cNvSpPr/>
          <p:nvPr/>
        </p:nvSpPr>
        <p:spPr>
          <a:xfrm>
            <a:off x="4838700" y="685800"/>
            <a:ext cx="38100" cy="38100"/>
          </a:xfrm>
          <a:prstGeom prst="rect">
            <a:avLst/>
          </a:prstGeom>
          <a:solidFill>
            <a:srgbClr val="CED7E6">
              <a:alpha val="75569"/>
            </a:srgbClr>
          </a:solidFill>
          <a:ln>
            <a:noFill/>
          </a:ln>
        </p:spPr>
      </p:sp>
      <p:sp>
        <p:nvSpPr>
          <p:cNvPr id="54" name="wm.whiteboard.90.54"/>
          <p:cNvSpPr/>
          <p:nvPr/>
        </p:nvSpPr>
        <p:spPr>
          <a:xfrm>
            <a:off x="4838700" y="914400"/>
            <a:ext cx="38100" cy="38100"/>
          </a:xfrm>
          <a:prstGeom prst="rect">
            <a:avLst/>
          </a:prstGeom>
          <a:solidFill>
            <a:srgbClr val="CED7E6">
              <a:alpha val="66767"/>
            </a:srgbClr>
          </a:solidFill>
          <a:ln>
            <a:noFill/>
          </a:ln>
        </p:spPr>
      </p:sp>
      <p:sp>
        <p:nvSpPr>
          <p:cNvPr id="55" name="wm.whiteboard.90.72"/>
          <p:cNvSpPr/>
          <p:nvPr/>
        </p:nvSpPr>
        <p:spPr>
          <a:xfrm>
            <a:off x="4838700" y="1143000"/>
            <a:ext cx="38100" cy="38100"/>
          </a:xfrm>
          <a:prstGeom prst="rect">
            <a:avLst/>
          </a:prstGeom>
          <a:solidFill>
            <a:srgbClr val="CED7E6">
              <a:alpha val="55859"/>
            </a:srgbClr>
          </a:solidFill>
          <a:ln>
            <a:noFill/>
          </a:ln>
        </p:spPr>
      </p:sp>
      <p:sp>
        <p:nvSpPr>
          <p:cNvPr id="56" name="wm.whiteboard.90.90"/>
          <p:cNvSpPr/>
          <p:nvPr/>
        </p:nvSpPr>
        <p:spPr>
          <a:xfrm>
            <a:off x="4838700" y="1371600"/>
            <a:ext cx="38100" cy="38100"/>
          </a:xfrm>
          <a:prstGeom prst="rect">
            <a:avLst/>
          </a:prstGeom>
          <a:solidFill>
            <a:srgbClr val="CED7E6">
              <a:alpha val="43468"/>
            </a:srgbClr>
          </a:solidFill>
          <a:ln>
            <a:noFill/>
          </a:ln>
        </p:spPr>
      </p:sp>
      <p:sp>
        <p:nvSpPr>
          <p:cNvPr id="57" name="wm.whiteboard.90.108"/>
          <p:cNvSpPr/>
          <p:nvPr/>
        </p:nvSpPr>
        <p:spPr>
          <a:xfrm>
            <a:off x="4838700" y="1600200"/>
            <a:ext cx="38100" cy="38100"/>
          </a:xfrm>
          <a:prstGeom prst="rect">
            <a:avLst/>
          </a:prstGeom>
          <a:solidFill>
            <a:srgbClr val="CED7E6">
              <a:alpha val="30037"/>
            </a:srgbClr>
          </a:solidFill>
          <a:ln>
            <a:noFill/>
          </a:ln>
        </p:spPr>
      </p:sp>
      <p:sp>
        <p:nvSpPr>
          <p:cNvPr id="58" name="wm.whiteboard.90.126"/>
          <p:cNvSpPr/>
          <p:nvPr/>
        </p:nvSpPr>
        <p:spPr>
          <a:xfrm>
            <a:off x="4838700" y="1828800"/>
            <a:ext cx="38100" cy="38100"/>
          </a:xfrm>
          <a:prstGeom prst="rect">
            <a:avLst/>
          </a:prstGeom>
          <a:solidFill>
            <a:srgbClr val="CED7E6">
              <a:alpha val="15870"/>
            </a:srgbClr>
          </a:solidFill>
          <a:ln>
            <a:noFill/>
          </a:ln>
        </p:spPr>
      </p:sp>
      <p:sp>
        <p:nvSpPr>
          <p:cNvPr id="59" name="wm.whiteboard.90.144"/>
          <p:cNvSpPr/>
          <p:nvPr/>
        </p:nvSpPr>
        <p:spPr>
          <a:xfrm>
            <a:off x="4838700" y="2057400"/>
            <a:ext cx="38100" cy="38100"/>
          </a:xfrm>
          <a:prstGeom prst="rect">
            <a:avLst/>
          </a:prstGeom>
          <a:solidFill>
            <a:srgbClr val="CED7E6">
              <a:alpha val="1171"/>
            </a:srgbClr>
          </a:solidFill>
          <a:ln>
            <a:noFill/>
          </a:ln>
        </p:spPr>
      </p:sp>
      <p:sp>
        <p:nvSpPr>
          <p:cNvPr id="60" name="wm.whiteboard.108.0"/>
          <p:cNvSpPr/>
          <p:nvPr/>
        </p:nvSpPr>
        <p:spPr>
          <a:xfrm>
            <a:off x="5067300" y="228600"/>
            <a:ext cx="38100" cy="38100"/>
          </a:xfrm>
          <a:prstGeom prst="rect">
            <a:avLst/>
          </a:prstGeom>
          <a:solidFill>
            <a:srgbClr val="CED7E6">
              <a:alpha val="70023"/>
            </a:srgbClr>
          </a:solidFill>
          <a:ln>
            <a:noFill/>
          </a:ln>
        </p:spPr>
      </p:sp>
      <p:sp>
        <p:nvSpPr>
          <p:cNvPr id="61" name="wm.whiteboard.108.18"/>
          <p:cNvSpPr/>
          <p:nvPr/>
        </p:nvSpPr>
        <p:spPr>
          <a:xfrm>
            <a:off x="5067300" y="457200"/>
            <a:ext cx="38100" cy="38100"/>
          </a:xfrm>
          <a:prstGeom prst="rect">
            <a:avLst/>
          </a:prstGeom>
          <a:solidFill>
            <a:srgbClr val="CED7E6">
              <a:alpha val="68085"/>
            </a:srgbClr>
          </a:solidFill>
          <a:ln>
            <a:noFill/>
          </a:ln>
        </p:spPr>
      </p:sp>
      <p:sp>
        <p:nvSpPr>
          <p:cNvPr id="62" name="wm.whiteboard.108.36"/>
          <p:cNvSpPr/>
          <p:nvPr/>
        </p:nvSpPr>
        <p:spPr>
          <a:xfrm>
            <a:off x="5067300" y="685800"/>
            <a:ext cx="38100" cy="38100"/>
          </a:xfrm>
          <a:prstGeom prst="rect">
            <a:avLst/>
          </a:prstGeom>
          <a:solidFill>
            <a:srgbClr val="CED7E6">
              <a:alpha val="63033"/>
            </a:srgbClr>
          </a:solidFill>
          <a:ln>
            <a:noFill/>
          </a:ln>
        </p:spPr>
      </p:sp>
      <p:sp>
        <p:nvSpPr>
          <p:cNvPr id="63" name="wm.whiteboard.108.54"/>
          <p:cNvSpPr/>
          <p:nvPr/>
        </p:nvSpPr>
        <p:spPr>
          <a:xfrm>
            <a:off x="5067300" y="914400"/>
            <a:ext cx="38100" cy="38100"/>
          </a:xfrm>
          <a:prstGeom prst="rect">
            <a:avLst/>
          </a:prstGeom>
          <a:solidFill>
            <a:srgbClr val="CED7E6">
              <a:alpha val="55346"/>
            </a:srgbClr>
          </a:solidFill>
          <a:ln>
            <a:noFill/>
          </a:ln>
        </p:spPr>
      </p:sp>
      <p:sp>
        <p:nvSpPr>
          <p:cNvPr id="64" name="wm.whiteboard.108.72"/>
          <p:cNvSpPr/>
          <p:nvPr/>
        </p:nvSpPr>
        <p:spPr>
          <a:xfrm>
            <a:off x="5067300" y="1143000"/>
            <a:ext cx="38100" cy="38100"/>
          </a:xfrm>
          <a:prstGeom prst="rect">
            <a:avLst/>
          </a:prstGeom>
          <a:solidFill>
            <a:srgbClr val="CED7E6">
              <a:alpha val="45583"/>
            </a:srgbClr>
          </a:solidFill>
          <a:ln>
            <a:noFill/>
          </a:ln>
        </p:spPr>
      </p:sp>
      <p:sp>
        <p:nvSpPr>
          <p:cNvPr id="65" name="wm.whiteboard.108.90"/>
          <p:cNvSpPr/>
          <p:nvPr/>
        </p:nvSpPr>
        <p:spPr>
          <a:xfrm>
            <a:off x="5067300" y="1371600"/>
            <a:ext cx="38100" cy="38100"/>
          </a:xfrm>
          <a:prstGeom prst="rect">
            <a:avLst/>
          </a:prstGeom>
          <a:solidFill>
            <a:srgbClr val="CED7E6">
              <a:alpha val="34251"/>
            </a:srgbClr>
          </a:solidFill>
          <a:ln>
            <a:noFill/>
          </a:ln>
        </p:spPr>
      </p:sp>
      <p:sp>
        <p:nvSpPr>
          <p:cNvPr id="66" name="wm.whiteboard.108.108"/>
          <p:cNvSpPr/>
          <p:nvPr/>
        </p:nvSpPr>
        <p:spPr>
          <a:xfrm>
            <a:off x="5067300" y="1600200"/>
            <a:ext cx="38100" cy="38100"/>
          </a:xfrm>
          <a:prstGeom prst="rect">
            <a:avLst/>
          </a:prstGeom>
          <a:solidFill>
            <a:srgbClr val="CED7E6">
              <a:alpha val="21754"/>
            </a:srgbClr>
          </a:solidFill>
          <a:ln>
            <a:noFill/>
          </a:ln>
        </p:spPr>
      </p:sp>
      <p:sp>
        <p:nvSpPr>
          <p:cNvPr id="67" name="wm.whiteboard.108.126"/>
          <p:cNvSpPr/>
          <p:nvPr/>
        </p:nvSpPr>
        <p:spPr>
          <a:xfrm>
            <a:off x="5067300" y="1828800"/>
            <a:ext cx="38100" cy="38100"/>
          </a:xfrm>
          <a:prstGeom prst="rect">
            <a:avLst/>
          </a:prstGeom>
          <a:solidFill>
            <a:srgbClr val="CED7E6">
              <a:alpha val="8391"/>
            </a:srgbClr>
          </a:solidFill>
          <a:ln>
            <a:noFill/>
          </a:ln>
        </p:spPr>
      </p:sp>
      <p:sp>
        <p:nvSpPr>
          <p:cNvPr id="68" name="wm.whiteboard.126.0"/>
          <p:cNvSpPr/>
          <p:nvPr/>
        </p:nvSpPr>
        <p:spPr>
          <a:xfrm>
            <a:off x="5295900" y="228600"/>
            <a:ext cx="38100" cy="38100"/>
          </a:xfrm>
          <a:prstGeom prst="rect">
            <a:avLst/>
          </a:prstGeom>
          <a:solidFill>
            <a:srgbClr val="CED7E6">
              <a:alpha val="56247"/>
            </a:srgbClr>
          </a:solidFill>
          <a:ln>
            <a:noFill/>
          </a:ln>
        </p:spPr>
      </p:sp>
      <p:sp>
        <p:nvSpPr>
          <p:cNvPr id="69" name="wm.whiteboard.126.18"/>
          <p:cNvSpPr/>
          <p:nvPr/>
        </p:nvSpPr>
        <p:spPr>
          <a:xfrm>
            <a:off x="5295900" y="457200"/>
            <a:ext cx="38100" cy="38100"/>
          </a:xfrm>
          <a:prstGeom prst="rect">
            <a:avLst/>
          </a:prstGeom>
          <a:solidFill>
            <a:srgbClr val="CED7E6">
              <a:alpha val="54578"/>
            </a:srgbClr>
          </a:solidFill>
          <a:ln>
            <a:noFill/>
          </a:ln>
        </p:spPr>
      </p:sp>
      <p:sp>
        <p:nvSpPr>
          <p:cNvPr id="70" name="wm.whiteboard.126.36"/>
          <p:cNvSpPr/>
          <p:nvPr/>
        </p:nvSpPr>
        <p:spPr>
          <a:xfrm>
            <a:off x="5295900" y="685800"/>
            <a:ext cx="38100" cy="38100"/>
          </a:xfrm>
          <a:prstGeom prst="rect">
            <a:avLst/>
          </a:prstGeom>
          <a:solidFill>
            <a:srgbClr val="CED7E6">
              <a:alpha val="50182"/>
            </a:srgbClr>
          </a:solidFill>
          <a:ln>
            <a:noFill/>
          </a:ln>
        </p:spPr>
      </p:sp>
      <p:sp>
        <p:nvSpPr>
          <p:cNvPr id="71" name="wm.whiteboard.126.54"/>
          <p:cNvSpPr/>
          <p:nvPr/>
        </p:nvSpPr>
        <p:spPr>
          <a:xfrm>
            <a:off x="5295900" y="914400"/>
            <a:ext cx="38100" cy="38100"/>
          </a:xfrm>
          <a:prstGeom prst="rect">
            <a:avLst/>
          </a:prstGeom>
          <a:solidFill>
            <a:srgbClr val="CED7E6">
              <a:alpha val="43386"/>
            </a:srgbClr>
          </a:solidFill>
          <a:ln>
            <a:noFill/>
          </a:ln>
        </p:spPr>
      </p:sp>
      <p:sp>
        <p:nvSpPr>
          <p:cNvPr id="72" name="wm.whiteboard.126.72"/>
          <p:cNvSpPr/>
          <p:nvPr/>
        </p:nvSpPr>
        <p:spPr>
          <a:xfrm>
            <a:off x="5295900" y="1143000"/>
            <a:ext cx="38100" cy="38100"/>
          </a:xfrm>
          <a:prstGeom prst="rect">
            <a:avLst/>
          </a:prstGeom>
          <a:solidFill>
            <a:srgbClr val="CED7E6">
              <a:alpha val="34598"/>
            </a:srgbClr>
          </a:solidFill>
          <a:ln>
            <a:noFill/>
          </a:ln>
        </p:spPr>
      </p:sp>
      <p:sp>
        <p:nvSpPr>
          <p:cNvPr id="73" name="wm.whiteboard.126.90"/>
          <p:cNvSpPr/>
          <p:nvPr/>
        </p:nvSpPr>
        <p:spPr>
          <a:xfrm>
            <a:off x="5295900" y="1371600"/>
            <a:ext cx="38100" cy="38100"/>
          </a:xfrm>
          <a:prstGeom prst="rect">
            <a:avLst/>
          </a:prstGeom>
          <a:solidFill>
            <a:srgbClr val="CED7E6">
              <a:alpha val="24223"/>
            </a:srgbClr>
          </a:solidFill>
          <a:ln>
            <a:noFill/>
          </a:ln>
        </p:spPr>
      </p:sp>
      <p:sp>
        <p:nvSpPr>
          <p:cNvPr id="74" name="wm.whiteboard.126.108"/>
          <p:cNvSpPr/>
          <p:nvPr/>
        </p:nvSpPr>
        <p:spPr>
          <a:xfrm>
            <a:off x="5295900" y="1600200"/>
            <a:ext cx="38100" cy="38100"/>
          </a:xfrm>
          <a:prstGeom prst="rect">
            <a:avLst/>
          </a:prstGeom>
          <a:solidFill>
            <a:srgbClr val="CED7E6">
              <a:alpha val="12610"/>
            </a:srgbClr>
          </a:solidFill>
          <a:ln>
            <a:noFill/>
          </a:ln>
        </p:spPr>
      </p:sp>
      <p:sp>
        <p:nvSpPr>
          <p:cNvPr id="75" name="wm.whiteboard.126.126"/>
          <p:cNvSpPr/>
          <p:nvPr/>
        </p:nvSpPr>
        <p:spPr>
          <a:xfrm>
            <a:off x="5295900" y="1828800"/>
            <a:ext cx="38100" cy="38100"/>
          </a:xfrm>
          <a:prstGeom prst="rect">
            <a:avLst/>
          </a:prstGeom>
          <a:solidFill>
            <a:srgbClr val="CED7E6">
              <a:alpha val="40"/>
            </a:srgbClr>
          </a:solidFill>
          <a:ln>
            <a:noFill/>
          </a:ln>
        </p:spPr>
      </p:sp>
      <p:sp>
        <p:nvSpPr>
          <p:cNvPr id="76" name="wm.whiteboard.144.0"/>
          <p:cNvSpPr/>
          <p:nvPr/>
        </p:nvSpPr>
        <p:spPr>
          <a:xfrm>
            <a:off x="5524500" y="228600"/>
            <a:ext cx="38100" cy="38100"/>
          </a:xfrm>
          <a:prstGeom prst="rect">
            <a:avLst/>
          </a:prstGeom>
          <a:solidFill>
            <a:srgbClr val="CED7E6">
              <a:alpha val="42471"/>
            </a:srgbClr>
          </a:solidFill>
          <a:ln>
            <a:noFill/>
          </a:ln>
        </p:spPr>
      </p:sp>
      <p:sp>
        <p:nvSpPr>
          <p:cNvPr id="77" name="wm.whiteboard.144.18"/>
          <p:cNvSpPr/>
          <p:nvPr/>
        </p:nvSpPr>
        <p:spPr>
          <a:xfrm>
            <a:off x="5524500" y="457200"/>
            <a:ext cx="38100" cy="38100"/>
          </a:xfrm>
          <a:prstGeom prst="rect">
            <a:avLst/>
          </a:prstGeom>
          <a:solidFill>
            <a:srgbClr val="CED7E6">
              <a:alpha val="41005"/>
            </a:srgbClr>
          </a:solidFill>
          <a:ln>
            <a:noFill/>
          </a:ln>
        </p:spPr>
      </p:sp>
      <p:sp>
        <p:nvSpPr>
          <p:cNvPr id="78" name="wm.whiteboard.144.36"/>
          <p:cNvSpPr/>
          <p:nvPr/>
        </p:nvSpPr>
        <p:spPr>
          <a:xfrm>
            <a:off x="5524500" y="685800"/>
            <a:ext cx="38100" cy="38100"/>
          </a:xfrm>
          <a:prstGeom prst="rect">
            <a:avLst/>
          </a:prstGeom>
          <a:solidFill>
            <a:srgbClr val="CED7E6">
              <a:alpha val="37120"/>
            </a:srgbClr>
          </a:solidFill>
          <a:ln>
            <a:noFill/>
          </a:ln>
        </p:spPr>
      </p:sp>
      <p:sp>
        <p:nvSpPr>
          <p:cNvPr id="79" name="wm.whiteboard.144.54"/>
          <p:cNvSpPr/>
          <p:nvPr/>
        </p:nvSpPr>
        <p:spPr>
          <a:xfrm>
            <a:off x="5524500" y="914400"/>
            <a:ext cx="38100" cy="38100"/>
          </a:xfrm>
          <a:prstGeom prst="rect">
            <a:avLst/>
          </a:prstGeom>
          <a:solidFill>
            <a:srgbClr val="CED7E6">
              <a:alpha val="31044"/>
            </a:srgbClr>
          </a:solidFill>
          <a:ln>
            <a:noFill/>
          </a:ln>
        </p:spPr>
      </p:sp>
      <p:sp>
        <p:nvSpPr>
          <p:cNvPr id="80" name="wm.whiteboard.144.72"/>
          <p:cNvSpPr/>
          <p:nvPr/>
        </p:nvSpPr>
        <p:spPr>
          <a:xfrm>
            <a:off x="5524500" y="1143000"/>
            <a:ext cx="38100" cy="38100"/>
          </a:xfrm>
          <a:prstGeom prst="rect">
            <a:avLst/>
          </a:prstGeom>
          <a:solidFill>
            <a:srgbClr val="CED7E6">
              <a:alpha val="23083"/>
            </a:srgbClr>
          </a:solidFill>
          <a:ln>
            <a:noFill/>
          </a:ln>
        </p:spPr>
      </p:sp>
      <p:sp>
        <p:nvSpPr>
          <p:cNvPr id="81" name="wm.whiteboard.144.90"/>
          <p:cNvSpPr/>
          <p:nvPr/>
        </p:nvSpPr>
        <p:spPr>
          <a:xfrm>
            <a:off x="5524500" y="1371600"/>
            <a:ext cx="38100" cy="38100"/>
          </a:xfrm>
          <a:prstGeom prst="rect">
            <a:avLst/>
          </a:prstGeom>
          <a:solidFill>
            <a:srgbClr val="CED7E6">
              <a:alpha val="13557"/>
            </a:srgbClr>
          </a:solidFill>
          <a:ln>
            <a:noFill/>
          </a:ln>
        </p:spPr>
      </p:sp>
      <p:sp>
        <p:nvSpPr>
          <p:cNvPr id="82" name="wm.whiteboard.144.108"/>
          <p:cNvSpPr/>
          <p:nvPr/>
        </p:nvSpPr>
        <p:spPr>
          <a:xfrm>
            <a:off x="5524500" y="1600200"/>
            <a:ext cx="38100" cy="38100"/>
          </a:xfrm>
          <a:prstGeom prst="rect">
            <a:avLst/>
          </a:prstGeom>
          <a:solidFill>
            <a:srgbClr val="CED7E6">
              <a:alpha val="2762"/>
            </a:srgbClr>
          </a:solidFill>
          <a:ln>
            <a:noFill/>
          </a:ln>
        </p:spPr>
      </p:sp>
      <p:sp>
        <p:nvSpPr>
          <p:cNvPr id="83" name="wm.whiteboard.162.0"/>
          <p:cNvSpPr/>
          <p:nvPr/>
        </p:nvSpPr>
        <p:spPr>
          <a:xfrm>
            <a:off x="5753100" y="228600"/>
            <a:ext cx="38100" cy="38100"/>
          </a:xfrm>
          <a:prstGeom prst="rect">
            <a:avLst/>
          </a:prstGeom>
          <a:solidFill>
            <a:srgbClr val="CED7E6">
              <a:alpha val="28695"/>
            </a:srgbClr>
          </a:solidFill>
          <a:ln>
            <a:noFill/>
          </a:ln>
        </p:spPr>
      </p:sp>
      <p:sp>
        <p:nvSpPr>
          <p:cNvPr id="84" name="wm.whiteboard.162.18"/>
          <p:cNvSpPr/>
          <p:nvPr/>
        </p:nvSpPr>
        <p:spPr>
          <a:xfrm>
            <a:off x="5753100" y="457200"/>
            <a:ext cx="38100" cy="38100"/>
          </a:xfrm>
          <a:prstGeom prst="rect">
            <a:avLst/>
          </a:prstGeom>
          <a:solidFill>
            <a:srgbClr val="CED7E6">
              <a:alpha val="27389"/>
            </a:srgbClr>
          </a:solidFill>
          <a:ln>
            <a:noFill/>
          </a:ln>
        </p:spPr>
      </p:sp>
      <p:sp>
        <p:nvSpPr>
          <p:cNvPr id="85" name="wm.whiteboard.162.36"/>
          <p:cNvSpPr/>
          <p:nvPr/>
        </p:nvSpPr>
        <p:spPr>
          <a:xfrm>
            <a:off x="5753100" y="685800"/>
            <a:ext cx="38100" cy="38100"/>
          </a:xfrm>
          <a:prstGeom prst="rect">
            <a:avLst/>
          </a:prstGeom>
          <a:solidFill>
            <a:srgbClr val="CED7E6">
              <a:alpha val="23910"/>
            </a:srgbClr>
          </a:solidFill>
          <a:ln>
            <a:noFill/>
          </a:ln>
        </p:spPr>
      </p:sp>
      <p:sp>
        <p:nvSpPr>
          <p:cNvPr id="86" name="wm.whiteboard.162.54"/>
          <p:cNvSpPr/>
          <p:nvPr/>
        </p:nvSpPr>
        <p:spPr>
          <a:xfrm>
            <a:off x="5753100" y="914400"/>
            <a:ext cx="38100" cy="38100"/>
          </a:xfrm>
          <a:prstGeom prst="rect">
            <a:avLst/>
          </a:prstGeom>
          <a:solidFill>
            <a:srgbClr val="CED7E6">
              <a:alpha val="18425"/>
            </a:srgbClr>
          </a:solidFill>
          <a:ln>
            <a:noFill/>
          </a:ln>
        </p:spPr>
      </p:sp>
      <p:sp>
        <p:nvSpPr>
          <p:cNvPr id="87" name="wm.whiteboard.162.72"/>
          <p:cNvSpPr/>
          <p:nvPr/>
        </p:nvSpPr>
        <p:spPr>
          <a:xfrm>
            <a:off x="5753100" y="1143000"/>
            <a:ext cx="38100" cy="38100"/>
          </a:xfrm>
          <a:prstGeom prst="rect">
            <a:avLst/>
          </a:prstGeom>
          <a:solidFill>
            <a:srgbClr val="CED7E6">
              <a:alpha val="11167"/>
            </a:srgbClr>
          </a:solidFill>
          <a:ln>
            <a:noFill/>
          </a:ln>
        </p:spPr>
      </p:sp>
      <p:sp>
        <p:nvSpPr>
          <p:cNvPr id="88" name="wm.whiteboard.162.90"/>
          <p:cNvSpPr/>
          <p:nvPr/>
        </p:nvSpPr>
        <p:spPr>
          <a:xfrm>
            <a:off x="5753100" y="1371600"/>
            <a:ext cx="38100" cy="38100"/>
          </a:xfrm>
          <a:prstGeom prst="rect">
            <a:avLst/>
          </a:prstGeom>
          <a:solidFill>
            <a:srgbClr val="CED7E6">
              <a:alpha val="2388"/>
            </a:srgbClr>
          </a:solidFill>
          <a:ln>
            <a:noFill/>
          </a:ln>
        </p:spPr>
      </p:sp>
      <p:sp>
        <p:nvSpPr>
          <p:cNvPr id="89" name="wm.whiteboard.180.0"/>
          <p:cNvSpPr/>
          <p:nvPr/>
        </p:nvSpPr>
        <p:spPr>
          <a:xfrm>
            <a:off x="5981700" y="228600"/>
            <a:ext cx="38100" cy="38100"/>
          </a:xfrm>
          <a:prstGeom prst="rect">
            <a:avLst/>
          </a:prstGeom>
          <a:solidFill>
            <a:srgbClr val="CED7E6">
              <a:alpha val="14918"/>
            </a:srgbClr>
          </a:solidFill>
          <a:ln>
            <a:noFill/>
          </a:ln>
        </p:spPr>
      </p:sp>
      <p:sp>
        <p:nvSpPr>
          <p:cNvPr id="90" name="wm.whiteboard.180.18"/>
          <p:cNvSpPr/>
          <p:nvPr/>
        </p:nvSpPr>
        <p:spPr>
          <a:xfrm>
            <a:off x="5981700" y="457200"/>
            <a:ext cx="38100" cy="38100"/>
          </a:xfrm>
          <a:prstGeom prst="rect">
            <a:avLst/>
          </a:prstGeom>
          <a:solidFill>
            <a:srgbClr val="CED7E6">
              <a:alpha val="13741"/>
            </a:srgbClr>
          </a:solidFill>
          <a:ln>
            <a:noFill/>
          </a:ln>
        </p:spPr>
      </p:sp>
      <p:sp>
        <p:nvSpPr>
          <p:cNvPr id="91" name="wm.whiteboard.180.36"/>
          <p:cNvSpPr/>
          <p:nvPr/>
        </p:nvSpPr>
        <p:spPr>
          <a:xfrm>
            <a:off x="5981700" y="685800"/>
            <a:ext cx="38100" cy="38100"/>
          </a:xfrm>
          <a:prstGeom prst="rect">
            <a:avLst/>
          </a:prstGeom>
          <a:solidFill>
            <a:srgbClr val="CED7E6">
              <a:alpha val="10593"/>
            </a:srgbClr>
          </a:solidFill>
          <a:ln>
            <a:noFill/>
          </a:ln>
        </p:spPr>
      </p:sp>
      <p:sp>
        <p:nvSpPr>
          <p:cNvPr id="92" name="wm.whiteboard.180.54"/>
          <p:cNvSpPr/>
          <p:nvPr/>
        </p:nvSpPr>
        <p:spPr>
          <a:xfrm>
            <a:off x="5981700" y="914400"/>
            <a:ext cx="38100" cy="38100"/>
          </a:xfrm>
          <a:prstGeom prst="rect">
            <a:avLst/>
          </a:prstGeom>
          <a:solidFill>
            <a:srgbClr val="CED7E6">
              <a:alpha val="5600"/>
            </a:srgbClr>
          </a:solidFill>
          <a:ln>
            <a:noFill/>
          </a:ln>
        </p:spPr>
      </p:sp>
      <p:sp>
        <p:nvSpPr>
          <p:cNvPr id="93" name="wm.whiteboard.198.0"/>
          <p:cNvSpPr/>
          <p:nvPr/>
        </p:nvSpPr>
        <p:spPr>
          <a:xfrm>
            <a:off x="6210300" y="228600"/>
            <a:ext cx="38100" cy="38100"/>
          </a:xfrm>
          <a:prstGeom prst="rect">
            <a:avLst/>
          </a:prstGeom>
          <a:solidFill>
            <a:srgbClr val="CED7E6">
              <a:alpha val="1142"/>
            </a:srgbClr>
          </a:solidFill>
          <a:ln>
            <a:noFill/>
          </a:ln>
        </p:spPr>
      </p:sp>
      <p:sp>
        <p:nvSpPr>
          <p:cNvPr id="94" name="wm.whiteboard.198.18"/>
          <p:cNvSpPr/>
          <p:nvPr/>
        </p:nvSpPr>
        <p:spPr>
          <a:xfrm>
            <a:off x="6210300" y="457200"/>
            <a:ext cx="38100" cy="38100"/>
          </a:xfrm>
          <a:prstGeom prst="rect">
            <a:avLst/>
          </a:prstGeom>
          <a:solidFill>
            <a:srgbClr val="CED7E6">
              <a:alpha val="69"/>
            </a:srgbClr>
          </a:solidFill>
          <a:ln>
            <a:noFill/>
          </a:ln>
        </p:spPr>
      </p:sp>
      <p:sp>
        <p:nvSpPr>
          <p:cNvPr id="95" name="wm.header.rule"/>
          <p:cNvSpPr/>
          <p:nvPr/>
        </p:nvSpPr>
        <p:spPr>
          <a:xfrm>
            <a:off x="4381500" y="1828800"/>
            <a:ext cx="7086600" cy="9525"/>
          </a:xfrm>
          <a:prstGeom prst="rect">
            <a:avLst/>
          </a:prstGeom>
          <a:solidFill>
            <a:srgbClr val="CED7E6"/>
          </a:solidFill>
          <a:ln>
            <a:noFill/>
          </a:ln>
        </p:spPr>
      </p:sp>
      <p:pic>
        <p:nvPicPr>
          <p:cNvPr id="96"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210300"/>
            <a:ext cx="729403" cy="152400"/>
          </a:xfrm>
          <a:prstGeom prst="rect">
            <a:avLst/>
          </a:prstGeom>
        </p:spPr>
      </p:pic>
      <p:sp>
        <p:nvSpPr>
          <p:cNvPr id="97" name="wm.legal"/>
          <p:cNvSpPr/>
          <p:nvPr/>
        </p:nvSpPr>
        <p:spPr>
          <a:xfrm>
            <a:off x="4381500" y="6172200"/>
            <a:ext cx="67056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wmds.frame.553c346042c23db17db2">
    <p:bg>
      <p:bgPr>
        <a:solidFill>
          <a:srgbClr val="FFFFFF"/>
        </a:solidFill>
      </p:bgPr>
    </p:bg>
    <p:spTree>
      <p:nvGrpSpPr>
        <p:cNvPr id="1" name=""/>
        <p:cNvGrpSpPr/>
        <p:nvPr/>
      </p:nvGrpSpPr>
      <p:grpSpPr>
        <a:xfrm>
          <a:off x="0" y="0"/>
          <a:ext cx="0" cy="0"/>
          <a:chOff x="0" y="0"/>
          <a:chExt cx="0" cy="0"/>
        </a:xfrm>
      </p:grpSpPr>
      <p:sp>
        <p:nvSpPr>
          <p:cNvPr id="2" name="wm.footer.rule"/>
          <p:cNvSpPr/>
          <p:nvPr/>
        </p:nvSpPr>
        <p:spPr>
          <a:xfrm>
            <a:off x="723900" y="6057900"/>
            <a:ext cx="10744200" cy="9525"/>
          </a:xfrm>
          <a:prstGeom prst="rect">
            <a:avLst/>
          </a:prstGeom>
          <a:solidFill>
            <a:srgbClr val="CED7E6"/>
          </a:solidFill>
          <a:ln>
            <a:noFill/>
          </a:ln>
        </p:spPr>
      </p:sp>
      <p:sp>
        <p:nvSpPr>
          <p:cNvPr id="3" name="wm.whiteboard.0.0"/>
          <p:cNvSpPr/>
          <p:nvPr/>
        </p:nvSpPr>
        <p:spPr>
          <a:xfrm>
            <a:off x="266700" y="228600"/>
            <a:ext cx="38100" cy="38100"/>
          </a:xfrm>
          <a:prstGeom prst="rect">
            <a:avLst/>
          </a:prstGeom>
          <a:solidFill>
            <a:srgbClr val="CED7E6"/>
          </a:solidFill>
          <a:ln>
            <a:noFill/>
          </a:ln>
        </p:spPr>
      </p:sp>
      <p:sp>
        <p:nvSpPr>
          <p:cNvPr id="4" name="wm.whiteboard.0.18"/>
          <p:cNvSpPr/>
          <p:nvPr/>
        </p:nvSpPr>
        <p:spPr>
          <a:xfrm>
            <a:off x="266700" y="457200"/>
            <a:ext cx="38100" cy="38100"/>
          </a:xfrm>
          <a:prstGeom prst="rect">
            <a:avLst/>
          </a:prstGeom>
          <a:solidFill>
            <a:srgbClr val="CED7E6"/>
          </a:solidFill>
          <a:ln>
            <a:noFill/>
          </a:ln>
        </p:spPr>
      </p:sp>
      <p:sp>
        <p:nvSpPr>
          <p:cNvPr id="5" name="wm.whiteboard.0.36"/>
          <p:cNvSpPr/>
          <p:nvPr/>
        </p:nvSpPr>
        <p:spPr>
          <a:xfrm>
            <a:off x="266700" y="685800"/>
            <a:ext cx="38100" cy="38100"/>
          </a:xfrm>
          <a:prstGeom prst="rect">
            <a:avLst/>
          </a:prstGeom>
          <a:solidFill>
            <a:srgbClr val="CED7E6"/>
          </a:solidFill>
          <a:ln>
            <a:noFill/>
          </a:ln>
        </p:spPr>
      </p:sp>
      <p:sp>
        <p:nvSpPr>
          <p:cNvPr id="6" name="wm.whiteboard.0.54"/>
          <p:cNvSpPr/>
          <p:nvPr/>
        </p:nvSpPr>
        <p:spPr>
          <a:xfrm>
            <a:off x="266700" y="914400"/>
            <a:ext cx="38100" cy="38100"/>
          </a:xfrm>
          <a:prstGeom prst="rect">
            <a:avLst/>
          </a:prstGeom>
          <a:solidFill>
            <a:srgbClr val="CED7E6"/>
          </a:solidFill>
          <a:ln>
            <a:noFill/>
          </a:ln>
        </p:spPr>
      </p:sp>
      <p:sp>
        <p:nvSpPr>
          <p:cNvPr id="7" name="wm.whiteboard.0.72"/>
          <p:cNvSpPr/>
          <p:nvPr/>
        </p:nvSpPr>
        <p:spPr>
          <a:xfrm>
            <a:off x="266700" y="1143000"/>
            <a:ext cx="38100" cy="38100"/>
          </a:xfrm>
          <a:prstGeom prst="rect">
            <a:avLst/>
          </a:prstGeom>
          <a:solidFill>
            <a:srgbClr val="CED7E6">
              <a:alpha val="85305"/>
            </a:srgbClr>
          </a:solidFill>
          <a:ln>
            <a:noFill/>
          </a:ln>
        </p:spPr>
      </p:sp>
      <p:sp>
        <p:nvSpPr>
          <p:cNvPr id="8" name="wm.whiteboard.0.90"/>
          <p:cNvSpPr/>
          <p:nvPr/>
        </p:nvSpPr>
        <p:spPr>
          <a:xfrm>
            <a:off x="266700" y="1371600"/>
            <a:ext cx="38100" cy="38100"/>
          </a:xfrm>
          <a:prstGeom prst="rect">
            <a:avLst/>
          </a:prstGeom>
          <a:solidFill>
            <a:srgbClr val="CED7E6">
              <a:alpha val="68524"/>
            </a:srgbClr>
          </a:solidFill>
          <a:ln>
            <a:noFill/>
          </a:ln>
        </p:spPr>
      </p:sp>
      <p:sp>
        <p:nvSpPr>
          <p:cNvPr id="9" name="wm.whiteboard.0.108"/>
          <p:cNvSpPr/>
          <p:nvPr/>
        </p:nvSpPr>
        <p:spPr>
          <a:xfrm>
            <a:off x="266700" y="1600200"/>
            <a:ext cx="38100" cy="38100"/>
          </a:xfrm>
          <a:prstGeom prst="rect">
            <a:avLst/>
          </a:prstGeom>
          <a:solidFill>
            <a:srgbClr val="CED7E6">
              <a:alpha val="51742"/>
            </a:srgbClr>
          </a:solidFill>
          <a:ln>
            <a:noFill/>
          </a:ln>
        </p:spPr>
      </p:sp>
      <p:sp>
        <p:nvSpPr>
          <p:cNvPr id="10" name="wm.whiteboard.0.126"/>
          <p:cNvSpPr/>
          <p:nvPr/>
        </p:nvSpPr>
        <p:spPr>
          <a:xfrm>
            <a:off x="266700" y="1828800"/>
            <a:ext cx="38100" cy="38100"/>
          </a:xfrm>
          <a:prstGeom prst="rect">
            <a:avLst/>
          </a:prstGeom>
          <a:solidFill>
            <a:srgbClr val="CED7E6">
              <a:alpha val="34959"/>
            </a:srgbClr>
          </a:solidFill>
          <a:ln>
            <a:noFill/>
          </a:ln>
        </p:spPr>
      </p:sp>
      <p:sp>
        <p:nvSpPr>
          <p:cNvPr id="11" name="wm.whiteboard.0.144"/>
          <p:cNvSpPr/>
          <p:nvPr/>
        </p:nvSpPr>
        <p:spPr>
          <a:xfrm>
            <a:off x="266700" y="2057400"/>
            <a:ext cx="38100" cy="38100"/>
          </a:xfrm>
          <a:prstGeom prst="rect">
            <a:avLst/>
          </a:prstGeom>
          <a:solidFill>
            <a:srgbClr val="CED7E6">
              <a:alpha val="18177"/>
            </a:srgbClr>
          </a:solidFill>
          <a:ln>
            <a:noFill/>
          </a:ln>
        </p:spPr>
      </p:sp>
      <p:sp>
        <p:nvSpPr>
          <p:cNvPr id="12" name="wm.whiteboard.0.162"/>
          <p:cNvSpPr/>
          <p:nvPr/>
        </p:nvSpPr>
        <p:spPr>
          <a:xfrm>
            <a:off x="266700" y="2286000"/>
            <a:ext cx="38100" cy="38100"/>
          </a:xfrm>
          <a:prstGeom prst="rect">
            <a:avLst/>
          </a:prstGeom>
          <a:solidFill>
            <a:srgbClr val="CED7E6">
              <a:alpha val="1394"/>
            </a:srgbClr>
          </a:solidFill>
          <a:ln>
            <a:noFill/>
          </a:ln>
        </p:spPr>
      </p:sp>
      <p:sp>
        <p:nvSpPr>
          <p:cNvPr id="13" name="wm.whiteboard.18.0"/>
          <p:cNvSpPr/>
          <p:nvPr/>
        </p:nvSpPr>
        <p:spPr>
          <a:xfrm>
            <a:off x="495300" y="228600"/>
            <a:ext cx="38100" cy="38100"/>
          </a:xfrm>
          <a:prstGeom prst="rect">
            <a:avLst/>
          </a:prstGeom>
          <a:solidFill>
            <a:srgbClr val="CED7E6"/>
          </a:solidFill>
          <a:ln>
            <a:noFill/>
          </a:ln>
        </p:spPr>
      </p:sp>
      <p:sp>
        <p:nvSpPr>
          <p:cNvPr id="14" name="wm.whiteboard.18.18"/>
          <p:cNvSpPr/>
          <p:nvPr/>
        </p:nvSpPr>
        <p:spPr>
          <a:xfrm>
            <a:off x="495300" y="457200"/>
            <a:ext cx="38100" cy="38100"/>
          </a:xfrm>
          <a:prstGeom prst="rect">
            <a:avLst/>
          </a:prstGeom>
          <a:solidFill>
            <a:srgbClr val="CED7E6"/>
          </a:solidFill>
          <a:ln>
            <a:noFill/>
          </a:ln>
        </p:spPr>
      </p:sp>
      <p:sp>
        <p:nvSpPr>
          <p:cNvPr id="15" name="wm.whiteboard.18.36"/>
          <p:cNvSpPr/>
          <p:nvPr/>
        </p:nvSpPr>
        <p:spPr>
          <a:xfrm>
            <a:off x="495300" y="685800"/>
            <a:ext cx="38100" cy="38100"/>
          </a:xfrm>
          <a:prstGeom prst="rect">
            <a:avLst/>
          </a:prstGeom>
          <a:solidFill>
            <a:srgbClr val="CED7E6"/>
          </a:solidFill>
          <a:ln>
            <a:noFill/>
          </a:ln>
        </p:spPr>
      </p:sp>
      <p:sp>
        <p:nvSpPr>
          <p:cNvPr id="16" name="wm.whiteboard.18.54"/>
          <p:cNvSpPr/>
          <p:nvPr/>
        </p:nvSpPr>
        <p:spPr>
          <a:xfrm>
            <a:off x="495300" y="914400"/>
            <a:ext cx="38100" cy="38100"/>
          </a:xfrm>
          <a:prstGeom prst="rect">
            <a:avLst/>
          </a:prstGeom>
          <a:solidFill>
            <a:srgbClr val="CED7E6">
              <a:alpha val="99988"/>
            </a:srgbClr>
          </a:solidFill>
          <a:ln>
            <a:noFill/>
          </a:ln>
        </p:spPr>
      </p:sp>
      <p:sp>
        <p:nvSpPr>
          <p:cNvPr id="17" name="wm.whiteboard.18.72"/>
          <p:cNvSpPr/>
          <p:nvPr/>
        </p:nvSpPr>
        <p:spPr>
          <a:xfrm>
            <a:off x="495300" y="1143000"/>
            <a:ext cx="38100" cy="38100"/>
          </a:xfrm>
          <a:prstGeom prst="rect">
            <a:avLst/>
          </a:prstGeom>
          <a:solidFill>
            <a:srgbClr val="CED7E6">
              <a:alpha val="83708"/>
            </a:srgbClr>
          </a:solidFill>
          <a:ln>
            <a:noFill/>
          </a:ln>
        </p:spPr>
      </p:sp>
      <p:sp>
        <p:nvSpPr>
          <p:cNvPr id="18" name="wm.whiteboard.18.90"/>
          <p:cNvSpPr/>
          <p:nvPr/>
        </p:nvSpPr>
        <p:spPr>
          <a:xfrm>
            <a:off x="495300" y="1371600"/>
            <a:ext cx="38100" cy="38100"/>
          </a:xfrm>
          <a:prstGeom prst="rect">
            <a:avLst/>
          </a:prstGeom>
          <a:solidFill>
            <a:srgbClr val="CED7E6">
              <a:alpha val="67236"/>
            </a:srgbClr>
          </a:solidFill>
          <a:ln>
            <a:noFill/>
          </a:ln>
        </p:spPr>
      </p:sp>
      <p:sp>
        <p:nvSpPr>
          <p:cNvPr id="19" name="wm.whiteboard.18.108"/>
          <p:cNvSpPr/>
          <p:nvPr/>
        </p:nvSpPr>
        <p:spPr>
          <a:xfrm>
            <a:off x="495300" y="1600200"/>
            <a:ext cx="38100" cy="38100"/>
          </a:xfrm>
          <a:prstGeom prst="rect">
            <a:avLst/>
          </a:prstGeom>
          <a:solidFill>
            <a:srgbClr val="CED7E6">
              <a:alpha val="50663"/>
            </a:srgbClr>
          </a:solidFill>
          <a:ln>
            <a:noFill/>
          </a:ln>
        </p:spPr>
      </p:sp>
      <p:sp>
        <p:nvSpPr>
          <p:cNvPr id="20" name="wm.whiteboard.18.126"/>
          <p:cNvSpPr/>
          <p:nvPr/>
        </p:nvSpPr>
        <p:spPr>
          <a:xfrm>
            <a:off x="495300" y="1828800"/>
            <a:ext cx="38100" cy="38100"/>
          </a:xfrm>
          <a:prstGeom prst="rect">
            <a:avLst/>
          </a:prstGeom>
          <a:solidFill>
            <a:srgbClr val="CED7E6">
              <a:alpha val="34032"/>
            </a:srgbClr>
          </a:solidFill>
          <a:ln>
            <a:noFill/>
          </a:ln>
        </p:spPr>
      </p:sp>
      <p:sp>
        <p:nvSpPr>
          <p:cNvPr id="21" name="wm.whiteboard.18.144"/>
          <p:cNvSpPr/>
          <p:nvPr/>
        </p:nvSpPr>
        <p:spPr>
          <a:xfrm>
            <a:off x="495300" y="2057400"/>
            <a:ext cx="38100" cy="38100"/>
          </a:xfrm>
          <a:prstGeom prst="rect">
            <a:avLst/>
          </a:prstGeom>
          <a:solidFill>
            <a:srgbClr val="CED7E6">
              <a:alpha val="17363"/>
            </a:srgbClr>
          </a:solidFill>
          <a:ln>
            <a:noFill/>
          </a:ln>
        </p:spPr>
      </p:sp>
      <p:sp>
        <p:nvSpPr>
          <p:cNvPr id="22" name="wm.whiteboard.18.162"/>
          <p:cNvSpPr/>
          <p:nvPr/>
        </p:nvSpPr>
        <p:spPr>
          <a:xfrm>
            <a:off x="495300" y="2286000"/>
            <a:ext cx="38100" cy="38100"/>
          </a:xfrm>
          <a:prstGeom prst="rect">
            <a:avLst/>
          </a:prstGeom>
          <a:solidFill>
            <a:srgbClr val="CED7E6">
              <a:alpha val="670"/>
            </a:srgbClr>
          </a:solidFill>
          <a:ln>
            <a:noFill/>
          </a:ln>
        </p:spPr>
      </p:sp>
      <p:sp>
        <p:nvSpPr>
          <p:cNvPr id="23" name="wm.whiteboard.36.0"/>
          <p:cNvSpPr/>
          <p:nvPr/>
        </p:nvSpPr>
        <p:spPr>
          <a:xfrm>
            <a:off x="723900" y="228600"/>
            <a:ext cx="38100" cy="38100"/>
          </a:xfrm>
          <a:prstGeom prst="rect">
            <a:avLst/>
          </a:prstGeom>
          <a:solidFill>
            <a:srgbClr val="CED7E6"/>
          </a:solidFill>
          <a:ln>
            <a:noFill/>
          </a:ln>
        </p:spPr>
      </p:sp>
      <p:sp>
        <p:nvSpPr>
          <p:cNvPr id="24" name="wm.whiteboard.36.18"/>
          <p:cNvSpPr/>
          <p:nvPr/>
        </p:nvSpPr>
        <p:spPr>
          <a:xfrm>
            <a:off x="723900" y="457200"/>
            <a:ext cx="38100" cy="38100"/>
          </a:xfrm>
          <a:prstGeom prst="rect">
            <a:avLst/>
          </a:prstGeom>
          <a:solidFill>
            <a:srgbClr val="CED7E6"/>
          </a:solidFill>
          <a:ln>
            <a:noFill/>
          </a:ln>
        </p:spPr>
      </p:sp>
      <p:sp>
        <p:nvSpPr>
          <p:cNvPr id="25" name="wm.whiteboard.36.36"/>
          <p:cNvSpPr/>
          <p:nvPr/>
        </p:nvSpPr>
        <p:spPr>
          <a:xfrm>
            <a:off x="723900" y="685800"/>
            <a:ext cx="38100" cy="38100"/>
          </a:xfrm>
          <a:prstGeom prst="rect">
            <a:avLst/>
          </a:prstGeom>
          <a:solidFill>
            <a:srgbClr val="CED7E6"/>
          </a:solidFill>
          <a:ln>
            <a:noFill/>
          </a:ln>
        </p:spPr>
      </p:sp>
      <p:sp>
        <p:nvSpPr>
          <p:cNvPr id="26" name="wm.whiteboard.36.54"/>
          <p:cNvSpPr/>
          <p:nvPr/>
        </p:nvSpPr>
        <p:spPr>
          <a:xfrm>
            <a:off x="723900" y="914400"/>
            <a:ext cx="38100" cy="38100"/>
          </a:xfrm>
          <a:prstGeom prst="rect">
            <a:avLst/>
          </a:prstGeom>
          <a:solidFill>
            <a:srgbClr val="CED7E6">
              <a:alpha val="94671"/>
            </a:srgbClr>
          </a:solidFill>
          <a:ln>
            <a:noFill/>
          </a:ln>
        </p:spPr>
      </p:sp>
      <p:sp>
        <p:nvSpPr>
          <p:cNvPr id="27" name="wm.whiteboard.36.72"/>
          <p:cNvSpPr/>
          <p:nvPr/>
        </p:nvSpPr>
        <p:spPr>
          <a:xfrm>
            <a:off x="723900" y="1143000"/>
            <a:ext cx="38100" cy="38100"/>
          </a:xfrm>
          <a:prstGeom prst="rect">
            <a:avLst/>
          </a:prstGeom>
          <a:solidFill>
            <a:srgbClr val="CED7E6">
              <a:alpha val="79547"/>
            </a:srgbClr>
          </a:solidFill>
          <a:ln>
            <a:noFill/>
          </a:ln>
        </p:spPr>
      </p:sp>
      <p:sp>
        <p:nvSpPr>
          <p:cNvPr id="28" name="wm.whiteboard.36.90"/>
          <p:cNvSpPr/>
          <p:nvPr/>
        </p:nvSpPr>
        <p:spPr>
          <a:xfrm>
            <a:off x="723900" y="1371600"/>
            <a:ext cx="38100" cy="38100"/>
          </a:xfrm>
          <a:prstGeom prst="rect">
            <a:avLst/>
          </a:prstGeom>
          <a:solidFill>
            <a:srgbClr val="CED7E6">
              <a:alpha val="63833"/>
            </a:srgbClr>
          </a:solidFill>
          <a:ln>
            <a:noFill/>
          </a:ln>
        </p:spPr>
      </p:sp>
      <p:sp>
        <p:nvSpPr>
          <p:cNvPr id="29" name="wm.whiteboard.36.108"/>
          <p:cNvSpPr/>
          <p:nvPr/>
        </p:nvSpPr>
        <p:spPr>
          <a:xfrm>
            <a:off x="723900" y="1600200"/>
            <a:ext cx="38100" cy="38100"/>
          </a:xfrm>
          <a:prstGeom prst="rect">
            <a:avLst/>
          </a:prstGeom>
          <a:solidFill>
            <a:srgbClr val="CED7E6">
              <a:alpha val="47790"/>
            </a:srgbClr>
          </a:solidFill>
          <a:ln>
            <a:noFill/>
          </a:ln>
        </p:spPr>
      </p:sp>
      <p:sp>
        <p:nvSpPr>
          <p:cNvPr id="30" name="wm.whiteboard.36.126"/>
          <p:cNvSpPr/>
          <p:nvPr/>
        </p:nvSpPr>
        <p:spPr>
          <a:xfrm>
            <a:off x="723900" y="1828800"/>
            <a:ext cx="38100" cy="38100"/>
          </a:xfrm>
          <a:prstGeom prst="rect">
            <a:avLst/>
          </a:prstGeom>
          <a:solidFill>
            <a:srgbClr val="CED7E6">
              <a:alpha val="31549"/>
            </a:srgbClr>
          </a:solidFill>
          <a:ln>
            <a:noFill/>
          </a:ln>
        </p:spPr>
      </p:sp>
      <p:sp>
        <p:nvSpPr>
          <p:cNvPr id="31" name="wm.whiteboard.36.144"/>
          <p:cNvSpPr/>
          <p:nvPr/>
        </p:nvSpPr>
        <p:spPr>
          <a:xfrm>
            <a:off x="723900" y="2057400"/>
            <a:ext cx="38100" cy="38100"/>
          </a:xfrm>
          <a:prstGeom prst="rect">
            <a:avLst/>
          </a:prstGeom>
          <a:solidFill>
            <a:srgbClr val="CED7E6">
              <a:alpha val="15179"/>
            </a:srgbClr>
          </a:solidFill>
          <a:ln>
            <a:noFill/>
          </a:ln>
        </p:spPr>
      </p:sp>
      <p:sp>
        <p:nvSpPr>
          <p:cNvPr id="32" name="wm.whiteboard.54.0"/>
          <p:cNvSpPr/>
          <p:nvPr/>
        </p:nvSpPr>
        <p:spPr>
          <a:xfrm>
            <a:off x="952500" y="228600"/>
            <a:ext cx="38100" cy="38100"/>
          </a:xfrm>
          <a:prstGeom prst="rect">
            <a:avLst/>
          </a:prstGeom>
          <a:solidFill>
            <a:srgbClr val="CED7E6"/>
          </a:solidFill>
          <a:ln>
            <a:noFill/>
          </a:ln>
        </p:spPr>
      </p:sp>
      <p:sp>
        <p:nvSpPr>
          <p:cNvPr id="33" name="wm.whiteboard.54.18"/>
          <p:cNvSpPr/>
          <p:nvPr/>
        </p:nvSpPr>
        <p:spPr>
          <a:xfrm>
            <a:off x="952500" y="457200"/>
            <a:ext cx="38100" cy="38100"/>
          </a:xfrm>
          <a:prstGeom prst="rect">
            <a:avLst/>
          </a:prstGeom>
          <a:solidFill>
            <a:srgbClr val="CED7E6"/>
          </a:solidFill>
          <a:ln>
            <a:noFill/>
          </a:ln>
        </p:spPr>
      </p:sp>
      <p:sp>
        <p:nvSpPr>
          <p:cNvPr id="34" name="wm.whiteboard.54.36"/>
          <p:cNvSpPr/>
          <p:nvPr/>
        </p:nvSpPr>
        <p:spPr>
          <a:xfrm>
            <a:off x="952500" y="685800"/>
            <a:ext cx="38100" cy="38100"/>
          </a:xfrm>
          <a:prstGeom prst="rect">
            <a:avLst/>
          </a:prstGeom>
          <a:solidFill>
            <a:srgbClr val="CED7E6">
              <a:alpha val="98827"/>
            </a:srgbClr>
          </a:solidFill>
          <a:ln>
            <a:noFill/>
          </a:ln>
        </p:spPr>
      </p:sp>
      <p:sp>
        <p:nvSpPr>
          <p:cNvPr id="35" name="wm.whiteboard.54.54"/>
          <p:cNvSpPr/>
          <p:nvPr/>
        </p:nvSpPr>
        <p:spPr>
          <a:xfrm>
            <a:off x="952500" y="914400"/>
            <a:ext cx="38100" cy="38100"/>
          </a:xfrm>
          <a:prstGeom prst="rect">
            <a:avLst/>
          </a:prstGeom>
          <a:solidFill>
            <a:srgbClr val="CED7E6">
              <a:alpha val="86895"/>
            </a:srgbClr>
          </a:solidFill>
          <a:ln>
            <a:noFill/>
          </a:ln>
        </p:spPr>
      </p:sp>
      <p:sp>
        <p:nvSpPr>
          <p:cNvPr id="36" name="wm.whiteboard.54.72"/>
          <p:cNvSpPr/>
          <p:nvPr/>
        </p:nvSpPr>
        <p:spPr>
          <a:xfrm>
            <a:off x="952500" y="1143000"/>
            <a:ext cx="38100" cy="38100"/>
          </a:xfrm>
          <a:prstGeom prst="rect">
            <a:avLst/>
          </a:prstGeom>
          <a:solidFill>
            <a:srgbClr val="CED7E6">
              <a:alpha val="73217"/>
            </a:srgbClr>
          </a:solidFill>
          <a:ln>
            <a:noFill/>
          </a:ln>
        </p:spPr>
      </p:sp>
      <p:sp>
        <p:nvSpPr>
          <p:cNvPr id="37" name="wm.whiteboard.54.90"/>
          <p:cNvSpPr/>
          <p:nvPr/>
        </p:nvSpPr>
        <p:spPr>
          <a:xfrm>
            <a:off x="952500" y="1371600"/>
            <a:ext cx="38100" cy="38100"/>
          </a:xfrm>
          <a:prstGeom prst="rect">
            <a:avLst/>
          </a:prstGeom>
          <a:solidFill>
            <a:srgbClr val="CED7E6">
              <a:alpha val="58541"/>
            </a:srgbClr>
          </a:solidFill>
          <a:ln>
            <a:noFill/>
          </a:ln>
        </p:spPr>
      </p:sp>
      <p:sp>
        <p:nvSpPr>
          <p:cNvPr id="38" name="wm.whiteboard.54.108"/>
          <p:cNvSpPr/>
          <p:nvPr/>
        </p:nvSpPr>
        <p:spPr>
          <a:xfrm>
            <a:off x="952500" y="1600200"/>
            <a:ext cx="38100" cy="38100"/>
          </a:xfrm>
          <a:prstGeom prst="rect">
            <a:avLst/>
          </a:prstGeom>
          <a:solidFill>
            <a:srgbClr val="CED7E6">
              <a:alpha val="43263"/>
            </a:srgbClr>
          </a:solidFill>
          <a:ln>
            <a:noFill/>
          </a:ln>
        </p:spPr>
      </p:sp>
      <p:sp>
        <p:nvSpPr>
          <p:cNvPr id="39" name="wm.whiteboard.54.126"/>
          <p:cNvSpPr/>
          <p:nvPr/>
        </p:nvSpPr>
        <p:spPr>
          <a:xfrm>
            <a:off x="952500" y="1828800"/>
            <a:ext cx="38100" cy="38100"/>
          </a:xfrm>
          <a:prstGeom prst="rect">
            <a:avLst/>
          </a:prstGeom>
          <a:solidFill>
            <a:srgbClr val="CED7E6">
              <a:alpha val="27603"/>
            </a:srgbClr>
          </a:solidFill>
          <a:ln>
            <a:noFill/>
          </a:ln>
        </p:spPr>
      </p:sp>
      <p:sp>
        <p:nvSpPr>
          <p:cNvPr id="40" name="wm.whiteboard.54.144"/>
          <p:cNvSpPr/>
          <p:nvPr/>
        </p:nvSpPr>
        <p:spPr>
          <a:xfrm>
            <a:off x="952500" y="2057400"/>
            <a:ext cx="38100" cy="38100"/>
          </a:xfrm>
          <a:prstGeom prst="rect">
            <a:avLst/>
          </a:prstGeom>
          <a:solidFill>
            <a:srgbClr val="CED7E6">
              <a:alpha val="11687"/>
            </a:srgbClr>
          </a:solidFill>
          <a:ln>
            <a:noFill/>
          </a:ln>
        </p:spPr>
      </p:sp>
      <p:sp>
        <p:nvSpPr>
          <p:cNvPr id="41" name="wm.whiteboard.72.0"/>
          <p:cNvSpPr/>
          <p:nvPr/>
        </p:nvSpPr>
        <p:spPr>
          <a:xfrm>
            <a:off x="1181100" y="228600"/>
            <a:ext cx="38100" cy="38100"/>
          </a:xfrm>
          <a:prstGeom prst="rect">
            <a:avLst/>
          </a:prstGeom>
          <a:solidFill>
            <a:srgbClr val="CED7E6">
              <a:alpha val="97572"/>
            </a:srgbClr>
          </a:solidFill>
          <a:ln>
            <a:noFill/>
          </a:ln>
        </p:spPr>
      </p:sp>
      <p:sp>
        <p:nvSpPr>
          <p:cNvPr id="42" name="wm.whiteboard.72.18"/>
          <p:cNvSpPr/>
          <p:nvPr/>
        </p:nvSpPr>
        <p:spPr>
          <a:xfrm>
            <a:off x="1181100" y="457200"/>
            <a:ext cx="38100" cy="38100"/>
          </a:xfrm>
          <a:prstGeom prst="rect">
            <a:avLst/>
          </a:prstGeom>
          <a:solidFill>
            <a:srgbClr val="CED7E6">
              <a:alpha val="94724"/>
            </a:srgbClr>
          </a:solidFill>
          <a:ln>
            <a:noFill/>
          </a:ln>
        </p:spPr>
      </p:sp>
      <p:sp>
        <p:nvSpPr>
          <p:cNvPr id="43" name="wm.whiteboard.72.36"/>
          <p:cNvSpPr/>
          <p:nvPr/>
        </p:nvSpPr>
        <p:spPr>
          <a:xfrm>
            <a:off x="1181100" y="685800"/>
            <a:ext cx="38100" cy="38100"/>
          </a:xfrm>
          <a:prstGeom prst="rect">
            <a:avLst/>
          </a:prstGeom>
          <a:solidFill>
            <a:srgbClr val="CED7E6">
              <a:alpha val="87609"/>
            </a:srgbClr>
          </a:solidFill>
          <a:ln>
            <a:noFill/>
          </a:ln>
        </p:spPr>
      </p:sp>
      <p:sp>
        <p:nvSpPr>
          <p:cNvPr id="44" name="wm.whiteboard.72.54"/>
          <p:cNvSpPr/>
          <p:nvPr/>
        </p:nvSpPr>
        <p:spPr>
          <a:xfrm>
            <a:off x="1181100" y="914400"/>
            <a:ext cx="38100" cy="38100"/>
          </a:xfrm>
          <a:prstGeom prst="rect">
            <a:avLst/>
          </a:prstGeom>
          <a:solidFill>
            <a:srgbClr val="CED7E6">
              <a:alpha val="77408"/>
            </a:srgbClr>
          </a:solidFill>
          <a:ln>
            <a:noFill/>
          </a:ln>
        </p:spPr>
      </p:sp>
      <p:sp>
        <p:nvSpPr>
          <p:cNvPr id="45" name="wm.whiteboard.72.72"/>
          <p:cNvSpPr/>
          <p:nvPr/>
        </p:nvSpPr>
        <p:spPr>
          <a:xfrm>
            <a:off x="1181100" y="1143000"/>
            <a:ext cx="38100" cy="38100"/>
          </a:xfrm>
          <a:prstGeom prst="rect">
            <a:avLst/>
          </a:prstGeom>
          <a:solidFill>
            <a:srgbClr val="CED7E6">
              <a:alpha val="65181"/>
            </a:srgbClr>
          </a:solidFill>
          <a:ln>
            <a:noFill/>
          </a:ln>
        </p:spPr>
      </p:sp>
      <p:sp>
        <p:nvSpPr>
          <p:cNvPr id="46" name="wm.whiteboard.72.90"/>
          <p:cNvSpPr/>
          <p:nvPr/>
        </p:nvSpPr>
        <p:spPr>
          <a:xfrm>
            <a:off x="1181100" y="1371600"/>
            <a:ext cx="38100" cy="38100"/>
          </a:xfrm>
          <a:prstGeom prst="rect">
            <a:avLst/>
          </a:prstGeom>
          <a:solidFill>
            <a:srgbClr val="CED7E6">
              <a:alpha val="51653"/>
            </a:srgbClr>
          </a:solidFill>
          <a:ln>
            <a:noFill/>
          </a:ln>
        </p:spPr>
      </p:sp>
      <p:sp>
        <p:nvSpPr>
          <p:cNvPr id="47" name="wm.whiteboard.72.108"/>
          <p:cNvSpPr/>
          <p:nvPr/>
        </p:nvSpPr>
        <p:spPr>
          <a:xfrm>
            <a:off x="1181100" y="1600200"/>
            <a:ext cx="38100" cy="38100"/>
          </a:xfrm>
          <a:prstGeom prst="rect">
            <a:avLst/>
          </a:prstGeom>
          <a:solidFill>
            <a:srgbClr val="CED7E6">
              <a:alpha val="37275"/>
            </a:srgbClr>
          </a:solidFill>
          <a:ln>
            <a:noFill/>
          </a:ln>
        </p:spPr>
      </p:sp>
      <p:sp>
        <p:nvSpPr>
          <p:cNvPr id="48" name="wm.whiteboard.72.126"/>
          <p:cNvSpPr/>
          <p:nvPr/>
        </p:nvSpPr>
        <p:spPr>
          <a:xfrm>
            <a:off x="1181100" y="1828800"/>
            <a:ext cx="38100" cy="38100"/>
          </a:xfrm>
          <a:prstGeom prst="rect">
            <a:avLst/>
          </a:prstGeom>
          <a:solidFill>
            <a:srgbClr val="CED7E6">
              <a:alpha val="22326"/>
            </a:srgbClr>
          </a:solidFill>
          <a:ln>
            <a:noFill/>
          </a:ln>
        </p:spPr>
      </p:sp>
      <p:sp>
        <p:nvSpPr>
          <p:cNvPr id="49" name="wm.whiteboard.72.144"/>
          <p:cNvSpPr/>
          <p:nvPr/>
        </p:nvSpPr>
        <p:spPr>
          <a:xfrm>
            <a:off x="1181100" y="2057400"/>
            <a:ext cx="38100" cy="38100"/>
          </a:xfrm>
          <a:prstGeom prst="rect">
            <a:avLst/>
          </a:prstGeom>
          <a:solidFill>
            <a:srgbClr val="CED7E6">
              <a:alpha val="6980"/>
            </a:srgbClr>
          </a:solidFill>
          <a:ln>
            <a:noFill/>
          </a:ln>
        </p:spPr>
      </p:sp>
      <p:sp>
        <p:nvSpPr>
          <p:cNvPr id="50" name="wm.whiteboard.90.0"/>
          <p:cNvSpPr/>
          <p:nvPr/>
        </p:nvSpPr>
        <p:spPr>
          <a:xfrm>
            <a:off x="1409700" y="228600"/>
            <a:ext cx="38100" cy="38100"/>
          </a:xfrm>
          <a:prstGeom prst="rect">
            <a:avLst/>
          </a:prstGeom>
          <a:solidFill>
            <a:srgbClr val="CED7E6">
              <a:alpha val="83798"/>
            </a:srgbClr>
          </a:solidFill>
          <a:ln>
            <a:noFill/>
          </a:ln>
        </p:spPr>
      </p:sp>
      <p:sp>
        <p:nvSpPr>
          <p:cNvPr id="51" name="wm.whiteboard.90.18"/>
          <p:cNvSpPr/>
          <p:nvPr/>
        </p:nvSpPr>
        <p:spPr>
          <a:xfrm>
            <a:off x="1409700" y="457200"/>
            <a:ext cx="38100" cy="38100"/>
          </a:xfrm>
          <a:prstGeom prst="rect">
            <a:avLst/>
          </a:prstGeom>
          <a:solidFill>
            <a:srgbClr val="CED7E6">
              <a:alpha val="81490"/>
            </a:srgbClr>
          </a:solidFill>
          <a:ln>
            <a:noFill/>
          </a:ln>
        </p:spPr>
      </p:sp>
      <p:sp>
        <p:nvSpPr>
          <p:cNvPr id="52" name="wm.whiteboard.90.36"/>
          <p:cNvSpPr/>
          <p:nvPr/>
        </p:nvSpPr>
        <p:spPr>
          <a:xfrm>
            <a:off x="1409700" y="685800"/>
            <a:ext cx="38100" cy="38100"/>
          </a:xfrm>
          <a:prstGeom prst="rect">
            <a:avLst/>
          </a:prstGeom>
          <a:solidFill>
            <a:srgbClr val="CED7E6">
              <a:alpha val="75569"/>
            </a:srgbClr>
          </a:solidFill>
          <a:ln>
            <a:noFill/>
          </a:ln>
        </p:spPr>
      </p:sp>
      <p:sp>
        <p:nvSpPr>
          <p:cNvPr id="53" name="wm.whiteboard.90.54"/>
          <p:cNvSpPr/>
          <p:nvPr/>
        </p:nvSpPr>
        <p:spPr>
          <a:xfrm>
            <a:off x="1409700" y="914400"/>
            <a:ext cx="38100" cy="38100"/>
          </a:xfrm>
          <a:prstGeom prst="rect">
            <a:avLst/>
          </a:prstGeom>
          <a:solidFill>
            <a:srgbClr val="CED7E6">
              <a:alpha val="66767"/>
            </a:srgbClr>
          </a:solidFill>
          <a:ln>
            <a:noFill/>
          </a:ln>
        </p:spPr>
      </p:sp>
      <p:sp>
        <p:nvSpPr>
          <p:cNvPr id="54" name="wm.whiteboard.90.72"/>
          <p:cNvSpPr/>
          <p:nvPr/>
        </p:nvSpPr>
        <p:spPr>
          <a:xfrm>
            <a:off x="1409700" y="1143000"/>
            <a:ext cx="38100" cy="38100"/>
          </a:xfrm>
          <a:prstGeom prst="rect">
            <a:avLst/>
          </a:prstGeom>
          <a:solidFill>
            <a:srgbClr val="CED7E6">
              <a:alpha val="55859"/>
            </a:srgbClr>
          </a:solidFill>
          <a:ln>
            <a:noFill/>
          </a:ln>
        </p:spPr>
      </p:sp>
      <p:sp>
        <p:nvSpPr>
          <p:cNvPr id="55" name="wm.whiteboard.90.90"/>
          <p:cNvSpPr/>
          <p:nvPr/>
        </p:nvSpPr>
        <p:spPr>
          <a:xfrm>
            <a:off x="1409700" y="1371600"/>
            <a:ext cx="38100" cy="38100"/>
          </a:xfrm>
          <a:prstGeom prst="rect">
            <a:avLst/>
          </a:prstGeom>
          <a:solidFill>
            <a:srgbClr val="CED7E6">
              <a:alpha val="43468"/>
            </a:srgbClr>
          </a:solidFill>
          <a:ln>
            <a:noFill/>
          </a:ln>
        </p:spPr>
      </p:sp>
      <p:sp>
        <p:nvSpPr>
          <p:cNvPr id="56" name="wm.whiteboard.90.108"/>
          <p:cNvSpPr/>
          <p:nvPr/>
        </p:nvSpPr>
        <p:spPr>
          <a:xfrm>
            <a:off x="1409700" y="1600200"/>
            <a:ext cx="38100" cy="38100"/>
          </a:xfrm>
          <a:prstGeom prst="rect">
            <a:avLst/>
          </a:prstGeom>
          <a:solidFill>
            <a:srgbClr val="CED7E6">
              <a:alpha val="30037"/>
            </a:srgbClr>
          </a:solidFill>
          <a:ln>
            <a:noFill/>
          </a:ln>
        </p:spPr>
      </p:sp>
      <p:sp>
        <p:nvSpPr>
          <p:cNvPr id="57" name="wm.whiteboard.90.126"/>
          <p:cNvSpPr/>
          <p:nvPr/>
        </p:nvSpPr>
        <p:spPr>
          <a:xfrm>
            <a:off x="1409700" y="1828800"/>
            <a:ext cx="38100" cy="38100"/>
          </a:xfrm>
          <a:prstGeom prst="rect">
            <a:avLst/>
          </a:prstGeom>
          <a:solidFill>
            <a:srgbClr val="CED7E6">
              <a:alpha val="15870"/>
            </a:srgbClr>
          </a:solidFill>
          <a:ln>
            <a:noFill/>
          </a:ln>
        </p:spPr>
      </p:sp>
      <p:sp>
        <p:nvSpPr>
          <p:cNvPr id="58" name="wm.whiteboard.90.144"/>
          <p:cNvSpPr/>
          <p:nvPr/>
        </p:nvSpPr>
        <p:spPr>
          <a:xfrm>
            <a:off x="1409700" y="2057400"/>
            <a:ext cx="38100" cy="38100"/>
          </a:xfrm>
          <a:prstGeom prst="rect">
            <a:avLst/>
          </a:prstGeom>
          <a:solidFill>
            <a:srgbClr val="CED7E6">
              <a:alpha val="1171"/>
            </a:srgbClr>
          </a:solidFill>
          <a:ln>
            <a:noFill/>
          </a:ln>
        </p:spPr>
      </p:sp>
      <p:sp>
        <p:nvSpPr>
          <p:cNvPr id="59" name="wm.whiteboard.108.0"/>
          <p:cNvSpPr/>
          <p:nvPr/>
        </p:nvSpPr>
        <p:spPr>
          <a:xfrm>
            <a:off x="1638300" y="228600"/>
            <a:ext cx="38100" cy="38100"/>
          </a:xfrm>
          <a:prstGeom prst="rect">
            <a:avLst/>
          </a:prstGeom>
          <a:solidFill>
            <a:srgbClr val="CED7E6">
              <a:alpha val="70023"/>
            </a:srgbClr>
          </a:solidFill>
          <a:ln>
            <a:noFill/>
          </a:ln>
        </p:spPr>
      </p:sp>
      <p:sp>
        <p:nvSpPr>
          <p:cNvPr id="60" name="wm.whiteboard.108.18"/>
          <p:cNvSpPr/>
          <p:nvPr/>
        </p:nvSpPr>
        <p:spPr>
          <a:xfrm>
            <a:off x="1638300" y="457200"/>
            <a:ext cx="38100" cy="38100"/>
          </a:xfrm>
          <a:prstGeom prst="rect">
            <a:avLst/>
          </a:prstGeom>
          <a:solidFill>
            <a:srgbClr val="CED7E6">
              <a:alpha val="68085"/>
            </a:srgbClr>
          </a:solidFill>
          <a:ln>
            <a:noFill/>
          </a:ln>
        </p:spPr>
      </p:sp>
      <p:sp>
        <p:nvSpPr>
          <p:cNvPr id="61" name="wm.whiteboard.108.36"/>
          <p:cNvSpPr/>
          <p:nvPr/>
        </p:nvSpPr>
        <p:spPr>
          <a:xfrm>
            <a:off x="1638300" y="685800"/>
            <a:ext cx="38100" cy="38100"/>
          </a:xfrm>
          <a:prstGeom prst="rect">
            <a:avLst/>
          </a:prstGeom>
          <a:solidFill>
            <a:srgbClr val="CED7E6">
              <a:alpha val="63033"/>
            </a:srgbClr>
          </a:solidFill>
          <a:ln>
            <a:noFill/>
          </a:ln>
        </p:spPr>
      </p:sp>
      <p:sp>
        <p:nvSpPr>
          <p:cNvPr id="62" name="wm.whiteboard.108.54"/>
          <p:cNvSpPr/>
          <p:nvPr/>
        </p:nvSpPr>
        <p:spPr>
          <a:xfrm>
            <a:off x="1638300" y="914400"/>
            <a:ext cx="38100" cy="38100"/>
          </a:xfrm>
          <a:prstGeom prst="rect">
            <a:avLst/>
          </a:prstGeom>
          <a:solidFill>
            <a:srgbClr val="CED7E6">
              <a:alpha val="55346"/>
            </a:srgbClr>
          </a:solidFill>
          <a:ln>
            <a:noFill/>
          </a:ln>
        </p:spPr>
      </p:sp>
      <p:sp>
        <p:nvSpPr>
          <p:cNvPr id="63" name="wm.whiteboard.108.72"/>
          <p:cNvSpPr/>
          <p:nvPr/>
        </p:nvSpPr>
        <p:spPr>
          <a:xfrm>
            <a:off x="1638300" y="1143000"/>
            <a:ext cx="38100" cy="38100"/>
          </a:xfrm>
          <a:prstGeom prst="rect">
            <a:avLst/>
          </a:prstGeom>
          <a:solidFill>
            <a:srgbClr val="CED7E6">
              <a:alpha val="45583"/>
            </a:srgbClr>
          </a:solidFill>
          <a:ln>
            <a:noFill/>
          </a:ln>
        </p:spPr>
      </p:sp>
      <p:sp>
        <p:nvSpPr>
          <p:cNvPr id="64" name="wm.whiteboard.108.90"/>
          <p:cNvSpPr/>
          <p:nvPr/>
        </p:nvSpPr>
        <p:spPr>
          <a:xfrm>
            <a:off x="1638300" y="1371600"/>
            <a:ext cx="38100" cy="38100"/>
          </a:xfrm>
          <a:prstGeom prst="rect">
            <a:avLst/>
          </a:prstGeom>
          <a:solidFill>
            <a:srgbClr val="CED7E6">
              <a:alpha val="34251"/>
            </a:srgbClr>
          </a:solidFill>
          <a:ln>
            <a:noFill/>
          </a:ln>
        </p:spPr>
      </p:sp>
      <p:sp>
        <p:nvSpPr>
          <p:cNvPr id="65" name="wm.whiteboard.108.108"/>
          <p:cNvSpPr/>
          <p:nvPr/>
        </p:nvSpPr>
        <p:spPr>
          <a:xfrm>
            <a:off x="1638300" y="1600200"/>
            <a:ext cx="38100" cy="38100"/>
          </a:xfrm>
          <a:prstGeom prst="rect">
            <a:avLst/>
          </a:prstGeom>
          <a:solidFill>
            <a:srgbClr val="CED7E6">
              <a:alpha val="21754"/>
            </a:srgbClr>
          </a:solidFill>
          <a:ln>
            <a:noFill/>
          </a:ln>
        </p:spPr>
      </p:sp>
      <p:sp>
        <p:nvSpPr>
          <p:cNvPr id="66" name="wm.whiteboard.108.126"/>
          <p:cNvSpPr/>
          <p:nvPr/>
        </p:nvSpPr>
        <p:spPr>
          <a:xfrm>
            <a:off x="1638300" y="1828800"/>
            <a:ext cx="38100" cy="38100"/>
          </a:xfrm>
          <a:prstGeom prst="rect">
            <a:avLst/>
          </a:prstGeom>
          <a:solidFill>
            <a:srgbClr val="CED7E6">
              <a:alpha val="8391"/>
            </a:srgbClr>
          </a:solidFill>
          <a:ln>
            <a:noFill/>
          </a:ln>
        </p:spPr>
      </p:sp>
      <p:sp>
        <p:nvSpPr>
          <p:cNvPr id="67" name="wm.whiteboard.126.0"/>
          <p:cNvSpPr/>
          <p:nvPr/>
        </p:nvSpPr>
        <p:spPr>
          <a:xfrm>
            <a:off x="1866900" y="228600"/>
            <a:ext cx="38100" cy="38100"/>
          </a:xfrm>
          <a:prstGeom prst="rect">
            <a:avLst/>
          </a:prstGeom>
          <a:solidFill>
            <a:srgbClr val="CED7E6">
              <a:alpha val="56247"/>
            </a:srgbClr>
          </a:solidFill>
          <a:ln>
            <a:noFill/>
          </a:ln>
        </p:spPr>
      </p:sp>
      <p:sp>
        <p:nvSpPr>
          <p:cNvPr id="68" name="wm.whiteboard.126.18"/>
          <p:cNvSpPr/>
          <p:nvPr/>
        </p:nvSpPr>
        <p:spPr>
          <a:xfrm>
            <a:off x="1866900" y="457200"/>
            <a:ext cx="38100" cy="38100"/>
          </a:xfrm>
          <a:prstGeom prst="rect">
            <a:avLst/>
          </a:prstGeom>
          <a:solidFill>
            <a:srgbClr val="CED7E6">
              <a:alpha val="54578"/>
            </a:srgbClr>
          </a:solidFill>
          <a:ln>
            <a:noFill/>
          </a:ln>
        </p:spPr>
      </p:sp>
      <p:sp>
        <p:nvSpPr>
          <p:cNvPr id="69" name="wm.whiteboard.126.36"/>
          <p:cNvSpPr/>
          <p:nvPr/>
        </p:nvSpPr>
        <p:spPr>
          <a:xfrm>
            <a:off x="1866900" y="685800"/>
            <a:ext cx="38100" cy="38100"/>
          </a:xfrm>
          <a:prstGeom prst="rect">
            <a:avLst/>
          </a:prstGeom>
          <a:solidFill>
            <a:srgbClr val="CED7E6">
              <a:alpha val="50182"/>
            </a:srgbClr>
          </a:solidFill>
          <a:ln>
            <a:noFill/>
          </a:ln>
        </p:spPr>
      </p:sp>
      <p:sp>
        <p:nvSpPr>
          <p:cNvPr id="70" name="wm.whiteboard.126.54"/>
          <p:cNvSpPr/>
          <p:nvPr/>
        </p:nvSpPr>
        <p:spPr>
          <a:xfrm>
            <a:off x="1866900" y="914400"/>
            <a:ext cx="38100" cy="38100"/>
          </a:xfrm>
          <a:prstGeom prst="rect">
            <a:avLst/>
          </a:prstGeom>
          <a:solidFill>
            <a:srgbClr val="CED7E6">
              <a:alpha val="43386"/>
            </a:srgbClr>
          </a:solidFill>
          <a:ln>
            <a:noFill/>
          </a:ln>
        </p:spPr>
      </p:sp>
      <p:sp>
        <p:nvSpPr>
          <p:cNvPr id="71" name="wm.whiteboard.126.72"/>
          <p:cNvSpPr/>
          <p:nvPr/>
        </p:nvSpPr>
        <p:spPr>
          <a:xfrm>
            <a:off x="1866900" y="1143000"/>
            <a:ext cx="38100" cy="38100"/>
          </a:xfrm>
          <a:prstGeom prst="rect">
            <a:avLst/>
          </a:prstGeom>
          <a:solidFill>
            <a:srgbClr val="CED7E6">
              <a:alpha val="34598"/>
            </a:srgbClr>
          </a:solidFill>
          <a:ln>
            <a:noFill/>
          </a:ln>
        </p:spPr>
      </p:sp>
      <p:sp>
        <p:nvSpPr>
          <p:cNvPr id="72" name="wm.whiteboard.126.90"/>
          <p:cNvSpPr/>
          <p:nvPr/>
        </p:nvSpPr>
        <p:spPr>
          <a:xfrm>
            <a:off x="1866900" y="1371600"/>
            <a:ext cx="38100" cy="38100"/>
          </a:xfrm>
          <a:prstGeom prst="rect">
            <a:avLst/>
          </a:prstGeom>
          <a:solidFill>
            <a:srgbClr val="CED7E6">
              <a:alpha val="24223"/>
            </a:srgbClr>
          </a:solidFill>
          <a:ln>
            <a:noFill/>
          </a:ln>
        </p:spPr>
      </p:sp>
      <p:sp>
        <p:nvSpPr>
          <p:cNvPr id="73" name="wm.whiteboard.126.108"/>
          <p:cNvSpPr/>
          <p:nvPr/>
        </p:nvSpPr>
        <p:spPr>
          <a:xfrm>
            <a:off x="1866900" y="1600200"/>
            <a:ext cx="38100" cy="38100"/>
          </a:xfrm>
          <a:prstGeom prst="rect">
            <a:avLst/>
          </a:prstGeom>
          <a:solidFill>
            <a:srgbClr val="CED7E6">
              <a:alpha val="12610"/>
            </a:srgbClr>
          </a:solidFill>
          <a:ln>
            <a:noFill/>
          </a:ln>
        </p:spPr>
      </p:sp>
      <p:sp>
        <p:nvSpPr>
          <p:cNvPr id="74" name="wm.whiteboard.126.126"/>
          <p:cNvSpPr/>
          <p:nvPr/>
        </p:nvSpPr>
        <p:spPr>
          <a:xfrm>
            <a:off x="1866900" y="1828800"/>
            <a:ext cx="38100" cy="38100"/>
          </a:xfrm>
          <a:prstGeom prst="rect">
            <a:avLst/>
          </a:prstGeom>
          <a:solidFill>
            <a:srgbClr val="CED7E6">
              <a:alpha val="40"/>
            </a:srgbClr>
          </a:solidFill>
          <a:ln>
            <a:noFill/>
          </a:ln>
        </p:spPr>
      </p:sp>
      <p:sp>
        <p:nvSpPr>
          <p:cNvPr id="75" name="wm.whiteboard.144.0"/>
          <p:cNvSpPr/>
          <p:nvPr/>
        </p:nvSpPr>
        <p:spPr>
          <a:xfrm>
            <a:off x="2095500" y="228600"/>
            <a:ext cx="38100" cy="38100"/>
          </a:xfrm>
          <a:prstGeom prst="rect">
            <a:avLst/>
          </a:prstGeom>
          <a:solidFill>
            <a:srgbClr val="CED7E6">
              <a:alpha val="42471"/>
            </a:srgbClr>
          </a:solidFill>
          <a:ln>
            <a:noFill/>
          </a:ln>
        </p:spPr>
      </p:sp>
      <p:sp>
        <p:nvSpPr>
          <p:cNvPr id="76" name="wm.whiteboard.144.18"/>
          <p:cNvSpPr/>
          <p:nvPr/>
        </p:nvSpPr>
        <p:spPr>
          <a:xfrm>
            <a:off x="2095500" y="457200"/>
            <a:ext cx="38100" cy="38100"/>
          </a:xfrm>
          <a:prstGeom prst="rect">
            <a:avLst/>
          </a:prstGeom>
          <a:solidFill>
            <a:srgbClr val="CED7E6">
              <a:alpha val="41005"/>
            </a:srgbClr>
          </a:solidFill>
          <a:ln>
            <a:noFill/>
          </a:ln>
        </p:spPr>
      </p:sp>
      <p:sp>
        <p:nvSpPr>
          <p:cNvPr id="77" name="wm.whiteboard.144.36"/>
          <p:cNvSpPr/>
          <p:nvPr/>
        </p:nvSpPr>
        <p:spPr>
          <a:xfrm>
            <a:off x="2095500" y="685800"/>
            <a:ext cx="38100" cy="38100"/>
          </a:xfrm>
          <a:prstGeom prst="rect">
            <a:avLst/>
          </a:prstGeom>
          <a:solidFill>
            <a:srgbClr val="CED7E6">
              <a:alpha val="37120"/>
            </a:srgbClr>
          </a:solidFill>
          <a:ln>
            <a:noFill/>
          </a:ln>
        </p:spPr>
      </p:sp>
      <p:sp>
        <p:nvSpPr>
          <p:cNvPr id="78" name="wm.whiteboard.144.54"/>
          <p:cNvSpPr/>
          <p:nvPr/>
        </p:nvSpPr>
        <p:spPr>
          <a:xfrm>
            <a:off x="2095500" y="914400"/>
            <a:ext cx="38100" cy="38100"/>
          </a:xfrm>
          <a:prstGeom prst="rect">
            <a:avLst/>
          </a:prstGeom>
          <a:solidFill>
            <a:srgbClr val="CED7E6">
              <a:alpha val="31044"/>
            </a:srgbClr>
          </a:solidFill>
          <a:ln>
            <a:noFill/>
          </a:ln>
        </p:spPr>
      </p:sp>
      <p:sp>
        <p:nvSpPr>
          <p:cNvPr id="79" name="wm.whiteboard.144.72"/>
          <p:cNvSpPr/>
          <p:nvPr/>
        </p:nvSpPr>
        <p:spPr>
          <a:xfrm>
            <a:off x="2095500" y="1143000"/>
            <a:ext cx="38100" cy="38100"/>
          </a:xfrm>
          <a:prstGeom prst="rect">
            <a:avLst/>
          </a:prstGeom>
          <a:solidFill>
            <a:srgbClr val="CED7E6">
              <a:alpha val="23083"/>
            </a:srgbClr>
          </a:solidFill>
          <a:ln>
            <a:noFill/>
          </a:ln>
        </p:spPr>
      </p:sp>
      <p:sp>
        <p:nvSpPr>
          <p:cNvPr id="80" name="wm.whiteboard.144.90"/>
          <p:cNvSpPr/>
          <p:nvPr/>
        </p:nvSpPr>
        <p:spPr>
          <a:xfrm>
            <a:off x="2095500" y="1371600"/>
            <a:ext cx="38100" cy="38100"/>
          </a:xfrm>
          <a:prstGeom prst="rect">
            <a:avLst/>
          </a:prstGeom>
          <a:solidFill>
            <a:srgbClr val="CED7E6">
              <a:alpha val="13557"/>
            </a:srgbClr>
          </a:solidFill>
          <a:ln>
            <a:noFill/>
          </a:ln>
        </p:spPr>
      </p:sp>
      <p:sp>
        <p:nvSpPr>
          <p:cNvPr id="81" name="wm.whiteboard.144.108"/>
          <p:cNvSpPr/>
          <p:nvPr/>
        </p:nvSpPr>
        <p:spPr>
          <a:xfrm>
            <a:off x="2095500" y="1600200"/>
            <a:ext cx="38100" cy="38100"/>
          </a:xfrm>
          <a:prstGeom prst="rect">
            <a:avLst/>
          </a:prstGeom>
          <a:solidFill>
            <a:srgbClr val="CED7E6">
              <a:alpha val="2762"/>
            </a:srgbClr>
          </a:solidFill>
          <a:ln>
            <a:noFill/>
          </a:ln>
        </p:spPr>
      </p:sp>
      <p:sp>
        <p:nvSpPr>
          <p:cNvPr id="82" name="wm.whiteboard.162.0"/>
          <p:cNvSpPr/>
          <p:nvPr/>
        </p:nvSpPr>
        <p:spPr>
          <a:xfrm>
            <a:off x="2324100" y="228600"/>
            <a:ext cx="38100" cy="38100"/>
          </a:xfrm>
          <a:prstGeom prst="rect">
            <a:avLst/>
          </a:prstGeom>
          <a:solidFill>
            <a:srgbClr val="CED7E6">
              <a:alpha val="28695"/>
            </a:srgbClr>
          </a:solidFill>
          <a:ln>
            <a:noFill/>
          </a:ln>
        </p:spPr>
      </p:sp>
      <p:sp>
        <p:nvSpPr>
          <p:cNvPr id="83" name="wm.whiteboard.162.18"/>
          <p:cNvSpPr/>
          <p:nvPr/>
        </p:nvSpPr>
        <p:spPr>
          <a:xfrm>
            <a:off x="2324100" y="457200"/>
            <a:ext cx="38100" cy="38100"/>
          </a:xfrm>
          <a:prstGeom prst="rect">
            <a:avLst/>
          </a:prstGeom>
          <a:solidFill>
            <a:srgbClr val="CED7E6">
              <a:alpha val="27389"/>
            </a:srgbClr>
          </a:solidFill>
          <a:ln>
            <a:noFill/>
          </a:ln>
        </p:spPr>
      </p:sp>
      <p:sp>
        <p:nvSpPr>
          <p:cNvPr id="84" name="wm.whiteboard.162.36"/>
          <p:cNvSpPr/>
          <p:nvPr/>
        </p:nvSpPr>
        <p:spPr>
          <a:xfrm>
            <a:off x="2324100" y="685800"/>
            <a:ext cx="38100" cy="38100"/>
          </a:xfrm>
          <a:prstGeom prst="rect">
            <a:avLst/>
          </a:prstGeom>
          <a:solidFill>
            <a:srgbClr val="CED7E6">
              <a:alpha val="23910"/>
            </a:srgbClr>
          </a:solidFill>
          <a:ln>
            <a:noFill/>
          </a:ln>
        </p:spPr>
      </p:sp>
      <p:sp>
        <p:nvSpPr>
          <p:cNvPr id="85" name="wm.whiteboard.162.54"/>
          <p:cNvSpPr/>
          <p:nvPr/>
        </p:nvSpPr>
        <p:spPr>
          <a:xfrm>
            <a:off x="2324100" y="914400"/>
            <a:ext cx="38100" cy="38100"/>
          </a:xfrm>
          <a:prstGeom prst="rect">
            <a:avLst/>
          </a:prstGeom>
          <a:solidFill>
            <a:srgbClr val="CED7E6">
              <a:alpha val="18425"/>
            </a:srgbClr>
          </a:solidFill>
          <a:ln>
            <a:noFill/>
          </a:ln>
        </p:spPr>
      </p:sp>
      <p:sp>
        <p:nvSpPr>
          <p:cNvPr id="86" name="wm.whiteboard.162.72"/>
          <p:cNvSpPr/>
          <p:nvPr/>
        </p:nvSpPr>
        <p:spPr>
          <a:xfrm>
            <a:off x="2324100" y="1143000"/>
            <a:ext cx="38100" cy="38100"/>
          </a:xfrm>
          <a:prstGeom prst="rect">
            <a:avLst/>
          </a:prstGeom>
          <a:solidFill>
            <a:srgbClr val="CED7E6">
              <a:alpha val="11167"/>
            </a:srgbClr>
          </a:solidFill>
          <a:ln>
            <a:noFill/>
          </a:ln>
        </p:spPr>
      </p:sp>
      <p:sp>
        <p:nvSpPr>
          <p:cNvPr id="87" name="wm.whiteboard.162.90"/>
          <p:cNvSpPr/>
          <p:nvPr/>
        </p:nvSpPr>
        <p:spPr>
          <a:xfrm>
            <a:off x="2324100" y="1371600"/>
            <a:ext cx="38100" cy="38100"/>
          </a:xfrm>
          <a:prstGeom prst="rect">
            <a:avLst/>
          </a:prstGeom>
          <a:solidFill>
            <a:srgbClr val="CED7E6">
              <a:alpha val="2388"/>
            </a:srgbClr>
          </a:solidFill>
          <a:ln>
            <a:noFill/>
          </a:ln>
        </p:spPr>
      </p:sp>
      <p:sp>
        <p:nvSpPr>
          <p:cNvPr id="88" name="wm.whiteboard.180.0"/>
          <p:cNvSpPr/>
          <p:nvPr/>
        </p:nvSpPr>
        <p:spPr>
          <a:xfrm>
            <a:off x="2552700" y="228600"/>
            <a:ext cx="38100" cy="38100"/>
          </a:xfrm>
          <a:prstGeom prst="rect">
            <a:avLst/>
          </a:prstGeom>
          <a:solidFill>
            <a:srgbClr val="CED7E6">
              <a:alpha val="14918"/>
            </a:srgbClr>
          </a:solidFill>
          <a:ln>
            <a:noFill/>
          </a:ln>
        </p:spPr>
      </p:sp>
      <p:sp>
        <p:nvSpPr>
          <p:cNvPr id="89" name="wm.whiteboard.180.18"/>
          <p:cNvSpPr/>
          <p:nvPr/>
        </p:nvSpPr>
        <p:spPr>
          <a:xfrm>
            <a:off x="2552700" y="457200"/>
            <a:ext cx="38100" cy="38100"/>
          </a:xfrm>
          <a:prstGeom prst="rect">
            <a:avLst/>
          </a:prstGeom>
          <a:solidFill>
            <a:srgbClr val="CED7E6">
              <a:alpha val="13741"/>
            </a:srgbClr>
          </a:solidFill>
          <a:ln>
            <a:noFill/>
          </a:ln>
        </p:spPr>
      </p:sp>
      <p:sp>
        <p:nvSpPr>
          <p:cNvPr id="90" name="wm.whiteboard.180.36"/>
          <p:cNvSpPr/>
          <p:nvPr/>
        </p:nvSpPr>
        <p:spPr>
          <a:xfrm>
            <a:off x="2552700" y="685800"/>
            <a:ext cx="38100" cy="38100"/>
          </a:xfrm>
          <a:prstGeom prst="rect">
            <a:avLst/>
          </a:prstGeom>
          <a:solidFill>
            <a:srgbClr val="CED7E6">
              <a:alpha val="10593"/>
            </a:srgbClr>
          </a:solidFill>
          <a:ln>
            <a:noFill/>
          </a:ln>
        </p:spPr>
      </p:sp>
      <p:sp>
        <p:nvSpPr>
          <p:cNvPr id="91" name="wm.whiteboard.180.54"/>
          <p:cNvSpPr/>
          <p:nvPr/>
        </p:nvSpPr>
        <p:spPr>
          <a:xfrm>
            <a:off x="2552700" y="914400"/>
            <a:ext cx="38100" cy="38100"/>
          </a:xfrm>
          <a:prstGeom prst="rect">
            <a:avLst/>
          </a:prstGeom>
          <a:solidFill>
            <a:srgbClr val="CED7E6">
              <a:alpha val="5600"/>
            </a:srgbClr>
          </a:solidFill>
          <a:ln>
            <a:noFill/>
          </a:ln>
        </p:spPr>
      </p:sp>
      <p:sp>
        <p:nvSpPr>
          <p:cNvPr id="92" name="wm.whiteboard.198.0"/>
          <p:cNvSpPr/>
          <p:nvPr/>
        </p:nvSpPr>
        <p:spPr>
          <a:xfrm>
            <a:off x="2781300" y="228600"/>
            <a:ext cx="38100" cy="38100"/>
          </a:xfrm>
          <a:prstGeom prst="rect">
            <a:avLst/>
          </a:prstGeom>
          <a:solidFill>
            <a:srgbClr val="CED7E6">
              <a:alpha val="1142"/>
            </a:srgbClr>
          </a:solidFill>
          <a:ln>
            <a:noFill/>
          </a:ln>
        </p:spPr>
      </p:sp>
      <p:sp>
        <p:nvSpPr>
          <p:cNvPr id="93" name="wm.whiteboard.198.18"/>
          <p:cNvSpPr/>
          <p:nvPr/>
        </p:nvSpPr>
        <p:spPr>
          <a:xfrm>
            <a:off x="2781300" y="457200"/>
            <a:ext cx="38100" cy="38100"/>
          </a:xfrm>
          <a:prstGeom prst="rect">
            <a:avLst/>
          </a:prstGeom>
          <a:solidFill>
            <a:srgbClr val="CED7E6">
              <a:alpha val="69"/>
            </a:srgbClr>
          </a:solidFill>
          <a:ln>
            <a:noFill/>
          </a:ln>
        </p:spPr>
      </p:sp>
      <p:sp>
        <p:nvSpPr>
          <p:cNvPr id="94" name="wm.header.rule"/>
          <p:cNvSpPr/>
          <p:nvPr/>
        </p:nvSpPr>
        <p:spPr>
          <a:xfrm>
            <a:off x="723900" y="1371600"/>
            <a:ext cx="10744200" cy="9525"/>
          </a:xfrm>
          <a:prstGeom prst="rect">
            <a:avLst/>
          </a:prstGeom>
          <a:solidFill>
            <a:srgbClr val="CED7E6"/>
          </a:solidFill>
          <a:ln>
            <a:noFill/>
          </a:ln>
        </p:spPr>
      </p:sp>
      <p:pic>
        <p:nvPicPr>
          <p:cNvPr id="95"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210300"/>
            <a:ext cx="729403" cy="152400"/>
          </a:xfrm>
          <a:prstGeom prst="rect">
            <a:avLst/>
          </a:prstGeom>
        </p:spPr>
      </p:pic>
      <p:sp>
        <p:nvSpPr>
          <p:cNvPr id="96" name="wm.legal"/>
          <p:cNvSpPr/>
          <p:nvPr/>
        </p:nvSpPr>
        <p:spPr>
          <a:xfrm>
            <a:off x="2171700" y="6172200"/>
            <a:ext cx="89154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wmds.frame.565fa27430157ff1bff7">
    <p:bg>
      <p:bgPr>
        <a:solidFill>
          <a:srgbClr val="FFFFFF"/>
        </a:solidFill>
      </p:bgPr>
    </p:bg>
    <p:spTree>
      <p:nvGrpSpPr>
        <p:cNvPr id="1" name=""/>
        <p:cNvGrpSpPr/>
        <p:nvPr/>
      </p:nvGrpSpPr>
      <p:grpSpPr>
        <a:xfrm>
          <a:off x="0" y="0"/>
          <a:ext cx="0" cy="0"/>
          <a:chOff x="0" y="0"/>
          <a:chExt cx="0" cy="0"/>
        </a:xfrm>
      </p:grpSpPr>
      <p:sp>
        <p:nvSpPr>
          <p:cNvPr id="2" name="wm.footer.rule"/>
          <p:cNvSpPr/>
          <p:nvPr/>
        </p:nvSpPr>
        <p:spPr>
          <a:xfrm>
            <a:off x="723900" y="6057900"/>
            <a:ext cx="10744200" cy="9525"/>
          </a:xfrm>
          <a:prstGeom prst="rect">
            <a:avLst/>
          </a:prstGeom>
          <a:solidFill>
            <a:srgbClr val="CED7E6"/>
          </a:solidFill>
          <a:ln>
            <a:noFill/>
          </a:ln>
        </p:spPr>
      </p:sp>
      <p:sp>
        <p:nvSpPr>
          <p:cNvPr id="3" name="wm.whiteboard.0.0"/>
          <p:cNvSpPr/>
          <p:nvPr/>
        </p:nvSpPr>
        <p:spPr>
          <a:xfrm>
            <a:off x="266700" y="228600"/>
            <a:ext cx="38100" cy="38100"/>
          </a:xfrm>
          <a:prstGeom prst="rect">
            <a:avLst/>
          </a:prstGeom>
          <a:solidFill>
            <a:srgbClr val="CED7E6"/>
          </a:solidFill>
          <a:ln>
            <a:noFill/>
          </a:ln>
        </p:spPr>
      </p:sp>
      <p:sp>
        <p:nvSpPr>
          <p:cNvPr id="4" name="wm.whiteboard.0.18"/>
          <p:cNvSpPr/>
          <p:nvPr/>
        </p:nvSpPr>
        <p:spPr>
          <a:xfrm>
            <a:off x="266700" y="457200"/>
            <a:ext cx="38100" cy="38100"/>
          </a:xfrm>
          <a:prstGeom prst="rect">
            <a:avLst/>
          </a:prstGeom>
          <a:solidFill>
            <a:srgbClr val="CED7E6"/>
          </a:solidFill>
          <a:ln>
            <a:noFill/>
          </a:ln>
        </p:spPr>
      </p:sp>
      <p:sp>
        <p:nvSpPr>
          <p:cNvPr id="5" name="wm.whiteboard.0.36"/>
          <p:cNvSpPr/>
          <p:nvPr/>
        </p:nvSpPr>
        <p:spPr>
          <a:xfrm>
            <a:off x="266700" y="685800"/>
            <a:ext cx="38100" cy="38100"/>
          </a:xfrm>
          <a:prstGeom prst="rect">
            <a:avLst/>
          </a:prstGeom>
          <a:solidFill>
            <a:srgbClr val="CED7E6"/>
          </a:solidFill>
          <a:ln>
            <a:noFill/>
          </a:ln>
        </p:spPr>
      </p:sp>
      <p:sp>
        <p:nvSpPr>
          <p:cNvPr id="6" name="wm.whiteboard.0.54"/>
          <p:cNvSpPr/>
          <p:nvPr/>
        </p:nvSpPr>
        <p:spPr>
          <a:xfrm>
            <a:off x="266700" y="914400"/>
            <a:ext cx="38100" cy="38100"/>
          </a:xfrm>
          <a:prstGeom prst="rect">
            <a:avLst/>
          </a:prstGeom>
          <a:solidFill>
            <a:srgbClr val="CED7E6"/>
          </a:solidFill>
          <a:ln>
            <a:noFill/>
          </a:ln>
        </p:spPr>
      </p:sp>
      <p:sp>
        <p:nvSpPr>
          <p:cNvPr id="7" name="wm.whiteboard.0.72"/>
          <p:cNvSpPr/>
          <p:nvPr/>
        </p:nvSpPr>
        <p:spPr>
          <a:xfrm>
            <a:off x="266700" y="1143000"/>
            <a:ext cx="38100" cy="38100"/>
          </a:xfrm>
          <a:prstGeom prst="rect">
            <a:avLst/>
          </a:prstGeom>
          <a:solidFill>
            <a:srgbClr val="CED7E6">
              <a:alpha val="85305"/>
            </a:srgbClr>
          </a:solidFill>
          <a:ln>
            <a:noFill/>
          </a:ln>
        </p:spPr>
      </p:sp>
      <p:sp>
        <p:nvSpPr>
          <p:cNvPr id="8" name="wm.whiteboard.0.90"/>
          <p:cNvSpPr/>
          <p:nvPr/>
        </p:nvSpPr>
        <p:spPr>
          <a:xfrm>
            <a:off x="266700" y="1371600"/>
            <a:ext cx="38100" cy="38100"/>
          </a:xfrm>
          <a:prstGeom prst="rect">
            <a:avLst/>
          </a:prstGeom>
          <a:solidFill>
            <a:srgbClr val="CED7E6">
              <a:alpha val="68524"/>
            </a:srgbClr>
          </a:solidFill>
          <a:ln>
            <a:noFill/>
          </a:ln>
        </p:spPr>
      </p:sp>
      <p:sp>
        <p:nvSpPr>
          <p:cNvPr id="9" name="wm.whiteboard.0.108"/>
          <p:cNvSpPr/>
          <p:nvPr/>
        </p:nvSpPr>
        <p:spPr>
          <a:xfrm>
            <a:off x="266700" y="1600200"/>
            <a:ext cx="38100" cy="38100"/>
          </a:xfrm>
          <a:prstGeom prst="rect">
            <a:avLst/>
          </a:prstGeom>
          <a:solidFill>
            <a:srgbClr val="CED7E6">
              <a:alpha val="51742"/>
            </a:srgbClr>
          </a:solidFill>
          <a:ln>
            <a:noFill/>
          </a:ln>
        </p:spPr>
      </p:sp>
      <p:sp>
        <p:nvSpPr>
          <p:cNvPr id="10" name="wm.whiteboard.0.126"/>
          <p:cNvSpPr/>
          <p:nvPr/>
        </p:nvSpPr>
        <p:spPr>
          <a:xfrm>
            <a:off x="266700" y="1828800"/>
            <a:ext cx="38100" cy="38100"/>
          </a:xfrm>
          <a:prstGeom prst="rect">
            <a:avLst/>
          </a:prstGeom>
          <a:solidFill>
            <a:srgbClr val="CED7E6">
              <a:alpha val="34959"/>
            </a:srgbClr>
          </a:solidFill>
          <a:ln>
            <a:noFill/>
          </a:ln>
        </p:spPr>
      </p:sp>
      <p:sp>
        <p:nvSpPr>
          <p:cNvPr id="11" name="wm.whiteboard.0.144"/>
          <p:cNvSpPr/>
          <p:nvPr/>
        </p:nvSpPr>
        <p:spPr>
          <a:xfrm>
            <a:off x="266700" y="2057400"/>
            <a:ext cx="38100" cy="38100"/>
          </a:xfrm>
          <a:prstGeom prst="rect">
            <a:avLst/>
          </a:prstGeom>
          <a:solidFill>
            <a:srgbClr val="CED7E6">
              <a:alpha val="18177"/>
            </a:srgbClr>
          </a:solidFill>
          <a:ln>
            <a:noFill/>
          </a:ln>
        </p:spPr>
      </p:sp>
      <p:sp>
        <p:nvSpPr>
          <p:cNvPr id="12" name="wm.whiteboard.0.162"/>
          <p:cNvSpPr/>
          <p:nvPr/>
        </p:nvSpPr>
        <p:spPr>
          <a:xfrm>
            <a:off x="266700" y="2286000"/>
            <a:ext cx="38100" cy="38100"/>
          </a:xfrm>
          <a:prstGeom prst="rect">
            <a:avLst/>
          </a:prstGeom>
          <a:solidFill>
            <a:srgbClr val="CED7E6">
              <a:alpha val="1394"/>
            </a:srgbClr>
          </a:solidFill>
          <a:ln>
            <a:noFill/>
          </a:ln>
        </p:spPr>
      </p:sp>
      <p:sp>
        <p:nvSpPr>
          <p:cNvPr id="13" name="wm.whiteboard.18.0"/>
          <p:cNvSpPr/>
          <p:nvPr/>
        </p:nvSpPr>
        <p:spPr>
          <a:xfrm>
            <a:off x="495300" y="228600"/>
            <a:ext cx="38100" cy="38100"/>
          </a:xfrm>
          <a:prstGeom prst="rect">
            <a:avLst/>
          </a:prstGeom>
          <a:solidFill>
            <a:srgbClr val="CED7E6"/>
          </a:solidFill>
          <a:ln>
            <a:noFill/>
          </a:ln>
        </p:spPr>
      </p:sp>
      <p:sp>
        <p:nvSpPr>
          <p:cNvPr id="14" name="wm.whiteboard.18.18"/>
          <p:cNvSpPr/>
          <p:nvPr/>
        </p:nvSpPr>
        <p:spPr>
          <a:xfrm>
            <a:off x="495300" y="457200"/>
            <a:ext cx="38100" cy="38100"/>
          </a:xfrm>
          <a:prstGeom prst="rect">
            <a:avLst/>
          </a:prstGeom>
          <a:solidFill>
            <a:srgbClr val="CED7E6"/>
          </a:solidFill>
          <a:ln>
            <a:noFill/>
          </a:ln>
        </p:spPr>
      </p:sp>
      <p:sp>
        <p:nvSpPr>
          <p:cNvPr id="15" name="wm.whiteboard.18.36"/>
          <p:cNvSpPr/>
          <p:nvPr/>
        </p:nvSpPr>
        <p:spPr>
          <a:xfrm>
            <a:off x="495300" y="685800"/>
            <a:ext cx="38100" cy="38100"/>
          </a:xfrm>
          <a:prstGeom prst="rect">
            <a:avLst/>
          </a:prstGeom>
          <a:solidFill>
            <a:srgbClr val="CED7E6"/>
          </a:solidFill>
          <a:ln>
            <a:noFill/>
          </a:ln>
        </p:spPr>
      </p:sp>
      <p:sp>
        <p:nvSpPr>
          <p:cNvPr id="16" name="wm.whiteboard.18.54"/>
          <p:cNvSpPr/>
          <p:nvPr/>
        </p:nvSpPr>
        <p:spPr>
          <a:xfrm>
            <a:off x="495300" y="914400"/>
            <a:ext cx="38100" cy="38100"/>
          </a:xfrm>
          <a:prstGeom prst="rect">
            <a:avLst/>
          </a:prstGeom>
          <a:solidFill>
            <a:srgbClr val="CED7E6">
              <a:alpha val="99988"/>
            </a:srgbClr>
          </a:solidFill>
          <a:ln>
            <a:noFill/>
          </a:ln>
        </p:spPr>
      </p:sp>
      <p:sp>
        <p:nvSpPr>
          <p:cNvPr id="17" name="wm.whiteboard.18.72"/>
          <p:cNvSpPr/>
          <p:nvPr/>
        </p:nvSpPr>
        <p:spPr>
          <a:xfrm>
            <a:off x="495300" y="1143000"/>
            <a:ext cx="38100" cy="38100"/>
          </a:xfrm>
          <a:prstGeom prst="rect">
            <a:avLst/>
          </a:prstGeom>
          <a:solidFill>
            <a:srgbClr val="CED7E6">
              <a:alpha val="83708"/>
            </a:srgbClr>
          </a:solidFill>
          <a:ln>
            <a:noFill/>
          </a:ln>
        </p:spPr>
      </p:sp>
      <p:sp>
        <p:nvSpPr>
          <p:cNvPr id="18" name="wm.whiteboard.18.90"/>
          <p:cNvSpPr/>
          <p:nvPr/>
        </p:nvSpPr>
        <p:spPr>
          <a:xfrm>
            <a:off x="495300" y="1371600"/>
            <a:ext cx="38100" cy="38100"/>
          </a:xfrm>
          <a:prstGeom prst="rect">
            <a:avLst/>
          </a:prstGeom>
          <a:solidFill>
            <a:srgbClr val="CED7E6">
              <a:alpha val="67236"/>
            </a:srgbClr>
          </a:solidFill>
          <a:ln>
            <a:noFill/>
          </a:ln>
        </p:spPr>
      </p:sp>
      <p:sp>
        <p:nvSpPr>
          <p:cNvPr id="19" name="wm.whiteboard.18.108"/>
          <p:cNvSpPr/>
          <p:nvPr/>
        </p:nvSpPr>
        <p:spPr>
          <a:xfrm>
            <a:off x="495300" y="1600200"/>
            <a:ext cx="38100" cy="38100"/>
          </a:xfrm>
          <a:prstGeom prst="rect">
            <a:avLst/>
          </a:prstGeom>
          <a:solidFill>
            <a:srgbClr val="CED7E6">
              <a:alpha val="50663"/>
            </a:srgbClr>
          </a:solidFill>
          <a:ln>
            <a:noFill/>
          </a:ln>
        </p:spPr>
      </p:sp>
      <p:sp>
        <p:nvSpPr>
          <p:cNvPr id="20" name="wm.whiteboard.18.126"/>
          <p:cNvSpPr/>
          <p:nvPr/>
        </p:nvSpPr>
        <p:spPr>
          <a:xfrm>
            <a:off x="495300" y="1828800"/>
            <a:ext cx="38100" cy="38100"/>
          </a:xfrm>
          <a:prstGeom prst="rect">
            <a:avLst/>
          </a:prstGeom>
          <a:solidFill>
            <a:srgbClr val="CED7E6">
              <a:alpha val="34032"/>
            </a:srgbClr>
          </a:solidFill>
          <a:ln>
            <a:noFill/>
          </a:ln>
        </p:spPr>
      </p:sp>
      <p:sp>
        <p:nvSpPr>
          <p:cNvPr id="21" name="wm.whiteboard.18.144"/>
          <p:cNvSpPr/>
          <p:nvPr/>
        </p:nvSpPr>
        <p:spPr>
          <a:xfrm>
            <a:off x="495300" y="2057400"/>
            <a:ext cx="38100" cy="38100"/>
          </a:xfrm>
          <a:prstGeom prst="rect">
            <a:avLst/>
          </a:prstGeom>
          <a:solidFill>
            <a:srgbClr val="CED7E6">
              <a:alpha val="17363"/>
            </a:srgbClr>
          </a:solidFill>
          <a:ln>
            <a:noFill/>
          </a:ln>
        </p:spPr>
      </p:sp>
      <p:sp>
        <p:nvSpPr>
          <p:cNvPr id="22" name="wm.whiteboard.18.162"/>
          <p:cNvSpPr/>
          <p:nvPr/>
        </p:nvSpPr>
        <p:spPr>
          <a:xfrm>
            <a:off x="495300" y="2286000"/>
            <a:ext cx="38100" cy="38100"/>
          </a:xfrm>
          <a:prstGeom prst="rect">
            <a:avLst/>
          </a:prstGeom>
          <a:solidFill>
            <a:srgbClr val="CED7E6">
              <a:alpha val="670"/>
            </a:srgbClr>
          </a:solidFill>
          <a:ln>
            <a:noFill/>
          </a:ln>
        </p:spPr>
      </p:sp>
      <p:sp>
        <p:nvSpPr>
          <p:cNvPr id="23" name="wm.whiteboard.36.0"/>
          <p:cNvSpPr/>
          <p:nvPr/>
        </p:nvSpPr>
        <p:spPr>
          <a:xfrm>
            <a:off x="723900" y="228600"/>
            <a:ext cx="38100" cy="38100"/>
          </a:xfrm>
          <a:prstGeom prst="rect">
            <a:avLst/>
          </a:prstGeom>
          <a:solidFill>
            <a:srgbClr val="CED7E6"/>
          </a:solidFill>
          <a:ln>
            <a:noFill/>
          </a:ln>
        </p:spPr>
      </p:sp>
      <p:sp>
        <p:nvSpPr>
          <p:cNvPr id="24" name="wm.whiteboard.36.18"/>
          <p:cNvSpPr/>
          <p:nvPr/>
        </p:nvSpPr>
        <p:spPr>
          <a:xfrm>
            <a:off x="723900" y="457200"/>
            <a:ext cx="38100" cy="38100"/>
          </a:xfrm>
          <a:prstGeom prst="rect">
            <a:avLst/>
          </a:prstGeom>
          <a:solidFill>
            <a:srgbClr val="CED7E6"/>
          </a:solidFill>
          <a:ln>
            <a:noFill/>
          </a:ln>
        </p:spPr>
      </p:sp>
      <p:sp>
        <p:nvSpPr>
          <p:cNvPr id="25" name="wm.whiteboard.36.36"/>
          <p:cNvSpPr/>
          <p:nvPr/>
        </p:nvSpPr>
        <p:spPr>
          <a:xfrm>
            <a:off x="723900" y="685800"/>
            <a:ext cx="38100" cy="38100"/>
          </a:xfrm>
          <a:prstGeom prst="rect">
            <a:avLst/>
          </a:prstGeom>
          <a:solidFill>
            <a:srgbClr val="CED7E6"/>
          </a:solidFill>
          <a:ln>
            <a:noFill/>
          </a:ln>
        </p:spPr>
      </p:sp>
      <p:sp>
        <p:nvSpPr>
          <p:cNvPr id="26" name="wm.whiteboard.36.54"/>
          <p:cNvSpPr/>
          <p:nvPr/>
        </p:nvSpPr>
        <p:spPr>
          <a:xfrm>
            <a:off x="723900" y="914400"/>
            <a:ext cx="38100" cy="38100"/>
          </a:xfrm>
          <a:prstGeom prst="rect">
            <a:avLst/>
          </a:prstGeom>
          <a:solidFill>
            <a:srgbClr val="CED7E6">
              <a:alpha val="94671"/>
            </a:srgbClr>
          </a:solidFill>
          <a:ln>
            <a:noFill/>
          </a:ln>
        </p:spPr>
      </p:sp>
      <p:sp>
        <p:nvSpPr>
          <p:cNvPr id="27" name="wm.whiteboard.36.72"/>
          <p:cNvSpPr/>
          <p:nvPr/>
        </p:nvSpPr>
        <p:spPr>
          <a:xfrm>
            <a:off x="723900" y="1143000"/>
            <a:ext cx="38100" cy="38100"/>
          </a:xfrm>
          <a:prstGeom prst="rect">
            <a:avLst/>
          </a:prstGeom>
          <a:solidFill>
            <a:srgbClr val="CED7E6">
              <a:alpha val="79547"/>
            </a:srgbClr>
          </a:solidFill>
          <a:ln>
            <a:noFill/>
          </a:ln>
        </p:spPr>
      </p:sp>
      <p:sp>
        <p:nvSpPr>
          <p:cNvPr id="28" name="wm.whiteboard.36.90"/>
          <p:cNvSpPr/>
          <p:nvPr/>
        </p:nvSpPr>
        <p:spPr>
          <a:xfrm>
            <a:off x="723900" y="1371600"/>
            <a:ext cx="38100" cy="38100"/>
          </a:xfrm>
          <a:prstGeom prst="rect">
            <a:avLst/>
          </a:prstGeom>
          <a:solidFill>
            <a:srgbClr val="CED7E6">
              <a:alpha val="63833"/>
            </a:srgbClr>
          </a:solidFill>
          <a:ln>
            <a:noFill/>
          </a:ln>
        </p:spPr>
      </p:sp>
      <p:sp>
        <p:nvSpPr>
          <p:cNvPr id="29" name="wm.whiteboard.36.108"/>
          <p:cNvSpPr/>
          <p:nvPr/>
        </p:nvSpPr>
        <p:spPr>
          <a:xfrm>
            <a:off x="723900" y="1600200"/>
            <a:ext cx="38100" cy="38100"/>
          </a:xfrm>
          <a:prstGeom prst="rect">
            <a:avLst/>
          </a:prstGeom>
          <a:solidFill>
            <a:srgbClr val="CED7E6">
              <a:alpha val="47790"/>
            </a:srgbClr>
          </a:solidFill>
          <a:ln>
            <a:noFill/>
          </a:ln>
        </p:spPr>
      </p:sp>
      <p:sp>
        <p:nvSpPr>
          <p:cNvPr id="30" name="wm.whiteboard.36.126"/>
          <p:cNvSpPr/>
          <p:nvPr/>
        </p:nvSpPr>
        <p:spPr>
          <a:xfrm>
            <a:off x="723900" y="1828800"/>
            <a:ext cx="38100" cy="38100"/>
          </a:xfrm>
          <a:prstGeom prst="rect">
            <a:avLst/>
          </a:prstGeom>
          <a:solidFill>
            <a:srgbClr val="CED7E6">
              <a:alpha val="31549"/>
            </a:srgbClr>
          </a:solidFill>
          <a:ln>
            <a:noFill/>
          </a:ln>
        </p:spPr>
      </p:sp>
      <p:sp>
        <p:nvSpPr>
          <p:cNvPr id="31" name="wm.whiteboard.36.144"/>
          <p:cNvSpPr/>
          <p:nvPr/>
        </p:nvSpPr>
        <p:spPr>
          <a:xfrm>
            <a:off x="723900" y="2057400"/>
            <a:ext cx="38100" cy="38100"/>
          </a:xfrm>
          <a:prstGeom prst="rect">
            <a:avLst/>
          </a:prstGeom>
          <a:solidFill>
            <a:srgbClr val="CED7E6">
              <a:alpha val="15179"/>
            </a:srgbClr>
          </a:solidFill>
          <a:ln>
            <a:noFill/>
          </a:ln>
        </p:spPr>
      </p:sp>
      <p:sp>
        <p:nvSpPr>
          <p:cNvPr id="32" name="wm.whiteboard.54.0"/>
          <p:cNvSpPr/>
          <p:nvPr/>
        </p:nvSpPr>
        <p:spPr>
          <a:xfrm>
            <a:off x="952500" y="228600"/>
            <a:ext cx="38100" cy="38100"/>
          </a:xfrm>
          <a:prstGeom prst="rect">
            <a:avLst/>
          </a:prstGeom>
          <a:solidFill>
            <a:srgbClr val="CED7E6"/>
          </a:solidFill>
          <a:ln>
            <a:noFill/>
          </a:ln>
        </p:spPr>
      </p:sp>
      <p:sp>
        <p:nvSpPr>
          <p:cNvPr id="33" name="wm.whiteboard.54.18"/>
          <p:cNvSpPr/>
          <p:nvPr/>
        </p:nvSpPr>
        <p:spPr>
          <a:xfrm>
            <a:off x="952500" y="457200"/>
            <a:ext cx="38100" cy="38100"/>
          </a:xfrm>
          <a:prstGeom prst="rect">
            <a:avLst/>
          </a:prstGeom>
          <a:solidFill>
            <a:srgbClr val="CED7E6"/>
          </a:solidFill>
          <a:ln>
            <a:noFill/>
          </a:ln>
        </p:spPr>
      </p:sp>
      <p:sp>
        <p:nvSpPr>
          <p:cNvPr id="34" name="wm.whiteboard.54.36"/>
          <p:cNvSpPr/>
          <p:nvPr/>
        </p:nvSpPr>
        <p:spPr>
          <a:xfrm>
            <a:off x="952500" y="685800"/>
            <a:ext cx="38100" cy="38100"/>
          </a:xfrm>
          <a:prstGeom prst="rect">
            <a:avLst/>
          </a:prstGeom>
          <a:solidFill>
            <a:srgbClr val="CED7E6">
              <a:alpha val="98827"/>
            </a:srgbClr>
          </a:solidFill>
          <a:ln>
            <a:noFill/>
          </a:ln>
        </p:spPr>
      </p:sp>
      <p:sp>
        <p:nvSpPr>
          <p:cNvPr id="35" name="wm.whiteboard.54.54"/>
          <p:cNvSpPr/>
          <p:nvPr/>
        </p:nvSpPr>
        <p:spPr>
          <a:xfrm>
            <a:off x="952500" y="914400"/>
            <a:ext cx="38100" cy="38100"/>
          </a:xfrm>
          <a:prstGeom prst="rect">
            <a:avLst/>
          </a:prstGeom>
          <a:solidFill>
            <a:srgbClr val="CED7E6">
              <a:alpha val="86895"/>
            </a:srgbClr>
          </a:solidFill>
          <a:ln>
            <a:noFill/>
          </a:ln>
        </p:spPr>
      </p:sp>
      <p:sp>
        <p:nvSpPr>
          <p:cNvPr id="36" name="wm.whiteboard.54.72"/>
          <p:cNvSpPr/>
          <p:nvPr/>
        </p:nvSpPr>
        <p:spPr>
          <a:xfrm>
            <a:off x="952500" y="1143000"/>
            <a:ext cx="38100" cy="38100"/>
          </a:xfrm>
          <a:prstGeom prst="rect">
            <a:avLst/>
          </a:prstGeom>
          <a:solidFill>
            <a:srgbClr val="CED7E6">
              <a:alpha val="73217"/>
            </a:srgbClr>
          </a:solidFill>
          <a:ln>
            <a:noFill/>
          </a:ln>
        </p:spPr>
      </p:sp>
      <p:sp>
        <p:nvSpPr>
          <p:cNvPr id="37" name="wm.whiteboard.54.90"/>
          <p:cNvSpPr/>
          <p:nvPr/>
        </p:nvSpPr>
        <p:spPr>
          <a:xfrm>
            <a:off x="952500" y="1371600"/>
            <a:ext cx="38100" cy="38100"/>
          </a:xfrm>
          <a:prstGeom prst="rect">
            <a:avLst/>
          </a:prstGeom>
          <a:solidFill>
            <a:srgbClr val="CED7E6">
              <a:alpha val="58541"/>
            </a:srgbClr>
          </a:solidFill>
          <a:ln>
            <a:noFill/>
          </a:ln>
        </p:spPr>
      </p:sp>
      <p:sp>
        <p:nvSpPr>
          <p:cNvPr id="38" name="wm.whiteboard.54.108"/>
          <p:cNvSpPr/>
          <p:nvPr/>
        </p:nvSpPr>
        <p:spPr>
          <a:xfrm>
            <a:off x="952500" y="1600200"/>
            <a:ext cx="38100" cy="38100"/>
          </a:xfrm>
          <a:prstGeom prst="rect">
            <a:avLst/>
          </a:prstGeom>
          <a:solidFill>
            <a:srgbClr val="CED7E6">
              <a:alpha val="43263"/>
            </a:srgbClr>
          </a:solidFill>
          <a:ln>
            <a:noFill/>
          </a:ln>
        </p:spPr>
      </p:sp>
      <p:sp>
        <p:nvSpPr>
          <p:cNvPr id="39" name="wm.whiteboard.54.126"/>
          <p:cNvSpPr/>
          <p:nvPr/>
        </p:nvSpPr>
        <p:spPr>
          <a:xfrm>
            <a:off x="952500" y="1828800"/>
            <a:ext cx="38100" cy="38100"/>
          </a:xfrm>
          <a:prstGeom prst="rect">
            <a:avLst/>
          </a:prstGeom>
          <a:solidFill>
            <a:srgbClr val="CED7E6">
              <a:alpha val="27603"/>
            </a:srgbClr>
          </a:solidFill>
          <a:ln>
            <a:noFill/>
          </a:ln>
        </p:spPr>
      </p:sp>
      <p:sp>
        <p:nvSpPr>
          <p:cNvPr id="40" name="wm.whiteboard.54.144"/>
          <p:cNvSpPr/>
          <p:nvPr/>
        </p:nvSpPr>
        <p:spPr>
          <a:xfrm>
            <a:off x="952500" y="2057400"/>
            <a:ext cx="38100" cy="38100"/>
          </a:xfrm>
          <a:prstGeom prst="rect">
            <a:avLst/>
          </a:prstGeom>
          <a:solidFill>
            <a:srgbClr val="CED7E6">
              <a:alpha val="11687"/>
            </a:srgbClr>
          </a:solidFill>
          <a:ln>
            <a:noFill/>
          </a:ln>
        </p:spPr>
      </p:sp>
      <p:sp>
        <p:nvSpPr>
          <p:cNvPr id="41" name="wm.whiteboard.72.0"/>
          <p:cNvSpPr/>
          <p:nvPr/>
        </p:nvSpPr>
        <p:spPr>
          <a:xfrm>
            <a:off x="1181100" y="228600"/>
            <a:ext cx="38100" cy="38100"/>
          </a:xfrm>
          <a:prstGeom prst="rect">
            <a:avLst/>
          </a:prstGeom>
          <a:solidFill>
            <a:srgbClr val="CED7E6">
              <a:alpha val="97572"/>
            </a:srgbClr>
          </a:solidFill>
          <a:ln>
            <a:noFill/>
          </a:ln>
        </p:spPr>
      </p:sp>
      <p:sp>
        <p:nvSpPr>
          <p:cNvPr id="42" name="wm.whiteboard.72.18"/>
          <p:cNvSpPr/>
          <p:nvPr/>
        </p:nvSpPr>
        <p:spPr>
          <a:xfrm>
            <a:off x="1181100" y="457200"/>
            <a:ext cx="38100" cy="38100"/>
          </a:xfrm>
          <a:prstGeom prst="rect">
            <a:avLst/>
          </a:prstGeom>
          <a:solidFill>
            <a:srgbClr val="CED7E6">
              <a:alpha val="94724"/>
            </a:srgbClr>
          </a:solidFill>
          <a:ln>
            <a:noFill/>
          </a:ln>
        </p:spPr>
      </p:sp>
      <p:sp>
        <p:nvSpPr>
          <p:cNvPr id="43" name="wm.whiteboard.72.36"/>
          <p:cNvSpPr/>
          <p:nvPr/>
        </p:nvSpPr>
        <p:spPr>
          <a:xfrm>
            <a:off x="1181100" y="685800"/>
            <a:ext cx="38100" cy="38100"/>
          </a:xfrm>
          <a:prstGeom prst="rect">
            <a:avLst/>
          </a:prstGeom>
          <a:solidFill>
            <a:srgbClr val="CED7E6">
              <a:alpha val="87609"/>
            </a:srgbClr>
          </a:solidFill>
          <a:ln>
            <a:noFill/>
          </a:ln>
        </p:spPr>
      </p:sp>
      <p:sp>
        <p:nvSpPr>
          <p:cNvPr id="44" name="wm.whiteboard.72.54"/>
          <p:cNvSpPr/>
          <p:nvPr/>
        </p:nvSpPr>
        <p:spPr>
          <a:xfrm>
            <a:off x="1181100" y="914400"/>
            <a:ext cx="38100" cy="38100"/>
          </a:xfrm>
          <a:prstGeom prst="rect">
            <a:avLst/>
          </a:prstGeom>
          <a:solidFill>
            <a:srgbClr val="CED7E6">
              <a:alpha val="77408"/>
            </a:srgbClr>
          </a:solidFill>
          <a:ln>
            <a:noFill/>
          </a:ln>
        </p:spPr>
      </p:sp>
      <p:sp>
        <p:nvSpPr>
          <p:cNvPr id="45" name="wm.whiteboard.72.72"/>
          <p:cNvSpPr/>
          <p:nvPr/>
        </p:nvSpPr>
        <p:spPr>
          <a:xfrm>
            <a:off x="1181100" y="1143000"/>
            <a:ext cx="38100" cy="38100"/>
          </a:xfrm>
          <a:prstGeom prst="rect">
            <a:avLst/>
          </a:prstGeom>
          <a:solidFill>
            <a:srgbClr val="CED7E6">
              <a:alpha val="65181"/>
            </a:srgbClr>
          </a:solidFill>
          <a:ln>
            <a:noFill/>
          </a:ln>
        </p:spPr>
      </p:sp>
      <p:sp>
        <p:nvSpPr>
          <p:cNvPr id="46" name="wm.whiteboard.72.90"/>
          <p:cNvSpPr/>
          <p:nvPr/>
        </p:nvSpPr>
        <p:spPr>
          <a:xfrm>
            <a:off x="1181100" y="1371600"/>
            <a:ext cx="38100" cy="38100"/>
          </a:xfrm>
          <a:prstGeom prst="rect">
            <a:avLst/>
          </a:prstGeom>
          <a:solidFill>
            <a:srgbClr val="CED7E6">
              <a:alpha val="51653"/>
            </a:srgbClr>
          </a:solidFill>
          <a:ln>
            <a:noFill/>
          </a:ln>
        </p:spPr>
      </p:sp>
      <p:sp>
        <p:nvSpPr>
          <p:cNvPr id="47" name="wm.whiteboard.72.108"/>
          <p:cNvSpPr/>
          <p:nvPr/>
        </p:nvSpPr>
        <p:spPr>
          <a:xfrm>
            <a:off x="1181100" y="1600200"/>
            <a:ext cx="38100" cy="38100"/>
          </a:xfrm>
          <a:prstGeom prst="rect">
            <a:avLst/>
          </a:prstGeom>
          <a:solidFill>
            <a:srgbClr val="CED7E6">
              <a:alpha val="37275"/>
            </a:srgbClr>
          </a:solidFill>
          <a:ln>
            <a:noFill/>
          </a:ln>
        </p:spPr>
      </p:sp>
      <p:sp>
        <p:nvSpPr>
          <p:cNvPr id="48" name="wm.whiteboard.72.126"/>
          <p:cNvSpPr/>
          <p:nvPr/>
        </p:nvSpPr>
        <p:spPr>
          <a:xfrm>
            <a:off x="1181100" y="1828800"/>
            <a:ext cx="38100" cy="38100"/>
          </a:xfrm>
          <a:prstGeom prst="rect">
            <a:avLst/>
          </a:prstGeom>
          <a:solidFill>
            <a:srgbClr val="CED7E6">
              <a:alpha val="22326"/>
            </a:srgbClr>
          </a:solidFill>
          <a:ln>
            <a:noFill/>
          </a:ln>
        </p:spPr>
      </p:sp>
      <p:sp>
        <p:nvSpPr>
          <p:cNvPr id="49" name="wm.whiteboard.72.144"/>
          <p:cNvSpPr/>
          <p:nvPr/>
        </p:nvSpPr>
        <p:spPr>
          <a:xfrm>
            <a:off x="1181100" y="2057400"/>
            <a:ext cx="38100" cy="38100"/>
          </a:xfrm>
          <a:prstGeom prst="rect">
            <a:avLst/>
          </a:prstGeom>
          <a:solidFill>
            <a:srgbClr val="CED7E6">
              <a:alpha val="6980"/>
            </a:srgbClr>
          </a:solidFill>
          <a:ln>
            <a:noFill/>
          </a:ln>
        </p:spPr>
      </p:sp>
      <p:sp>
        <p:nvSpPr>
          <p:cNvPr id="50" name="wm.whiteboard.90.0"/>
          <p:cNvSpPr/>
          <p:nvPr/>
        </p:nvSpPr>
        <p:spPr>
          <a:xfrm>
            <a:off x="1409700" y="228600"/>
            <a:ext cx="38100" cy="38100"/>
          </a:xfrm>
          <a:prstGeom prst="rect">
            <a:avLst/>
          </a:prstGeom>
          <a:solidFill>
            <a:srgbClr val="CED7E6">
              <a:alpha val="83798"/>
            </a:srgbClr>
          </a:solidFill>
          <a:ln>
            <a:noFill/>
          </a:ln>
        </p:spPr>
      </p:sp>
      <p:sp>
        <p:nvSpPr>
          <p:cNvPr id="51" name="wm.whiteboard.90.18"/>
          <p:cNvSpPr/>
          <p:nvPr/>
        </p:nvSpPr>
        <p:spPr>
          <a:xfrm>
            <a:off x="1409700" y="457200"/>
            <a:ext cx="38100" cy="38100"/>
          </a:xfrm>
          <a:prstGeom prst="rect">
            <a:avLst/>
          </a:prstGeom>
          <a:solidFill>
            <a:srgbClr val="CED7E6">
              <a:alpha val="81490"/>
            </a:srgbClr>
          </a:solidFill>
          <a:ln>
            <a:noFill/>
          </a:ln>
        </p:spPr>
      </p:sp>
      <p:sp>
        <p:nvSpPr>
          <p:cNvPr id="52" name="wm.whiteboard.90.36"/>
          <p:cNvSpPr/>
          <p:nvPr/>
        </p:nvSpPr>
        <p:spPr>
          <a:xfrm>
            <a:off x="1409700" y="685800"/>
            <a:ext cx="38100" cy="38100"/>
          </a:xfrm>
          <a:prstGeom prst="rect">
            <a:avLst/>
          </a:prstGeom>
          <a:solidFill>
            <a:srgbClr val="CED7E6">
              <a:alpha val="75569"/>
            </a:srgbClr>
          </a:solidFill>
          <a:ln>
            <a:noFill/>
          </a:ln>
        </p:spPr>
      </p:sp>
      <p:sp>
        <p:nvSpPr>
          <p:cNvPr id="53" name="wm.whiteboard.90.54"/>
          <p:cNvSpPr/>
          <p:nvPr/>
        </p:nvSpPr>
        <p:spPr>
          <a:xfrm>
            <a:off x="1409700" y="914400"/>
            <a:ext cx="38100" cy="38100"/>
          </a:xfrm>
          <a:prstGeom prst="rect">
            <a:avLst/>
          </a:prstGeom>
          <a:solidFill>
            <a:srgbClr val="CED7E6">
              <a:alpha val="66767"/>
            </a:srgbClr>
          </a:solidFill>
          <a:ln>
            <a:noFill/>
          </a:ln>
        </p:spPr>
      </p:sp>
      <p:sp>
        <p:nvSpPr>
          <p:cNvPr id="54" name="wm.whiteboard.90.72"/>
          <p:cNvSpPr/>
          <p:nvPr/>
        </p:nvSpPr>
        <p:spPr>
          <a:xfrm>
            <a:off x="1409700" y="1143000"/>
            <a:ext cx="38100" cy="38100"/>
          </a:xfrm>
          <a:prstGeom prst="rect">
            <a:avLst/>
          </a:prstGeom>
          <a:solidFill>
            <a:srgbClr val="CED7E6">
              <a:alpha val="55859"/>
            </a:srgbClr>
          </a:solidFill>
          <a:ln>
            <a:noFill/>
          </a:ln>
        </p:spPr>
      </p:sp>
      <p:sp>
        <p:nvSpPr>
          <p:cNvPr id="55" name="wm.whiteboard.90.90"/>
          <p:cNvSpPr/>
          <p:nvPr/>
        </p:nvSpPr>
        <p:spPr>
          <a:xfrm>
            <a:off x="1409700" y="1371600"/>
            <a:ext cx="38100" cy="38100"/>
          </a:xfrm>
          <a:prstGeom prst="rect">
            <a:avLst/>
          </a:prstGeom>
          <a:solidFill>
            <a:srgbClr val="CED7E6">
              <a:alpha val="43468"/>
            </a:srgbClr>
          </a:solidFill>
          <a:ln>
            <a:noFill/>
          </a:ln>
        </p:spPr>
      </p:sp>
      <p:sp>
        <p:nvSpPr>
          <p:cNvPr id="56" name="wm.whiteboard.90.108"/>
          <p:cNvSpPr/>
          <p:nvPr/>
        </p:nvSpPr>
        <p:spPr>
          <a:xfrm>
            <a:off x="1409700" y="1600200"/>
            <a:ext cx="38100" cy="38100"/>
          </a:xfrm>
          <a:prstGeom prst="rect">
            <a:avLst/>
          </a:prstGeom>
          <a:solidFill>
            <a:srgbClr val="CED7E6">
              <a:alpha val="30037"/>
            </a:srgbClr>
          </a:solidFill>
          <a:ln>
            <a:noFill/>
          </a:ln>
        </p:spPr>
      </p:sp>
      <p:sp>
        <p:nvSpPr>
          <p:cNvPr id="57" name="wm.whiteboard.90.126"/>
          <p:cNvSpPr/>
          <p:nvPr/>
        </p:nvSpPr>
        <p:spPr>
          <a:xfrm>
            <a:off x="1409700" y="1828800"/>
            <a:ext cx="38100" cy="38100"/>
          </a:xfrm>
          <a:prstGeom prst="rect">
            <a:avLst/>
          </a:prstGeom>
          <a:solidFill>
            <a:srgbClr val="CED7E6">
              <a:alpha val="15870"/>
            </a:srgbClr>
          </a:solidFill>
          <a:ln>
            <a:noFill/>
          </a:ln>
        </p:spPr>
      </p:sp>
      <p:sp>
        <p:nvSpPr>
          <p:cNvPr id="58" name="wm.whiteboard.90.144"/>
          <p:cNvSpPr/>
          <p:nvPr/>
        </p:nvSpPr>
        <p:spPr>
          <a:xfrm>
            <a:off x="1409700" y="2057400"/>
            <a:ext cx="38100" cy="38100"/>
          </a:xfrm>
          <a:prstGeom prst="rect">
            <a:avLst/>
          </a:prstGeom>
          <a:solidFill>
            <a:srgbClr val="CED7E6">
              <a:alpha val="1171"/>
            </a:srgbClr>
          </a:solidFill>
          <a:ln>
            <a:noFill/>
          </a:ln>
        </p:spPr>
      </p:sp>
      <p:sp>
        <p:nvSpPr>
          <p:cNvPr id="59" name="wm.whiteboard.108.0"/>
          <p:cNvSpPr/>
          <p:nvPr/>
        </p:nvSpPr>
        <p:spPr>
          <a:xfrm>
            <a:off x="1638300" y="228600"/>
            <a:ext cx="38100" cy="38100"/>
          </a:xfrm>
          <a:prstGeom prst="rect">
            <a:avLst/>
          </a:prstGeom>
          <a:solidFill>
            <a:srgbClr val="CED7E6">
              <a:alpha val="70023"/>
            </a:srgbClr>
          </a:solidFill>
          <a:ln>
            <a:noFill/>
          </a:ln>
        </p:spPr>
      </p:sp>
      <p:sp>
        <p:nvSpPr>
          <p:cNvPr id="60" name="wm.whiteboard.108.18"/>
          <p:cNvSpPr/>
          <p:nvPr/>
        </p:nvSpPr>
        <p:spPr>
          <a:xfrm>
            <a:off x="1638300" y="457200"/>
            <a:ext cx="38100" cy="38100"/>
          </a:xfrm>
          <a:prstGeom prst="rect">
            <a:avLst/>
          </a:prstGeom>
          <a:solidFill>
            <a:srgbClr val="CED7E6">
              <a:alpha val="68085"/>
            </a:srgbClr>
          </a:solidFill>
          <a:ln>
            <a:noFill/>
          </a:ln>
        </p:spPr>
      </p:sp>
      <p:sp>
        <p:nvSpPr>
          <p:cNvPr id="61" name="wm.whiteboard.108.36"/>
          <p:cNvSpPr/>
          <p:nvPr/>
        </p:nvSpPr>
        <p:spPr>
          <a:xfrm>
            <a:off x="1638300" y="685800"/>
            <a:ext cx="38100" cy="38100"/>
          </a:xfrm>
          <a:prstGeom prst="rect">
            <a:avLst/>
          </a:prstGeom>
          <a:solidFill>
            <a:srgbClr val="CED7E6">
              <a:alpha val="63033"/>
            </a:srgbClr>
          </a:solidFill>
          <a:ln>
            <a:noFill/>
          </a:ln>
        </p:spPr>
      </p:sp>
      <p:sp>
        <p:nvSpPr>
          <p:cNvPr id="62" name="wm.whiteboard.108.54"/>
          <p:cNvSpPr/>
          <p:nvPr/>
        </p:nvSpPr>
        <p:spPr>
          <a:xfrm>
            <a:off x="1638300" y="914400"/>
            <a:ext cx="38100" cy="38100"/>
          </a:xfrm>
          <a:prstGeom prst="rect">
            <a:avLst/>
          </a:prstGeom>
          <a:solidFill>
            <a:srgbClr val="CED7E6">
              <a:alpha val="55346"/>
            </a:srgbClr>
          </a:solidFill>
          <a:ln>
            <a:noFill/>
          </a:ln>
        </p:spPr>
      </p:sp>
      <p:sp>
        <p:nvSpPr>
          <p:cNvPr id="63" name="wm.whiteboard.108.72"/>
          <p:cNvSpPr/>
          <p:nvPr/>
        </p:nvSpPr>
        <p:spPr>
          <a:xfrm>
            <a:off x="1638300" y="1143000"/>
            <a:ext cx="38100" cy="38100"/>
          </a:xfrm>
          <a:prstGeom prst="rect">
            <a:avLst/>
          </a:prstGeom>
          <a:solidFill>
            <a:srgbClr val="CED7E6">
              <a:alpha val="45583"/>
            </a:srgbClr>
          </a:solidFill>
          <a:ln>
            <a:noFill/>
          </a:ln>
        </p:spPr>
      </p:sp>
      <p:sp>
        <p:nvSpPr>
          <p:cNvPr id="64" name="wm.whiteboard.108.90"/>
          <p:cNvSpPr/>
          <p:nvPr/>
        </p:nvSpPr>
        <p:spPr>
          <a:xfrm>
            <a:off x="1638300" y="1371600"/>
            <a:ext cx="38100" cy="38100"/>
          </a:xfrm>
          <a:prstGeom prst="rect">
            <a:avLst/>
          </a:prstGeom>
          <a:solidFill>
            <a:srgbClr val="CED7E6">
              <a:alpha val="34251"/>
            </a:srgbClr>
          </a:solidFill>
          <a:ln>
            <a:noFill/>
          </a:ln>
        </p:spPr>
      </p:sp>
      <p:sp>
        <p:nvSpPr>
          <p:cNvPr id="65" name="wm.whiteboard.108.108"/>
          <p:cNvSpPr/>
          <p:nvPr/>
        </p:nvSpPr>
        <p:spPr>
          <a:xfrm>
            <a:off x="1638300" y="1600200"/>
            <a:ext cx="38100" cy="38100"/>
          </a:xfrm>
          <a:prstGeom prst="rect">
            <a:avLst/>
          </a:prstGeom>
          <a:solidFill>
            <a:srgbClr val="CED7E6">
              <a:alpha val="21754"/>
            </a:srgbClr>
          </a:solidFill>
          <a:ln>
            <a:noFill/>
          </a:ln>
        </p:spPr>
      </p:sp>
      <p:sp>
        <p:nvSpPr>
          <p:cNvPr id="66" name="wm.whiteboard.108.126"/>
          <p:cNvSpPr/>
          <p:nvPr/>
        </p:nvSpPr>
        <p:spPr>
          <a:xfrm>
            <a:off x="1638300" y="1828800"/>
            <a:ext cx="38100" cy="38100"/>
          </a:xfrm>
          <a:prstGeom prst="rect">
            <a:avLst/>
          </a:prstGeom>
          <a:solidFill>
            <a:srgbClr val="CED7E6">
              <a:alpha val="8391"/>
            </a:srgbClr>
          </a:solidFill>
          <a:ln>
            <a:noFill/>
          </a:ln>
        </p:spPr>
      </p:sp>
      <p:sp>
        <p:nvSpPr>
          <p:cNvPr id="67" name="wm.whiteboard.126.0"/>
          <p:cNvSpPr/>
          <p:nvPr/>
        </p:nvSpPr>
        <p:spPr>
          <a:xfrm>
            <a:off x="1866900" y="228600"/>
            <a:ext cx="38100" cy="38100"/>
          </a:xfrm>
          <a:prstGeom prst="rect">
            <a:avLst/>
          </a:prstGeom>
          <a:solidFill>
            <a:srgbClr val="CED7E6">
              <a:alpha val="56247"/>
            </a:srgbClr>
          </a:solidFill>
          <a:ln>
            <a:noFill/>
          </a:ln>
        </p:spPr>
      </p:sp>
      <p:sp>
        <p:nvSpPr>
          <p:cNvPr id="68" name="wm.whiteboard.126.18"/>
          <p:cNvSpPr/>
          <p:nvPr/>
        </p:nvSpPr>
        <p:spPr>
          <a:xfrm>
            <a:off x="1866900" y="457200"/>
            <a:ext cx="38100" cy="38100"/>
          </a:xfrm>
          <a:prstGeom prst="rect">
            <a:avLst/>
          </a:prstGeom>
          <a:solidFill>
            <a:srgbClr val="CED7E6">
              <a:alpha val="54578"/>
            </a:srgbClr>
          </a:solidFill>
          <a:ln>
            <a:noFill/>
          </a:ln>
        </p:spPr>
      </p:sp>
      <p:sp>
        <p:nvSpPr>
          <p:cNvPr id="69" name="wm.whiteboard.126.36"/>
          <p:cNvSpPr/>
          <p:nvPr/>
        </p:nvSpPr>
        <p:spPr>
          <a:xfrm>
            <a:off x="1866900" y="685800"/>
            <a:ext cx="38100" cy="38100"/>
          </a:xfrm>
          <a:prstGeom prst="rect">
            <a:avLst/>
          </a:prstGeom>
          <a:solidFill>
            <a:srgbClr val="CED7E6">
              <a:alpha val="50182"/>
            </a:srgbClr>
          </a:solidFill>
          <a:ln>
            <a:noFill/>
          </a:ln>
        </p:spPr>
      </p:sp>
      <p:sp>
        <p:nvSpPr>
          <p:cNvPr id="70" name="wm.whiteboard.126.54"/>
          <p:cNvSpPr/>
          <p:nvPr/>
        </p:nvSpPr>
        <p:spPr>
          <a:xfrm>
            <a:off x="1866900" y="914400"/>
            <a:ext cx="38100" cy="38100"/>
          </a:xfrm>
          <a:prstGeom prst="rect">
            <a:avLst/>
          </a:prstGeom>
          <a:solidFill>
            <a:srgbClr val="CED7E6">
              <a:alpha val="43386"/>
            </a:srgbClr>
          </a:solidFill>
          <a:ln>
            <a:noFill/>
          </a:ln>
        </p:spPr>
      </p:sp>
      <p:sp>
        <p:nvSpPr>
          <p:cNvPr id="71" name="wm.whiteboard.126.72"/>
          <p:cNvSpPr/>
          <p:nvPr/>
        </p:nvSpPr>
        <p:spPr>
          <a:xfrm>
            <a:off x="1866900" y="1143000"/>
            <a:ext cx="38100" cy="38100"/>
          </a:xfrm>
          <a:prstGeom prst="rect">
            <a:avLst/>
          </a:prstGeom>
          <a:solidFill>
            <a:srgbClr val="CED7E6">
              <a:alpha val="34598"/>
            </a:srgbClr>
          </a:solidFill>
          <a:ln>
            <a:noFill/>
          </a:ln>
        </p:spPr>
      </p:sp>
      <p:sp>
        <p:nvSpPr>
          <p:cNvPr id="72" name="wm.whiteboard.126.90"/>
          <p:cNvSpPr/>
          <p:nvPr/>
        </p:nvSpPr>
        <p:spPr>
          <a:xfrm>
            <a:off x="1866900" y="1371600"/>
            <a:ext cx="38100" cy="38100"/>
          </a:xfrm>
          <a:prstGeom prst="rect">
            <a:avLst/>
          </a:prstGeom>
          <a:solidFill>
            <a:srgbClr val="CED7E6">
              <a:alpha val="24223"/>
            </a:srgbClr>
          </a:solidFill>
          <a:ln>
            <a:noFill/>
          </a:ln>
        </p:spPr>
      </p:sp>
      <p:sp>
        <p:nvSpPr>
          <p:cNvPr id="73" name="wm.whiteboard.126.108"/>
          <p:cNvSpPr/>
          <p:nvPr/>
        </p:nvSpPr>
        <p:spPr>
          <a:xfrm>
            <a:off x="1866900" y="1600200"/>
            <a:ext cx="38100" cy="38100"/>
          </a:xfrm>
          <a:prstGeom prst="rect">
            <a:avLst/>
          </a:prstGeom>
          <a:solidFill>
            <a:srgbClr val="CED7E6">
              <a:alpha val="12610"/>
            </a:srgbClr>
          </a:solidFill>
          <a:ln>
            <a:noFill/>
          </a:ln>
        </p:spPr>
      </p:sp>
      <p:sp>
        <p:nvSpPr>
          <p:cNvPr id="74" name="wm.whiteboard.126.126"/>
          <p:cNvSpPr/>
          <p:nvPr/>
        </p:nvSpPr>
        <p:spPr>
          <a:xfrm>
            <a:off x="1866900" y="1828800"/>
            <a:ext cx="38100" cy="38100"/>
          </a:xfrm>
          <a:prstGeom prst="rect">
            <a:avLst/>
          </a:prstGeom>
          <a:solidFill>
            <a:srgbClr val="CED7E6">
              <a:alpha val="40"/>
            </a:srgbClr>
          </a:solidFill>
          <a:ln>
            <a:noFill/>
          </a:ln>
        </p:spPr>
      </p:sp>
      <p:sp>
        <p:nvSpPr>
          <p:cNvPr id="75" name="wm.whiteboard.144.0"/>
          <p:cNvSpPr/>
          <p:nvPr/>
        </p:nvSpPr>
        <p:spPr>
          <a:xfrm>
            <a:off x="2095500" y="228600"/>
            <a:ext cx="38100" cy="38100"/>
          </a:xfrm>
          <a:prstGeom prst="rect">
            <a:avLst/>
          </a:prstGeom>
          <a:solidFill>
            <a:srgbClr val="CED7E6">
              <a:alpha val="42471"/>
            </a:srgbClr>
          </a:solidFill>
          <a:ln>
            <a:noFill/>
          </a:ln>
        </p:spPr>
      </p:sp>
      <p:sp>
        <p:nvSpPr>
          <p:cNvPr id="76" name="wm.whiteboard.144.18"/>
          <p:cNvSpPr/>
          <p:nvPr/>
        </p:nvSpPr>
        <p:spPr>
          <a:xfrm>
            <a:off x="2095500" y="457200"/>
            <a:ext cx="38100" cy="38100"/>
          </a:xfrm>
          <a:prstGeom prst="rect">
            <a:avLst/>
          </a:prstGeom>
          <a:solidFill>
            <a:srgbClr val="CED7E6">
              <a:alpha val="41005"/>
            </a:srgbClr>
          </a:solidFill>
          <a:ln>
            <a:noFill/>
          </a:ln>
        </p:spPr>
      </p:sp>
      <p:sp>
        <p:nvSpPr>
          <p:cNvPr id="77" name="wm.whiteboard.144.36"/>
          <p:cNvSpPr/>
          <p:nvPr/>
        </p:nvSpPr>
        <p:spPr>
          <a:xfrm>
            <a:off x="2095500" y="685800"/>
            <a:ext cx="38100" cy="38100"/>
          </a:xfrm>
          <a:prstGeom prst="rect">
            <a:avLst/>
          </a:prstGeom>
          <a:solidFill>
            <a:srgbClr val="CED7E6">
              <a:alpha val="37120"/>
            </a:srgbClr>
          </a:solidFill>
          <a:ln>
            <a:noFill/>
          </a:ln>
        </p:spPr>
      </p:sp>
      <p:sp>
        <p:nvSpPr>
          <p:cNvPr id="78" name="wm.whiteboard.144.54"/>
          <p:cNvSpPr/>
          <p:nvPr/>
        </p:nvSpPr>
        <p:spPr>
          <a:xfrm>
            <a:off x="2095500" y="914400"/>
            <a:ext cx="38100" cy="38100"/>
          </a:xfrm>
          <a:prstGeom prst="rect">
            <a:avLst/>
          </a:prstGeom>
          <a:solidFill>
            <a:srgbClr val="CED7E6">
              <a:alpha val="31044"/>
            </a:srgbClr>
          </a:solidFill>
          <a:ln>
            <a:noFill/>
          </a:ln>
        </p:spPr>
      </p:sp>
      <p:sp>
        <p:nvSpPr>
          <p:cNvPr id="79" name="wm.whiteboard.144.72"/>
          <p:cNvSpPr/>
          <p:nvPr/>
        </p:nvSpPr>
        <p:spPr>
          <a:xfrm>
            <a:off x="2095500" y="1143000"/>
            <a:ext cx="38100" cy="38100"/>
          </a:xfrm>
          <a:prstGeom prst="rect">
            <a:avLst/>
          </a:prstGeom>
          <a:solidFill>
            <a:srgbClr val="CED7E6">
              <a:alpha val="23083"/>
            </a:srgbClr>
          </a:solidFill>
          <a:ln>
            <a:noFill/>
          </a:ln>
        </p:spPr>
      </p:sp>
      <p:sp>
        <p:nvSpPr>
          <p:cNvPr id="80" name="wm.whiteboard.144.90"/>
          <p:cNvSpPr/>
          <p:nvPr/>
        </p:nvSpPr>
        <p:spPr>
          <a:xfrm>
            <a:off x="2095500" y="1371600"/>
            <a:ext cx="38100" cy="38100"/>
          </a:xfrm>
          <a:prstGeom prst="rect">
            <a:avLst/>
          </a:prstGeom>
          <a:solidFill>
            <a:srgbClr val="CED7E6">
              <a:alpha val="13557"/>
            </a:srgbClr>
          </a:solidFill>
          <a:ln>
            <a:noFill/>
          </a:ln>
        </p:spPr>
      </p:sp>
      <p:sp>
        <p:nvSpPr>
          <p:cNvPr id="81" name="wm.whiteboard.144.108"/>
          <p:cNvSpPr/>
          <p:nvPr/>
        </p:nvSpPr>
        <p:spPr>
          <a:xfrm>
            <a:off x="2095500" y="1600200"/>
            <a:ext cx="38100" cy="38100"/>
          </a:xfrm>
          <a:prstGeom prst="rect">
            <a:avLst/>
          </a:prstGeom>
          <a:solidFill>
            <a:srgbClr val="CED7E6">
              <a:alpha val="2762"/>
            </a:srgbClr>
          </a:solidFill>
          <a:ln>
            <a:noFill/>
          </a:ln>
        </p:spPr>
      </p:sp>
      <p:sp>
        <p:nvSpPr>
          <p:cNvPr id="82" name="wm.whiteboard.162.0"/>
          <p:cNvSpPr/>
          <p:nvPr/>
        </p:nvSpPr>
        <p:spPr>
          <a:xfrm>
            <a:off x="2324100" y="228600"/>
            <a:ext cx="38100" cy="38100"/>
          </a:xfrm>
          <a:prstGeom prst="rect">
            <a:avLst/>
          </a:prstGeom>
          <a:solidFill>
            <a:srgbClr val="CED7E6">
              <a:alpha val="28695"/>
            </a:srgbClr>
          </a:solidFill>
          <a:ln>
            <a:noFill/>
          </a:ln>
        </p:spPr>
      </p:sp>
      <p:sp>
        <p:nvSpPr>
          <p:cNvPr id="83" name="wm.whiteboard.162.18"/>
          <p:cNvSpPr/>
          <p:nvPr/>
        </p:nvSpPr>
        <p:spPr>
          <a:xfrm>
            <a:off x="2324100" y="457200"/>
            <a:ext cx="38100" cy="38100"/>
          </a:xfrm>
          <a:prstGeom prst="rect">
            <a:avLst/>
          </a:prstGeom>
          <a:solidFill>
            <a:srgbClr val="CED7E6">
              <a:alpha val="27389"/>
            </a:srgbClr>
          </a:solidFill>
          <a:ln>
            <a:noFill/>
          </a:ln>
        </p:spPr>
      </p:sp>
      <p:sp>
        <p:nvSpPr>
          <p:cNvPr id="84" name="wm.whiteboard.162.36"/>
          <p:cNvSpPr/>
          <p:nvPr/>
        </p:nvSpPr>
        <p:spPr>
          <a:xfrm>
            <a:off x="2324100" y="685800"/>
            <a:ext cx="38100" cy="38100"/>
          </a:xfrm>
          <a:prstGeom prst="rect">
            <a:avLst/>
          </a:prstGeom>
          <a:solidFill>
            <a:srgbClr val="CED7E6">
              <a:alpha val="23910"/>
            </a:srgbClr>
          </a:solidFill>
          <a:ln>
            <a:noFill/>
          </a:ln>
        </p:spPr>
      </p:sp>
      <p:sp>
        <p:nvSpPr>
          <p:cNvPr id="85" name="wm.whiteboard.162.54"/>
          <p:cNvSpPr/>
          <p:nvPr/>
        </p:nvSpPr>
        <p:spPr>
          <a:xfrm>
            <a:off x="2324100" y="914400"/>
            <a:ext cx="38100" cy="38100"/>
          </a:xfrm>
          <a:prstGeom prst="rect">
            <a:avLst/>
          </a:prstGeom>
          <a:solidFill>
            <a:srgbClr val="CED7E6">
              <a:alpha val="18425"/>
            </a:srgbClr>
          </a:solidFill>
          <a:ln>
            <a:noFill/>
          </a:ln>
        </p:spPr>
      </p:sp>
      <p:sp>
        <p:nvSpPr>
          <p:cNvPr id="86" name="wm.whiteboard.162.72"/>
          <p:cNvSpPr/>
          <p:nvPr/>
        </p:nvSpPr>
        <p:spPr>
          <a:xfrm>
            <a:off x="2324100" y="1143000"/>
            <a:ext cx="38100" cy="38100"/>
          </a:xfrm>
          <a:prstGeom prst="rect">
            <a:avLst/>
          </a:prstGeom>
          <a:solidFill>
            <a:srgbClr val="CED7E6">
              <a:alpha val="11167"/>
            </a:srgbClr>
          </a:solidFill>
          <a:ln>
            <a:noFill/>
          </a:ln>
        </p:spPr>
      </p:sp>
      <p:sp>
        <p:nvSpPr>
          <p:cNvPr id="87" name="wm.whiteboard.162.90"/>
          <p:cNvSpPr/>
          <p:nvPr/>
        </p:nvSpPr>
        <p:spPr>
          <a:xfrm>
            <a:off x="2324100" y="1371600"/>
            <a:ext cx="38100" cy="38100"/>
          </a:xfrm>
          <a:prstGeom prst="rect">
            <a:avLst/>
          </a:prstGeom>
          <a:solidFill>
            <a:srgbClr val="CED7E6">
              <a:alpha val="2388"/>
            </a:srgbClr>
          </a:solidFill>
          <a:ln>
            <a:noFill/>
          </a:ln>
        </p:spPr>
      </p:sp>
      <p:sp>
        <p:nvSpPr>
          <p:cNvPr id="88" name="wm.whiteboard.180.0"/>
          <p:cNvSpPr/>
          <p:nvPr/>
        </p:nvSpPr>
        <p:spPr>
          <a:xfrm>
            <a:off x="2552700" y="228600"/>
            <a:ext cx="38100" cy="38100"/>
          </a:xfrm>
          <a:prstGeom prst="rect">
            <a:avLst/>
          </a:prstGeom>
          <a:solidFill>
            <a:srgbClr val="CED7E6">
              <a:alpha val="14918"/>
            </a:srgbClr>
          </a:solidFill>
          <a:ln>
            <a:noFill/>
          </a:ln>
        </p:spPr>
      </p:sp>
      <p:sp>
        <p:nvSpPr>
          <p:cNvPr id="89" name="wm.whiteboard.180.18"/>
          <p:cNvSpPr/>
          <p:nvPr/>
        </p:nvSpPr>
        <p:spPr>
          <a:xfrm>
            <a:off x="2552700" y="457200"/>
            <a:ext cx="38100" cy="38100"/>
          </a:xfrm>
          <a:prstGeom prst="rect">
            <a:avLst/>
          </a:prstGeom>
          <a:solidFill>
            <a:srgbClr val="CED7E6">
              <a:alpha val="13741"/>
            </a:srgbClr>
          </a:solidFill>
          <a:ln>
            <a:noFill/>
          </a:ln>
        </p:spPr>
      </p:sp>
      <p:sp>
        <p:nvSpPr>
          <p:cNvPr id="90" name="wm.whiteboard.180.36"/>
          <p:cNvSpPr/>
          <p:nvPr/>
        </p:nvSpPr>
        <p:spPr>
          <a:xfrm>
            <a:off x="2552700" y="685800"/>
            <a:ext cx="38100" cy="38100"/>
          </a:xfrm>
          <a:prstGeom prst="rect">
            <a:avLst/>
          </a:prstGeom>
          <a:solidFill>
            <a:srgbClr val="CED7E6">
              <a:alpha val="10593"/>
            </a:srgbClr>
          </a:solidFill>
          <a:ln>
            <a:noFill/>
          </a:ln>
        </p:spPr>
      </p:sp>
      <p:sp>
        <p:nvSpPr>
          <p:cNvPr id="91" name="wm.whiteboard.180.54"/>
          <p:cNvSpPr/>
          <p:nvPr/>
        </p:nvSpPr>
        <p:spPr>
          <a:xfrm>
            <a:off x="2552700" y="914400"/>
            <a:ext cx="38100" cy="38100"/>
          </a:xfrm>
          <a:prstGeom prst="rect">
            <a:avLst/>
          </a:prstGeom>
          <a:solidFill>
            <a:srgbClr val="CED7E6">
              <a:alpha val="5600"/>
            </a:srgbClr>
          </a:solidFill>
          <a:ln>
            <a:noFill/>
          </a:ln>
        </p:spPr>
      </p:sp>
      <p:sp>
        <p:nvSpPr>
          <p:cNvPr id="92" name="wm.whiteboard.198.0"/>
          <p:cNvSpPr/>
          <p:nvPr/>
        </p:nvSpPr>
        <p:spPr>
          <a:xfrm>
            <a:off x="2781300" y="228600"/>
            <a:ext cx="38100" cy="38100"/>
          </a:xfrm>
          <a:prstGeom prst="rect">
            <a:avLst/>
          </a:prstGeom>
          <a:solidFill>
            <a:srgbClr val="CED7E6">
              <a:alpha val="1142"/>
            </a:srgbClr>
          </a:solidFill>
          <a:ln>
            <a:noFill/>
          </a:ln>
        </p:spPr>
      </p:sp>
      <p:sp>
        <p:nvSpPr>
          <p:cNvPr id="93" name="wm.whiteboard.198.18"/>
          <p:cNvSpPr/>
          <p:nvPr/>
        </p:nvSpPr>
        <p:spPr>
          <a:xfrm>
            <a:off x="2781300" y="457200"/>
            <a:ext cx="38100" cy="38100"/>
          </a:xfrm>
          <a:prstGeom prst="rect">
            <a:avLst/>
          </a:prstGeom>
          <a:solidFill>
            <a:srgbClr val="CED7E6">
              <a:alpha val="69"/>
            </a:srgbClr>
          </a:solidFill>
          <a:ln>
            <a:noFill/>
          </a:ln>
        </p:spPr>
      </p:sp>
      <p:sp>
        <p:nvSpPr>
          <p:cNvPr id="94" name="wm.header.rule"/>
          <p:cNvSpPr/>
          <p:nvPr/>
        </p:nvSpPr>
        <p:spPr>
          <a:xfrm>
            <a:off x="723900" y="1371600"/>
            <a:ext cx="10744200" cy="9525"/>
          </a:xfrm>
          <a:prstGeom prst="rect">
            <a:avLst/>
          </a:prstGeom>
          <a:solidFill>
            <a:srgbClr val="CED7E6"/>
          </a:solidFill>
          <a:ln>
            <a:noFill/>
          </a:ln>
        </p:spPr>
      </p:sp>
      <p:pic>
        <p:nvPicPr>
          <p:cNvPr id="95"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210300"/>
            <a:ext cx="729403" cy="152400"/>
          </a:xfrm>
          <a:prstGeom prst="rect">
            <a:avLst/>
          </a:prstGeom>
        </p:spPr>
      </p:pic>
      <p:sp>
        <p:nvSpPr>
          <p:cNvPr id="96" name="wm.legal"/>
          <p:cNvSpPr/>
          <p:nvPr/>
        </p:nvSpPr>
        <p:spPr>
          <a:xfrm>
            <a:off x="2171700" y="6172200"/>
            <a:ext cx="89154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wmds.frame.4f047a8330c1be2128bc">
    <p:bg>
      <p:bgPr>
        <a:solidFill>
          <a:srgbClr val="FFFFFF"/>
        </a:solidFill>
      </p:bgPr>
    </p:bg>
    <p:spTree>
      <p:nvGrpSpPr>
        <p:cNvPr id="1" name=""/>
        <p:cNvGrpSpPr/>
        <p:nvPr/>
      </p:nvGrpSpPr>
      <p:grpSpPr>
        <a:xfrm>
          <a:off x="0" y="0"/>
          <a:ext cx="0" cy="0"/>
          <a:chOff x="0" y="0"/>
          <a:chExt cx="0" cy="0"/>
        </a:xfrm>
      </p:grpSpPr>
      <p:sp>
        <p:nvSpPr>
          <p:cNvPr id="2" name="wm.footer.rule"/>
          <p:cNvSpPr/>
          <p:nvPr/>
        </p:nvSpPr>
        <p:spPr>
          <a:xfrm>
            <a:off x="723900" y="6057900"/>
            <a:ext cx="10744200" cy="9525"/>
          </a:xfrm>
          <a:prstGeom prst="rect">
            <a:avLst/>
          </a:prstGeom>
          <a:solidFill>
            <a:srgbClr val="CED7E6"/>
          </a:solidFill>
          <a:ln>
            <a:noFill/>
          </a:ln>
        </p:spPr>
      </p:sp>
      <p:sp>
        <p:nvSpPr>
          <p:cNvPr id="3" name="wm.whiteboard.0.0"/>
          <p:cNvSpPr/>
          <p:nvPr/>
        </p:nvSpPr>
        <p:spPr>
          <a:xfrm>
            <a:off x="266700" y="228600"/>
            <a:ext cx="38100" cy="38100"/>
          </a:xfrm>
          <a:prstGeom prst="rect">
            <a:avLst/>
          </a:prstGeom>
          <a:solidFill>
            <a:srgbClr val="CED7E6"/>
          </a:solidFill>
          <a:ln>
            <a:noFill/>
          </a:ln>
        </p:spPr>
      </p:sp>
      <p:sp>
        <p:nvSpPr>
          <p:cNvPr id="4" name="wm.whiteboard.0.18"/>
          <p:cNvSpPr/>
          <p:nvPr/>
        </p:nvSpPr>
        <p:spPr>
          <a:xfrm>
            <a:off x="266700" y="457200"/>
            <a:ext cx="38100" cy="38100"/>
          </a:xfrm>
          <a:prstGeom prst="rect">
            <a:avLst/>
          </a:prstGeom>
          <a:solidFill>
            <a:srgbClr val="CED7E6"/>
          </a:solidFill>
          <a:ln>
            <a:noFill/>
          </a:ln>
        </p:spPr>
      </p:sp>
      <p:sp>
        <p:nvSpPr>
          <p:cNvPr id="5" name="wm.whiteboard.0.36"/>
          <p:cNvSpPr/>
          <p:nvPr/>
        </p:nvSpPr>
        <p:spPr>
          <a:xfrm>
            <a:off x="266700" y="685800"/>
            <a:ext cx="38100" cy="38100"/>
          </a:xfrm>
          <a:prstGeom prst="rect">
            <a:avLst/>
          </a:prstGeom>
          <a:solidFill>
            <a:srgbClr val="CED7E6"/>
          </a:solidFill>
          <a:ln>
            <a:noFill/>
          </a:ln>
        </p:spPr>
      </p:sp>
      <p:sp>
        <p:nvSpPr>
          <p:cNvPr id="6" name="wm.whiteboard.0.54"/>
          <p:cNvSpPr/>
          <p:nvPr/>
        </p:nvSpPr>
        <p:spPr>
          <a:xfrm>
            <a:off x="266700" y="914400"/>
            <a:ext cx="38100" cy="38100"/>
          </a:xfrm>
          <a:prstGeom prst="rect">
            <a:avLst/>
          </a:prstGeom>
          <a:solidFill>
            <a:srgbClr val="CED7E6"/>
          </a:solidFill>
          <a:ln>
            <a:noFill/>
          </a:ln>
        </p:spPr>
      </p:sp>
      <p:sp>
        <p:nvSpPr>
          <p:cNvPr id="7" name="wm.whiteboard.0.72"/>
          <p:cNvSpPr/>
          <p:nvPr/>
        </p:nvSpPr>
        <p:spPr>
          <a:xfrm>
            <a:off x="266700" y="1143000"/>
            <a:ext cx="38100" cy="38100"/>
          </a:xfrm>
          <a:prstGeom prst="rect">
            <a:avLst/>
          </a:prstGeom>
          <a:solidFill>
            <a:srgbClr val="CED7E6">
              <a:alpha val="85305"/>
            </a:srgbClr>
          </a:solidFill>
          <a:ln>
            <a:noFill/>
          </a:ln>
        </p:spPr>
      </p:sp>
      <p:sp>
        <p:nvSpPr>
          <p:cNvPr id="8" name="wm.whiteboard.0.90"/>
          <p:cNvSpPr/>
          <p:nvPr/>
        </p:nvSpPr>
        <p:spPr>
          <a:xfrm>
            <a:off x="266700" y="1371600"/>
            <a:ext cx="38100" cy="38100"/>
          </a:xfrm>
          <a:prstGeom prst="rect">
            <a:avLst/>
          </a:prstGeom>
          <a:solidFill>
            <a:srgbClr val="CED7E6">
              <a:alpha val="68524"/>
            </a:srgbClr>
          </a:solidFill>
          <a:ln>
            <a:noFill/>
          </a:ln>
        </p:spPr>
      </p:sp>
      <p:sp>
        <p:nvSpPr>
          <p:cNvPr id="9" name="wm.whiteboard.0.108"/>
          <p:cNvSpPr/>
          <p:nvPr/>
        </p:nvSpPr>
        <p:spPr>
          <a:xfrm>
            <a:off x="266700" y="1600200"/>
            <a:ext cx="38100" cy="38100"/>
          </a:xfrm>
          <a:prstGeom prst="rect">
            <a:avLst/>
          </a:prstGeom>
          <a:solidFill>
            <a:srgbClr val="CED7E6">
              <a:alpha val="51742"/>
            </a:srgbClr>
          </a:solidFill>
          <a:ln>
            <a:noFill/>
          </a:ln>
        </p:spPr>
      </p:sp>
      <p:sp>
        <p:nvSpPr>
          <p:cNvPr id="10" name="wm.whiteboard.0.126"/>
          <p:cNvSpPr/>
          <p:nvPr/>
        </p:nvSpPr>
        <p:spPr>
          <a:xfrm>
            <a:off x="266700" y="1828800"/>
            <a:ext cx="38100" cy="38100"/>
          </a:xfrm>
          <a:prstGeom prst="rect">
            <a:avLst/>
          </a:prstGeom>
          <a:solidFill>
            <a:srgbClr val="CED7E6">
              <a:alpha val="34959"/>
            </a:srgbClr>
          </a:solidFill>
          <a:ln>
            <a:noFill/>
          </a:ln>
        </p:spPr>
      </p:sp>
      <p:sp>
        <p:nvSpPr>
          <p:cNvPr id="11" name="wm.whiteboard.0.144"/>
          <p:cNvSpPr/>
          <p:nvPr/>
        </p:nvSpPr>
        <p:spPr>
          <a:xfrm>
            <a:off x="266700" y="2057400"/>
            <a:ext cx="38100" cy="38100"/>
          </a:xfrm>
          <a:prstGeom prst="rect">
            <a:avLst/>
          </a:prstGeom>
          <a:solidFill>
            <a:srgbClr val="CED7E6">
              <a:alpha val="18177"/>
            </a:srgbClr>
          </a:solidFill>
          <a:ln>
            <a:noFill/>
          </a:ln>
        </p:spPr>
      </p:sp>
      <p:sp>
        <p:nvSpPr>
          <p:cNvPr id="12" name="wm.whiteboard.0.162"/>
          <p:cNvSpPr/>
          <p:nvPr/>
        </p:nvSpPr>
        <p:spPr>
          <a:xfrm>
            <a:off x="266700" y="2286000"/>
            <a:ext cx="38100" cy="38100"/>
          </a:xfrm>
          <a:prstGeom prst="rect">
            <a:avLst/>
          </a:prstGeom>
          <a:solidFill>
            <a:srgbClr val="CED7E6">
              <a:alpha val="1394"/>
            </a:srgbClr>
          </a:solidFill>
          <a:ln>
            <a:noFill/>
          </a:ln>
        </p:spPr>
      </p:sp>
      <p:sp>
        <p:nvSpPr>
          <p:cNvPr id="13" name="wm.whiteboard.18.0"/>
          <p:cNvSpPr/>
          <p:nvPr/>
        </p:nvSpPr>
        <p:spPr>
          <a:xfrm>
            <a:off x="495300" y="228600"/>
            <a:ext cx="38100" cy="38100"/>
          </a:xfrm>
          <a:prstGeom prst="rect">
            <a:avLst/>
          </a:prstGeom>
          <a:solidFill>
            <a:srgbClr val="CED7E6"/>
          </a:solidFill>
          <a:ln>
            <a:noFill/>
          </a:ln>
        </p:spPr>
      </p:sp>
      <p:sp>
        <p:nvSpPr>
          <p:cNvPr id="14" name="wm.whiteboard.18.18"/>
          <p:cNvSpPr/>
          <p:nvPr/>
        </p:nvSpPr>
        <p:spPr>
          <a:xfrm>
            <a:off x="495300" y="457200"/>
            <a:ext cx="38100" cy="38100"/>
          </a:xfrm>
          <a:prstGeom prst="rect">
            <a:avLst/>
          </a:prstGeom>
          <a:solidFill>
            <a:srgbClr val="CED7E6"/>
          </a:solidFill>
          <a:ln>
            <a:noFill/>
          </a:ln>
        </p:spPr>
      </p:sp>
      <p:sp>
        <p:nvSpPr>
          <p:cNvPr id="15" name="wm.whiteboard.18.36"/>
          <p:cNvSpPr/>
          <p:nvPr/>
        </p:nvSpPr>
        <p:spPr>
          <a:xfrm>
            <a:off x="495300" y="685800"/>
            <a:ext cx="38100" cy="38100"/>
          </a:xfrm>
          <a:prstGeom prst="rect">
            <a:avLst/>
          </a:prstGeom>
          <a:solidFill>
            <a:srgbClr val="CED7E6"/>
          </a:solidFill>
          <a:ln>
            <a:noFill/>
          </a:ln>
        </p:spPr>
      </p:sp>
      <p:sp>
        <p:nvSpPr>
          <p:cNvPr id="16" name="wm.whiteboard.18.54"/>
          <p:cNvSpPr/>
          <p:nvPr/>
        </p:nvSpPr>
        <p:spPr>
          <a:xfrm>
            <a:off x="495300" y="914400"/>
            <a:ext cx="38100" cy="38100"/>
          </a:xfrm>
          <a:prstGeom prst="rect">
            <a:avLst/>
          </a:prstGeom>
          <a:solidFill>
            <a:srgbClr val="CED7E6">
              <a:alpha val="99988"/>
            </a:srgbClr>
          </a:solidFill>
          <a:ln>
            <a:noFill/>
          </a:ln>
        </p:spPr>
      </p:sp>
      <p:sp>
        <p:nvSpPr>
          <p:cNvPr id="17" name="wm.whiteboard.18.72"/>
          <p:cNvSpPr/>
          <p:nvPr/>
        </p:nvSpPr>
        <p:spPr>
          <a:xfrm>
            <a:off x="495300" y="1143000"/>
            <a:ext cx="38100" cy="38100"/>
          </a:xfrm>
          <a:prstGeom prst="rect">
            <a:avLst/>
          </a:prstGeom>
          <a:solidFill>
            <a:srgbClr val="CED7E6">
              <a:alpha val="83708"/>
            </a:srgbClr>
          </a:solidFill>
          <a:ln>
            <a:noFill/>
          </a:ln>
        </p:spPr>
      </p:sp>
      <p:sp>
        <p:nvSpPr>
          <p:cNvPr id="18" name="wm.whiteboard.18.90"/>
          <p:cNvSpPr/>
          <p:nvPr/>
        </p:nvSpPr>
        <p:spPr>
          <a:xfrm>
            <a:off x="495300" y="1371600"/>
            <a:ext cx="38100" cy="38100"/>
          </a:xfrm>
          <a:prstGeom prst="rect">
            <a:avLst/>
          </a:prstGeom>
          <a:solidFill>
            <a:srgbClr val="CED7E6">
              <a:alpha val="67236"/>
            </a:srgbClr>
          </a:solidFill>
          <a:ln>
            <a:noFill/>
          </a:ln>
        </p:spPr>
      </p:sp>
      <p:sp>
        <p:nvSpPr>
          <p:cNvPr id="19" name="wm.whiteboard.18.108"/>
          <p:cNvSpPr/>
          <p:nvPr/>
        </p:nvSpPr>
        <p:spPr>
          <a:xfrm>
            <a:off x="495300" y="1600200"/>
            <a:ext cx="38100" cy="38100"/>
          </a:xfrm>
          <a:prstGeom prst="rect">
            <a:avLst/>
          </a:prstGeom>
          <a:solidFill>
            <a:srgbClr val="CED7E6">
              <a:alpha val="50663"/>
            </a:srgbClr>
          </a:solidFill>
          <a:ln>
            <a:noFill/>
          </a:ln>
        </p:spPr>
      </p:sp>
      <p:sp>
        <p:nvSpPr>
          <p:cNvPr id="20" name="wm.whiteboard.18.126"/>
          <p:cNvSpPr/>
          <p:nvPr/>
        </p:nvSpPr>
        <p:spPr>
          <a:xfrm>
            <a:off x="495300" y="1828800"/>
            <a:ext cx="38100" cy="38100"/>
          </a:xfrm>
          <a:prstGeom prst="rect">
            <a:avLst/>
          </a:prstGeom>
          <a:solidFill>
            <a:srgbClr val="CED7E6">
              <a:alpha val="34032"/>
            </a:srgbClr>
          </a:solidFill>
          <a:ln>
            <a:noFill/>
          </a:ln>
        </p:spPr>
      </p:sp>
      <p:sp>
        <p:nvSpPr>
          <p:cNvPr id="21" name="wm.whiteboard.18.144"/>
          <p:cNvSpPr/>
          <p:nvPr/>
        </p:nvSpPr>
        <p:spPr>
          <a:xfrm>
            <a:off x="495300" y="2057400"/>
            <a:ext cx="38100" cy="38100"/>
          </a:xfrm>
          <a:prstGeom prst="rect">
            <a:avLst/>
          </a:prstGeom>
          <a:solidFill>
            <a:srgbClr val="CED7E6">
              <a:alpha val="17363"/>
            </a:srgbClr>
          </a:solidFill>
          <a:ln>
            <a:noFill/>
          </a:ln>
        </p:spPr>
      </p:sp>
      <p:sp>
        <p:nvSpPr>
          <p:cNvPr id="22" name="wm.whiteboard.18.162"/>
          <p:cNvSpPr/>
          <p:nvPr/>
        </p:nvSpPr>
        <p:spPr>
          <a:xfrm>
            <a:off x="495300" y="2286000"/>
            <a:ext cx="38100" cy="38100"/>
          </a:xfrm>
          <a:prstGeom prst="rect">
            <a:avLst/>
          </a:prstGeom>
          <a:solidFill>
            <a:srgbClr val="CED7E6">
              <a:alpha val="670"/>
            </a:srgbClr>
          </a:solidFill>
          <a:ln>
            <a:noFill/>
          </a:ln>
        </p:spPr>
      </p:sp>
      <p:sp>
        <p:nvSpPr>
          <p:cNvPr id="23" name="wm.whiteboard.36.0"/>
          <p:cNvSpPr/>
          <p:nvPr/>
        </p:nvSpPr>
        <p:spPr>
          <a:xfrm>
            <a:off x="723900" y="228600"/>
            <a:ext cx="38100" cy="38100"/>
          </a:xfrm>
          <a:prstGeom prst="rect">
            <a:avLst/>
          </a:prstGeom>
          <a:solidFill>
            <a:srgbClr val="CED7E6"/>
          </a:solidFill>
          <a:ln>
            <a:noFill/>
          </a:ln>
        </p:spPr>
      </p:sp>
      <p:sp>
        <p:nvSpPr>
          <p:cNvPr id="24" name="wm.whiteboard.36.18"/>
          <p:cNvSpPr/>
          <p:nvPr/>
        </p:nvSpPr>
        <p:spPr>
          <a:xfrm>
            <a:off x="723900" y="457200"/>
            <a:ext cx="38100" cy="38100"/>
          </a:xfrm>
          <a:prstGeom prst="rect">
            <a:avLst/>
          </a:prstGeom>
          <a:solidFill>
            <a:srgbClr val="CED7E6"/>
          </a:solidFill>
          <a:ln>
            <a:noFill/>
          </a:ln>
        </p:spPr>
      </p:sp>
      <p:sp>
        <p:nvSpPr>
          <p:cNvPr id="25" name="wm.whiteboard.36.36"/>
          <p:cNvSpPr/>
          <p:nvPr/>
        </p:nvSpPr>
        <p:spPr>
          <a:xfrm>
            <a:off x="723900" y="685800"/>
            <a:ext cx="38100" cy="38100"/>
          </a:xfrm>
          <a:prstGeom prst="rect">
            <a:avLst/>
          </a:prstGeom>
          <a:solidFill>
            <a:srgbClr val="CED7E6"/>
          </a:solidFill>
          <a:ln>
            <a:noFill/>
          </a:ln>
        </p:spPr>
      </p:sp>
      <p:sp>
        <p:nvSpPr>
          <p:cNvPr id="26" name="wm.whiteboard.36.54"/>
          <p:cNvSpPr/>
          <p:nvPr/>
        </p:nvSpPr>
        <p:spPr>
          <a:xfrm>
            <a:off x="723900" y="914400"/>
            <a:ext cx="38100" cy="38100"/>
          </a:xfrm>
          <a:prstGeom prst="rect">
            <a:avLst/>
          </a:prstGeom>
          <a:solidFill>
            <a:srgbClr val="CED7E6">
              <a:alpha val="94671"/>
            </a:srgbClr>
          </a:solidFill>
          <a:ln>
            <a:noFill/>
          </a:ln>
        </p:spPr>
      </p:sp>
      <p:sp>
        <p:nvSpPr>
          <p:cNvPr id="27" name="wm.whiteboard.36.72"/>
          <p:cNvSpPr/>
          <p:nvPr/>
        </p:nvSpPr>
        <p:spPr>
          <a:xfrm>
            <a:off x="723900" y="1143000"/>
            <a:ext cx="38100" cy="38100"/>
          </a:xfrm>
          <a:prstGeom prst="rect">
            <a:avLst/>
          </a:prstGeom>
          <a:solidFill>
            <a:srgbClr val="CED7E6">
              <a:alpha val="79547"/>
            </a:srgbClr>
          </a:solidFill>
          <a:ln>
            <a:noFill/>
          </a:ln>
        </p:spPr>
      </p:sp>
      <p:sp>
        <p:nvSpPr>
          <p:cNvPr id="28" name="wm.whiteboard.36.90"/>
          <p:cNvSpPr/>
          <p:nvPr/>
        </p:nvSpPr>
        <p:spPr>
          <a:xfrm>
            <a:off x="723900" y="1371600"/>
            <a:ext cx="38100" cy="38100"/>
          </a:xfrm>
          <a:prstGeom prst="rect">
            <a:avLst/>
          </a:prstGeom>
          <a:solidFill>
            <a:srgbClr val="CED7E6">
              <a:alpha val="63833"/>
            </a:srgbClr>
          </a:solidFill>
          <a:ln>
            <a:noFill/>
          </a:ln>
        </p:spPr>
      </p:sp>
      <p:sp>
        <p:nvSpPr>
          <p:cNvPr id="29" name="wm.whiteboard.36.108"/>
          <p:cNvSpPr/>
          <p:nvPr/>
        </p:nvSpPr>
        <p:spPr>
          <a:xfrm>
            <a:off x="723900" y="1600200"/>
            <a:ext cx="38100" cy="38100"/>
          </a:xfrm>
          <a:prstGeom prst="rect">
            <a:avLst/>
          </a:prstGeom>
          <a:solidFill>
            <a:srgbClr val="CED7E6">
              <a:alpha val="47790"/>
            </a:srgbClr>
          </a:solidFill>
          <a:ln>
            <a:noFill/>
          </a:ln>
        </p:spPr>
      </p:sp>
      <p:sp>
        <p:nvSpPr>
          <p:cNvPr id="30" name="wm.whiteboard.36.126"/>
          <p:cNvSpPr/>
          <p:nvPr/>
        </p:nvSpPr>
        <p:spPr>
          <a:xfrm>
            <a:off x="723900" y="1828800"/>
            <a:ext cx="38100" cy="38100"/>
          </a:xfrm>
          <a:prstGeom prst="rect">
            <a:avLst/>
          </a:prstGeom>
          <a:solidFill>
            <a:srgbClr val="CED7E6">
              <a:alpha val="31549"/>
            </a:srgbClr>
          </a:solidFill>
          <a:ln>
            <a:noFill/>
          </a:ln>
        </p:spPr>
      </p:sp>
      <p:sp>
        <p:nvSpPr>
          <p:cNvPr id="31" name="wm.whiteboard.36.144"/>
          <p:cNvSpPr/>
          <p:nvPr/>
        </p:nvSpPr>
        <p:spPr>
          <a:xfrm>
            <a:off x="723900" y="2057400"/>
            <a:ext cx="38100" cy="38100"/>
          </a:xfrm>
          <a:prstGeom prst="rect">
            <a:avLst/>
          </a:prstGeom>
          <a:solidFill>
            <a:srgbClr val="CED7E6">
              <a:alpha val="15179"/>
            </a:srgbClr>
          </a:solidFill>
          <a:ln>
            <a:noFill/>
          </a:ln>
        </p:spPr>
      </p:sp>
      <p:sp>
        <p:nvSpPr>
          <p:cNvPr id="32" name="wm.whiteboard.54.0"/>
          <p:cNvSpPr/>
          <p:nvPr/>
        </p:nvSpPr>
        <p:spPr>
          <a:xfrm>
            <a:off x="952500" y="228600"/>
            <a:ext cx="38100" cy="38100"/>
          </a:xfrm>
          <a:prstGeom prst="rect">
            <a:avLst/>
          </a:prstGeom>
          <a:solidFill>
            <a:srgbClr val="CED7E6"/>
          </a:solidFill>
          <a:ln>
            <a:noFill/>
          </a:ln>
        </p:spPr>
      </p:sp>
      <p:sp>
        <p:nvSpPr>
          <p:cNvPr id="33" name="wm.whiteboard.54.18"/>
          <p:cNvSpPr/>
          <p:nvPr/>
        </p:nvSpPr>
        <p:spPr>
          <a:xfrm>
            <a:off x="952500" y="457200"/>
            <a:ext cx="38100" cy="38100"/>
          </a:xfrm>
          <a:prstGeom prst="rect">
            <a:avLst/>
          </a:prstGeom>
          <a:solidFill>
            <a:srgbClr val="CED7E6"/>
          </a:solidFill>
          <a:ln>
            <a:noFill/>
          </a:ln>
        </p:spPr>
      </p:sp>
      <p:sp>
        <p:nvSpPr>
          <p:cNvPr id="34" name="wm.whiteboard.54.36"/>
          <p:cNvSpPr/>
          <p:nvPr/>
        </p:nvSpPr>
        <p:spPr>
          <a:xfrm>
            <a:off x="952500" y="685800"/>
            <a:ext cx="38100" cy="38100"/>
          </a:xfrm>
          <a:prstGeom prst="rect">
            <a:avLst/>
          </a:prstGeom>
          <a:solidFill>
            <a:srgbClr val="CED7E6">
              <a:alpha val="98827"/>
            </a:srgbClr>
          </a:solidFill>
          <a:ln>
            <a:noFill/>
          </a:ln>
        </p:spPr>
      </p:sp>
      <p:sp>
        <p:nvSpPr>
          <p:cNvPr id="35" name="wm.whiteboard.54.54"/>
          <p:cNvSpPr/>
          <p:nvPr/>
        </p:nvSpPr>
        <p:spPr>
          <a:xfrm>
            <a:off x="952500" y="914400"/>
            <a:ext cx="38100" cy="38100"/>
          </a:xfrm>
          <a:prstGeom prst="rect">
            <a:avLst/>
          </a:prstGeom>
          <a:solidFill>
            <a:srgbClr val="CED7E6">
              <a:alpha val="86895"/>
            </a:srgbClr>
          </a:solidFill>
          <a:ln>
            <a:noFill/>
          </a:ln>
        </p:spPr>
      </p:sp>
      <p:sp>
        <p:nvSpPr>
          <p:cNvPr id="36" name="wm.whiteboard.54.72"/>
          <p:cNvSpPr/>
          <p:nvPr/>
        </p:nvSpPr>
        <p:spPr>
          <a:xfrm>
            <a:off x="952500" y="1143000"/>
            <a:ext cx="38100" cy="38100"/>
          </a:xfrm>
          <a:prstGeom prst="rect">
            <a:avLst/>
          </a:prstGeom>
          <a:solidFill>
            <a:srgbClr val="CED7E6">
              <a:alpha val="73217"/>
            </a:srgbClr>
          </a:solidFill>
          <a:ln>
            <a:noFill/>
          </a:ln>
        </p:spPr>
      </p:sp>
      <p:sp>
        <p:nvSpPr>
          <p:cNvPr id="37" name="wm.whiteboard.54.90"/>
          <p:cNvSpPr/>
          <p:nvPr/>
        </p:nvSpPr>
        <p:spPr>
          <a:xfrm>
            <a:off x="952500" y="1371600"/>
            <a:ext cx="38100" cy="38100"/>
          </a:xfrm>
          <a:prstGeom prst="rect">
            <a:avLst/>
          </a:prstGeom>
          <a:solidFill>
            <a:srgbClr val="CED7E6">
              <a:alpha val="58541"/>
            </a:srgbClr>
          </a:solidFill>
          <a:ln>
            <a:noFill/>
          </a:ln>
        </p:spPr>
      </p:sp>
      <p:sp>
        <p:nvSpPr>
          <p:cNvPr id="38" name="wm.whiteboard.54.108"/>
          <p:cNvSpPr/>
          <p:nvPr/>
        </p:nvSpPr>
        <p:spPr>
          <a:xfrm>
            <a:off x="952500" y="1600200"/>
            <a:ext cx="38100" cy="38100"/>
          </a:xfrm>
          <a:prstGeom prst="rect">
            <a:avLst/>
          </a:prstGeom>
          <a:solidFill>
            <a:srgbClr val="CED7E6">
              <a:alpha val="43263"/>
            </a:srgbClr>
          </a:solidFill>
          <a:ln>
            <a:noFill/>
          </a:ln>
        </p:spPr>
      </p:sp>
      <p:sp>
        <p:nvSpPr>
          <p:cNvPr id="39" name="wm.whiteboard.54.126"/>
          <p:cNvSpPr/>
          <p:nvPr/>
        </p:nvSpPr>
        <p:spPr>
          <a:xfrm>
            <a:off x="952500" y="1828800"/>
            <a:ext cx="38100" cy="38100"/>
          </a:xfrm>
          <a:prstGeom prst="rect">
            <a:avLst/>
          </a:prstGeom>
          <a:solidFill>
            <a:srgbClr val="CED7E6">
              <a:alpha val="27603"/>
            </a:srgbClr>
          </a:solidFill>
          <a:ln>
            <a:noFill/>
          </a:ln>
        </p:spPr>
      </p:sp>
      <p:sp>
        <p:nvSpPr>
          <p:cNvPr id="40" name="wm.whiteboard.54.144"/>
          <p:cNvSpPr/>
          <p:nvPr/>
        </p:nvSpPr>
        <p:spPr>
          <a:xfrm>
            <a:off x="952500" y="2057400"/>
            <a:ext cx="38100" cy="38100"/>
          </a:xfrm>
          <a:prstGeom prst="rect">
            <a:avLst/>
          </a:prstGeom>
          <a:solidFill>
            <a:srgbClr val="CED7E6">
              <a:alpha val="11687"/>
            </a:srgbClr>
          </a:solidFill>
          <a:ln>
            <a:noFill/>
          </a:ln>
        </p:spPr>
      </p:sp>
      <p:sp>
        <p:nvSpPr>
          <p:cNvPr id="41" name="wm.whiteboard.72.0"/>
          <p:cNvSpPr/>
          <p:nvPr/>
        </p:nvSpPr>
        <p:spPr>
          <a:xfrm>
            <a:off x="1181100" y="228600"/>
            <a:ext cx="38100" cy="38100"/>
          </a:xfrm>
          <a:prstGeom prst="rect">
            <a:avLst/>
          </a:prstGeom>
          <a:solidFill>
            <a:srgbClr val="CED7E6">
              <a:alpha val="97572"/>
            </a:srgbClr>
          </a:solidFill>
          <a:ln>
            <a:noFill/>
          </a:ln>
        </p:spPr>
      </p:sp>
      <p:sp>
        <p:nvSpPr>
          <p:cNvPr id="42" name="wm.whiteboard.72.18"/>
          <p:cNvSpPr/>
          <p:nvPr/>
        </p:nvSpPr>
        <p:spPr>
          <a:xfrm>
            <a:off x="1181100" y="457200"/>
            <a:ext cx="38100" cy="38100"/>
          </a:xfrm>
          <a:prstGeom prst="rect">
            <a:avLst/>
          </a:prstGeom>
          <a:solidFill>
            <a:srgbClr val="CED7E6">
              <a:alpha val="94724"/>
            </a:srgbClr>
          </a:solidFill>
          <a:ln>
            <a:noFill/>
          </a:ln>
        </p:spPr>
      </p:sp>
      <p:sp>
        <p:nvSpPr>
          <p:cNvPr id="43" name="wm.whiteboard.72.36"/>
          <p:cNvSpPr/>
          <p:nvPr/>
        </p:nvSpPr>
        <p:spPr>
          <a:xfrm>
            <a:off x="1181100" y="685800"/>
            <a:ext cx="38100" cy="38100"/>
          </a:xfrm>
          <a:prstGeom prst="rect">
            <a:avLst/>
          </a:prstGeom>
          <a:solidFill>
            <a:srgbClr val="CED7E6">
              <a:alpha val="87609"/>
            </a:srgbClr>
          </a:solidFill>
          <a:ln>
            <a:noFill/>
          </a:ln>
        </p:spPr>
      </p:sp>
      <p:sp>
        <p:nvSpPr>
          <p:cNvPr id="44" name="wm.whiteboard.72.54"/>
          <p:cNvSpPr/>
          <p:nvPr/>
        </p:nvSpPr>
        <p:spPr>
          <a:xfrm>
            <a:off x="1181100" y="914400"/>
            <a:ext cx="38100" cy="38100"/>
          </a:xfrm>
          <a:prstGeom prst="rect">
            <a:avLst/>
          </a:prstGeom>
          <a:solidFill>
            <a:srgbClr val="CED7E6">
              <a:alpha val="77408"/>
            </a:srgbClr>
          </a:solidFill>
          <a:ln>
            <a:noFill/>
          </a:ln>
        </p:spPr>
      </p:sp>
      <p:sp>
        <p:nvSpPr>
          <p:cNvPr id="45" name="wm.whiteboard.72.72"/>
          <p:cNvSpPr/>
          <p:nvPr/>
        </p:nvSpPr>
        <p:spPr>
          <a:xfrm>
            <a:off x="1181100" y="1143000"/>
            <a:ext cx="38100" cy="38100"/>
          </a:xfrm>
          <a:prstGeom prst="rect">
            <a:avLst/>
          </a:prstGeom>
          <a:solidFill>
            <a:srgbClr val="CED7E6">
              <a:alpha val="65181"/>
            </a:srgbClr>
          </a:solidFill>
          <a:ln>
            <a:noFill/>
          </a:ln>
        </p:spPr>
      </p:sp>
      <p:sp>
        <p:nvSpPr>
          <p:cNvPr id="46" name="wm.whiteboard.72.90"/>
          <p:cNvSpPr/>
          <p:nvPr/>
        </p:nvSpPr>
        <p:spPr>
          <a:xfrm>
            <a:off x="1181100" y="1371600"/>
            <a:ext cx="38100" cy="38100"/>
          </a:xfrm>
          <a:prstGeom prst="rect">
            <a:avLst/>
          </a:prstGeom>
          <a:solidFill>
            <a:srgbClr val="CED7E6">
              <a:alpha val="51653"/>
            </a:srgbClr>
          </a:solidFill>
          <a:ln>
            <a:noFill/>
          </a:ln>
        </p:spPr>
      </p:sp>
      <p:sp>
        <p:nvSpPr>
          <p:cNvPr id="47" name="wm.whiteboard.72.108"/>
          <p:cNvSpPr/>
          <p:nvPr/>
        </p:nvSpPr>
        <p:spPr>
          <a:xfrm>
            <a:off x="1181100" y="1600200"/>
            <a:ext cx="38100" cy="38100"/>
          </a:xfrm>
          <a:prstGeom prst="rect">
            <a:avLst/>
          </a:prstGeom>
          <a:solidFill>
            <a:srgbClr val="CED7E6">
              <a:alpha val="37275"/>
            </a:srgbClr>
          </a:solidFill>
          <a:ln>
            <a:noFill/>
          </a:ln>
        </p:spPr>
      </p:sp>
      <p:sp>
        <p:nvSpPr>
          <p:cNvPr id="48" name="wm.whiteboard.72.126"/>
          <p:cNvSpPr/>
          <p:nvPr/>
        </p:nvSpPr>
        <p:spPr>
          <a:xfrm>
            <a:off x="1181100" y="1828800"/>
            <a:ext cx="38100" cy="38100"/>
          </a:xfrm>
          <a:prstGeom prst="rect">
            <a:avLst/>
          </a:prstGeom>
          <a:solidFill>
            <a:srgbClr val="CED7E6">
              <a:alpha val="22326"/>
            </a:srgbClr>
          </a:solidFill>
          <a:ln>
            <a:noFill/>
          </a:ln>
        </p:spPr>
      </p:sp>
      <p:sp>
        <p:nvSpPr>
          <p:cNvPr id="49" name="wm.whiteboard.72.144"/>
          <p:cNvSpPr/>
          <p:nvPr/>
        </p:nvSpPr>
        <p:spPr>
          <a:xfrm>
            <a:off x="1181100" y="2057400"/>
            <a:ext cx="38100" cy="38100"/>
          </a:xfrm>
          <a:prstGeom prst="rect">
            <a:avLst/>
          </a:prstGeom>
          <a:solidFill>
            <a:srgbClr val="CED7E6">
              <a:alpha val="6980"/>
            </a:srgbClr>
          </a:solidFill>
          <a:ln>
            <a:noFill/>
          </a:ln>
        </p:spPr>
      </p:sp>
      <p:sp>
        <p:nvSpPr>
          <p:cNvPr id="50" name="wm.whiteboard.90.0"/>
          <p:cNvSpPr/>
          <p:nvPr/>
        </p:nvSpPr>
        <p:spPr>
          <a:xfrm>
            <a:off x="1409700" y="228600"/>
            <a:ext cx="38100" cy="38100"/>
          </a:xfrm>
          <a:prstGeom prst="rect">
            <a:avLst/>
          </a:prstGeom>
          <a:solidFill>
            <a:srgbClr val="CED7E6">
              <a:alpha val="83798"/>
            </a:srgbClr>
          </a:solidFill>
          <a:ln>
            <a:noFill/>
          </a:ln>
        </p:spPr>
      </p:sp>
      <p:sp>
        <p:nvSpPr>
          <p:cNvPr id="51" name="wm.whiteboard.90.18"/>
          <p:cNvSpPr/>
          <p:nvPr/>
        </p:nvSpPr>
        <p:spPr>
          <a:xfrm>
            <a:off x="1409700" y="457200"/>
            <a:ext cx="38100" cy="38100"/>
          </a:xfrm>
          <a:prstGeom prst="rect">
            <a:avLst/>
          </a:prstGeom>
          <a:solidFill>
            <a:srgbClr val="CED7E6">
              <a:alpha val="81490"/>
            </a:srgbClr>
          </a:solidFill>
          <a:ln>
            <a:noFill/>
          </a:ln>
        </p:spPr>
      </p:sp>
      <p:sp>
        <p:nvSpPr>
          <p:cNvPr id="52" name="wm.whiteboard.90.36"/>
          <p:cNvSpPr/>
          <p:nvPr/>
        </p:nvSpPr>
        <p:spPr>
          <a:xfrm>
            <a:off x="1409700" y="685800"/>
            <a:ext cx="38100" cy="38100"/>
          </a:xfrm>
          <a:prstGeom prst="rect">
            <a:avLst/>
          </a:prstGeom>
          <a:solidFill>
            <a:srgbClr val="CED7E6">
              <a:alpha val="75569"/>
            </a:srgbClr>
          </a:solidFill>
          <a:ln>
            <a:noFill/>
          </a:ln>
        </p:spPr>
      </p:sp>
      <p:sp>
        <p:nvSpPr>
          <p:cNvPr id="53" name="wm.whiteboard.90.54"/>
          <p:cNvSpPr/>
          <p:nvPr/>
        </p:nvSpPr>
        <p:spPr>
          <a:xfrm>
            <a:off x="1409700" y="914400"/>
            <a:ext cx="38100" cy="38100"/>
          </a:xfrm>
          <a:prstGeom prst="rect">
            <a:avLst/>
          </a:prstGeom>
          <a:solidFill>
            <a:srgbClr val="CED7E6">
              <a:alpha val="66767"/>
            </a:srgbClr>
          </a:solidFill>
          <a:ln>
            <a:noFill/>
          </a:ln>
        </p:spPr>
      </p:sp>
      <p:sp>
        <p:nvSpPr>
          <p:cNvPr id="54" name="wm.whiteboard.90.72"/>
          <p:cNvSpPr/>
          <p:nvPr/>
        </p:nvSpPr>
        <p:spPr>
          <a:xfrm>
            <a:off x="1409700" y="1143000"/>
            <a:ext cx="38100" cy="38100"/>
          </a:xfrm>
          <a:prstGeom prst="rect">
            <a:avLst/>
          </a:prstGeom>
          <a:solidFill>
            <a:srgbClr val="CED7E6">
              <a:alpha val="55859"/>
            </a:srgbClr>
          </a:solidFill>
          <a:ln>
            <a:noFill/>
          </a:ln>
        </p:spPr>
      </p:sp>
      <p:sp>
        <p:nvSpPr>
          <p:cNvPr id="55" name="wm.whiteboard.90.90"/>
          <p:cNvSpPr/>
          <p:nvPr/>
        </p:nvSpPr>
        <p:spPr>
          <a:xfrm>
            <a:off x="1409700" y="1371600"/>
            <a:ext cx="38100" cy="38100"/>
          </a:xfrm>
          <a:prstGeom prst="rect">
            <a:avLst/>
          </a:prstGeom>
          <a:solidFill>
            <a:srgbClr val="CED7E6">
              <a:alpha val="43468"/>
            </a:srgbClr>
          </a:solidFill>
          <a:ln>
            <a:noFill/>
          </a:ln>
        </p:spPr>
      </p:sp>
      <p:sp>
        <p:nvSpPr>
          <p:cNvPr id="56" name="wm.whiteboard.90.108"/>
          <p:cNvSpPr/>
          <p:nvPr/>
        </p:nvSpPr>
        <p:spPr>
          <a:xfrm>
            <a:off x="1409700" y="1600200"/>
            <a:ext cx="38100" cy="38100"/>
          </a:xfrm>
          <a:prstGeom prst="rect">
            <a:avLst/>
          </a:prstGeom>
          <a:solidFill>
            <a:srgbClr val="CED7E6">
              <a:alpha val="30037"/>
            </a:srgbClr>
          </a:solidFill>
          <a:ln>
            <a:noFill/>
          </a:ln>
        </p:spPr>
      </p:sp>
      <p:sp>
        <p:nvSpPr>
          <p:cNvPr id="57" name="wm.whiteboard.90.126"/>
          <p:cNvSpPr/>
          <p:nvPr/>
        </p:nvSpPr>
        <p:spPr>
          <a:xfrm>
            <a:off x="1409700" y="1828800"/>
            <a:ext cx="38100" cy="38100"/>
          </a:xfrm>
          <a:prstGeom prst="rect">
            <a:avLst/>
          </a:prstGeom>
          <a:solidFill>
            <a:srgbClr val="CED7E6">
              <a:alpha val="15870"/>
            </a:srgbClr>
          </a:solidFill>
          <a:ln>
            <a:noFill/>
          </a:ln>
        </p:spPr>
      </p:sp>
      <p:sp>
        <p:nvSpPr>
          <p:cNvPr id="58" name="wm.whiteboard.90.144"/>
          <p:cNvSpPr/>
          <p:nvPr/>
        </p:nvSpPr>
        <p:spPr>
          <a:xfrm>
            <a:off x="1409700" y="2057400"/>
            <a:ext cx="38100" cy="38100"/>
          </a:xfrm>
          <a:prstGeom prst="rect">
            <a:avLst/>
          </a:prstGeom>
          <a:solidFill>
            <a:srgbClr val="CED7E6">
              <a:alpha val="1171"/>
            </a:srgbClr>
          </a:solidFill>
          <a:ln>
            <a:noFill/>
          </a:ln>
        </p:spPr>
      </p:sp>
      <p:sp>
        <p:nvSpPr>
          <p:cNvPr id="59" name="wm.whiteboard.108.0"/>
          <p:cNvSpPr/>
          <p:nvPr/>
        </p:nvSpPr>
        <p:spPr>
          <a:xfrm>
            <a:off x="1638300" y="228600"/>
            <a:ext cx="38100" cy="38100"/>
          </a:xfrm>
          <a:prstGeom prst="rect">
            <a:avLst/>
          </a:prstGeom>
          <a:solidFill>
            <a:srgbClr val="CED7E6">
              <a:alpha val="70023"/>
            </a:srgbClr>
          </a:solidFill>
          <a:ln>
            <a:noFill/>
          </a:ln>
        </p:spPr>
      </p:sp>
      <p:sp>
        <p:nvSpPr>
          <p:cNvPr id="60" name="wm.whiteboard.108.18"/>
          <p:cNvSpPr/>
          <p:nvPr/>
        </p:nvSpPr>
        <p:spPr>
          <a:xfrm>
            <a:off x="1638300" y="457200"/>
            <a:ext cx="38100" cy="38100"/>
          </a:xfrm>
          <a:prstGeom prst="rect">
            <a:avLst/>
          </a:prstGeom>
          <a:solidFill>
            <a:srgbClr val="CED7E6">
              <a:alpha val="68085"/>
            </a:srgbClr>
          </a:solidFill>
          <a:ln>
            <a:noFill/>
          </a:ln>
        </p:spPr>
      </p:sp>
      <p:sp>
        <p:nvSpPr>
          <p:cNvPr id="61" name="wm.whiteboard.108.36"/>
          <p:cNvSpPr/>
          <p:nvPr/>
        </p:nvSpPr>
        <p:spPr>
          <a:xfrm>
            <a:off x="1638300" y="685800"/>
            <a:ext cx="38100" cy="38100"/>
          </a:xfrm>
          <a:prstGeom prst="rect">
            <a:avLst/>
          </a:prstGeom>
          <a:solidFill>
            <a:srgbClr val="CED7E6">
              <a:alpha val="63033"/>
            </a:srgbClr>
          </a:solidFill>
          <a:ln>
            <a:noFill/>
          </a:ln>
        </p:spPr>
      </p:sp>
      <p:sp>
        <p:nvSpPr>
          <p:cNvPr id="62" name="wm.whiteboard.108.54"/>
          <p:cNvSpPr/>
          <p:nvPr/>
        </p:nvSpPr>
        <p:spPr>
          <a:xfrm>
            <a:off x="1638300" y="914400"/>
            <a:ext cx="38100" cy="38100"/>
          </a:xfrm>
          <a:prstGeom prst="rect">
            <a:avLst/>
          </a:prstGeom>
          <a:solidFill>
            <a:srgbClr val="CED7E6">
              <a:alpha val="55346"/>
            </a:srgbClr>
          </a:solidFill>
          <a:ln>
            <a:noFill/>
          </a:ln>
        </p:spPr>
      </p:sp>
      <p:sp>
        <p:nvSpPr>
          <p:cNvPr id="63" name="wm.whiteboard.108.72"/>
          <p:cNvSpPr/>
          <p:nvPr/>
        </p:nvSpPr>
        <p:spPr>
          <a:xfrm>
            <a:off x="1638300" y="1143000"/>
            <a:ext cx="38100" cy="38100"/>
          </a:xfrm>
          <a:prstGeom prst="rect">
            <a:avLst/>
          </a:prstGeom>
          <a:solidFill>
            <a:srgbClr val="CED7E6">
              <a:alpha val="45583"/>
            </a:srgbClr>
          </a:solidFill>
          <a:ln>
            <a:noFill/>
          </a:ln>
        </p:spPr>
      </p:sp>
      <p:sp>
        <p:nvSpPr>
          <p:cNvPr id="64" name="wm.whiteboard.108.90"/>
          <p:cNvSpPr/>
          <p:nvPr/>
        </p:nvSpPr>
        <p:spPr>
          <a:xfrm>
            <a:off x="1638300" y="1371600"/>
            <a:ext cx="38100" cy="38100"/>
          </a:xfrm>
          <a:prstGeom prst="rect">
            <a:avLst/>
          </a:prstGeom>
          <a:solidFill>
            <a:srgbClr val="CED7E6">
              <a:alpha val="34251"/>
            </a:srgbClr>
          </a:solidFill>
          <a:ln>
            <a:noFill/>
          </a:ln>
        </p:spPr>
      </p:sp>
      <p:sp>
        <p:nvSpPr>
          <p:cNvPr id="65" name="wm.whiteboard.108.108"/>
          <p:cNvSpPr/>
          <p:nvPr/>
        </p:nvSpPr>
        <p:spPr>
          <a:xfrm>
            <a:off x="1638300" y="1600200"/>
            <a:ext cx="38100" cy="38100"/>
          </a:xfrm>
          <a:prstGeom prst="rect">
            <a:avLst/>
          </a:prstGeom>
          <a:solidFill>
            <a:srgbClr val="CED7E6">
              <a:alpha val="21754"/>
            </a:srgbClr>
          </a:solidFill>
          <a:ln>
            <a:noFill/>
          </a:ln>
        </p:spPr>
      </p:sp>
      <p:sp>
        <p:nvSpPr>
          <p:cNvPr id="66" name="wm.whiteboard.108.126"/>
          <p:cNvSpPr/>
          <p:nvPr/>
        </p:nvSpPr>
        <p:spPr>
          <a:xfrm>
            <a:off x="1638300" y="1828800"/>
            <a:ext cx="38100" cy="38100"/>
          </a:xfrm>
          <a:prstGeom prst="rect">
            <a:avLst/>
          </a:prstGeom>
          <a:solidFill>
            <a:srgbClr val="CED7E6">
              <a:alpha val="8391"/>
            </a:srgbClr>
          </a:solidFill>
          <a:ln>
            <a:noFill/>
          </a:ln>
        </p:spPr>
      </p:sp>
      <p:sp>
        <p:nvSpPr>
          <p:cNvPr id="67" name="wm.whiteboard.126.0"/>
          <p:cNvSpPr/>
          <p:nvPr/>
        </p:nvSpPr>
        <p:spPr>
          <a:xfrm>
            <a:off x="1866900" y="228600"/>
            <a:ext cx="38100" cy="38100"/>
          </a:xfrm>
          <a:prstGeom prst="rect">
            <a:avLst/>
          </a:prstGeom>
          <a:solidFill>
            <a:srgbClr val="CED7E6">
              <a:alpha val="56247"/>
            </a:srgbClr>
          </a:solidFill>
          <a:ln>
            <a:noFill/>
          </a:ln>
        </p:spPr>
      </p:sp>
      <p:sp>
        <p:nvSpPr>
          <p:cNvPr id="68" name="wm.whiteboard.126.18"/>
          <p:cNvSpPr/>
          <p:nvPr/>
        </p:nvSpPr>
        <p:spPr>
          <a:xfrm>
            <a:off x="1866900" y="457200"/>
            <a:ext cx="38100" cy="38100"/>
          </a:xfrm>
          <a:prstGeom prst="rect">
            <a:avLst/>
          </a:prstGeom>
          <a:solidFill>
            <a:srgbClr val="CED7E6">
              <a:alpha val="54578"/>
            </a:srgbClr>
          </a:solidFill>
          <a:ln>
            <a:noFill/>
          </a:ln>
        </p:spPr>
      </p:sp>
      <p:sp>
        <p:nvSpPr>
          <p:cNvPr id="69" name="wm.whiteboard.126.36"/>
          <p:cNvSpPr/>
          <p:nvPr/>
        </p:nvSpPr>
        <p:spPr>
          <a:xfrm>
            <a:off x="1866900" y="685800"/>
            <a:ext cx="38100" cy="38100"/>
          </a:xfrm>
          <a:prstGeom prst="rect">
            <a:avLst/>
          </a:prstGeom>
          <a:solidFill>
            <a:srgbClr val="CED7E6">
              <a:alpha val="50182"/>
            </a:srgbClr>
          </a:solidFill>
          <a:ln>
            <a:noFill/>
          </a:ln>
        </p:spPr>
      </p:sp>
      <p:sp>
        <p:nvSpPr>
          <p:cNvPr id="70" name="wm.whiteboard.126.54"/>
          <p:cNvSpPr/>
          <p:nvPr/>
        </p:nvSpPr>
        <p:spPr>
          <a:xfrm>
            <a:off x="1866900" y="914400"/>
            <a:ext cx="38100" cy="38100"/>
          </a:xfrm>
          <a:prstGeom prst="rect">
            <a:avLst/>
          </a:prstGeom>
          <a:solidFill>
            <a:srgbClr val="CED7E6">
              <a:alpha val="43386"/>
            </a:srgbClr>
          </a:solidFill>
          <a:ln>
            <a:noFill/>
          </a:ln>
        </p:spPr>
      </p:sp>
      <p:sp>
        <p:nvSpPr>
          <p:cNvPr id="71" name="wm.whiteboard.126.72"/>
          <p:cNvSpPr/>
          <p:nvPr/>
        </p:nvSpPr>
        <p:spPr>
          <a:xfrm>
            <a:off x="1866900" y="1143000"/>
            <a:ext cx="38100" cy="38100"/>
          </a:xfrm>
          <a:prstGeom prst="rect">
            <a:avLst/>
          </a:prstGeom>
          <a:solidFill>
            <a:srgbClr val="CED7E6">
              <a:alpha val="34598"/>
            </a:srgbClr>
          </a:solidFill>
          <a:ln>
            <a:noFill/>
          </a:ln>
        </p:spPr>
      </p:sp>
      <p:sp>
        <p:nvSpPr>
          <p:cNvPr id="72" name="wm.whiteboard.126.90"/>
          <p:cNvSpPr/>
          <p:nvPr/>
        </p:nvSpPr>
        <p:spPr>
          <a:xfrm>
            <a:off x="1866900" y="1371600"/>
            <a:ext cx="38100" cy="38100"/>
          </a:xfrm>
          <a:prstGeom prst="rect">
            <a:avLst/>
          </a:prstGeom>
          <a:solidFill>
            <a:srgbClr val="CED7E6">
              <a:alpha val="24223"/>
            </a:srgbClr>
          </a:solidFill>
          <a:ln>
            <a:noFill/>
          </a:ln>
        </p:spPr>
      </p:sp>
      <p:sp>
        <p:nvSpPr>
          <p:cNvPr id="73" name="wm.whiteboard.126.108"/>
          <p:cNvSpPr/>
          <p:nvPr/>
        </p:nvSpPr>
        <p:spPr>
          <a:xfrm>
            <a:off x="1866900" y="1600200"/>
            <a:ext cx="38100" cy="38100"/>
          </a:xfrm>
          <a:prstGeom prst="rect">
            <a:avLst/>
          </a:prstGeom>
          <a:solidFill>
            <a:srgbClr val="CED7E6">
              <a:alpha val="12610"/>
            </a:srgbClr>
          </a:solidFill>
          <a:ln>
            <a:noFill/>
          </a:ln>
        </p:spPr>
      </p:sp>
      <p:sp>
        <p:nvSpPr>
          <p:cNvPr id="74" name="wm.whiteboard.126.126"/>
          <p:cNvSpPr/>
          <p:nvPr/>
        </p:nvSpPr>
        <p:spPr>
          <a:xfrm>
            <a:off x="1866900" y="1828800"/>
            <a:ext cx="38100" cy="38100"/>
          </a:xfrm>
          <a:prstGeom prst="rect">
            <a:avLst/>
          </a:prstGeom>
          <a:solidFill>
            <a:srgbClr val="CED7E6">
              <a:alpha val="40"/>
            </a:srgbClr>
          </a:solidFill>
          <a:ln>
            <a:noFill/>
          </a:ln>
        </p:spPr>
      </p:sp>
      <p:sp>
        <p:nvSpPr>
          <p:cNvPr id="75" name="wm.whiteboard.144.0"/>
          <p:cNvSpPr/>
          <p:nvPr/>
        </p:nvSpPr>
        <p:spPr>
          <a:xfrm>
            <a:off x="2095500" y="228600"/>
            <a:ext cx="38100" cy="38100"/>
          </a:xfrm>
          <a:prstGeom prst="rect">
            <a:avLst/>
          </a:prstGeom>
          <a:solidFill>
            <a:srgbClr val="CED7E6">
              <a:alpha val="42471"/>
            </a:srgbClr>
          </a:solidFill>
          <a:ln>
            <a:noFill/>
          </a:ln>
        </p:spPr>
      </p:sp>
      <p:sp>
        <p:nvSpPr>
          <p:cNvPr id="76" name="wm.whiteboard.144.18"/>
          <p:cNvSpPr/>
          <p:nvPr/>
        </p:nvSpPr>
        <p:spPr>
          <a:xfrm>
            <a:off x="2095500" y="457200"/>
            <a:ext cx="38100" cy="38100"/>
          </a:xfrm>
          <a:prstGeom prst="rect">
            <a:avLst/>
          </a:prstGeom>
          <a:solidFill>
            <a:srgbClr val="CED7E6">
              <a:alpha val="41005"/>
            </a:srgbClr>
          </a:solidFill>
          <a:ln>
            <a:noFill/>
          </a:ln>
        </p:spPr>
      </p:sp>
      <p:sp>
        <p:nvSpPr>
          <p:cNvPr id="77" name="wm.whiteboard.144.36"/>
          <p:cNvSpPr/>
          <p:nvPr/>
        </p:nvSpPr>
        <p:spPr>
          <a:xfrm>
            <a:off x="2095500" y="685800"/>
            <a:ext cx="38100" cy="38100"/>
          </a:xfrm>
          <a:prstGeom prst="rect">
            <a:avLst/>
          </a:prstGeom>
          <a:solidFill>
            <a:srgbClr val="CED7E6">
              <a:alpha val="37120"/>
            </a:srgbClr>
          </a:solidFill>
          <a:ln>
            <a:noFill/>
          </a:ln>
        </p:spPr>
      </p:sp>
      <p:sp>
        <p:nvSpPr>
          <p:cNvPr id="78" name="wm.whiteboard.144.54"/>
          <p:cNvSpPr/>
          <p:nvPr/>
        </p:nvSpPr>
        <p:spPr>
          <a:xfrm>
            <a:off x="2095500" y="914400"/>
            <a:ext cx="38100" cy="38100"/>
          </a:xfrm>
          <a:prstGeom prst="rect">
            <a:avLst/>
          </a:prstGeom>
          <a:solidFill>
            <a:srgbClr val="CED7E6">
              <a:alpha val="31044"/>
            </a:srgbClr>
          </a:solidFill>
          <a:ln>
            <a:noFill/>
          </a:ln>
        </p:spPr>
      </p:sp>
      <p:sp>
        <p:nvSpPr>
          <p:cNvPr id="79" name="wm.whiteboard.144.72"/>
          <p:cNvSpPr/>
          <p:nvPr/>
        </p:nvSpPr>
        <p:spPr>
          <a:xfrm>
            <a:off x="2095500" y="1143000"/>
            <a:ext cx="38100" cy="38100"/>
          </a:xfrm>
          <a:prstGeom prst="rect">
            <a:avLst/>
          </a:prstGeom>
          <a:solidFill>
            <a:srgbClr val="CED7E6">
              <a:alpha val="23083"/>
            </a:srgbClr>
          </a:solidFill>
          <a:ln>
            <a:noFill/>
          </a:ln>
        </p:spPr>
      </p:sp>
      <p:sp>
        <p:nvSpPr>
          <p:cNvPr id="80" name="wm.whiteboard.144.90"/>
          <p:cNvSpPr/>
          <p:nvPr/>
        </p:nvSpPr>
        <p:spPr>
          <a:xfrm>
            <a:off x="2095500" y="1371600"/>
            <a:ext cx="38100" cy="38100"/>
          </a:xfrm>
          <a:prstGeom prst="rect">
            <a:avLst/>
          </a:prstGeom>
          <a:solidFill>
            <a:srgbClr val="CED7E6">
              <a:alpha val="13557"/>
            </a:srgbClr>
          </a:solidFill>
          <a:ln>
            <a:noFill/>
          </a:ln>
        </p:spPr>
      </p:sp>
      <p:sp>
        <p:nvSpPr>
          <p:cNvPr id="81" name="wm.whiteboard.144.108"/>
          <p:cNvSpPr/>
          <p:nvPr/>
        </p:nvSpPr>
        <p:spPr>
          <a:xfrm>
            <a:off x="2095500" y="1600200"/>
            <a:ext cx="38100" cy="38100"/>
          </a:xfrm>
          <a:prstGeom prst="rect">
            <a:avLst/>
          </a:prstGeom>
          <a:solidFill>
            <a:srgbClr val="CED7E6">
              <a:alpha val="2762"/>
            </a:srgbClr>
          </a:solidFill>
          <a:ln>
            <a:noFill/>
          </a:ln>
        </p:spPr>
      </p:sp>
      <p:sp>
        <p:nvSpPr>
          <p:cNvPr id="82" name="wm.whiteboard.162.0"/>
          <p:cNvSpPr/>
          <p:nvPr/>
        </p:nvSpPr>
        <p:spPr>
          <a:xfrm>
            <a:off x="2324100" y="228600"/>
            <a:ext cx="38100" cy="38100"/>
          </a:xfrm>
          <a:prstGeom prst="rect">
            <a:avLst/>
          </a:prstGeom>
          <a:solidFill>
            <a:srgbClr val="CED7E6">
              <a:alpha val="28695"/>
            </a:srgbClr>
          </a:solidFill>
          <a:ln>
            <a:noFill/>
          </a:ln>
        </p:spPr>
      </p:sp>
      <p:sp>
        <p:nvSpPr>
          <p:cNvPr id="83" name="wm.whiteboard.162.18"/>
          <p:cNvSpPr/>
          <p:nvPr/>
        </p:nvSpPr>
        <p:spPr>
          <a:xfrm>
            <a:off x="2324100" y="457200"/>
            <a:ext cx="38100" cy="38100"/>
          </a:xfrm>
          <a:prstGeom prst="rect">
            <a:avLst/>
          </a:prstGeom>
          <a:solidFill>
            <a:srgbClr val="CED7E6">
              <a:alpha val="27389"/>
            </a:srgbClr>
          </a:solidFill>
          <a:ln>
            <a:noFill/>
          </a:ln>
        </p:spPr>
      </p:sp>
      <p:sp>
        <p:nvSpPr>
          <p:cNvPr id="84" name="wm.whiteboard.162.36"/>
          <p:cNvSpPr/>
          <p:nvPr/>
        </p:nvSpPr>
        <p:spPr>
          <a:xfrm>
            <a:off x="2324100" y="685800"/>
            <a:ext cx="38100" cy="38100"/>
          </a:xfrm>
          <a:prstGeom prst="rect">
            <a:avLst/>
          </a:prstGeom>
          <a:solidFill>
            <a:srgbClr val="CED7E6">
              <a:alpha val="23910"/>
            </a:srgbClr>
          </a:solidFill>
          <a:ln>
            <a:noFill/>
          </a:ln>
        </p:spPr>
      </p:sp>
      <p:sp>
        <p:nvSpPr>
          <p:cNvPr id="85" name="wm.whiteboard.162.54"/>
          <p:cNvSpPr/>
          <p:nvPr/>
        </p:nvSpPr>
        <p:spPr>
          <a:xfrm>
            <a:off x="2324100" y="914400"/>
            <a:ext cx="38100" cy="38100"/>
          </a:xfrm>
          <a:prstGeom prst="rect">
            <a:avLst/>
          </a:prstGeom>
          <a:solidFill>
            <a:srgbClr val="CED7E6">
              <a:alpha val="18425"/>
            </a:srgbClr>
          </a:solidFill>
          <a:ln>
            <a:noFill/>
          </a:ln>
        </p:spPr>
      </p:sp>
      <p:sp>
        <p:nvSpPr>
          <p:cNvPr id="86" name="wm.whiteboard.162.72"/>
          <p:cNvSpPr/>
          <p:nvPr/>
        </p:nvSpPr>
        <p:spPr>
          <a:xfrm>
            <a:off x="2324100" y="1143000"/>
            <a:ext cx="38100" cy="38100"/>
          </a:xfrm>
          <a:prstGeom prst="rect">
            <a:avLst/>
          </a:prstGeom>
          <a:solidFill>
            <a:srgbClr val="CED7E6">
              <a:alpha val="11167"/>
            </a:srgbClr>
          </a:solidFill>
          <a:ln>
            <a:noFill/>
          </a:ln>
        </p:spPr>
      </p:sp>
      <p:sp>
        <p:nvSpPr>
          <p:cNvPr id="87" name="wm.whiteboard.162.90"/>
          <p:cNvSpPr/>
          <p:nvPr/>
        </p:nvSpPr>
        <p:spPr>
          <a:xfrm>
            <a:off x="2324100" y="1371600"/>
            <a:ext cx="38100" cy="38100"/>
          </a:xfrm>
          <a:prstGeom prst="rect">
            <a:avLst/>
          </a:prstGeom>
          <a:solidFill>
            <a:srgbClr val="CED7E6">
              <a:alpha val="2388"/>
            </a:srgbClr>
          </a:solidFill>
          <a:ln>
            <a:noFill/>
          </a:ln>
        </p:spPr>
      </p:sp>
      <p:sp>
        <p:nvSpPr>
          <p:cNvPr id="88" name="wm.whiteboard.180.0"/>
          <p:cNvSpPr/>
          <p:nvPr/>
        </p:nvSpPr>
        <p:spPr>
          <a:xfrm>
            <a:off x="2552700" y="228600"/>
            <a:ext cx="38100" cy="38100"/>
          </a:xfrm>
          <a:prstGeom prst="rect">
            <a:avLst/>
          </a:prstGeom>
          <a:solidFill>
            <a:srgbClr val="CED7E6">
              <a:alpha val="14918"/>
            </a:srgbClr>
          </a:solidFill>
          <a:ln>
            <a:noFill/>
          </a:ln>
        </p:spPr>
      </p:sp>
      <p:sp>
        <p:nvSpPr>
          <p:cNvPr id="89" name="wm.whiteboard.180.18"/>
          <p:cNvSpPr/>
          <p:nvPr/>
        </p:nvSpPr>
        <p:spPr>
          <a:xfrm>
            <a:off x="2552700" y="457200"/>
            <a:ext cx="38100" cy="38100"/>
          </a:xfrm>
          <a:prstGeom prst="rect">
            <a:avLst/>
          </a:prstGeom>
          <a:solidFill>
            <a:srgbClr val="CED7E6">
              <a:alpha val="13741"/>
            </a:srgbClr>
          </a:solidFill>
          <a:ln>
            <a:noFill/>
          </a:ln>
        </p:spPr>
      </p:sp>
      <p:sp>
        <p:nvSpPr>
          <p:cNvPr id="90" name="wm.whiteboard.180.36"/>
          <p:cNvSpPr/>
          <p:nvPr/>
        </p:nvSpPr>
        <p:spPr>
          <a:xfrm>
            <a:off x="2552700" y="685800"/>
            <a:ext cx="38100" cy="38100"/>
          </a:xfrm>
          <a:prstGeom prst="rect">
            <a:avLst/>
          </a:prstGeom>
          <a:solidFill>
            <a:srgbClr val="CED7E6">
              <a:alpha val="10593"/>
            </a:srgbClr>
          </a:solidFill>
          <a:ln>
            <a:noFill/>
          </a:ln>
        </p:spPr>
      </p:sp>
      <p:sp>
        <p:nvSpPr>
          <p:cNvPr id="91" name="wm.whiteboard.180.54"/>
          <p:cNvSpPr/>
          <p:nvPr/>
        </p:nvSpPr>
        <p:spPr>
          <a:xfrm>
            <a:off x="2552700" y="914400"/>
            <a:ext cx="38100" cy="38100"/>
          </a:xfrm>
          <a:prstGeom prst="rect">
            <a:avLst/>
          </a:prstGeom>
          <a:solidFill>
            <a:srgbClr val="CED7E6">
              <a:alpha val="5600"/>
            </a:srgbClr>
          </a:solidFill>
          <a:ln>
            <a:noFill/>
          </a:ln>
        </p:spPr>
      </p:sp>
      <p:sp>
        <p:nvSpPr>
          <p:cNvPr id="92" name="wm.whiteboard.198.0"/>
          <p:cNvSpPr/>
          <p:nvPr/>
        </p:nvSpPr>
        <p:spPr>
          <a:xfrm>
            <a:off x="2781300" y="228600"/>
            <a:ext cx="38100" cy="38100"/>
          </a:xfrm>
          <a:prstGeom prst="rect">
            <a:avLst/>
          </a:prstGeom>
          <a:solidFill>
            <a:srgbClr val="CED7E6">
              <a:alpha val="1142"/>
            </a:srgbClr>
          </a:solidFill>
          <a:ln>
            <a:noFill/>
          </a:ln>
        </p:spPr>
      </p:sp>
      <p:sp>
        <p:nvSpPr>
          <p:cNvPr id="93" name="wm.whiteboard.198.18"/>
          <p:cNvSpPr/>
          <p:nvPr/>
        </p:nvSpPr>
        <p:spPr>
          <a:xfrm>
            <a:off x="2781300" y="457200"/>
            <a:ext cx="38100" cy="38100"/>
          </a:xfrm>
          <a:prstGeom prst="rect">
            <a:avLst/>
          </a:prstGeom>
          <a:solidFill>
            <a:srgbClr val="CED7E6">
              <a:alpha val="69"/>
            </a:srgbClr>
          </a:solidFill>
          <a:ln>
            <a:noFill/>
          </a:ln>
        </p:spPr>
      </p:sp>
      <p:sp>
        <p:nvSpPr>
          <p:cNvPr id="94" name="wm.header.rule"/>
          <p:cNvSpPr/>
          <p:nvPr/>
        </p:nvSpPr>
        <p:spPr>
          <a:xfrm>
            <a:off x="723900" y="2057400"/>
            <a:ext cx="3429000" cy="9525"/>
          </a:xfrm>
          <a:prstGeom prst="rect">
            <a:avLst/>
          </a:prstGeom>
          <a:solidFill>
            <a:srgbClr val="CED7E6"/>
          </a:solidFill>
          <a:ln>
            <a:noFill/>
          </a:ln>
        </p:spPr>
      </p:sp>
      <p:pic>
        <p:nvPicPr>
          <p:cNvPr id="95"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210300"/>
            <a:ext cx="729403" cy="152400"/>
          </a:xfrm>
          <a:prstGeom prst="rect">
            <a:avLst/>
          </a:prstGeom>
        </p:spPr>
      </p:pic>
      <p:sp>
        <p:nvSpPr>
          <p:cNvPr id="96" name="wm.legal"/>
          <p:cNvSpPr/>
          <p:nvPr/>
        </p:nvSpPr>
        <p:spPr>
          <a:xfrm>
            <a:off x="2171700" y="6172200"/>
            <a:ext cx="89154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wmds.frame.592f39e1ac4fbb3a5927">
    <p:bg>
      <p:bgPr>
        <a:solidFill>
          <a:srgbClr val="FFFFFF"/>
        </a:solidFill>
      </p:bgPr>
    </p:bg>
    <p:spTree>
      <p:nvGrpSpPr>
        <p:cNvPr id="1" name=""/>
        <p:cNvGrpSpPr/>
        <p:nvPr/>
      </p:nvGrpSpPr>
      <p:grpSpPr>
        <a:xfrm>
          <a:off x="0" y="0"/>
          <a:ext cx="0" cy="0"/>
          <a:chOff x="0" y="0"/>
          <a:chExt cx="0" cy="0"/>
        </a:xfrm>
      </p:grpSpPr>
      <p:sp>
        <p:nvSpPr>
          <p:cNvPr id="2" name="wm.footer.rule"/>
          <p:cNvSpPr/>
          <p:nvPr/>
        </p:nvSpPr>
        <p:spPr>
          <a:xfrm>
            <a:off x="723900" y="6057900"/>
            <a:ext cx="10744200" cy="9525"/>
          </a:xfrm>
          <a:prstGeom prst="rect">
            <a:avLst/>
          </a:prstGeom>
          <a:solidFill>
            <a:srgbClr val="CED7E6"/>
          </a:solidFill>
          <a:ln>
            <a:noFill/>
          </a:ln>
        </p:spPr>
      </p:sp>
      <p:sp>
        <p:nvSpPr>
          <p:cNvPr id="3" name="wm.whiteboard.0.0"/>
          <p:cNvSpPr/>
          <p:nvPr/>
        </p:nvSpPr>
        <p:spPr>
          <a:xfrm>
            <a:off x="266700" y="228600"/>
            <a:ext cx="38100" cy="38100"/>
          </a:xfrm>
          <a:prstGeom prst="rect">
            <a:avLst/>
          </a:prstGeom>
          <a:solidFill>
            <a:srgbClr val="CED7E6"/>
          </a:solidFill>
          <a:ln>
            <a:noFill/>
          </a:ln>
        </p:spPr>
      </p:sp>
      <p:sp>
        <p:nvSpPr>
          <p:cNvPr id="4" name="wm.whiteboard.0.18"/>
          <p:cNvSpPr/>
          <p:nvPr/>
        </p:nvSpPr>
        <p:spPr>
          <a:xfrm>
            <a:off x="266700" y="457200"/>
            <a:ext cx="38100" cy="38100"/>
          </a:xfrm>
          <a:prstGeom prst="rect">
            <a:avLst/>
          </a:prstGeom>
          <a:solidFill>
            <a:srgbClr val="CED7E6"/>
          </a:solidFill>
          <a:ln>
            <a:noFill/>
          </a:ln>
        </p:spPr>
      </p:sp>
      <p:sp>
        <p:nvSpPr>
          <p:cNvPr id="5" name="wm.whiteboard.0.36"/>
          <p:cNvSpPr/>
          <p:nvPr/>
        </p:nvSpPr>
        <p:spPr>
          <a:xfrm>
            <a:off x="266700" y="685800"/>
            <a:ext cx="38100" cy="38100"/>
          </a:xfrm>
          <a:prstGeom prst="rect">
            <a:avLst/>
          </a:prstGeom>
          <a:solidFill>
            <a:srgbClr val="CED7E6"/>
          </a:solidFill>
          <a:ln>
            <a:noFill/>
          </a:ln>
        </p:spPr>
      </p:sp>
      <p:sp>
        <p:nvSpPr>
          <p:cNvPr id="6" name="wm.whiteboard.0.54"/>
          <p:cNvSpPr/>
          <p:nvPr/>
        </p:nvSpPr>
        <p:spPr>
          <a:xfrm>
            <a:off x="266700" y="914400"/>
            <a:ext cx="38100" cy="38100"/>
          </a:xfrm>
          <a:prstGeom prst="rect">
            <a:avLst/>
          </a:prstGeom>
          <a:solidFill>
            <a:srgbClr val="CED7E6"/>
          </a:solidFill>
          <a:ln>
            <a:noFill/>
          </a:ln>
        </p:spPr>
      </p:sp>
      <p:sp>
        <p:nvSpPr>
          <p:cNvPr id="7" name="wm.whiteboard.0.72"/>
          <p:cNvSpPr/>
          <p:nvPr/>
        </p:nvSpPr>
        <p:spPr>
          <a:xfrm>
            <a:off x="266700" y="1143000"/>
            <a:ext cx="38100" cy="38100"/>
          </a:xfrm>
          <a:prstGeom prst="rect">
            <a:avLst/>
          </a:prstGeom>
          <a:solidFill>
            <a:srgbClr val="CED7E6">
              <a:alpha val="85305"/>
            </a:srgbClr>
          </a:solidFill>
          <a:ln>
            <a:noFill/>
          </a:ln>
        </p:spPr>
      </p:sp>
      <p:sp>
        <p:nvSpPr>
          <p:cNvPr id="8" name="wm.whiteboard.0.90"/>
          <p:cNvSpPr/>
          <p:nvPr/>
        </p:nvSpPr>
        <p:spPr>
          <a:xfrm>
            <a:off x="266700" y="1371600"/>
            <a:ext cx="38100" cy="38100"/>
          </a:xfrm>
          <a:prstGeom prst="rect">
            <a:avLst/>
          </a:prstGeom>
          <a:solidFill>
            <a:srgbClr val="CED7E6">
              <a:alpha val="68524"/>
            </a:srgbClr>
          </a:solidFill>
          <a:ln>
            <a:noFill/>
          </a:ln>
        </p:spPr>
      </p:sp>
      <p:sp>
        <p:nvSpPr>
          <p:cNvPr id="9" name="wm.whiteboard.0.108"/>
          <p:cNvSpPr/>
          <p:nvPr/>
        </p:nvSpPr>
        <p:spPr>
          <a:xfrm>
            <a:off x="266700" y="1600200"/>
            <a:ext cx="38100" cy="38100"/>
          </a:xfrm>
          <a:prstGeom prst="rect">
            <a:avLst/>
          </a:prstGeom>
          <a:solidFill>
            <a:srgbClr val="CED7E6">
              <a:alpha val="51742"/>
            </a:srgbClr>
          </a:solidFill>
          <a:ln>
            <a:noFill/>
          </a:ln>
        </p:spPr>
      </p:sp>
      <p:sp>
        <p:nvSpPr>
          <p:cNvPr id="10" name="wm.whiteboard.0.126"/>
          <p:cNvSpPr/>
          <p:nvPr/>
        </p:nvSpPr>
        <p:spPr>
          <a:xfrm>
            <a:off x="266700" y="1828800"/>
            <a:ext cx="38100" cy="38100"/>
          </a:xfrm>
          <a:prstGeom prst="rect">
            <a:avLst/>
          </a:prstGeom>
          <a:solidFill>
            <a:srgbClr val="CED7E6">
              <a:alpha val="34959"/>
            </a:srgbClr>
          </a:solidFill>
          <a:ln>
            <a:noFill/>
          </a:ln>
        </p:spPr>
      </p:sp>
      <p:sp>
        <p:nvSpPr>
          <p:cNvPr id="11" name="wm.whiteboard.0.144"/>
          <p:cNvSpPr/>
          <p:nvPr/>
        </p:nvSpPr>
        <p:spPr>
          <a:xfrm>
            <a:off x="266700" y="2057400"/>
            <a:ext cx="38100" cy="38100"/>
          </a:xfrm>
          <a:prstGeom prst="rect">
            <a:avLst/>
          </a:prstGeom>
          <a:solidFill>
            <a:srgbClr val="CED7E6">
              <a:alpha val="18177"/>
            </a:srgbClr>
          </a:solidFill>
          <a:ln>
            <a:noFill/>
          </a:ln>
        </p:spPr>
      </p:sp>
      <p:sp>
        <p:nvSpPr>
          <p:cNvPr id="12" name="wm.whiteboard.0.162"/>
          <p:cNvSpPr/>
          <p:nvPr/>
        </p:nvSpPr>
        <p:spPr>
          <a:xfrm>
            <a:off x="266700" y="2286000"/>
            <a:ext cx="38100" cy="38100"/>
          </a:xfrm>
          <a:prstGeom prst="rect">
            <a:avLst/>
          </a:prstGeom>
          <a:solidFill>
            <a:srgbClr val="CED7E6">
              <a:alpha val="1394"/>
            </a:srgbClr>
          </a:solidFill>
          <a:ln>
            <a:noFill/>
          </a:ln>
        </p:spPr>
      </p:sp>
      <p:sp>
        <p:nvSpPr>
          <p:cNvPr id="13" name="wm.whiteboard.18.0"/>
          <p:cNvSpPr/>
          <p:nvPr/>
        </p:nvSpPr>
        <p:spPr>
          <a:xfrm>
            <a:off x="495300" y="228600"/>
            <a:ext cx="38100" cy="38100"/>
          </a:xfrm>
          <a:prstGeom prst="rect">
            <a:avLst/>
          </a:prstGeom>
          <a:solidFill>
            <a:srgbClr val="CED7E6"/>
          </a:solidFill>
          <a:ln>
            <a:noFill/>
          </a:ln>
        </p:spPr>
      </p:sp>
      <p:sp>
        <p:nvSpPr>
          <p:cNvPr id="14" name="wm.whiteboard.18.18"/>
          <p:cNvSpPr/>
          <p:nvPr/>
        </p:nvSpPr>
        <p:spPr>
          <a:xfrm>
            <a:off x="495300" y="457200"/>
            <a:ext cx="38100" cy="38100"/>
          </a:xfrm>
          <a:prstGeom prst="rect">
            <a:avLst/>
          </a:prstGeom>
          <a:solidFill>
            <a:srgbClr val="CED7E6"/>
          </a:solidFill>
          <a:ln>
            <a:noFill/>
          </a:ln>
        </p:spPr>
      </p:sp>
      <p:sp>
        <p:nvSpPr>
          <p:cNvPr id="15" name="wm.whiteboard.18.36"/>
          <p:cNvSpPr/>
          <p:nvPr/>
        </p:nvSpPr>
        <p:spPr>
          <a:xfrm>
            <a:off x="495300" y="685800"/>
            <a:ext cx="38100" cy="38100"/>
          </a:xfrm>
          <a:prstGeom prst="rect">
            <a:avLst/>
          </a:prstGeom>
          <a:solidFill>
            <a:srgbClr val="CED7E6"/>
          </a:solidFill>
          <a:ln>
            <a:noFill/>
          </a:ln>
        </p:spPr>
      </p:sp>
      <p:sp>
        <p:nvSpPr>
          <p:cNvPr id="16" name="wm.whiteboard.18.54"/>
          <p:cNvSpPr/>
          <p:nvPr/>
        </p:nvSpPr>
        <p:spPr>
          <a:xfrm>
            <a:off x="495300" y="914400"/>
            <a:ext cx="38100" cy="38100"/>
          </a:xfrm>
          <a:prstGeom prst="rect">
            <a:avLst/>
          </a:prstGeom>
          <a:solidFill>
            <a:srgbClr val="CED7E6">
              <a:alpha val="99988"/>
            </a:srgbClr>
          </a:solidFill>
          <a:ln>
            <a:noFill/>
          </a:ln>
        </p:spPr>
      </p:sp>
      <p:sp>
        <p:nvSpPr>
          <p:cNvPr id="17" name="wm.whiteboard.18.72"/>
          <p:cNvSpPr/>
          <p:nvPr/>
        </p:nvSpPr>
        <p:spPr>
          <a:xfrm>
            <a:off x="495300" y="1143000"/>
            <a:ext cx="38100" cy="38100"/>
          </a:xfrm>
          <a:prstGeom prst="rect">
            <a:avLst/>
          </a:prstGeom>
          <a:solidFill>
            <a:srgbClr val="CED7E6">
              <a:alpha val="83708"/>
            </a:srgbClr>
          </a:solidFill>
          <a:ln>
            <a:noFill/>
          </a:ln>
        </p:spPr>
      </p:sp>
      <p:sp>
        <p:nvSpPr>
          <p:cNvPr id="18" name="wm.whiteboard.18.90"/>
          <p:cNvSpPr/>
          <p:nvPr/>
        </p:nvSpPr>
        <p:spPr>
          <a:xfrm>
            <a:off x="495300" y="1371600"/>
            <a:ext cx="38100" cy="38100"/>
          </a:xfrm>
          <a:prstGeom prst="rect">
            <a:avLst/>
          </a:prstGeom>
          <a:solidFill>
            <a:srgbClr val="CED7E6">
              <a:alpha val="67236"/>
            </a:srgbClr>
          </a:solidFill>
          <a:ln>
            <a:noFill/>
          </a:ln>
        </p:spPr>
      </p:sp>
      <p:sp>
        <p:nvSpPr>
          <p:cNvPr id="19" name="wm.whiteboard.18.108"/>
          <p:cNvSpPr/>
          <p:nvPr/>
        </p:nvSpPr>
        <p:spPr>
          <a:xfrm>
            <a:off x="495300" y="1600200"/>
            <a:ext cx="38100" cy="38100"/>
          </a:xfrm>
          <a:prstGeom prst="rect">
            <a:avLst/>
          </a:prstGeom>
          <a:solidFill>
            <a:srgbClr val="CED7E6">
              <a:alpha val="50663"/>
            </a:srgbClr>
          </a:solidFill>
          <a:ln>
            <a:noFill/>
          </a:ln>
        </p:spPr>
      </p:sp>
      <p:sp>
        <p:nvSpPr>
          <p:cNvPr id="20" name="wm.whiteboard.18.126"/>
          <p:cNvSpPr/>
          <p:nvPr/>
        </p:nvSpPr>
        <p:spPr>
          <a:xfrm>
            <a:off x="495300" y="1828800"/>
            <a:ext cx="38100" cy="38100"/>
          </a:xfrm>
          <a:prstGeom prst="rect">
            <a:avLst/>
          </a:prstGeom>
          <a:solidFill>
            <a:srgbClr val="CED7E6">
              <a:alpha val="34032"/>
            </a:srgbClr>
          </a:solidFill>
          <a:ln>
            <a:noFill/>
          </a:ln>
        </p:spPr>
      </p:sp>
      <p:sp>
        <p:nvSpPr>
          <p:cNvPr id="21" name="wm.whiteboard.18.144"/>
          <p:cNvSpPr/>
          <p:nvPr/>
        </p:nvSpPr>
        <p:spPr>
          <a:xfrm>
            <a:off x="495300" y="2057400"/>
            <a:ext cx="38100" cy="38100"/>
          </a:xfrm>
          <a:prstGeom prst="rect">
            <a:avLst/>
          </a:prstGeom>
          <a:solidFill>
            <a:srgbClr val="CED7E6">
              <a:alpha val="17363"/>
            </a:srgbClr>
          </a:solidFill>
          <a:ln>
            <a:noFill/>
          </a:ln>
        </p:spPr>
      </p:sp>
      <p:sp>
        <p:nvSpPr>
          <p:cNvPr id="22" name="wm.whiteboard.18.162"/>
          <p:cNvSpPr/>
          <p:nvPr/>
        </p:nvSpPr>
        <p:spPr>
          <a:xfrm>
            <a:off x="495300" y="2286000"/>
            <a:ext cx="38100" cy="38100"/>
          </a:xfrm>
          <a:prstGeom prst="rect">
            <a:avLst/>
          </a:prstGeom>
          <a:solidFill>
            <a:srgbClr val="CED7E6">
              <a:alpha val="670"/>
            </a:srgbClr>
          </a:solidFill>
          <a:ln>
            <a:noFill/>
          </a:ln>
        </p:spPr>
      </p:sp>
      <p:sp>
        <p:nvSpPr>
          <p:cNvPr id="23" name="wm.whiteboard.36.0"/>
          <p:cNvSpPr/>
          <p:nvPr/>
        </p:nvSpPr>
        <p:spPr>
          <a:xfrm>
            <a:off x="723900" y="228600"/>
            <a:ext cx="38100" cy="38100"/>
          </a:xfrm>
          <a:prstGeom prst="rect">
            <a:avLst/>
          </a:prstGeom>
          <a:solidFill>
            <a:srgbClr val="CED7E6"/>
          </a:solidFill>
          <a:ln>
            <a:noFill/>
          </a:ln>
        </p:spPr>
      </p:sp>
      <p:sp>
        <p:nvSpPr>
          <p:cNvPr id="24" name="wm.whiteboard.36.18"/>
          <p:cNvSpPr/>
          <p:nvPr/>
        </p:nvSpPr>
        <p:spPr>
          <a:xfrm>
            <a:off x="723900" y="457200"/>
            <a:ext cx="38100" cy="38100"/>
          </a:xfrm>
          <a:prstGeom prst="rect">
            <a:avLst/>
          </a:prstGeom>
          <a:solidFill>
            <a:srgbClr val="CED7E6"/>
          </a:solidFill>
          <a:ln>
            <a:noFill/>
          </a:ln>
        </p:spPr>
      </p:sp>
      <p:sp>
        <p:nvSpPr>
          <p:cNvPr id="25" name="wm.whiteboard.36.36"/>
          <p:cNvSpPr/>
          <p:nvPr/>
        </p:nvSpPr>
        <p:spPr>
          <a:xfrm>
            <a:off x="723900" y="685800"/>
            <a:ext cx="38100" cy="38100"/>
          </a:xfrm>
          <a:prstGeom prst="rect">
            <a:avLst/>
          </a:prstGeom>
          <a:solidFill>
            <a:srgbClr val="CED7E6"/>
          </a:solidFill>
          <a:ln>
            <a:noFill/>
          </a:ln>
        </p:spPr>
      </p:sp>
      <p:sp>
        <p:nvSpPr>
          <p:cNvPr id="26" name="wm.whiteboard.36.54"/>
          <p:cNvSpPr/>
          <p:nvPr/>
        </p:nvSpPr>
        <p:spPr>
          <a:xfrm>
            <a:off x="723900" y="914400"/>
            <a:ext cx="38100" cy="38100"/>
          </a:xfrm>
          <a:prstGeom prst="rect">
            <a:avLst/>
          </a:prstGeom>
          <a:solidFill>
            <a:srgbClr val="CED7E6">
              <a:alpha val="94671"/>
            </a:srgbClr>
          </a:solidFill>
          <a:ln>
            <a:noFill/>
          </a:ln>
        </p:spPr>
      </p:sp>
      <p:sp>
        <p:nvSpPr>
          <p:cNvPr id="27" name="wm.whiteboard.36.72"/>
          <p:cNvSpPr/>
          <p:nvPr/>
        </p:nvSpPr>
        <p:spPr>
          <a:xfrm>
            <a:off x="723900" y="1143000"/>
            <a:ext cx="38100" cy="38100"/>
          </a:xfrm>
          <a:prstGeom prst="rect">
            <a:avLst/>
          </a:prstGeom>
          <a:solidFill>
            <a:srgbClr val="CED7E6">
              <a:alpha val="79547"/>
            </a:srgbClr>
          </a:solidFill>
          <a:ln>
            <a:noFill/>
          </a:ln>
        </p:spPr>
      </p:sp>
      <p:sp>
        <p:nvSpPr>
          <p:cNvPr id="28" name="wm.whiteboard.36.90"/>
          <p:cNvSpPr/>
          <p:nvPr/>
        </p:nvSpPr>
        <p:spPr>
          <a:xfrm>
            <a:off x="723900" y="1371600"/>
            <a:ext cx="38100" cy="38100"/>
          </a:xfrm>
          <a:prstGeom prst="rect">
            <a:avLst/>
          </a:prstGeom>
          <a:solidFill>
            <a:srgbClr val="CED7E6">
              <a:alpha val="63833"/>
            </a:srgbClr>
          </a:solidFill>
          <a:ln>
            <a:noFill/>
          </a:ln>
        </p:spPr>
      </p:sp>
      <p:sp>
        <p:nvSpPr>
          <p:cNvPr id="29" name="wm.whiteboard.36.108"/>
          <p:cNvSpPr/>
          <p:nvPr/>
        </p:nvSpPr>
        <p:spPr>
          <a:xfrm>
            <a:off x="723900" y="1600200"/>
            <a:ext cx="38100" cy="38100"/>
          </a:xfrm>
          <a:prstGeom prst="rect">
            <a:avLst/>
          </a:prstGeom>
          <a:solidFill>
            <a:srgbClr val="CED7E6">
              <a:alpha val="47790"/>
            </a:srgbClr>
          </a:solidFill>
          <a:ln>
            <a:noFill/>
          </a:ln>
        </p:spPr>
      </p:sp>
      <p:sp>
        <p:nvSpPr>
          <p:cNvPr id="30" name="wm.whiteboard.36.126"/>
          <p:cNvSpPr/>
          <p:nvPr/>
        </p:nvSpPr>
        <p:spPr>
          <a:xfrm>
            <a:off x="723900" y="1828800"/>
            <a:ext cx="38100" cy="38100"/>
          </a:xfrm>
          <a:prstGeom prst="rect">
            <a:avLst/>
          </a:prstGeom>
          <a:solidFill>
            <a:srgbClr val="CED7E6">
              <a:alpha val="31549"/>
            </a:srgbClr>
          </a:solidFill>
          <a:ln>
            <a:noFill/>
          </a:ln>
        </p:spPr>
      </p:sp>
      <p:sp>
        <p:nvSpPr>
          <p:cNvPr id="31" name="wm.whiteboard.36.144"/>
          <p:cNvSpPr/>
          <p:nvPr/>
        </p:nvSpPr>
        <p:spPr>
          <a:xfrm>
            <a:off x="723900" y="2057400"/>
            <a:ext cx="38100" cy="38100"/>
          </a:xfrm>
          <a:prstGeom prst="rect">
            <a:avLst/>
          </a:prstGeom>
          <a:solidFill>
            <a:srgbClr val="CED7E6">
              <a:alpha val="15179"/>
            </a:srgbClr>
          </a:solidFill>
          <a:ln>
            <a:noFill/>
          </a:ln>
        </p:spPr>
      </p:sp>
      <p:sp>
        <p:nvSpPr>
          <p:cNvPr id="32" name="wm.whiteboard.54.0"/>
          <p:cNvSpPr/>
          <p:nvPr/>
        </p:nvSpPr>
        <p:spPr>
          <a:xfrm>
            <a:off x="952500" y="228600"/>
            <a:ext cx="38100" cy="38100"/>
          </a:xfrm>
          <a:prstGeom prst="rect">
            <a:avLst/>
          </a:prstGeom>
          <a:solidFill>
            <a:srgbClr val="CED7E6"/>
          </a:solidFill>
          <a:ln>
            <a:noFill/>
          </a:ln>
        </p:spPr>
      </p:sp>
      <p:sp>
        <p:nvSpPr>
          <p:cNvPr id="33" name="wm.whiteboard.54.18"/>
          <p:cNvSpPr/>
          <p:nvPr/>
        </p:nvSpPr>
        <p:spPr>
          <a:xfrm>
            <a:off x="952500" y="457200"/>
            <a:ext cx="38100" cy="38100"/>
          </a:xfrm>
          <a:prstGeom prst="rect">
            <a:avLst/>
          </a:prstGeom>
          <a:solidFill>
            <a:srgbClr val="CED7E6"/>
          </a:solidFill>
          <a:ln>
            <a:noFill/>
          </a:ln>
        </p:spPr>
      </p:sp>
      <p:sp>
        <p:nvSpPr>
          <p:cNvPr id="34" name="wm.whiteboard.54.36"/>
          <p:cNvSpPr/>
          <p:nvPr/>
        </p:nvSpPr>
        <p:spPr>
          <a:xfrm>
            <a:off x="952500" y="685800"/>
            <a:ext cx="38100" cy="38100"/>
          </a:xfrm>
          <a:prstGeom prst="rect">
            <a:avLst/>
          </a:prstGeom>
          <a:solidFill>
            <a:srgbClr val="CED7E6">
              <a:alpha val="98827"/>
            </a:srgbClr>
          </a:solidFill>
          <a:ln>
            <a:noFill/>
          </a:ln>
        </p:spPr>
      </p:sp>
      <p:sp>
        <p:nvSpPr>
          <p:cNvPr id="35" name="wm.whiteboard.54.54"/>
          <p:cNvSpPr/>
          <p:nvPr/>
        </p:nvSpPr>
        <p:spPr>
          <a:xfrm>
            <a:off x="952500" y="914400"/>
            <a:ext cx="38100" cy="38100"/>
          </a:xfrm>
          <a:prstGeom prst="rect">
            <a:avLst/>
          </a:prstGeom>
          <a:solidFill>
            <a:srgbClr val="CED7E6">
              <a:alpha val="86895"/>
            </a:srgbClr>
          </a:solidFill>
          <a:ln>
            <a:noFill/>
          </a:ln>
        </p:spPr>
      </p:sp>
      <p:sp>
        <p:nvSpPr>
          <p:cNvPr id="36" name="wm.whiteboard.54.72"/>
          <p:cNvSpPr/>
          <p:nvPr/>
        </p:nvSpPr>
        <p:spPr>
          <a:xfrm>
            <a:off x="952500" y="1143000"/>
            <a:ext cx="38100" cy="38100"/>
          </a:xfrm>
          <a:prstGeom prst="rect">
            <a:avLst/>
          </a:prstGeom>
          <a:solidFill>
            <a:srgbClr val="CED7E6">
              <a:alpha val="73217"/>
            </a:srgbClr>
          </a:solidFill>
          <a:ln>
            <a:noFill/>
          </a:ln>
        </p:spPr>
      </p:sp>
      <p:sp>
        <p:nvSpPr>
          <p:cNvPr id="37" name="wm.whiteboard.54.90"/>
          <p:cNvSpPr/>
          <p:nvPr/>
        </p:nvSpPr>
        <p:spPr>
          <a:xfrm>
            <a:off x="952500" y="1371600"/>
            <a:ext cx="38100" cy="38100"/>
          </a:xfrm>
          <a:prstGeom prst="rect">
            <a:avLst/>
          </a:prstGeom>
          <a:solidFill>
            <a:srgbClr val="CED7E6">
              <a:alpha val="58541"/>
            </a:srgbClr>
          </a:solidFill>
          <a:ln>
            <a:noFill/>
          </a:ln>
        </p:spPr>
      </p:sp>
      <p:sp>
        <p:nvSpPr>
          <p:cNvPr id="38" name="wm.whiteboard.54.108"/>
          <p:cNvSpPr/>
          <p:nvPr/>
        </p:nvSpPr>
        <p:spPr>
          <a:xfrm>
            <a:off x="952500" y="1600200"/>
            <a:ext cx="38100" cy="38100"/>
          </a:xfrm>
          <a:prstGeom prst="rect">
            <a:avLst/>
          </a:prstGeom>
          <a:solidFill>
            <a:srgbClr val="CED7E6">
              <a:alpha val="43263"/>
            </a:srgbClr>
          </a:solidFill>
          <a:ln>
            <a:noFill/>
          </a:ln>
        </p:spPr>
      </p:sp>
      <p:sp>
        <p:nvSpPr>
          <p:cNvPr id="39" name="wm.whiteboard.54.126"/>
          <p:cNvSpPr/>
          <p:nvPr/>
        </p:nvSpPr>
        <p:spPr>
          <a:xfrm>
            <a:off x="952500" y="1828800"/>
            <a:ext cx="38100" cy="38100"/>
          </a:xfrm>
          <a:prstGeom prst="rect">
            <a:avLst/>
          </a:prstGeom>
          <a:solidFill>
            <a:srgbClr val="CED7E6">
              <a:alpha val="27603"/>
            </a:srgbClr>
          </a:solidFill>
          <a:ln>
            <a:noFill/>
          </a:ln>
        </p:spPr>
      </p:sp>
      <p:sp>
        <p:nvSpPr>
          <p:cNvPr id="40" name="wm.whiteboard.54.144"/>
          <p:cNvSpPr/>
          <p:nvPr/>
        </p:nvSpPr>
        <p:spPr>
          <a:xfrm>
            <a:off x="952500" y="2057400"/>
            <a:ext cx="38100" cy="38100"/>
          </a:xfrm>
          <a:prstGeom prst="rect">
            <a:avLst/>
          </a:prstGeom>
          <a:solidFill>
            <a:srgbClr val="CED7E6">
              <a:alpha val="11687"/>
            </a:srgbClr>
          </a:solidFill>
          <a:ln>
            <a:noFill/>
          </a:ln>
        </p:spPr>
      </p:sp>
      <p:sp>
        <p:nvSpPr>
          <p:cNvPr id="41" name="wm.whiteboard.72.0"/>
          <p:cNvSpPr/>
          <p:nvPr/>
        </p:nvSpPr>
        <p:spPr>
          <a:xfrm>
            <a:off x="1181100" y="228600"/>
            <a:ext cx="38100" cy="38100"/>
          </a:xfrm>
          <a:prstGeom prst="rect">
            <a:avLst/>
          </a:prstGeom>
          <a:solidFill>
            <a:srgbClr val="CED7E6">
              <a:alpha val="97572"/>
            </a:srgbClr>
          </a:solidFill>
          <a:ln>
            <a:noFill/>
          </a:ln>
        </p:spPr>
      </p:sp>
      <p:sp>
        <p:nvSpPr>
          <p:cNvPr id="42" name="wm.whiteboard.72.18"/>
          <p:cNvSpPr/>
          <p:nvPr/>
        </p:nvSpPr>
        <p:spPr>
          <a:xfrm>
            <a:off x="1181100" y="457200"/>
            <a:ext cx="38100" cy="38100"/>
          </a:xfrm>
          <a:prstGeom prst="rect">
            <a:avLst/>
          </a:prstGeom>
          <a:solidFill>
            <a:srgbClr val="CED7E6">
              <a:alpha val="94724"/>
            </a:srgbClr>
          </a:solidFill>
          <a:ln>
            <a:noFill/>
          </a:ln>
        </p:spPr>
      </p:sp>
      <p:sp>
        <p:nvSpPr>
          <p:cNvPr id="43" name="wm.whiteboard.72.36"/>
          <p:cNvSpPr/>
          <p:nvPr/>
        </p:nvSpPr>
        <p:spPr>
          <a:xfrm>
            <a:off x="1181100" y="685800"/>
            <a:ext cx="38100" cy="38100"/>
          </a:xfrm>
          <a:prstGeom prst="rect">
            <a:avLst/>
          </a:prstGeom>
          <a:solidFill>
            <a:srgbClr val="CED7E6">
              <a:alpha val="87609"/>
            </a:srgbClr>
          </a:solidFill>
          <a:ln>
            <a:noFill/>
          </a:ln>
        </p:spPr>
      </p:sp>
      <p:sp>
        <p:nvSpPr>
          <p:cNvPr id="44" name="wm.whiteboard.72.54"/>
          <p:cNvSpPr/>
          <p:nvPr/>
        </p:nvSpPr>
        <p:spPr>
          <a:xfrm>
            <a:off x="1181100" y="914400"/>
            <a:ext cx="38100" cy="38100"/>
          </a:xfrm>
          <a:prstGeom prst="rect">
            <a:avLst/>
          </a:prstGeom>
          <a:solidFill>
            <a:srgbClr val="CED7E6">
              <a:alpha val="77408"/>
            </a:srgbClr>
          </a:solidFill>
          <a:ln>
            <a:noFill/>
          </a:ln>
        </p:spPr>
      </p:sp>
      <p:sp>
        <p:nvSpPr>
          <p:cNvPr id="45" name="wm.whiteboard.72.72"/>
          <p:cNvSpPr/>
          <p:nvPr/>
        </p:nvSpPr>
        <p:spPr>
          <a:xfrm>
            <a:off x="1181100" y="1143000"/>
            <a:ext cx="38100" cy="38100"/>
          </a:xfrm>
          <a:prstGeom prst="rect">
            <a:avLst/>
          </a:prstGeom>
          <a:solidFill>
            <a:srgbClr val="CED7E6">
              <a:alpha val="65181"/>
            </a:srgbClr>
          </a:solidFill>
          <a:ln>
            <a:noFill/>
          </a:ln>
        </p:spPr>
      </p:sp>
      <p:sp>
        <p:nvSpPr>
          <p:cNvPr id="46" name="wm.whiteboard.72.90"/>
          <p:cNvSpPr/>
          <p:nvPr/>
        </p:nvSpPr>
        <p:spPr>
          <a:xfrm>
            <a:off x="1181100" y="1371600"/>
            <a:ext cx="38100" cy="38100"/>
          </a:xfrm>
          <a:prstGeom prst="rect">
            <a:avLst/>
          </a:prstGeom>
          <a:solidFill>
            <a:srgbClr val="CED7E6">
              <a:alpha val="51653"/>
            </a:srgbClr>
          </a:solidFill>
          <a:ln>
            <a:noFill/>
          </a:ln>
        </p:spPr>
      </p:sp>
      <p:sp>
        <p:nvSpPr>
          <p:cNvPr id="47" name="wm.whiteboard.72.108"/>
          <p:cNvSpPr/>
          <p:nvPr/>
        </p:nvSpPr>
        <p:spPr>
          <a:xfrm>
            <a:off x="1181100" y="1600200"/>
            <a:ext cx="38100" cy="38100"/>
          </a:xfrm>
          <a:prstGeom prst="rect">
            <a:avLst/>
          </a:prstGeom>
          <a:solidFill>
            <a:srgbClr val="CED7E6">
              <a:alpha val="37275"/>
            </a:srgbClr>
          </a:solidFill>
          <a:ln>
            <a:noFill/>
          </a:ln>
        </p:spPr>
      </p:sp>
      <p:sp>
        <p:nvSpPr>
          <p:cNvPr id="48" name="wm.whiteboard.72.126"/>
          <p:cNvSpPr/>
          <p:nvPr/>
        </p:nvSpPr>
        <p:spPr>
          <a:xfrm>
            <a:off x="1181100" y="1828800"/>
            <a:ext cx="38100" cy="38100"/>
          </a:xfrm>
          <a:prstGeom prst="rect">
            <a:avLst/>
          </a:prstGeom>
          <a:solidFill>
            <a:srgbClr val="CED7E6">
              <a:alpha val="22326"/>
            </a:srgbClr>
          </a:solidFill>
          <a:ln>
            <a:noFill/>
          </a:ln>
        </p:spPr>
      </p:sp>
      <p:sp>
        <p:nvSpPr>
          <p:cNvPr id="49" name="wm.whiteboard.72.144"/>
          <p:cNvSpPr/>
          <p:nvPr/>
        </p:nvSpPr>
        <p:spPr>
          <a:xfrm>
            <a:off x="1181100" y="2057400"/>
            <a:ext cx="38100" cy="38100"/>
          </a:xfrm>
          <a:prstGeom prst="rect">
            <a:avLst/>
          </a:prstGeom>
          <a:solidFill>
            <a:srgbClr val="CED7E6">
              <a:alpha val="6980"/>
            </a:srgbClr>
          </a:solidFill>
          <a:ln>
            <a:noFill/>
          </a:ln>
        </p:spPr>
      </p:sp>
      <p:sp>
        <p:nvSpPr>
          <p:cNvPr id="50" name="wm.whiteboard.90.0"/>
          <p:cNvSpPr/>
          <p:nvPr/>
        </p:nvSpPr>
        <p:spPr>
          <a:xfrm>
            <a:off x="1409700" y="228600"/>
            <a:ext cx="38100" cy="38100"/>
          </a:xfrm>
          <a:prstGeom prst="rect">
            <a:avLst/>
          </a:prstGeom>
          <a:solidFill>
            <a:srgbClr val="CED7E6">
              <a:alpha val="83798"/>
            </a:srgbClr>
          </a:solidFill>
          <a:ln>
            <a:noFill/>
          </a:ln>
        </p:spPr>
      </p:sp>
      <p:sp>
        <p:nvSpPr>
          <p:cNvPr id="51" name="wm.whiteboard.90.18"/>
          <p:cNvSpPr/>
          <p:nvPr/>
        </p:nvSpPr>
        <p:spPr>
          <a:xfrm>
            <a:off x="1409700" y="457200"/>
            <a:ext cx="38100" cy="38100"/>
          </a:xfrm>
          <a:prstGeom prst="rect">
            <a:avLst/>
          </a:prstGeom>
          <a:solidFill>
            <a:srgbClr val="CED7E6">
              <a:alpha val="81490"/>
            </a:srgbClr>
          </a:solidFill>
          <a:ln>
            <a:noFill/>
          </a:ln>
        </p:spPr>
      </p:sp>
      <p:sp>
        <p:nvSpPr>
          <p:cNvPr id="52" name="wm.whiteboard.90.36"/>
          <p:cNvSpPr/>
          <p:nvPr/>
        </p:nvSpPr>
        <p:spPr>
          <a:xfrm>
            <a:off x="1409700" y="685800"/>
            <a:ext cx="38100" cy="38100"/>
          </a:xfrm>
          <a:prstGeom prst="rect">
            <a:avLst/>
          </a:prstGeom>
          <a:solidFill>
            <a:srgbClr val="CED7E6">
              <a:alpha val="75569"/>
            </a:srgbClr>
          </a:solidFill>
          <a:ln>
            <a:noFill/>
          </a:ln>
        </p:spPr>
      </p:sp>
      <p:sp>
        <p:nvSpPr>
          <p:cNvPr id="53" name="wm.whiteboard.90.54"/>
          <p:cNvSpPr/>
          <p:nvPr/>
        </p:nvSpPr>
        <p:spPr>
          <a:xfrm>
            <a:off x="1409700" y="914400"/>
            <a:ext cx="38100" cy="38100"/>
          </a:xfrm>
          <a:prstGeom prst="rect">
            <a:avLst/>
          </a:prstGeom>
          <a:solidFill>
            <a:srgbClr val="CED7E6">
              <a:alpha val="66767"/>
            </a:srgbClr>
          </a:solidFill>
          <a:ln>
            <a:noFill/>
          </a:ln>
        </p:spPr>
      </p:sp>
      <p:sp>
        <p:nvSpPr>
          <p:cNvPr id="54" name="wm.whiteboard.90.72"/>
          <p:cNvSpPr/>
          <p:nvPr/>
        </p:nvSpPr>
        <p:spPr>
          <a:xfrm>
            <a:off x="1409700" y="1143000"/>
            <a:ext cx="38100" cy="38100"/>
          </a:xfrm>
          <a:prstGeom prst="rect">
            <a:avLst/>
          </a:prstGeom>
          <a:solidFill>
            <a:srgbClr val="CED7E6">
              <a:alpha val="55859"/>
            </a:srgbClr>
          </a:solidFill>
          <a:ln>
            <a:noFill/>
          </a:ln>
        </p:spPr>
      </p:sp>
      <p:sp>
        <p:nvSpPr>
          <p:cNvPr id="55" name="wm.whiteboard.90.90"/>
          <p:cNvSpPr/>
          <p:nvPr/>
        </p:nvSpPr>
        <p:spPr>
          <a:xfrm>
            <a:off x="1409700" y="1371600"/>
            <a:ext cx="38100" cy="38100"/>
          </a:xfrm>
          <a:prstGeom prst="rect">
            <a:avLst/>
          </a:prstGeom>
          <a:solidFill>
            <a:srgbClr val="CED7E6">
              <a:alpha val="43468"/>
            </a:srgbClr>
          </a:solidFill>
          <a:ln>
            <a:noFill/>
          </a:ln>
        </p:spPr>
      </p:sp>
      <p:sp>
        <p:nvSpPr>
          <p:cNvPr id="56" name="wm.whiteboard.90.108"/>
          <p:cNvSpPr/>
          <p:nvPr/>
        </p:nvSpPr>
        <p:spPr>
          <a:xfrm>
            <a:off x="1409700" y="1600200"/>
            <a:ext cx="38100" cy="38100"/>
          </a:xfrm>
          <a:prstGeom prst="rect">
            <a:avLst/>
          </a:prstGeom>
          <a:solidFill>
            <a:srgbClr val="CED7E6">
              <a:alpha val="30037"/>
            </a:srgbClr>
          </a:solidFill>
          <a:ln>
            <a:noFill/>
          </a:ln>
        </p:spPr>
      </p:sp>
      <p:sp>
        <p:nvSpPr>
          <p:cNvPr id="57" name="wm.whiteboard.90.126"/>
          <p:cNvSpPr/>
          <p:nvPr/>
        </p:nvSpPr>
        <p:spPr>
          <a:xfrm>
            <a:off x="1409700" y="1828800"/>
            <a:ext cx="38100" cy="38100"/>
          </a:xfrm>
          <a:prstGeom prst="rect">
            <a:avLst/>
          </a:prstGeom>
          <a:solidFill>
            <a:srgbClr val="CED7E6">
              <a:alpha val="15870"/>
            </a:srgbClr>
          </a:solidFill>
          <a:ln>
            <a:noFill/>
          </a:ln>
        </p:spPr>
      </p:sp>
      <p:sp>
        <p:nvSpPr>
          <p:cNvPr id="58" name="wm.whiteboard.90.144"/>
          <p:cNvSpPr/>
          <p:nvPr/>
        </p:nvSpPr>
        <p:spPr>
          <a:xfrm>
            <a:off x="1409700" y="2057400"/>
            <a:ext cx="38100" cy="38100"/>
          </a:xfrm>
          <a:prstGeom prst="rect">
            <a:avLst/>
          </a:prstGeom>
          <a:solidFill>
            <a:srgbClr val="CED7E6">
              <a:alpha val="1171"/>
            </a:srgbClr>
          </a:solidFill>
          <a:ln>
            <a:noFill/>
          </a:ln>
        </p:spPr>
      </p:sp>
      <p:sp>
        <p:nvSpPr>
          <p:cNvPr id="59" name="wm.whiteboard.108.0"/>
          <p:cNvSpPr/>
          <p:nvPr/>
        </p:nvSpPr>
        <p:spPr>
          <a:xfrm>
            <a:off x="1638300" y="228600"/>
            <a:ext cx="38100" cy="38100"/>
          </a:xfrm>
          <a:prstGeom prst="rect">
            <a:avLst/>
          </a:prstGeom>
          <a:solidFill>
            <a:srgbClr val="CED7E6">
              <a:alpha val="70023"/>
            </a:srgbClr>
          </a:solidFill>
          <a:ln>
            <a:noFill/>
          </a:ln>
        </p:spPr>
      </p:sp>
      <p:sp>
        <p:nvSpPr>
          <p:cNvPr id="60" name="wm.whiteboard.108.18"/>
          <p:cNvSpPr/>
          <p:nvPr/>
        </p:nvSpPr>
        <p:spPr>
          <a:xfrm>
            <a:off x="1638300" y="457200"/>
            <a:ext cx="38100" cy="38100"/>
          </a:xfrm>
          <a:prstGeom prst="rect">
            <a:avLst/>
          </a:prstGeom>
          <a:solidFill>
            <a:srgbClr val="CED7E6">
              <a:alpha val="68085"/>
            </a:srgbClr>
          </a:solidFill>
          <a:ln>
            <a:noFill/>
          </a:ln>
        </p:spPr>
      </p:sp>
      <p:sp>
        <p:nvSpPr>
          <p:cNvPr id="61" name="wm.whiteboard.108.36"/>
          <p:cNvSpPr/>
          <p:nvPr/>
        </p:nvSpPr>
        <p:spPr>
          <a:xfrm>
            <a:off x="1638300" y="685800"/>
            <a:ext cx="38100" cy="38100"/>
          </a:xfrm>
          <a:prstGeom prst="rect">
            <a:avLst/>
          </a:prstGeom>
          <a:solidFill>
            <a:srgbClr val="CED7E6">
              <a:alpha val="63033"/>
            </a:srgbClr>
          </a:solidFill>
          <a:ln>
            <a:noFill/>
          </a:ln>
        </p:spPr>
      </p:sp>
      <p:sp>
        <p:nvSpPr>
          <p:cNvPr id="62" name="wm.whiteboard.108.54"/>
          <p:cNvSpPr/>
          <p:nvPr/>
        </p:nvSpPr>
        <p:spPr>
          <a:xfrm>
            <a:off x="1638300" y="914400"/>
            <a:ext cx="38100" cy="38100"/>
          </a:xfrm>
          <a:prstGeom prst="rect">
            <a:avLst/>
          </a:prstGeom>
          <a:solidFill>
            <a:srgbClr val="CED7E6">
              <a:alpha val="55346"/>
            </a:srgbClr>
          </a:solidFill>
          <a:ln>
            <a:noFill/>
          </a:ln>
        </p:spPr>
      </p:sp>
      <p:sp>
        <p:nvSpPr>
          <p:cNvPr id="63" name="wm.whiteboard.108.72"/>
          <p:cNvSpPr/>
          <p:nvPr/>
        </p:nvSpPr>
        <p:spPr>
          <a:xfrm>
            <a:off x="1638300" y="1143000"/>
            <a:ext cx="38100" cy="38100"/>
          </a:xfrm>
          <a:prstGeom prst="rect">
            <a:avLst/>
          </a:prstGeom>
          <a:solidFill>
            <a:srgbClr val="CED7E6">
              <a:alpha val="45583"/>
            </a:srgbClr>
          </a:solidFill>
          <a:ln>
            <a:noFill/>
          </a:ln>
        </p:spPr>
      </p:sp>
      <p:sp>
        <p:nvSpPr>
          <p:cNvPr id="64" name="wm.whiteboard.108.90"/>
          <p:cNvSpPr/>
          <p:nvPr/>
        </p:nvSpPr>
        <p:spPr>
          <a:xfrm>
            <a:off x="1638300" y="1371600"/>
            <a:ext cx="38100" cy="38100"/>
          </a:xfrm>
          <a:prstGeom prst="rect">
            <a:avLst/>
          </a:prstGeom>
          <a:solidFill>
            <a:srgbClr val="CED7E6">
              <a:alpha val="34251"/>
            </a:srgbClr>
          </a:solidFill>
          <a:ln>
            <a:noFill/>
          </a:ln>
        </p:spPr>
      </p:sp>
      <p:sp>
        <p:nvSpPr>
          <p:cNvPr id="65" name="wm.whiteboard.108.108"/>
          <p:cNvSpPr/>
          <p:nvPr/>
        </p:nvSpPr>
        <p:spPr>
          <a:xfrm>
            <a:off x="1638300" y="1600200"/>
            <a:ext cx="38100" cy="38100"/>
          </a:xfrm>
          <a:prstGeom prst="rect">
            <a:avLst/>
          </a:prstGeom>
          <a:solidFill>
            <a:srgbClr val="CED7E6">
              <a:alpha val="21754"/>
            </a:srgbClr>
          </a:solidFill>
          <a:ln>
            <a:noFill/>
          </a:ln>
        </p:spPr>
      </p:sp>
      <p:sp>
        <p:nvSpPr>
          <p:cNvPr id="66" name="wm.whiteboard.108.126"/>
          <p:cNvSpPr/>
          <p:nvPr/>
        </p:nvSpPr>
        <p:spPr>
          <a:xfrm>
            <a:off x="1638300" y="1828800"/>
            <a:ext cx="38100" cy="38100"/>
          </a:xfrm>
          <a:prstGeom prst="rect">
            <a:avLst/>
          </a:prstGeom>
          <a:solidFill>
            <a:srgbClr val="CED7E6">
              <a:alpha val="8391"/>
            </a:srgbClr>
          </a:solidFill>
          <a:ln>
            <a:noFill/>
          </a:ln>
        </p:spPr>
      </p:sp>
      <p:sp>
        <p:nvSpPr>
          <p:cNvPr id="67" name="wm.whiteboard.126.0"/>
          <p:cNvSpPr/>
          <p:nvPr/>
        </p:nvSpPr>
        <p:spPr>
          <a:xfrm>
            <a:off x="1866900" y="228600"/>
            <a:ext cx="38100" cy="38100"/>
          </a:xfrm>
          <a:prstGeom prst="rect">
            <a:avLst/>
          </a:prstGeom>
          <a:solidFill>
            <a:srgbClr val="CED7E6">
              <a:alpha val="56247"/>
            </a:srgbClr>
          </a:solidFill>
          <a:ln>
            <a:noFill/>
          </a:ln>
        </p:spPr>
      </p:sp>
      <p:sp>
        <p:nvSpPr>
          <p:cNvPr id="68" name="wm.whiteboard.126.18"/>
          <p:cNvSpPr/>
          <p:nvPr/>
        </p:nvSpPr>
        <p:spPr>
          <a:xfrm>
            <a:off x="1866900" y="457200"/>
            <a:ext cx="38100" cy="38100"/>
          </a:xfrm>
          <a:prstGeom prst="rect">
            <a:avLst/>
          </a:prstGeom>
          <a:solidFill>
            <a:srgbClr val="CED7E6">
              <a:alpha val="54578"/>
            </a:srgbClr>
          </a:solidFill>
          <a:ln>
            <a:noFill/>
          </a:ln>
        </p:spPr>
      </p:sp>
      <p:sp>
        <p:nvSpPr>
          <p:cNvPr id="69" name="wm.whiteboard.126.36"/>
          <p:cNvSpPr/>
          <p:nvPr/>
        </p:nvSpPr>
        <p:spPr>
          <a:xfrm>
            <a:off x="1866900" y="685800"/>
            <a:ext cx="38100" cy="38100"/>
          </a:xfrm>
          <a:prstGeom prst="rect">
            <a:avLst/>
          </a:prstGeom>
          <a:solidFill>
            <a:srgbClr val="CED7E6">
              <a:alpha val="50182"/>
            </a:srgbClr>
          </a:solidFill>
          <a:ln>
            <a:noFill/>
          </a:ln>
        </p:spPr>
      </p:sp>
      <p:sp>
        <p:nvSpPr>
          <p:cNvPr id="70" name="wm.whiteboard.126.54"/>
          <p:cNvSpPr/>
          <p:nvPr/>
        </p:nvSpPr>
        <p:spPr>
          <a:xfrm>
            <a:off x="1866900" y="914400"/>
            <a:ext cx="38100" cy="38100"/>
          </a:xfrm>
          <a:prstGeom prst="rect">
            <a:avLst/>
          </a:prstGeom>
          <a:solidFill>
            <a:srgbClr val="CED7E6">
              <a:alpha val="43386"/>
            </a:srgbClr>
          </a:solidFill>
          <a:ln>
            <a:noFill/>
          </a:ln>
        </p:spPr>
      </p:sp>
      <p:sp>
        <p:nvSpPr>
          <p:cNvPr id="71" name="wm.whiteboard.126.72"/>
          <p:cNvSpPr/>
          <p:nvPr/>
        </p:nvSpPr>
        <p:spPr>
          <a:xfrm>
            <a:off x="1866900" y="1143000"/>
            <a:ext cx="38100" cy="38100"/>
          </a:xfrm>
          <a:prstGeom prst="rect">
            <a:avLst/>
          </a:prstGeom>
          <a:solidFill>
            <a:srgbClr val="CED7E6">
              <a:alpha val="34598"/>
            </a:srgbClr>
          </a:solidFill>
          <a:ln>
            <a:noFill/>
          </a:ln>
        </p:spPr>
      </p:sp>
      <p:sp>
        <p:nvSpPr>
          <p:cNvPr id="72" name="wm.whiteboard.126.90"/>
          <p:cNvSpPr/>
          <p:nvPr/>
        </p:nvSpPr>
        <p:spPr>
          <a:xfrm>
            <a:off x="1866900" y="1371600"/>
            <a:ext cx="38100" cy="38100"/>
          </a:xfrm>
          <a:prstGeom prst="rect">
            <a:avLst/>
          </a:prstGeom>
          <a:solidFill>
            <a:srgbClr val="CED7E6">
              <a:alpha val="24223"/>
            </a:srgbClr>
          </a:solidFill>
          <a:ln>
            <a:noFill/>
          </a:ln>
        </p:spPr>
      </p:sp>
      <p:sp>
        <p:nvSpPr>
          <p:cNvPr id="73" name="wm.whiteboard.126.108"/>
          <p:cNvSpPr/>
          <p:nvPr/>
        </p:nvSpPr>
        <p:spPr>
          <a:xfrm>
            <a:off x="1866900" y="1600200"/>
            <a:ext cx="38100" cy="38100"/>
          </a:xfrm>
          <a:prstGeom prst="rect">
            <a:avLst/>
          </a:prstGeom>
          <a:solidFill>
            <a:srgbClr val="CED7E6">
              <a:alpha val="12610"/>
            </a:srgbClr>
          </a:solidFill>
          <a:ln>
            <a:noFill/>
          </a:ln>
        </p:spPr>
      </p:sp>
      <p:sp>
        <p:nvSpPr>
          <p:cNvPr id="74" name="wm.whiteboard.126.126"/>
          <p:cNvSpPr/>
          <p:nvPr/>
        </p:nvSpPr>
        <p:spPr>
          <a:xfrm>
            <a:off x="1866900" y="1828800"/>
            <a:ext cx="38100" cy="38100"/>
          </a:xfrm>
          <a:prstGeom prst="rect">
            <a:avLst/>
          </a:prstGeom>
          <a:solidFill>
            <a:srgbClr val="CED7E6">
              <a:alpha val="40"/>
            </a:srgbClr>
          </a:solidFill>
          <a:ln>
            <a:noFill/>
          </a:ln>
        </p:spPr>
      </p:sp>
      <p:sp>
        <p:nvSpPr>
          <p:cNvPr id="75" name="wm.whiteboard.144.0"/>
          <p:cNvSpPr/>
          <p:nvPr/>
        </p:nvSpPr>
        <p:spPr>
          <a:xfrm>
            <a:off x="2095500" y="228600"/>
            <a:ext cx="38100" cy="38100"/>
          </a:xfrm>
          <a:prstGeom prst="rect">
            <a:avLst/>
          </a:prstGeom>
          <a:solidFill>
            <a:srgbClr val="CED7E6">
              <a:alpha val="42471"/>
            </a:srgbClr>
          </a:solidFill>
          <a:ln>
            <a:noFill/>
          </a:ln>
        </p:spPr>
      </p:sp>
      <p:sp>
        <p:nvSpPr>
          <p:cNvPr id="76" name="wm.whiteboard.144.18"/>
          <p:cNvSpPr/>
          <p:nvPr/>
        </p:nvSpPr>
        <p:spPr>
          <a:xfrm>
            <a:off x="2095500" y="457200"/>
            <a:ext cx="38100" cy="38100"/>
          </a:xfrm>
          <a:prstGeom prst="rect">
            <a:avLst/>
          </a:prstGeom>
          <a:solidFill>
            <a:srgbClr val="CED7E6">
              <a:alpha val="41005"/>
            </a:srgbClr>
          </a:solidFill>
          <a:ln>
            <a:noFill/>
          </a:ln>
        </p:spPr>
      </p:sp>
      <p:sp>
        <p:nvSpPr>
          <p:cNvPr id="77" name="wm.whiteboard.144.36"/>
          <p:cNvSpPr/>
          <p:nvPr/>
        </p:nvSpPr>
        <p:spPr>
          <a:xfrm>
            <a:off x="2095500" y="685800"/>
            <a:ext cx="38100" cy="38100"/>
          </a:xfrm>
          <a:prstGeom prst="rect">
            <a:avLst/>
          </a:prstGeom>
          <a:solidFill>
            <a:srgbClr val="CED7E6">
              <a:alpha val="37120"/>
            </a:srgbClr>
          </a:solidFill>
          <a:ln>
            <a:noFill/>
          </a:ln>
        </p:spPr>
      </p:sp>
      <p:sp>
        <p:nvSpPr>
          <p:cNvPr id="78" name="wm.whiteboard.144.54"/>
          <p:cNvSpPr/>
          <p:nvPr/>
        </p:nvSpPr>
        <p:spPr>
          <a:xfrm>
            <a:off x="2095500" y="914400"/>
            <a:ext cx="38100" cy="38100"/>
          </a:xfrm>
          <a:prstGeom prst="rect">
            <a:avLst/>
          </a:prstGeom>
          <a:solidFill>
            <a:srgbClr val="CED7E6">
              <a:alpha val="31044"/>
            </a:srgbClr>
          </a:solidFill>
          <a:ln>
            <a:noFill/>
          </a:ln>
        </p:spPr>
      </p:sp>
      <p:sp>
        <p:nvSpPr>
          <p:cNvPr id="79" name="wm.whiteboard.144.72"/>
          <p:cNvSpPr/>
          <p:nvPr/>
        </p:nvSpPr>
        <p:spPr>
          <a:xfrm>
            <a:off x="2095500" y="1143000"/>
            <a:ext cx="38100" cy="38100"/>
          </a:xfrm>
          <a:prstGeom prst="rect">
            <a:avLst/>
          </a:prstGeom>
          <a:solidFill>
            <a:srgbClr val="CED7E6">
              <a:alpha val="23083"/>
            </a:srgbClr>
          </a:solidFill>
          <a:ln>
            <a:noFill/>
          </a:ln>
        </p:spPr>
      </p:sp>
      <p:sp>
        <p:nvSpPr>
          <p:cNvPr id="80" name="wm.whiteboard.144.90"/>
          <p:cNvSpPr/>
          <p:nvPr/>
        </p:nvSpPr>
        <p:spPr>
          <a:xfrm>
            <a:off x="2095500" y="1371600"/>
            <a:ext cx="38100" cy="38100"/>
          </a:xfrm>
          <a:prstGeom prst="rect">
            <a:avLst/>
          </a:prstGeom>
          <a:solidFill>
            <a:srgbClr val="CED7E6">
              <a:alpha val="13557"/>
            </a:srgbClr>
          </a:solidFill>
          <a:ln>
            <a:noFill/>
          </a:ln>
        </p:spPr>
      </p:sp>
      <p:sp>
        <p:nvSpPr>
          <p:cNvPr id="81" name="wm.whiteboard.144.108"/>
          <p:cNvSpPr/>
          <p:nvPr/>
        </p:nvSpPr>
        <p:spPr>
          <a:xfrm>
            <a:off x="2095500" y="1600200"/>
            <a:ext cx="38100" cy="38100"/>
          </a:xfrm>
          <a:prstGeom prst="rect">
            <a:avLst/>
          </a:prstGeom>
          <a:solidFill>
            <a:srgbClr val="CED7E6">
              <a:alpha val="2762"/>
            </a:srgbClr>
          </a:solidFill>
          <a:ln>
            <a:noFill/>
          </a:ln>
        </p:spPr>
      </p:sp>
      <p:sp>
        <p:nvSpPr>
          <p:cNvPr id="82" name="wm.whiteboard.162.0"/>
          <p:cNvSpPr/>
          <p:nvPr/>
        </p:nvSpPr>
        <p:spPr>
          <a:xfrm>
            <a:off x="2324100" y="228600"/>
            <a:ext cx="38100" cy="38100"/>
          </a:xfrm>
          <a:prstGeom prst="rect">
            <a:avLst/>
          </a:prstGeom>
          <a:solidFill>
            <a:srgbClr val="CED7E6">
              <a:alpha val="28695"/>
            </a:srgbClr>
          </a:solidFill>
          <a:ln>
            <a:noFill/>
          </a:ln>
        </p:spPr>
      </p:sp>
      <p:sp>
        <p:nvSpPr>
          <p:cNvPr id="83" name="wm.whiteboard.162.18"/>
          <p:cNvSpPr/>
          <p:nvPr/>
        </p:nvSpPr>
        <p:spPr>
          <a:xfrm>
            <a:off x="2324100" y="457200"/>
            <a:ext cx="38100" cy="38100"/>
          </a:xfrm>
          <a:prstGeom prst="rect">
            <a:avLst/>
          </a:prstGeom>
          <a:solidFill>
            <a:srgbClr val="CED7E6">
              <a:alpha val="27389"/>
            </a:srgbClr>
          </a:solidFill>
          <a:ln>
            <a:noFill/>
          </a:ln>
        </p:spPr>
      </p:sp>
      <p:sp>
        <p:nvSpPr>
          <p:cNvPr id="84" name="wm.whiteboard.162.36"/>
          <p:cNvSpPr/>
          <p:nvPr/>
        </p:nvSpPr>
        <p:spPr>
          <a:xfrm>
            <a:off x="2324100" y="685800"/>
            <a:ext cx="38100" cy="38100"/>
          </a:xfrm>
          <a:prstGeom prst="rect">
            <a:avLst/>
          </a:prstGeom>
          <a:solidFill>
            <a:srgbClr val="CED7E6">
              <a:alpha val="23910"/>
            </a:srgbClr>
          </a:solidFill>
          <a:ln>
            <a:noFill/>
          </a:ln>
        </p:spPr>
      </p:sp>
      <p:sp>
        <p:nvSpPr>
          <p:cNvPr id="85" name="wm.whiteboard.162.54"/>
          <p:cNvSpPr/>
          <p:nvPr/>
        </p:nvSpPr>
        <p:spPr>
          <a:xfrm>
            <a:off x="2324100" y="914400"/>
            <a:ext cx="38100" cy="38100"/>
          </a:xfrm>
          <a:prstGeom prst="rect">
            <a:avLst/>
          </a:prstGeom>
          <a:solidFill>
            <a:srgbClr val="CED7E6">
              <a:alpha val="18425"/>
            </a:srgbClr>
          </a:solidFill>
          <a:ln>
            <a:noFill/>
          </a:ln>
        </p:spPr>
      </p:sp>
      <p:sp>
        <p:nvSpPr>
          <p:cNvPr id="86" name="wm.whiteboard.162.72"/>
          <p:cNvSpPr/>
          <p:nvPr/>
        </p:nvSpPr>
        <p:spPr>
          <a:xfrm>
            <a:off x="2324100" y="1143000"/>
            <a:ext cx="38100" cy="38100"/>
          </a:xfrm>
          <a:prstGeom prst="rect">
            <a:avLst/>
          </a:prstGeom>
          <a:solidFill>
            <a:srgbClr val="CED7E6">
              <a:alpha val="11167"/>
            </a:srgbClr>
          </a:solidFill>
          <a:ln>
            <a:noFill/>
          </a:ln>
        </p:spPr>
      </p:sp>
      <p:sp>
        <p:nvSpPr>
          <p:cNvPr id="87" name="wm.whiteboard.162.90"/>
          <p:cNvSpPr/>
          <p:nvPr/>
        </p:nvSpPr>
        <p:spPr>
          <a:xfrm>
            <a:off x="2324100" y="1371600"/>
            <a:ext cx="38100" cy="38100"/>
          </a:xfrm>
          <a:prstGeom prst="rect">
            <a:avLst/>
          </a:prstGeom>
          <a:solidFill>
            <a:srgbClr val="CED7E6">
              <a:alpha val="2388"/>
            </a:srgbClr>
          </a:solidFill>
          <a:ln>
            <a:noFill/>
          </a:ln>
        </p:spPr>
      </p:sp>
      <p:sp>
        <p:nvSpPr>
          <p:cNvPr id="88" name="wm.whiteboard.180.0"/>
          <p:cNvSpPr/>
          <p:nvPr/>
        </p:nvSpPr>
        <p:spPr>
          <a:xfrm>
            <a:off x="2552700" y="228600"/>
            <a:ext cx="38100" cy="38100"/>
          </a:xfrm>
          <a:prstGeom prst="rect">
            <a:avLst/>
          </a:prstGeom>
          <a:solidFill>
            <a:srgbClr val="CED7E6">
              <a:alpha val="14918"/>
            </a:srgbClr>
          </a:solidFill>
          <a:ln>
            <a:noFill/>
          </a:ln>
        </p:spPr>
      </p:sp>
      <p:sp>
        <p:nvSpPr>
          <p:cNvPr id="89" name="wm.whiteboard.180.18"/>
          <p:cNvSpPr/>
          <p:nvPr/>
        </p:nvSpPr>
        <p:spPr>
          <a:xfrm>
            <a:off x="2552700" y="457200"/>
            <a:ext cx="38100" cy="38100"/>
          </a:xfrm>
          <a:prstGeom prst="rect">
            <a:avLst/>
          </a:prstGeom>
          <a:solidFill>
            <a:srgbClr val="CED7E6">
              <a:alpha val="13741"/>
            </a:srgbClr>
          </a:solidFill>
          <a:ln>
            <a:noFill/>
          </a:ln>
        </p:spPr>
      </p:sp>
      <p:sp>
        <p:nvSpPr>
          <p:cNvPr id="90" name="wm.whiteboard.180.36"/>
          <p:cNvSpPr/>
          <p:nvPr/>
        </p:nvSpPr>
        <p:spPr>
          <a:xfrm>
            <a:off x="2552700" y="685800"/>
            <a:ext cx="38100" cy="38100"/>
          </a:xfrm>
          <a:prstGeom prst="rect">
            <a:avLst/>
          </a:prstGeom>
          <a:solidFill>
            <a:srgbClr val="CED7E6">
              <a:alpha val="10593"/>
            </a:srgbClr>
          </a:solidFill>
          <a:ln>
            <a:noFill/>
          </a:ln>
        </p:spPr>
      </p:sp>
      <p:sp>
        <p:nvSpPr>
          <p:cNvPr id="91" name="wm.whiteboard.180.54"/>
          <p:cNvSpPr/>
          <p:nvPr/>
        </p:nvSpPr>
        <p:spPr>
          <a:xfrm>
            <a:off x="2552700" y="914400"/>
            <a:ext cx="38100" cy="38100"/>
          </a:xfrm>
          <a:prstGeom prst="rect">
            <a:avLst/>
          </a:prstGeom>
          <a:solidFill>
            <a:srgbClr val="CED7E6">
              <a:alpha val="5600"/>
            </a:srgbClr>
          </a:solidFill>
          <a:ln>
            <a:noFill/>
          </a:ln>
        </p:spPr>
      </p:sp>
      <p:sp>
        <p:nvSpPr>
          <p:cNvPr id="92" name="wm.whiteboard.198.0"/>
          <p:cNvSpPr/>
          <p:nvPr/>
        </p:nvSpPr>
        <p:spPr>
          <a:xfrm>
            <a:off x="2781300" y="228600"/>
            <a:ext cx="38100" cy="38100"/>
          </a:xfrm>
          <a:prstGeom prst="rect">
            <a:avLst/>
          </a:prstGeom>
          <a:solidFill>
            <a:srgbClr val="CED7E6">
              <a:alpha val="1142"/>
            </a:srgbClr>
          </a:solidFill>
          <a:ln>
            <a:noFill/>
          </a:ln>
        </p:spPr>
      </p:sp>
      <p:sp>
        <p:nvSpPr>
          <p:cNvPr id="93" name="wm.whiteboard.198.18"/>
          <p:cNvSpPr/>
          <p:nvPr/>
        </p:nvSpPr>
        <p:spPr>
          <a:xfrm>
            <a:off x="2781300" y="457200"/>
            <a:ext cx="38100" cy="38100"/>
          </a:xfrm>
          <a:prstGeom prst="rect">
            <a:avLst/>
          </a:prstGeom>
          <a:solidFill>
            <a:srgbClr val="CED7E6">
              <a:alpha val="69"/>
            </a:srgbClr>
          </a:solidFill>
          <a:ln>
            <a:noFill/>
          </a:ln>
        </p:spPr>
      </p:sp>
      <p:sp>
        <p:nvSpPr>
          <p:cNvPr id="94" name="wm.header.rule"/>
          <p:cNvSpPr/>
          <p:nvPr/>
        </p:nvSpPr>
        <p:spPr>
          <a:xfrm>
            <a:off x="723900" y="1828800"/>
            <a:ext cx="10744200" cy="9525"/>
          </a:xfrm>
          <a:prstGeom prst="rect">
            <a:avLst/>
          </a:prstGeom>
          <a:solidFill>
            <a:srgbClr val="CED7E6"/>
          </a:solidFill>
          <a:ln>
            <a:noFill/>
          </a:ln>
        </p:spPr>
      </p:sp>
      <p:pic>
        <p:nvPicPr>
          <p:cNvPr id="95"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210300"/>
            <a:ext cx="729403" cy="152400"/>
          </a:xfrm>
          <a:prstGeom prst="rect">
            <a:avLst/>
          </a:prstGeom>
        </p:spPr>
      </p:pic>
      <p:sp>
        <p:nvSpPr>
          <p:cNvPr id="96" name="wm.legal"/>
          <p:cNvSpPr/>
          <p:nvPr/>
        </p:nvSpPr>
        <p:spPr>
          <a:xfrm>
            <a:off x="2171700" y="6172200"/>
            <a:ext cx="89154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wmds.frame.059d74af9b4f6525a24e">
    <p:bg>
      <p:bgPr>
        <a:solidFill>
          <a:srgbClr val="FFFFFF"/>
        </a:solidFill>
      </p:bgPr>
    </p:bg>
    <p:spTree>
      <p:nvGrpSpPr>
        <p:cNvPr id="1" name=""/>
        <p:cNvGrpSpPr/>
        <p:nvPr/>
      </p:nvGrpSpPr>
      <p:grpSpPr>
        <a:xfrm>
          <a:off x="0" y="0"/>
          <a:ext cx="0" cy="0"/>
          <a:chOff x="0" y="0"/>
          <a:chExt cx="0" cy="0"/>
        </a:xfrm>
      </p:grpSpPr>
      <p:sp>
        <p:nvSpPr>
          <p:cNvPr id="2" name="wm.footer.rule"/>
          <p:cNvSpPr/>
          <p:nvPr/>
        </p:nvSpPr>
        <p:spPr>
          <a:xfrm>
            <a:off x="723900" y="6057900"/>
            <a:ext cx="10744200" cy="9525"/>
          </a:xfrm>
          <a:prstGeom prst="rect">
            <a:avLst/>
          </a:prstGeom>
          <a:solidFill>
            <a:srgbClr val="CED7E6"/>
          </a:solidFill>
          <a:ln>
            <a:noFill/>
          </a:ln>
        </p:spPr>
      </p:sp>
      <p:sp>
        <p:nvSpPr>
          <p:cNvPr id="3" name="wm.whiteboard.0.0"/>
          <p:cNvSpPr/>
          <p:nvPr/>
        </p:nvSpPr>
        <p:spPr>
          <a:xfrm>
            <a:off x="723900" y="228600"/>
            <a:ext cx="38100" cy="38100"/>
          </a:xfrm>
          <a:prstGeom prst="rect">
            <a:avLst/>
          </a:prstGeom>
          <a:solidFill>
            <a:srgbClr val="CED7E6"/>
          </a:solidFill>
          <a:ln>
            <a:noFill/>
          </a:ln>
        </p:spPr>
      </p:sp>
      <p:sp>
        <p:nvSpPr>
          <p:cNvPr id="4" name="wm.whiteboard.0.18"/>
          <p:cNvSpPr/>
          <p:nvPr/>
        </p:nvSpPr>
        <p:spPr>
          <a:xfrm>
            <a:off x="723900" y="457200"/>
            <a:ext cx="38100" cy="38100"/>
          </a:xfrm>
          <a:prstGeom prst="rect">
            <a:avLst/>
          </a:prstGeom>
          <a:solidFill>
            <a:srgbClr val="CED7E6"/>
          </a:solidFill>
          <a:ln>
            <a:noFill/>
          </a:ln>
        </p:spPr>
      </p:sp>
      <p:sp>
        <p:nvSpPr>
          <p:cNvPr id="5" name="wm.whiteboard.0.36"/>
          <p:cNvSpPr/>
          <p:nvPr/>
        </p:nvSpPr>
        <p:spPr>
          <a:xfrm>
            <a:off x="723900" y="685800"/>
            <a:ext cx="38100" cy="38100"/>
          </a:xfrm>
          <a:prstGeom prst="rect">
            <a:avLst/>
          </a:prstGeom>
          <a:solidFill>
            <a:srgbClr val="CED7E6"/>
          </a:solidFill>
          <a:ln>
            <a:noFill/>
          </a:ln>
        </p:spPr>
      </p:sp>
      <p:sp>
        <p:nvSpPr>
          <p:cNvPr id="6" name="wm.whiteboard.0.54"/>
          <p:cNvSpPr/>
          <p:nvPr/>
        </p:nvSpPr>
        <p:spPr>
          <a:xfrm>
            <a:off x="723900" y="914400"/>
            <a:ext cx="38100" cy="38100"/>
          </a:xfrm>
          <a:prstGeom prst="rect">
            <a:avLst/>
          </a:prstGeom>
          <a:solidFill>
            <a:srgbClr val="CED7E6"/>
          </a:solidFill>
          <a:ln>
            <a:noFill/>
          </a:ln>
        </p:spPr>
      </p:sp>
      <p:sp>
        <p:nvSpPr>
          <p:cNvPr id="7" name="wm.whiteboard.0.72"/>
          <p:cNvSpPr/>
          <p:nvPr/>
        </p:nvSpPr>
        <p:spPr>
          <a:xfrm>
            <a:off x="723900" y="1143000"/>
            <a:ext cx="38100" cy="38100"/>
          </a:xfrm>
          <a:prstGeom prst="rect">
            <a:avLst/>
          </a:prstGeom>
          <a:solidFill>
            <a:srgbClr val="CED7E6">
              <a:alpha val="85305"/>
            </a:srgbClr>
          </a:solidFill>
          <a:ln>
            <a:noFill/>
          </a:ln>
        </p:spPr>
      </p:sp>
      <p:sp>
        <p:nvSpPr>
          <p:cNvPr id="8" name="wm.whiteboard.0.90"/>
          <p:cNvSpPr/>
          <p:nvPr/>
        </p:nvSpPr>
        <p:spPr>
          <a:xfrm>
            <a:off x="723900" y="1371600"/>
            <a:ext cx="38100" cy="38100"/>
          </a:xfrm>
          <a:prstGeom prst="rect">
            <a:avLst/>
          </a:prstGeom>
          <a:solidFill>
            <a:srgbClr val="CED7E6">
              <a:alpha val="68524"/>
            </a:srgbClr>
          </a:solidFill>
          <a:ln>
            <a:noFill/>
          </a:ln>
        </p:spPr>
      </p:sp>
      <p:sp>
        <p:nvSpPr>
          <p:cNvPr id="9" name="wm.whiteboard.0.108"/>
          <p:cNvSpPr/>
          <p:nvPr/>
        </p:nvSpPr>
        <p:spPr>
          <a:xfrm>
            <a:off x="723900" y="1600200"/>
            <a:ext cx="38100" cy="38100"/>
          </a:xfrm>
          <a:prstGeom prst="rect">
            <a:avLst/>
          </a:prstGeom>
          <a:solidFill>
            <a:srgbClr val="CED7E6">
              <a:alpha val="51742"/>
            </a:srgbClr>
          </a:solidFill>
          <a:ln>
            <a:noFill/>
          </a:ln>
        </p:spPr>
      </p:sp>
      <p:sp>
        <p:nvSpPr>
          <p:cNvPr id="10" name="wm.whiteboard.0.126"/>
          <p:cNvSpPr/>
          <p:nvPr/>
        </p:nvSpPr>
        <p:spPr>
          <a:xfrm>
            <a:off x="723900" y="1828800"/>
            <a:ext cx="38100" cy="38100"/>
          </a:xfrm>
          <a:prstGeom prst="rect">
            <a:avLst/>
          </a:prstGeom>
          <a:solidFill>
            <a:srgbClr val="CED7E6">
              <a:alpha val="34959"/>
            </a:srgbClr>
          </a:solidFill>
          <a:ln>
            <a:noFill/>
          </a:ln>
        </p:spPr>
      </p:sp>
      <p:sp>
        <p:nvSpPr>
          <p:cNvPr id="11" name="wm.whiteboard.0.144"/>
          <p:cNvSpPr/>
          <p:nvPr/>
        </p:nvSpPr>
        <p:spPr>
          <a:xfrm>
            <a:off x="723900" y="2057400"/>
            <a:ext cx="38100" cy="38100"/>
          </a:xfrm>
          <a:prstGeom prst="rect">
            <a:avLst/>
          </a:prstGeom>
          <a:solidFill>
            <a:srgbClr val="CED7E6">
              <a:alpha val="18177"/>
            </a:srgbClr>
          </a:solidFill>
          <a:ln>
            <a:noFill/>
          </a:ln>
        </p:spPr>
      </p:sp>
      <p:sp>
        <p:nvSpPr>
          <p:cNvPr id="12" name="wm.whiteboard.0.162"/>
          <p:cNvSpPr/>
          <p:nvPr/>
        </p:nvSpPr>
        <p:spPr>
          <a:xfrm>
            <a:off x="723900" y="2286000"/>
            <a:ext cx="38100" cy="38100"/>
          </a:xfrm>
          <a:prstGeom prst="rect">
            <a:avLst/>
          </a:prstGeom>
          <a:solidFill>
            <a:srgbClr val="CED7E6">
              <a:alpha val="1394"/>
            </a:srgbClr>
          </a:solidFill>
          <a:ln>
            <a:noFill/>
          </a:ln>
        </p:spPr>
      </p:sp>
      <p:sp>
        <p:nvSpPr>
          <p:cNvPr id="13" name="wm.whiteboard.18.0"/>
          <p:cNvSpPr/>
          <p:nvPr/>
        </p:nvSpPr>
        <p:spPr>
          <a:xfrm>
            <a:off x="952500" y="228600"/>
            <a:ext cx="38100" cy="38100"/>
          </a:xfrm>
          <a:prstGeom prst="rect">
            <a:avLst/>
          </a:prstGeom>
          <a:solidFill>
            <a:srgbClr val="CED7E6"/>
          </a:solidFill>
          <a:ln>
            <a:noFill/>
          </a:ln>
        </p:spPr>
      </p:sp>
      <p:sp>
        <p:nvSpPr>
          <p:cNvPr id="14" name="wm.whiteboard.18.18"/>
          <p:cNvSpPr/>
          <p:nvPr/>
        </p:nvSpPr>
        <p:spPr>
          <a:xfrm>
            <a:off x="952500" y="457200"/>
            <a:ext cx="38100" cy="38100"/>
          </a:xfrm>
          <a:prstGeom prst="rect">
            <a:avLst/>
          </a:prstGeom>
          <a:solidFill>
            <a:srgbClr val="CED7E6"/>
          </a:solidFill>
          <a:ln>
            <a:noFill/>
          </a:ln>
        </p:spPr>
      </p:sp>
      <p:sp>
        <p:nvSpPr>
          <p:cNvPr id="15" name="wm.whiteboard.18.36"/>
          <p:cNvSpPr/>
          <p:nvPr/>
        </p:nvSpPr>
        <p:spPr>
          <a:xfrm>
            <a:off x="952500" y="685800"/>
            <a:ext cx="38100" cy="38100"/>
          </a:xfrm>
          <a:prstGeom prst="rect">
            <a:avLst/>
          </a:prstGeom>
          <a:solidFill>
            <a:srgbClr val="CED7E6"/>
          </a:solidFill>
          <a:ln>
            <a:noFill/>
          </a:ln>
        </p:spPr>
      </p:sp>
      <p:sp>
        <p:nvSpPr>
          <p:cNvPr id="16" name="wm.whiteboard.18.54"/>
          <p:cNvSpPr/>
          <p:nvPr/>
        </p:nvSpPr>
        <p:spPr>
          <a:xfrm>
            <a:off x="952500" y="914400"/>
            <a:ext cx="38100" cy="38100"/>
          </a:xfrm>
          <a:prstGeom prst="rect">
            <a:avLst/>
          </a:prstGeom>
          <a:solidFill>
            <a:srgbClr val="CED7E6">
              <a:alpha val="99988"/>
            </a:srgbClr>
          </a:solidFill>
          <a:ln>
            <a:noFill/>
          </a:ln>
        </p:spPr>
      </p:sp>
      <p:sp>
        <p:nvSpPr>
          <p:cNvPr id="17" name="wm.whiteboard.18.72"/>
          <p:cNvSpPr/>
          <p:nvPr/>
        </p:nvSpPr>
        <p:spPr>
          <a:xfrm>
            <a:off x="952500" y="1143000"/>
            <a:ext cx="38100" cy="38100"/>
          </a:xfrm>
          <a:prstGeom prst="rect">
            <a:avLst/>
          </a:prstGeom>
          <a:solidFill>
            <a:srgbClr val="CED7E6">
              <a:alpha val="83708"/>
            </a:srgbClr>
          </a:solidFill>
          <a:ln>
            <a:noFill/>
          </a:ln>
        </p:spPr>
      </p:sp>
      <p:sp>
        <p:nvSpPr>
          <p:cNvPr id="18" name="wm.whiteboard.18.90"/>
          <p:cNvSpPr/>
          <p:nvPr/>
        </p:nvSpPr>
        <p:spPr>
          <a:xfrm>
            <a:off x="952500" y="1371600"/>
            <a:ext cx="38100" cy="38100"/>
          </a:xfrm>
          <a:prstGeom prst="rect">
            <a:avLst/>
          </a:prstGeom>
          <a:solidFill>
            <a:srgbClr val="CED7E6">
              <a:alpha val="67236"/>
            </a:srgbClr>
          </a:solidFill>
          <a:ln>
            <a:noFill/>
          </a:ln>
        </p:spPr>
      </p:sp>
      <p:sp>
        <p:nvSpPr>
          <p:cNvPr id="19" name="wm.whiteboard.18.108"/>
          <p:cNvSpPr/>
          <p:nvPr/>
        </p:nvSpPr>
        <p:spPr>
          <a:xfrm>
            <a:off x="952500" y="1600200"/>
            <a:ext cx="38100" cy="38100"/>
          </a:xfrm>
          <a:prstGeom prst="rect">
            <a:avLst/>
          </a:prstGeom>
          <a:solidFill>
            <a:srgbClr val="CED7E6">
              <a:alpha val="50663"/>
            </a:srgbClr>
          </a:solidFill>
          <a:ln>
            <a:noFill/>
          </a:ln>
        </p:spPr>
      </p:sp>
      <p:sp>
        <p:nvSpPr>
          <p:cNvPr id="20" name="wm.whiteboard.18.126"/>
          <p:cNvSpPr/>
          <p:nvPr/>
        </p:nvSpPr>
        <p:spPr>
          <a:xfrm>
            <a:off x="952500" y="1828800"/>
            <a:ext cx="38100" cy="38100"/>
          </a:xfrm>
          <a:prstGeom prst="rect">
            <a:avLst/>
          </a:prstGeom>
          <a:solidFill>
            <a:srgbClr val="CED7E6">
              <a:alpha val="34032"/>
            </a:srgbClr>
          </a:solidFill>
          <a:ln>
            <a:noFill/>
          </a:ln>
        </p:spPr>
      </p:sp>
      <p:sp>
        <p:nvSpPr>
          <p:cNvPr id="21" name="wm.whiteboard.18.144"/>
          <p:cNvSpPr/>
          <p:nvPr/>
        </p:nvSpPr>
        <p:spPr>
          <a:xfrm>
            <a:off x="952500" y="2057400"/>
            <a:ext cx="38100" cy="38100"/>
          </a:xfrm>
          <a:prstGeom prst="rect">
            <a:avLst/>
          </a:prstGeom>
          <a:solidFill>
            <a:srgbClr val="CED7E6">
              <a:alpha val="17363"/>
            </a:srgbClr>
          </a:solidFill>
          <a:ln>
            <a:noFill/>
          </a:ln>
        </p:spPr>
      </p:sp>
      <p:sp>
        <p:nvSpPr>
          <p:cNvPr id="22" name="wm.whiteboard.18.162"/>
          <p:cNvSpPr/>
          <p:nvPr/>
        </p:nvSpPr>
        <p:spPr>
          <a:xfrm>
            <a:off x="952500" y="2286000"/>
            <a:ext cx="38100" cy="38100"/>
          </a:xfrm>
          <a:prstGeom prst="rect">
            <a:avLst/>
          </a:prstGeom>
          <a:solidFill>
            <a:srgbClr val="CED7E6">
              <a:alpha val="670"/>
            </a:srgbClr>
          </a:solidFill>
          <a:ln>
            <a:noFill/>
          </a:ln>
        </p:spPr>
      </p:sp>
      <p:sp>
        <p:nvSpPr>
          <p:cNvPr id="23" name="wm.whiteboard.36.0"/>
          <p:cNvSpPr/>
          <p:nvPr/>
        </p:nvSpPr>
        <p:spPr>
          <a:xfrm>
            <a:off x="1181100" y="228600"/>
            <a:ext cx="38100" cy="38100"/>
          </a:xfrm>
          <a:prstGeom prst="rect">
            <a:avLst/>
          </a:prstGeom>
          <a:solidFill>
            <a:srgbClr val="CED7E6"/>
          </a:solidFill>
          <a:ln>
            <a:noFill/>
          </a:ln>
        </p:spPr>
      </p:sp>
      <p:sp>
        <p:nvSpPr>
          <p:cNvPr id="24" name="wm.whiteboard.36.18"/>
          <p:cNvSpPr/>
          <p:nvPr/>
        </p:nvSpPr>
        <p:spPr>
          <a:xfrm>
            <a:off x="1181100" y="457200"/>
            <a:ext cx="38100" cy="38100"/>
          </a:xfrm>
          <a:prstGeom prst="rect">
            <a:avLst/>
          </a:prstGeom>
          <a:solidFill>
            <a:srgbClr val="CED7E6"/>
          </a:solidFill>
          <a:ln>
            <a:noFill/>
          </a:ln>
        </p:spPr>
      </p:sp>
      <p:sp>
        <p:nvSpPr>
          <p:cNvPr id="25" name="wm.whiteboard.36.36"/>
          <p:cNvSpPr/>
          <p:nvPr/>
        </p:nvSpPr>
        <p:spPr>
          <a:xfrm>
            <a:off x="1181100" y="685800"/>
            <a:ext cx="38100" cy="38100"/>
          </a:xfrm>
          <a:prstGeom prst="rect">
            <a:avLst/>
          </a:prstGeom>
          <a:solidFill>
            <a:srgbClr val="CED7E6"/>
          </a:solidFill>
          <a:ln>
            <a:noFill/>
          </a:ln>
        </p:spPr>
      </p:sp>
      <p:sp>
        <p:nvSpPr>
          <p:cNvPr id="26" name="wm.whiteboard.36.54"/>
          <p:cNvSpPr/>
          <p:nvPr/>
        </p:nvSpPr>
        <p:spPr>
          <a:xfrm>
            <a:off x="1181100" y="914400"/>
            <a:ext cx="38100" cy="38100"/>
          </a:xfrm>
          <a:prstGeom prst="rect">
            <a:avLst/>
          </a:prstGeom>
          <a:solidFill>
            <a:srgbClr val="CED7E6">
              <a:alpha val="94671"/>
            </a:srgbClr>
          </a:solidFill>
          <a:ln>
            <a:noFill/>
          </a:ln>
        </p:spPr>
      </p:sp>
      <p:sp>
        <p:nvSpPr>
          <p:cNvPr id="27" name="wm.whiteboard.36.72"/>
          <p:cNvSpPr/>
          <p:nvPr/>
        </p:nvSpPr>
        <p:spPr>
          <a:xfrm>
            <a:off x="1181100" y="1143000"/>
            <a:ext cx="38100" cy="38100"/>
          </a:xfrm>
          <a:prstGeom prst="rect">
            <a:avLst/>
          </a:prstGeom>
          <a:solidFill>
            <a:srgbClr val="CED7E6">
              <a:alpha val="79547"/>
            </a:srgbClr>
          </a:solidFill>
          <a:ln>
            <a:noFill/>
          </a:ln>
        </p:spPr>
      </p:sp>
      <p:sp>
        <p:nvSpPr>
          <p:cNvPr id="28" name="wm.whiteboard.36.90"/>
          <p:cNvSpPr/>
          <p:nvPr/>
        </p:nvSpPr>
        <p:spPr>
          <a:xfrm>
            <a:off x="1181100" y="1371600"/>
            <a:ext cx="38100" cy="38100"/>
          </a:xfrm>
          <a:prstGeom prst="rect">
            <a:avLst/>
          </a:prstGeom>
          <a:solidFill>
            <a:srgbClr val="CED7E6">
              <a:alpha val="63833"/>
            </a:srgbClr>
          </a:solidFill>
          <a:ln>
            <a:noFill/>
          </a:ln>
        </p:spPr>
      </p:sp>
      <p:sp>
        <p:nvSpPr>
          <p:cNvPr id="29" name="wm.whiteboard.36.108"/>
          <p:cNvSpPr/>
          <p:nvPr/>
        </p:nvSpPr>
        <p:spPr>
          <a:xfrm>
            <a:off x="1181100" y="1600200"/>
            <a:ext cx="38100" cy="38100"/>
          </a:xfrm>
          <a:prstGeom prst="rect">
            <a:avLst/>
          </a:prstGeom>
          <a:solidFill>
            <a:srgbClr val="CED7E6">
              <a:alpha val="47790"/>
            </a:srgbClr>
          </a:solidFill>
          <a:ln>
            <a:noFill/>
          </a:ln>
        </p:spPr>
      </p:sp>
      <p:sp>
        <p:nvSpPr>
          <p:cNvPr id="30" name="wm.whiteboard.36.126"/>
          <p:cNvSpPr/>
          <p:nvPr/>
        </p:nvSpPr>
        <p:spPr>
          <a:xfrm>
            <a:off x="1181100" y="1828800"/>
            <a:ext cx="38100" cy="38100"/>
          </a:xfrm>
          <a:prstGeom prst="rect">
            <a:avLst/>
          </a:prstGeom>
          <a:solidFill>
            <a:srgbClr val="CED7E6">
              <a:alpha val="31549"/>
            </a:srgbClr>
          </a:solidFill>
          <a:ln>
            <a:noFill/>
          </a:ln>
        </p:spPr>
      </p:sp>
      <p:sp>
        <p:nvSpPr>
          <p:cNvPr id="31" name="wm.whiteboard.36.144"/>
          <p:cNvSpPr/>
          <p:nvPr/>
        </p:nvSpPr>
        <p:spPr>
          <a:xfrm>
            <a:off x="1181100" y="2057400"/>
            <a:ext cx="38100" cy="38100"/>
          </a:xfrm>
          <a:prstGeom prst="rect">
            <a:avLst/>
          </a:prstGeom>
          <a:solidFill>
            <a:srgbClr val="CED7E6">
              <a:alpha val="15179"/>
            </a:srgbClr>
          </a:solidFill>
          <a:ln>
            <a:noFill/>
          </a:ln>
        </p:spPr>
      </p:sp>
      <p:sp>
        <p:nvSpPr>
          <p:cNvPr id="32" name="wm.whiteboard.54.0"/>
          <p:cNvSpPr/>
          <p:nvPr/>
        </p:nvSpPr>
        <p:spPr>
          <a:xfrm>
            <a:off x="1409700" y="228600"/>
            <a:ext cx="38100" cy="38100"/>
          </a:xfrm>
          <a:prstGeom prst="rect">
            <a:avLst/>
          </a:prstGeom>
          <a:solidFill>
            <a:srgbClr val="CED7E6"/>
          </a:solidFill>
          <a:ln>
            <a:noFill/>
          </a:ln>
        </p:spPr>
      </p:sp>
      <p:sp>
        <p:nvSpPr>
          <p:cNvPr id="33" name="wm.whiteboard.54.18"/>
          <p:cNvSpPr/>
          <p:nvPr/>
        </p:nvSpPr>
        <p:spPr>
          <a:xfrm>
            <a:off x="1409700" y="457200"/>
            <a:ext cx="38100" cy="38100"/>
          </a:xfrm>
          <a:prstGeom prst="rect">
            <a:avLst/>
          </a:prstGeom>
          <a:solidFill>
            <a:srgbClr val="CED7E6"/>
          </a:solidFill>
          <a:ln>
            <a:noFill/>
          </a:ln>
        </p:spPr>
      </p:sp>
      <p:sp>
        <p:nvSpPr>
          <p:cNvPr id="34" name="wm.whiteboard.54.36"/>
          <p:cNvSpPr/>
          <p:nvPr/>
        </p:nvSpPr>
        <p:spPr>
          <a:xfrm>
            <a:off x="1409700" y="685800"/>
            <a:ext cx="38100" cy="38100"/>
          </a:xfrm>
          <a:prstGeom prst="rect">
            <a:avLst/>
          </a:prstGeom>
          <a:solidFill>
            <a:srgbClr val="CED7E6">
              <a:alpha val="98827"/>
            </a:srgbClr>
          </a:solidFill>
          <a:ln>
            <a:noFill/>
          </a:ln>
        </p:spPr>
      </p:sp>
      <p:sp>
        <p:nvSpPr>
          <p:cNvPr id="35" name="wm.whiteboard.54.54"/>
          <p:cNvSpPr/>
          <p:nvPr/>
        </p:nvSpPr>
        <p:spPr>
          <a:xfrm>
            <a:off x="1409700" y="914400"/>
            <a:ext cx="38100" cy="38100"/>
          </a:xfrm>
          <a:prstGeom prst="rect">
            <a:avLst/>
          </a:prstGeom>
          <a:solidFill>
            <a:srgbClr val="CED7E6">
              <a:alpha val="86895"/>
            </a:srgbClr>
          </a:solidFill>
          <a:ln>
            <a:noFill/>
          </a:ln>
        </p:spPr>
      </p:sp>
      <p:sp>
        <p:nvSpPr>
          <p:cNvPr id="36" name="wm.whiteboard.54.72"/>
          <p:cNvSpPr/>
          <p:nvPr/>
        </p:nvSpPr>
        <p:spPr>
          <a:xfrm>
            <a:off x="1409700" y="1143000"/>
            <a:ext cx="38100" cy="38100"/>
          </a:xfrm>
          <a:prstGeom prst="rect">
            <a:avLst/>
          </a:prstGeom>
          <a:solidFill>
            <a:srgbClr val="CED7E6">
              <a:alpha val="73217"/>
            </a:srgbClr>
          </a:solidFill>
          <a:ln>
            <a:noFill/>
          </a:ln>
        </p:spPr>
      </p:sp>
      <p:sp>
        <p:nvSpPr>
          <p:cNvPr id="37" name="wm.whiteboard.54.90"/>
          <p:cNvSpPr/>
          <p:nvPr/>
        </p:nvSpPr>
        <p:spPr>
          <a:xfrm>
            <a:off x="1409700" y="1371600"/>
            <a:ext cx="38100" cy="38100"/>
          </a:xfrm>
          <a:prstGeom prst="rect">
            <a:avLst/>
          </a:prstGeom>
          <a:solidFill>
            <a:srgbClr val="CED7E6">
              <a:alpha val="58541"/>
            </a:srgbClr>
          </a:solidFill>
          <a:ln>
            <a:noFill/>
          </a:ln>
        </p:spPr>
      </p:sp>
      <p:sp>
        <p:nvSpPr>
          <p:cNvPr id="38" name="wm.whiteboard.54.108"/>
          <p:cNvSpPr/>
          <p:nvPr/>
        </p:nvSpPr>
        <p:spPr>
          <a:xfrm>
            <a:off x="1409700" y="1600200"/>
            <a:ext cx="38100" cy="38100"/>
          </a:xfrm>
          <a:prstGeom prst="rect">
            <a:avLst/>
          </a:prstGeom>
          <a:solidFill>
            <a:srgbClr val="CED7E6">
              <a:alpha val="43263"/>
            </a:srgbClr>
          </a:solidFill>
          <a:ln>
            <a:noFill/>
          </a:ln>
        </p:spPr>
      </p:sp>
      <p:sp>
        <p:nvSpPr>
          <p:cNvPr id="39" name="wm.whiteboard.54.126"/>
          <p:cNvSpPr/>
          <p:nvPr/>
        </p:nvSpPr>
        <p:spPr>
          <a:xfrm>
            <a:off x="1409700" y="1828800"/>
            <a:ext cx="38100" cy="38100"/>
          </a:xfrm>
          <a:prstGeom prst="rect">
            <a:avLst/>
          </a:prstGeom>
          <a:solidFill>
            <a:srgbClr val="CED7E6">
              <a:alpha val="27603"/>
            </a:srgbClr>
          </a:solidFill>
          <a:ln>
            <a:noFill/>
          </a:ln>
        </p:spPr>
      </p:sp>
      <p:sp>
        <p:nvSpPr>
          <p:cNvPr id="40" name="wm.whiteboard.54.144"/>
          <p:cNvSpPr/>
          <p:nvPr/>
        </p:nvSpPr>
        <p:spPr>
          <a:xfrm>
            <a:off x="1409700" y="2057400"/>
            <a:ext cx="38100" cy="38100"/>
          </a:xfrm>
          <a:prstGeom prst="rect">
            <a:avLst/>
          </a:prstGeom>
          <a:solidFill>
            <a:srgbClr val="CED7E6">
              <a:alpha val="11687"/>
            </a:srgbClr>
          </a:solidFill>
          <a:ln>
            <a:noFill/>
          </a:ln>
        </p:spPr>
      </p:sp>
      <p:sp>
        <p:nvSpPr>
          <p:cNvPr id="41" name="wm.whiteboard.72.0"/>
          <p:cNvSpPr/>
          <p:nvPr/>
        </p:nvSpPr>
        <p:spPr>
          <a:xfrm>
            <a:off x="1638300" y="228600"/>
            <a:ext cx="38100" cy="38100"/>
          </a:xfrm>
          <a:prstGeom prst="rect">
            <a:avLst/>
          </a:prstGeom>
          <a:solidFill>
            <a:srgbClr val="CED7E6">
              <a:alpha val="97572"/>
            </a:srgbClr>
          </a:solidFill>
          <a:ln>
            <a:noFill/>
          </a:ln>
        </p:spPr>
      </p:sp>
      <p:sp>
        <p:nvSpPr>
          <p:cNvPr id="42" name="wm.whiteboard.72.18"/>
          <p:cNvSpPr/>
          <p:nvPr/>
        </p:nvSpPr>
        <p:spPr>
          <a:xfrm>
            <a:off x="1638300" y="457200"/>
            <a:ext cx="38100" cy="38100"/>
          </a:xfrm>
          <a:prstGeom prst="rect">
            <a:avLst/>
          </a:prstGeom>
          <a:solidFill>
            <a:srgbClr val="CED7E6">
              <a:alpha val="94724"/>
            </a:srgbClr>
          </a:solidFill>
          <a:ln>
            <a:noFill/>
          </a:ln>
        </p:spPr>
      </p:sp>
      <p:sp>
        <p:nvSpPr>
          <p:cNvPr id="43" name="wm.whiteboard.72.36"/>
          <p:cNvSpPr/>
          <p:nvPr/>
        </p:nvSpPr>
        <p:spPr>
          <a:xfrm>
            <a:off x="1638300" y="685800"/>
            <a:ext cx="38100" cy="38100"/>
          </a:xfrm>
          <a:prstGeom prst="rect">
            <a:avLst/>
          </a:prstGeom>
          <a:solidFill>
            <a:srgbClr val="CED7E6">
              <a:alpha val="87609"/>
            </a:srgbClr>
          </a:solidFill>
          <a:ln>
            <a:noFill/>
          </a:ln>
        </p:spPr>
      </p:sp>
      <p:sp>
        <p:nvSpPr>
          <p:cNvPr id="44" name="wm.whiteboard.72.54"/>
          <p:cNvSpPr/>
          <p:nvPr/>
        </p:nvSpPr>
        <p:spPr>
          <a:xfrm>
            <a:off x="1638300" y="914400"/>
            <a:ext cx="38100" cy="38100"/>
          </a:xfrm>
          <a:prstGeom prst="rect">
            <a:avLst/>
          </a:prstGeom>
          <a:solidFill>
            <a:srgbClr val="CED7E6">
              <a:alpha val="77408"/>
            </a:srgbClr>
          </a:solidFill>
          <a:ln>
            <a:noFill/>
          </a:ln>
        </p:spPr>
      </p:sp>
      <p:sp>
        <p:nvSpPr>
          <p:cNvPr id="45" name="wm.whiteboard.72.72"/>
          <p:cNvSpPr/>
          <p:nvPr/>
        </p:nvSpPr>
        <p:spPr>
          <a:xfrm>
            <a:off x="1638300" y="1143000"/>
            <a:ext cx="38100" cy="38100"/>
          </a:xfrm>
          <a:prstGeom prst="rect">
            <a:avLst/>
          </a:prstGeom>
          <a:solidFill>
            <a:srgbClr val="CED7E6">
              <a:alpha val="65181"/>
            </a:srgbClr>
          </a:solidFill>
          <a:ln>
            <a:noFill/>
          </a:ln>
        </p:spPr>
      </p:sp>
      <p:sp>
        <p:nvSpPr>
          <p:cNvPr id="46" name="wm.whiteboard.72.90"/>
          <p:cNvSpPr/>
          <p:nvPr/>
        </p:nvSpPr>
        <p:spPr>
          <a:xfrm>
            <a:off x="1638300" y="1371600"/>
            <a:ext cx="38100" cy="38100"/>
          </a:xfrm>
          <a:prstGeom prst="rect">
            <a:avLst/>
          </a:prstGeom>
          <a:solidFill>
            <a:srgbClr val="CED7E6">
              <a:alpha val="51653"/>
            </a:srgbClr>
          </a:solidFill>
          <a:ln>
            <a:noFill/>
          </a:ln>
        </p:spPr>
      </p:sp>
      <p:sp>
        <p:nvSpPr>
          <p:cNvPr id="47" name="wm.whiteboard.72.108"/>
          <p:cNvSpPr/>
          <p:nvPr/>
        </p:nvSpPr>
        <p:spPr>
          <a:xfrm>
            <a:off x="1638300" y="1600200"/>
            <a:ext cx="38100" cy="38100"/>
          </a:xfrm>
          <a:prstGeom prst="rect">
            <a:avLst/>
          </a:prstGeom>
          <a:solidFill>
            <a:srgbClr val="CED7E6">
              <a:alpha val="37275"/>
            </a:srgbClr>
          </a:solidFill>
          <a:ln>
            <a:noFill/>
          </a:ln>
        </p:spPr>
      </p:sp>
      <p:sp>
        <p:nvSpPr>
          <p:cNvPr id="48" name="wm.whiteboard.72.126"/>
          <p:cNvSpPr/>
          <p:nvPr/>
        </p:nvSpPr>
        <p:spPr>
          <a:xfrm>
            <a:off x="1638300" y="1828800"/>
            <a:ext cx="38100" cy="38100"/>
          </a:xfrm>
          <a:prstGeom prst="rect">
            <a:avLst/>
          </a:prstGeom>
          <a:solidFill>
            <a:srgbClr val="CED7E6">
              <a:alpha val="22326"/>
            </a:srgbClr>
          </a:solidFill>
          <a:ln>
            <a:noFill/>
          </a:ln>
        </p:spPr>
      </p:sp>
      <p:sp>
        <p:nvSpPr>
          <p:cNvPr id="49" name="wm.whiteboard.72.144"/>
          <p:cNvSpPr/>
          <p:nvPr/>
        </p:nvSpPr>
        <p:spPr>
          <a:xfrm>
            <a:off x="1638300" y="2057400"/>
            <a:ext cx="38100" cy="38100"/>
          </a:xfrm>
          <a:prstGeom prst="rect">
            <a:avLst/>
          </a:prstGeom>
          <a:solidFill>
            <a:srgbClr val="CED7E6">
              <a:alpha val="6980"/>
            </a:srgbClr>
          </a:solidFill>
          <a:ln>
            <a:noFill/>
          </a:ln>
        </p:spPr>
      </p:sp>
      <p:sp>
        <p:nvSpPr>
          <p:cNvPr id="50" name="wm.whiteboard.90.0"/>
          <p:cNvSpPr/>
          <p:nvPr/>
        </p:nvSpPr>
        <p:spPr>
          <a:xfrm>
            <a:off x="1866900" y="228600"/>
            <a:ext cx="38100" cy="38100"/>
          </a:xfrm>
          <a:prstGeom prst="rect">
            <a:avLst/>
          </a:prstGeom>
          <a:solidFill>
            <a:srgbClr val="CED7E6">
              <a:alpha val="83798"/>
            </a:srgbClr>
          </a:solidFill>
          <a:ln>
            <a:noFill/>
          </a:ln>
        </p:spPr>
      </p:sp>
      <p:sp>
        <p:nvSpPr>
          <p:cNvPr id="51" name="wm.whiteboard.90.18"/>
          <p:cNvSpPr/>
          <p:nvPr/>
        </p:nvSpPr>
        <p:spPr>
          <a:xfrm>
            <a:off x="1866900" y="457200"/>
            <a:ext cx="38100" cy="38100"/>
          </a:xfrm>
          <a:prstGeom prst="rect">
            <a:avLst/>
          </a:prstGeom>
          <a:solidFill>
            <a:srgbClr val="CED7E6">
              <a:alpha val="81490"/>
            </a:srgbClr>
          </a:solidFill>
          <a:ln>
            <a:noFill/>
          </a:ln>
        </p:spPr>
      </p:sp>
      <p:sp>
        <p:nvSpPr>
          <p:cNvPr id="52" name="wm.whiteboard.90.36"/>
          <p:cNvSpPr/>
          <p:nvPr/>
        </p:nvSpPr>
        <p:spPr>
          <a:xfrm>
            <a:off x="1866900" y="685800"/>
            <a:ext cx="38100" cy="38100"/>
          </a:xfrm>
          <a:prstGeom prst="rect">
            <a:avLst/>
          </a:prstGeom>
          <a:solidFill>
            <a:srgbClr val="CED7E6">
              <a:alpha val="75569"/>
            </a:srgbClr>
          </a:solidFill>
          <a:ln>
            <a:noFill/>
          </a:ln>
        </p:spPr>
      </p:sp>
      <p:sp>
        <p:nvSpPr>
          <p:cNvPr id="53" name="wm.whiteboard.90.54"/>
          <p:cNvSpPr/>
          <p:nvPr/>
        </p:nvSpPr>
        <p:spPr>
          <a:xfrm>
            <a:off x="1866900" y="914400"/>
            <a:ext cx="38100" cy="38100"/>
          </a:xfrm>
          <a:prstGeom prst="rect">
            <a:avLst/>
          </a:prstGeom>
          <a:solidFill>
            <a:srgbClr val="CED7E6">
              <a:alpha val="66767"/>
            </a:srgbClr>
          </a:solidFill>
          <a:ln>
            <a:noFill/>
          </a:ln>
        </p:spPr>
      </p:sp>
      <p:sp>
        <p:nvSpPr>
          <p:cNvPr id="54" name="wm.whiteboard.90.72"/>
          <p:cNvSpPr/>
          <p:nvPr/>
        </p:nvSpPr>
        <p:spPr>
          <a:xfrm>
            <a:off x="1866900" y="1143000"/>
            <a:ext cx="38100" cy="38100"/>
          </a:xfrm>
          <a:prstGeom prst="rect">
            <a:avLst/>
          </a:prstGeom>
          <a:solidFill>
            <a:srgbClr val="CED7E6">
              <a:alpha val="55859"/>
            </a:srgbClr>
          </a:solidFill>
          <a:ln>
            <a:noFill/>
          </a:ln>
        </p:spPr>
      </p:sp>
      <p:sp>
        <p:nvSpPr>
          <p:cNvPr id="55" name="wm.whiteboard.90.90"/>
          <p:cNvSpPr/>
          <p:nvPr/>
        </p:nvSpPr>
        <p:spPr>
          <a:xfrm>
            <a:off x="1866900" y="1371600"/>
            <a:ext cx="38100" cy="38100"/>
          </a:xfrm>
          <a:prstGeom prst="rect">
            <a:avLst/>
          </a:prstGeom>
          <a:solidFill>
            <a:srgbClr val="CED7E6">
              <a:alpha val="43468"/>
            </a:srgbClr>
          </a:solidFill>
          <a:ln>
            <a:noFill/>
          </a:ln>
        </p:spPr>
      </p:sp>
      <p:sp>
        <p:nvSpPr>
          <p:cNvPr id="56" name="wm.whiteboard.90.108"/>
          <p:cNvSpPr/>
          <p:nvPr/>
        </p:nvSpPr>
        <p:spPr>
          <a:xfrm>
            <a:off x="1866900" y="1600200"/>
            <a:ext cx="38100" cy="38100"/>
          </a:xfrm>
          <a:prstGeom prst="rect">
            <a:avLst/>
          </a:prstGeom>
          <a:solidFill>
            <a:srgbClr val="CED7E6">
              <a:alpha val="30037"/>
            </a:srgbClr>
          </a:solidFill>
          <a:ln>
            <a:noFill/>
          </a:ln>
        </p:spPr>
      </p:sp>
      <p:sp>
        <p:nvSpPr>
          <p:cNvPr id="57" name="wm.whiteboard.90.126"/>
          <p:cNvSpPr/>
          <p:nvPr/>
        </p:nvSpPr>
        <p:spPr>
          <a:xfrm>
            <a:off x="1866900" y="1828800"/>
            <a:ext cx="38100" cy="38100"/>
          </a:xfrm>
          <a:prstGeom prst="rect">
            <a:avLst/>
          </a:prstGeom>
          <a:solidFill>
            <a:srgbClr val="CED7E6">
              <a:alpha val="15870"/>
            </a:srgbClr>
          </a:solidFill>
          <a:ln>
            <a:noFill/>
          </a:ln>
        </p:spPr>
      </p:sp>
      <p:sp>
        <p:nvSpPr>
          <p:cNvPr id="58" name="wm.whiteboard.90.144"/>
          <p:cNvSpPr/>
          <p:nvPr/>
        </p:nvSpPr>
        <p:spPr>
          <a:xfrm>
            <a:off x="1866900" y="2057400"/>
            <a:ext cx="38100" cy="38100"/>
          </a:xfrm>
          <a:prstGeom prst="rect">
            <a:avLst/>
          </a:prstGeom>
          <a:solidFill>
            <a:srgbClr val="CED7E6">
              <a:alpha val="1171"/>
            </a:srgbClr>
          </a:solidFill>
          <a:ln>
            <a:noFill/>
          </a:ln>
        </p:spPr>
      </p:sp>
      <p:sp>
        <p:nvSpPr>
          <p:cNvPr id="59" name="wm.whiteboard.108.0"/>
          <p:cNvSpPr/>
          <p:nvPr/>
        </p:nvSpPr>
        <p:spPr>
          <a:xfrm>
            <a:off x="2095500" y="228600"/>
            <a:ext cx="38100" cy="38100"/>
          </a:xfrm>
          <a:prstGeom prst="rect">
            <a:avLst/>
          </a:prstGeom>
          <a:solidFill>
            <a:srgbClr val="CED7E6">
              <a:alpha val="70023"/>
            </a:srgbClr>
          </a:solidFill>
          <a:ln>
            <a:noFill/>
          </a:ln>
        </p:spPr>
      </p:sp>
      <p:sp>
        <p:nvSpPr>
          <p:cNvPr id="60" name="wm.whiteboard.108.18"/>
          <p:cNvSpPr/>
          <p:nvPr/>
        </p:nvSpPr>
        <p:spPr>
          <a:xfrm>
            <a:off x="2095500" y="457200"/>
            <a:ext cx="38100" cy="38100"/>
          </a:xfrm>
          <a:prstGeom prst="rect">
            <a:avLst/>
          </a:prstGeom>
          <a:solidFill>
            <a:srgbClr val="CED7E6">
              <a:alpha val="68085"/>
            </a:srgbClr>
          </a:solidFill>
          <a:ln>
            <a:noFill/>
          </a:ln>
        </p:spPr>
      </p:sp>
      <p:sp>
        <p:nvSpPr>
          <p:cNvPr id="61" name="wm.whiteboard.108.36"/>
          <p:cNvSpPr/>
          <p:nvPr/>
        </p:nvSpPr>
        <p:spPr>
          <a:xfrm>
            <a:off x="2095500" y="685800"/>
            <a:ext cx="38100" cy="38100"/>
          </a:xfrm>
          <a:prstGeom prst="rect">
            <a:avLst/>
          </a:prstGeom>
          <a:solidFill>
            <a:srgbClr val="CED7E6">
              <a:alpha val="63033"/>
            </a:srgbClr>
          </a:solidFill>
          <a:ln>
            <a:noFill/>
          </a:ln>
        </p:spPr>
      </p:sp>
      <p:sp>
        <p:nvSpPr>
          <p:cNvPr id="62" name="wm.whiteboard.108.54"/>
          <p:cNvSpPr/>
          <p:nvPr/>
        </p:nvSpPr>
        <p:spPr>
          <a:xfrm>
            <a:off x="2095500" y="914400"/>
            <a:ext cx="38100" cy="38100"/>
          </a:xfrm>
          <a:prstGeom prst="rect">
            <a:avLst/>
          </a:prstGeom>
          <a:solidFill>
            <a:srgbClr val="CED7E6">
              <a:alpha val="55346"/>
            </a:srgbClr>
          </a:solidFill>
          <a:ln>
            <a:noFill/>
          </a:ln>
        </p:spPr>
      </p:sp>
      <p:sp>
        <p:nvSpPr>
          <p:cNvPr id="63" name="wm.whiteboard.108.72"/>
          <p:cNvSpPr/>
          <p:nvPr/>
        </p:nvSpPr>
        <p:spPr>
          <a:xfrm>
            <a:off x="2095500" y="1143000"/>
            <a:ext cx="38100" cy="38100"/>
          </a:xfrm>
          <a:prstGeom prst="rect">
            <a:avLst/>
          </a:prstGeom>
          <a:solidFill>
            <a:srgbClr val="CED7E6">
              <a:alpha val="45583"/>
            </a:srgbClr>
          </a:solidFill>
          <a:ln>
            <a:noFill/>
          </a:ln>
        </p:spPr>
      </p:sp>
      <p:sp>
        <p:nvSpPr>
          <p:cNvPr id="64" name="wm.whiteboard.108.90"/>
          <p:cNvSpPr/>
          <p:nvPr/>
        </p:nvSpPr>
        <p:spPr>
          <a:xfrm>
            <a:off x="2095500" y="1371600"/>
            <a:ext cx="38100" cy="38100"/>
          </a:xfrm>
          <a:prstGeom prst="rect">
            <a:avLst/>
          </a:prstGeom>
          <a:solidFill>
            <a:srgbClr val="CED7E6">
              <a:alpha val="34251"/>
            </a:srgbClr>
          </a:solidFill>
          <a:ln>
            <a:noFill/>
          </a:ln>
        </p:spPr>
      </p:sp>
      <p:sp>
        <p:nvSpPr>
          <p:cNvPr id="65" name="wm.whiteboard.108.108"/>
          <p:cNvSpPr/>
          <p:nvPr/>
        </p:nvSpPr>
        <p:spPr>
          <a:xfrm>
            <a:off x="2095500" y="1600200"/>
            <a:ext cx="38100" cy="38100"/>
          </a:xfrm>
          <a:prstGeom prst="rect">
            <a:avLst/>
          </a:prstGeom>
          <a:solidFill>
            <a:srgbClr val="CED7E6">
              <a:alpha val="21754"/>
            </a:srgbClr>
          </a:solidFill>
          <a:ln>
            <a:noFill/>
          </a:ln>
        </p:spPr>
      </p:sp>
      <p:sp>
        <p:nvSpPr>
          <p:cNvPr id="66" name="wm.whiteboard.108.126"/>
          <p:cNvSpPr/>
          <p:nvPr/>
        </p:nvSpPr>
        <p:spPr>
          <a:xfrm>
            <a:off x="2095500" y="1828800"/>
            <a:ext cx="38100" cy="38100"/>
          </a:xfrm>
          <a:prstGeom prst="rect">
            <a:avLst/>
          </a:prstGeom>
          <a:solidFill>
            <a:srgbClr val="CED7E6">
              <a:alpha val="8391"/>
            </a:srgbClr>
          </a:solidFill>
          <a:ln>
            <a:noFill/>
          </a:ln>
        </p:spPr>
      </p:sp>
      <p:sp>
        <p:nvSpPr>
          <p:cNvPr id="67" name="wm.whiteboard.126.0"/>
          <p:cNvSpPr/>
          <p:nvPr/>
        </p:nvSpPr>
        <p:spPr>
          <a:xfrm>
            <a:off x="2324100" y="228600"/>
            <a:ext cx="38100" cy="38100"/>
          </a:xfrm>
          <a:prstGeom prst="rect">
            <a:avLst/>
          </a:prstGeom>
          <a:solidFill>
            <a:srgbClr val="CED7E6">
              <a:alpha val="56247"/>
            </a:srgbClr>
          </a:solidFill>
          <a:ln>
            <a:noFill/>
          </a:ln>
        </p:spPr>
      </p:sp>
      <p:sp>
        <p:nvSpPr>
          <p:cNvPr id="68" name="wm.whiteboard.126.18"/>
          <p:cNvSpPr/>
          <p:nvPr/>
        </p:nvSpPr>
        <p:spPr>
          <a:xfrm>
            <a:off x="2324100" y="457200"/>
            <a:ext cx="38100" cy="38100"/>
          </a:xfrm>
          <a:prstGeom prst="rect">
            <a:avLst/>
          </a:prstGeom>
          <a:solidFill>
            <a:srgbClr val="CED7E6">
              <a:alpha val="54578"/>
            </a:srgbClr>
          </a:solidFill>
          <a:ln>
            <a:noFill/>
          </a:ln>
        </p:spPr>
      </p:sp>
      <p:sp>
        <p:nvSpPr>
          <p:cNvPr id="69" name="wm.whiteboard.126.36"/>
          <p:cNvSpPr/>
          <p:nvPr/>
        </p:nvSpPr>
        <p:spPr>
          <a:xfrm>
            <a:off x="2324100" y="685800"/>
            <a:ext cx="38100" cy="38100"/>
          </a:xfrm>
          <a:prstGeom prst="rect">
            <a:avLst/>
          </a:prstGeom>
          <a:solidFill>
            <a:srgbClr val="CED7E6">
              <a:alpha val="50182"/>
            </a:srgbClr>
          </a:solidFill>
          <a:ln>
            <a:noFill/>
          </a:ln>
        </p:spPr>
      </p:sp>
      <p:sp>
        <p:nvSpPr>
          <p:cNvPr id="70" name="wm.whiteboard.126.54"/>
          <p:cNvSpPr/>
          <p:nvPr/>
        </p:nvSpPr>
        <p:spPr>
          <a:xfrm>
            <a:off x="2324100" y="914400"/>
            <a:ext cx="38100" cy="38100"/>
          </a:xfrm>
          <a:prstGeom prst="rect">
            <a:avLst/>
          </a:prstGeom>
          <a:solidFill>
            <a:srgbClr val="CED7E6">
              <a:alpha val="43386"/>
            </a:srgbClr>
          </a:solidFill>
          <a:ln>
            <a:noFill/>
          </a:ln>
        </p:spPr>
      </p:sp>
      <p:sp>
        <p:nvSpPr>
          <p:cNvPr id="71" name="wm.whiteboard.126.72"/>
          <p:cNvSpPr/>
          <p:nvPr/>
        </p:nvSpPr>
        <p:spPr>
          <a:xfrm>
            <a:off x="2324100" y="1143000"/>
            <a:ext cx="38100" cy="38100"/>
          </a:xfrm>
          <a:prstGeom prst="rect">
            <a:avLst/>
          </a:prstGeom>
          <a:solidFill>
            <a:srgbClr val="CED7E6">
              <a:alpha val="34598"/>
            </a:srgbClr>
          </a:solidFill>
          <a:ln>
            <a:noFill/>
          </a:ln>
        </p:spPr>
      </p:sp>
      <p:sp>
        <p:nvSpPr>
          <p:cNvPr id="72" name="wm.whiteboard.126.90"/>
          <p:cNvSpPr/>
          <p:nvPr/>
        </p:nvSpPr>
        <p:spPr>
          <a:xfrm>
            <a:off x="2324100" y="1371600"/>
            <a:ext cx="38100" cy="38100"/>
          </a:xfrm>
          <a:prstGeom prst="rect">
            <a:avLst/>
          </a:prstGeom>
          <a:solidFill>
            <a:srgbClr val="CED7E6">
              <a:alpha val="24223"/>
            </a:srgbClr>
          </a:solidFill>
          <a:ln>
            <a:noFill/>
          </a:ln>
        </p:spPr>
      </p:sp>
      <p:sp>
        <p:nvSpPr>
          <p:cNvPr id="73" name="wm.whiteboard.126.108"/>
          <p:cNvSpPr/>
          <p:nvPr/>
        </p:nvSpPr>
        <p:spPr>
          <a:xfrm>
            <a:off x="2324100" y="1600200"/>
            <a:ext cx="38100" cy="38100"/>
          </a:xfrm>
          <a:prstGeom prst="rect">
            <a:avLst/>
          </a:prstGeom>
          <a:solidFill>
            <a:srgbClr val="CED7E6">
              <a:alpha val="12610"/>
            </a:srgbClr>
          </a:solidFill>
          <a:ln>
            <a:noFill/>
          </a:ln>
        </p:spPr>
      </p:sp>
      <p:sp>
        <p:nvSpPr>
          <p:cNvPr id="74" name="wm.whiteboard.126.126"/>
          <p:cNvSpPr/>
          <p:nvPr/>
        </p:nvSpPr>
        <p:spPr>
          <a:xfrm>
            <a:off x="2324100" y="1828800"/>
            <a:ext cx="38100" cy="38100"/>
          </a:xfrm>
          <a:prstGeom prst="rect">
            <a:avLst/>
          </a:prstGeom>
          <a:solidFill>
            <a:srgbClr val="CED7E6">
              <a:alpha val="40"/>
            </a:srgbClr>
          </a:solidFill>
          <a:ln>
            <a:noFill/>
          </a:ln>
        </p:spPr>
      </p:sp>
      <p:sp>
        <p:nvSpPr>
          <p:cNvPr id="75" name="wm.whiteboard.144.0"/>
          <p:cNvSpPr/>
          <p:nvPr/>
        </p:nvSpPr>
        <p:spPr>
          <a:xfrm>
            <a:off x="2552700" y="228600"/>
            <a:ext cx="38100" cy="38100"/>
          </a:xfrm>
          <a:prstGeom prst="rect">
            <a:avLst/>
          </a:prstGeom>
          <a:solidFill>
            <a:srgbClr val="CED7E6">
              <a:alpha val="42471"/>
            </a:srgbClr>
          </a:solidFill>
          <a:ln>
            <a:noFill/>
          </a:ln>
        </p:spPr>
      </p:sp>
      <p:sp>
        <p:nvSpPr>
          <p:cNvPr id="76" name="wm.whiteboard.144.18"/>
          <p:cNvSpPr/>
          <p:nvPr/>
        </p:nvSpPr>
        <p:spPr>
          <a:xfrm>
            <a:off x="2552700" y="457200"/>
            <a:ext cx="38100" cy="38100"/>
          </a:xfrm>
          <a:prstGeom prst="rect">
            <a:avLst/>
          </a:prstGeom>
          <a:solidFill>
            <a:srgbClr val="CED7E6">
              <a:alpha val="41005"/>
            </a:srgbClr>
          </a:solidFill>
          <a:ln>
            <a:noFill/>
          </a:ln>
        </p:spPr>
      </p:sp>
      <p:sp>
        <p:nvSpPr>
          <p:cNvPr id="77" name="wm.whiteboard.144.36"/>
          <p:cNvSpPr/>
          <p:nvPr/>
        </p:nvSpPr>
        <p:spPr>
          <a:xfrm>
            <a:off x="2552700" y="685800"/>
            <a:ext cx="38100" cy="38100"/>
          </a:xfrm>
          <a:prstGeom prst="rect">
            <a:avLst/>
          </a:prstGeom>
          <a:solidFill>
            <a:srgbClr val="CED7E6">
              <a:alpha val="37120"/>
            </a:srgbClr>
          </a:solidFill>
          <a:ln>
            <a:noFill/>
          </a:ln>
        </p:spPr>
      </p:sp>
      <p:sp>
        <p:nvSpPr>
          <p:cNvPr id="78" name="wm.whiteboard.144.54"/>
          <p:cNvSpPr/>
          <p:nvPr/>
        </p:nvSpPr>
        <p:spPr>
          <a:xfrm>
            <a:off x="2552700" y="914400"/>
            <a:ext cx="38100" cy="38100"/>
          </a:xfrm>
          <a:prstGeom prst="rect">
            <a:avLst/>
          </a:prstGeom>
          <a:solidFill>
            <a:srgbClr val="CED7E6">
              <a:alpha val="31044"/>
            </a:srgbClr>
          </a:solidFill>
          <a:ln>
            <a:noFill/>
          </a:ln>
        </p:spPr>
      </p:sp>
      <p:sp>
        <p:nvSpPr>
          <p:cNvPr id="79" name="wm.whiteboard.144.72"/>
          <p:cNvSpPr/>
          <p:nvPr/>
        </p:nvSpPr>
        <p:spPr>
          <a:xfrm>
            <a:off x="2552700" y="1143000"/>
            <a:ext cx="38100" cy="38100"/>
          </a:xfrm>
          <a:prstGeom prst="rect">
            <a:avLst/>
          </a:prstGeom>
          <a:solidFill>
            <a:srgbClr val="CED7E6">
              <a:alpha val="23083"/>
            </a:srgbClr>
          </a:solidFill>
          <a:ln>
            <a:noFill/>
          </a:ln>
        </p:spPr>
      </p:sp>
      <p:sp>
        <p:nvSpPr>
          <p:cNvPr id="80" name="wm.whiteboard.144.90"/>
          <p:cNvSpPr/>
          <p:nvPr/>
        </p:nvSpPr>
        <p:spPr>
          <a:xfrm>
            <a:off x="2552700" y="1371600"/>
            <a:ext cx="38100" cy="38100"/>
          </a:xfrm>
          <a:prstGeom prst="rect">
            <a:avLst/>
          </a:prstGeom>
          <a:solidFill>
            <a:srgbClr val="CED7E6">
              <a:alpha val="13557"/>
            </a:srgbClr>
          </a:solidFill>
          <a:ln>
            <a:noFill/>
          </a:ln>
        </p:spPr>
      </p:sp>
      <p:sp>
        <p:nvSpPr>
          <p:cNvPr id="81" name="wm.whiteboard.144.108"/>
          <p:cNvSpPr/>
          <p:nvPr/>
        </p:nvSpPr>
        <p:spPr>
          <a:xfrm>
            <a:off x="2552700" y="1600200"/>
            <a:ext cx="38100" cy="38100"/>
          </a:xfrm>
          <a:prstGeom prst="rect">
            <a:avLst/>
          </a:prstGeom>
          <a:solidFill>
            <a:srgbClr val="CED7E6">
              <a:alpha val="2762"/>
            </a:srgbClr>
          </a:solidFill>
          <a:ln>
            <a:noFill/>
          </a:ln>
        </p:spPr>
      </p:sp>
      <p:sp>
        <p:nvSpPr>
          <p:cNvPr id="82" name="wm.whiteboard.162.0"/>
          <p:cNvSpPr/>
          <p:nvPr/>
        </p:nvSpPr>
        <p:spPr>
          <a:xfrm>
            <a:off x="2781300" y="228600"/>
            <a:ext cx="38100" cy="38100"/>
          </a:xfrm>
          <a:prstGeom prst="rect">
            <a:avLst/>
          </a:prstGeom>
          <a:solidFill>
            <a:srgbClr val="CED7E6">
              <a:alpha val="28695"/>
            </a:srgbClr>
          </a:solidFill>
          <a:ln>
            <a:noFill/>
          </a:ln>
        </p:spPr>
      </p:sp>
      <p:sp>
        <p:nvSpPr>
          <p:cNvPr id="83" name="wm.whiteboard.162.18"/>
          <p:cNvSpPr/>
          <p:nvPr/>
        </p:nvSpPr>
        <p:spPr>
          <a:xfrm>
            <a:off x="2781300" y="457200"/>
            <a:ext cx="38100" cy="38100"/>
          </a:xfrm>
          <a:prstGeom prst="rect">
            <a:avLst/>
          </a:prstGeom>
          <a:solidFill>
            <a:srgbClr val="CED7E6">
              <a:alpha val="27389"/>
            </a:srgbClr>
          </a:solidFill>
          <a:ln>
            <a:noFill/>
          </a:ln>
        </p:spPr>
      </p:sp>
      <p:sp>
        <p:nvSpPr>
          <p:cNvPr id="84" name="wm.whiteboard.162.36"/>
          <p:cNvSpPr/>
          <p:nvPr/>
        </p:nvSpPr>
        <p:spPr>
          <a:xfrm>
            <a:off x="2781300" y="685800"/>
            <a:ext cx="38100" cy="38100"/>
          </a:xfrm>
          <a:prstGeom prst="rect">
            <a:avLst/>
          </a:prstGeom>
          <a:solidFill>
            <a:srgbClr val="CED7E6">
              <a:alpha val="23910"/>
            </a:srgbClr>
          </a:solidFill>
          <a:ln>
            <a:noFill/>
          </a:ln>
        </p:spPr>
      </p:sp>
      <p:sp>
        <p:nvSpPr>
          <p:cNvPr id="85" name="wm.whiteboard.162.54"/>
          <p:cNvSpPr/>
          <p:nvPr/>
        </p:nvSpPr>
        <p:spPr>
          <a:xfrm>
            <a:off x="2781300" y="914400"/>
            <a:ext cx="38100" cy="38100"/>
          </a:xfrm>
          <a:prstGeom prst="rect">
            <a:avLst/>
          </a:prstGeom>
          <a:solidFill>
            <a:srgbClr val="CED7E6">
              <a:alpha val="18425"/>
            </a:srgbClr>
          </a:solidFill>
          <a:ln>
            <a:noFill/>
          </a:ln>
        </p:spPr>
      </p:sp>
      <p:sp>
        <p:nvSpPr>
          <p:cNvPr id="86" name="wm.whiteboard.162.72"/>
          <p:cNvSpPr/>
          <p:nvPr/>
        </p:nvSpPr>
        <p:spPr>
          <a:xfrm>
            <a:off x="2781300" y="1143000"/>
            <a:ext cx="38100" cy="38100"/>
          </a:xfrm>
          <a:prstGeom prst="rect">
            <a:avLst/>
          </a:prstGeom>
          <a:solidFill>
            <a:srgbClr val="CED7E6">
              <a:alpha val="11167"/>
            </a:srgbClr>
          </a:solidFill>
          <a:ln>
            <a:noFill/>
          </a:ln>
        </p:spPr>
      </p:sp>
      <p:sp>
        <p:nvSpPr>
          <p:cNvPr id="87" name="wm.whiteboard.162.90"/>
          <p:cNvSpPr/>
          <p:nvPr/>
        </p:nvSpPr>
        <p:spPr>
          <a:xfrm>
            <a:off x="2781300" y="1371600"/>
            <a:ext cx="38100" cy="38100"/>
          </a:xfrm>
          <a:prstGeom prst="rect">
            <a:avLst/>
          </a:prstGeom>
          <a:solidFill>
            <a:srgbClr val="CED7E6">
              <a:alpha val="2388"/>
            </a:srgbClr>
          </a:solidFill>
          <a:ln>
            <a:noFill/>
          </a:ln>
        </p:spPr>
      </p:sp>
      <p:sp>
        <p:nvSpPr>
          <p:cNvPr id="88" name="wm.whiteboard.180.0"/>
          <p:cNvSpPr/>
          <p:nvPr/>
        </p:nvSpPr>
        <p:spPr>
          <a:xfrm>
            <a:off x="3009900" y="228600"/>
            <a:ext cx="38100" cy="38100"/>
          </a:xfrm>
          <a:prstGeom prst="rect">
            <a:avLst/>
          </a:prstGeom>
          <a:solidFill>
            <a:srgbClr val="CED7E6">
              <a:alpha val="14918"/>
            </a:srgbClr>
          </a:solidFill>
          <a:ln>
            <a:noFill/>
          </a:ln>
        </p:spPr>
      </p:sp>
      <p:sp>
        <p:nvSpPr>
          <p:cNvPr id="89" name="wm.whiteboard.180.18"/>
          <p:cNvSpPr/>
          <p:nvPr/>
        </p:nvSpPr>
        <p:spPr>
          <a:xfrm>
            <a:off x="3009900" y="457200"/>
            <a:ext cx="38100" cy="38100"/>
          </a:xfrm>
          <a:prstGeom prst="rect">
            <a:avLst/>
          </a:prstGeom>
          <a:solidFill>
            <a:srgbClr val="CED7E6">
              <a:alpha val="13741"/>
            </a:srgbClr>
          </a:solidFill>
          <a:ln>
            <a:noFill/>
          </a:ln>
        </p:spPr>
      </p:sp>
      <p:sp>
        <p:nvSpPr>
          <p:cNvPr id="90" name="wm.whiteboard.180.36"/>
          <p:cNvSpPr/>
          <p:nvPr/>
        </p:nvSpPr>
        <p:spPr>
          <a:xfrm>
            <a:off x="3009900" y="685800"/>
            <a:ext cx="38100" cy="38100"/>
          </a:xfrm>
          <a:prstGeom prst="rect">
            <a:avLst/>
          </a:prstGeom>
          <a:solidFill>
            <a:srgbClr val="CED7E6">
              <a:alpha val="10593"/>
            </a:srgbClr>
          </a:solidFill>
          <a:ln>
            <a:noFill/>
          </a:ln>
        </p:spPr>
      </p:sp>
      <p:sp>
        <p:nvSpPr>
          <p:cNvPr id="91" name="wm.whiteboard.180.54"/>
          <p:cNvSpPr/>
          <p:nvPr/>
        </p:nvSpPr>
        <p:spPr>
          <a:xfrm>
            <a:off x="3009900" y="914400"/>
            <a:ext cx="38100" cy="38100"/>
          </a:xfrm>
          <a:prstGeom prst="rect">
            <a:avLst/>
          </a:prstGeom>
          <a:solidFill>
            <a:srgbClr val="CED7E6">
              <a:alpha val="5600"/>
            </a:srgbClr>
          </a:solidFill>
          <a:ln>
            <a:noFill/>
          </a:ln>
        </p:spPr>
      </p:sp>
      <p:sp>
        <p:nvSpPr>
          <p:cNvPr id="92" name="wm.whiteboard.198.0"/>
          <p:cNvSpPr/>
          <p:nvPr/>
        </p:nvSpPr>
        <p:spPr>
          <a:xfrm>
            <a:off x="3238500" y="228600"/>
            <a:ext cx="38100" cy="38100"/>
          </a:xfrm>
          <a:prstGeom prst="rect">
            <a:avLst/>
          </a:prstGeom>
          <a:solidFill>
            <a:srgbClr val="CED7E6">
              <a:alpha val="1142"/>
            </a:srgbClr>
          </a:solidFill>
          <a:ln>
            <a:noFill/>
          </a:ln>
        </p:spPr>
      </p:sp>
      <p:sp>
        <p:nvSpPr>
          <p:cNvPr id="93" name="wm.whiteboard.198.18"/>
          <p:cNvSpPr/>
          <p:nvPr/>
        </p:nvSpPr>
        <p:spPr>
          <a:xfrm>
            <a:off x="3238500" y="457200"/>
            <a:ext cx="38100" cy="38100"/>
          </a:xfrm>
          <a:prstGeom prst="rect">
            <a:avLst/>
          </a:prstGeom>
          <a:solidFill>
            <a:srgbClr val="CED7E6">
              <a:alpha val="69"/>
            </a:srgbClr>
          </a:solidFill>
          <a:ln>
            <a:noFill/>
          </a:ln>
        </p:spPr>
      </p:sp>
      <p:sp>
        <p:nvSpPr>
          <p:cNvPr id="94" name="wm.header.rule"/>
          <p:cNvSpPr/>
          <p:nvPr/>
        </p:nvSpPr>
        <p:spPr>
          <a:xfrm>
            <a:off x="723900" y="1371600"/>
            <a:ext cx="10744200" cy="9525"/>
          </a:xfrm>
          <a:prstGeom prst="rect">
            <a:avLst/>
          </a:prstGeom>
          <a:solidFill>
            <a:srgbClr val="CED7E6"/>
          </a:solidFill>
          <a:ln>
            <a:noFill/>
          </a:ln>
        </p:spPr>
      </p:sp>
      <p:pic>
        <p:nvPicPr>
          <p:cNvPr id="95"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210300"/>
            <a:ext cx="729403" cy="152400"/>
          </a:xfrm>
          <a:prstGeom prst="rect">
            <a:avLst/>
          </a:prstGeom>
        </p:spPr>
      </p:pic>
      <p:sp>
        <p:nvSpPr>
          <p:cNvPr id="96" name="wm.legal"/>
          <p:cNvSpPr/>
          <p:nvPr/>
        </p:nvSpPr>
        <p:spPr>
          <a:xfrm>
            <a:off x="2171700" y="6172200"/>
            <a:ext cx="89154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wmds.frame.cfd50940dcc715534324">
    <p:bg>
      <p:bgPr>
        <a:solidFill>
          <a:srgbClr val="FFFFFF"/>
        </a:solidFill>
      </p:bgPr>
    </p:bg>
    <p:spTree>
      <p:nvGrpSpPr>
        <p:cNvPr id="1" name=""/>
        <p:cNvGrpSpPr/>
        <p:nvPr/>
      </p:nvGrpSpPr>
      <p:grpSpPr>
        <a:xfrm>
          <a:off x="0" y="0"/>
          <a:ext cx="0" cy="0"/>
          <a:chOff x="0" y="0"/>
          <a:chExt cx="0" cy="0"/>
        </a:xfrm>
      </p:grpSpPr>
      <p:sp>
        <p:nvSpPr>
          <p:cNvPr id="2" name="wm.footer.band"/>
          <p:cNvSpPr/>
          <p:nvPr/>
        </p:nvSpPr>
        <p:spPr>
          <a:xfrm>
            <a:off x="0" y="6172200"/>
            <a:ext cx="12192000" cy="685800"/>
          </a:xfrm>
          <a:prstGeom prst="rect">
            <a:avLst/>
          </a:prstGeom>
          <a:solidFill>
            <a:srgbClr val="E8EEF8"/>
          </a:solidFill>
          <a:ln>
            <a:noFill/>
          </a:ln>
        </p:spPr>
      </p:sp>
      <p:sp>
        <p:nvSpPr>
          <p:cNvPr id="3" name="wm.whiteboard.0.0"/>
          <p:cNvSpPr/>
          <p:nvPr/>
        </p:nvSpPr>
        <p:spPr>
          <a:xfrm>
            <a:off x="266700" y="228600"/>
            <a:ext cx="38100" cy="38100"/>
          </a:xfrm>
          <a:prstGeom prst="rect">
            <a:avLst/>
          </a:prstGeom>
          <a:solidFill>
            <a:srgbClr val="CED7E6"/>
          </a:solidFill>
          <a:ln>
            <a:noFill/>
          </a:ln>
        </p:spPr>
      </p:sp>
      <p:sp>
        <p:nvSpPr>
          <p:cNvPr id="4" name="wm.whiteboard.0.18"/>
          <p:cNvSpPr/>
          <p:nvPr/>
        </p:nvSpPr>
        <p:spPr>
          <a:xfrm>
            <a:off x="266700" y="457200"/>
            <a:ext cx="38100" cy="38100"/>
          </a:xfrm>
          <a:prstGeom prst="rect">
            <a:avLst/>
          </a:prstGeom>
          <a:solidFill>
            <a:srgbClr val="CED7E6"/>
          </a:solidFill>
          <a:ln>
            <a:noFill/>
          </a:ln>
        </p:spPr>
      </p:sp>
      <p:sp>
        <p:nvSpPr>
          <p:cNvPr id="5" name="wm.whiteboard.0.36"/>
          <p:cNvSpPr/>
          <p:nvPr/>
        </p:nvSpPr>
        <p:spPr>
          <a:xfrm>
            <a:off x="266700" y="685800"/>
            <a:ext cx="38100" cy="38100"/>
          </a:xfrm>
          <a:prstGeom prst="rect">
            <a:avLst/>
          </a:prstGeom>
          <a:solidFill>
            <a:srgbClr val="CED7E6"/>
          </a:solidFill>
          <a:ln>
            <a:noFill/>
          </a:ln>
        </p:spPr>
      </p:sp>
      <p:sp>
        <p:nvSpPr>
          <p:cNvPr id="6" name="wm.whiteboard.0.54"/>
          <p:cNvSpPr/>
          <p:nvPr/>
        </p:nvSpPr>
        <p:spPr>
          <a:xfrm>
            <a:off x="266700" y="914400"/>
            <a:ext cx="38100" cy="38100"/>
          </a:xfrm>
          <a:prstGeom prst="rect">
            <a:avLst/>
          </a:prstGeom>
          <a:solidFill>
            <a:srgbClr val="CED7E6"/>
          </a:solidFill>
          <a:ln>
            <a:noFill/>
          </a:ln>
        </p:spPr>
      </p:sp>
      <p:sp>
        <p:nvSpPr>
          <p:cNvPr id="7" name="wm.whiteboard.0.72"/>
          <p:cNvSpPr/>
          <p:nvPr/>
        </p:nvSpPr>
        <p:spPr>
          <a:xfrm>
            <a:off x="266700" y="1143000"/>
            <a:ext cx="38100" cy="38100"/>
          </a:xfrm>
          <a:prstGeom prst="rect">
            <a:avLst/>
          </a:prstGeom>
          <a:solidFill>
            <a:srgbClr val="CED7E6">
              <a:alpha val="85305"/>
            </a:srgbClr>
          </a:solidFill>
          <a:ln>
            <a:noFill/>
          </a:ln>
        </p:spPr>
      </p:sp>
      <p:sp>
        <p:nvSpPr>
          <p:cNvPr id="8" name="wm.whiteboard.0.90"/>
          <p:cNvSpPr/>
          <p:nvPr/>
        </p:nvSpPr>
        <p:spPr>
          <a:xfrm>
            <a:off x="266700" y="1371600"/>
            <a:ext cx="38100" cy="38100"/>
          </a:xfrm>
          <a:prstGeom prst="rect">
            <a:avLst/>
          </a:prstGeom>
          <a:solidFill>
            <a:srgbClr val="CED7E6">
              <a:alpha val="68524"/>
            </a:srgbClr>
          </a:solidFill>
          <a:ln>
            <a:noFill/>
          </a:ln>
        </p:spPr>
      </p:sp>
      <p:sp>
        <p:nvSpPr>
          <p:cNvPr id="9" name="wm.whiteboard.0.108"/>
          <p:cNvSpPr/>
          <p:nvPr/>
        </p:nvSpPr>
        <p:spPr>
          <a:xfrm>
            <a:off x="266700" y="1600200"/>
            <a:ext cx="38100" cy="38100"/>
          </a:xfrm>
          <a:prstGeom prst="rect">
            <a:avLst/>
          </a:prstGeom>
          <a:solidFill>
            <a:srgbClr val="CED7E6">
              <a:alpha val="51742"/>
            </a:srgbClr>
          </a:solidFill>
          <a:ln>
            <a:noFill/>
          </a:ln>
        </p:spPr>
      </p:sp>
      <p:sp>
        <p:nvSpPr>
          <p:cNvPr id="10" name="wm.whiteboard.0.126"/>
          <p:cNvSpPr/>
          <p:nvPr/>
        </p:nvSpPr>
        <p:spPr>
          <a:xfrm>
            <a:off x="266700" y="1828800"/>
            <a:ext cx="38100" cy="38100"/>
          </a:xfrm>
          <a:prstGeom prst="rect">
            <a:avLst/>
          </a:prstGeom>
          <a:solidFill>
            <a:srgbClr val="CED7E6">
              <a:alpha val="34959"/>
            </a:srgbClr>
          </a:solidFill>
          <a:ln>
            <a:noFill/>
          </a:ln>
        </p:spPr>
      </p:sp>
      <p:sp>
        <p:nvSpPr>
          <p:cNvPr id="11" name="wm.whiteboard.0.144"/>
          <p:cNvSpPr/>
          <p:nvPr/>
        </p:nvSpPr>
        <p:spPr>
          <a:xfrm>
            <a:off x="266700" y="2057400"/>
            <a:ext cx="38100" cy="38100"/>
          </a:xfrm>
          <a:prstGeom prst="rect">
            <a:avLst/>
          </a:prstGeom>
          <a:solidFill>
            <a:srgbClr val="CED7E6">
              <a:alpha val="18177"/>
            </a:srgbClr>
          </a:solidFill>
          <a:ln>
            <a:noFill/>
          </a:ln>
        </p:spPr>
      </p:sp>
      <p:sp>
        <p:nvSpPr>
          <p:cNvPr id="12" name="wm.whiteboard.0.162"/>
          <p:cNvSpPr/>
          <p:nvPr/>
        </p:nvSpPr>
        <p:spPr>
          <a:xfrm>
            <a:off x="266700" y="2286000"/>
            <a:ext cx="38100" cy="38100"/>
          </a:xfrm>
          <a:prstGeom prst="rect">
            <a:avLst/>
          </a:prstGeom>
          <a:solidFill>
            <a:srgbClr val="CED7E6">
              <a:alpha val="1394"/>
            </a:srgbClr>
          </a:solidFill>
          <a:ln>
            <a:noFill/>
          </a:ln>
        </p:spPr>
      </p:sp>
      <p:sp>
        <p:nvSpPr>
          <p:cNvPr id="13" name="wm.whiteboard.18.0"/>
          <p:cNvSpPr/>
          <p:nvPr/>
        </p:nvSpPr>
        <p:spPr>
          <a:xfrm>
            <a:off x="495300" y="228600"/>
            <a:ext cx="38100" cy="38100"/>
          </a:xfrm>
          <a:prstGeom prst="rect">
            <a:avLst/>
          </a:prstGeom>
          <a:solidFill>
            <a:srgbClr val="CED7E6"/>
          </a:solidFill>
          <a:ln>
            <a:noFill/>
          </a:ln>
        </p:spPr>
      </p:sp>
      <p:sp>
        <p:nvSpPr>
          <p:cNvPr id="14" name="wm.whiteboard.18.18"/>
          <p:cNvSpPr/>
          <p:nvPr/>
        </p:nvSpPr>
        <p:spPr>
          <a:xfrm>
            <a:off x="495300" y="457200"/>
            <a:ext cx="38100" cy="38100"/>
          </a:xfrm>
          <a:prstGeom prst="rect">
            <a:avLst/>
          </a:prstGeom>
          <a:solidFill>
            <a:srgbClr val="CED7E6"/>
          </a:solidFill>
          <a:ln>
            <a:noFill/>
          </a:ln>
        </p:spPr>
      </p:sp>
      <p:sp>
        <p:nvSpPr>
          <p:cNvPr id="15" name="wm.whiteboard.18.36"/>
          <p:cNvSpPr/>
          <p:nvPr/>
        </p:nvSpPr>
        <p:spPr>
          <a:xfrm>
            <a:off x="495300" y="685800"/>
            <a:ext cx="38100" cy="38100"/>
          </a:xfrm>
          <a:prstGeom prst="rect">
            <a:avLst/>
          </a:prstGeom>
          <a:solidFill>
            <a:srgbClr val="CED7E6"/>
          </a:solidFill>
          <a:ln>
            <a:noFill/>
          </a:ln>
        </p:spPr>
      </p:sp>
      <p:sp>
        <p:nvSpPr>
          <p:cNvPr id="16" name="wm.whiteboard.18.54"/>
          <p:cNvSpPr/>
          <p:nvPr/>
        </p:nvSpPr>
        <p:spPr>
          <a:xfrm>
            <a:off x="495300" y="914400"/>
            <a:ext cx="38100" cy="38100"/>
          </a:xfrm>
          <a:prstGeom prst="rect">
            <a:avLst/>
          </a:prstGeom>
          <a:solidFill>
            <a:srgbClr val="CED7E6">
              <a:alpha val="99988"/>
            </a:srgbClr>
          </a:solidFill>
          <a:ln>
            <a:noFill/>
          </a:ln>
        </p:spPr>
      </p:sp>
      <p:sp>
        <p:nvSpPr>
          <p:cNvPr id="17" name="wm.whiteboard.18.72"/>
          <p:cNvSpPr/>
          <p:nvPr/>
        </p:nvSpPr>
        <p:spPr>
          <a:xfrm>
            <a:off x="495300" y="1143000"/>
            <a:ext cx="38100" cy="38100"/>
          </a:xfrm>
          <a:prstGeom prst="rect">
            <a:avLst/>
          </a:prstGeom>
          <a:solidFill>
            <a:srgbClr val="CED7E6">
              <a:alpha val="83708"/>
            </a:srgbClr>
          </a:solidFill>
          <a:ln>
            <a:noFill/>
          </a:ln>
        </p:spPr>
      </p:sp>
      <p:sp>
        <p:nvSpPr>
          <p:cNvPr id="18" name="wm.whiteboard.18.90"/>
          <p:cNvSpPr/>
          <p:nvPr/>
        </p:nvSpPr>
        <p:spPr>
          <a:xfrm>
            <a:off x="495300" y="1371600"/>
            <a:ext cx="38100" cy="38100"/>
          </a:xfrm>
          <a:prstGeom prst="rect">
            <a:avLst/>
          </a:prstGeom>
          <a:solidFill>
            <a:srgbClr val="CED7E6">
              <a:alpha val="67236"/>
            </a:srgbClr>
          </a:solidFill>
          <a:ln>
            <a:noFill/>
          </a:ln>
        </p:spPr>
      </p:sp>
      <p:sp>
        <p:nvSpPr>
          <p:cNvPr id="19" name="wm.whiteboard.18.108"/>
          <p:cNvSpPr/>
          <p:nvPr/>
        </p:nvSpPr>
        <p:spPr>
          <a:xfrm>
            <a:off x="495300" y="1600200"/>
            <a:ext cx="38100" cy="38100"/>
          </a:xfrm>
          <a:prstGeom prst="rect">
            <a:avLst/>
          </a:prstGeom>
          <a:solidFill>
            <a:srgbClr val="CED7E6">
              <a:alpha val="50663"/>
            </a:srgbClr>
          </a:solidFill>
          <a:ln>
            <a:noFill/>
          </a:ln>
        </p:spPr>
      </p:sp>
      <p:sp>
        <p:nvSpPr>
          <p:cNvPr id="20" name="wm.whiteboard.18.126"/>
          <p:cNvSpPr/>
          <p:nvPr/>
        </p:nvSpPr>
        <p:spPr>
          <a:xfrm>
            <a:off x="495300" y="1828800"/>
            <a:ext cx="38100" cy="38100"/>
          </a:xfrm>
          <a:prstGeom prst="rect">
            <a:avLst/>
          </a:prstGeom>
          <a:solidFill>
            <a:srgbClr val="CED7E6">
              <a:alpha val="34032"/>
            </a:srgbClr>
          </a:solidFill>
          <a:ln>
            <a:noFill/>
          </a:ln>
        </p:spPr>
      </p:sp>
      <p:sp>
        <p:nvSpPr>
          <p:cNvPr id="21" name="wm.whiteboard.18.144"/>
          <p:cNvSpPr/>
          <p:nvPr/>
        </p:nvSpPr>
        <p:spPr>
          <a:xfrm>
            <a:off x="495300" y="2057400"/>
            <a:ext cx="38100" cy="38100"/>
          </a:xfrm>
          <a:prstGeom prst="rect">
            <a:avLst/>
          </a:prstGeom>
          <a:solidFill>
            <a:srgbClr val="CED7E6">
              <a:alpha val="17363"/>
            </a:srgbClr>
          </a:solidFill>
          <a:ln>
            <a:noFill/>
          </a:ln>
        </p:spPr>
      </p:sp>
      <p:sp>
        <p:nvSpPr>
          <p:cNvPr id="22" name="wm.whiteboard.18.162"/>
          <p:cNvSpPr/>
          <p:nvPr/>
        </p:nvSpPr>
        <p:spPr>
          <a:xfrm>
            <a:off x="495300" y="2286000"/>
            <a:ext cx="38100" cy="38100"/>
          </a:xfrm>
          <a:prstGeom prst="rect">
            <a:avLst/>
          </a:prstGeom>
          <a:solidFill>
            <a:srgbClr val="CED7E6">
              <a:alpha val="670"/>
            </a:srgbClr>
          </a:solidFill>
          <a:ln>
            <a:noFill/>
          </a:ln>
        </p:spPr>
      </p:sp>
      <p:sp>
        <p:nvSpPr>
          <p:cNvPr id="23" name="wm.whiteboard.36.0"/>
          <p:cNvSpPr/>
          <p:nvPr/>
        </p:nvSpPr>
        <p:spPr>
          <a:xfrm>
            <a:off x="723900" y="228600"/>
            <a:ext cx="38100" cy="38100"/>
          </a:xfrm>
          <a:prstGeom prst="rect">
            <a:avLst/>
          </a:prstGeom>
          <a:solidFill>
            <a:srgbClr val="CED7E6"/>
          </a:solidFill>
          <a:ln>
            <a:noFill/>
          </a:ln>
        </p:spPr>
      </p:sp>
      <p:sp>
        <p:nvSpPr>
          <p:cNvPr id="24" name="wm.whiteboard.36.18"/>
          <p:cNvSpPr/>
          <p:nvPr/>
        </p:nvSpPr>
        <p:spPr>
          <a:xfrm>
            <a:off x="723900" y="457200"/>
            <a:ext cx="38100" cy="38100"/>
          </a:xfrm>
          <a:prstGeom prst="rect">
            <a:avLst/>
          </a:prstGeom>
          <a:solidFill>
            <a:srgbClr val="CED7E6"/>
          </a:solidFill>
          <a:ln>
            <a:noFill/>
          </a:ln>
        </p:spPr>
      </p:sp>
      <p:sp>
        <p:nvSpPr>
          <p:cNvPr id="25" name="wm.whiteboard.36.36"/>
          <p:cNvSpPr/>
          <p:nvPr/>
        </p:nvSpPr>
        <p:spPr>
          <a:xfrm>
            <a:off x="723900" y="685800"/>
            <a:ext cx="38100" cy="38100"/>
          </a:xfrm>
          <a:prstGeom prst="rect">
            <a:avLst/>
          </a:prstGeom>
          <a:solidFill>
            <a:srgbClr val="CED7E6"/>
          </a:solidFill>
          <a:ln>
            <a:noFill/>
          </a:ln>
        </p:spPr>
      </p:sp>
      <p:sp>
        <p:nvSpPr>
          <p:cNvPr id="26" name="wm.whiteboard.36.54"/>
          <p:cNvSpPr/>
          <p:nvPr/>
        </p:nvSpPr>
        <p:spPr>
          <a:xfrm>
            <a:off x="723900" y="914400"/>
            <a:ext cx="38100" cy="38100"/>
          </a:xfrm>
          <a:prstGeom prst="rect">
            <a:avLst/>
          </a:prstGeom>
          <a:solidFill>
            <a:srgbClr val="CED7E6">
              <a:alpha val="94671"/>
            </a:srgbClr>
          </a:solidFill>
          <a:ln>
            <a:noFill/>
          </a:ln>
        </p:spPr>
      </p:sp>
      <p:sp>
        <p:nvSpPr>
          <p:cNvPr id="27" name="wm.whiteboard.36.72"/>
          <p:cNvSpPr/>
          <p:nvPr/>
        </p:nvSpPr>
        <p:spPr>
          <a:xfrm>
            <a:off x="723900" y="1143000"/>
            <a:ext cx="38100" cy="38100"/>
          </a:xfrm>
          <a:prstGeom prst="rect">
            <a:avLst/>
          </a:prstGeom>
          <a:solidFill>
            <a:srgbClr val="CED7E6">
              <a:alpha val="79547"/>
            </a:srgbClr>
          </a:solidFill>
          <a:ln>
            <a:noFill/>
          </a:ln>
        </p:spPr>
      </p:sp>
      <p:sp>
        <p:nvSpPr>
          <p:cNvPr id="28" name="wm.whiteboard.36.90"/>
          <p:cNvSpPr/>
          <p:nvPr/>
        </p:nvSpPr>
        <p:spPr>
          <a:xfrm>
            <a:off x="723900" y="1371600"/>
            <a:ext cx="38100" cy="38100"/>
          </a:xfrm>
          <a:prstGeom prst="rect">
            <a:avLst/>
          </a:prstGeom>
          <a:solidFill>
            <a:srgbClr val="CED7E6">
              <a:alpha val="63833"/>
            </a:srgbClr>
          </a:solidFill>
          <a:ln>
            <a:noFill/>
          </a:ln>
        </p:spPr>
      </p:sp>
      <p:sp>
        <p:nvSpPr>
          <p:cNvPr id="29" name="wm.whiteboard.36.108"/>
          <p:cNvSpPr/>
          <p:nvPr/>
        </p:nvSpPr>
        <p:spPr>
          <a:xfrm>
            <a:off x="723900" y="1600200"/>
            <a:ext cx="38100" cy="38100"/>
          </a:xfrm>
          <a:prstGeom prst="rect">
            <a:avLst/>
          </a:prstGeom>
          <a:solidFill>
            <a:srgbClr val="CED7E6">
              <a:alpha val="47790"/>
            </a:srgbClr>
          </a:solidFill>
          <a:ln>
            <a:noFill/>
          </a:ln>
        </p:spPr>
      </p:sp>
      <p:sp>
        <p:nvSpPr>
          <p:cNvPr id="30" name="wm.whiteboard.36.126"/>
          <p:cNvSpPr/>
          <p:nvPr/>
        </p:nvSpPr>
        <p:spPr>
          <a:xfrm>
            <a:off x="723900" y="1828800"/>
            <a:ext cx="38100" cy="38100"/>
          </a:xfrm>
          <a:prstGeom prst="rect">
            <a:avLst/>
          </a:prstGeom>
          <a:solidFill>
            <a:srgbClr val="CED7E6">
              <a:alpha val="31549"/>
            </a:srgbClr>
          </a:solidFill>
          <a:ln>
            <a:noFill/>
          </a:ln>
        </p:spPr>
      </p:sp>
      <p:sp>
        <p:nvSpPr>
          <p:cNvPr id="31" name="wm.whiteboard.36.144"/>
          <p:cNvSpPr/>
          <p:nvPr/>
        </p:nvSpPr>
        <p:spPr>
          <a:xfrm>
            <a:off x="723900" y="2057400"/>
            <a:ext cx="38100" cy="38100"/>
          </a:xfrm>
          <a:prstGeom prst="rect">
            <a:avLst/>
          </a:prstGeom>
          <a:solidFill>
            <a:srgbClr val="CED7E6">
              <a:alpha val="15179"/>
            </a:srgbClr>
          </a:solidFill>
          <a:ln>
            <a:noFill/>
          </a:ln>
        </p:spPr>
      </p:sp>
      <p:sp>
        <p:nvSpPr>
          <p:cNvPr id="32" name="wm.whiteboard.54.0"/>
          <p:cNvSpPr/>
          <p:nvPr/>
        </p:nvSpPr>
        <p:spPr>
          <a:xfrm>
            <a:off x="952500" y="228600"/>
            <a:ext cx="38100" cy="38100"/>
          </a:xfrm>
          <a:prstGeom prst="rect">
            <a:avLst/>
          </a:prstGeom>
          <a:solidFill>
            <a:srgbClr val="CED7E6"/>
          </a:solidFill>
          <a:ln>
            <a:noFill/>
          </a:ln>
        </p:spPr>
      </p:sp>
      <p:sp>
        <p:nvSpPr>
          <p:cNvPr id="33" name="wm.whiteboard.54.18"/>
          <p:cNvSpPr/>
          <p:nvPr/>
        </p:nvSpPr>
        <p:spPr>
          <a:xfrm>
            <a:off x="952500" y="457200"/>
            <a:ext cx="38100" cy="38100"/>
          </a:xfrm>
          <a:prstGeom prst="rect">
            <a:avLst/>
          </a:prstGeom>
          <a:solidFill>
            <a:srgbClr val="CED7E6"/>
          </a:solidFill>
          <a:ln>
            <a:noFill/>
          </a:ln>
        </p:spPr>
      </p:sp>
      <p:sp>
        <p:nvSpPr>
          <p:cNvPr id="34" name="wm.whiteboard.54.36"/>
          <p:cNvSpPr/>
          <p:nvPr/>
        </p:nvSpPr>
        <p:spPr>
          <a:xfrm>
            <a:off x="952500" y="685800"/>
            <a:ext cx="38100" cy="38100"/>
          </a:xfrm>
          <a:prstGeom prst="rect">
            <a:avLst/>
          </a:prstGeom>
          <a:solidFill>
            <a:srgbClr val="CED7E6">
              <a:alpha val="98827"/>
            </a:srgbClr>
          </a:solidFill>
          <a:ln>
            <a:noFill/>
          </a:ln>
        </p:spPr>
      </p:sp>
      <p:sp>
        <p:nvSpPr>
          <p:cNvPr id="35" name="wm.whiteboard.54.54"/>
          <p:cNvSpPr/>
          <p:nvPr/>
        </p:nvSpPr>
        <p:spPr>
          <a:xfrm>
            <a:off x="952500" y="914400"/>
            <a:ext cx="38100" cy="38100"/>
          </a:xfrm>
          <a:prstGeom prst="rect">
            <a:avLst/>
          </a:prstGeom>
          <a:solidFill>
            <a:srgbClr val="CED7E6">
              <a:alpha val="86895"/>
            </a:srgbClr>
          </a:solidFill>
          <a:ln>
            <a:noFill/>
          </a:ln>
        </p:spPr>
      </p:sp>
      <p:sp>
        <p:nvSpPr>
          <p:cNvPr id="36" name="wm.whiteboard.54.72"/>
          <p:cNvSpPr/>
          <p:nvPr/>
        </p:nvSpPr>
        <p:spPr>
          <a:xfrm>
            <a:off x="952500" y="1143000"/>
            <a:ext cx="38100" cy="38100"/>
          </a:xfrm>
          <a:prstGeom prst="rect">
            <a:avLst/>
          </a:prstGeom>
          <a:solidFill>
            <a:srgbClr val="CED7E6">
              <a:alpha val="73217"/>
            </a:srgbClr>
          </a:solidFill>
          <a:ln>
            <a:noFill/>
          </a:ln>
        </p:spPr>
      </p:sp>
      <p:sp>
        <p:nvSpPr>
          <p:cNvPr id="37" name="wm.whiteboard.54.90"/>
          <p:cNvSpPr/>
          <p:nvPr/>
        </p:nvSpPr>
        <p:spPr>
          <a:xfrm>
            <a:off x="952500" y="1371600"/>
            <a:ext cx="38100" cy="38100"/>
          </a:xfrm>
          <a:prstGeom prst="rect">
            <a:avLst/>
          </a:prstGeom>
          <a:solidFill>
            <a:srgbClr val="CED7E6">
              <a:alpha val="58541"/>
            </a:srgbClr>
          </a:solidFill>
          <a:ln>
            <a:noFill/>
          </a:ln>
        </p:spPr>
      </p:sp>
      <p:sp>
        <p:nvSpPr>
          <p:cNvPr id="38" name="wm.whiteboard.54.108"/>
          <p:cNvSpPr/>
          <p:nvPr/>
        </p:nvSpPr>
        <p:spPr>
          <a:xfrm>
            <a:off x="952500" y="1600200"/>
            <a:ext cx="38100" cy="38100"/>
          </a:xfrm>
          <a:prstGeom prst="rect">
            <a:avLst/>
          </a:prstGeom>
          <a:solidFill>
            <a:srgbClr val="CED7E6">
              <a:alpha val="43263"/>
            </a:srgbClr>
          </a:solidFill>
          <a:ln>
            <a:noFill/>
          </a:ln>
        </p:spPr>
      </p:sp>
      <p:sp>
        <p:nvSpPr>
          <p:cNvPr id="39" name="wm.whiteboard.54.126"/>
          <p:cNvSpPr/>
          <p:nvPr/>
        </p:nvSpPr>
        <p:spPr>
          <a:xfrm>
            <a:off x="952500" y="1828800"/>
            <a:ext cx="38100" cy="38100"/>
          </a:xfrm>
          <a:prstGeom prst="rect">
            <a:avLst/>
          </a:prstGeom>
          <a:solidFill>
            <a:srgbClr val="CED7E6">
              <a:alpha val="27603"/>
            </a:srgbClr>
          </a:solidFill>
          <a:ln>
            <a:noFill/>
          </a:ln>
        </p:spPr>
      </p:sp>
      <p:sp>
        <p:nvSpPr>
          <p:cNvPr id="40" name="wm.whiteboard.54.144"/>
          <p:cNvSpPr/>
          <p:nvPr/>
        </p:nvSpPr>
        <p:spPr>
          <a:xfrm>
            <a:off x="952500" y="2057400"/>
            <a:ext cx="38100" cy="38100"/>
          </a:xfrm>
          <a:prstGeom prst="rect">
            <a:avLst/>
          </a:prstGeom>
          <a:solidFill>
            <a:srgbClr val="CED7E6">
              <a:alpha val="11687"/>
            </a:srgbClr>
          </a:solidFill>
          <a:ln>
            <a:noFill/>
          </a:ln>
        </p:spPr>
      </p:sp>
      <p:sp>
        <p:nvSpPr>
          <p:cNvPr id="41" name="wm.whiteboard.72.0"/>
          <p:cNvSpPr/>
          <p:nvPr/>
        </p:nvSpPr>
        <p:spPr>
          <a:xfrm>
            <a:off x="1181100" y="228600"/>
            <a:ext cx="38100" cy="38100"/>
          </a:xfrm>
          <a:prstGeom prst="rect">
            <a:avLst/>
          </a:prstGeom>
          <a:solidFill>
            <a:srgbClr val="CED7E6">
              <a:alpha val="97572"/>
            </a:srgbClr>
          </a:solidFill>
          <a:ln>
            <a:noFill/>
          </a:ln>
        </p:spPr>
      </p:sp>
      <p:sp>
        <p:nvSpPr>
          <p:cNvPr id="42" name="wm.whiteboard.72.18"/>
          <p:cNvSpPr/>
          <p:nvPr/>
        </p:nvSpPr>
        <p:spPr>
          <a:xfrm>
            <a:off x="1181100" y="457200"/>
            <a:ext cx="38100" cy="38100"/>
          </a:xfrm>
          <a:prstGeom prst="rect">
            <a:avLst/>
          </a:prstGeom>
          <a:solidFill>
            <a:srgbClr val="CED7E6">
              <a:alpha val="94724"/>
            </a:srgbClr>
          </a:solidFill>
          <a:ln>
            <a:noFill/>
          </a:ln>
        </p:spPr>
      </p:sp>
      <p:sp>
        <p:nvSpPr>
          <p:cNvPr id="43" name="wm.whiteboard.72.36"/>
          <p:cNvSpPr/>
          <p:nvPr/>
        </p:nvSpPr>
        <p:spPr>
          <a:xfrm>
            <a:off x="1181100" y="685800"/>
            <a:ext cx="38100" cy="38100"/>
          </a:xfrm>
          <a:prstGeom prst="rect">
            <a:avLst/>
          </a:prstGeom>
          <a:solidFill>
            <a:srgbClr val="CED7E6">
              <a:alpha val="87609"/>
            </a:srgbClr>
          </a:solidFill>
          <a:ln>
            <a:noFill/>
          </a:ln>
        </p:spPr>
      </p:sp>
      <p:sp>
        <p:nvSpPr>
          <p:cNvPr id="44" name="wm.whiteboard.72.54"/>
          <p:cNvSpPr/>
          <p:nvPr/>
        </p:nvSpPr>
        <p:spPr>
          <a:xfrm>
            <a:off x="1181100" y="914400"/>
            <a:ext cx="38100" cy="38100"/>
          </a:xfrm>
          <a:prstGeom prst="rect">
            <a:avLst/>
          </a:prstGeom>
          <a:solidFill>
            <a:srgbClr val="CED7E6">
              <a:alpha val="77408"/>
            </a:srgbClr>
          </a:solidFill>
          <a:ln>
            <a:noFill/>
          </a:ln>
        </p:spPr>
      </p:sp>
      <p:sp>
        <p:nvSpPr>
          <p:cNvPr id="45" name="wm.whiteboard.72.72"/>
          <p:cNvSpPr/>
          <p:nvPr/>
        </p:nvSpPr>
        <p:spPr>
          <a:xfrm>
            <a:off x="1181100" y="1143000"/>
            <a:ext cx="38100" cy="38100"/>
          </a:xfrm>
          <a:prstGeom prst="rect">
            <a:avLst/>
          </a:prstGeom>
          <a:solidFill>
            <a:srgbClr val="CED7E6">
              <a:alpha val="65181"/>
            </a:srgbClr>
          </a:solidFill>
          <a:ln>
            <a:noFill/>
          </a:ln>
        </p:spPr>
      </p:sp>
      <p:sp>
        <p:nvSpPr>
          <p:cNvPr id="46" name="wm.whiteboard.72.90"/>
          <p:cNvSpPr/>
          <p:nvPr/>
        </p:nvSpPr>
        <p:spPr>
          <a:xfrm>
            <a:off x="1181100" y="1371600"/>
            <a:ext cx="38100" cy="38100"/>
          </a:xfrm>
          <a:prstGeom prst="rect">
            <a:avLst/>
          </a:prstGeom>
          <a:solidFill>
            <a:srgbClr val="CED7E6">
              <a:alpha val="51653"/>
            </a:srgbClr>
          </a:solidFill>
          <a:ln>
            <a:noFill/>
          </a:ln>
        </p:spPr>
      </p:sp>
      <p:sp>
        <p:nvSpPr>
          <p:cNvPr id="47" name="wm.whiteboard.72.108"/>
          <p:cNvSpPr/>
          <p:nvPr/>
        </p:nvSpPr>
        <p:spPr>
          <a:xfrm>
            <a:off x="1181100" y="1600200"/>
            <a:ext cx="38100" cy="38100"/>
          </a:xfrm>
          <a:prstGeom prst="rect">
            <a:avLst/>
          </a:prstGeom>
          <a:solidFill>
            <a:srgbClr val="CED7E6">
              <a:alpha val="37275"/>
            </a:srgbClr>
          </a:solidFill>
          <a:ln>
            <a:noFill/>
          </a:ln>
        </p:spPr>
      </p:sp>
      <p:sp>
        <p:nvSpPr>
          <p:cNvPr id="48" name="wm.whiteboard.72.126"/>
          <p:cNvSpPr/>
          <p:nvPr/>
        </p:nvSpPr>
        <p:spPr>
          <a:xfrm>
            <a:off x="1181100" y="1828800"/>
            <a:ext cx="38100" cy="38100"/>
          </a:xfrm>
          <a:prstGeom prst="rect">
            <a:avLst/>
          </a:prstGeom>
          <a:solidFill>
            <a:srgbClr val="CED7E6">
              <a:alpha val="22326"/>
            </a:srgbClr>
          </a:solidFill>
          <a:ln>
            <a:noFill/>
          </a:ln>
        </p:spPr>
      </p:sp>
      <p:sp>
        <p:nvSpPr>
          <p:cNvPr id="49" name="wm.whiteboard.72.144"/>
          <p:cNvSpPr/>
          <p:nvPr/>
        </p:nvSpPr>
        <p:spPr>
          <a:xfrm>
            <a:off x="1181100" y="2057400"/>
            <a:ext cx="38100" cy="38100"/>
          </a:xfrm>
          <a:prstGeom prst="rect">
            <a:avLst/>
          </a:prstGeom>
          <a:solidFill>
            <a:srgbClr val="CED7E6">
              <a:alpha val="6980"/>
            </a:srgbClr>
          </a:solidFill>
          <a:ln>
            <a:noFill/>
          </a:ln>
        </p:spPr>
      </p:sp>
      <p:sp>
        <p:nvSpPr>
          <p:cNvPr id="50" name="wm.whiteboard.90.0"/>
          <p:cNvSpPr/>
          <p:nvPr/>
        </p:nvSpPr>
        <p:spPr>
          <a:xfrm>
            <a:off x="1409700" y="228600"/>
            <a:ext cx="38100" cy="38100"/>
          </a:xfrm>
          <a:prstGeom prst="rect">
            <a:avLst/>
          </a:prstGeom>
          <a:solidFill>
            <a:srgbClr val="CED7E6">
              <a:alpha val="83798"/>
            </a:srgbClr>
          </a:solidFill>
          <a:ln>
            <a:noFill/>
          </a:ln>
        </p:spPr>
      </p:sp>
      <p:sp>
        <p:nvSpPr>
          <p:cNvPr id="51" name="wm.whiteboard.90.18"/>
          <p:cNvSpPr/>
          <p:nvPr/>
        </p:nvSpPr>
        <p:spPr>
          <a:xfrm>
            <a:off x="1409700" y="457200"/>
            <a:ext cx="38100" cy="38100"/>
          </a:xfrm>
          <a:prstGeom prst="rect">
            <a:avLst/>
          </a:prstGeom>
          <a:solidFill>
            <a:srgbClr val="CED7E6">
              <a:alpha val="81490"/>
            </a:srgbClr>
          </a:solidFill>
          <a:ln>
            <a:noFill/>
          </a:ln>
        </p:spPr>
      </p:sp>
      <p:sp>
        <p:nvSpPr>
          <p:cNvPr id="52" name="wm.whiteboard.90.36"/>
          <p:cNvSpPr/>
          <p:nvPr/>
        </p:nvSpPr>
        <p:spPr>
          <a:xfrm>
            <a:off x="1409700" y="685800"/>
            <a:ext cx="38100" cy="38100"/>
          </a:xfrm>
          <a:prstGeom prst="rect">
            <a:avLst/>
          </a:prstGeom>
          <a:solidFill>
            <a:srgbClr val="CED7E6">
              <a:alpha val="75569"/>
            </a:srgbClr>
          </a:solidFill>
          <a:ln>
            <a:noFill/>
          </a:ln>
        </p:spPr>
      </p:sp>
      <p:sp>
        <p:nvSpPr>
          <p:cNvPr id="53" name="wm.whiteboard.90.54"/>
          <p:cNvSpPr/>
          <p:nvPr/>
        </p:nvSpPr>
        <p:spPr>
          <a:xfrm>
            <a:off x="1409700" y="914400"/>
            <a:ext cx="38100" cy="38100"/>
          </a:xfrm>
          <a:prstGeom prst="rect">
            <a:avLst/>
          </a:prstGeom>
          <a:solidFill>
            <a:srgbClr val="CED7E6">
              <a:alpha val="66767"/>
            </a:srgbClr>
          </a:solidFill>
          <a:ln>
            <a:noFill/>
          </a:ln>
        </p:spPr>
      </p:sp>
      <p:sp>
        <p:nvSpPr>
          <p:cNvPr id="54" name="wm.whiteboard.90.72"/>
          <p:cNvSpPr/>
          <p:nvPr/>
        </p:nvSpPr>
        <p:spPr>
          <a:xfrm>
            <a:off x="1409700" y="1143000"/>
            <a:ext cx="38100" cy="38100"/>
          </a:xfrm>
          <a:prstGeom prst="rect">
            <a:avLst/>
          </a:prstGeom>
          <a:solidFill>
            <a:srgbClr val="CED7E6">
              <a:alpha val="55859"/>
            </a:srgbClr>
          </a:solidFill>
          <a:ln>
            <a:noFill/>
          </a:ln>
        </p:spPr>
      </p:sp>
      <p:sp>
        <p:nvSpPr>
          <p:cNvPr id="55" name="wm.whiteboard.90.90"/>
          <p:cNvSpPr/>
          <p:nvPr/>
        </p:nvSpPr>
        <p:spPr>
          <a:xfrm>
            <a:off x="1409700" y="1371600"/>
            <a:ext cx="38100" cy="38100"/>
          </a:xfrm>
          <a:prstGeom prst="rect">
            <a:avLst/>
          </a:prstGeom>
          <a:solidFill>
            <a:srgbClr val="CED7E6">
              <a:alpha val="43468"/>
            </a:srgbClr>
          </a:solidFill>
          <a:ln>
            <a:noFill/>
          </a:ln>
        </p:spPr>
      </p:sp>
      <p:sp>
        <p:nvSpPr>
          <p:cNvPr id="56" name="wm.whiteboard.90.108"/>
          <p:cNvSpPr/>
          <p:nvPr/>
        </p:nvSpPr>
        <p:spPr>
          <a:xfrm>
            <a:off x="1409700" y="1600200"/>
            <a:ext cx="38100" cy="38100"/>
          </a:xfrm>
          <a:prstGeom prst="rect">
            <a:avLst/>
          </a:prstGeom>
          <a:solidFill>
            <a:srgbClr val="CED7E6">
              <a:alpha val="30037"/>
            </a:srgbClr>
          </a:solidFill>
          <a:ln>
            <a:noFill/>
          </a:ln>
        </p:spPr>
      </p:sp>
      <p:sp>
        <p:nvSpPr>
          <p:cNvPr id="57" name="wm.whiteboard.90.126"/>
          <p:cNvSpPr/>
          <p:nvPr/>
        </p:nvSpPr>
        <p:spPr>
          <a:xfrm>
            <a:off x="1409700" y="1828800"/>
            <a:ext cx="38100" cy="38100"/>
          </a:xfrm>
          <a:prstGeom prst="rect">
            <a:avLst/>
          </a:prstGeom>
          <a:solidFill>
            <a:srgbClr val="CED7E6">
              <a:alpha val="15870"/>
            </a:srgbClr>
          </a:solidFill>
          <a:ln>
            <a:noFill/>
          </a:ln>
        </p:spPr>
      </p:sp>
      <p:sp>
        <p:nvSpPr>
          <p:cNvPr id="58" name="wm.whiteboard.90.144"/>
          <p:cNvSpPr/>
          <p:nvPr/>
        </p:nvSpPr>
        <p:spPr>
          <a:xfrm>
            <a:off x="1409700" y="2057400"/>
            <a:ext cx="38100" cy="38100"/>
          </a:xfrm>
          <a:prstGeom prst="rect">
            <a:avLst/>
          </a:prstGeom>
          <a:solidFill>
            <a:srgbClr val="CED7E6">
              <a:alpha val="1171"/>
            </a:srgbClr>
          </a:solidFill>
          <a:ln>
            <a:noFill/>
          </a:ln>
        </p:spPr>
      </p:sp>
      <p:sp>
        <p:nvSpPr>
          <p:cNvPr id="59" name="wm.whiteboard.108.0"/>
          <p:cNvSpPr/>
          <p:nvPr/>
        </p:nvSpPr>
        <p:spPr>
          <a:xfrm>
            <a:off x="1638300" y="228600"/>
            <a:ext cx="38100" cy="38100"/>
          </a:xfrm>
          <a:prstGeom prst="rect">
            <a:avLst/>
          </a:prstGeom>
          <a:solidFill>
            <a:srgbClr val="CED7E6">
              <a:alpha val="70023"/>
            </a:srgbClr>
          </a:solidFill>
          <a:ln>
            <a:noFill/>
          </a:ln>
        </p:spPr>
      </p:sp>
      <p:sp>
        <p:nvSpPr>
          <p:cNvPr id="60" name="wm.whiteboard.108.18"/>
          <p:cNvSpPr/>
          <p:nvPr/>
        </p:nvSpPr>
        <p:spPr>
          <a:xfrm>
            <a:off x="1638300" y="457200"/>
            <a:ext cx="38100" cy="38100"/>
          </a:xfrm>
          <a:prstGeom prst="rect">
            <a:avLst/>
          </a:prstGeom>
          <a:solidFill>
            <a:srgbClr val="CED7E6">
              <a:alpha val="68085"/>
            </a:srgbClr>
          </a:solidFill>
          <a:ln>
            <a:noFill/>
          </a:ln>
        </p:spPr>
      </p:sp>
      <p:sp>
        <p:nvSpPr>
          <p:cNvPr id="61" name="wm.whiteboard.108.36"/>
          <p:cNvSpPr/>
          <p:nvPr/>
        </p:nvSpPr>
        <p:spPr>
          <a:xfrm>
            <a:off x="1638300" y="685800"/>
            <a:ext cx="38100" cy="38100"/>
          </a:xfrm>
          <a:prstGeom prst="rect">
            <a:avLst/>
          </a:prstGeom>
          <a:solidFill>
            <a:srgbClr val="CED7E6">
              <a:alpha val="63033"/>
            </a:srgbClr>
          </a:solidFill>
          <a:ln>
            <a:noFill/>
          </a:ln>
        </p:spPr>
      </p:sp>
      <p:sp>
        <p:nvSpPr>
          <p:cNvPr id="62" name="wm.whiteboard.108.54"/>
          <p:cNvSpPr/>
          <p:nvPr/>
        </p:nvSpPr>
        <p:spPr>
          <a:xfrm>
            <a:off x="1638300" y="914400"/>
            <a:ext cx="38100" cy="38100"/>
          </a:xfrm>
          <a:prstGeom prst="rect">
            <a:avLst/>
          </a:prstGeom>
          <a:solidFill>
            <a:srgbClr val="CED7E6">
              <a:alpha val="55346"/>
            </a:srgbClr>
          </a:solidFill>
          <a:ln>
            <a:noFill/>
          </a:ln>
        </p:spPr>
      </p:sp>
      <p:sp>
        <p:nvSpPr>
          <p:cNvPr id="63" name="wm.whiteboard.108.72"/>
          <p:cNvSpPr/>
          <p:nvPr/>
        </p:nvSpPr>
        <p:spPr>
          <a:xfrm>
            <a:off x="1638300" y="1143000"/>
            <a:ext cx="38100" cy="38100"/>
          </a:xfrm>
          <a:prstGeom prst="rect">
            <a:avLst/>
          </a:prstGeom>
          <a:solidFill>
            <a:srgbClr val="CED7E6">
              <a:alpha val="45583"/>
            </a:srgbClr>
          </a:solidFill>
          <a:ln>
            <a:noFill/>
          </a:ln>
        </p:spPr>
      </p:sp>
      <p:sp>
        <p:nvSpPr>
          <p:cNvPr id="64" name="wm.whiteboard.108.90"/>
          <p:cNvSpPr/>
          <p:nvPr/>
        </p:nvSpPr>
        <p:spPr>
          <a:xfrm>
            <a:off x="1638300" y="1371600"/>
            <a:ext cx="38100" cy="38100"/>
          </a:xfrm>
          <a:prstGeom prst="rect">
            <a:avLst/>
          </a:prstGeom>
          <a:solidFill>
            <a:srgbClr val="CED7E6">
              <a:alpha val="34251"/>
            </a:srgbClr>
          </a:solidFill>
          <a:ln>
            <a:noFill/>
          </a:ln>
        </p:spPr>
      </p:sp>
      <p:sp>
        <p:nvSpPr>
          <p:cNvPr id="65" name="wm.whiteboard.108.108"/>
          <p:cNvSpPr/>
          <p:nvPr/>
        </p:nvSpPr>
        <p:spPr>
          <a:xfrm>
            <a:off x="1638300" y="1600200"/>
            <a:ext cx="38100" cy="38100"/>
          </a:xfrm>
          <a:prstGeom prst="rect">
            <a:avLst/>
          </a:prstGeom>
          <a:solidFill>
            <a:srgbClr val="CED7E6">
              <a:alpha val="21754"/>
            </a:srgbClr>
          </a:solidFill>
          <a:ln>
            <a:noFill/>
          </a:ln>
        </p:spPr>
      </p:sp>
      <p:sp>
        <p:nvSpPr>
          <p:cNvPr id="66" name="wm.whiteboard.108.126"/>
          <p:cNvSpPr/>
          <p:nvPr/>
        </p:nvSpPr>
        <p:spPr>
          <a:xfrm>
            <a:off x="1638300" y="1828800"/>
            <a:ext cx="38100" cy="38100"/>
          </a:xfrm>
          <a:prstGeom prst="rect">
            <a:avLst/>
          </a:prstGeom>
          <a:solidFill>
            <a:srgbClr val="CED7E6">
              <a:alpha val="8391"/>
            </a:srgbClr>
          </a:solidFill>
          <a:ln>
            <a:noFill/>
          </a:ln>
        </p:spPr>
      </p:sp>
      <p:sp>
        <p:nvSpPr>
          <p:cNvPr id="67" name="wm.whiteboard.126.0"/>
          <p:cNvSpPr/>
          <p:nvPr/>
        </p:nvSpPr>
        <p:spPr>
          <a:xfrm>
            <a:off x="1866900" y="228600"/>
            <a:ext cx="38100" cy="38100"/>
          </a:xfrm>
          <a:prstGeom prst="rect">
            <a:avLst/>
          </a:prstGeom>
          <a:solidFill>
            <a:srgbClr val="CED7E6">
              <a:alpha val="56247"/>
            </a:srgbClr>
          </a:solidFill>
          <a:ln>
            <a:noFill/>
          </a:ln>
        </p:spPr>
      </p:sp>
      <p:sp>
        <p:nvSpPr>
          <p:cNvPr id="68" name="wm.whiteboard.126.18"/>
          <p:cNvSpPr/>
          <p:nvPr/>
        </p:nvSpPr>
        <p:spPr>
          <a:xfrm>
            <a:off x="1866900" y="457200"/>
            <a:ext cx="38100" cy="38100"/>
          </a:xfrm>
          <a:prstGeom prst="rect">
            <a:avLst/>
          </a:prstGeom>
          <a:solidFill>
            <a:srgbClr val="CED7E6">
              <a:alpha val="54578"/>
            </a:srgbClr>
          </a:solidFill>
          <a:ln>
            <a:noFill/>
          </a:ln>
        </p:spPr>
      </p:sp>
      <p:sp>
        <p:nvSpPr>
          <p:cNvPr id="69" name="wm.whiteboard.126.36"/>
          <p:cNvSpPr/>
          <p:nvPr/>
        </p:nvSpPr>
        <p:spPr>
          <a:xfrm>
            <a:off x="1866900" y="685800"/>
            <a:ext cx="38100" cy="38100"/>
          </a:xfrm>
          <a:prstGeom prst="rect">
            <a:avLst/>
          </a:prstGeom>
          <a:solidFill>
            <a:srgbClr val="CED7E6">
              <a:alpha val="50182"/>
            </a:srgbClr>
          </a:solidFill>
          <a:ln>
            <a:noFill/>
          </a:ln>
        </p:spPr>
      </p:sp>
      <p:sp>
        <p:nvSpPr>
          <p:cNvPr id="70" name="wm.whiteboard.126.54"/>
          <p:cNvSpPr/>
          <p:nvPr/>
        </p:nvSpPr>
        <p:spPr>
          <a:xfrm>
            <a:off x="1866900" y="914400"/>
            <a:ext cx="38100" cy="38100"/>
          </a:xfrm>
          <a:prstGeom prst="rect">
            <a:avLst/>
          </a:prstGeom>
          <a:solidFill>
            <a:srgbClr val="CED7E6">
              <a:alpha val="43386"/>
            </a:srgbClr>
          </a:solidFill>
          <a:ln>
            <a:noFill/>
          </a:ln>
        </p:spPr>
      </p:sp>
      <p:sp>
        <p:nvSpPr>
          <p:cNvPr id="71" name="wm.whiteboard.126.72"/>
          <p:cNvSpPr/>
          <p:nvPr/>
        </p:nvSpPr>
        <p:spPr>
          <a:xfrm>
            <a:off x="1866900" y="1143000"/>
            <a:ext cx="38100" cy="38100"/>
          </a:xfrm>
          <a:prstGeom prst="rect">
            <a:avLst/>
          </a:prstGeom>
          <a:solidFill>
            <a:srgbClr val="CED7E6">
              <a:alpha val="34598"/>
            </a:srgbClr>
          </a:solidFill>
          <a:ln>
            <a:noFill/>
          </a:ln>
        </p:spPr>
      </p:sp>
      <p:sp>
        <p:nvSpPr>
          <p:cNvPr id="72" name="wm.whiteboard.126.90"/>
          <p:cNvSpPr/>
          <p:nvPr/>
        </p:nvSpPr>
        <p:spPr>
          <a:xfrm>
            <a:off x="1866900" y="1371600"/>
            <a:ext cx="38100" cy="38100"/>
          </a:xfrm>
          <a:prstGeom prst="rect">
            <a:avLst/>
          </a:prstGeom>
          <a:solidFill>
            <a:srgbClr val="CED7E6">
              <a:alpha val="24223"/>
            </a:srgbClr>
          </a:solidFill>
          <a:ln>
            <a:noFill/>
          </a:ln>
        </p:spPr>
      </p:sp>
      <p:sp>
        <p:nvSpPr>
          <p:cNvPr id="73" name="wm.whiteboard.126.108"/>
          <p:cNvSpPr/>
          <p:nvPr/>
        </p:nvSpPr>
        <p:spPr>
          <a:xfrm>
            <a:off x="1866900" y="1600200"/>
            <a:ext cx="38100" cy="38100"/>
          </a:xfrm>
          <a:prstGeom prst="rect">
            <a:avLst/>
          </a:prstGeom>
          <a:solidFill>
            <a:srgbClr val="CED7E6">
              <a:alpha val="12610"/>
            </a:srgbClr>
          </a:solidFill>
          <a:ln>
            <a:noFill/>
          </a:ln>
        </p:spPr>
      </p:sp>
      <p:sp>
        <p:nvSpPr>
          <p:cNvPr id="74" name="wm.whiteboard.126.126"/>
          <p:cNvSpPr/>
          <p:nvPr/>
        </p:nvSpPr>
        <p:spPr>
          <a:xfrm>
            <a:off x="1866900" y="1828800"/>
            <a:ext cx="38100" cy="38100"/>
          </a:xfrm>
          <a:prstGeom prst="rect">
            <a:avLst/>
          </a:prstGeom>
          <a:solidFill>
            <a:srgbClr val="CED7E6">
              <a:alpha val="40"/>
            </a:srgbClr>
          </a:solidFill>
          <a:ln>
            <a:noFill/>
          </a:ln>
        </p:spPr>
      </p:sp>
      <p:sp>
        <p:nvSpPr>
          <p:cNvPr id="75" name="wm.whiteboard.144.0"/>
          <p:cNvSpPr/>
          <p:nvPr/>
        </p:nvSpPr>
        <p:spPr>
          <a:xfrm>
            <a:off x="2095500" y="228600"/>
            <a:ext cx="38100" cy="38100"/>
          </a:xfrm>
          <a:prstGeom prst="rect">
            <a:avLst/>
          </a:prstGeom>
          <a:solidFill>
            <a:srgbClr val="CED7E6">
              <a:alpha val="42471"/>
            </a:srgbClr>
          </a:solidFill>
          <a:ln>
            <a:noFill/>
          </a:ln>
        </p:spPr>
      </p:sp>
      <p:sp>
        <p:nvSpPr>
          <p:cNvPr id="76" name="wm.whiteboard.144.18"/>
          <p:cNvSpPr/>
          <p:nvPr/>
        </p:nvSpPr>
        <p:spPr>
          <a:xfrm>
            <a:off x="2095500" y="457200"/>
            <a:ext cx="38100" cy="38100"/>
          </a:xfrm>
          <a:prstGeom prst="rect">
            <a:avLst/>
          </a:prstGeom>
          <a:solidFill>
            <a:srgbClr val="CED7E6">
              <a:alpha val="41005"/>
            </a:srgbClr>
          </a:solidFill>
          <a:ln>
            <a:noFill/>
          </a:ln>
        </p:spPr>
      </p:sp>
      <p:sp>
        <p:nvSpPr>
          <p:cNvPr id="77" name="wm.whiteboard.144.36"/>
          <p:cNvSpPr/>
          <p:nvPr/>
        </p:nvSpPr>
        <p:spPr>
          <a:xfrm>
            <a:off x="2095500" y="685800"/>
            <a:ext cx="38100" cy="38100"/>
          </a:xfrm>
          <a:prstGeom prst="rect">
            <a:avLst/>
          </a:prstGeom>
          <a:solidFill>
            <a:srgbClr val="CED7E6">
              <a:alpha val="37120"/>
            </a:srgbClr>
          </a:solidFill>
          <a:ln>
            <a:noFill/>
          </a:ln>
        </p:spPr>
      </p:sp>
      <p:sp>
        <p:nvSpPr>
          <p:cNvPr id="78" name="wm.whiteboard.144.54"/>
          <p:cNvSpPr/>
          <p:nvPr/>
        </p:nvSpPr>
        <p:spPr>
          <a:xfrm>
            <a:off x="2095500" y="914400"/>
            <a:ext cx="38100" cy="38100"/>
          </a:xfrm>
          <a:prstGeom prst="rect">
            <a:avLst/>
          </a:prstGeom>
          <a:solidFill>
            <a:srgbClr val="CED7E6">
              <a:alpha val="31044"/>
            </a:srgbClr>
          </a:solidFill>
          <a:ln>
            <a:noFill/>
          </a:ln>
        </p:spPr>
      </p:sp>
      <p:sp>
        <p:nvSpPr>
          <p:cNvPr id="79" name="wm.whiteboard.144.72"/>
          <p:cNvSpPr/>
          <p:nvPr/>
        </p:nvSpPr>
        <p:spPr>
          <a:xfrm>
            <a:off x="2095500" y="1143000"/>
            <a:ext cx="38100" cy="38100"/>
          </a:xfrm>
          <a:prstGeom prst="rect">
            <a:avLst/>
          </a:prstGeom>
          <a:solidFill>
            <a:srgbClr val="CED7E6">
              <a:alpha val="23083"/>
            </a:srgbClr>
          </a:solidFill>
          <a:ln>
            <a:noFill/>
          </a:ln>
        </p:spPr>
      </p:sp>
      <p:sp>
        <p:nvSpPr>
          <p:cNvPr id="80" name="wm.whiteboard.144.90"/>
          <p:cNvSpPr/>
          <p:nvPr/>
        </p:nvSpPr>
        <p:spPr>
          <a:xfrm>
            <a:off x="2095500" y="1371600"/>
            <a:ext cx="38100" cy="38100"/>
          </a:xfrm>
          <a:prstGeom prst="rect">
            <a:avLst/>
          </a:prstGeom>
          <a:solidFill>
            <a:srgbClr val="CED7E6">
              <a:alpha val="13557"/>
            </a:srgbClr>
          </a:solidFill>
          <a:ln>
            <a:noFill/>
          </a:ln>
        </p:spPr>
      </p:sp>
      <p:sp>
        <p:nvSpPr>
          <p:cNvPr id="81" name="wm.whiteboard.144.108"/>
          <p:cNvSpPr/>
          <p:nvPr/>
        </p:nvSpPr>
        <p:spPr>
          <a:xfrm>
            <a:off x="2095500" y="1600200"/>
            <a:ext cx="38100" cy="38100"/>
          </a:xfrm>
          <a:prstGeom prst="rect">
            <a:avLst/>
          </a:prstGeom>
          <a:solidFill>
            <a:srgbClr val="CED7E6">
              <a:alpha val="2762"/>
            </a:srgbClr>
          </a:solidFill>
          <a:ln>
            <a:noFill/>
          </a:ln>
        </p:spPr>
      </p:sp>
      <p:sp>
        <p:nvSpPr>
          <p:cNvPr id="82" name="wm.whiteboard.162.0"/>
          <p:cNvSpPr/>
          <p:nvPr/>
        </p:nvSpPr>
        <p:spPr>
          <a:xfrm>
            <a:off x="2324100" y="228600"/>
            <a:ext cx="38100" cy="38100"/>
          </a:xfrm>
          <a:prstGeom prst="rect">
            <a:avLst/>
          </a:prstGeom>
          <a:solidFill>
            <a:srgbClr val="CED7E6">
              <a:alpha val="28695"/>
            </a:srgbClr>
          </a:solidFill>
          <a:ln>
            <a:noFill/>
          </a:ln>
        </p:spPr>
      </p:sp>
      <p:sp>
        <p:nvSpPr>
          <p:cNvPr id="83" name="wm.whiteboard.162.18"/>
          <p:cNvSpPr/>
          <p:nvPr/>
        </p:nvSpPr>
        <p:spPr>
          <a:xfrm>
            <a:off x="2324100" y="457200"/>
            <a:ext cx="38100" cy="38100"/>
          </a:xfrm>
          <a:prstGeom prst="rect">
            <a:avLst/>
          </a:prstGeom>
          <a:solidFill>
            <a:srgbClr val="CED7E6">
              <a:alpha val="27389"/>
            </a:srgbClr>
          </a:solidFill>
          <a:ln>
            <a:noFill/>
          </a:ln>
        </p:spPr>
      </p:sp>
      <p:sp>
        <p:nvSpPr>
          <p:cNvPr id="84" name="wm.whiteboard.162.36"/>
          <p:cNvSpPr/>
          <p:nvPr/>
        </p:nvSpPr>
        <p:spPr>
          <a:xfrm>
            <a:off x="2324100" y="685800"/>
            <a:ext cx="38100" cy="38100"/>
          </a:xfrm>
          <a:prstGeom prst="rect">
            <a:avLst/>
          </a:prstGeom>
          <a:solidFill>
            <a:srgbClr val="CED7E6">
              <a:alpha val="23910"/>
            </a:srgbClr>
          </a:solidFill>
          <a:ln>
            <a:noFill/>
          </a:ln>
        </p:spPr>
      </p:sp>
      <p:sp>
        <p:nvSpPr>
          <p:cNvPr id="85" name="wm.whiteboard.162.54"/>
          <p:cNvSpPr/>
          <p:nvPr/>
        </p:nvSpPr>
        <p:spPr>
          <a:xfrm>
            <a:off x="2324100" y="914400"/>
            <a:ext cx="38100" cy="38100"/>
          </a:xfrm>
          <a:prstGeom prst="rect">
            <a:avLst/>
          </a:prstGeom>
          <a:solidFill>
            <a:srgbClr val="CED7E6">
              <a:alpha val="18425"/>
            </a:srgbClr>
          </a:solidFill>
          <a:ln>
            <a:noFill/>
          </a:ln>
        </p:spPr>
      </p:sp>
      <p:sp>
        <p:nvSpPr>
          <p:cNvPr id="86" name="wm.whiteboard.162.72"/>
          <p:cNvSpPr/>
          <p:nvPr/>
        </p:nvSpPr>
        <p:spPr>
          <a:xfrm>
            <a:off x="2324100" y="1143000"/>
            <a:ext cx="38100" cy="38100"/>
          </a:xfrm>
          <a:prstGeom prst="rect">
            <a:avLst/>
          </a:prstGeom>
          <a:solidFill>
            <a:srgbClr val="CED7E6">
              <a:alpha val="11167"/>
            </a:srgbClr>
          </a:solidFill>
          <a:ln>
            <a:noFill/>
          </a:ln>
        </p:spPr>
      </p:sp>
      <p:sp>
        <p:nvSpPr>
          <p:cNvPr id="87" name="wm.whiteboard.162.90"/>
          <p:cNvSpPr/>
          <p:nvPr/>
        </p:nvSpPr>
        <p:spPr>
          <a:xfrm>
            <a:off x="2324100" y="1371600"/>
            <a:ext cx="38100" cy="38100"/>
          </a:xfrm>
          <a:prstGeom prst="rect">
            <a:avLst/>
          </a:prstGeom>
          <a:solidFill>
            <a:srgbClr val="CED7E6">
              <a:alpha val="2388"/>
            </a:srgbClr>
          </a:solidFill>
          <a:ln>
            <a:noFill/>
          </a:ln>
        </p:spPr>
      </p:sp>
      <p:sp>
        <p:nvSpPr>
          <p:cNvPr id="88" name="wm.whiteboard.180.0"/>
          <p:cNvSpPr/>
          <p:nvPr/>
        </p:nvSpPr>
        <p:spPr>
          <a:xfrm>
            <a:off x="2552700" y="228600"/>
            <a:ext cx="38100" cy="38100"/>
          </a:xfrm>
          <a:prstGeom prst="rect">
            <a:avLst/>
          </a:prstGeom>
          <a:solidFill>
            <a:srgbClr val="CED7E6">
              <a:alpha val="14918"/>
            </a:srgbClr>
          </a:solidFill>
          <a:ln>
            <a:noFill/>
          </a:ln>
        </p:spPr>
      </p:sp>
      <p:sp>
        <p:nvSpPr>
          <p:cNvPr id="89" name="wm.whiteboard.180.18"/>
          <p:cNvSpPr/>
          <p:nvPr/>
        </p:nvSpPr>
        <p:spPr>
          <a:xfrm>
            <a:off x="2552700" y="457200"/>
            <a:ext cx="38100" cy="38100"/>
          </a:xfrm>
          <a:prstGeom prst="rect">
            <a:avLst/>
          </a:prstGeom>
          <a:solidFill>
            <a:srgbClr val="CED7E6">
              <a:alpha val="13741"/>
            </a:srgbClr>
          </a:solidFill>
          <a:ln>
            <a:noFill/>
          </a:ln>
        </p:spPr>
      </p:sp>
      <p:sp>
        <p:nvSpPr>
          <p:cNvPr id="90" name="wm.whiteboard.180.36"/>
          <p:cNvSpPr/>
          <p:nvPr/>
        </p:nvSpPr>
        <p:spPr>
          <a:xfrm>
            <a:off x="2552700" y="685800"/>
            <a:ext cx="38100" cy="38100"/>
          </a:xfrm>
          <a:prstGeom prst="rect">
            <a:avLst/>
          </a:prstGeom>
          <a:solidFill>
            <a:srgbClr val="CED7E6">
              <a:alpha val="10593"/>
            </a:srgbClr>
          </a:solidFill>
          <a:ln>
            <a:noFill/>
          </a:ln>
        </p:spPr>
      </p:sp>
      <p:sp>
        <p:nvSpPr>
          <p:cNvPr id="91" name="wm.whiteboard.180.54"/>
          <p:cNvSpPr/>
          <p:nvPr/>
        </p:nvSpPr>
        <p:spPr>
          <a:xfrm>
            <a:off x="2552700" y="914400"/>
            <a:ext cx="38100" cy="38100"/>
          </a:xfrm>
          <a:prstGeom prst="rect">
            <a:avLst/>
          </a:prstGeom>
          <a:solidFill>
            <a:srgbClr val="CED7E6">
              <a:alpha val="5600"/>
            </a:srgbClr>
          </a:solidFill>
          <a:ln>
            <a:noFill/>
          </a:ln>
        </p:spPr>
      </p:sp>
      <p:sp>
        <p:nvSpPr>
          <p:cNvPr id="92" name="wm.whiteboard.198.0"/>
          <p:cNvSpPr/>
          <p:nvPr/>
        </p:nvSpPr>
        <p:spPr>
          <a:xfrm>
            <a:off x="2781300" y="228600"/>
            <a:ext cx="38100" cy="38100"/>
          </a:xfrm>
          <a:prstGeom prst="rect">
            <a:avLst/>
          </a:prstGeom>
          <a:solidFill>
            <a:srgbClr val="CED7E6">
              <a:alpha val="1142"/>
            </a:srgbClr>
          </a:solidFill>
          <a:ln>
            <a:noFill/>
          </a:ln>
        </p:spPr>
      </p:sp>
      <p:sp>
        <p:nvSpPr>
          <p:cNvPr id="93" name="wm.whiteboard.198.18"/>
          <p:cNvSpPr/>
          <p:nvPr/>
        </p:nvSpPr>
        <p:spPr>
          <a:xfrm>
            <a:off x="2781300" y="457200"/>
            <a:ext cx="38100" cy="38100"/>
          </a:xfrm>
          <a:prstGeom prst="rect">
            <a:avLst/>
          </a:prstGeom>
          <a:solidFill>
            <a:srgbClr val="CED7E6">
              <a:alpha val="69"/>
            </a:srgbClr>
          </a:solidFill>
          <a:ln>
            <a:noFill/>
          </a:ln>
        </p:spPr>
      </p:sp>
      <p:sp>
        <p:nvSpPr>
          <p:cNvPr id="94" name="wm.header.rule"/>
          <p:cNvSpPr/>
          <p:nvPr/>
        </p:nvSpPr>
        <p:spPr>
          <a:xfrm>
            <a:off x="723900" y="1371600"/>
            <a:ext cx="10744200" cy="9525"/>
          </a:xfrm>
          <a:prstGeom prst="rect">
            <a:avLst/>
          </a:prstGeom>
          <a:solidFill>
            <a:srgbClr val="CED7E6"/>
          </a:solidFill>
          <a:ln>
            <a:noFill/>
          </a:ln>
        </p:spPr>
      </p:sp>
      <p:pic>
        <p:nvPicPr>
          <p:cNvPr id="95"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438900"/>
            <a:ext cx="729403" cy="152400"/>
          </a:xfrm>
          <a:prstGeom prst="rect">
            <a:avLst/>
          </a:prstGeom>
        </p:spPr>
      </p:pic>
      <p:sp>
        <p:nvSpPr>
          <p:cNvPr id="96" name="wm.legal"/>
          <p:cNvSpPr/>
          <p:nvPr/>
        </p:nvSpPr>
        <p:spPr>
          <a:xfrm>
            <a:off x="2171700" y="6400800"/>
            <a:ext cx="89154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wmds.frame.495c9d01d3dcb6650648">
    <p:bg>
      <p:bgPr>
        <a:solidFill>
          <a:srgbClr val="FFFFFF"/>
        </a:solidFill>
      </p:bgPr>
    </p:bg>
    <p:spTree>
      <p:nvGrpSpPr>
        <p:cNvPr id="1" name=""/>
        <p:cNvGrpSpPr/>
        <p:nvPr/>
      </p:nvGrpSpPr>
      <p:grpSpPr>
        <a:xfrm>
          <a:off x="0" y="0"/>
          <a:ext cx="0" cy="0"/>
          <a:chOff x="0" y="0"/>
          <a:chExt cx="0" cy="0"/>
        </a:xfrm>
      </p:grpSpPr>
      <p:sp>
        <p:nvSpPr>
          <p:cNvPr id="2" name="wm.footer.rule"/>
          <p:cNvSpPr/>
          <p:nvPr/>
        </p:nvSpPr>
        <p:spPr>
          <a:xfrm>
            <a:off x="723900" y="6057900"/>
            <a:ext cx="10744200" cy="9525"/>
          </a:xfrm>
          <a:prstGeom prst="rect">
            <a:avLst/>
          </a:prstGeom>
          <a:solidFill>
            <a:srgbClr val="CED7E6"/>
          </a:solidFill>
          <a:ln>
            <a:noFill/>
          </a:ln>
        </p:spPr>
      </p:sp>
      <p:sp>
        <p:nvSpPr>
          <p:cNvPr id="3" name="wm.whiteboard.0.0"/>
          <p:cNvSpPr/>
          <p:nvPr/>
        </p:nvSpPr>
        <p:spPr>
          <a:xfrm>
            <a:off x="723900" y="228600"/>
            <a:ext cx="38100" cy="38100"/>
          </a:xfrm>
          <a:prstGeom prst="rect">
            <a:avLst/>
          </a:prstGeom>
          <a:solidFill>
            <a:srgbClr val="CED7E6"/>
          </a:solidFill>
          <a:ln>
            <a:noFill/>
          </a:ln>
        </p:spPr>
      </p:sp>
      <p:sp>
        <p:nvSpPr>
          <p:cNvPr id="4" name="wm.whiteboard.0.18"/>
          <p:cNvSpPr/>
          <p:nvPr/>
        </p:nvSpPr>
        <p:spPr>
          <a:xfrm>
            <a:off x="723900" y="457200"/>
            <a:ext cx="38100" cy="38100"/>
          </a:xfrm>
          <a:prstGeom prst="rect">
            <a:avLst/>
          </a:prstGeom>
          <a:solidFill>
            <a:srgbClr val="CED7E6"/>
          </a:solidFill>
          <a:ln>
            <a:noFill/>
          </a:ln>
        </p:spPr>
      </p:sp>
      <p:sp>
        <p:nvSpPr>
          <p:cNvPr id="5" name="wm.whiteboard.0.36"/>
          <p:cNvSpPr/>
          <p:nvPr/>
        </p:nvSpPr>
        <p:spPr>
          <a:xfrm>
            <a:off x="723900" y="685800"/>
            <a:ext cx="38100" cy="38100"/>
          </a:xfrm>
          <a:prstGeom prst="rect">
            <a:avLst/>
          </a:prstGeom>
          <a:solidFill>
            <a:srgbClr val="CED7E6"/>
          </a:solidFill>
          <a:ln>
            <a:noFill/>
          </a:ln>
        </p:spPr>
      </p:sp>
      <p:sp>
        <p:nvSpPr>
          <p:cNvPr id="6" name="wm.whiteboard.0.54"/>
          <p:cNvSpPr/>
          <p:nvPr/>
        </p:nvSpPr>
        <p:spPr>
          <a:xfrm>
            <a:off x="723900" y="914400"/>
            <a:ext cx="38100" cy="38100"/>
          </a:xfrm>
          <a:prstGeom prst="rect">
            <a:avLst/>
          </a:prstGeom>
          <a:solidFill>
            <a:srgbClr val="CED7E6"/>
          </a:solidFill>
          <a:ln>
            <a:noFill/>
          </a:ln>
        </p:spPr>
      </p:sp>
      <p:sp>
        <p:nvSpPr>
          <p:cNvPr id="7" name="wm.whiteboard.0.72"/>
          <p:cNvSpPr/>
          <p:nvPr/>
        </p:nvSpPr>
        <p:spPr>
          <a:xfrm>
            <a:off x="723900" y="1143000"/>
            <a:ext cx="38100" cy="38100"/>
          </a:xfrm>
          <a:prstGeom prst="rect">
            <a:avLst/>
          </a:prstGeom>
          <a:solidFill>
            <a:srgbClr val="CED7E6">
              <a:alpha val="85305"/>
            </a:srgbClr>
          </a:solidFill>
          <a:ln>
            <a:noFill/>
          </a:ln>
        </p:spPr>
      </p:sp>
      <p:sp>
        <p:nvSpPr>
          <p:cNvPr id="8" name="wm.whiteboard.0.90"/>
          <p:cNvSpPr/>
          <p:nvPr/>
        </p:nvSpPr>
        <p:spPr>
          <a:xfrm>
            <a:off x="723900" y="1371600"/>
            <a:ext cx="38100" cy="38100"/>
          </a:xfrm>
          <a:prstGeom prst="rect">
            <a:avLst/>
          </a:prstGeom>
          <a:solidFill>
            <a:srgbClr val="CED7E6">
              <a:alpha val="68524"/>
            </a:srgbClr>
          </a:solidFill>
          <a:ln>
            <a:noFill/>
          </a:ln>
        </p:spPr>
      </p:sp>
      <p:sp>
        <p:nvSpPr>
          <p:cNvPr id="9" name="wm.whiteboard.0.108"/>
          <p:cNvSpPr/>
          <p:nvPr/>
        </p:nvSpPr>
        <p:spPr>
          <a:xfrm>
            <a:off x="723900" y="1600200"/>
            <a:ext cx="38100" cy="38100"/>
          </a:xfrm>
          <a:prstGeom prst="rect">
            <a:avLst/>
          </a:prstGeom>
          <a:solidFill>
            <a:srgbClr val="CED7E6">
              <a:alpha val="51742"/>
            </a:srgbClr>
          </a:solidFill>
          <a:ln>
            <a:noFill/>
          </a:ln>
        </p:spPr>
      </p:sp>
      <p:sp>
        <p:nvSpPr>
          <p:cNvPr id="10" name="wm.whiteboard.0.126"/>
          <p:cNvSpPr/>
          <p:nvPr/>
        </p:nvSpPr>
        <p:spPr>
          <a:xfrm>
            <a:off x="723900" y="1828800"/>
            <a:ext cx="38100" cy="38100"/>
          </a:xfrm>
          <a:prstGeom prst="rect">
            <a:avLst/>
          </a:prstGeom>
          <a:solidFill>
            <a:srgbClr val="CED7E6">
              <a:alpha val="34959"/>
            </a:srgbClr>
          </a:solidFill>
          <a:ln>
            <a:noFill/>
          </a:ln>
        </p:spPr>
      </p:sp>
      <p:sp>
        <p:nvSpPr>
          <p:cNvPr id="11" name="wm.whiteboard.0.144"/>
          <p:cNvSpPr/>
          <p:nvPr/>
        </p:nvSpPr>
        <p:spPr>
          <a:xfrm>
            <a:off x="723900" y="2057400"/>
            <a:ext cx="38100" cy="38100"/>
          </a:xfrm>
          <a:prstGeom prst="rect">
            <a:avLst/>
          </a:prstGeom>
          <a:solidFill>
            <a:srgbClr val="CED7E6">
              <a:alpha val="18177"/>
            </a:srgbClr>
          </a:solidFill>
          <a:ln>
            <a:noFill/>
          </a:ln>
        </p:spPr>
      </p:sp>
      <p:sp>
        <p:nvSpPr>
          <p:cNvPr id="12" name="wm.whiteboard.0.162"/>
          <p:cNvSpPr/>
          <p:nvPr/>
        </p:nvSpPr>
        <p:spPr>
          <a:xfrm>
            <a:off x="723900" y="2286000"/>
            <a:ext cx="38100" cy="38100"/>
          </a:xfrm>
          <a:prstGeom prst="rect">
            <a:avLst/>
          </a:prstGeom>
          <a:solidFill>
            <a:srgbClr val="CED7E6">
              <a:alpha val="1394"/>
            </a:srgbClr>
          </a:solidFill>
          <a:ln>
            <a:noFill/>
          </a:ln>
        </p:spPr>
      </p:sp>
      <p:sp>
        <p:nvSpPr>
          <p:cNvPr id="13" name="wm.whiteboard.18.0"/>
          <p:cNvSpPr/>
          <p:nvPr/>
        </p:nvSpPr>
        <p:spPr>
          <a:xfrm>
            <a:off x="952500" y="228600"/>
            <a:ext cx="38100" cy="38100"/>
          </a:xfrm>
          <a:prstGeom prst="rect">
            <a:avLst/>
          </a:prstGeom>
          <a:solidFill>
            <a:srgbClr val="CED7E6"/>
          </a:solidFill>
          <a:ln>
            <a:noFill/>
          </a:ln>
        </p:spPr>
      </p:sp>
      <p:sp>
        <p:nvSpPr>
          <p:cNvPr id="14" name="wm.whiteboard.18.18"/>
          <p:cNvSpPr/>
          <p:nvPr/>
        </p:nvSpPr>
        <p:spPr>
          <a:xfrm>
            <a:off x="952500" y="457200"/>
            <a:ext cx="38100" cy="38100"/>
          </a:xfrm>
          <a:prstGeom prst="rect">
            <a:avLst/>
          </a:prstGeom>
          <a:solidFill>
            <a:srgbClr val="CED7E6"/>
          </a:solidFill>
          <a:ln>
            <a:noFill/>
          </a:ln>
        </p:spPr>
      </p:sp>
      <p:sp>
        <p:nvSpPr>
          <p:cNvPr id="15" name="wm.whiteboard.18.36"/>
          <p:cNvSpPr/>
          <p:nvPr/>
        </p:nvSpPr>
        <p:spPr>
          <a:xfrm>
            <a:off x="952500" y="685800"/>
            <a:ext cx="38100" cy="38100"/>
          </a:xfrm>
          <a:prstGeom prst="rect">
            <a:avLst/>
          </a:prstGeom>
          <a:solidFill>
            <a:srgbClr val="CED7E6"/>
          </a:solidFill>
          <a:ln>
            <a:noFill/>
          </a:ln>
        </p:spPr>
      </p:sp>
      <p:sp>
        <p:nvSpPr>
          <p:cNvPr id="16" name="wm.whiteboard.18.54"/>
          <p:cNvSpPr/>
          <p:nvPr/>
        </p:nvSpPr>
        <p:spPr>
          <a:xfrm>
            <a:off x="952500" y="914400"/>
            <a:ext cx="38100" cy="38100"/>
          </a:xfrm>
          <a:prstGeom prst="rect">
            <a:avLst/>
          </a:prstGeom>
          <a:solidFill>
            <a:srgbClr val="CED7E6">
              <a:alpha val="99988"/>
            </a:srgbClr>
          </a:solidFill>
          <a:ln>
            <a:noFill/>
          </a:ln>
        </p:spPr>
      </p:sp>
      <p:sp>
        <p:nvSpPr>
          <p:cNvPr id="17" name="wm.whiteboard.18.72"/>
          <p:cNvSpPr/>
          <p:nvPr/>
        </p:nvSpPr>
        <p:spPr>
          <a:xfrm>
            <a:off x="952500" y="1143000"/>
            <a:ext cx="38100" cy="38100"/>
          </a:xfrm>
          <a:prstGeom prst="rect">
            <a:avLst/>
          </a:prstGeom>
          <a:solidFill>
            <a:srgbClr val="CED7E6">
              <a:alpha val="83708"/>
            </a:srgbClr>
          </a:solidFill>
          <a:ln>
            <a:noFill/>
          </a:ln>
        </p:spPr>
      </p:sp>
      <p:sp>
        <p:nvSpPr>
          <p:cNvPr id="18" name="wm.whiteboard.18.90"/>
          <p:cNvSpPr/>
          <p:nvPr/>
        </p:nvSpPr>
        <p:spPr>
          <a:xfrm>
            <a:off x="952500" y="1371600"/>
            <a:ext cx="38100" cy="38100"/>
          </a:xfrm>
          <a:prstGeom prst="rect">
            <a:avLst/>
          </a:prstGeom>
          <a:solidFill>
            <a:srgbClr val="CED7E6">
              <a:alpha val="67236"/>
            </a:srgbClr>
          </a:solidFill>
          <a:ln>
            <a:noFill/>
          </a:ln>
        </p:spPr>
      </p:sp>
      <p:sp>
        <p:nvSpPr>
          <p:cNvPr id="19" name="wm.whiteboard.18.108"/>
          <p:cNvSpPr/>
          <p:nvPr/>
        </p:nvSpPr>
        <p:spPr>
          <a:xfrm>
            <a:off x="952500" y="1600200"/>
            <a:ext cx="38100" cy="38100"/>
          </a:xfrm>
          <a:prstGeom prst="rect">
            <a:avLst/>
          </a:prstGeom>
          <a:solidFill>
            <a:srgbClr val="CED7E6">
              <a:alpha val="50663"/>
            </a:srgbClr>
          </a:solidFill>
          <a:ln>
            <a:noFill/>
          </a:ln>
        </p:spPr>
      </p:sp>
      <p:sp>
        <p:nvSpPr>
          <p:cNvPr id="20" name="wm.whiteboard.18.126"/>
          <p:cNvSpPr/>
          <p:nvPr/>
        </p:nvSpPr>
        <p:spPr>
          <a:xfrm>
            <a:off x="952500" y="1828800"/>
            <a:ext cx="38100" cy="38100"/>
          </a:xfrm>
          <a:prstGeom prst="rect">
            <a:avLst/>
          </a:prstGeom>
          <a:solidFill>
            <a:srgbClr val="CED7E6">
              <a:alpha val="34032"/>
            </a:srgbClr>
          </a:solidFill>
          <a:ln>
            <a:noFill/>
          </a:ln>
        </p:spPr>
      </p:sp>
      <p:sp>
        <p:nvSpPr>
          <p:cNvPr id="21" name="wm.whiteboard.18.144"/>
          <p:cNvSpPr/>
          <p:nvPr/>
        </p:nvSpPr>
        <p:spPr>
          <a:xfrm>
            <a:off x="952500" y="2057400"/>
            <a:ext cx="38100" cy="38100"/>
          </a:xfrm>
          <a:prstGeom prst="rect">
            <a:avLst/>
          </a:prstGeom>
          <a:solidFill>
            <a:srgbClr val="CED7E6">
              <a:alpha val="17363"/>
            </a:srgbClr>
          </a:solidFill>
          <a:ln>
            <a:noFill/>
          </a:ln>
        </p:spPr>
      </p:sp>
      <p:sp>
        <p:nvSpPr>
          <p:cNvPr id="22" name="wm.whiteboard.18.162"/>
          <p:cNvSpPr/>
          <p:nvPr/>
        </p:nvSpPr>
        <p:spPr>
          <a:xfrm>
            <a:off x="952500" y="2286000"/>
            <a:ext cx="38100" cy="38100"/>
          </a:xfrm>
          <a:prstGeom prst="rect">
            <a:avLst/>
          </a:prstGeom>
          <a:solidFill>
            <a:srgbClr val="CED7E6">
              <a:alpha val="670"/>
            </a:srgbClr>
          </a:solidFill>
          <a:ln>
            <a:noFill/>
          </a:ln>
        </p:spPr>
      </p:sp>
      <p:sp>
        <p:nvSpPr>
          <p:cNvPr id="23" name="wm.whiteboard.36.0"/>
          <p:cNvSpPr/>
          <p:nvPr/>
        </p:nvSpPr>
        <p:spPr>
          <a:xfrm>
            <a:off x="1181100" y="228600"/>
            <a:ext cx="38100" cy="38100"/>
          </a:xfrm>
          <a:prstGeom prst="rect">
            <a:avLst/>
          </a:prstGeom>
          <a:solidFill>
            <a:srgbClr val="CED7E6"/>
          </a:solidFill>
          <a:ln>
            <a:noFill/>
          </a:ln>
        </p:spPr>
      </p:sp>
      <p:sp>
        <p:nvSpPr>
          <p:cNvPr id="24" name="wm.whiteboard.36.18"/>
          <p:cNvSpPr/>
          <p:nvPr/>
        </p:nvSpPr>
        <p:spPr>
          <a:xfrm>
            <a:off x="1181100" y="457200"/>
            <a:ext cx="38100" cy="38100"/>
          </a:xfrm>
          <a:prstGeom prst="rect">
            <a:avLst/>
          </a:prstGeom>
          <a:solidFill>
            <a:srgbClr val="CED7E6"/>
          </a:solidFill>
          <a:ln>
            <a:noFill/>
          </a:ln>
        </p:spPr>
      </p:sp>
      <p:sp>
        <p:nvSpPr>
          <p:cNvPr id="25" name="wm.whiteboard.36.36"/>
          <p:cNvSpPr/>
          <p:nvPr/>
        </p:nvSpPr>
        <p:spPr>
          <a:xfrm>
            <a:off x="1181100" y="685800"/>
            <a:ext cx="38100" cy="38100"/>
          </a:xfrm>
          <a:prstGeom prst="rect">
            <a:avLst/>
          </a:prstGeom>
          <a:solidFill>
            <a:srgbClr val="CED7E6"/>
          </a:solidFill>
          <a:ln>
            <a:noFill/>
          </a:ln>
        </p:spPr>
      </p:sp>
      <p:sp>
        <p:nvSpPr>
          <p:cNvPr id="26" name="wm.whiteboard.36.54"/>
          <p:cNvSpPr/>
          <p:nvPr/>
        </p:nvSpPr>
        <p:spPr>
          <a:xfrm>
            <a:off x="1181100" y="914400"/>
            <a:ext cx="38100" cy="38100"/>
          </a:xfrm>
          <a:prstGeom prst="rect">
            <a:avLst/>
          </a:prstGeom>
          <a:solidFill>
            <a:srgbClr val="CED7E6">
              <a:alpha val="94671"/>
            </a:srgbClr>
          </a:solidFill>
          <a:ln>
            <a:noFill/>
          </a:ln>
        </p:spPr>
      </p:sp>
      <p:sp>
        <p:nvSpPr>
          <p:cNvPr id="27" name="wm.whiteboard.36.72"/>
          <p:cNvSpPr/>
          <p:nvPr/>
        </p:nvSpPr>
        <p:spPr>
          <a:xfrm>
            <a:off x="1181100" y="1143000"/>
            <a:ext cx="38100" cy="38100"/>
          </a:xfrm>
          <a:prstGeom prst="rect">
            <a:avLst/>
          </a:prstGeom>
          <a:solidFill>
            <a:srgbClr val="CED7E6">
              <a:alpha val="79547"/>
            </a:srgbClr>
          </a:solidFill>
          <a:ln>
            <a:noFill/>
          </a:ln>
        </p:spPr>
      </p:sp>
      <p:sp>
        <p:nvSpPr>
          <p:cNvPr id="28" name="wm.whiteboard.36.90"/>
          <p:cNvSpPr/>
          <p:nvPr/>
        </p:nvSpPr>
        <p:spPr>
          <a:xfrm>
            <a:off x="1181100" y="1371600"/>
            <a:ext cx="38100" cy="38100"/>
          </a:xfrm>
          <a:prstGeom prst="rect">
            <a:avLst/>
          </a:prstGeom>
          <a:solidFill>
            <a:srgbClr val="CED7E6">
              <a:alpha val="63833"/>
            </a:srgbClr>
          </a:solidFill>
          <a:ln>
            <a:noFill/>
          </a:ln>
        </p:spPr>
      </p:sp>
      <p:sp>
        <p:nvSpPr>
          <p:cNvPr id="29" name="wm.whiteboard.36.108"/>
          <p:cNvSpPr/>
          <p:nvPr/>
        </p:nvSpPr>
        <p:spPr>
          <a:xfrm>
            <a:off x="1181100" y="1600200"/>
            <a:ext cx="38100" cy="38100"/>
          </a:xfrm>
          <a:prstGeom prst="rect">
            <a:avLst/>
          </a:prstGeom>
          <a:solidFill>
            <a:srgbClr val="CED7E6">
              <a:alpha val="47790"/>
            </a:srgbClr>
          </a:solidFill>
          <a:ln>
            <a:noFill/>
          </a:ln>
        </p:spPr>
      </p:sp>
      <p:sp>
        <p:nvSpPr>
          <p:cNvPr id="30" name="wm.whiteboard.36.126"/>
          <p:cNvSpPr/>
          <p:nvPr/>
        </p:nvSpPr>
        <p:spPr>
          <a:xfrm>
            <a:off x="1181100" y="1828800"/>
            <a:ext cx="38100" cy="38100"/>
          </a:xfrm>
          <a:prstGeom prst="rect">
            <a:avLst/>
          </a:prstGeom>
          <a:solidFill>
            <a:srgbClr val="CED7E6">
              <a:alpha val="31549"/>
            </a:srgbClr>
          </a:solidFill>
          <a:ln>
            <a:noFill/>
          </a:ln>
        </p:spPr>
      </p:sp>
      <p:sp>
        <p:nvSpPr>
          <p:cNvPr id="31" name="wm.whiteboard.36.144"/>
          <p:cNvSpPr/>
          <p:nvPr/>
        </p:nvSpPr>
        <p:spPr>
          <a:xfrm>
            <a:off x="1181100" y="2057400"/>
            <a:ext cx="38100" cy="38100"/>
          </a:xfrm>
          <a:prstGeom prst="rect">
            <a:avLst/>
          </a:prstGeom>
          <a:solidFill>
            <a:srgbClr val="CED7E6">
              <a:alpha val="15179"/>
            </a:srgbClr>
          </a:solidFill>
          <a:ln>
            <a:noFill/>
          </a:ln>
        </p:spPr>
      </p:sp>
      <p:sp>
        <p:nvSpPr>
          <p:cNvPr id="32" name="wm.whiteboard.54.0"/>
          <p:cNvSpPr/>
          <p:nvPr/>
        </p:nvSpPr>
        <p:spPr>
          <a:xfrm>
            <a:off x="1409700" y="228600"/>
            <a:ext cx="38100" cy="38100"/>
          </a:xfrm>
          <a:prstGeom prst="rect">
            <a:avLst/>
          </a:prstGeom>
          <a:solidFill>
            <a:srgbClr val="CED7E6"/>
          </a:solidFill>
          <a:ln>
            <a:noFill/>
          </a:ln>
        </p:spPr>
      </p:sp>
      <p:sp>
        <p:nvSpPr>
          <p:cNvPr id="33" name="wm.whiteboard.54.18"/>
          <p:cNvSpPr/>
          <p:nvPr/>
        </p:nvSpPr>
        <p:spPr>
          <a:xfrm>
            <a:off x="1409700" y="457200"/>
            <a:ext cx="38100" cy="38100"/>
          </a:xfrm>
          <a:prstGeom prst="rect">
            <a:avLst/>
          </a:prstGeom>
          <a:solidFill>
            <a:srgbClr val="CED7E6"/>
          </a:solidFill>
          <a:ln>
            <a:noFill/>
          </a:ln>
        </p:spPr>
      </p:sp>
      <p:sp>
        <p:nvSpPr>
          <p:cNvPr id="34" name="wm.whiteboard.54.36"/>
          <p:cNvSpPr/>
          <p:nvPr/>
        </p:nvSpPr>
        <p:spPr>
          <a:xfrm>
            <a:off x="1409700" y="685800"/>
            <a:ext cx="38100" cy="38100"/>
          </a:xfrm>
          <a:prstGeom prst="rect">
            <a:avLst/>
          </a:prstGeom>
          <a:solidFill>
            <a:srgbClr val="CED7E6">
              <a:alpha val="98827"/>
            </a:srgbClr>
          </a:solidFill>
          <a:ln>
            <a:noFill/>
          </a:ln>
        </p:spPr>
      </p:sp>
      <p:sp>
        <p:nvSpPr>
          <p:cNvPr id="35" name="wm.whiteboard.54.54"/>
          <p:cNvSpPr/>
          <p:nvPr/>
        </p:nvSpPr>
        <p:spPr>
          <a:xfrm>
            <a:off x="1409700" y="914400"/>
            <a:ext cx="38100" cy="38100"/>
          </a:xfrm>
          <a:prstGeom prst="rect">
            <a:avLst/>
          </a:prstGeom>
          <a:solidFill>
            <a:srgbClr val="CED7E6">
              <a:alpha val="86895"/>
            </a:srgbClr>
          </a:solidFill>
          <a:ln>
            <a:noFill/>
          </a:ln>
        </p:spPr>
      </p:sp>
      <p:sp>
        <p:nvSpPr>
          <p:cNvPr id="36" name="wm.whiteboard.54.72"/>
          <p:cNvSpPr/>
          <p:nvPr/>
        </p:nvSpPr>
        <p:spPr>
          <a:xfrm>
            <a:off x="1409700" y="1143000"/>
            <a:ext cx="38100" cy="38100"/>
          </a:xfrm>
          <a:prstGeom prst="rect">
            <a:avLst/>
          </a:prstGeom>
          <a:solidFill>
            <a:srgbClr val="CED7E6">
              <a:alpha val="73217"/>
            </a:srgbClr>
          </a:solidFill>
          <a:ln>
            <a:noFill/>
          </a:ln>
        </p:spPr>
      </p:sp>
      <p:sp>
        <p:nvSpPr>
          <p:cNvPr id="37" name="wm.whiteboard.54.90"/>
          <p:cNvSpPr/>
          <p:nvPr/>
        </p:nvSpPr>
        <p:spPr>
          <a:xfrm>
            <a:off x="1409700" y="1371600"/>
            <a:ext cx="38100" cy="38100"/>
          </a:xfrm>
          <a:prstGeom prst="rect">
            <a:avLst/>
          </a:prstGeom>
          <a:solidFill>
            <a:srgbClr val="CED7E6">
              <a:alpha val="58541"/>
            </a:srgbClr>
          </a:solidFill>
          <a:ln>
            <a:noFill/>
          </a:ln>
        </p:spPr>
      </p:sp>
      <p:sp>
        <p:nvSpPr>
          <p:cNvPr id="38" name="wm.whiteboard.54.108"/>
          <p:cNvSpPr/>
          <p:nvPr/>
        </p:nvSpPr>
        <p:spPr>
          <a:xfrm>
            <a:off x="1409700" y="1600200"/>
            <a:ext cx="38100" cy="38100"/>
          </a:xfrm>
          <a:prstGeom prst="rect">
            <a:avLst/>
          </a:prstGeom>
          <a:solidFill>
            <a:srgbClr val="CED7E6">
              <a:alpha val="43263"/>
            </a:srgbClr>
          </a:solidFill>
          <a:ln>
            <a:noFill/>
          </a:ln>
        </p:spPr>
      </p:sp>
      <p:sp>
        <p:nvSpPr>
          <p:cNvPr id="39" name="wm.whiteboard.54.126"/>
          <p:cNvSpPr/>
          <p:nvPr/>
        </p:nvSpPr>
        <p:spPr>
          <a:xfrm>
            <a:off x="1409700" y="1828800"/>
            <a:ext cx="38100" cy="38100"/>
          </a:xfrm>
          <a:prstGeom prst="rect">
            <a:avLst/>
          </a:prstGeom>
          <a:solidFill>
            <a:srgbClr val="CED7E6">
              <a:alpha val="27603"/>
            </a:srgbClr>
          </a:solidFill>
          <a:ln>
            <a:noFill/>
          </a:ln>
        </p:spPr>
      </p:sp>
      <p:sp>
        <p:nvSpPr>
          <p:cNvPr id="40" name="wm.whiteboard.54.144"/>
          <p:cNvSpPr/>
          <p:nvPr/>
        </p:nvSpPr>
        <p:spPr>
          <a:xfrm>
            <a:off x="1409700" y="2057400"/>
            <a:ext cx="38100" cy="38100"/>
          </a:xfrm>
          <a:prstGeom prst="rect">
            <a:avLst/>
          </a:prstGeom>
          <a:solidFill>
            <a:srgbClr val="CED7E6">
              <a:alpha val="11687"/>
            </a:srgbClr>
          </a:solidFill>
          <a:ln>
            <a:noFill/>
          </a:ln>
        </p:spPr>
      </p:sp>
      <p:sp>
        <p:nvSpPr>
          <p:cNvPr id="41" name="wm.whiteboard.72.0"/>
          <p:cNvSpPr/>
          <p:nvPr/>
        </p:nvSpPr>
        <p:spPr>
          <a:xfrm>
            <a:off x="1638300" y="228600"/>
            <a:ext cx="38100" cy="38100"/>
          </a:xfrm>
          <a:prstGeom prst="rect">
            <a:avLst/>
          </a:prstGeom>
          <a:solidFill>
            <a:srgbClr val="CED7E6">
              <a:alpha val="97572"/>
            </a:srgbClr>
          </a:solidFill>
          <a:ln>
            <a:noFill/>
          </a:ln>
        </p:spPr>
      </p:sp>
      <p:sp>
        <p:nvSpPr>
          <p:cNvPr id="42" name="wm.whiteboard.72.18"/>
          <p:cNvSpPr/>
          <p:nvPr/>
        </p:nvSpPr>
        <p:spPr>
          <a:xfrm>
            <a:off x="1638300" y="457200"/>
            <a:ext cx="38100" cy="38100"/>
          </a:xfrm>
          <a:prstGeom prst="rect">
            <a:avLst/>
          </a:prstGeom>
          <a:solidFill>
            <a:srgbClr val="CED7E6">
              <a:alpha val="94724"/>
            </a:srgbClr>
          </a:solidFill>
          <a:ln>
            <a:noFill/>
          </a:ln>
        </p:spPr>
      </p:sp>
      <p:sp>
        <p:nvSpPr>
          <p:cNvPr id="43" name="wm.whiteboard.72.36"/>
          <p:cNvSpPr/>
          <p:nvPr/>
        </p:nvSpPr>
        <p:spPr>
          <a:xfrm>
            <a:off x="1638300" y="685800"/>
            <a:ext cx="38100" cy="38100"/>
          </a:xfrm>
          <a:prstGeom prst="rect">
            <a:avLst/>
          </a:prstGeom>
          <a:solidFill>
            <a:srgbClr val="CED7E6">
              <a:alpha val="87609"/>
            </a:srgbClr>
          </a:solidFill>
          <a:ln>
            <a:noFill/>
          </a:ln>
        </p:spPr>
      </p:sp>
      <p:sp>
        <p:nvSpPr>
          <p:cNvPr id="44" name="wm.whiteboard.72.54"/>
          <p:cNvSpPr/>
          <p:nvPr/>
        </p:nvSpPr>
        <p:spPr>
          <a:xfrm>
            <a:off x="1638300" y="914400"/>
            <a:ext cx="38100" cy="38100"/>
          </a:xfrm>
          <a:prstGeom prst="rect">
            <a:avLst/>
          </a:prstGeom>
          <a:solidFill>
            <a:srgbClr val="CED7E6">
              <a:alpha val="77408"/>
            </a:srgbClr>
          </a:solidFill>
          <a:ln>
            <a:noFill/>
          </a:ln>
        </p:spPr>
      </p:sp>
      <p:sp>
        <p:nvSpPr>
          <p:cNvPr id="45" name="wm.whiteboard.72.72"/>
          <p:cNvSpPr/>
          <p:nvPr/>
        </p:nvSpPr>
        <p:spPr>
          <a:xfrm>
            <a:off x="1638300" y="1143000"/>
            <a:ext cx="38100" cy="38100"/>
          </a:xfrm>
          <a:prstGeom prst="rect">
            <a:avLst/>
          </a:prstGeom>
          <a:solidFill>
            <a:srgbClr val="CED7E6">
              <a:alpha val="65181"/>
            </a:srgbClr>
          </a:solidFill>
          <a:ln>
            <a:noFill/>
          </a:ln>
        </p:spPr>
      </p:sp>
      <p:sp>
        <p:nvSpPr>
          <p:cNvPr id="46" name="wm.whiteboard.72.90"/>
          <p:cNvSpPr/>
          <p:nvPr/>
        </p:nvSpPr>
        <p:spPr>
          <a:xfrm>
            <a:off x="1638300" y="1371600"/>
            <a:ext cx="38100" cy="38100"/>
          </a:xfrm>
          <a:prstGeom prst="rect">
            <a:avLst/>
          </a:prstGeom>
          <a:solidFill>
            <a:srgbClr val="CED7E6">
              <a:alpha val="51653"/>
            </a:srgbClr>
          </a:solidFill>
          <a:ln>
            <a:noFill/>
          </a:ln>
        </p:spPr>
      </p:sp>
      <p:sp>
        <p:nvSpPr>
          <p:cNvPr id="47" name="wm.whiteboard.72.108"/>
          <p:cNvSpPr/>
          <p:nvPr/>
        </p:nvSpPr>
        <p:spPr>
          <a:xfrm>
            <a:off x="1638300" y="1600200"/>
            <a:ext cx="38100" cy="38100"/>
          </a:xfrm>
          <a:prstGeom prst="rect">
            <a:avLst/>
          </a:prstGeom>
          <a:solidFill>
            <a:srgbClr val="CED7E6">
              <a:alpha val="37275"/>
            </a:srgbClr>
          </a:solidFill>
          <a:ln>
            <a:noFill/>
          </a:ln>
        </p:spPr>
      </p:sp>
      <p:sp>
        <p:nvSpPr>
          <p:cNvPr id="48" name="wm.whiteboard.72.126"/>
          <p:cNvSpPr/>
          <p:nvPr/>
        </p:nvSpPr>
        <p:spPr>
          <a:xfrm>
            <a:off x="1638300" y="1828800"/>
            <a:ext cx="38100" cy="38100"/>
          </a:xfrm>
          <a:prstGeom prst="rect">
            <a:avLst/>
          </a:prstGeom>
          <a:solidFill>
            <a:srgbClr val="CED7E6">
              <a:alpha val="22326"/>
            </a:srgbClr>
          </a:solidFill>
          <a:ln>
            <a:noFill/>
          </a:ln>
        </p:spPr>
      </p:sp>
      <p:sp>
        <p:nvSpPr>
          <p:cNvPr id="49" name="wm.whiteboard.72.144"/>
          <p:cNvSpPr/>
          <p:nvPr/>
        </p:nvSpPr>
        <p:spPr>
          <a:xfrm>
            <a:off x="1638300" y="2057400"/>
            <a:ext cx="38100" cy="38100"/>
          </a:xfrm>
          <a:prstGeom prst="rect">
            <a:avLst/>
          </a:prstGeom>
          <a:solidFill>
            <a:srgbClr val="CED7E6">
              <a:alpha val="6980"/>
            </a:srgbClr>
          </a:solidFill>
          <a:ln>
            <a:noFill/>
          </a:ln>
        </p:spPr>
      </p:sp>
      <p:sp>
        <p:nvSpPr>
          <p:cNvPr id="50" name="wm.whiteboard.90.0"/>
          <p:cNvSpPr/>
          <p:nvPr/>
        </p:nvSpPr>
        <p:spPr>
          <a:xfrm>
            <a:off x="1866900" y="228600"/>
            <a:ext cx="38100" cy="38100"/>
          </a:xfrm>
          <a:prstGeom prst="rect">
            <a:avLst/>
          </a:prstGeom>
          <a:solidFill>
            <a:srgbClr val="CED7E6">
              <a:alpha val="83798"/>
            </a:srgbClr>
          </a:solidFill>
          <a:ln>
            <a:noFill/>
          </a:ln>
        </p:spPr>
      </p:sp>
      <p:sp>
        <p:nvSpPr>
          <p:cNvPr id="51" name="wm.whiteboard.90.18"/>
          <p:cNvSpPr/>
          <p:nvPr/>
        </p:nvSpPr>
        <p:spPr>
          <a:xfrm>
            <a:off x="1866900" y="457200"/>
            <a:ext cx="38100" cy="38100"/>
          </a:xfrm>
          <a:prstGeom prst="rect">
            <a:avLst/>
          </a:prstGeom>
          <a:solidFill>
            <a:srgbClr val="CED7E6">
              <a:alpha val="81490"/>
            </a:srgbClr>
          </a:solidFill>
          <a:ln>
            <a:noFill/>
          </a:ln>
        </p:spPr>
      </p:sp>
      <p:sp>
        <p:nvSpPr>
          <p:cNvPr id="52" name="wm.whiteboard.90.36"/>
          <p:cNvSpPr/>
          <p:nvPr/>
        </p:nvSpPr>
        <p:spPr>
          <a:xfrm>
            <a:off x="1866900" y="685800"/>
            <a:ext cx="38100" cy="38100"/>
          </a:xfrm>
          <a:prstGeom prst="rect">
            <a:avLst/>
          </a:prstGeom>
          <a:solidFill>
            <a:srgbClr val="CED7E6">
              <a:alpha val="75569"/>
            </a:srgbClr>
          </a:solidFill>
          <a:ln>
            <a:noFill/>
          </a:ln>
        </p:spPr>
      </p:sp>
      <p:sp>
        <p:nvSpPr>
          <p:cNvPr id="53" name="wm.whiteboard.90.54"/>
          <p:cNvSpPr/>
          <p:nvPr/>
        </p:nvSpPr>
        <p:spPr>
          <a:xfrm>
            <a:off x="1866900" y="914400"/>
            <a:ext cx="38100" cy="38100"/>
          </a:xfrm>
          <a:prstGeom prst="rect">
            <a:avLst/>
          </a:prstGeom>
          <a:solidFill>
            <a:srgbClr val="CED7E6">
              <a:alpha val="66767"/>
            </a:srgbClr>
          </a:solidFill>
          <a:ln>
            <a:noFill/>
          </a:ln>
        </p:spPr>
      </p:sp>
      <p:sp>
        <p:nvSpPr>
          <p:cNvPr id="54" name="wm.whiteboard.90.72"/>
          <p:cNvSpPr/>
          <p:nvPr/>
        </p:nvSpPr>
        <p:spPr>
          <a:xfrm>
            <a:off x="1866900" y="1143000"/>
            <a:ext cx="38100" cy="38100"/>
          </a:xfrm>
          <a:prstGeom prst="rect">
            <a:avLst/>
          </a:prstGeom>
          <a:solidFill>
            <a:srgbClr val="CED7E6">
              <a:alpha val="55859"/>
            </a:srgbClr>
          </a:solidFill>
          <a:ln>
            <a:noFill/>
          </a:ln>
        </p:spPr>
      </p:sp>
      <p:sp>
        <p:nvSpPr>
          <p:cNvPr id="55" name="wm.whiteboard.90.90"/>
          <p:cNvSpPr/>
          <p:nvPr/>
        </p:nvSpPr>
        <p:spPr>
          <a:xfrm>
            <a:off x="1866900" y="1371600"/>
            <a:ext cx="38100" cy="38100"/>
          </a:xfrm>
          <a:prstGeom prst="rect">
            <a:avLst/>
          </a:prstGeom>
          <a:solidFill>
            <a:srgbClr val="CED7E6">
              <a:alpha val="43468"/>
            </a:srgbClr>
          </a:solidFill>
          <a:ln>
            <a:noFill/>
          </a:ln>
        </p:spPr>
      </p:sp>
      <p:sp>
        <p:nvSpPr>
          <p:cNvPr id="56" name="wm.whiteboard.90.108"/>
          <p:cNvSpPr/>
          <p:nvPr/>
        </p:nvSpPr>
        <p:spPr>
          <a:xfrm>
            <a:off x="1866900" y="1600200"/>
            <a:ext cx="38100" cy="38100"/>
          </a:xfrm>
          <a:prstGeom prst="rect">
            <a:avLst/>
          </a:prstGeom>
          <a:solidFill>
            <a:srgbClr val="CED7E6">
              <a:alpha val="30037"/>
            </a:srgbClr>
          </a:solidFill>
          <a:ln>
            <a:noFill/>
          </a:ln>
        </p:spPr>
      </p:sp>
      <p:sp>
        <p:nvSpPr>
          <p:cNvPr id="57" name="wm.whiteboard.90.126"/>
          <p:cNvSpPr/>
          <p:nvPr/>
        </p:nvSpPr>
        <p:spPr>
          <a:xfrm>
            <a:off x="1866900" y="1828800"/>
            <a:ext cx="38100" cy="38100"/>
          </a:xfrm>
          <a:prstGeom prst="rect">
            <a:avLst/>
          </a:prstGeom>
          <a:solidFill>
            <a:srgbClr val="CED7E6">
              <a:alpha val="15870"/>
            </a:srgbClr>
          </a:solidFill>
          <a:ln>
            <a:noFill/>
          </a:ln>
        </p:spPr>
      </p:sp>
      <p:sp>
        <p:nvSpPr>
          <p:cNvPr id="58" name="wm.whiteboard.90.144"/>
          <p:cNvSpPr/>
          <p:nvPr/>
        </p:nvSpPr>
        <p:spPr>
          <a:xfrm>
            <a:off x="1866900" y="2057400"/>
            <a:ext cx="38100" cy="38100"/>
          </a:xfrm>
          <a:prstGeom prst="rect">
            <a:avLst/>
          </a:prstGeom>
          <a:solidFill>
            <a:srgbClr val="CED7E6">
              <a:alpha val="1171"/>
            </a:srgbClr>
          </a:solidFill>
          <a:ln>
            <a:noFill/>
          </a:ln>
        </p:spPr>
      </p:sp>
      <p:sp>
        <p:nvSpPr>
          <p:cNvPr id="59" name="wm.whiteboard.108.0"/>
          <p:cNvSpPr/>
          <p:nvPr/>
        </p:nvSpPr>
        <p:spPr>
          <a:xfrm>
            <a:off x="2095500" y="228600"/>
            <a:ext cx="38100" cy="38100"/>
          </a:xfrm>
          <a:prstGeom prst="rect">
            <a:avLst/>
          </a:prstGeom>
          <a:solidFill>
            <a:srgbClr val="CED7E6">
              <a:alpha val="70023"/>
            </a:srgbClr>
          </a:solidFill>
          <a:ln>
            <a:noFill/>
          </a:ln>
        </p:spPr>
      </p:sp>
      <p:sp>
        <p:nvSpPr>
          <p:cNvPr id="60" name="wm.whiteboard.108.18"/>
          <p:cNvSpPr/>
          <p:nvPr/>
        </p:nvSpPr>
        <p:spPr>
          <a:xfrm>
            <a:off x="2095500" y="457200"/>
            <a:ext cx="38100" cy="38100"/>
          </a:xfrm>
          <a:prstGeom prst="rect">
            <a:avLst/>
          </a:prstGeom>
          <a:solidFill>
            <a:srgbClr val="CED7E6">
              <a:alpha val="68085"/>
            </a:srgbClr>
          </a:solidFill>
          <a:ln>
            <a:noFill/>
          </a:ln>
        </p:spPr>
      </p:sp>
      <p:sp>
        <p:nvSpPr>
          <p:cNvPr id="61" name="wm.whiteboard.108.36"/>
          <p:cNvSpPr/>
          <p:nvPr/>
        </p:nvSpPr>
        <p:spPr>
          <a:xfrm>
            <a:off x="2095500" y="685800"/>
            <a:ext cx="38100" cy="38100"/>
          </a:xfrm>
          <a:prstGeom prst="rect">
            <a:avLst/>
          </a:prstGeom>
          <a:solidFill>
            <a:srgbClr val="CED7E6">
              <a:alpha val="63033"/>
            </a:srgbClr>
          </a:solidFill>
          <a:ln>
            <a:noFill/>
          </a:ln>
        </p:spPr>
      </p:sp>
      <p:sp>
        <p:nvSpPr>
          <p:cNvPr id="62" name="wm.whiteboard.108.54"/>
          <p:cNvSpPr/>
          <p:nvPr/>
        </p:nvSpPr>
        <p:spPr>
          <a:xfrm>
            <a:off x="2095500" y="914400"/>
            <a:ext cx="38100" cy="38100"/>
          </a:xfrm>
          <a:prstGeom prst="rect">
            <a:avLst/>
          </a:prstGeom>
          <a:solidFill>
            <a:srgbClr val="CED7E6">
              <a:alpha val="55346"/>
            </a:srgbClr>
          </a:solidFill>
          <a:ln>
            <a:noFill/>
          </a:ln>
        </p:spPr>
      </p:sp>
      <p:sp>
        <p:nvSpPr>
          <p:cNvPr id="63" name="wm.whiteboard.108.72"/>
          <p:cNvSpPr/>
          <p:nvPr/>
        </p:nvSpPr>
        <p:spPr>
          <a:xfrm>
            <a:off x="2095500" y="1143000"/>
            <a:ext cx="38100" cy="38100"/>
          </a:xfrm>
          <a:prstGeom prst="rect">
            <a:avLst/>
          </a:prstGeom>
          <a:solidFill>
            <a:srgbClr val="CED7E6">
              <a:alpha val="45583"/>
            </a:srgbClr>
          </a:solidFill>
          <a:ln>
            <a:noFill/>
          </a:ln>
        </p:spPr>
      </p:sp>
      <p:sp>
        <p:nvSpPr>
          <p:cNvPr id="64" name="wm.whiteboard.108.90"/>
          <p:cNvSpPr/>
          <p:nvPr/>
        </p:nvSpPr>
        <p:spPr>
          <a:xfrm>
            <a:off x="2095500" y="1371600"/>
            <a:ext cx="38100" cy="38100"/>
          </a:xfrm>
          <a:prstGeom prst="rect">
            <a:avLst/>
          </a:prstGeom>
          <a:solidFill>
            <a:srgbClr val="CED7E6">
              <a:alpha val="34251"/>
            </a:srgbClr>
          </a:solidFill>
          <a:ln>
            <a:noFill/>
          </a:ln>
        </p:spPr>
      </p:sp>
      <p:sp>
        <p:nvSpPr>
          <p:cNvPr id="65" name="wm.whiteboard.108.108"/>
          <p:cNvSpPr/>
          <p:nvPr/>
        </p:nvSpPr>
        <p:spPr>
          <a:xfrm>
            <a:off x="2095500" y="1600200"/>
            <a:ext cx="38100" cy="38100"/>
          </a:xfrm>
          <a:prstGeom prst="rect">
            <a:avLst/>
          </a:prstGeom>
          <a:solidFill>
            <a:srgbClr val="CED7E6">
              <a:alpha val="21754"/>
            </a:srgbClr>
          </a:solidFill>
          <a:ln>
            <a:noFill/>
          </a:ln>
        </p:spPr>
      </p:sp>
      <p:sp>
        <p:nvSpPr>
          <p:cNvPr id="66" name="wm.whiteboard.108.126"/>
          <p:cNvSpPr/>
          <p:nvPr/>
        </p:nvSpPr>
        <p:spPr>
          <a:xfrm>
            <a:off x="2095500" y="1828800"/>
            <a:ext cx="38100" cy="38100"/>
          </a:xfrm>
          <a:prstGeom prst="rect">
            <a:avLst/>
          </a:prstGeom>
          <a:solidFill>
            <a:srgbClr val="CED7E6">
              <a:alpha val="8391"/>
            </a:srgbClr>
          </a:solidFill>
          <a:ln>
            <a:noFill/>
          </a:ln>
        </p:spPr>
      </p:sp>
      <p:sp>
        <p:nvSpPr>
          <p:cNvPr id="67" name="wm.whiteboard.126.0"/>
          <p:cNvSpPr/>
          <p:nvPr/>
        </p:nvSpPr>
        <p:spPr>
          <a:xfrm>
            <a:off x="2324100" y="228600"/>
            <a:ext cx="38100" cy="38100"/>
          </a:xfrm>
          <a:prstGeom prst="rect">
            <a:avLst/>
          </a:prstGeom>
          <a:solidFill>
            <a:srgbClr val="CED7E6">
              <a:alpha val="56247"/>
            </a:srgbClr>
          </a:solidFill>
          <a:ln>
            <a:noFill/>
          </a:ln>
        </p:spPr>
      </p:sp>
      <p:sp>
        <p:nvSpPr>
          <p:cNvPr id="68" name="wm.whiteboard.126.18"/>
          <p:cNvSpPr/>
          <p:nvPr/>
        </p:nvSpPr>
        <p:spPr>
          <a:xfrm>
            <a:off x="2324100" y="457200"/>
            <a:ext cx="38100" cy="38100"/>
          </a:xfrm>
          <a:prstGeom prst="rect">
            <a:avLst/>
          </a:prstGeom>
          <a:solidFill>
            <a:srgbClr val="CED7E6">
              <a:alpha val="54578"/>
            </a:srgbClr>
          </a:solidFill>
          <a:ln>
            <a:noFill/>
          </a:ln>
        </p:spPr>
      </p:sp>
      <p:sp>
        <p:nvSpPr>
          <p:cNvPr id="69" name="wm.whiteboard.126.36"/>
          <p:cNvSpPr/>
          <p:nvPr/>
        </p:nvSpPr>
        <p:spPr>
          <a:xfrm>
            <a:off x="2324100" y="685800"/>
            <a:ext cx="38100" cy="38100"/>
          </a:xfrm>
          <a:prstGeom prst="rect">
            <a:avLst/>
          </a:prstGeom>
          <a:solidFill>
            <a:srgbClr val="CED7E6">
              <a:alpha val="50182"/>
            </a:srgbClr>
          </a:solidFill>
          <a:ln>
            <a:noFill/>
          </a:ln>
        </p:spPr>
      </p:sp>
      <p:sp>
        <p:nvSpPr>
          <p:cNvPr id="70" name="wm.whiteboard.126.54"/>
          <p:cNvSpPr/>
          <p:nvPr/>
        </p:nvSpPr>
        <p:spPr>
          <a:xfrm>
            <a:off x="2324100" y="914400"/>
            <a:ext cx="38100" cy="38100"/>
          </a:xfrm>
          <a:prstGeom prst="rect">
            <a:avLst/>
          </a:prstGeom>
          <a:solidFill>
            <a:srgbClr val="CED7E6">
              <a:alpha val="43386"/>
            </a:srgbClr>
          </a:solidFill>
          <a:ln>
            <a:noFill/>
          </a:ln>
        </p:spPr>
      </p:sp>
      <p:sp>
        <p:nvSpPr>
          <p:cNvPr id="71" name="wm.whiteboard.126.72"/>
          <p:cNvSpPr/>
          <p:nvPr/>
        </p:nvSpPr>
        <p:spPr>
          <a:xfrm>
            <a:off x="2324100" y="1143000"/>
            <a:ext cx="38100" cy="38100"/>
          </a:xfrm>
          <a:prstGeom prst="rect">
            <a:avLst/>
          </a:prstGeom>
          <a:solidFill>
            <a:srgbClr val="CED7E6">
              <a:alpha val="34598"/>
            </a:srgbClr>
          </a:solidFill>
          <a:ln>
            <a:noFill/>
          </a:ln>
        </p:spPr>
      </p:sp>
      <p:sp>
        <p:nvSpPr>
          <p:cNvPr id="72" name="wm.whiteboard.126.90"/>
          <p:cNvSpPr/>
          <p:nvPr/>
        </p:nvSpPr>
        <p:spPr>
          <a:xfrm>
            <a:off x="2324100" y="1371600"/>
            <a:ext cx="38100" cy="38100"/>
          </a:xfrm>
          <a:prstGeom prst="rect">
            <a:avLst/>
          </a:prstGeom>
          <a:solidFill>
            <a:srgbClr val="CED7E6">
              <a:alpha val="24223"/>
            </a:srgbClr>
          </a:solidFill>
          <a:ln>
            <a:noFill/>
          </a:ln>
        </p:spPr>
      </p:sp>
      <p:sp>
        <p:nvSpPr>
          <p:cNvPr id="73" name="wm.whiteboard.126.108"/>
          <p:cNvSpPr/>
          <p:nvPr/>
        </p:nvSpPr>
        <p:spPr>
          <a:xfrm>
            <a:off x="2324100" y="1600200"/>
            <a:ext cx="38100" cy="38100"/>
          </a:xfrm>
          <a:prstGeom prst="rect">
            <a:avLst/>
          </a:prstGeom>
          <a:solidFill>
            <a:srgbClr val="CED7E6">
              <a:alpha val="12610"/>
            </a:srgbClr>
          </a:solidFill>
          <a:ln>
            <a:noFill/>
          </a:ln>
        </p:spPr>
      </p:sp>
      <p:sp>
        <p:nvSpPr>
          <p:cNvPr id="74" name="wm.whiteboard.126.126"/>
          <p:cNvSpPr/>
          <p:nvPr/>
        </p:nvSpPr>
        <p:spPr>
          <a:xfrm>
            <a:off x="2324100" y="1828800"/>
            <a:ext cx="38100" cy="38100"/>
          </a:xfrm>
          <a:prstGeom prst="rect">
            <a:avLst/>
          </a:prstGeom>
          <a:solidFill>
            <a:srgbClr val="CED7E6">
              <a:alpha val="40"/>
            </a:srgbClr>
          </a:solidFill>
          <a:ln>
            <a:noFill/>
          </a:ln>
        </p:spPr>
      </p:sp>
      <p:sp>
        <p:nvSpPr>
          <p:cNvPr id="75" name="wm.whiteboard.144.0"/>
          <p:cNvSpPr/>
          <p:nvPr/>
        </p:nvSpPr>
        <p:spPr>
          <a:xfrm>
            <a:off x="2552700" y="228600"/>
            <a:ext cx="38100" cy="38100"/>
          </a:xfrm>
          <a:prstGeom prst="rect">
            <a:avLst/>
          </a:prstGeom>
          <a:solidFill>
            <a:srgbClr val="CED7E6">
              <a:alpha val="42471"/>
            </a:srgbClr>
          </a:solidFill>
          <a:ln>
            <a:noFill/>
          </a:ln>
        </p:spPr>
      </p:sp>
      <p:sp>
        <p:nvSpPr>
          <p:cNvPr id="76" name="wm.whiteboard.144.18"/>
          <p:cNvSpPr/>
          <p:nvPr/>
        </p:nvSpPr>
        <p:spPr>
          <a:xfrm>
            <a:off x="2552700" y="457200"/>
            <a:ext cx="38100" cy="38100"/>
          </a:xfrm>
          <a:prstGeom prst="rect">
            <a:avLst/>
          </a:prstGeom>
          <a:solidFill>
            <a:srgbClr val="CED7E6">
              <a:alpha val="41005"/>
            </a:srgbClr>
          </a:solidFill>
          <a:ln>
            <a:noFill/>
          </a:ln>
        </p:spPr>
      </p:sp>
      <p:sp>
        <p:nvSpPr>
          <p:cNvPr id="77" name="wm.whiteboard.144.36"/>
          <p:cNvSpPr/>
          <p:nvPr/>
        </p:nvSpPr>
        <p:spPr>
          <a:xfrm>
            <a:off x="2552700" y="685800"/>
            <a:ext cx="38100" cy="38100"/>
          </a:xfrm>
          <a:prstGeom prst="rect">
            <a:avLst/>
          </a:prstGeom>
          <a:solidFill>
            <a:srgbClr val="CED7E6">
              <a:alpha val="37120"/>
            </a:srgbClr>
          </a:solidFill>
          <a:ln>
            <a:noFill/>
          </a:ln>
        </p:spPr>
      </p:sp>
      <p:sp>
        <p:nvSpPr>
          <p:cNvPr id="78" name="wm.whiteboard.144.54"/>
          <p:cNvSpPr/>
          <p:nvPr/>
        </p:nvSpPr>
        <p:spPr>
          <a:xfrm>
            <a:off x="2552700" y="914400"/>
            <a:ext cx="38100" cy="38100"/>
          </a:xfrm>
          <a:prstGeom prst="rect">
            <a:avLst/>
          </a:prstGeom>
          <a:solidFill>
            <a:srgbClr val="CED7E6">
              <a:alpha val="31044"/>
            </a:srgbClr>
          </a:solidFill>
          <a:ln>
            <a:noFill/>
          </a:ln>
        </p:spPr>
      </p:sp>
      <p:sp>
        <p:nvSpPr>
          <p:cNvPr id="79" name="wm.whiteboard.144.72"/>
          <p:cNvSpPr/>
          <p:nvPr/>
        </p:nvSpPr>
        <p:spPr>
          <a:xfrm>
            <a:off x="2552700" y="1143000"/>
            <a:ext cx="38100" cy="38100"/>
          </a:xfrm>
          <a:prstGeom prst="rect">
            <a:avLst/>
          </a:prstGeom>
          <a:solidFill>
            <a:srgbClr val="CED7E6">
              <a:alpha val="23083"/>
            </a:srgbClr>
          </a:solidFill>
          <a:ln>
            <a:noFill/>
          </a:ln>
        </p:spPr>
      </p:sp>
      <p:sp>
        <p:nvSpPr>
          <p:cNvPr id="80" name="wm.whiteboard.144.90"/>
          <p:cNvSpPr/>
          <p:nvPr/>
        </p:nvSpPr>
        <p:spPr>
          <a:xfrm>
            <a:off x="2552700" y="1371600"/>
            <a:ext cx="38100" cy="38100"/>
          </a:xfrm>
          <a:prstGeom prst="rect">
            <a:avLst/>
          </a:prstGeom>
          <a:solidFill>
            <a:srgbClr val="CED7E6">
              <a:alpha val="13557"/>
            </a:srgbClr>
          </a:solidFill>
          <a:ln>
            <a:noFill/>
          </a:ln>
        </p:spPr>
      </p:sp>
      <p:sp>
        <p:nvSpPr>
          <p:cNvPr id="81" name="wm.whiteboard.144.108"/>
          <p:cNvSpPr/>
          <p:nvPr/>
        </p:nvSpPr>
        <p:spPr>
          <a:xfrm>
            <a:off x="2552700" y="1600200"/>
            <a:ext cx="38100" cy="38100"/>
          </a:xfrm>
          <a:prstGeom prst="rect">
            <a:avLst/>
          </a:prstGeom>
          <a:solidFill>
            <a:srgbClr val="CED7E6">
              <a:alpha val="2762"/>
            </a:srgbClr>
          </a:solidFill>
          <a:ln>
            <a:noFill/>
          </a:ln>
        </p:spPr>
      </p:sp>
      <p:sp>
        <p:nvSpPr>
          <p:cNvPr id="82" name="wm.whiteboard.162.0"/>
          <p:cNvSpPr/>
          <p:nvPr/>
        </p:nvSpPr>
        <p:spPr>
          <a:xfrm>
            <a:off x="2781300" y="228600"/>
            <a:ext cx="38100" cy="38100"/>
          </a:xfrm>
          <a:prstGeom prst="rect">
            <a:avLst/>
          </a:prstGeom>
          <a:solidFill>
            <a:srgbClr val="CED7E6">
              <a:alpha val="28695"/>
            </a:srgbClr>
          </a:solidFill>
          <a:ln>
            <a:noFill/>
          </a:ln>
        </p:spPr>
      </p:sp>
      <p:sp>
        <p:nvSpPr>
          <p:cNvPr id="83" name="wm.whiteboard.162.18"/>
          <p:cNvSpPr/>
          <p:nvPr/>
        </p:nvSpPr>
        <p:spPr>
          <a:xfrm>
            <a:off x="2781300" y="457200"/>
            <a:ext cx="38100" cy="38100"/>
          </a:xfrm>
          <a:prstGeom prst="rect">
            <a:avLst/>
          </a:prstGeom>
          <a:solidFill>
            <a:srgbClr val="CED7E6">
              <a:alpha val="27389"/>
            </a:srgbClr>
          </a:solidFill>
          <a:ln>
            <a:noFill/>
          </a:ln>
        </p:spPr>
      </p:sp>
      <p:sp>
        <p:nvSpPr>
          <p:cNvPr id="84" name="wm.whiteboard.162.36"/>
          <p:cNvSpPr/>
          <p:nvPr/>
        </p:nvSpPr>
        <p:spPr>
          <a:xfrm>
            <a:off x="2781300" y="685800"/>
            <a:ext cx="38100" cy="38100"/>
          </a:xfrm>
          <a:prstGeom prst="rect">
            <a:avLst/>
          </a:prstGeom>
          <a:solidFill>
            <a:srgbClr val="CED7E6">
              <a:alpha val="23910"/>
            </a:srgbClr>
          </a:solidFill>
          <a:ln>
            <a:noFill/>
          </a:ln>
        </p:spPr>
      </p:sp>
      <p:sp>
        <p:nvSpPr>
          <p:cNvPr id="85" name="wm.whiteboard.162.54"/>
          <p:cNvSpPr/>
          <p:nvPr/>
        </p:nvSpPr>
        <p:spPr>
          <a:xfrm>
            <a:off x="2781300" y="914400"/>
            <a:ext cx="38100" cy="38100"/>
          </a:xfrm>
          <a:prstGeom prst="rect">
            <a:avLst/>
          </a:prstGeom>
          <a:solidFill>
            <a:srgbClr val="CED7E6">
              <a:alpha val="18425"/>
            </a:srgbClr>
          </a:solidFill>
          <a:ln>
            <a:noFill/>
          </a:ln>
        </p:spPr>
      </p:sp>
      <p:sp>
        <p:nvSpPr>
          <p:cNvPr id="86" name="wm.whiteboard.162.72"/>
          <p:cNvSpPr/>
          <p:nvPr/>
        </p:nvSpPr>
        <p:spPr>
          <a:xfrm>
            <a:off x="2781300" y="1143000"/>
            <a:ext cx="38100" cy="38100"/>
          </a:xfrm>
          <a:prstGeom prst="rect">
            <a:avLst/>
          </a:prstGeom>
          <a:solidFill>
            <a:srgbClr val="CED7E6">
              <a:alpha val="11167"/>
            </a:srgbClr>
          </a:solidFill>
          <a:ln>
            <a:noFill/>
          </a:ln>
        </p:spPr>
      </p:sp>
      <p:sp>
        <p:nvSpPr>
          <p:cNvPr id="87" name="wm.whiteboard.162.90"/>
          <p:cNvSpPr/>
          <p:nvPr/>
        </p:nvSpPr>
        <p:spPr>
          <a:xfrm>
            <a:off x="2781300" y="1371600"/>
            <a:ext cx="38100" cy="38100"/>
          </a:xfrm>
          <a:prstGeom prst="rect">
            <a:avLst/>
          </a:prstGeom>
          <a:solidFill>
            <a:srgbClr val="CED7E6">
              <a:alpha val="2388"/>
            </a:srgbClr>
          </a:solidFill>
          <a:ln>
            <a:noFill/>
          </a:ln>
        </p:spPr>
      </p:sp>
      <p:sp>
        <p:nvSpPr>
          <p:cNvPr id="88" name="wm.whiteboard.180.0"/>
          <p:cNvSpPr/>
          <p:nvPr/>
        </p:nvSpPr>
        <p:spPr>
          <a:xfrm>
            <a:off x="3009900" y="228600"/>
            <a:ext cx="38100" cy="38100"/>
          </a:xfrm>
          <a:prstGeom prst="rect">
            <a:avLst/>
          </a:prstGeom>
          <a:solidFill>
            <a:srgbClr val="CED7E6">
              <a:alpha val="14918"/>
            </a:srgbClr>
          </a:solidFill>
          <a:ln>
            <a:noFill/>
          </a:ln>
        </p:spPr>
      </p:sp>
      <p:sp>
        <p:nvSpPr>
          <p:cNvPr id="89" name="wm.whiteboard.180.18"/>
          <p:cNvSpPr/>
          <p:nvPr/>
        </p:nvSpPr>
        <p:spPr>
          <a:xfrm>
            <a:off x="3009900" y="457200"/>
            <a:ext cx="38100" cy="38100"/>
          </a:xfrm>
          <a:prstGeom prst="rect">
            <a:avLst/>
          </a:prstGeom>
          <a:solidFill>
            <a:srgbClr val="CED7E6">
              <a:alpha val="13741"/>
            </a:srgbClr>
          </a:solidFill>
          <a:ln>
            <a:noFill/>
          </a:ln>
        </p:spPr>
      </p:sp>
      <p:sp>
        <p:nvSpPr>
          <p:cNvPr id="90" name="wm.whiteboard.180.36"/>
          <p:cNvSpPr/>
          <p:nvPr/>
        </p:nvSpPr>
        <p:spPr>
          <a:xfrm>
            <a:off x="3009900" y="685800"/>
            <a:ext cx="38100" cy="38100"/>
          </a:xfrm>
          <a:prstGeom prst="rect">
            <a:avLst/>
          </a:prstGeom>
          <a:solidFill>
            <a:srgbClr val="CED7E6">
              <a:alpha val="10593"/>
            </a:srgbClr>
          </a:solidFill>
          <a:ln>
            <a:noFill/>
          </a:ln>
        </p:spPr>
      </p:sp>
      <p:sp>
        <p:nvSpPr>
          <p:cNvPr id="91" name="wm.whiteboard.180.54"/>
          <p:cNvSpPr/>
          <p:nvPr/>
        </p:nvSpPr>
        <p:spPr>
          <a:xfrm>
            <a:off x="3009900" y="914400"/>
            <a:ext cx="38100" cy="38100"/>
          </a:xfrm>
          <a:prstGeom prst="rect">
            <a:avLst/>
          </a:prstGeom>
          <a:solidFill>
            <a:srgbClr val="CED7E6">
              <a:alpha val="5600"/>
            </a:srgbClr>
          </a:solidFill>
          <a:ln>
            <a:noFill/>
          </a:ln>
        </p:spPr>
      </p:sp>
      <p:sp>
        <p:nvSpPr>
          <p:cNvPr id="92" name="wm.whiteboard.198.0"/>
          <p:cNvSpPr/>
          <p:nvPr/>
        </p:nvSpPr>
        <p:spPr>
          <a:xfrm>
            <a:off x="3238500" y="228600"/>
            <a:ext cx="38100" cy="38100"/>
          </a:xfrm>
          <a:prstGeom prst="rect">
            <a:avLst/>
          </a:prstGeom>
          <a:solidFill>
            <a:srgbClr val="CED7E6">
              <a:alpha val="1142"/>
            </a:srgbClr>
          </a:solidFill>
          <a:ln>
            <a:noFill/>
          </a:ln>
        </p:spPr>
      </p:sp>
      <p:sp>
        <p:nvSpPr>
          <p:cNvPr id="93" name="wm.whiteboard.198.18"/>
          <p:cNvSpPr/>
          <p:nvPr/>
        </p:nvSpPr>
        <p:spPr>
          <a:xfrm>
            <a:off x="3238500" y="457200"/>
            <a:ext cx="38100" cy="38100"/>
          </a:xfrm>
          <a:prstGeom prst="rect">
            <a:avLst/>
          </a:prstGeom>
          <a:solidFill>
            <a:srgbClr val="CED7E6">
              <a:alpha val="69"/>
            </a:srgbClr>
          </a:solidFill>
          <a:ln>
            <a:noFill/>
          </a:ln>
        </p:spPr>
      </p:sp>
      <p:sp>
        <p:nvSpPr>
          <p:cNvPr id="94" name="wm.header.rule"/>
          <p:cNvSpPr/>
          <p:nvPr/>
        </p:nvSpPr>
        <p:spPr>
          <a:xfrm>
            <a:off x="723900" y="1371600"/>
            <a:ext cx="10744200" cy="9525"/>
          </a:xfrm>
          <a:prstGeom prst="rect">
            <a:avLst/>
          </a:prstGeom>
          <a:solidFill>
            <a:srgbClr val="CED7E6"/>
          </a:solidFill>
          <a:ln>
            <a:noFill/>
          </a:ln>
        </p:spPr>
      </p:sp>
      <p:pic>
        <p:nvPicPr>
          <p:cNvPr id="95"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210300"/>
            <a:ext cx="729403" cy="152400"/>
          </a:xfrm>
          <a:prstGeom prst="rect">
            <a:avLst/>
          </a:prstGeom>
        </p:spPr>
      </p:pic>
      <p:sp>
        <p:nvSpPr>
          <p:cNvPr id="96" name="wm.legal"/>
          <p:cNvSpPr/>
          <p:nvPr/>
        </p:nvSpPr>
        <p:spPr>
          <a:xfrm>
            <a:off x="2171700" y="6172200"/>
            <a:ext cx="89154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wmds.frame.7e3405850516957645c1">
    <p:bg>
      <p:bgPr>
        <a:solidFill>
          <a:srgbClr val="FFFFFF"/>
        </a:solidFill>
      </p:bgPr>
    </p:bg>
    <p:spTree>
      <p:nvGrpSpPr>
        <p:cNvPr id="1" name=""/>
        <p:cNvGrpSpPr/>
        <p:nvPr/>
      </p:nvGrpSpPr>
      <p:grpSpPr>
        <a:xfrm>
          <a:off x="0" y="0"/>
          <a:ext cx="0" cy="0"/>
          <a:chOff x="0" y="0"/>
          <a:chExt cx="0" cy="0"/>
        </a:xfrm>
      </p:grpSpPr>
      <p:sp>
        <p:nvSpPr>
          <p:cNvPr id="2" name="wm.rail"/>
          <p:cNvSpPr/>
          <p:nvPr/>
        </p:nvSpPr>
        <p:spPr>
          <a:xfrm>
            <a:off x="0" y="0"/>
            <a:ext cx="3467100" cy="6858000"/>
          </a:xfrm>
          <a:prstGeom prst="rect">
            <a:avLst/>
          </a:prstGeom>
          <a:solidFill>
            <a:srgbClr val="070154"/>
          </a:solidFill>
          <a:ln>
            <a:noFill/>
          </a:ln>
        </p:spPr>
      </p:sp>
      <p:sp>
        <p:nvSpPr>
          <p:cNvPr id="3" name="wm.footer.rule"/>
          <p:cNvSpPr/>
          <p:nvPr/>
        </p:nvSpPr>
        <p:spPr>
          <a:xfrm>
            <a:off x="4381500" y="6057900"/>
            <a:ext cx="7086600" cy="9525"/>
          </a:xfrm>
          <a:prstGeom prst="rect">
            <a:avLst/>
          </a:prstGeom>
          <a:solidFill>
            <a:srgbClr val="CED7E6"/>
          </a:solidFill>
          <a:ln>
            <a:noFill/>
          </a:ln>
        </p:spPr>
      </p:sp>
      <p:sp>
        <p:nvSpPr>
          <p:cNvPr id="4" name="wm.whiteboard.0.0"/>
          <p:cNvSpPr/>
          <p:nvPr/>
        </p:nvSpPr>
        <p:spPr>
          <a:xfrm>
            <a:off x="3695700" y="228600"/>
            <a:ext cx="38100" cy="38100"/>
          </a:xfrm>
          <a:prstGeom prst="rect">
            <a:avLst/>
          </a:prstGeom>
          <a:solidFill>
            <a:srgbClr val="CED7E6"/>
          </a:solidFill>
          <a:ln>
            <a:noFill/>
          </a:ln>
        </p:spPr>
      </p:sp>
      <p:sp>
        <p:nvSpPr>
          <p:cNvPr id="5" name="wm.whiteboard.0.18"/>
          <p:cNvSpPr/>
          <p:nvPr/>
        </p:nvSpPr>
        <p:spPr>
          <a:xfrm>
            <a:off x="3695700" y="457200"/>
            <a:ext cx="38100" cy="38100"/>
          </a:xfrm>
          <a:prstGeom prst="rect">
            <a:avLst/>
          </a:prstGeom>
          <a:solidFill>
            <a:srgbClr val="CED7E6"/>
          </a:solidFill>
          <a:ln>
            <a:noFill/>
          </a:ln>
        </p:spPr>
      </p:sp>
      <p:sp>
        <p:nvSpPr>
          <p:cNvPr id="6" name="wm.whiteboard.0.36"/>
          <p:cNvSpPr/>
          <p:nvPr/>
        </p:nvSpPr>
        <p:spPr>
          <a:xfrm>
            <a:off x="3695700" y="685800"/>
            <a:ext cx="38100" cy="38100"/>
          </a:xfrm>
          <a:prstGeom prst="rect">
            <a:avLst/>
          </a:prstGeom>
          <a:solidFill>
            <a:srgbClr val="CED7E6"/>
          </a:solidFill>
          <a:ln>
            <a:noFill/>
          </a:ln>
        </p:spPr>
      </p:sp>
      <p:sp>
        <p:nvSpPr>
          <p:cNvPr id="7" name="wm.whiteboard.0.54"/>
          <p:cNvSpPr/>
          <p:nvPr/>
        </p:nvSpPr>
        <p:spPr>
          <a:xfrm>
            <a:off x="3695700" y="914400"/>
            <a:ext cx="38100" cy="38100"/>
          </a:xfrm>
          <a:prstGeom prst="rect">
            <a:avLst/>
          </a:prstGeom>
          <a:solidFill>
            <a:srgbClr val="CED7E6"/>
          </a:solidFill>
          <a:ln>
            <a:noFill/>
          </a:ln>
        </p:spPr>
      </p:sp>
      <p:sp>
        <p:nvSpPr>
          <p:cNvPr id="8" name="wm.whiteboard.0.72"/>
          <p:cNvSpPr/>
          <p:nvPr/>
        </p:nvSpPr>
        <p:spPr>
          <a:xfrm>
            <a:off x="3695700" y="1143000"/>
            <a:ext cx="38100" cy="38100"/>
          </a:xfrm>
          <a:prstGeom prst="rect">
            <a:avLst/>
          </a:prstGeom>
          <a:solidFill>
            <a:srgbClr val="CED7E6">
              <a:alpha val="85305"/>
            </a:srgbClr>
          </a:solidFill>
          <a:ln>
            <a:noFill/>
          </a:ln>
        </p:spPr>
      </p:sp>
      <p:sp>
        <p:nvSpPr>
          <p:cNvPr id="9" name="wm.whiteboard.0.90"/>
          <p:cNvSpPr/>
          <p:nvPr/>
        </p:nvSpPr>
        <p:spPr>
          <a:xfrm>
            <a:off x="3695700" y="1371600"/>
            <a:ext cx="38100" cy="38100"/>
          </a:xfrm>
          <a:prstGeom prst="rect">
            <a:avLst/>
          </a:prstGeom>
          <a:solidFill>
            <a:srgbClr val="CED7E6">
              <a:alpha val="68524"/>
            </a:srgbClr>
          </a:solidFill>
          <a:ln>
            <a:noFill/>
          </a:ln>
        </p:spPr>
      </p:sp>
      <p:sp>
        <p:nvSpPr>
          <p:cNvPr id="10" name="wm.whiteboard.0.108"/>
          <p:cNvSpPr/>
          <p:nvPr/>
        </p:nvSpPr>
        <p:spPr>
          <a:xfrm>
            <a:off x="3695700" y="1600200"/>
            <a:ext cx="38100" cy="38100"/>
          </a:xfrm>
          <a:prstGeom prst="rect">
            <a:avLst/>
          </a:prstGeom>
          <a:solidFill>
            <a:srgbClr val="CED7E6">
              <a:alpha val="51742"/>
            </a:srgbClr>
          </a:solidFill>
          <a:ln>
            <a:noFill/>
          </a:ln>
        </p:spPr>
      </p:sp>
      <p:sp>
        <p:nvSpPr>
          <p:cNvPr id="11" name="wm.whiteboard.0.126"/>
          <p:cNvSpPr/>
          <p:nvPr/>
        </p:nvSpPr>
        <p:spPr>
          <a:xfrm>
            <a:off x="3695700" y="1828800"/>
            <a:ext cx="38100" cy="38100"/>
          </a:xfrm>
          <a:prstGeom prst="rect">
            <a:avLst/>
          </a:prstGeom>
          <a:solidFill>
            <a:srgbClr val="CED7E6">
              <a:alpha val="34959"/>
            </a:srgbClr>
          </a:solidFill>
          <a:ln>
            <a:noFill/>
          </a:ln>
        </p:spPr>
      </p:sp>
      <p:sp>
        <p:nvSpPr>
          <p:cNvPr id="12" name="wm.whiteboard.0.144"/>
          <p:cNvSpPr/>
          <p:nvPr/>
        </p:nvSpPr>
        <p:spPr>
          <a:xfrm>
            <a:off x="3695700" y="2057400"/>
            <a:ext cx="38100" cy="38100"/>
          </a:xfrm>
          <a:prstGeom prst="rect">
            <a:avLst/>
          </a:prstGeom>
          <a:solidFill>
            <a:srgbClr val="CED7E6">
              <a:alpha val="18177"/>
            </a:srgbClr>
          </a:solidFill>
          <a:ln>
            <a:noFill/>
          </a:ln>
        </p:spPr>
      </p:sp>
      <p:sp>
        <p:nvSpPr>
          <p:cNvPr id="13" name="wm.whiteboard.0.162"/>
          <p:cNvSpPr/>
          <p:nvPr/>
        </p:nvSpPr>
        <p:spPr>
          <a:xfrm>
            <a:off x="3695700" y="2286000"/>
            <a:ext cx="38100" cy="38100"/>
          </a:xfrm>
          <a:prstGeom prst="rect">
            <a:avLst/>
          </a:prstGeom>
          <a:solidFill>
            <a:srgbClr val="CED7E6">
              <a:alpha val="1394"/>
            </a:srgbClr>
          </a:solidFill>
          <a:ln>
            <a:noFill/>
          </a:ln>
        </p:spPr>
      </p:sp>
      <p:sp>
        <p:nvSpPr>
          <p:cNvPr id="14" name="wm.whiteboard.18.0"/>
          <p:cNvSpPr/>
          <p:nvPr/>
        </p:nvSpPr>
        <p:spPr>
          <a:xfrm>
            <a:off x="3924300" y="228600"/>
            <a:ext cx="38100" cy="38100"/>
          </a:xfrm>
          <a:prstGeom prst="rect">
            <a:avLst/>
          </a:prstGeom>
          <a:solidFill>
            <a:srgbClr val="CED7E6"/>
          </a:solidFill>
          <a:ln>
            <a:noFill/>
          </a:ln>
        </p:spPr>
      </p:sp>
      <p:sp>
        <p:nvSpPr>
          <p:cNvPr id="15" name="wm.whiteboard.18.18"/>
          <p:cNvSpPr/>
          <p:nvPr/>
        </p:nvSpPr>
        <p:spPr>
          <a:xfrm>
            <a:off x="3924300" y="457200"/>
            <a:ext cx="38100" cy="38100"/>
          </a:xfrm>
          <a:prstGeom prst="rect">
            <a:avLst/>
          </a:prstGeom>
          <a:solidFill>
            <a:srgbClr val="CED7E6"/>
          </a:solidFill>
          <a:ln>
            <a:noFill/>
          </a:ln>
        </p:spPr>
      </p:sp>
      <p:sp>
        <p:nvSpPr>
          <p:cNvPr id="16" name="wm.whiteboard.18.36"/>
          <p:cNvSpPr/>
          <p:nvPr/>
        </p:nvSpPr>
        <p:spPr>
          <a:xfrm>
            <a:off x="3924300" y="685800"/>
            <a:ext cx="38100" cy="38100"/>
          </a:xfrm>
          <a:prstGeom prst="rect">
            <a:avLst/>
          </a:prstGeom>
          <a:solidFill>
            <a:srgbClr val="CED7E6"/>
          </a:solidFill>
          <a:ln>
            <a:noFill/>
          </a:ln>
        </p:spPr>
      </p:sp>
      <p:sp>
        <p:nvSpPr>
          <p:cNvPr id="17" name="wm.whiteboard.18.54"/>
          <p:cNvSpPr/>
          <p:nvPr/>
        </p:nvSpPr>
        <p:spPr>
          <a:xfrm>
            <a:off x="3924300" y="914400"/>
            <a:ext cx="38100" cy="38100"/>
          </a:xfrm>
          <a:prstGeom prst="rect">
            <a:avLst/>
          </a:prstGeom>
          <a:solidFill>
            <a:srgbClr val="CED7E6">
              <a:alpha val="99988"/>
            </a:srgbClr>
          </a:solidFill>
          <a:ln>
            <a:noFill/>
          </a:ln>
        </p:spPr>
      </p:sp>
      <p:sp>
        <p:nvSpPr>
          <p:cNvPr id="18" name="wm.whiteboard.18.72"/>
          <p:cNvSpPr/>
          <p:nvPr/>
        </p:nvSpPr>
        <p:spPr>
          <a:xfrm>
            <a:off x="3924300" y="1143000"/>
            <a:ext cx="38100" cy="38100"/>
          </a:xfrm>
          <a:prstGeom prst="rect">
            <a:avLst/>
          </a:prstGeom>
          <a:solidFill>
            <a:srgbClr val="CED7E6">
              <a:alpha val="83708"/>
            </a:srgbClr>
          </a:solidFill>
          <a:ln>
            <a:noFill/>
          </a:ln>
        </p:spPr>
      </p:sp>
      <p:sp>
        <p:nvSpPr>
          <p:cNvPr id="19" name="wm.whiteboard.18.90"/>
          <p:cNvSpPr/>
          <p:nvPr/>
        </p:nvSpPr>
        <p:spPr>
          <a:xfrm>
            <a:off x="3924300" y="1371600"/>
            <a:ext cx="38100" cy="38100"/>
          </a:xfrm>
          <a:prstGeom prst="rect">
            <a:avLst/>
          </a:prstGeom>
          <a:solidFill>
            <a:srgbClr val="CED7E6">
              <a:alpha val="67236"/>
            </a:srgbClr>
          </a:solidFill>
          <a:ln>
            <a:noFill/>
          </a:ln>
        </p:spPr>
      </p:sp>
      <p:sp>
        <p:nvSpPr>
          <p:cNvPr id="20" name="wm.whiteboard.18.108"/>
          <p:cNvSpPr/>
          <p:nvPr/>
        </p:nvSpPr>
        <p:spPr>
          <a:xfrm>
            <a:off x="3924300" y="1600200"/>
            <a:ext cx="38100" cy="38100"/>
          </a:xfrm>
          <a:prstGeom prst="rect">
            <a:avLst/>
          </a:prstGeom>
          <a:solidFill>
            <a:srgbClr val="CED7E6">
              <a:alpha val="50663"/>
            </a:srgbClr>
          </a:solidFill>
          <a:ln>
            <a:noFill/>
          </a:ln>
        </p:spPr>
      </p:sp>
      <p:sp>
        <p:nvSpPr>
          <p:cNvPr id="21" name="wm.whiteboard.18.126"/>
          <p:cNvSpPr/>
          <p:nvPr/>
        </p:nvSpPr>
        <p:spPr>
          <a:xfrm>
            <a:off x="3924300" y="1828800"/>
            <a:ext cx="38100" cy="38100"/>
          </a:xfrm>
          <a:prstGeom prst="rect">
            <a:avLst/>
          </a:prstGeom>
          <a:solidFill>
            <a:srgbClr val="CED7E6">
              <a:alpha val="34032"/>
            </a:srgbClr>
          </a:solidFill>
          <a:ln>
            <a:noFill/>
          </a:ln>
        </p:spPr>
      </p:sp>
      <p:sp>
        <p:nvSpPr>
          <p:cNvPr id="22" name="wm.whiteboard.18.144"/>
          <p:cNvSpPr/>
          <p:nvPr/>
        </p:nvSpPr>
        <p:spPr>
          <a:xfrm>
            <a:off x="3924300" y="2057400"/>
            <a:ext cx="38100" cy="38100"/>
          </a:xfrm>
          <a:prstGeom prst="rect">
            <a:avLst/>
          </a:prstGeom>
          <a:solidFill>
            <a:srgbClr val="CED7E6">
              <a:alpha val="17363"/>
            </a:srgbClr>
          </a:solidFill>
          <a:ln>
            <a:noFill/>
          </a:ln>
        </p:spPr>
      </p:sp>
      <p:sp>
        <p:nvSpPr>
          <p:cNvPr id="23" name="wm.whiteboard.18.162"/>
          <p:cNvSpPr/>
          <p:nvPr/>
        </p:nvSpPr>
        <p:spPr>
          <a:xfrm>
            <a:off x="3924300" y="2286000"/>
            <a:ext cx="38100" cy="38100"/>
          </a:xfrm>
          <a:prstGeom prst="rect">
            <a:avLst/>
          </a:prstGeom>
          <a:solidFill>
            <a:srgbClr val="CED7E6">
              <a:alpha val="670"/>
            </a:srgbClr>
          </a:solidFill>
          <a:ln>
            <a:noFill/>
          </a:ln>
        </p:spPr>
      </p:sp>
      <p:sp>
        <p:nvSpPr>
          <p:cNvPr id="24" name="wm.whiteboard.36.0"/>
          <p:cNvSpPr/>
          <p:nvPr/>
        </p:nvSpPr>
        <p:spPr>
          <a:xfrm>
            <a:off x="4152900" y="228600"/>
            <a:ext cx="38100" cy="38100"/>
          </a:xfrm>
          <a:prstGeom prst="rect">
            <a:avLst/>
          </a:prstGeom>
          <a:solidFill>
            <a:srgbClr val="CED7E6"/>
          </a:solidFill>
          <a:ln>
            <a:noFill/>
          </a:ln>
        </p:spPr>
      </p:sp>
      <p:sp>
        <p:nvSpPr>
          <p:cNvPr id="25" name="wm.whiteboard.36.18"/>
          <p:cNvSpPr/>
          <p:nvPr/>
        </p:nvSpPr>
        <p:spPr>
          <a:xfrm>
            <a:off x="4152900" y="457200"/>
            <a:ext cx="38100" cy="38100"/>
          </a:xfrm>
          <a:prstGeom prst="rect">
            <a:avLst/>
          </a:prstGeom>
          <a:solidFill>
            <a:srgbClr val="CED7E6"/>
          </a:solidFill>
          <a:ln>
            <a:noFill/>
          </a:ln>
        </p:spPr>
      </p:sp>
      <p:sp>
        <p:nvSpPr>
          <p:cNvPr id="26" name="wm.whiteboard.36.36"/>
          <p:cNvSpPr/>
          <p:nvPr/>
        </p:nvSpPr>
        <p:spPr>
          <a:xfrm>
            <a:off x="4152900" y="685800"/>
            <a:ext cx="38100" cy="38100"/>
          </a:xfrm>
          <a:prstGeom prst="rect">
            <a:avLst/>
          </a:prstGeom>
          <a:solidFill>
            <a:srgbClr val="CED7E6"/>
          </a:solidFill>
          <a:ln>
            <a:noFill/>
          </a:ln>
        </p:spPr>
      </p:sp>
      <p:sp>
        <p:nvSpPr>
          <p:cNvPr id="27" name="wm.whiteboard.36.54"/>
          <p:cNvSpPr/>
          <p:nvPr/>
        </p:nvSpPr>
        <p:spPr>
          <a:xfrm>
            <a:off x="4152900" y="914400"/>
            <a:ext cx="38100" cy="38100"/>
          </a:xfrm>
          <a:prstGeom prst="rect">
            <a:avLst/>
          </a:prstGeom>
          <a:solidFill>
            <a:srgbClr val="CED7E6">
              <a:alpha val="94671"/>
            </a:srgbClr>
          </a:solidFill>
          <a:ln>
            <a:noFill/>
          </a:ln>
        </p:spPr>
      </p:sp>
      <p:sp>
        <p:nvSpPr>
          <p:cNvPr id="28" name="wm.whiteboard.36.72"/>
          <p:cNvSpPr/>
          <p:nvPr/>
        </p:nvSpPr>
        <p:spPr>
          <a:xfrm>
            <a:off x="4152900" y="1143000"/>
            <a:ext cx="38100" cy="38100"/>
          </a:xfrm>
          <a:prstGeom prst="rect">
            <a:avLst/>
          </a:prstGeom>
          <a:solidFill>
            <a:srgbClr val="CED7E6">
              <a:alpha val="79547"/>
            </a:srgbClr>
          </a:solidFill>
          <a:ln>
            <a:noFill/>
          </a:ln>
        </p:spPr>
      </p:sp>
      <p:sp>
        <p:nvSpPr>
          <p:cNvPr id="29" name="wm.whiteboard.36.90"/>
          <p:cNvSpPr/>
          <p:nvPr/>
        </p:nvSpPr>
        <p:spPr>
          <a:xfrm>
            <a:off x="4152900" y="1371600"/>
            <a:ext cx="38100" cy="38100"/>
          </a:xfrm>
          <a:prstGeom prst="rect">
            <a:avLst/>
          </a:prstGeom>
          <a:solidFill>
            <a:srgbClr val="CED7E6">
              <a:alpha val="63833"/>
            </a:srgbClr>
          </a:solidFill>
          <a:ln>
            <a:noFill/>
          </a:ln>
        </p:spPr>
      </p:sp>
      <p:sp>
        <p:nvSpPr>
          <p:cNvPr id="30" name="wm.whiteboard.36.108"/>
          <p:cNvSpPr/>
          <p:nvPr/>
        </p:nvSpPr>
        <p:spPr>
          <a:xfrm>
            <a:off x="4152900" y="1600200"/>
            <a:ext cx="38100" cy="38100"/>
          </a:xfrm>
          <a:prstGeom prst="rect">
            <a:avLst/>
          </a:prstGeom>
          <a:solidFill>
            <a:srgbClr val="CED7E6">
              <a:alpha val="47790"/>
            </a:srgbClr>
          </a:solidFill>
          <a:ln>
            <a:noFill/>
          </a:ln>
        </p:spPr>
      </p:sp>
      <p:sp>
        <p:nvSpPr>
          <p:cNvPr id="31" name="wm.whiteboard.36.126"/>
          <p:cNvSpPr/>
          <p:nvPr/>
        </p:nvSpPr>
        <p:spPr>
          <a:xfrm>
            <a:off x="4152900" y="1828800"/>
            <a:ext cx="38100" cy="38100"/>
          </a:xfrm>
          <a:prstGeom prst="rect">
            <a:avLst/>
          </a:prstGeom>
          <a:solidFill>
            <a:srgbClr val="CED7E6">
              <a:alpha val="31549"/>
            </a:srgbClr>
          </a:solidFill>
          <a:ln>
            <a:noFill/>
          </a:ln>
        </p:spPr>
      </p:sp>
      <p:sp>
        <p:nvSpPr>
          <p:cNvPr id="32" name="wm.whiteboard.36.144"/>
          <p:cNvSpPr/>
          <p:nvPr/>
        </p:nvSpPr>
        <p:spPr>
          <a:xfrm>
            <a:off x="4152900" y="2057400"/>
            <a:ext cx="38100" cy="38100"/>
          </a:xfrm>
          <a:prstGeom prst="rect">
            <a:avLst/>
          </a:prstGeom>
          <a:solidFill>
            <a:srgbClr val="CED7E6">
              <a:alpha val="15179"/>
            </a:srgbClr>
          </a:solidFill>
          <a:ln>
            <a:noFill/>
          </a:ln>
        </p:spPr>
      </p:sp>
      <p:sp>
        <p:nvSpPr>
          <p:cNvPr id="33" name="wm.whiteboard.54.0"/>
          <p:cNvSpPr/>
          <p:nvPr/>
        </p:nvSpPr>
        <p:spPr>
          <a:xfrm>
            <a:off x="4381500" y="228600"/>
            <a:ext cx="38100" cy="38100"/>
          </a:xfrm>
          <a:prstGeom prst="rect">
            <a:avLst/>
          </a:prstGeom>
          <a:solidFill>
            <a:srgbClr val="CED7E6"/>
          </a:solidFill>
          <a:ln>
            <a:noFill/>
          </a:ln>
        </p:spPr>
      </p:sp>
      <p:sp>
        <p:nvSpPr>
          <p:cNvPr id="34" name="wm.whiteboard.54.18"/>
          <p:cNvSpPr/>
          <p:nvPr/>
        </p:nvSpPr>
        <p:spPr>
          <a:xfrm>
            <a:off x="4381500" y="457200"/>
            <a:ext cx="38100" cy="38100"/>
          </a:xfrm>
          <a:prstGeom prst="rect">
            <a:avLst/>
          </a:prstGeom>
          <a:solidFill>
            <a:srgbClr val="CED7E6"/>
          </a:solidFill>
          <a:ln>
            <a:noFill/>
          </a:ln>
        </p:spPr>
      </p:sp>
      <p:sp>
        <p:nvSpPr>
          <p:cNvPr id="35" name="wm.whiteboard.54.36"/>
          <p:cNvSpPr/>
          <p:nvPr/>
        </p:nvSpPr>
        <p:spPr>
          <a:xfrm>
            <a:off x="4381500" y="685800"/>
            <a:ext cx="38100" cy="38100"/>
          </a:xfrm>
          <a:prstGeom prst="rect">
            <a:avLst/>
          </a:prstGeom>
          <a:solidFill>
            <a:srgbClr val="CED7E6">
              <a:alpha val="98827"/>
            </a:srgbClr>
          </a:solidFill>
          <a:ln>
            <a:noFill/>
          </a:ln>
        </p:spPr>
      </p:sp>
      <p:sp>
        <p:nvSpPr>
          <p:cNvPr id="36" name="wm.whiteboard.54.54"/>
          <p:cNvSpPr/>
          <p:nvPr/>
        </p:nvSpPr>
        <p:spPr>
          <a:xfrm>
            <a:off x="4381500" y="914400"/>
            <a:ext cx="38100" cy="38100"/>
          </a:xfrm>
          <a:prstGeom prst="rect">
            <a:avLst/>
          </a:prstGeom>
          <a:solidFill>
            <a:srgbClr val="CED7E6">
              <a:alpha val="86895"/>
            </a:srgbClr>
          </a:solidFill>
          <a:ln>
            <a:noFill/>
          </a:ln>
        </p:spPr>
      </p:sp>
      <p:sp>
        <p:nvSpPr>
          <p:cNvPr id="37" name="wm.whiteboard.54.72"/>
          <p:cNvSpPr/>
          <p:nvPr/>
        </p:nvSpPr>
        <p:spPr>
          <a:xfrm>
            <a:off x="4381500" y="1143000"/>
            <a:ext cx="38100" cy="38100"/>
          </a:xfrm>
          <a:prstGeom prst="rect">
            <a:avLst/>
          </a:prstGeom>
          <a:solidFill>
            <a:srgbClr val="CED7E6">
              <a:alpha val="73217"/>
            </a:srgbClr>
          </a:solidFill>
          <a:ln>
            <a:noFill/>
          </a:ln>
        </p:spPr>
      </p:sp>
      <p:sp>
        <p:nvSpPr>
          <p:cNvPr id="38" name="wm.whiteboard.54.90"/>
          <p:cNvSpPr/>
          <p:nvPr/>
        </p:nvSpPr>
        <p:spPr>
          <a:xfrm>
            <a:off x="4381500" y="1371600"/>
            <a:ext cx="38100" cy="38100"/>
          </a:xfrm>
          <a:prstGeom prst="rect">
            <a:avLst/>
          </a:prstGeom>
          <a:solidFill>
            <a:srgbClr val="CED7E6">
              <a:alpha val="58541"/>
            </a:srgbClr>
          </a:solidFill>
          <a:ln>
            <a:noFill/>
          </a:ln>
        </p:spPr>
      </p:sp>
      <p:sp>
        <p:nvSpPr>
          <p:cNvPr id="39" name="wm.whiteboard.54.108"/>
          <p:cNvSpPr/>
          <p:nvPr/>
        </p:nvSpPr>
        <p:spPr>
          <a:xfrm>
            <a:off x="4381500" y="1600200"/>
            <a:ext cx="38100" cy="38100"/>
          </a:xfrm>
          <a:prstGeom prst="rect">
            <a:avLst/>
          </a:prstGeom>
          <a:solidFill>
            <a:srgbClr val="CED7E6">
              <a:alpha val="43263"/>
            </a:srgbClr>
          </a:solidFill>
          <a:ln>
            <a:noFill/>
          </a:ln>
        </p:spPr>
      </p:sp>
      <p:sp>
        <p:nvSpPr>
          <p:cNvPr id="40" name="wm.whiteboard.54.126"/>
          <p:cNvSpPr/>
          <p:nvPr/>
        </p:nvSpPr>
        <p:spPr>
          <a:xfrm>
            <a:off x="4381500" y="1828800"/>
            <a:ext cx="38100" cy="38100"/>
          </a:xfrm>
          <a:prstGeom prst="rect">
            <a:avLst/>
          </a:prstGeom>
          <a:solidFill>
            <a:srgbClr val="CED7E6">
              <a:alpha val="27603"/>
            </a:srgbClr>
          </a:solidFill>
          <a:ln>
            <a:noFill/>
          </a:ln>
        </p:spPr>
      </p:sp>
      <p:sp>
        <p:nvSpPr>
          <p:cNvPr id="41" name="wm.whiteboard.54.144"/>
          <p:cNvSpPr/>
          <p:nvPr/>
        </p:nvSpPr>
        <p:spPr>
          <a:xfrm>
            <a:off x="4381500" y="2057400"/>
            <a:ext cx="38100" cy="38100"/>
          </a:xfrm>
          <a:prstGeom prst="rect">
            <a:avLst/>
          </a:prstGeom>
          <a:solidFill>
            <a:srgbClr val="CED7E6">
              <a:alpha val="11687"/>
            </a:srgbClr>
          </a:solidFill>
          <a:ln>
            <a:noFill/>
          </a:ln>
        </p:spPr>
      </p:sp>
      <p:sp>
        <p:nvSpPr>
          <p:cNvPr id="42" name="wm.whiteboard.72.0"/>
          <p:cNvSpPr/>
          <p:nvPr/>
        </p:nvSpPr>
        <p:spPr>
          <a:xfrm>
            <a:off x="4610100" y="228600"/>
            <a:ext cx="38100" cy="38100"/>
          </a:xfrm>
          <a:prstGeom prst="rect">
            <a:avLst/>
          </a:prstGeom>
          <a:solidFill>
            <a:srgbClr val="CED7E6">
              <a:alpha val="97572"/>
            </a:srgbClr>
          </a:solidFill>
          <a:ln>
            <a:noFill/>
          </a:ln>
        </p:spPr>
      </p:sp>
      <p:sp>
        <p:nvSpPr>
          <p:cNvPr id="43" name="wm.whiteboard.72.18"/>
          <p:cNvSpPr/>
          <p:nvPr/>
        </p:nvSpPr>
        <p:spPr>
          <a:xfrm>
            <a:off x="4610100" y="457200"/>
            <a:ext cx="38100" cy="38100"/>
          </a:xfrm>
          <a:prstGeom prst="rect">
            <a:avLst/>
          </a:prstGeom>
          <a:solidFill>
            <a:srgbClr val="CED7E6">
              <a:alpha val="94724"/>
            </a:srgbClr>
          </a:solidFill>
          <a:ln>
            <a:noFill/>
          </a:ln>
        </p:spPr>
      </p:sp>
      <p:sp>
        <p:nvSpPr>
          <p:cNvPr id="44" name="wm.whiteboard.72.36"/>
          <p:cNvSpPr/>
          <p:nvPr/>
        </p:nvSpPr>
        <p:spPr>
          <a:xfrm>
            <a:off x="4610100" y="685800"/>
            <a:ext cx="38100" cy="38100"/>
          </a:xfrm>
          <a:prstGeom prst="rect">
            <a:avLst/>
          </a:prstGeom>
          <a:solidFill>
            <a:srgbClr val="CED7E6">
              <a:alpha val="87609"/>
            </a:srgbClr>
          </a:solidFill>
          <a:ln>
            <a:noFill/>
          </a:ln>
        </p:spPr>
      </p:sp>
      <p:sp>
        <p:nvSpPr>
          <p:cNvPr id="45" name="wm.whiteboard.72.54"/>
          <p:cNvSpPr/>
          <p:nvPr/>
        </p:nvSpPr>
        <p:spPr>
          <a:xfrm>
            <a:off x="4610100" y="914400"/>
            <a:ext cx="38100" cy="38100"/>
          </a:xfrm>
          <a:prstGeom prst="rect">
            <a:avLst/>
          </a:prstGeom>
          <a:solidFill>
            <a:srgbClr val="CED7E6">
              <a:alpha val="77408"/>
            </a:srgbClr>
          </a:solidFill>
          <a:ln>
            <a:noFill/>
          </a:ln>
        </p:spPr>
      </p:sp>
      <p:sp>
        <p:nvSpPr>
          <p:cNvPr id="46" name="wm.whiteboard.72.72"/>
          <p:cNvSpPr/>
          <p:nvPr/>
        </p:nvSpPr>
        <p:spPr>
          <a:xfrm>
            <a:off x="4610100" y="1143000"/>
            <a:ext cx="38100" cy="38100"/>
          </a:xfrm>
          <a:prstGeom prst="rect">
            <a:avLst/>
          </a:prstGeom>
          <a:solidFill>
            <a:srgbClr val="CED7E6">
              <a:alpha val="65181"/>
            </a:srgbClr>
          </a:solidFill>
          <a:ln>
            <a:noFill/>
          </a:ln>
        </p:spPr>
      </p:sp>
      <p:sp>
        <p:nvSpPr>
          <p:cNvPr id="47" name="wm.whiteboard.72.90"/>
          <p:cNvSpPr/>
          <p:nvPr/>
        </p:nvSpPr>
        <p:spPr>
          <a:xfrm>
            <a:off x="4610100" y="1371600"/>
            <a:ext cx="38100" cy="38100"/>
          </a:xfrm>
          <a:prstGeom prst="rect">
            <a:avLst/>
          </a:prstGeom>
          <a:solidFill>
            <a:srgbClr val="CED7E6">
              <a:alpha val="51653"/>
            </a:srgbClr>
          </a:solidFill>
          <a:ln>
            <a:noFill/>
          </a:ln>
        </p:spPr>
      </p:sp>
      <p:sp>
        <p:nvSpPr>
          <p:cNvPr id="48" name="wm.whiteboard.72.108"/>
          <p:cNvSpPr/>
          <p:nvPr/>
        </p:nvSpPr>
        <p:spPr>
          <a:xfrm>
            <a:off x="4610100" y="1600200"/>
            <a:ext cx="38100" cy="38100"/>
          </a:xfrm>
          <a:prstGeom prst="rect">
            <a:avLst/>
          </a:prstGeom>
          <a:solidFill>
            <a:srgbClr val="CED7E6">
              <a:alpha val="37275"/>
            </a:srgbClr>
          </a:solidFill>
          <a:ln>
            <a:noFill/>
          </a:ln>
        </p:spPr>
      </p:sp>
      <p:sp>
        <p:nvSpPr>
          <p:cNvPr id="49" name="wm.whiteboard.72.126"/>
          <p:cNvSpPr/>
          <p:nvPr/>
        </p:nvSpPr>
        <p:spPr>
          <a:xfrm>
            <a:off x="4610100" y="1828800"/>
            <a:ext cx="38100" cy="38100"/>
          </a:xfrm>
          <a:prstGeom prst="rect">
            <a:avLst/>
          </a:prstGeom>
          <a:solidFill>
            <a:srgbClr val="CED7E6">
              <a:alpha val="22326"/>
            </a:srgbClr>
          </a:solidFill>
          <a:ln>
            <a:noFill/>
          </a:ln>
        </p:spPr>
      </p:sp>
      <p:sp>
        <p:nvSpPr>
          <p:cNvPr id="50" name="wm.whiteboard.72.144"/>
          <p:cNvSpPr/>
          <p:nvPr/>
        </p:nvSpPr>
        <p:spPr>
          <a:xfrm>
            <a:off x="4610100" y="2057400"/>
            <a:ext cx="38100" cy="38100"/>
          </a:xfrm>
          <a:prstGeom prst="rect">
            <a:avLst/>
          </a:prstGeom>
          <a:solidFill>
            <a:srgbClr val="CED7E6">
              <a:alpha val="6980"/>
            </a:srgbClr>
          </a:solidFill>
          <a:ln>
            <a:noFill/>
          </a:ln>
        </p:spPr>
      </p:sp>
      <p:sp>
        <p:nvSpPr>
          <p:cNvPr id="51" name="wm.whiteboard.90.0"/>
          <p:cNvSpPr/>
          <p:nvPr/>
        </p:nvSpPr>
        <p:spPr>
          <a:xfrm>
            <a:off x="4838700" y="228600"/>
            <a:ext cx="38100" cy="38100"/>
          </a:xfrm>
          <a:prstGeom prst="rect">
            <a:avLst/>
          </a:prstGeom>
          <a:solidFill>
            <a:srgbClr val="CED7E6">
              <a:alpha val="83798"/>
            </a:srgbClr>
          </a:solidFill>
          <a:ln>
            <a:noFill/>
          </a:ln>
        </p:spPr>
      </p:sp>
      <p:sp>
        <p:nvSpPr>
          <p:cNvPr id="52" name="wm.whiteboard.90.18"/>
          <p:cNvSpPr/>
          <p:nvPr/>
        </p:nvSpPr>
        <p:spPr>
          <a:xfrm>
            <a:off x="4838700" y="457200"/>
            <a:ext cx="38100" cy="38100"/>
          </a:xfrm>
          <a:prstGeom prst="rect">
            <a:avLst/>
          </a:prstGeom>
          <a:solidFill>
            <a:srgbClr val="CED7E6">
              <a:alpha val="81490"/>
            </a:srgbClr>
          </a:solidFill>
          <a:ln>
            <a:noFill/>
          </a:ln>
        </p:spPr>
      </p:sp>
      <p:sp>
        <p:nvSpPr>
          <p:cNvPr id="53" name="wm.whiteboard.90.36"/>
          <p:cNvSpPr/>
          <p:nvPr/>
        </p:nvSpPr>
        <p:spPr>
          <a:xfrm>
            <a:off x="4838700" y="685800"/>
            <a:ext cx="38100" cy="38100"/>
          </a:xfrm>
          <a:prstGeom prst="rect">
            <a:avLst/>
          </a:prstGeom>
          <a:solidFill>
            <a:srgbClr val="CED7E6">
              <a:alpha val="75569"/>
            </a:srgbClr>
          </a:solidFill>
          <a:ln>
            <a:noFill/>
          </a:ln>
        </p:spPr>
      </p:sp>
      <p:sp>
        <p:nvSpPr>
          <p:cNvPr id="54" name="wm.whiteboard.90.54"/>
          <p:cNvSpPr/>
          <p:nvPr/>
        </p:nvSpPr>
        <p:spPr>
          <a:xfrm>
            <a:off x="4838700" y="914400"/>
            <a:ext cx="38100" cy="38100"/>
          </a:xfrm>
          <a:prstGeom prst="rect">
            <a:avLst/>
          </a:prstGeom>
          <a:solidFill>
            <a:srgbClr val="CED7E6">
              <a:alpha val="66767"/>
            </a:srgbClr>
          </a:solidFill>
          <a:ln>
            <a:noFill/>
          </a:ln>
        </p:spPr>
      </p:sp>
      <p:sp>
        <p:nvSpPr>
          <p:cNvPr id="55" name="wm.whiteboard.90.72"/>
          <p:cNvSpPr/>
          <p:nvPr/>
        </p:nvSpPr>
        <p:spPr>
          <a:xfrm>
            <a:off x="4838700" y="1143000"/>
            <a:ext cx="38100" cy="38100"/>
          </a:xfrm>
          <a:prstGeom prst="rect">
            <a:avLst/>
          </a:prstGeom>
          <a:solidFill>
            <a:srgbClr val="CED7E6">
              <a:alpha val="55859"/>
            </a:srgbClr>
          </a:solidFill>
          <a:ln>
            <a:noFill/>
          </a:ln>
        </p:spPr>
      </p:sp>
      <p:sp>
        <p:nvSpPr>
          <p:cNvPr id="56" name="wm.whiteboard.90.90"/>
          <p:cNvSpPr/>
          <p:nvPr/>
        </p:nvSpPr>
        <p:spPr>
          <a:xfrm>
            <a:off x="4838700" y="1371600"/>
            <a:ext cx="38100" cy="38100"/>
          </a:xfrm>
          <a:prstGeom prst="rect">
            <a:avLst/>
          </a:prstGeom>
          <a:solidFill>
            <a:srgbClr val="CED7E6">
              <a:alpha val="43468"/>
            </a:srgbClr>
          </a:solidFill>
          <a:ln>
            <a:noFill/>
          </a:ln>
        </p:spPr>
      </p:sp>
      <p:sp>
        <p:nvSpPr>
          <p:cNvPr id="57" name="wm.whiteboard.90.108"/>
          <p:cNvSpPr/>
          <p:nvPr/>
        </p:nvSpPr>
        <p:spPr>
          <a:xfrm>
            <a:off x="4838700" y="1600200"/>
            <a:ext cx="38100" cy="38100"/>
          </a:xfrm>
          <a:prstGeom prst="rect">
            <a:avLst/>
          </a:prstGeom>
          <a:solidFill>
            <a:srgbClr val="CED7E6">
              <a:alpha val="30037"/>
            </a:srgbClr>
          </a:solidFill>
          <a:ln>
            <a:noFill/>
          </a:ln>
        </p:spPr>
      </p:sp>
      <p:sp>
        <p:nvSpPr>
          <p:cNvPr id="58" name="wm.whiteboard.90.126"/>
          <p:cNvSpPr/>
          <p:nvPr/>
        </p:nvSpPr>
        <p:spPr>
          <a:xfrm>
            <a:off x="4838700" y="1828800"/>
            <a:ext cx="38100" cy="38100"/>
          </a:xfrm>
          <a:prstGeom prst="rect">
            <a:avLst/>
          </a:prstGeom>
          <a:solidFill>
            <a:srgbClr val="CED7E6">
              <a:alpha val="15870"/>
            </a:srgbClr>
          </a:solidFill>
          <a:ln>
            <a:noFill/>
          </a:ln>
        </p:spPr>
      </p:sp>
      <p:sp>
        <p:nvSpPr>
          <p:cNvPr id="59" name="wm.whiteboard.90.144"/>
          <p:cNvSpPr/>
          <p:nvPr/>
        </p:nvSpPr>
        <p:spPr>
          <a:xfrm>
            <a:off x="4838700" y="2057400"/>
            <a:ext cx="38100" cy="38100"/>
          </a:xfrm>
          <a:prstGeom prst="rect">
            <a:avLst/>
          </a:prstGeom>
          <a:solidFill>
            <a:srgbClr val="CED7E6">
              <a:alpha val="1171"/>
            </a:srgbClr>
          </a:solidFill>
          <a:ln>
            <a:noFill/>
          </a:ln>
        </p:spPr>
      </p:sp>
      <p:sp>
        <p:nvSpPr>
          <p:cNvPr id="60" name="wm.whiteboard.108.0"/>
          <p:cNvSpPr/>
          <p:nvPr/>
        </p:nvSpPr>
        <p:spPr>
          <a:xfrm>
            <a:off x="5067300" y="228600"/>
            <a:ext cx="38100" cy="38100"/>
          </a:xfrm>
          <a:prstGeom prst="rect">
            <a:avLst/>
          </a:prstGeom>
          <a:solidFill>
            <a:srgbClr val="CED7E6">
              <a:alpha val="70023"/>
            </a:srgbClr>
          </a:solidFill>
          <a:ln>
            <a:noFill/>
          </a:ln>
        </p:spPr>
      </p:sp>
      <p:sp>
        <p:nvSpPr>
          <p:cNvPr id="61" name="wm.whiteboard.108.18"/>
          <p:cNvSpPr/>
          <p:nvPr/>
        </p:nvSpPr>
        <p:spPr>
          <a:xfrm>
            <a:off x="5067300" y="457200"/>
            <a:ext cx="38100" cy="38100"/>
          </a:xfrm>
          <a:prstGeom prst="rect">
            <a:avLst/>
          </a:prstGeom>
          <a:solidFill>
            <a:srgbClr val="CED7E6">
              <a:alpha val="68085"/>
            </a:srgbClr>
          </a:solidFill>
          <a:ln>
            <a:noFill/>
          </a:ln>
        </p:spPr>
      </p:sp>
      <p:sp>
        <p:nvSpPr>
          <p:cNvPr id="62" name="wm.whiteboard.108.36"/>
          <p:cNvSpPr/>
          <p:nvPr/>
        </p:nvSpPr>
        <p:spPr>
          <a:xfrm>
            <a:off x="5067300" y="685800"/>
            <a:ext cx="38100" cy="38100"/>
          </a:xfrm>
          <a:prstGeom prst="rect">
            <a:avLst/>
          </a:prstGeom>
          <a:solidFill>
            <a:srgbClr val="CED7E6">
              <a:alpha val="63033"/>
            </a:srgbClr>
          </a:solidFill>
          <a:ln>
            <a:noFill/>
          </a:ln>
        </p:spPr>
      </p:sp>
      <p:sp>
        <p:nvSpPr>
          <p:cNvPr id="63" name="wm.whiteboard.108.54"/>
          <p:cNvSpPr/>
          <p:nvPr/>
        </p:nvSpPr>
        <p:spPr>
          <a:xfrm>
            <a:off x="5067300" y="914400"/>
            <a:ext cx="38100" cy="38100"/>
          </a:xfrm>
          <a:prstGeom prst="rect">
            <a:avLst/>
          </a:prstGeom>
          <a:solidFill>
            <a:srgbClr val="CED7E6">
              <a:alpha val="55346"/>
            </a:srgbClr>
          </a:solidFill>
          <a:ln>
            <a:noFill/>
          </a:ln>
        </p:spPr>
      </p:sp>
      <p:sp>
        <p:nvSpPr>
          <p:cNvPr id="64" name="wm.whiteboard.108.72"/>
          <p:cNvSpPr/>
          <p:nvPr/>
        </p:nvSpPr>
        <p:spPr>
          <a:xfrm>
            <a:off x="5067300" y="1143000"/>
            <a:ext cx="38100" cy="38100"/>
          </a:xfrm>
          <a:prstGeom prst="rect">
            <a:avLst/>
          </a:prstGeom>
          <a:solidFill>
            <a:srgbClr val="CED7E6">
              <a:alpha val="45583"/>
            </a:srgbClr>
          </a:solidFill>
          <a:ln>
            <a:noFill/>
          </a:ln>
        </p:spPr>
      </p:sp>
      <p:sp>
        <p:nvSpPr>
          <p:cNvPr id="65" name="wm.whiteboard.108.90"/>
          <p:cNvSpPr/>
          <p:nvPr/>
        </p:nvSpPr>
        <p:spPr>
          <a:xfrm>
            <a:off x="5067300" y="1371600"/>
            <a:ext cx="38100" cy="38100"/>
          </a:xfrm>
          <a:prstGeom prst="rect">
            <a:avLst/>
          </a:prstGeom>
          <a:solidFill>
            <a:srgbClr val="CED7E6">
              <a:alpha val="34251"/>
            </a:srgbClr>
          </a:solidFill>
          <a:ln>
            <a:noFill/>
          </a:ln>
        </p:spPr>
      </p:sp>
      <p:sp>
        <p:nvSpPr>
          <p:cNvPr id="66" name="wm.whiteboard.108.108"/>
          <p:cNvSpPr/>
          <p:nvPr/>
        </p:nvSpPr>
        <p:spPr>
          <a:xfrm>
            <a:off x="5067300" y="1600200"/>
            <a:ext cx="38100" cy="38100"/>
          </a:xfrm>
          <a:prstGeom prst="rect">
            <a:avLst/>
          </a:prstGeom>
          <a:solidFill>
            <a:srgbClr val="CED7E6">
              <a:alpha val="21754"/>
            </a:srgbClr>
          </a:solidFill>
          <a:ln>
            <a:noFill/>
          </a:ln>
        </p:spPr>
      </p:sp>
      <p:sp>
        <p:nvSpPr>
          <p:cNvPr id="67" name="wm.whiteboard.108.126"/>
          <p:cNvSpPr/>
          <p:nvPr/>
        </p:nvSpPr>
        <p:spPr>
          <a:xfrm>
            <a:off x="5067300" y="1828800"/>
            <a:ext cx="38100" cy="38100"/>
          </a:xfrm>
          <a:prstGeom prst="rect">
            <a:avLst/>
          </a:prstGeom>
          <a:solidFill>
            <a:srgbClr val="CED7E6">
              <a:alpha val="8391"/>
            </a:srgbClr>
          </a:solidFill>
          <a:ln>
            <a:noFill/>
          </a:ln>
        </p:spPr>
      </p:sp>
      <p:sp>
        <p:nvSpPr>
          <p:cNvPr id="68" name="wm.whiteboard.126.0"/>
          <p:cNvSpPr/>
          <p:nvPr/>
        </p:nvSpPr>
        <p:spPr>
          <a:xfrm>
            <a:off x="5295900" y="228600"/>
            <a:ext cx="38100" cy="38100"/>
          </a:xfrm>
          <a:prstGeom prst="rect">
            <a:avLst/>
          </a:prstGeom>
          <a:solidFill>
            <a:srgbClr val="CED7E6">
              <a:alpha val="56247"/>
            </a:srgbClr>
          </a:solidFill>
          <a:ln>
            <a:noFill/>
          </a:ln>
        </p:spPr>
      </p:sp>
      <p:sp>
        <p:nvSpPr>
          <p:cNvPr id="69" name="wm.whiteboard.126.18"/>
          <p:cNvSpPr/>
          <p:nvPr/>
        </p:nvSpPr>
        <p:spPr>
          <a:xfrm>
            <a:off x="5295900" y="457200"/>
            <a:ext cx="38100" cy="38100"/>
          </a:xfrm>
          <a:prstGeom prst="rect">
            <a:avLst/>
          </a:prstGeom>
          <a:solidFill>
            <a:srgbClr val="CED7E6">
              <a:alpha val="54578"/>
            </a:srgbClr>
          </a:solidFill>
          <a:ln>
            <a:noFill/>
          </a:ln>
        </p:spPr>
      </p:sp>
      <p:sp>
        <p:nvSpPr>
          <p:cNvPr id="70" name="wm.whiteboard.126.36"/>
          <p:cNvSpPr/>
          <p:nvPr/>
        </p:nvSpPr>
        <p:spPr>
          <a:xfrm>
            <a:off x="5295900" y="685800"/>
            <a:ext cx="38100" cy="38100"/>
          </a:xfrm>
          <a:prstGeom prst="rect">
            <a:avLst/>
          </a:prstGeom>
          <a:solidFill>
            <a:srgbClr val="CED7E6">
              <a:alpha val="50182"/>
            </a:srgbClr>
          </a:solidFill>
          <a:ln>
            <a:noFill/>
          </a:ln>
        </p:spPr>
      </p:sp>
      <p:sp>
        <p:nvSpPr>
          <p:cNvPr id="71" name="wm.whiteboard.126.54"/>
          <p:cNvSpPr/>
          <p:nvPr/>
        </p:nvSpPr>
        <p:spPr>
          <a:xfrm>
            <a:off x="5295900" y="914400"/>
            <a:ext cx="38100" cy="38100"/>
          </a:xfrm>
          <a:prstGeom prst="rect">
            <a:avLst/>
          </a:prstGeom>
          <a:solidFill>
            <a:srgbClr val="CED7E6">
              <a:alpha val="43386"/>
            </a:srgbClr>
          </a:solidFill>
          <a:ln>
            <a:noFill/>
          </a:ln>
        </p:spPr>
      </p:sp>
      <p:sp>
        <p:nvSpPr>
          <p:cNvPr id="72" name="wm.whiteboard.126.72"/>
          <p:cNvSpPr/>
          <p:nvPr/>
        </p:nvSpPr>
        <p:spPr>
          <a:xfrm>
            <a:off x="5295900" y="1143000"/>
            <a:ext cx="38100" cy="38100"/>
          </a:xfrm>
          <a:prstGeom prst="rect">
            <a:avLst/>
          </a:prstGeom>
          <a:solidFill>
            <a:srgbClr val="CED7E6">
              <a:alpha val="34598"/>
            </a:srgbClr>
          </a:solidFill>
          <a:ln>
            <a:noFill/>
          </a:ln>
        </p:spPr>
      </p:sp>
      <p:sp>
        <p:nvSpPr>
          <p:cNvPr id="73" name="wm.whiteboard.126.90"/>
          <p:cNvSpPr/>
          <p:nvPr/>
        </p:nvSpPr>
        <p:spPr>
          <a:xfrm>
            <a:off x="5295900" y="1371600"/>
            <a:ext cx="38100" cy="38100"/>
          </a:xfrm>
          <a:prstGeom prst="rect">
            <a:avLst/>
          </a:prstGeom>
          <a:solidFill>
            <a:srgbClr val="CED7E6">
              <a:alpha val="24223"/>
            </a:srgbClr>
          </a:solidFill>
          <a:ln>
            <a:noFill/>
          </a:ln>
        </p:spPr>
      </p:sp>
      <p:sp>
        <p:nvSpPr>
          <p:cNvPr id="74" name="wm.whiteboard.126.108"/>
          <p:cNvSpPr/>
          <p:nvPr/>
        </p:nvSpPr>
        <p:spPr>
          <a:xfrm>
            <a:off x="5295900" y="1600200"/>
            <a:ext cx="38100" cy="38100"/>
          </a:xfrm>
          <a:prstGeom prst="rect">
            <a:avLst/>
          </a:prstGeom>
          <a:solidFill>
            <a:srgbClr val="CED7E6">
              <a:alpha val="12610"/>
            </a:srgbClr>
          </a:solidFill>
          <a:ln>
            <a:noFill/>
          </a:ln>
        </p:spPr>
      </p:sp>
      <p:sp>
        <p:nvSpPr>
          <p:cNvPr id="75" name="wm.whiteboard.126.126"/>
          <p:cNvSpPr/>
          <p:nvPr/>
        </p:nvSpPr>
        <p:spPr>
          <a:xfrm>
            <a:off x="5295900" y="1828800"/>
            <a:ext cx="38100" cy="38100"/>
          </a:xfrm>
          <a:prstGeom prst="rect">
            <a:avLst/>
          </a:prstGeom>
          <a:solidFill>
            <a:srgbClr val="CED7E6">
              <a:alpha val="40"/>
            </a:srgbClr>
          </a:solidFill>
          <a:ln>
            <a:noFill/>
          </a:ln>
        </p:spPr>
      </p:sp>
      <p:sp>
        <p:nvSpPr>
          <p:cNvPr id="76" name="wm.whiteboard.144.0"/>
          <p:cNvSpPr/>
          <p:nvPr/>
        </p:nvSpPr>
        <p:spPr>
          <a:xfrm>
            <a:off x="5524500" y="228600"/>
            <a:ext cx="38100" cy="38100"/>
          </a:xfrm>
          <a:prstGeom prst="rect">
            <a:avLst/>
          </a:prstGeom>
          <a:solidFill>
            <a:srgbClr val="CED7E6">
              <a:alpha val="42471"/>
            </a:srgbClr>
          </a:solidFill>
          <a:ln>
            <a:noFill/>
          </a:ln>
        </p:spPr>
      </p:sp>
      <p:sp>
        <p:nvSpPr>
          <p:cNvPr id="77" name="wm.whiteboard.144.18"/>
          <p:cNvSpPr/>
          <p:nvPr/>
        </p:nvSpPr>
        <p:spPr>
          <a:xfrm>
            <a:off x="5524500" y="457200"/>
            <a:ext cx="38100" cy="38100"/>
          </a:xfrm>
          <a:prstGeom prst="rect">
            <a:avLst/>
          </a:prstGeom>
          <a:solidFill>
            <a:srgbClr val="CED7E6">
              <a:alpha val="41005"/>
            </a:srgbClr>
          </a:solidFill>
          <a:ln>
            <a:noFill/>
          </a:ln>
        </p:spPr>
      </p:sp>
      <p:sp>
        <p:nvSpPr>
          <p:cNvPr id="78" name="wm.whiteboard.144.36"/>
          <p:cNvSpPr/>
          <p:nvPr/>
        </p:nvSpPr>
        <p:spPr>
          <a:xfrm>
            <a:off x="5524500" y="685800"/>
            <a:ext cx="38100" cy="38100"/>
          </a:xfrm>
          <a:prstGeom prst="rect">
            <a:avLst/>
          </a:prstGeom>
          <a:solidFill>
            <a:srgbClr val="CED7E6">
              <a:alpha val="37120"/>
            </a:srgbClr>
          </a:solidFill>
          <a:ln>
            <a:noFill/>
          </a:ln>
        </p:spPr>
      </p:sp>
      <p:sp>
        <p:nvSpPr>
          <p:cNvPr id="79" name="wm.whiteboard.144.54"/>
          <p:cNvSpPr/>
          <p:nvPr/>
        </p:nvSpPr>
        <p:spPr>
          <a:xfrm>
            <a:off x="5524500" y="914400"/>
            <a:ext cx="38100" cy="38100"/>
          </a:xfrm>
          <a:prstGeom prst="rect">
            <a:avLst/>
          </a:prstGeom>
          <a:solidFill>
            <a:srgbClr val="CED7E6">
              <a:alpha val="31044"/>
            </a:srgbClr>
          </a:solidFill>
          <a:ln>
            <a:noFill/>
          </a:ln>
        </p:spPr>
      </p:sp>
      <p:sp>
        <p:nvSpPr>
          <p:cNvPr id="80" name="wm.whiteboard.144.72"/>
          <p:cNvSpPr/>
          <p:nvPr/>
        </p:nvSpPr>
        <p:spPr>
          <a:xfrm>
            <a:off x="5524500" y="1143000"/>
            <a:ext cx="38100" cy="38100"/>
          </a:xfrm>
          <a:prstGeom prst="rect">
            <a:avLst/>
          </a:prstGeom>
          <a:solidFill>
            <a:srgbClr val="CED7E6">
              <a:alpha val="23083"/>
            </a:srgbClr>
          </a:solidFill>
          <a:ln>
            <a:noFill/>
          </a:ln>
        </p:spPr>
      </p:sp>
      <p:sp>
        <p:nvSpPr>
          <p:cNvPr id="81" name="wm.whiteboard.144.90"/>
          <p:cNvSpPr/>
          <p:nvPr/>
        </p:nvSpPr>
        <p:spPr>
          <a:xfrm>
            <a:off x="5524500" y="1371600"/>
            <a:ext cx="38100" cy="38100"/>
          </a:xfrm>
          <a:prstGeom prst="rect">
            <a:avLst/>
          </a:prstGeom>
          <a:solidFill>
            <a:srgbClr val="CED7E6">
              <a:alpha val="13557"/>
            </a:srgbClr>
          </a:solidFill>
          <a:ln>
            <a:noFill/>
          </a:ln>
        </p:spPr>
      </p:sp>
      <p:sp>
        <p:nvSpPr>
          <p:cNvPr id="82" name="wm.whiteboard.144.108"/>
          <p:cNvSpPr/>
          <p:nvPr/>
        </p:nvSpPr>
        <p:spPr>
          <a:xfrm>
            <a:off x="5524500" y="1600200"/>
            <a:ext cx="38100" cy="38100"/>
          </a:xfrm>
          <a:prstGeom prst="rect">
            <a:avLst/>
          </a:prstGeom>
          <a:solidFill>
            <a:srgbClr val="CED7E6">
              <a:alpha val="2762"/>
            </a:srgbClr>
          </a:solidFill>
          <a:ln>
            <a:noFill/>
          </a:ln>
        </p:spPr>
      </p:sp>
      <p:sp>
        <p:nvSpPr>
          <p:cNvPr id="83" name="wm.whiteboard.162.0"/>
          <p:cNvSpPr/>
          <p:nvPr/>
        </p:nvSpPr>
        <p:spPr>
          <a:xfrm>
            <a:off x="5753100" y="228600"/>
            <a:ext cx="38100" cy="38100"/>
          </a:xfrm>
          <a:prstGeom prst="rect">
            <a:avLst/>
          </a:prstGeom>
          <a:solidFill>
            <a:srgbClr val="CED7E6">
              <a:alpha val="28695"/>
            </a:srgbClr>
          </a:solidFill>
          <a:ln>
            <a:noFill/>
          </a:ln>
        </p:spPr>
      </p:sp>
      <p:sp>
        <p:nvSpPr>
          <p:cNvPr id="84" name="wm.whiteboard.162.18"/>
          <p:cNvSpPr/>
          <p:nvPr/>
        </p:nvSpPr>
        <p:spPr>
          <a:xfrm>
            <a:off x="5753100" y="457200"/>
            <a:ext cx="38100" cy="38100"/>
          </a:xfrm>
          <a:prstGeom prst="rect">
            <a:avLst/>
          </a:prstGeom>
          <a:solidFill>
            <a:srgbClr val="CED7E6">
              <a:alpha val="27389"/>
            </a:srgbClr>
          </a:solidFill>
          <a:ln>
            <a:noFill/>
          </a:ln>
        </p:spPr>
      </p:sp>
      <p:sp>
        <p:nvSpPr>
          <p:cNvPr id="85" name="wm.whiteboard.162.36"/>
          <p:cNvSpPr/>
          <p:nvPr/>
        </p:nvSpPr>
        <p:spPr>
          <a:xfrm>
            <a:off x="5753100" y="685800"/>
            <a:ext cx="38100" cy="38100"/>
          </a:xfrm>
          <a:prstGeom prst="rect">
            <a:avLst/>
          </a:prstGeom>
          <a:solidFill>
            <a:srgbClr val="CED7E6">
              <a:alpha val="23910"/>
            </a:srgbClr>
          </a:solidFill>
          <a:ln>
            <a:noFill/>
          </a:ln>
        </p:spPr>
      </p:sp>
      <p:sp>
        <p:nvSpPr>
          <p:cNvPr id="86" name="wm.whiteboard.162.54"/>
          <p:cNvSpPr/>
          <p:nvPr/>
        </p:nvSpPr>
        <p:spPr>
          <a:xfrm>
            <a:off x="5753100" y="914400"/>
            <a:ext cx="38100" cy="38100"/>
          </a:xfrm>
          <a:prstGeom prst="rect">
            <a:avLst/>
          </a:prstGeom>
          <a:solidFill>
            <a:srgbClr val="CED7E6">
              <a:alpha val="18425"/>
            </a:srgbClr>
          </a:solidFill>
          <a:ln>
            <a:noFill/>
          </a:ln>
        </p:spPr>
      </p:sp>
      <p:sp>
        <p:nvSpPr>
          <p:cNvPr id="87" name="wm.whiteboard.162.72"/>
          <p:cNvSpPr/>
          <p:nvPr/>
        </p:nvSpPr>
        <p:spPr>
          <a:xfrm>
            <a:off x="5753100" y="1143000"/>
            <a:ext cx="38100" cy="38100"/>
          </a:xfrm>
          <a:prstGeom prst="rect">
            <a:avLst/>
          </a:prstGeom>
          <a:solidFill>
            <a:srgbClr val="CED7E6">
              <a:alpha val="11167"/>
            </a:srgbClr>
          </a:solidFill>
          <a:ln>
            <a:noFill/>
          </a:ln>
        </p:spPr>
      </p:sp>
      <p:sp>
        <p:nvSpPr>
          <p:cNvPr id="88" name="wm.whiteboard.162.90"/>
          <p:cNvSpPr/>
          <p:nvPr/>
        </p:nvSpPr>
        <p:spPr>
          <a:xfrm>
            <a:off x="5753100" y="1371600"/>
            <a:ext cx="38100" cy="38100"/>
          </a:xfrm>
          <a:prstGeom prst="rect">
            <a:avLst/>
          </a:prstGeom>
          <a:solidFill>
            <a:srgbClr val="CED7E6">
              <a:alpha val="2388"/>
            </a:srgbClr>
          </a:solidFill>
          <a:ln>
            <a:noFill/>
          </a:ln>
        </p:spPr>
      </p:sp>
      <p:sp>
        <p:nvSpPr>
          <p:cNvPr id="89" name="wm.whiteboard.180.0"/>
          <p:cNvSpPr/>
          <p:nvPr/>
        </p:nvSpPr>
        <p:spPr>
          <a:xfrm>
            <a:off x="5981700" y="228600"/>
            <a:ext cx="38100" cy="38100"/>
          </a:xfrm>
          <a:prstGeom prst="rect">
            <a:avLst/>
          </a:prstGeom>
          <a:solidFill>
            <a:srgbClr val="CED7E6">
              <a:alpha val="14918"/>
            </a:srgbClr>
          </a:solidFill>
          <a:ln>
            <a:noFill/>
          </a:ln>
        </p:spPr>
      </p:sp>
      <p:sp>
        <p:nvSpPr>
          <p:cNvPr id="90" name="wm.whiteboard.180.18"/>
          <p:cNvSpPr/>
          <p:nvPr/>
        </p:nvSpPr>
        <p:spPr>
          <a:xfrm>
            <a:off x="5981700" y="457200"/>
            <a:ext cx="38100" cy="38100"/>
          </a:xfrm>
          <a:prstGeom prst="rect">
            <a:avLst/>
          </a:prstGeom>
          <a:solidFill>
            <a:srgbClr val="CED7E6">
              <a:alpha val="13741"/>
            </a:srgbClr>
          </a:solidFill>
          <a:ln>
            <a:noFill/>
          </a:ln>
        </p:spPr>
      </p:sp>
      <p:sp>
        <p:nvSpPr>
          <p:cNvPr id="91" name="wm.whiteboard.180.36"/>
          <p:cNvSpPr/>
          <p:nvPr/>
        </p:nvSpPr>
        <p:spPr>
          <a:xfrm>
            <a:off x="5981700" y="685800"/>
            <a:ext cx="38100" cy="38100"/>
          </a:xfrm>
          <a:prstGeom prst="rect">
            <a:avLst/>
          </a:prstGeom>
          <a:solidFill>
            <a:srgbClr val="CED7E6">
              <a:alpha val="10593"/>
            </a:srgbClr>
          </a:solidFill>
          <a:ln>
            <a:noFill/>
          </a:ln>
        </p:spPr>
      </p:sp>
      <p:sp>
        <p:nvSpPr>
          <p:cNvPr id="92" name="wm.whiteboard.180.54"/>
          <p:cNvSpPr/>
          <p:nvPr/>
        </p:nvSpPr>
        <p:spPr>
          <a:xfrm>
            <a:off x="5981700" y="914400"/>
            <a:ext cx="38100" cy="38100"/>
          </a:xfrm>
          <a:prstGeom prst="rect">
            <a:avLst/>
          </a:prstGeom>
          <a:solidFill>
            <a:srgbClr val="CED7E6">
              <a:alpha val="5600"/>
            </a:srgbClr>
          </a:solidFill>
          <a:ln>
            <a:noFill/>
          </a:ln>
        </p:spPr>
      </p:sp>
      <p:sp>
        <p:nvSpPr>
          <p:cNvPr id="93" name="wm.whiteboard.198.0"/>
          <p:cNvSpPr/>
          <p:nvPr/>
        </p:nvSpPr>
        <p:spPr>
          <a:xfrm>
            <a:off x="6210300" y="228600"/>
            <a:ext cx="38100" cy="38100"/>
          </a:xfrm>
          <a:prstGeom prst="rect">
            <a:avLst/>
          </a:prstGeom>
          <a:solidFill>
            <a:srgbClr val="CED7E6">
              <a:alpha val="1142"/>
            </a:srgbClr>
          </a:solidFill>
          <a:ln>
            <a:noFill/>
          </a:ln>
        </p:spPr>
      </p:sp>
      <p:sp>
        <p:nvSpPr>
          <p:cNvPr id="94" name="wm.whiteboard.198.18"/>
          <p:cNvSpPr/>
          <p:nvPr/>
        </p:nvSpPr>
        <p:spPr>
          <a:xfrm>
            <a:off x="6210300" y="457200"/>
            <a:ext cx="38100" cy="38100"/>
          </a:xfrm>
          <a:prstGeom prst="rect">
            <a:avLst/>
          </a:prstGeom>
          <a:solidFill>
            <a:srgbClr val="CED7E6">
              <a:alpha val="69"/>
            </a:srgbClr>
          </a:solidFill>
          <a:ln>
            <a:noFill/>
          </a:ln>
        </p:spPr>
      </p:sp>
      <p:sp>
        <p:nvSpPr>
          <p:cNvPr id="95" name="wm.header.rule"/>
          <p:cNvSpPr/>
          <p:nvPr/>
        </p:nvSpPr>
        <p:spPr>
          <a:xfrm>
            <a:off x="4381500" y="1371600"/>
            <a:ext cx="7086600" cy="9525"/>
          </a:xfrm>
          <a:prstGeom prst="rect">
            <a:avLst/>
          </a:prstGeom>
          <a:solidFill>
            <a:srgbClr val="CED7E6"/>
          </a:solidFill>
          <a:ln>
            <a:noFill/>
          </a:ln>
        </p:spPr>
      </p:sp>
      <p:pic>
        <p:nvPicPr>
          <p:cNvPr id="96"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210300"/>
            <a:ext cx="729403" cy="152400"/>
          </a:xfrm>
          <a:prstGeom prst="rect">
            <a:avLst/>
          </a:prstGeom>
        </p:spPr>
      </p:pic>
      <p:sp>
        <p:nvSpPr>
          <p:cNvPr id="97" name="wm.legal"/>
          <p:cNvSpPr/>
          <p:nvPr/>
        </p:nvSpPr>
        <p:spPr>
          <a:xfrm>
            <a:off x="4381500" y="6172200"/>
            <a:ext cx="67056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wmds.frame.18d901d1753b9c83f901">
    <p:bg>
      <p:bgPr>
        <a:solidFill>
          <a:srgbClr val="FFFFFF"/>
        </a:solidFill>
      </p:bgPr>
    </p:bg>
    <p:spTree>
      <p:nvGrpSpPr>
        <p:cNvPr id="1" name=""/>
        <p:cNvGrpSpPr/>
        <p:nvPr/>
      </p:nvGrpSpPr>
      <p:grpSpPr>
        <a:xfrm>
          <a:off x="0" y="0"/>
          <a:ext cx="0" cy="0"/>
          <a:chOff x="0" y="0"/>
          <a:chExt cx="0" cy="0"/>
        </a:xfrm>
      </p:grpSpPr>
      <p:sp>
        <p:nvSpPr>
          <p:cNvPr id="2" name="wm.rail"/>
          <p:cNvSpPr/>
          <p:nvPr/>
        </p:nvSpPr>
        <p:spPr>
          <a:xfrm>
            <a:off x="8724900" y="0"/>
            <a:ext cx="3467100" cy="6858000"/>
          </a:xfrm>
          <a:prstGeom prst="rect">
            <a:avLst/>
          </a:prstGeom>
          <a:solidFill>
            <a:srgbClr val="070154"/>
          </a:solidFill>
          <a:ln>
            <a:noFill/>
          </a:ln>
        </p:spPr>
      </p:sp>
      <p:sp>
        <p:nvSpPr>
          <p:cNvPr id="3" name="wm.footer.rule"/>
          <p:cNvSpPr/>
          <p:nvPr/>
        </p:nvSpPr>
        <p:spPr>
          <a:xfrm>
            <a:off x="723900" y="6057900"/>
            <a:ext cx="7086600" cy="9525"/>
          </a:xfrm>
          <a:prstGeom prst="rect">
            <a:avLst/>
          </a:prstGeom>
          <a:solidFill>
            <a:srgbClr val="CED7E6"/>
          </a:solidFill>
          <a:ln>
            <a:noFill/>
          </a:ln>
        </p:spPr>
      </p:sp>
      <p:sp>
        <p:nvSpPr>
          <p:cNvPr id="4" name="wm.whiteboard.0.0"/>
          <p:cNvSpPr/>
          <p:nvPr/>
        </p:nvSpPr>
        <p:spPr>
          <a:xfrm>
            <a:off x="266700" y="228600"/>
            <a:ext cx="38100" cy="38100"/>
          </a:xfrm>
          <a:prstGeom prst="rect">
            <a:avLst/>
          </a:prstGeom>
          <a:solidFill>
            <a:srgbClr val="CED7E6"/>
          </a:solidFill>
          <a:ln>
            <a:noFill/>
          </a:ln>
        </p:spPr>
      </p:sp>
      <p:sp>
        <p:nvSpPr>
          <p:cNvPr id="5" name="wm.whiteboard.0.18"/>
          <p:cNvSpPr/>
          <p:nvPr/>
        </p:nvSpPr>
        <p:spPr>
          <a:xfrm>
            <a:off x="266700" y="457200"/>
            <a:ext cx="38100" cy="38100"/>
          </a:xfrm>
          <a:prstGeom prst="rect">
            <a:avLst/>
          </a:prstGeom>
          <a:solidFill>
            <a:srgbClr val="CED7E6"/>
          </a:solidFill>
          <a:ln>
            <a:noFill/>
          </a:ln>
        </p:spPr>
      </p:sp>
      <p:sp>
        <p:nvSpPr>
          <p:cNvPr id="6" name="wm.whiteboard.0.36"/>
          <p:cNvSpPr/>
          <p:nvPr/>
        </p:nvSpPr>
        <p:spPr>
          <a:xfrm>
            <a:off x="266700" y="685800"/>
            <a:ext cx="38100" cy="38100"/>
          </a:xfrm>
          <a:prstGeom prst="rect">
            <a:avLst/>
          </a:prstGeom>
          <a:solidFill>
            <a:srgbClr val="CED7E6"/>
          </a:solidFill>
          <a:ln>
            <a:noFill/>
          </a:ln>
        </p:spPr>
      </p:sp>
      <p:sp>
        <p:nvSpPr>
          <p:cNvPr id="7" name="wm.whiteboard.0.54"/>
          <p:cNvSpPr/>
          <p:nvPr/>
        </p:nvSpPr>
        <p:spPr>
          <a:xfrm>
            <a:off x="266700" y="914400"/>
            <a:ext cx="38100" cy="38100"/>
          </a:xfrm>
          <a:prstGeom prst="rect">
            <a:avLst/>
          </a:prstGeom>
          <a:solidFill>
            <a:srgbClr val="CED7E6"/>
          </a:solidFill>
          <a:ln>
            <a:noFill/>
          </a:ln>
        </p:spPr>
      </p:sp>
      <p:sp>
        <p:nvSpPr>
          <p:cNvPr id="8" name="wm.whiteboard.0.72"/>
          <p:cNvSpPr/>
          <p:nvPr/>
        </p:nvSpPr>
        <p:spPr>
          <a:xfrm>
            <a:off x="266700" y="1143000"/>
            <a:ext cx="38100" cy="38100"/>
          </a:xfrm>
          <a:prstGeom prst="rect">
            <a:avLst/>
          </a:prstGeom>
          <a:solidFill>
            <a:srgbClr val="CED7E6">
              <a:alpha val="85305"/>
            </a:srgbClr>
          </a:solidFill>
          <a:ln>
            <a:noFill/>
          </a:ln>
        </p:spPr>
      </p:sp>
      <p:sp>
        <p:nvSpPr>
          <p:cNvPr id="9" name="wm.whiteboard.0.90"/>
          <p:cNvSpPr/>
          <p:nvPr/>
        </p:nvSpPr>
        <p:spPr>
          <a:xfrm>
            <a:off x="266700" y="1371600"/>
            <a:ext cx="38100" cy="38100"/>
          </a:xfrm>
          <a:prstGeom prst="rect">
            <a:avLst/>
          </a:prstGeom>
          <a:solidFill>
            <a:srgbClr val="CED7E6">
              <a:alpha val="68524"/>
            </a:srgbClr>
          </a:solidFill>
          <a:ln>
            <a:noFill/>
          </a:ln>
        </p:spPr>
      </p:sp>
      <p:sp>
        <p:nvSpPr>
          <p:cNvPr id="10" name="wm.whiteboard.0.108"/>
          <p:cNvSpPr/>
          <p:nvPr/>
        </p:nvSpPr>
        <p:spPr>
          <a:xfrm>
            <a:off x="266700" y="1600200"/>
            <a:ext cx="38100" cy="38100"/>
          </a:xfrm>
          <a:prstGeom prst="rect">
            <a:avLst/>
          </a:prstGeom>
          <a:solidFill>
            <a:srgbClr val="CED7E6">
              <a:alpha val="51742"/>
            </a:srgbClr>
          </a:solidFill>
          <a:ln>
            <a:noFill/>
          </a:ln>
        </p:spPr>
      </p:sp>
      <p:sp>
        <p:nvSpPr>
          <p:cNvPr id="11" name="wm.whiteboard.0.126"/>
          <p:cNvSpPr/>
          <p:nvPr/>
        </p:nvSpPr>
        <p:spPr>
          <a:xfrm>
            <a:off x="266700" y="1828800"/>
            <a:ext cx="38100" cy="38100"/>
          </a:xfrm>
          <a:prstGeom prst="rect">
            <a:avLst/>
          </a:prstGeom>
          <a:solidFill>
            <a:srgbClr val="CED7E6">
              <a:alpha val="34959"/>
            </a:srgbClr>
          </a:solidFill>
          <a:ln>
            <a:noFill/>
          </a:ln>
        </p:spPr>
      </p:sp>
      <p:sp>
        <p:nvSpPr>
          <p:cNvPr id="12" name="wm.whiteboard.0.144"/>
          <p:cNvSpPr/>
          <p:nvPr/>
        </p:nvSpPr>
        <p:spPr>
          <a:xfrm>
            <a:off x="266700" y="2057400"/>
            <a:ext cx="38100" cy="38100"/>
          </a:xfrm>
          <a:prstGeom prst="rect">
            <a:avLst/>
          </a:prstGeom>
          <a:solidFill>
            <a:srgbClr val="CED7E6">
              <a:alpha val="18177"/>
            </a:srgbClr>
          </a:solidFill>
          <a:ln>
            <a:noFill/>
          </a:ln>
        </p:spPr>
      </p:sp>
      <p:sp>
        <p:nvSpPr>
          <p:cNvPr id="13" name="wm.whiteboard.0.162"/>
          <p:cNvSpPr/>
          <p:nvPr/>
        </p:nvSpPr>
        <p:spPr>
          <a:xfrm>
            <a:off x="266700" y="2286000"/>
            <a:ext cx="38100" cy="38100"/>
          </a:xfrm>
          <a:prstGeom prst="rect">
            <a:avLst/>
          </a:prstGeom>
          <a:solidFill>
            <a:srgbClr val="CED7E6">
              <a:alpha val="1394"/>
            </a:srgbClr>
          </a:solidFill>
          <a:ln>
            <a:noFill/>
          </a:ln>
        </p:spPr>
      </p:sp>
      <p:sp>
        <p:nvSpPr>
          <p:cNvPr id="14" name="wm.whiteboard.18.0"/>
          <p:cNvSpPr/>
          <p:nvPr/>
        </p:nvSpPr>
        <p:spPr>
          <a:xfrm>
            <a:off x="495300" y="228600"/>
            <a:ext cx="38100" cy="38100"/>
          </a:xfrm>
          <a:prstGeom prst="rect">
            <a:avLst/>
          </a:prstGeom>
          <a:solidFill>
            <a:srgbClr val="CED7E6"/>
          </a:solidFill>
          <a:ln>
            <a:noFill/>
          </a:ln>
        </p:spPr>
      </p:sp>
      <p:sp>
        <p:nvSpPr>
          <p:cNvPr id="15" name="wm.whiteboard.18.18"/>
          <p:cNvSpPr/>
          <p:nvPr/>
        </p:nvSpPr>
        <p:spPr>
          <a:xfrm>
            <a:off x="495300" y="457200"/>
            <a:ext cx="38100" cy="38100"/>
          </a:xfrm>
          <a:prstGeom prst="rect">
            <a:avLst/>
          </a:prstGeom>
          <a:solidFill>
            <a:srgbClr val="CED7E6"/>
          </a:solidFill>
          <a:ln>
            <a:noFill/>
          </a:ln>
        </p:spPr>
      </p:sp>
      <p:sp>
        <p:nvSpPr>
          <p:cNvPr id="16" name="wm.whiteboard.18.36"/>
          <p:cNvSpPr/>
          <p:nvPr/>
        </p:nvSpPr>
        <p:spPr>
          <a:xfrm>
            <a:off x="495300" y="685800"/>
            <a:ext cx="38100" cy="38100"/>
          </a:xfrm>
          <a:prstGeom prst="rect">
            <a:avLst/>
          </a:prstGeom>
          <a:solidFill>
            <a:srgbClr val="CED7E6"/>
          </a:solidFill>
          <a:ln>
            <a:noFill/>
          </a:ln>
        </p:spPr>
      </p:sp>
      <p:sp>
        <p:nvSpPr>
          <p:cNvPr id="17" name="wm.whiteboard.18.54"/>
          <p:cNvSpPr/>
          <p:nvPr/>
        </p:nvSpPr>
        <p:spPr>
          <a:xfrm>
            <a:off x="495300" y="914400"/>
            <a:ext cx="38100" cy="38100"/>
          </a:xfrm>
          <a:prstGeom prst="rect">
            <a:avLst/>
          </a:prstGeom>
          <a:solidFill>
            <a:srgbClr val="CED7E6">
              <a:alpha val="99988"/>
            </a:srgbClr>
          </a:solidFill>
          <a:ln>
            <a:noFill/>
          </a:ln>
        </p:spPr>
      </p:sp>
      <p:sp>
        <p:nvSpPr>
          <p:cNvPr id="18" name="wm.whiteboard.18.72"/>
          <p:cNvSpPr/>
          <p:nvPr/>
        </p:nvSpPr>
        <p:spPr>
          <a:xfrm>
            <a:off x="495300" y="1143000"/>
            <a:ext cx="38100" cy="38100"/>
          </a:xfrm>
          <a:prstGeom prst="rect">
            <a:avLst/>
          </a:prstGeom>
          <a:solidFill>
            <a:srgbClr val="CED7E6">
              <a:alpha val="83708"/>
            </a:srgbClr>
          </a:solidFill>
          <a:ln>
            <a:noFill/>
          </a:ln>
        </p:spPr>
      </p:sp>
      <p:sp>
        <p:nvSpPr>
          <p:cNvPr id="19" name="wm.whiteboard.18.90"/>
          <p:cNvSpPr/>
          <p:nvPr/>
        </p:nvSpPr>
        <p:spPr>
          <a:xfrm>
            <a:off x="495300" y="1371600"/>
            <a:ext cx="38100" cy="38100"/>
          </a:xfrm>
          <a:prstGeom prst="rect">
            <a:avLst/>
          </a:prstGeom>
          <a:solidFill>
            <a:srgbClr val="CED7E6">
              <a:alpha val="67236"/>
            </a:srgbClr>
          </a:solidFill>
          <a:ln>
            <a:noFill/>
          </a:ln>
        </p:spPr>
      </p:sp>
      <p:sp>
        <p:nvSpPr>
          <p:cNvPr id="20" name="wm.whiteboard.18.108"/>
          <p:cNvSpPr/>
          <p:nvPr/>
        </p:nvSpPr>
        <p:spPr>
          <a:xfrm>
            <a:off x="495300" y="1600200"/>
            <a:ext cx="38100" cy="38100"/>
          </a:xfrm>
          <a:prstGeom prst="rect">
            <a:avLst/>
          </a:prstGeom>
          <a:solidFill>
            <a:srgbClr val="CED7E6">
              <a:alpha val="50663"/>
            </a:srgbClr>
          </a:solidFill>
          <a:ln>
            <a:noFill/>
          </a:ln>
        </p:spPr>
      </p:sp>
      <p:sp>
        <p:nvSpPr>
          <p:cNvPr id="21" name="wm.whiteboard.18.126"/>
          <p:cNvSpPr/>
          <p:nvPr/>
        </p:nvSpPr>
        <p:spPr>
          <a:xfrm>
            <a:off x="495300" y="1828800"/>
            <a:ext cx="38100" cy="38100"/>
          </a:xfrm>
          <a:prstGeom prst="rect">
            <a:avLst/>
          </a:prstGeom>
          <a:solidFill>
            <a:srgbClr val="CED7E6">
              <a:alpha val="34032"/>
            </a:srgbClr>
          </a:solidFill>
          <a:ln>
            <a:noFill/>
          </a:ln>
        </p:spPr>
      </p:sp>
      <p:sp>
        <p:nvSpPr>
          <p:cNvPr id="22" name="wm.whiteboard.18.144"/>
          <p:cNvSpPr/>
          <p:nvPr/>
        </p:nvSpPr>
        <p:spPr>
          <a:xfrm>
            <a:off x="495300" y="2057400"/>
            <a:ext cx="38100" cy="38100"/>
          </a:xfrm>
          <a:prstGeom prst="rect">
            <a:avLst/>
          </a:prstGeom>
          <a:solidFill>
            <a:srgbClr val="CED7E6">
              <a:alpha val="17363"/>
            </a:srgbClr>
          </a:solidFill>
          <a:ln>
            <a:noFill/>
          </a:ln>
        </p:spPr>
      </p:sp>
      <p:sp>
        <p:nvSpPr>
          <p:cNvPr id="23" name="wm.whiteboard.18.162"/>
          <p:cNvSpPr/>
          <p:nvPr/>
        </p:nvSpPr>
        <p:spPr>
          <a:xfrm>
            <a:off x="495300" y="2286000"/>
            <a:ext cx="38100" cy="38100"/>
          </a:xfrm>
          <a:prstGeom prst="rect">
            <a:avLst/>
          </a:prstGeom>
          <a:solidFill>
            <a:srgbClr val="CED7E6">
              <a:alpha val="670"/>
            </a:srgbClr>
          </a:solidFill>
          <a:ln>
            <a:noFill/>
          </a:ln>
        </p:spPr>
      </p:sp>
      <p:sp>
        <p:nvSpPr>
          <p:cNvPr id="24" name="wm.whiteboard.36.0"/>
          <p:cNvSpPr/>
          <p:nvPr/>
        </p:nvSpPr>
        <p:spPr>
          <a:xfrm>
            <a:off x="723900" y="228600"/>
            <a:ext cx="38100" cy="38100"/>
          </a:xfrm>
          <a:prstGeom prst="rect">
            <a:avLst/>
          </a:prstGeom>
          <a:solidFill>
            <a:srgbClr val="CED7E6"/>
          </a:solidFill>
          <a:ln>
            <a:noFill/>
          </a:ln>
        </p:spPr>
      </p:sp>
      <p:sp>
        <p:nvSpPr>
          <p:cNvPr id="25" name="wm.whiteboard.36.18"/>
          <p:cNvSpPr/>
          <p:nvPr/>
        </p:nvSpPr>
        <p:spPr>
          <a:xfrm>
            <a:off x="723900" y="457200"/>
            <a:ext cx="38100" cy="38100"/>
          </a:xfrm>
          <a:prstGeom prst="rect">
            <a:avLst/>
          </a:prstGeom>
          <a:solidFill>
            <a:srgbClr val="CED7E6"/>
          </a:solidFill>
          <a:ln>
            <a:noFill/>
          </a:ln>
        </p:spPr>
      </p:sp>
      <p:sp>
        <p:nvSpPr>
          <p:cNvPr id="26" name="wm.whiteboard.36.36"/>
          <p:cNvSpPr/>
          <p:nvPr/>
        </p:nvSpPr>
        <p:spPr>
          <a:xfrm>
            <a:off x="723900" y="685800"/>
            <a:ext cx="38100" cy="38100"/>
          </a:xfrm>
          <a:prstGeom prst="rect">
            <a:avLst/>
          </a:prstGeom>
          <a:solidFill>
            <a:srgbClr val="CED7E6"/>
          </a:solidFill>
          <a:ln>
            <a:noFill/>
          </a:ln>
        </p:spPr>
      </p:sp>
      <p:sp>
        <p:nvSpPr>
          <p:cNvPr id="27" name="wm.whiteboard.36.54"/>
          <p:cNvSpPr/>
          <p:nvPr/>
        </p:nvSpPr>
        <p:spPr>
          <a:xfrm>
            <a:off x="723900" y="914400"/>
            <a:ext cx="38100" cy="38100"/>
          </a:xfrm>
          <a:prstGeom prst="rect">
            <a:avLst/>
          </a:prstGeom>
          <a:solidFill>
            <a:srgbClr val="CED7E6">
              <a:alpha val="94671"/>
            </a:srgbClr>
          </a:solidFill>
          <a:ln>
            <a:noFill/>
          </a:ln>
        </p:spPr>
      </p:sp>
      <p:sp>
        <p:nvSpPr>
          <p:cNvPr id="28" name="wm.whiteboard.36.72"/>
          <p:cNvSpPr/>
          <p:nvPr/>
        </p:nvSpPr>
        <p:spPr>
          <a:xfrm>
            <a:off x="723900" y="1143000"/>
            <a:ext cx="38100" cy="38100"/>
          </a:xfrm>
          <a:prstGeom prst="rect">
            <a:avLst/>
          </a:prstGeom>
          <a:solidFill>
            <a:srgbClr val="CED7E6">
              <a:alpha val="79547"/>
            </a:srgbClr>
          </a:solidFill>
          <a:ln>
            <a:noFill/>
          </a:ln>
        </p:spPr>
      </p:sp>
      <p:sp>
        <p:nvSpPr>
          <p:cNvPr id="29" name="wm.whiteboard.36.90"/>
          <p:cNvSpPr/>
          <p:nvPr/>
        </p:nvSpPr>
        <p:spPr>
          <a:xfrm>
            <a:off x="723900" y="1371600"/>
            <a:ext cx="38100" cy="38100"/>
          </a:xfrm>
          <a:prstGeom prst="rect">
            <a:avLst/>
          </a:prstGeom>
          <a:solidFill>
            <a:srgbClr val="CED7E6">
              <a:alpha val="63833"/>
            </a:srgbClr>
          </a:solidFill>
          <a:ln>
            <a:noFill/>
          </a:ln>
        </p:spPr>
      </p:sp>
      <p:sp>
        <p:nvSpPr>
          <p:cNvPr id="30" name="wm.whiteboard.36.108"/>
          <p:cNvSpPr/>
          <p:nvPr/>
        </p:nvSpPr>
        <p:spPr>
          <a:xfrm>
            <a:off x="723900" y="1600200"/>
            <a:ext cx="38100" cy="38100"/>
          </a:xfrm>
          <a:prstGeom prst="rect">
            <a:avLst/>
          </a:prstGeom>
          <a:solidFill>
            <a:srgbClr val="CED7E6">
              <a:alpha val="47790"/>
            </a:srgbClr>
          </a:solidFill>
          <a:ln>
            <a:noFill/>
          </a:ln>
        </p:spPr>
      </p:sp>
      <p:sp>
        <p:nvSpPr>
          <p:cNvPr id="31" name="wm.whiteboard.36.126"/>
          <p:cNvSpPr/>
          <p:nvPr/>
        </p:nvSpPr>
        <p:spPr>
          <a:xfrm>
            <a:off x="723900" y="1828800"/>
            <a:ext cx="38100" cy="38100"/>
          </a:xfrm>
          <a:prstGeom prst="rect">
            <a:avLst/>
          </a:prstGeom>
          <a:solidFill>
            <a:srgbClr val="CED7E6">
              <a:alpha val="31549"/>
            </a:srgbClr>
          </a:solidFill>
          <a:ln>
            <a:noFill/>
          </a:ln>
        </p:spPr>
      </p:sp>
      <p:sp>
        <p:nvSpPr>
          <p:cNvPr id="32" name="wm.whiteboard.36.144"/>
          <p:cNvSpPr/>
          <p:nvPr/>
        </p:nvSpPr>
        <p:spPr>
          <a:xfrm>
            <a:off x="723900" y="2057400"/>
            <a:ext cx="38100" cy="38100"/>
          </a:xfrm>
          <a:prstGeom prst="rect">
            <a:avLst/>
          </a:prstGeom>
          <a:solidFill>
            <a:srgbClr val="CED7E6">
              <a:alpha val="15179"/>
            </a:srgbClr>
          </a:solidFill>
          <a:ln>
            <a:noFill/>
          </a:ln>
        </p:spPr>
      </p:sp>
      <p:sp>
        <p:nvSpPr>
          <p:cNvPr id="33" name="wm.whiteboard.54.0"/>
          <p:cNvSpPr/>
          <p:nvPr/>
        </p:nvSpPr>
        <p:spPr>
          <a:xfrm>
            <a:off x="952500" y="228600"/>
            <a:ext cx="38100" cy="38100"/>
          </a:xfrm>
          <a:prstGeom prst="rect">
            <a:avLst/>
          </a:prstGeom>
          <a:solidFill>
            <a:srgbClr val="CED7E6"/>
          </a:solidFill>
          <a:ln>
            <a:noFill/>
          </a:ln>
        </p:spPr>
      </p:sp>
      <p:sp>
        <p:nvSpPr>
          <p:cNvPr id="34" name="wm.whiteboard.54.18"/>
          <p:cNvSpPr/>
          <p:nvPr/>
        </p:nvSpPr>
        <p:spPr>
          <a:xfrm>
            <a:off x="952500" y="457200"/>
            <a:ext cx="38100" cy="38100"/>
          </a:xfrm>
          <a:prstGeom prst="rect">
            <a:avLst/>
          </a:prstGeom>
          <a:solidFill>
            <a:srgbClr val="CED7E6"/>
          </a:solidFill>
          <a:ln>
            <a:noFill/>
          </a:ln>
        </p:spPr>
      </p:sp>
      <p:sp>
        <p:nvSpPr>
          <p:cNvPr id="35" name="wm.whiteboard.54.36"/>
          <p:cNvSpPr/>
          <p:nvPr/>
        </p:nvSpPr>
        <p:spPr>
          <a:xfrm>
            <a:off x="952500" y="685800"/>
            <a:ext cx="38100" cy="38100"/>
          </a:xfrm>
          <a:prstGeom prst="rect">
            <a:avLst/>
          </a:prstGeom>
          <a:solidFill>
            <a:srgbClr val="CED7E6">
              <a:alpha val="98827"/>
            </a:srgbClr>
          </a:solidFill>
          <a:ln>
            <a:noFill/>
          </a:ln>
        </p:spPr>
      </p:sp>
      <p:sp>
        <p:nvSpPr>
          <p:cNvPr id="36" name="wm.whiteboard.54.54"/>
          <p:cNvSpPr/>
          <p:nvPr/>
        </p:nvSpPr>
        <p:spPr>
          <a:xfrm>
            <a:off x="952500" y="914400"/>
            <a:ext cx="38100" cy="38100"/>
          </a:xfrm>
          <a:prstGeom prst="rect">
            <a:avLst/>
          </a:prstGeom>
          <a:solidFill>
            <a:srgbClr val="CED7E6">
              <a:alpha val="86895"/>
            </a:srgbClr>
          </a:solidFill>
          <a:ln>
            <a:noFill/>
          </a:ln>
        </p:spPr>
      </p:sp>
      <p:sp>
        <p:nvSpPr>
          <p:cNvPr id="37" name="wm.whiteboard.54.72"/>
          <p:cNvSpPr/>
          <p:nvPr/>
        </p:nvSpPr>
        <p:spPr>
          <a:xfrm>
            <a:off x="952500" y="1143000"/>
            <a:ext cx="38100" cy="38100"/>
          </a:xfrm>
          <a:prstGeom prst="rect">
            <a:avLst/>
          </a:prstGeom>
          <a:solidFill>
            <a:srgbClr val="CED7E6">
              <a:alpha val="73217"/>
            </a:srgbClr>
          </a:solidFill>
          <a:ln>
            <a:noFill/>
          </a:ln>
        </p:spPr>
      </p:sp>
      <p:sp>
        <p:nvSpPr>
          <p:cNvPr id="38" name="wm.whiteboard.54.90"/>
          <p:cNvSpPr/>
          <p:nvPr/>
        </p:nvSpPr>
        <p:spPr>
          <a:xfrm>
            <a:off x="952500" y="1371600"/>
            <a:ext cx="38100" cy="38100"/>
          </a:xfrm>
          <a:prstGeom prst="rect">
            <a:avLst/>
          </a:prstGeom>
          <a:solidFill>
            <a:srgbClr val="CED7E6">
              <a:alpha val="58541"/>
            </a:srgbClr>
          </a:solidFill>
          <a:ln>
            <a:noFill/>
          </a:ln>
        </p:spPr>
      </p:sp>
      <p:sp>
        <p:nvSpPr>
          <p:cNvPr id="39" name="wm.whiteboard.54.108"/>
          <p:cNvSpPr/>
          <p:nvPr/>
        </p:nvSpPr>
        <p:spPr>
          <a:xfrm>
            <a:off x="952500" y="1600200"/>
            <a:ext cx="38100" cy="38100"/>
          </a:xfrm>
          <a:prstGeom prst="rect">
            <a:avLst/>
          </a:prstGeom>
          <a:solidFill>
            <a:srgbClr val="CED7E6">
              <a:alpha val="43263"/>
            </a:srgbClr>
          </a:solidFill>
          <a:ln>
            <a:noFill/>
          </a:ln>
        </p:spPr>
      </p:sp>
      <p:sp>
        <p:nvSpPr>
          <p:cNvPr id="40" name="wm.whiteboard.54.126"/>
          <p:cNvSpPr/>
          <p:nvPr/>
        </p:nvSpPr>
        <p:spPr>
          <a:xfrm>
            <a:off x="952500" y="1828800"/>
            <a:ext cx="38100" cy="38100"/>
          </a:xfrm>
          <a:prstGeom prst="rect">
            <a:avLst/>
          </a:prstGeom>
          <a:solidFill>
            <a:srgbClr val="CED7E6">
              <a:alpha val="27603"/>
            </a:srgbClr>
          </a:solidFill>
          <a:ln>
            <a:noFill/>
          </a:ln>
        </p:spPr>
      </p:sp>
      <p:sp>
        <p:nvSpPr>
          <p:cNvPr id="41" name="wm.whiteboard.54.144"/>
          <p:cNvSpPr/>
          <p:nvPr/>
        </p:nvSpPr>
        <p:spPr>
          <a:xfrm>
            <a:off x="952500" y="2057400"/>
            <a:ext cx="38100" cy="38100"/>
          </a:xfrm>
          <a:prstGeom prst="rect">
            <a:avLst/>
          </a:prstGeom>
          <a:solidFill>
            <a:srgbClr val="CED7E6">
              <a:alpha val="11687"/>
            </a:srgbClr>
          </a:solidFill>
          <a:ln>
            <a:noFill/>
          </a:ln>
        </p:spPr>
      </p:sp>
      <p:sp>
        <p:nvSpPr>
          <p:cNvPr id="42" name="wm.whiteboard.72.0"/>
          <p:cNvSpPr/>
          <p:nvPr/>
        </p:nvSpPr>
        <p:spPr>
          <a:xfrm>
            <a:off x="1181100" y="228600"/>
            <a:ext cx="38100" cy="38100"/>
          </a:xfrm>
          <a:prstGeom prst="rect">
            <a:avLst/>
          </a:prstGeom>
          <a:solidFill>
            <a:srgbClr val="CED7E6">
              <a:alpha val="97572"/>
            </a:srgbClr>
          </a:solidFill>
          <a:ln>
            <a:noFill/>
          </a:ln>
        </p:spPr>
      </p:sp>
      <p:sp>
        <p:nvSpPr>
          <p:cNvPr id="43" name="wm.whiteboard.72.18"/>
          <p:cNvSpPr/>
          <p:nvPr/>
        </p:nvSpPr>
        <p:spPr>
          <a:xfrm>
            <a:off x="1181100" y="457200"/>
            <a:ext cx="38100" cy="38100"/>
          </a:xfrm>
          <a:prstGeom prst="rect">
            <a:avLst/>
          </a:prstGeom>
          <a:solidFill>
            <a:srgbClr val="CED7E6">
              <a:alpha val="94724"/>
            </a:srgbClr>
          </a:solidFill>
          <a:ln>
            <a:noFill/>
          </a:ln>
        </p:spPr>
      </p:sp>
      <p:sp>
        <p:nvSpPr>
          <p:cNvPr id="44" name="wm.whiteboard.72.36"/>
          <p:cNvSpPr/>
          <p:nvPr/>
        </p:nvSpPr>
        <p:spPr>
          <a:xfrm>
            <a:off x="1181100" y="685800"/>
            <a:ext cx="38100" cy="38100"/>
          </a:xfrm>
          <a:prstGeom prst="rect">
            <a:avLst/>
          </a:prstGeom>
          <a:solidFill>
            <a:srgbClr val="CED7E6">
              <a:alpha val="87609"/>
            </a:srgbClr>
          </a:solidFill>
          <a:ln>
            <a:noFill/>
          </a:ln>
        </p:spPr>
      </p:sp>
      <p:sp>
        <p:nvSpPr>
          <p:cNvPr id="45" name="wm.whiteboard.72.54"/>
          <p:cNvSpPr/>
          <p:nvPr/>
        </p:nvSpPr>
        <p:spPr>
          <a:xfrm>
            <a:off x="1181100" y="914400"/>
            <a:ext cx="38100" cy="38100"/>
          </a:xfrm>
          <a:prstGeom prst="rect">
            <a:avLst/>
          </a:prstGeom>
          <a:solidFill>
            <a:srgbClr val="CED7E6">
              <a:alpha val="77408"/>
            </a:srgbClr>
          </a:solidFill>
          <a:ln>
            <a:noFill/>
          </a:ln>
        </p:spPr>
      </p:sp>
      <p:sp>
        <p:nvSpPr>
          <p:cNvPr id="46" name="wm.whiteboard.72.72"/>
          <p:cNvSpPr/>
          <p:nvPr/>
        </p:nvSpPr>
        <p:spPr>
          <a:xfrm>
            <a:off x="1181100" y="1143000"/>
            <a:ext cx="38100" cy="38100"/>
          </a:xfrm>
          <a:prstGeom prst="rect">
            <a:avLst/>
          </a:prstGeom>
          <a:solidFill>
            <a:srgbClr val="CED7E6">
              <a:alpha val="65181"/>
            </a:srgbClr>
          </a:solidFill>
          <a:ln>
            <a:noFill/>
          </a:ln>
        </p:spPr>
      </p:sp>
      <p:sp>
        <p:nvSpPr>
          <p:cNvPr id="47" name="wm.whiteboard.72.90"/>
          <p:cNvSpPr/>
          <p:nvPr/>
        </p:nvSpPr>
        <p:spPr>
          <a:xfrm>
            <a:off x="1181100" y="1371600"/>
            <a:ext cx="38100" cy="38100"/>
          </a:xfrm>
          <a:prstGeom prst="rect">
            <a:avLst/>
          </a:prstGeom>
          <a:solidFill>
            <a:srgbClr val="CED7E6">
              <a:alpha val="51653"/>
            </a:srgbClr>
          </a:solidFill>
          <a:ln>
            <a:noFill/>
          </a:ln>
        </p:spPr>
      </p:sp>
      <p:sp>
        <p:nvSpPr>
          <p:cNvPr id="48" name="wm.whiteboard.72.108"/>
          <p:cNvSpPr/>
          <p:nvPr/>
        </p:nvSpPr>
        <p:spPr>
          <a:xfrm>
            <a:off x="1181100" y="1600200"/>
            <a:ext cx="38100" cy="38100"/>
          </a:xfrm>
          <a:prstGeom prst="rect">
            <a:avLst/>
          </a:prstGeom>
          <a:solidFill>
            <a:srgbClr val="CED7E6">
              <a:alpha val="37275"/>
            </a:srgbClr>
          </a:solidFill>
          <a:ln>
            <a:noFill/>
          </a:ln>
        </p:spPr>
      </p:sp>
      <p:sp>
        <p:nvSpPr>
          <p:cNvPr id="49" name="wm.whiteboard.72.126"/>
          <p:cNvSpPr/>
          <p:nvPr/>
        </p:nvSpPr>
        <p:spPr>
          <a:xfrm>
            <a:off x="1181100" y="1828800"/>
            <a:ext cx="38100" cy="38100"/>
          </a:xfrm>
          <a:prstGeom prst="rect">
            <a:avLst/>
          </a:prstGeom>
          <a:solidFill>
            <a:srgbClr val="CED7E6">
              <a:alpha val="22326"/>
            </a:srgbClr>
          </a:solidFill>
          <a:ln>
            <a:noFill/>
          </a:ln>
        </p:spPr>
      </p:sp>
      <p:sp>
        <p:nvSpPr>
          <p:cNvPr id="50" name="wm.whiteboard.72.144"/>
          <p:cNvSpPr/>
          <p:nvPr/>
        </p:nvSpPr>
        <p:spPr>
          <a:xfrm>
            <a:off x="1181100" y="2057400"/>
            <a:ext cx="38100" cy="38100"/>
          </a:xfrm>
          <a:prstGeom prst="rect">
            <a:avLst/>
          </a:prstGeom>
          <a:solidFill>
            <a:srgbClr val="CED7E6">
              <a:alpha val="6980"/>
            </a:srgbClr>
          </a:solidFill>
          <a:ln>
            <a:noFill/>
          </a:ln>
        </p:spPr>
      </p:sp>
      <p:sp>
        <p:nvSpPr>
          <p:cNvPr id="51" name="wm.whiteboard.90.0"/>
          <p:cNvSpPr/>
          <p:nvPr/>
        </p:nvSpPr>
        <p:spPr>
          <a:xfrm>
            <a:off x="1409700" y="228600"/>
            <a:ext cx="38100" cy="38100"/>
          </a:xfrm>
          <a:prstGeom prst="rect">
            <a:avLst/>
          </a:prstGeom>
          <a:solidFill>
            <a:srgbClr val="CED7E6">
              <a:alpha val="83798"/>
            </a:srgbClr>
          </a:solidFill>
          <a:ln>
            <a:noFill/>
          </a:ln>
        </p:spPr>
      </p:sp>
      <p:sp>
        <p:nvSpPr>
          <p:cNvPr id="52" name="wm.whiteboard.90.18"/>
          <p:cNvSpPr/>
          <p:nvPr/>
        </p:nvSpPr>
        <p:spPr>
          <a:xfrm>
            <a:off x="1409700" y="457200"/>
            <a:ext cx="38100" cy="38100"/>
          </a:xfrm>
          <a:prstGeom prst="rect">
            <a:avLst/>
          </a:prstGeom>
          <a:solidFill>
            <a:srgbClr val="CED7E6">
              <a:alpha val="81490"/>
            </a:srgbClr>
          </a:solidFill>
          <a:ln>
            <a:noFill/>
          </a:ln>
        </p:spPr>
      </p:sp>
      <p:sp>
        <p:nvSpPr>
          <p:cNvPr id="53" name="wm.whiteboard.90.36"/>
          <p:cNvSpPr/>
          <p:nvPr/>
        </p:nvSpPr>
        <p:spPr>
          <a:xfrm>
            <a:off x="1409700" y="685800"/>
            <a:ext cx="38100" cy="38100"/>
          </a:xfrm>
          <a:prstGeom prst="rect">
            <a:avLst/>
          </a:prstGeom>
          <a:solidFill>
            <a:srgbClr val="CED7E6">
              <a:alpha val="75569"/>
            </a:srgbClr>
          </a:solidFill>
          <a:ln>
            <a:noFill/>
          </a:ln>
        </p:spPr>
      </p:sp>
      <p:sp>
        <p:nvSpPr>
          <p:cNvPr id="54" name="wm.whiteboard.90.54"/>
          <p:cNvSpPr/>
          <p:nvPr/>
        </p:nvSpPr>
        <p:spPr>
          <a:xfrm>
            <a:off x="1409700" y="914400"/>
            <a:ext cx="38100" cy="38100"/>
          </a:xfrm>
          <a:prstGeom prst="rect">
            <a:avLst/>
          </a:prstGeom>
          <a:solidFill>
            <a:srgbClr val="CED7E6">
              <a:alpha val="66767"/>
            </a:srgbClr>
          </a:solidFill>
          <a:ln>
            <a:noFill/>
          </a:ln>
        </p:spPr>
      </p:sp>
      <p:sp>
        <p:nvSpPr>
          <p:cNvPr id="55" name="wm.whiteboard.90.72"/>
          <p:cNvSpPr/>
          <p:nvPr/>
        </p:nvSpPr>
        <p:spPr>
          <a:xfrm>
            <a:off x="1409700" y="1143000"/>
            <a:ext cx="38100" cy="38100"/>
          </a:xfrm>
          <a:prstGeom prst="rect">
            <a:avLst/>
          </a:prstGeom>
          <a:solidFill>
            <a:srgbClr val="CED7E6">
              <a:alpha val="55859"/>
            </a:srgbClr>
          </a:solidFill>
          <a:ln>
            <a:noFill/>
          </a:ln>
        </p:spPr>
      </p:sp>
      <p:sp>
        <p:nvSpPr>
          <p:cNvPr id="56" name="wm.whiteboard.90.90"/>
          <p:cNvSpPr/>
          <p:nvPr/>
        </p:nvSpPr>
        <p:spPr>
          <a:xfrm>
            <a:off x="1409700" y="1371600"/>
            <a:ext cx="38100" cy="38100"/>
          </a:xfrm>
          <a:prstGeom prst="rect">
            <a:avLst/>
          </a:prstGeom>
          <a:solidFill>
            <a:srgbClr val="CED7E6">
              <a:alpha val="43468"/>
            </a:srgbClr>
          </a:solidFill>
          <a:ln>
            <a:noFill/>
          </a:ln>
        </p:spPr>
      </p:sp>
      <p:sp>
        <p:nvSpPr>
          <p:cNvPr id="57" name="wm.whiteboard.90.108"/>
          <p:cNvSpPr/>
          <p:nvPr/>
        </p:nvSpPr>
        <p:spPr>
          <a:xfrm>
            <a:off x="1409700" y="1600200"/>
            <a:ext cx="38100" cy="38100"/>
          </a:xfrm>
          <a:prstGeom prst="rect">
            <a:avLst/>
          </a:prstGeom>
          <a:solidFill>
            <a:srgbClr val="CED7E6">
              <a:alpha val="30037"/>
            </a:srgbClr>
          </a:solidFill>
          <a:ln>
            <a:noFill/>
          </a:ln>
        </p:spPr>
      </p:sp>
      <p:sp>
        <p:nvSpPr>
          <p:cNvPr id="58" name="wm.whiteboard.90.126"/>
          <p:cNvSpPr/>
          <p:nvPr/>
        </p:nvSpPr>
        <p:spPr>
          <a:xfrm>
            <a:off x="1409700" y="1828800"/>
            <a:ext cx="38100" cy="38100"/>
          </a:xfrm>
          <a:prstGeom prst="rect">
            <a:avLst/>
          </a:prstGeom>
          <a:solidFill>
            <a:srgbClr val="CED7E6">
              <a:alpha val="15870"/>
            </a:srgbClr>
          </a:solidFill>
          <a:ln>
            <a:noFill/>
          </a:ln>
        </p:spPr>
      </p:sp>
      <p:sp>
        <p:nvSpPr>
          <p:cNvPr id="59" name="wm.whiteboard.90.144"/>
          <p:cNvSpPr/>
          <p:nvPr/>
        </p:nvSpPr>
        <p:spPr>
          <a:xfrm>
            <a:off x="1409700" y="2057400"/>
            <a:ext cx="38100" cy="38100"/>
          </a:xfrm>
          <a:prstGeom prst="rect">
            <a:avLst/>
          </a:prstGeom>
          <a:solidFill>
            <a:srgbClr val="CED7E6">
              <a:alpha val="1171"/>
            </a:srgbClr>
          </a:solidFill>
          <a:ln>
            <a:noFill/>
          </a:ln>
        </p:spPr>
      </p:sp>
      <p:sp>
        <p:nvSpPr>
          <p:cNvPr id="60" name="wm.whiteboard.108.0"/>
          <p:cNvSpPr/>
          <p:nvPr/>
        </p:nvSpPr>
        <p:spPr>
          <a:xfrm>
            <a:off x="1638300" y="228600"/>
            <a:ext cx="38100" cy="38100"/>
          </a:xfrm>
          <a:prstGeom prst="rect">
            <a:avLst/>
          </a:prstGeom>
          <a:solidFill>
            <a:srgbClr val="CED7E6">
              <a:alpha val="70023"/>
            </a:srgbClr>
          </a:solidFill>
          <a:ln>
            <a:noFill/>
          </a:ln>
        </p:spPr>
      </p:sp>
      <p:sp>
        <p:nvSpPr>
          <p:cNvPr id="61" name="wm.whiteboard.108.18"/>
          <p:cNvSpPr/>
          <p:nvPr/>
        </p:nvSpPr>
        <p:spPr>
          <a:xfrm>
            <a:off x="1638300" y="457200"/>
            <a:ext cx="38100" cy="38100"/>
          </a:xfrm>
          <a:prstGeom prst="rect">
            <a:avLst/>
          </a:prstGeom>
          <a:solidFill>
            <a:srgbClr val="CED7E6">
              <a:alpha val="68085"/>
            </a:srgbClr>
          </a:solidFill>
          <a:ln>
            <a:noFill/>
          </a:ln>
        </p:spPr>
      </p:sp>
      <p:sp>
        <p:nvSpPr>
          <p:cNvPr id="62" name="wm.whiteboard.108.36"/>
          <p:cNvSpPr/>
          <p:nvPr/>
        </p:nvSpPr>
        <p:spPr>
          <a:xfrm>
            <a:off x="1638300" y="685800"/>
            <a:ext cx="38100" cy="38100"/>
          </a:xfrm>
          <a:prstGeom prst="rect">
            <a:avLst/>
          </a:prstGeom>
          <a:solidFill>
            <a:srgbClr val="CED7E6">
              <a:alpha val="63033"/>
            </a:srgbClr>
          </a:solidFill>
          <a:ln>
            <a:noFill/>
          </a:ln>
        </p:spPr>
      </p:sp>
      <p:sp>
        <p:nvSpPr>
          <p:cNvPr id="63" name="wm.whiteboard.108.54"/>
          <p:cNvSpPr/>
          <p:nvPr/>
        </p:nvSpPr>
        <p:spPr>
          <a:xfrm>
            <a:off x="1638300" y="914400"/>
            <a:ext cx="38100" cy="38100"/>
          </a:xfrm>
          <a:prstGeom prst="rect">
            <a:avLst/>
          </a:prstGeom>
          <a:solidFill>
            <a:srgbClr val="CED7E6">
              <a:alpha val="55346"/>
            </a:srgbClr>
          </a:solidFill>
          <a:ln>
            <a:noFill/>
          </a:ln>
        </p:spPr>
      </p:sp>
      <p:sp>
        <p:nvSpPr>
          <p:cNvPr id="64" name="wm.whiteboard.108.72"/>
          <p:cNvSpPr/>
          <p:nvPr/>
        </p:nvSpPr>
        <p:spPr>
          <a:xfrm>
            <a:off x="1638300" y="1143000"/>
            <a:ext cx="38100" cy="38100"/>
          </a:xfrm>
          <a:prstGeom prst="rect">
            <a:avLst/>
          </a:prstGeom>
          <a:solidFill>
            <a:srgbClr val="CED7E6">
              <a:alpha val="45583"/>
            </a:srgbClr>
          </a:solidFill>
          <a:ln>
            <a:noFill/>
          </a:ln>
        </p:spPr>
      </p:sp>
      <p:sp>
        <p:nvSpPr>
          <p:cNvPr id="65" name="wm.whiteboard.108.90"/>
          <p:cNvSpPr/>
          <p:nvPr/>
        </p:nvSpPr>
        <p:spPr>
          <a:xfrm>
            <a:off x="1638300" y="1371600"/>
            <a:ext cx="38100" cy="38100"/>
          </a:xfrm>
          <a:prstGeom prst="rect">
            <a:avLst/>
          </a:prstGeom>
          <a:solidFill>
            <a:srgbClr val="CED7E6">
              <a:alpha val="34251"/>
            </a:srgbClr>
          </a:solidFill>
          <a:ln>
            <a:noFill/>
          </a:ln>
        </p:spPr>
      </p:sp>
      <p:sp>
        <p:nvSpPr>
          <p:cNvPr id="66" name="wm.whiteboard.108.108"/>
          <p:cNvSpPr/>
          <p:nvPr/>
        </p:nvSpPr>
        <p:spPr>
          <a:xfrm>
            <a:off x="1638300" y="1600200"/>
            <a:ext cx="38100" cy="38100"/>
          </a:xfrm>
          <a:prstGeom prst="rect">
            <a:avLst/>
          </a:prstGeom>
          <a:solidFill>
            <a:srgbClr val="CED7E6">
              <a:alpha val="21754"/>
            </a:srgbClr>
          </a:solidFill>
          <a:ln>
            <a:noFill/>
          </a:ln>
        </p:spPr>
      </p:sp>
      <p:sp>
        <p:nvSpPr>
          <p:cNvPr id="67" name="wm.whiteboard.108.126"/>
          <p:cNvSpPr/>
          <p:nvPr/>
        </p:nvSpPr>
        <p:spPr>
          <a:xfrm>
            <a:off x="1638300" y="1828800"/>
            <a:ext cx="38100" cy="38100"/>
          </a:xfrm>
          <a:prstGeom prst="rect">
            <a:avLst/>
          </a:prstGeom>
          <a:solidFill>
            <a:srgbClr val="CED7E6">
              <a:alpha val="8391"/>
            </a:srgbClr>
          </a:solidFill>
          <a:ln>
            <a:noFill/>
          </a:ln>
        </p:spPr>
      </p:sp>
      <p:sp>
        <p:nvSpPr>
          <p:cNvPr id="68" name="wm.whiteboard.126.0"/>
          <p:cNvSpPr/>
          <p:nvPr/>
        </p:nvSpPr>
        <p:spPr>
          <a:xfrm>
            <a:off x="1866900" y="228600"/>
            <a:ext cx="38100" cy="38100"/>
          </a:xfrm>
          <a:prstGeom prst="rect">
            <a:avLst/>
          </a:prstGeom>
          <a:solidFill>
            <a:srgbClr val="CED7E6">
              <a:alpha val="56247"/>
            </a:srgbClr>
          </a:solidFill>
          <a:ln>
            <a:noFill/>
          </a:ln>
        </p:spPr>
      </p:sp>
      <p:sp>
        <p:nvSpPr>
          <p:cNvPr id="69" name="wm.whiteboard.126.18"/>
          <p:cNvSpPr/>
          <p:nvPr/>
        </p:nvSpPr>
        <p:spPr>
          <a:xfrm>
            <a:off x="1866900" y="457200"/>
            <a:ext cx="38100" cy="38100"/>
          </a:xfrm>
          <a:prstGeom prst="rect">
            <a:avLst/>
          </a:prstGeom>
          <a:solidFill>
            <a:srgbClr val="CED7E6">
              <a:alpha val="54578"/>
            </a:srgbClr>
          </a:solidFill>
          <a:ln>
            <a:noFill/>
          </a:ln>
        </p:spPr>
      </p:sp>
      <p:sp>
        <p:nvSpPr>
          <p:cNvPr id="70" name="wm.whiteboard.126.36"/>
          <p:cNvSpPr/>
          <p:nvPr/>
        </p:nvSpPr>
        <p:spPr>
          <a:xfrm>
            <a:off x="1866900" y="685800"/>
            <a:ext cx="38100" cy="38100"/>
          </a:xfrm>
          <a:prstGeom prst="rect">
            <a:avLst/>
          </a:prstGeom>
          <a:solidFill>
            <a:srgbClr val="CED7E6">
              <a:alpha val="50182"/>
            </a:srgbClr>
          </a:solidFill>
          <a:ln>
            <a:noFill/>
          </a:ln>
        </p:spPr>
      </p:sp>
      <p:sp>
        <p:nvSpPr>
          <p:cNvPr id="71" name="wm.whiteboard.126.54"/>
          <p:cNvSpPr/>
          <p:nvPr/>
        </p:nvSpPr>
        <p:spPr>
          <a:xfrm>
            <a:off x="1866900" y="914400"/>
            <a:ext cx="38100" cy="38100"/>
          </a:xfrm>
          <a:prstGeom prst="rect">
            <a:avLst/>
          </a:prstGeom>
          <a:solidFill>
            <a:srgbClr val="CED7E6">
              <a:alpha val="43386"/>
            </a:srgbClr>
          </a:solidFill>
          <a:ln>
            <a:noFill/>
          </a:ln>
        </p:spPr>
      </p:sp>
      <p:sp>
        <p:nvSpPr>
          <p:cNvPr id="72" name="wm.whiteboard.126.72"/>
          <p:cNvSpPr/>
          <p:nvPr/>
        </p:nvSpPr>
        <p:spPr>
          <a:xfrm>
            <a:off x="1866900" y="1143000"/>
            <a:ext cx="38100" cy="38100"/>
          </a:xfrm>
          <a:prstGeom prst="rect">
            <a:avLst/>
          </a:prstGeom>
          <a:solidFill>
            <a:srgbClr val="CED7E6">
              <a:alpha val="34598"/>
            </a:srgbClr>
          </a:solidFill>
          <a:ln>
            <a:noFill/>
          </a:ln>
        </p:spPr>
      </p:sp>
      <p:sp>
        <p:nvSpPr>
          <p:cNvPr id="73" name="wm.whiteboard.126.90"/>
          <p:cNvSpPr/>
          <p:nvPr/>
        </p:nvSpPr>
        <p:spPr>
          <a:xfrm>
            <a:off x="1866900" y="1371600"/>
            <a:ext cx="38100" cy="38100"/>
          </a:xfrm>
          <a:prstGeom prst="rect">
            <a:avLst/>
          </a:prstGeom>
          <a:solidFill>
            <a:srgbClr val="CED7E6">
              <a:alpha val="24223"/>
            </a:srgbClr>
          </a:solidFill>
          <a:ln>
            <a:noFill/>
          </a:ln>
        </p:spPr>
      </p:sp>
      <p:sp>
        <p:nvSpPr>
          <p:cNvPr id="74" name="wm.whiteboard.126.108"/>
          <p:cNvSpPr/>
          <p:nvPr/>
        </p:nvSpPr>
        <p:spPr>
          <a:xfrm>
            <a:off x="1866900" y="1600200"/>
            <a:ext cx="38100" cy="38100"/>
          </a:xfrm>
          <a:prstGeom prst="rect">
            <a:avLst/>
          </a:prstGeom>
          <a:solidFill>
            <a:srgbClr val="CED7E6">
              <a:alpha val="12610"/>
            </a:srgbClr>
          </a:solidFill>
          <a:ln>
            <a:noFill/>
          </a:ln>
        </p:spPr>
      </p:sp>
      <p:sp>
        <p:nvSpPr>
          <p:cNvPr id="75" name="wm.whiteboard.126.126"/>
          <p:cNvSpPr/>
          <p:nvPr/>
        </p:nvSpPr>
        <p:spPr>
          <a:xfrm>
            <a:off x="1866900" y="1828800"/>
            <a:ext cx="38100" cy="38100"/>
          </a:xfrm>
          <a:prstGeom prst="rect">
            <a:avLst/>
          </a:prstGeom>
          <a:solidFill>
            <a:srgbClr val="CED7E6">
              <a:alpha val="40"/>
            </a:srgbClr>
          </a:solidFill>
          <a:ln>
            <a:noFill/>
          </a:ln>
        </p:spPr>
      </p:sp>
      <p:sp>
        <p:nvSpPr>
          <p:cNvPr id="76" name="wm.whiteboard.144.0"/>
          <p:cNvSpPr/>
          <p:nvPr/>
        </p:nvSpPr>
        <p:spPr>
          <a:xfrm>
            <a:off x="2095500" y="228600"/>
            <a:ext cx="38100" cy="38100"/>
          </a:xfrm>
          <a:prstGeom prst="rect">
            <a:avLst/>
          </a:prstGeom>
          <a:solidFill>
            <a:srgbClr val="CED7E6">
              <a:alpha val="42471"/>
            </a:srgbClr>
          </a:solidFill>
          <a:ln>
            <a:noFill/>
          </a:ln>
        </p:spPr>
      </p:sp>
      <p:sp>
        <p:nvSpPr>
          <p:cNvPr id="77" name="wm.whiteboard.144.18"/>
          <p:cNvSpPr/>
          <p:nvPr/>
        </p:nvSpPr>
        <p:spPr>
          <a:xfrm>
            <a:off x="2095500" y="457200"/>
            <a:ext cx="38100" cy="38100"/>
          </a:xfrm>
          <a:prstGeom prst="rect">
            <a:avLst/>
          </a:prstGeom>
          <a:solidFill>
            <a:srgbClr val="CED7E6">
              <a:alpha val="41005"/>
            </a:srgbClr>
          </a:solidFill>
          <a:ln>
            <a:noFill/>
          </a:ln>
        </p:spPr>
      </p:sp>
      <p:sp>
        <p:nvSpPr>
          <p:cNvPr id="78" name="wm.whiteboard.144.36"/>
          <p:cNvSpPr/>
          <p:nvPr/>
        </p:nvSpPr>
        <p:spPr>
          <a:xfrm>
            <a:off x="2095500" y="685800"/>
            <a:ext cx="38100" cy="38100"/>
          </a:xfrm>
          <a:prstGeom prst="rect">
            <a:avLst/>
          </a:prstGeom>
          <a:solidFill>
            <a:srgbClr val="CED7E6">
              <a:alpha val="37120"/>
            </a:srgbClr>
          </a:solidFill>
          <a:ln>
            <a:noFill/>
          </a:ln>
        </p:spPr>
      </p:sp>
      <p:sp>
        <p:nvSpPr>
          <p:cNvPr id="79" name="wm.whiteboard.144.54"/>
          <p:cNvSpPr/>
          <p:nvPr/>
        </p:nvSpPr>
        <p:spPr>
          <a:xfrm>
            <a:off x="2095500" y="914400"/>
            <a:ext cx="38100" cy="38100"/>
          </a:xfrm>
          <a:prstGeom prst="rect">
            <a:avLst/>
          </a:prstGeom>
          <a:solidFill>
            <a:srgbClr val="CED7E6">
              <a:alpha val="31044"/>
            </a:srgbClr>
          </a:solidFill>
          <a:ln>
            <a:noFill/>
          </a:ln>
        </p:spPr>
      </p:sp>
      <p:sp>
        <p:nvSpPr>
          <p:cNvPr id="80" name="wm.whiteboard.144.72"/>
          <p:cNvSpPr/>
          <p:nvPr/>
        </p:nvSpPr>
        <p:spPr>
          <a:xfrm>
            <a:off x="2095500" y="1143000"/>
            <a:ext cx="38100" cy="38100"/>
          </a:xfrm>
          <a:prstGeom prst="rect">
            <a:avLst/>
          </a:prstGeom>
          <a:solidFill>
            <a:srgbClr val="CED7E6">
              <a:alpha val="23083"/>
            </a:srgbClr>
          </a:solidFill>
          <a:ln>
            <a:noFill/>
          </a:ln>
        </p:spPr>
      </p:sp>
      <p:sp>
        <p:nvSpPr>
          <p:cNvPr id="81" name="wm.whiteboard.144.90"/>
          <p:cNvSpPr/>
          <p:nvPr/>
        </p:nvSpPr>
        <p:spPr>
          <a:xfrm>
            <a:off x="2095500" y="1371600"/>
            <a:ext cx="38100" cy="38100"/>
          </a:xfrm>
          <a:prstGeom prst="rect">
            <a:avLst/>
          </a:prstGeom>
          <a:solidFill>
            <a:srgbClr val="CED7E6">
              <a:alpha val="13557"/>
            </a:srgbClr>
          </a:solidFill>
          <a:ln>
            <a:noFill/>
          </a:ln>
        </p:spPr>
      </p:sp>
      <p:sp>
        <p:nvSpPr>
          <p:cNvPr id="82" name="wm.whiteboard.144.108"/>
          <p:cNvSpPr/>
          <p:nvPr/>
        </p:nvSpPr>
        <p:spPr>
          <a:xfrm>
            <a:off x="2095500" y="1600200"/>
            <a:ext cx="38100" cy="38100"/>
          </a:xfrm>
          <a:prstGeom prst="rect">
            <a:avLst/>
          </a:prstGeom>
          <a:solidFill>
            <a:srgbClr val="CED7E6">
              <a:alpha val="2762"/>
            </a:srgbClr>
          </a:solidFill>
          <a:ln>
            <a:noFill/>
          </a:ln>
        </p:spPr>
      </p:sp>
      <p:sp>
        <p:nvSpPr>
          <p:cNvPr id="83" name="wm.whiteboard.162.0"/>
          <p:cNvSpPr/>
          <p:nvPr/>
        </p:nvSpPr>
        <p:spPr>
          <a:xfrm>
            <a:off x="2324100" y="228600"/>
            <a:ext cx="38100" cy="38100"/>
          </a:xfrm>
          <a:prstGeom prst="rect">
            <a:avLst/>
          </a:prstGeom>
          <a:solidFill>
            <a:srgbClr val="CED7E6">
              <a:alpha val="28695"/>
            </a:srgbClr>
          </a:solidFill>
          <a:ln>
            <a:noFill/>
          </a:ln>
        </p:spPr>
      </p:sp>
      <p:sp>
        <p:nvSpPr>
          <p:cNvPr id="84" name="wm.whiteboard.162.18"/>
          <p:cNvSpPr/>
          <p:nvPr/>
        </p:nvSpPr>
        <p:spPr>
          <a:xfrm>
            <a:off x="2324100" y="457200"/>
            <a:ext cx="38100" cy="38100"/>
          </a:xfrm>
          <a:prstGeom prst="rect">
            <a:avLst/>
          </a:prstGeom>
          <a:solidFill>
            <a:srgbClr val="CED7E6">
              <a:alpha val="27389"/>
            </a:srgbClr>
          </a:solidFill>
          <a:ln>
            <a:noFill/>
          </a:ln>
        </p:spPr>
      </p:sp>
      <p:sp>
        <p:nvSpPr>
          <p:cNvPr id="85" name="wm.whiteboard.162.36"/>
          <p:cNvSpPr/>
          <p:nvPr/>
        </p:nvSpPr>
        <p:spPr>
          <a:xfrm>
            <a:off x="2324100" y="685800"/>
            <a:ext cx="38100" cy="38100"/>
          </a:xfrm>
          <a:prstGeom prst="rect">
            <a:avLst/>
          </a:prstGeom>
          <a:solidFill>
            <a:srgbClr val="CED7E6">
              <a:alpha val="23910"/>
            </a:srgbClr>
          </a:solidFill>
          <a:ln>
            <a:noFill/>
          </a:ln>
        </p:spPr>
      </p:sp>
      <p:sp>
        <p:nvSpPr>
          <p:cNvPr id="86" name="wm.whiteboard.162.54"/>
          <p:cNvSpPr/>
          <p:nvPr/>
        </p:nvSpPr>
        <p:spPr>
          <a:xfrm>
            <a:off x="2324100" y="914400"/>
            <a:ext cx="38100" cy="38100"/>
          </a:xfrm>
          <a:prstGeom prst="rect">
            <a:avLst/>
          </a:prstGeom>
          <a:solidFill>
            <a:srgbClr val="CED7E6">
              <a:alpha val="18425"/>
            </a:srgbClr>
          </a:solidFill>
          <a:ln>
            <a:noFill/>
          </a:ln>
        </p:spPr>
      </p:sp>
      <p:sp>
        <p:nvSpPr>
          <p:cNvPr id="87" name="wm.whiteboard.162.72"/>
          <p:cNvSpPr/>
          <p:nvPr/>
        </p:nvSpPr>
        <p:spPr>
          <a:xfrm>
            <a:off x="2324100" y="1143000"/>
            <a:ext cx="38100" cy="38100"/>
          </a:xfrm>
          <a:prstGeom prst="rect">
            <a:avLst/>
          </a:prstGeom>
          <a:solidFill>
            <a:srgbClr val="CED7E6">
              <a:alpha val="11167"/>
            </a:srgbClr>
          </a:solidFill>
          <a:ln>
            <a:noFill/>
          </a:ln>
        </p:spPr>
      </p:sp>
      <p:sp>
        <p:nvSpPr>
          <p:cNvPr id="88" name="wm.whiteboard.162.90"/>
          <p:cNvSpPr/>
          <p:nvPr/>
        </p:nvSpPr>
        <p:spPr>
          <a:xfrm>
            <a:off x="2324100" y="1371600"/>
            <a:ext cx="38100" cy="38100"/>
          </a:xfrm>
          <a:prstGeom prst="rect">
            <a:avLst/>
          </a:prstGeom>
          <a:solidFill>
            <a:srgbClr val="CED7E6">
              <a:alpha val="2388"/>
            </a:srgbClr>
          </a:solidFill>
          <a:ln>
            <a:noFill/>
          </a:ln>
        </p:spPr>
      </p:sp>
      <p:sp>
        <p:nvSpPr>
          <p:cNvPr id="89" name="wm.whiteboard.180.0"/>
          <p:cNvSpPr/>
          <p:nvPr/>
        </p:nvSpPr>
        <p:spPr>
          <a:xfrm>
            <a:off x="2552700" y="228600"/>
            <a:ext cx="38100" cy="38100"/>
          </a:xfrm>
          <a:prstGeom prst="rect">
            <a:avLst/>
          </a:prstGeom>
          <a:solidFill>
            <a:srgbClr val="CED7E6">
              <a:alpha val="14918"/>
            </a:srgbClr>
          </a:solidFill>
          <a:ln>
            <a:noFill/>
          </a:ln>
        </p:spPr>
      </p:sp>
      <p:sp>
        <p:nvSpPr>
          <p:cNvPr id="90" name="wm.whiteboard.180.18"/>
          <p:cNvSpPr/>
          <p:nvPr/>
        </p:nvSpPr>
        <p:spPr>
          <a:xfrm>
            <a:off x="2552700" y="457200"/>
            <a:ext cx="38100" cy="38100"/>
          </a:xfrm>
          <a:prstGeom prst="rect">
            <a:avLst/>
          </a:prstGeom>
          <a:solidFill>
            <a:srgbClr val="CED7E6">
              <a:alpha val="13741"/>
            </a:srgbClr>
          </a:solidFill>
          <a:ln>
            <a:noFill/>
          </a:ln>
        </p:spPr>
      </p:sp>
      <p:sp>
        <p:nvSpPr>
          <p:cNvPr id="91" name="wm.whiteboard.180.36"/>
          <p:cNvSpPr/>
          <p:nvPr/>
        </p:nvSpPr>
        <p:spPr>
          <a:xfrm>
            <a:off x="2552700" y="685800"/>
            <a:ext cx="38100" cy="38100"/>
          </a:xfrm>
          <a:prstGeom prst="rect">
            <a:avLst/>
          </a:prstGeom>
          <a:solidFill>
            <a:srgbClr val="CED7E6">
              <a:alpha val="10593"/>
            </a:srgbClr>
          </a:solidFill>
          <a:ln>
            <a:noFill/>
          </a:ln>
        </p:spPr>
      </p:sp>
      <p:sp>
        <p:nvSpPr>
          <p:cNvPr id="92" name="wm.whiteboard.180.54"/>
          <p:cNvSpPr/>
          <p:nvPr/>
        </p:nvSpPr>
        <p:spPr>
          <a:xfrm>
            <a:off x="2552700" y="914400"/>
            <a:ext cx="38100" cy="38100"/>
          </a:xfrm>
          <a:prstGeom prst="rect">
            <a:avLst/>
          </a:prstGeom>
          <a:solidFill>
            <a:srgbClr val="CED7E6">
              <a:alpha val="5600"/>
            </a:srgbClr>
          </a:solidFill>
          <a:ln>
            <a:noFill/>
          </a:ln>
        </p:spPr>
      </p:sp>
      <p:sp>
        <p:nvSpPr>
          <p:cNvPr id="93" name="wm.whiteboard.198.0"/>
          <p:cNvSpPr/>
          <p:nvPr/>
        </p:nvSpPr>
        <p:spPr>
          <a:xfrm>
            <a:off x="2781300" y="228600"/>
            <a:ext cx="38100" cy="38100"/>
          </a:xfrm>
          <a:prstGeom prst="rect">
            <a:avLst/>
          </a:prstGeom>
          <a:solidFill>
            <a:srgbClr val="CED7E6">
              <a:alpha val="1142"/>
            </a:srgbClr>
          </a:solidFill>
          <a:ln>
            <a:noFill/>
          </a:ln>
        </p:spPr>
      </p:sp>
      <p:sp>
        <p:nvSpPr>
          <p:cNvPr id="94" name="wm.whiteboard.198.18"/>
          <p:cNvSpPr/>
          <p:nvPr/>
        </p:nvSpPr>
        <p:spPr>
          <a:xfrm>
            <a:off x="2781300" y="457200"/>
            <a:ext cx="38100" cy="38100"/>
          </a:xfrm>
          <a:prstGeom prst="rect">
            <a:avLst/>
          </a:prstGeom>
          <a:solidFill>
            <a:srgbClr val="CED7E6">
              <a:alpha val="69"/>
            </a:srgbClr>
          </a:solidFill>
          <a:ln>
            <a:noFill/>
          </a:ln>
        </p:spPr>
      </p:sp>
      <p:sp>
        <p:nvSpPr>
          <p:cNvPr id="95" name="wm.header.rule"/>
          <p:cNvSpPr/>
          <p:nvPr/>
        </p:nvSpPr>
        <p:spPr>
          <a:xfrm>
            <a:off x="723900" y="1371600"/>
            <a:ext cx="7086600" cy="9525"/>
          </a:xfrm>
          <a:prstGeom prst="rect">
            <a:avLst/>
          </a:prstGeom>
          <a:solidFill>
            <a:srgbClr val="CED7E6"/>
          </a:solidFill>
          <a:ln>
            <a:noFill/>
          </a:ln>
        </p:spPr>
      </p:sp>
      <p:pic>
        <p:nvPicPr>
          <p:cNvPr id="96"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210300"/>
            <a:ext cx="729403" cy="152400"/>
          </a:xfrm>
          <a:prstGeom prst="rect">
            <a:avLst/>
          </a:prstGeom>
        </p:spPr>
      </p:pic>
      <p:sp>
        <p:nvSpPr>
          <p:cNvPr id="97" name="wm.legal"/>
          <p:cNvSpPr/>
          <p:nvPr/>
        </p:nvSpPr>
        <p:spPr>
          <a:xfrm>
            <a:off x="2171700" y="6172200"/>
            <a:ext cx="56388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wmds.frame.8cc3f3314974340f30a8">
    <p:bg>
      <p:bgPr>
        <a:solidFill>
          <a:srgbClr val="FFFFFF"/>
        </a:solidFill>
      </p:bgPr>
    </p:bg>
    <p:spTree>
      <p:nvGrpSpPr>
        <p:cNvPr id="1" name=""/>
        <p:cNvGrpSpPr/>
        <p:nvPr/>
      </p:nvGrpSpPr>
      <p:grpSpPr>
        <a:xfrm>
          <a:off x="0" y="0"/>
          <a:ext cx="0" cy="0"/>
          <a:chOff x="0" y="0"/>
          <a:chExt cx="0" cy="0"/>
        </a:xfrm>
      </p:grpSpPr>
      <p:sp>
        <p:nvSpPr>
          <p:cNvPr id="2" name="wm.footer.rule"/>
          <p:cNvSpPr/>
          <p:nvPr/>
        </p:nvSpPr>
        <p:spPr>
          <a:xfrm>
            <a:off x="723900" y="6057900"/>
            <a:ext cx="10744200" cy="9525"/>
          </a:xfrm>
          <a:prstGeom prst="rect">
            <a:avLst/>
          </a:prstGeom>
          <a:solidFill>
            <a:srgbClr val="CED7E6"/>
          </a:solidFill>
          <a:ln>
            <a:noFill/>
          </a:ln>
        </p:spPr>
      </p:sp>
      <p:sp>
        <p:nvSpPr>
          <p:cNvPr id="3" name="wm.whiteboard.0.0"/>
          <p:cNvSpPr/>
          <p:nvPr/>
        </p:nvSpPr>
        <p:spPr>
          <a:xfrm>
            <a:off x="723900" y="228600"/>
            <a:ext cx="38100" cy="38100"/>
          </a:xfrm>
          <a:prstGeom prst="rect">
            <a:avLst/>
          </a:prstGeom>
          <a:solidFill>
            <a:srgbClr val="CED7E6"/>
          </a:solidFill>
          <a:ln>
            <a:noFill/>
          </a:ln>
        </p:spPr>
      </p:sp>
      <p:sp>
        <p:nvSpPr>
          <p:cNvPr id="4" name="wm.whiteboard.0.18"/>
          <p:cNvSpPr/>
          <p:nvPr/>
        </p:nvSpPr>
        <p:spPr>
          <a:xfrm>
            <a:off x="723900" y="457200"/>
            <a:ext cx="38100" cy="38100"/>
          </a:xfrm>
          <a:prstGeom prst="rect">
            <a:avLst/>
          </a:prstGeom>
          <a:solidFill>
            <a:srgbClr val="CED7E6"/>
          </a:solidFill>
          <a:ln>
            <a:noFill/>
          </a:ln>
        </p:spPr>
      </p:sp>
      <p:sp>
        <p:nvSpPr>
          <p:cNvPr id="5" name="wm.whiteboard.0.36"/>
          <p:cNvSpPr/>
          <p:nvPr/>
        </p:nvSpPr>
        <p:spPr>
          <a:xfrm>
            <a:off x="723900" y="685800"/>
            <a:ext cx="38100" cy="38100"/>
          </a:xfrm>
          <a:prstGeom prst="rect">
            <a:avLst/>
          </a:prstGeom>
          <a:solidFill>
            <a:srgbClr val="CED7E6"/>
          </a:solidFill>
          <a:ln>
            <a:noFill/>
          </a:ln>
        </p:spPr>
      </p:sp>
      <p:sp>
        <p:nvSpPr>
          <p:cNvPr id="6" name="wm.whiteboard.0.54"/>
          <p:cNvSpPr/>
          <p:nvPr/>
        </p:nvSpPr>
        <p:spPr>
          <a:xfrm>
            <a:off x="723900" y="914400"/>
            <a:ext cx="38100" cy="38100"/>
          </a:xfrm>
          <a:prstGeom prst="rect">
            <a:avLst/>
          </a:prstGeom>
          <a:solidFill>
            <a:srgbClr val="CED7E6"/>
          </a:solidFill>
          <a:ln>
            <a:noFill/>
          </a:ln>
        </p:spPr>
      </p:sp>
      <p:sp>
        <p:nvSpPr>
          <p:cNvPr id="7" name="wm.whiteboard.0.72"/>
          <p:cNvSpPr/>
          <p:nvPr/>
        </p:nvSpPr>
        <p:spPr>
          <a:xfrm>
            <a:off x="723900" y="1143000"/>
            <a:ext cx="38100" cy="38100"/>
          </a:xfrm>
          <a:prstGeom prst="rect">
            <a:avLst/>
          </a:prstGeom>
          <a:solidFill>
            <a:srgbClr val="CED7E6">
              <a:alpha val="85305"/>
            </a:srgbClr>
          </a:solidFill>
          <a:ln>
            <a:noFill/>
          </a:ln>
        </p:spPr>
      </p:sp>
      <p:sp>
        <p:nvSpPr>
          <p:cNvPr id="8" name="wm.whiteboard.0.90"/>
          <p:cNvSpPr/>
          <p:nvPr/>
        </p:nvSpPr>
        <p:spPr>
          <a:xfrm>
            <a:off x="723900" y="1371600"/>
            <a:ext cx="38100" cy="38100"/>
          </a:xfrm>
          <a:prstGeom prst="rect">
            <a:avLst/>
          </a:prstGeom>
          <a:solidFill>
            <a:srgbClr val="CED7E6">
              <a:alpha val="68524"/>
            </a:srgbClr>
          </a:solidFill>
          <a:ln>
            <a:noFill/>
          </a:ln>
        </p:spPr>
      </p:sp>
      <p:sp>
        <p:nvSpPr>
          <p:cNvPr id="9" name="wm.whiteboard.0.108"/>
          <p:cNvSpPr/>
          <p:nvPr/>
        </p:nvSpPr>
        <p:spPr>
          <a:xfrm>
            <a:off x="723900" y="1600200"/>
            <a:ext cx="38100" cy="38100"/>
          </a:xfrm>
          <a:prstGeom prst="rect">
            <a:avLst/>
          </a:prstGeom>
          <a:solidFill>
            <a:srgbClr val="CED7E6">
              <a:alpha val="51742"/>
            </a:srgbClr>
          </a:solidFill>
          <a:ln>
            <a:noFill/>
          </a:ln>
        </p:spPr>
      </p:sp>
      <p:sp>
        <p:nvSpPr>
          <p:cNvPr id="10" name="wm.whiteboard.0.126"/>
          <p:cNvSpPr/>
          <p:nvPr/>
        </p:nvSpPr>
        <p:spPr>
          <a:xfrm>
            <a:off x="723900" y="1828800"/>
            <a:ext cx="38100" cy="38100"/>
          </a:xfrm>
          <a:prstGeom prst="rect">
            <a:avLst/>
          </a:prstGeom>
          <a:solidFill>
            <a:srgbClr val="CED7E6">
              <a:alpha val="34959"/>
            </a:srgbClr>
          </a:solidFill>
          <a:ln>
            <a:noFill/>
          </a:ln>
        </p:spPr>
      </p:sp>
      <p:sp>
        <p:nvSpPr>
          <p:cNvPr id="11" name="wm.whiteboard.0.144"/>
          <p:cNvSpPr/>
          <p:nvPr/>
        </p:nvSpPr>
        <p:spPr>
          <a:xfrm>
            <a:off x="723900" y="2057400"/>
            <a:ext cx="38100" cy="38100"/>
          </a:xfrm>
          <a:prstGeom prst="rect">
            <a:avLst/>
          </a:prstGeom>
          <a:solidFill>
            <a:srgbClr val="CED7E6">
              <a:alpha val="18177"/>
            </a:srgbClr>
          </a:solidFill>
          <a:ln>
            <a:noFill/>
          </a:ln>
        </p:spPr>
      </p:sp>
      <p:sp>
        <p:nvSpPr>
          <p:cNvPr id="12" name="wm.whiteboard.0.162"/>
          <p:cNvSpPr/>
          <p:nvPr/>
        </p:nvSpPr>
        <p:spPr>
          <a:xfrm>
            <a:off x="723900" y="2286000"/>
            <a:ext cx="38100" cy="38100"/>
          </a:xfrm>
          <a:prstGeom prst="rect">
            <a:avLst/>
          </a:prstGeom>
          <a:solidFill>
            <a:srgbClr val="CED7E6">
              <a:alpha val="1394"/>
            </a:srgbClr>
          </a:solidFill>
          <a:ln>
            <a:noFill/>
          </a:ln>
        </p:spPr>
      </p:sp>
      <p:sp>
        <p:nvSpPr>
          <p:cNvPr id="13" name="wm.whiteboard.18.0"/>
          <p:cNvSpPr/>
          <p:nvPr/>
        </p:nvSpPr>
        <p:spPr>
          <a:xfrm>
            <a:off x="952500" y="228600"/>
            <a:ext cx="38100" cy="38100"/>
          </a:xfrm>
          <a:prstGeom prst="rect">
            <a:avLst/>
          </a:prstGeom>
          <a:solidFill>
            <a:srgbClr val="CED7E6"/>
          </a:solidFill>
          <a:ln>
            <a:noFill/>
          </a:ln>
        </p:spPr>
      </p:sp>
      <p:sp>
        <p:nvSpPr>
          <p:cNvPr id="14" name="wm.whiteboard.18.18"/>
          <p:cNvSpPr/>
          <p:nvPr/>
        </p:nvSpPr>
        <p:spPr>
          <a:xfrm>
            <a:off x="952500" y="457200"/>
            <a:ext cx="38100" cy="38100"/>
          </a:xfrm>
          <a:prstGeom prst="rect">
            <a:avLst/>
          </a:prstGeom>
          <a:solidFill>
            <a:srgbClr val="CED7E6"/>
          </a:solidFill>
          <a:ln>
            <a:noFill/>
          </a:ln>
        </p:spPr>
      </p:sp>
      <p:sp>
        <p:nvSpPr>
          <p:cNvPr id="15" name="wm.whiteboard.18.36"/>
          <p:cNvSpPr/>
          <p:nvPr/>
        </p:nvSpPr>
        <p:spPr>
          <a:xfrm>
            <a:off x="952500" y="685800"/>
            <a:ext cx="38100" cy="38100"/>
          </a:xfrm>
          <a:prstGeom prst="rect">
            <a:avLst/>
          </a:prstGeom>
          <a:solidFill>
            <a:srgbClr val="CED7E6"/>
          </a:solidFill>
          <a:ln>
            <a:noFill/>
          </a:ln>
        </p:spPr>
      </p:sp>
      <p:sp>
        <p:nvSpPr>
          <p:cNvPr id="16" name="wm.whiteboard.18.54"/>
          <p:cNvSpPr/>
          <p:nvPr/>
        </p:nvSpPr>
        <p:spPr>
          <a:xfrm>
            <a:off x="952500" y="914400"/>
            <a:ext cx="38100" cy="38100"/>
          </a:xfrm>
          <a:prstGeom prst="rect">
            <a:avLst/>
          </a:prstGeom>
          <a:solidFill>
            <a:srgbClr val="CED7E6">
              <a:alpha val="99988"/>
            </a:srgbClr>
          </a:solidFill>
          <a:ln>
            <a:noFill/>
          </a:ln>
        </p:spPr>
      </p:sp>
      <p:sp>
        <p:nvSpPr>
          <p:cNvPr id="17" name="wm.whiteboard.18.72"/>
          <p:cNvSpPr/>
          <p:nvPr/>
        </p:nvSpPr>
        <p:spPr>
          <a:xfrm>
            <a:off x="952500" y="1143000"/>
            <a:ext cx="38100" cy="38100"/>
          </a:xfrm>
          <a:prstGeom prst="rect">
            <a:avLst/>
          </a:prstGeom>
          <a:solidFill>
            <a:srgbClr val="CED7E6">
              <a:alpha val="83708"/>
            </a:srgbClr>
          </a:solidFill>
          <a:ln>
            <a:noFill/>
          </a:ln>
        </p:spPr>
      </p:sp>
      <p:sp>
        <p:nvSpPr>
          <p:cNvPr id="18" name="wm.whiteboard.18.90"/>
          <p:cNvSpPr/>
          <p:nvPr/>
        </p:nvSpPr>
        <p:spPr>
          <a:xfrm>
            <a:off x="952500" y="1371600"/>
            <a:ext cx="38100" cy="38100"/>
          </a:xfrm>
          <a:prstGeom prst="rect">
            <a:avLst/>
          </a:prstGeom>
          <a:solidFill>
            <a:srgbClr val="CED7E6">
              <a:alpha val="67236"/>
            </a:srgbClr>
          </a:solidFill>
          <a:ln>
            <a:noFill/>
          </a:ln>
        </p:spPr>
      </p:sp>
      <p:sp>
        <p:nvSpPr>
          <p:cNvPr id="19" name="wm.whiteboard.18.108"/>
          <p:cNvSpPr/>
          <p:nvPr/>
        </p:nvSpPr>
        <p:spPr>
          <a:xfrm>
            <a:off x="952500" y="1600200"/>
            <a:ext cx="38100" cy="38100"/>
          </a:xfrm>
          <a:prstGeom prst="rect">
            <a:avLst/>
          </a:prstGeom>
          <a:solidFill>
            <a:srgbClr val="CED7E6">
              <a:alpha val="50663"/>
            </a:srgbClr>
          </a:solidFill>
          <a:ln>
            <a:noFill/>
          </a:ln>
        </p:spPr>
      </p:sp>
      <p:sp>
        <p:nvSpPr>
          <p:cNvPr id="20" name="wm.whiteboard.18.126"/>
          <p:cNvSpPr/>
          <p:nvPr/>
        </p:nvSpPr>
        <p:spPr>
          <a:xfrm>
            <a:off x="952500" y="1828800"/>
            <a:ext cx="38100" cy="38100"/>
          </a:xfrm>
          <a:prstGeom prst="rect">
            <a:avLst/>
          </a:prstGeom>
          <a:solidFill>
            <a:srgbClr val="CED7E6">
              <a:alpha val="34032"/>
            </a:srgbClr>
          </a:solidFill>
          <a:ln>
            <a:noFill/>
          </a:ln>
        </p:spPr>
      </p:sp>
      <p:sp>
        <p:nvSpPr>
          <p:cNvPr id="21" name="wm.whiteboard.18.144"/>
          <p:cNvSpPr/>
          <p:nvPr/>
        </p:nvSpPr>
        <p:spPr>
          <a:xfrm>
            <a:off x="952500" y="2057400"/>
            <a:ext cx="38100" cy="38100"/>
          </a:xfrm>
          <a:prstGeom prst="rect">
            <a:avLst/>
          </a:prstGeom>
          <a:solidFill>
            <a:srgbClr val="CED7E6">
              <a:alpha val="17363"/>
            </a:srgbClr>
          </a:solidFill>
          <a:ln>
            <a:noFill/>
          </a:ln>
        </p:spPr>
      </p:sp>
      <p:sp>
        <p:nvSpPr>
          <p:cNvPr id="22" name="wm.whiteboard.18.162"/>
          <p:cNvSpPr/>
          <p:nvPr/>
        </p:nvSpPr>
        <p:spPr>
          <a:xfrm>
            <a:off x="952500" y="2286000"/>
            <a:ext cx="38100" cy="38100"/>
          </a:xfrm>
          <a:prstGeom prst="rect">
            <a:avLst/>
          </a:prstGeom>
          <a:solidFill>
            <a:srgbClr val="CED7E6">
              <a:alpha val="670"/>
            </a:srgbClr>
          </a:solidFill>
          <a:ln>
            <a:noFill/>
          </a:ln>
        </p:spPr>
      </p:sp>
      <p:sp>
        <p:nvSpPr>
          <p:cNvPr id="23" name="wm.whiteboard.36.0"/>
          <p:cNvSpPr/>
          <p:nvPr/>
        </p:nvSpPr>
        <p:spPr>
          <a:xfrm>
            <a:off x="1181100" y="228600"/>
            <a:ext cx="38100" cy="38100"/>
          </a:xfrm>
          <a:prstGeom prst="rect">
            <a:avLst/>
          </a:prstGeom>
          <a:solidFill>
            <a:srgbClr val="CED7E6"/>
          </a:solidFill>
          <a:ln>
            <a:noFill/>
          </a:ln>
        </p:spPr>
      </p:sp>
      <p:sp>
        <p:nvSpPr>
          <p:cNvPr id="24" name="wm.whiteboard.36.18"/>
          <p:cNvSpPr/>
          <p:nvPr/>
        </p:nvSpPr>
        <p:spPr>
          <a:xfrm>
            <a:off x="1181100" y="457200"/>
            <a:ext cx="38100" cy="38100"/>
          </a:xfrm>
          <a:prstGeom prst="rect">
            <a:avLst/>
          </a:prstGeom>
          <a:solidFill>
            <a:srgbClr val="CED7E6"/>
          </a:solidFill>
          <a:ln>
            <a:noFill/>
          </a:ln>
        </p:spPr>
      </p:sp>
      <p:sp>
        <p:nvSpPr>
          <p:cNvPr id="25" name="wm.whiteboard.36.36"/>
          <p:cNvSpPr/>
          <p:nvPr/>
        </p:nvSpPr>
        <p:spPr>
          <a:xfrm>
            <a:off x="1181100" y="685800"/>
            <a:ext cx="38100" cy="38100"/>
          </a:xfrm>
          <a:prstGeom prst="rect">
            <a:avLst/>
          </a:prstGeom>
          <a:solidFill>
            <a:srgbClr val="CED7E6"/>
          </a:solidFill>
          <a:ln>
            <a:noFill/>
          </a:ln>
        </p:spPr>
      </p:sp>
      <p:sp>
        <p:nvSpPr>
          <p:cNvPr id="26" name="wm.whiteboard.36.54"/>
          <p:cNvSpPr/>
          <p:nvPr/>
        </p:nvSpPr>
        <p:spPr>
          <a:xfrm>
            <a:off x="1181100" y="914400"/>
            <a:ext cx="38100" cy="38100"/>
          </a:xfrm>
          <a:prstGeom prst="rect">
            <a:avLst/>
          </a:prstGeom>
          <a:solidFill>
            <a:srgbClr val="CED7E6">
              <a:alpha val="94671"/>
            </a:srgbClr>
          </a:solidFill>
          <a:ln>
            <a:noFill/>
          </a:ln>
        </p:spPr>
      </p:sp>
      <p:sp>
        <p:nvSpPr>
          <p:cNvPr id="27" name="wm.whiteboard.36.72"/>
          <p:cNvSpPr/>
          <p:nvPr/>
        </p:nvSpPr>
        <p:spPr>
          <a:xfrm>
            <a:off x="1181100" y="1143000"/>
            <a:ext cx="38100" cy="38100"/>
          </a:xfrm>
          <a:prstGeom prst="rect">
            <a:avLst/>
          </a:prstGeom>
          <a:solidFill>
            <a:srgbClr val="CED7E6">
              <a:alpha val="79547"/>
            </a:srgbClr>
          </a:solidFill>
          <a:ln>
            <a:noFill/>
          </a:ln>
        </p:spPr>
      </p:sp>
      <p:sp>
        <p:nvSpPr>
          <p:cNvPr id="28" name="wm.whiteboard.36.90"/>
          <p:cNvSpPr/>
          <p:nvPr/>
        </p:nvSpPr>
        <p:spPr>
          <a:xfrm>
            <a:off x="1181100" y="1371600"/>
            <a:ext cx="38100" cy="38100"/>
          </a:xfrm>
          <a:prstGeom prst="rect">
            <a:avLst/>
          </a:prstGeom>
          <a:solidFill>
            <a:srgbClr val="CED7E6">
              <a:alpha val="63833"/>
            </a:srgbClr>
          </a:solidFill>
          <a:ln>
            <a:noFill/>
          </a:ln>
        </p:spPr>
      </p:sp>
      <p:sp>
        <p:nvSpPr>
          <p:cNvPr id="29" name="wm.whiteboard.36.108"/>
          <p:cNvSpPr/>
          <p:nvPr/>
        </p:nvSpPr>
        <p:spPr>
          <a:xfrm>
            <a:off x="1181100" y="1600200"/>
            <a:ext cx="38100" cy="38100"/>
          </a:xfrm>
          <a:prstGeom prst="rect">
            <a:avLst/>
          </a:prstGeom>
          <a:solidFill>
            <a:srgbClr val="CED7E6">
              <a:alpha val="47790"/>
            </a:srgbClr>
          </a:solidFill>
          <a:ln>
            <a:noFill/>
          </a:ln>
        </p:spPr>
      </p:sp>
      <p:sp>
        <p:nvSpPr>
          <p:cNvPr id="30" name="wm.whiteboard.36.126"/>
          <p:cNvSpPr/>
          <p:nvPr/>
        </p:nvSpPr>
        <p:spPr>
          <a:xfrm>
            <a:off x="1181100" y="1828800"/>
            <a:ext cx="38100" cy="38100"/>
          </a:xfrm>
          <a:prstGeom prst="rect">
            <a:avLst/>
          </a:prstGeom>
          <a:solidFill>
            <a:srgbClr val="CED7E6">
              <a:alpha val="31549"/>
            </a:srgbClr>
          </a:solidFill>
          <a:ln>
            <a:noFill/>
          </a:ln>
        </p:spPr>
      </p:sp>
      <p:sp>
        <p:nvSpPr>
          <p:cNvPr id="31" name="wm.whiteboard.36.144"/>
          <p:cNvSpPr/>
          <p:nvPr/>
        </p:nvSpPr>
        <p:spPr>
          <a:xfrm>
            <a:off x="1181100" y="2057400"/>
            <a:ext cx="38100" cy="38100"/>
          </a:xfrm>
          <a:prstGeom prst="rect">
            <a:avLst/>
          </a:prstGeom>
          <a:solidFill>
            <a:srgbClr val="CED7E6">
              <a:alpha val="15179"/>
            </a:srgbClr>
          </a:solidFill>
          <a:ln>
            <a:noFill/>
          </a:ln>
        </p:spPr>
      </p:sp>
      <p:sp>
        <p:nvSpPr>
          <p:cNvPr id="32" name="wm.whiteboard.54.0"/>
          <p:cNvSpPr/>
          <p:nvPr/>
        </p:nvSpPr>
        <p:spPr>
          <a:xfrm>
            <a:off x="1409700" y="228600"/>
            <a:ext cx="38100" cy="38100"/>
          </a:xfrm>
          <a:prstGeom prst="rect">
            <a:avLst/>
          </a:prstGeom>
          <a:solidFill>
            <a:srgbClr val="CED7E6"/>
          </a:solidFill>
          <a:ln>
            <a:noFill/>
          </a:ln>
        </p:spPr>
      </p:sp>
      <p:sp>
        <p:nvSpPr>
          <p:cNvPr id="33" name="wm.whiteboard.54.18"/>
          <p:cNvSpPr/>
          <p:nvPr/>
        </p:nvSpPr>
        <p:spPr>
          <a:xfrm>
            <a:off x="1409700" y="457200"/>
            <a:ext cx="38100" cy="38100"/>
          </a:xfrm>
          <a:prstGeom prst="rect">
            <a:avLst/>
          </a:prstGeom>
          <a:solidFill>
            <a:srgbClr val="CED7E6"/>
          </a:solidFill>
          <a:ln>
            <a:noFill/>
          </a:ln>
        </p:spPr>
      </p:sp>
      <p:sp>
        <p:nvSpPr>
          <p:cNvPr id="34" name="wm.whiteboard.54.36"/>
          <p:cNvSpPr/>
          <p:nvPr/>
        </p:nvSpPr>
        <p:spPr>
          <a:xfrm>
            <a:off x="1409700" y="685800"/>
            <a:ext cx="38100" cy="38100"/>
          </a:xfrm>
          <a:prstGeom prst="rect">
            <a:avLst/>
          </a:prstGeom>
          <a:solidFill>
            <a:srgbClr val="CED7E6">
              <a:alpha val="98827"/>
            </a:srgbClr>
          </a:solidFill>
          <a:ln>
            <a:noFill/>
          </a:ln>
        </p:spPr>
      </p:sp>
      <p:sp>
        <p:nvSpPr>
          <p:cNvPr id="35" name="wm.whiteboard.54.54"/>
          <p:cNvSpPr/>
          <p:nvPr/>
        </p:nvSpPr>
        <p:spPr>
          <a:xfrm>
            <a:off x="1409700" y="914400"/>
            <a:ext cx="38100" cy="38100"/>
          </a:xfrm>
          <a:prstGeom prst="rect">
            <a:avLst/>
          </a:prstGeom>
          <a:solidFill>
            <a:srgbClr val="CED7E6">
              <a:alpha val="86895"/>
            </a:srgbClr>
          </a:solidFill>
          <a:ln>
            <a:noFill/>
          </a:ln>
        </p:spPr>
      </p:sp>
      <p:sp>
        <p:nvSpPr>
          <p:cNvPr id="36" name="wm.whiteboard.54.72"/>
          <p:cNvSpPr/>
          <p:nvPr/>
        </p:nvSpPr>
        <p:spPr>
          <a:xfrm>
            <a:off x="1409700" y="1143000"/>
            <a:ext cx="38100" cy="38100"/>
          </a:xfrm>
          <a:prstGeom prst="rect">
            <a:avLst/>
          </a:prstGeom>
          <a:solidFill>
            <a:srgbClr val="CED7E6">
              <a:alpha val="73217"/>
            </a:srgbClr>
          </a:solidFill>
          <a:ln>
            <a:noFill/>
          </a:ln>
        </p:spPr>
      </p:sp>
      <p:sp>
        <p:nvSpPr>
          <p:cNvPr id="37" name="wm.whiteboard.54.90"/>
          <p:cNvSpPr/>
          <p:nvPr/>
        </p:nvSpPr>
        <p:spPr>
          <a:xfrm>
            <a:off x="1409700" y="1371600"/>
            <a:ext cx="38100" cy="38100"/>
          </a:xfrm>
          <a:prstGeom prst="rect">
            <a:avLst/>
          </a:prstGeom>
          <a:solidFill>
            <a:srgbClr val="CED7E6">
              <a:alpha val="58541"/>
            </a:srgbClr>
          </a:solidFill>
          <a:ln>
            <a:noFill/>
          </a:ln>
        </p:spPr>
      </p:sp>
      <p:sp>
        <p:nvSpPr>
          <p:cNvPr id="38" name="wm.whiteboard.54.108"/>
          <p:cNvSpPr/>
          <p:nvPr/>
        </p:nvSpPr>
        <p:spPr>
          <a:xfrm>
            <a:off x="1409700" y="1600200"/>
            <a:ext cx="38100" cy="38100"/>
          </a:xfrm>
          <a:prstGeom prst="rect">
            <a:avLst/>
          </a:prstGeom>
          <a:solidFill>
            <a:srgbClr val="CED7E6">
              <a:alpha val="43263"/>
            </a:srgbClr>
          </a:solidFill>
          <a:ln>
            <a:noFill/>
          </a:ln>
        </p:spPr>
      </p:sp>
      <p:sp>
        <p:nvSpPr>
          <p:cNvPr id="39" name="wm.whiteboard.54.126"/>
          <p:cNvSpPr/>
          <p:nvPr/>
        </p:nvSpPr>
        <p:spPr>
          <a:xfrm>
            <a:off x="1409700" y="1828800"/>
            <a:ext cx="38100" cy="38100"/>
          </a:xfrm>
          <a:prstGeom prst="rect">
            <a:avLst/>
          </a:prstGeom>
          <a:solidFill>
            <a:srgbClr val="CED7E6">
              <a:alpha val="27603"/>
            </a:srgbClr>
          </a:solidFill>
          <a:ln>
            <a:noFill/>
          </a:ln>
        </p:spPr>
      </p:sp>
      <p:sp>
        <p:nvSpPr>
          <p:cNvPr id="40" name="wm.whiteboard.54.144"/>
          <p:cNvSpPr/>
          <p:nvPr/>
        </p:nvSpPr>
        <p:spPr>
          <a:xfrm>
            <a:off x="1409700" y="2057400"/>
            <a:ext cx="38100" cy="38100"/>
          </a:xfrm>
          <a:prstGeom prst="rect">
            <a:avLst/>
          </a:prstGeom>
          <a:solidFill>
            <a:srgbClr val="CED7E6">
              <a:alpha val="11687"/>
            </a:srgbClr>
          </a:solidFill>
          <a:ln>
            <a:noFill/>
          </a:ln>
        </p:spPr>
      </p:sp>
      <p:sp>
        <p:nvSpPr>
          <p:cNvPr id="41" name="wm.whiteboard.72.0"/>
          <p:cNvSpPr/>
          <p:nvPr/>
        </p:nvSpPr>
        <p:spPr>
          <a:xfrm>
            <a:off x="1638300" y="228600"/>
            <a:ext cx="38100" cy="38100"/>
          </a:xfrm>
          <a:prstGeom prst="rect">
            <a:avLst/>
          </a:prstGeom>
          <a:solidFill>
            <a:srgbClr val="CED7E6">
              <a:alpha val="97572"/>
            </a:srgbClr>
          </a:solidFill>
          <a:ln>
            <a:noFill/>
          </a:ln>
        </p:spPr>
      </p:sp>
      <p:sp>
        <p:nvSpPr>
          <p:cNvPr id="42" name="wm.whiteboard.72.18"/>
          <p:cNvSpPr/>
          <p:nvPr/>
        </p:nvSpPr>
        <p:spPr>
          <a:xfrm>
            <a:off x="1638300" y="457200"/>
            <a:ext cx="38100" cy="38100"/>
          </a:xfrm>
          <a:prstGeom prst="rect">
            <a:avLst/>
          </a:prstGeom>
          <a:solidFill>
            <a:srgbClr val="CED7E6">
              <a:alpha val="94724"/>
            </a:srgbClr>
          </a:solidFill>
          <a:ln>
            <a:noFill/>
          </a:ln>
        </p:spPr>
      </p:sp>
      <p:sp>
        <p:nvSpPr>
          <p:cNvPr id="43" name="wm.whiteboard.72.36"/>
          <p:cNvSpPr/>
          <p:nvPr/>
        </p:nvSpPr>
        <p:spPr>
          <a:xfrm>
            <a:off x="1638300" y="685800"/>
            <a:ext cx="38100" cy="38100"/>
          </a:xfrm>
          <a:prstGeom prst="rect">
            <a:avLst/>
          </a:prstGeom>
          <a:solidFill>
            <a:srgbClr val="CED7E6">
              <a:alpha val="87609"/>
            </a:srgbClr>
          </a:solidFill>
          <a:ln>
            <a:noFill/>
          </a:ln>
        </p:spPr>
      </p:sp>
      <p:sp>
        <p:nvSpPr>
          <p:cNvPr id="44" name="wm.whiteboard.72.54"/>
          <p:cNvSpPr/>
          <p:nvPr/>
        </p:nvSpPr>
        <p:spPr>
          <a:xfrm>
            <a:off x="1638300" y="914400"/>
            <a:ext cx="38100" cy="38100"/>
          </a:xfrm>
          <a:prstGeom prst="rect">
            <a:avLst/>
          </a:prstGeom>
          <a:solidFill>
            <a:srgbClr val="CED7E6">
              <a:alpha val="77408"/>
            </a:srgbClr>
          </a:solidFill>
          <a:ln>
            <a:noFill/>
          </a:ln>
        </p:spPr>
      </p:sp>
      <p:sp>
        <p:nvSpPr>
          <p:cNvPr id="45" name="wm.whiteboard.72.72"/>
          <p:cNvSpPr/>
          <p:nvPr/>
        </p:nvSpPr>
        <p:spPr>
          <a:xfrm>
            <a:off x="1638300" y="1143000"/>
            <a:ext cx="38100" cy="38100"/>
          </a:xfrm>
          <a:prstGeom prst="rect">
            <a:avLst/>
          </a:prstGeom>
          <a:solidFill>
            <a:srgbClr val="CED7E6">
              <a:alpha val="65181"/>
            </a:srgbClr>
          </a:solidFill>
          <a:ln>
            <a:noFill/>
          </a:ln>
        </p:spPr>
      </p:sp>
      <p:sp>
        <p:nvSpPr>
          <p:cNvPr id="46" name="wm.whiteboard.72.90"/>
          <p:cNvSpPr/>
          <p:nvPr/>
        </p:nvSpPr>
        <p:spPr>
          <a:xfrm>
            <a:off x="1638300" y="1371600"/>
            <a:ext cx="38100" cy="38100"/>
          </a:xfrm>
          <a:prstGeom prst="rect">
            <a:avLst/>
          </a:prstGeom>
          <a:solidFill>
            <a:srgbClr val="CED7E6">
              <a:alpha val="51653"/>
            </a:srgbClr>
          </a:solidFill>
          <a:ln>
            <a:noFill/>
          </a:ln>
        </p:spPr>
      </p:sp>
      <p:sp>
        <p:nvSpPr>
          <p:cNvPr id="47" name="wm.whiteboard.72.108"/>
          <p:cNvSpPr/>
          <p:nvPr/>
        </p:nvSpPr>
        <p:spPr>
          <a:xfrm>
            <a:off x="1638300" y="1600200"/>
            <a:ext cx="38100" cy="38100"/>
          </a:xfrm>
          <a:prstGeom prst="rect">
            <a:avLst/>
          </a:prstGeom>
          <a:solidFill>
            <a:srgbClr val="CED7E6">
              <a:alpha val="37275"/>
            </a:srgbClr>
          </a:solidFill>
          <a:ln>
            <a:noFill/>
          </a:ln>
        </p:spPr>
      </p:sp>
      <p:sp>
        <p:nvSpPr>
          <p:cNvPr id="48" name="wm.whiteboard.72.126"/>
          <p:cNvSpPr/>
          <p:nvPr/>
        </p:nvSpPr>
        <p:spPr>
          <a:xfrm>
            <a:off x="1638300" y="1828800"/>
            <a:ext cx="38100" cy="38100"/>
          </a:xfrm>
          <a:prstGeom prst="rect">
            <a:avLst/>
          </a:prstGeom>
          <a:solidFill>
            <a:srgbClr val="CED7E6">
              <a:alpha val="22326"/>
            </a:srgbClr>
          </a:solidFill>
          <a:ln>
            <a:noFill/>
          </a:ln>
        </p:spPr>
      </p:sp>
      <p:sp>
        <p:nvSpPr>
          <p:cNvPr id="49" name="wm.whiteboard.72.144"/>
          <p:cNvSpPr/>
          <p:nvPr/>
        </p:nvSpPr>
        <p:spPr>
          <a:xfrm>
            <a:off x="1638300" y="2057400"/>
            <a:ext cx="38100" cy="38100"/>
          </a:xfrm>
          <a:prstGeom prst="rect">
            <a:avLst/>
          </a:prstGeom>
          <a:solidFill>
            <a:srgbClr val="CED7E6">
              <a:alpha val="6980"/>
            </a:srgbClr>
          </a:solidFill>
          <a:ln>
            <a:noFill/>
          </a:ln>
        </p:spPr>
      </p:sp>
      <p:sp>
        <p:nvSpPr>
          <p:cNvPr id="50" name="wm.whiteboard.90.0"/>
          <p:cNvSpPr/>
          <p:nvPr/>
        </p:nvSpPr>
        <p:spPr>
          <a:xfrm>
            <a:off x="1866900" y="228600"/>
            <a:ext cx="38100" cy="38100"/>
          </a:xfrm>
          <a:prstGeom prst="rect">
            <a:avLst/>
          </a:prstGeom>
          <a:solidFill>
            <a:srgbClr val="CED7E6">
              <a:alpha val="83798"/>
            </a:srgbClr>
          </a:solidFill>
          <a:ln>
            <a:noFill/>
          </a:ln>
        </p:spPr>
      </p:sp>
      <p:sp>
        <p:nvSpPr>
          <p:cNvPr id="51" name="wm.whiteboard.90.18"/>
          <p:cNvSpPr/>
          <p:nvPr/>
        </p:nvSpPr>
        <p:spPr>
          <a:xfrm>
            <a:off x="1866900" y="457200"/>
            <a:ext cx="38100" cy="38100"/>
          </a:xfrm>
          <a:prstGeom prst="rect">
            <a:avLst/>
          </a:prstGeom>
          <a:solidFill>
            <a:srgbClr val="CED7E6">
              <a:alpha val="81490"/>
            </a:srgbClr>
          </a:solidFill>
          <a:ln>
            <a:noFill/>
          </a:ln>
        </p:spPr>
      </p:sp>
      <p:sp>
        <p:nvSpPr>
          <p:cNvPr id="52" name="wm.whiteboard.90.36"/>
          <p:cNvSpPr/>
          <p:nvPr/>
        </p:nvSpPr>
        <p:spPr>
          <a:xfrm>
            <a:off x="1866900" y="685800"/>
            <a:ext cx="38100" cy="38100"/>
          </a:xfrm>
          <a:prstGeom prst="rect">
            <a:avLst/>
          </a:prstGeom>
          <a:solidFill>
            <a:srgbClr val="CED7E6">
              <a:alpha val="75569"/>
            </a:srgbClr>
          </a:solidFill>
          <a:ln>
            <a:noFill/>
          </a:ln>
        </p:spPr>
      </p:sp>
      <p:sp>
        <p:nvSpPr>
          <p:cNvPr id="53" name="wm.whiteboard.90.54"/>
          <p:cNvSpPr/>
          <p:nvPr/>
        </p:nvSpPr>
        <p:spPr>
          <a:xfrm>
            <a:off x="1866900" y="914400"/>
            <a:ext cx="38100" cy="38100"/>
          </a:xfrm>
          <a:prstGeom prst="rect">
            <a:avLst/>
          </a:prstGeom>
          <a:solidFill>
            <a:srgbClr val="CED7E6">
              <a:alpha val="66767"/>
            </a:srgbClr>
          </a:solidFill>
          <a:ln>
            <a:noFill/>
          </a:ln>
        </p:spPr>
      </p:sp>
      <p:sp>
        <p:nvSpPr>
          <p:cNvPr id="54" name="wm.whiteboard.90.72"/>
          <p:cNvSpPr/>
          <p:nvPr/>
        </p:nvSpPr>
        <p:spPr>
          <a:xfrm>
            <a:off x="1866900" y="1143000"/>
            <a:ext cx="38100" cy="38100"/>
          </a:xfrm>
          <a:prstGeom prst="rect">
            <a:avLst/>
          </a:prstGeom>
          <a:solidFill>
            <a:srgbClr val="CED7E6">
              <a:alpha val="55859"/>
            </a:srgbClr>
          </a:solidFill>
          <a:ln>
            <a:noFill/>
          </a:ln>
        </p:spPr>
      </p:sp>
      <p:sp>
        <p:nvSpPr>
          <p:cNvPr id="55" name="wm.whiteboard.90.90"/>
          <p:cNvSpPr/>
          <p:nvPr/>
        </p:nvSpPr>
        <p:spPr>
          <a:xfrm>
            <a:off x="1866900" y="1371600"/>
            <a:ext cx="38100" cy="38100"/>
          </a:xfrm>
          <a:prstGeom prst="rect">
            <a:avLst/>
          </a:prstGeom>
          <a:solidFill>
            <a:srgbClr val="CED7E6">
              <a:alpha val="43468"/>
            </a:srgbClr>
          </a:solidFill>
          <a:ln>
            <a:noFill/>
          </a:ln>
        </p:spPr>
      </p:sp>
      <p:sp>
        <p:nvSpPr>
          <p:cNvPr id="56" name="wm.whiteboard.90.108"/>
          <p:cNvSpPr/>
          <p:nvPr/>
        </p:nvSpPr>
        <p:spPr>
          <a:xfrm>
            <a:off x="1866900" y="1600200"/>
            <a:ext cx="38100" cy="38100"/>
          </a:xfrm>
          <a:prstGeom prst="rect">
            <a:avLst/>
          </a:prstGeom>
          <a:solidFill>
            <a:srgbClr val="CED7E6">
              <a:alpha val="30037"/>
            </a:srgbClr>
          </a:solidFill>
          <a:ln>
            <a:noFill/>
          </a:ln>
        </p:spPr>
      </p:sp>
      <p:sp>
        <p:nvSpPr>
          <p:cNvPr id="57" name="wm.whiteboard.90.126"/>
          <p:cNvSpPr/>
          <p:nvPr/>
        </p:nvSpPr>
        <p:spPr>
          <a:xfrm>
            <a:off x="1866900" y="1828800"/>
            <a:ext cx="38100" cy="38100"/>
          </a:xfrm>
          <a:prstGeom prst="rect">
            <a:avLst/>
          </a:prstGeom>
          <a:solidFill>
            <a:srgbClr val="CED7E6">
              <a:alpha val="15870"/>
            </a:srgbClr>
          </a:solidFill>
          <a:ln>
            <a:noFill/>
          </a:ln>
        </p:spPr>
      </p:sp>
      <p:sp>
        <p:nvSpPr>
          <p:cNvPr id="58" name="wm.whiteboard.90.144"/>
          <p:cNvSpPr/>
          <p:nvPr/>
        </p:nvSpPr>
        <p:spPr>
          <a:xfrm>
            <a:off x="1866900" y="2057400"/>
            <a:ext cx="38100" cy="38100"/>
          </a:xfrm>
          <a:prstGeom prst="rect">
            <a:avLst/>
          </a:prstGeom>
          <a:solidFill>
            <a:srgbClr val="CED7E6">
              <a:alpha val="1171"/>
            </a:srgbClr>
          </a:solidFill>
          <a:ln>
            <a:noFill/>
          </a:ln>
        </p:spPr>
      </p:sp>
      <p:sp>
        <p:nvSpPr>
          <p:cNvPr id="59" name="wm.whiteboard.108.0"/>
          <p:cNvSpPr/>
          <p:nvPr/>
        </p:nvSpPr>
        <p:spPr>
          <a:xfrm>
            <a:off x="2095500" y="228600"/>
            <a:ext cx="38100" cy="38100"/>
          </a:xfrm>
          <a:prstGeom prst="rect">
            <a:avLst/>
          </a:prstGeom>
          <a:solidFill>
            <a:srgbClr val="CED7E6">
              <a:alpha val="70023"/>
            </a:srgbClr>
          </a:solidFill>
          <a:ln>
            <a:noFill/>
          </a:ln>
        </p:spPr>
      </p:sp>
      <p:sp>
        <p:nvSpPr>
          <p:cNvPr id="60" name="wm.whiteboard.108.18"/>
          <p:cNvSpPr/>
          <p:nvPr/>
        </p:nvSpPr>
        <p:spPr>
          <a:xfrm>
            <a:off x="2095500" y="457200"/>
            <a:ext cx="38100" cy="38100"/>
          </a:xfrm>
          <a:prstGeom prst="rect">
            <a:avLst/>
          </a:prstGeom>
          <a:solidFill>
            <a:srgbClr val="CED7E6">
              <a:alpha val="68085"/>
            </a:srgbClr>
          </a:solidFill>
          <a:ln>
            <a:noFill/>
          </a:ln>
        </p:spPr>
      </p:sp>
      <p:sp>
        <p:nvSpPr>
          <p:cNvPr id="61" name="wm.whiteboard.108.36"/>
          <p:cNvSpPr/>
          <p:nvPr/>
        </p:nvSpPr>
        <p:spPr>
          <a:xfrm>
            <a:off x="2095500" y="685800"/>
            <a:ext cx="38100" cy="38100"/>
          </a:xfrm>
          <a:prstGeom prst="rect">
            <a:avLst/>
          </a:prstGeom>
          <a:solidFill>
            <a:srgbClr val="CED7E6">
              <a:alpha val="63033"/>
            </a:srgbClr>
          </a:solidFill>
          <a:ln>
            <a:noFill/>
          </a:ln>
        </p:spPr>
      </p:sp>
      <p:sp>
        <p:nvSpPr>
          <p:cNvPr id="62" name="wm.whiteboard.108.54"/>
          <p:cNvSpPr/>
          <p:nvPr/>
        </p:nvSpPr>
        <p:spPr>
          <a:xfrm>
            <a:off x="2095500" y="914400"/>
            <a:ext cx="38100" cy="38100"/>
          </a:xfrm>
          <a:prstGeom prst="rect">
            <a:avLst/>
          </a:prstGeom>
          <a:solidFill>
            <a:srgbClr val="CED7E6">
              <a:alpha val="55346"/>
            </a:srgbClr>
          </a:solidFill>
          <a:ln>
            <a:noFill/>
          </a:ln>
        </p:spPr>
      </p:sp>
      <p:sp>
        <p:nvSpPr>
          <p:cNvPr id="63" name="wm.whiteboard.108.72"/>
          <p:cNvSpPr/>
          <p:nvPr/>
        </p:nvSpPr>
        <p:spPr>
          <a:xfrm>
            <a:off x="2095500" y="1143000"/>
            <a:ext cx="38100" cy="38100"/>
          </a:xfrm>
          <a:prstGeom prst="rect">
            <a:avLst/>
          </a:prstGeom>
          <a:solidFill>
            <a:srgbClr val="CED7E6">
              <a:alpha val="45583"/>
            </a:srgbClr>
          </a:solidFill>
          <a:ln>
            <a:noFill/>
          </a:ln>
        </p:spPr>
      </p:sp>
      <p:sp>
        <p:nvSpPr>
          <p:cNvPr id="64" name="wm.whiteboard.108.90"/>
          <p:cNvSpPr/>
          <p:nvPr/>
        </p:nvSpPr>
        <p:spPr>
          <a:xfrm>
            <a:off x="2095500" y="1371600"/>
            <a:ext cx="38100" cy="38100"/>
          </a:xfrm>
          <a:prstGeom prst="rect">
            <a:avLst/>
          </a:prstGeom>
          <a:solidFill>
            <a:srgbClr val="CED7E6">
              <a:alpha val="34251"/>
            </a:srgbClr>
          </a:solidFill>
          <a:ln>
            <a:noFill/>
          </a:ln>
        </p:spPr>
      </p:sp>
      <p:sp>
        <p:nvSpPr>
          <p:cNvPr id="65" name="wm.whiteboard.108.108"/>
          <p:cNvSpPr/>
          <p:nvPr/>
        </p:nvSpPr>
        <p:spPr>
          <a:xfrm>
            <a:off x="2095500" y="1600200"/>
            <a:ext cx="38100" cy="38100"/>
          </a:xfrm>
          <a:prstGeom prst="rect">
            <a:avLst/>
          </a:prstGeom>
          <a:solidFill>
            <a:srgbClr val="CED7E6">
              <a:alpha val="21754"/>
            </a:srgbClr>
          </a:solidFill>
          <a:ln>
            <a:noFill/>
          </a:ln>
        </p:spPr>
      </p:sp>
      <p:sp>
        <p:nvSpPr>
          <p:cNvPr id="66" name="wm.whiteboard.108.126"/>
          <p:cNvSpPr/>
          <p:nvPr/>
        </p:nvSpPr>
        <p:spPr>
          <a:xfrm>
            <a:off x="2095500" y="1828800"/>
            <a:ext cx="38100" cy="38100"/>
          </a:xfrm>
          <a:prstGeom prst="rect">
            <a:avLst/>
          </a:prstGeom>
          <a:solidFill>
            <a:srgbClr val="CED7E6">
              <a:alpha val="8391"/>
            </a:srgbClr>
          </a:solidFill>
          <a:ln>
            <a:noFill/>
          </a:ln>
        </p:spPr>
      </p:sp>
      <p:sp>
        <p:nvSpPr>
          <p:cNvPr id="67" name="wm.whiteboard.126.0"/>
          <p:cNvSpPr/>
          <p:nvPr/>
        </p:nvSpPr>
        <p:spPr>
          <a:xfrm>
            <a:off x="2324100" y="228600"/>
            <a:ext cx="38100" cy="38100"/>
          </a:xfrm>
          <a:prstGeom prst="rect">
            <a:avLst/>
          </a:prstGeom>
          <a:solidFill>
            <a:srgbClr val="CED7E6">
              <a:alpha val="56247"/>
            </a:srgbClr>
          </a:solidFill>
          <a:ln>
            <a:noFill/>
          </a:ln>
        </p:spPr>
      </p:sp>
      <p:sp>
        <p:nvSpPr>
          <p:cNvPr id="68" name="wm.whiteboard.126.18"/>
          <p:cNvSpPr/>
          <p:nvPr/>
        </p:nvSpPr>
        <p:spPr>
          <a:xfrm>
            <a:off x="2324100" y="457200"/>
            <a:ext cx="38100" cy="38100"/>
          </a:xfrm>
          <a:prstGeom prst="rect">
            <a:avLst/>
          </a:prstGeom>
          <a:solidFill>
            <a:srgbClr val="CED7E6">
              <a:alpha val="54578"/>
            </a:srgbClr>
          </a:solidFill>
          <a:ln>
            <a:noFill/>
          </a:ln>
        </p:spPr>
      </p:sp>
      <p:sp>
        <p:nvSpPr>
          <p:cNvPr id="69" name="wm.whiteboard.126.36"/>
          <p:cNvSpPr/>
          <p:nvPr/>
        </p:nvSpPr>
        <p:spPr>
          <a:xfrm>
            <a:off x="2324100" y="685800"/>
            <a:ext cx="38100" cy="38100"/>
          </a:xfrm>
          <a:prstGeom prst="rect">
            <a:avLst/>
          </a:prstGeom>
          <a:solidFill>
            <a:srgbClr val="CED7E6">
              <a:alpha val="50182"/>
            </a:srgbClr>
          </a:solidFill>
          <a:ln>
            <a:noFill/>
          </a:ln>
        </p:spPr>
      </p:sp>
      <p:sp>
        <p:nvSpPr>
          <p:cNvPr id="70" name="wm.whiteboard.126.54"/>
          <p:cNvSpPr/>
          <p:nvPr/>
        </p:nvSpPr>
        <p:spPr>
          <a:xfrm>
            <a:off x="2324100" y="914400"/>
            <a:ext cx="38100" cy="38100"/>
          </a:xfrm>
          <a:prstGeom prst="rect">
            <a:avLst/>
          </a:prstGeom>
          <a:solidFill>
            <a:srgbClr val="CED7E6">
              <a:alpha val="43386"/>
            </a:srgbClr>
          </a:solidFill>
          <a:ln>
            <a:noFill/>
          </a:ln>
        </p:spPr>
      </p:sp>
      <p:sp>
        <p:nvSpPr>
          <p:cNvPr id="71" name="wm.whiteboard.126.72"/>
          <p:cNvSpPr/>
          <p:nvPr/>
        </p:nvSpPr>
        <p:spPr>
          <a:xfrm>
            <a:off x="2324100" y="1143000"/>
            <a:ext cx="38100" cy="38100"/>
          </a:xfrm>
          <a:prstGeom prst="rect">
            <a:avLst/>
          </a:prstGeom>
          <a:solidFill>
            <a:srgbClr val="CED7E6">
              <a:alpha val="34598"/>
            </a:srgbClr>
          </a:solidFill>
          <a:ln>
            <a:noFill/>
          </a:ln>
        </p:spPr>
      </p:sp>
      <p:sp>
        <p:nvSpPr>
          <p:cNvPr id="72" name="wm.whiteboard.126.90"/>
          <p:cNvSpPr/>
          <p:nvPr/>
        </p:nvSpPr>
        <p:spPr>
          <a:xfrm>
            <a:off x="2324100" y="1371600"/>
            <a:ext cx="38100" cy="38100"/>
          </a:xfrm>
          <a:prstGeom prst="rect">
            <a:avLst/>
          </a:prstGeom>
          <a:solidFill>
            <a:srgbClr val="CED7E6">
              <a:alpha val="24223"/>
            </a:srgbClr>
          </a:solidFill>
          <a:ln>
            <a:noFill/>
          </a:ln>
        </p:spPr>
      </p:sp>
      <p:sp>
        <p:nvSpPr>
          <p:cNvPr id="73" name="wm.whiteboard.126.108"/>
          <p:cNvSpPr/>
          <p:nvPr/>
        </p:nvSpPr>
        <p:spPr>
          <a:xfrm>
            <a:off x="2324100" y="1600200"/>
            <a:ext cx="38100" cy="38100"/>
          </a:xfrm>
          <a:prstGeom prst="rect">
            <a:avLst/>
          </a:prstGeom>
          <a:solidFill>
            <a:srgbClr val="CED7E6">
              <a:alpha val="12610"/>
            </a:srgbClr>
          </a:solidFill>
          <a:ln>
            <a:noFill/>
          </a:ln>
        </p:spPr>
      </p:sp>
      <p:sp>
        <p:nvSpPr>
          <p:cNvPr id="74" name="wm.whiteboard.126.126"/>
          <p:cNvSpPr/>
          <p:nvPr/>
        </p:nvSpPr>
        <p:spPr>
          <a:xfrm>
            <a:off x="2324100" y="1828800"/>
            <a:ext cx="38100" cy="38100"/>
          </a:xfrm>
          <a:prstGeom prst="rect">
            <a:avLst/>
          </a:prstGeom>
          <a:solidFill>
            <a:srgbClr val="CED7E6">
              <a:alpha val="40"/>
            </a:srgbClr>
          </a:solidFill>
          <a:ln>
            <a:noFill/>
          </a:ln>
        </p:spPr>
      </p:sp>
      <p:sp>
        <p:nvSpPr>
          <p:cNvPr id="75" name="wm.whiteboard.144.0"/>
          <p:cNvSpPr/>
          <p:nvPr/>
        </p:nvSpPr>
        <p:spPr>
          <a:xfrm>
            <a:off x="2552700" y="228600"/>
            <a:ext cx="38100" cy="38100"/>
          </a:xfrm>
          <a:prstGeom prst="rect">
            <a:avLst/>
          </a:prstGeom>
          <a:solidFill>
            <a:srgbClr val="CED7E6">
              <a:alpha val="42471"/>
            </a:srgbClr>
          </a:solidFill>
          <a:ln>
            <a:noFill/>
          </a:ln>
        </p:spPr>
      </p:sp>
      <p:sp>
        <p:nvSpPr>
          <p:cNvPr id="76" name="wm.whiteboard.144.18"/>
          <p:cNvSpPr/>
          <p:nvPr/>
        </p:nvSpPr>
        <p:spPr>
          <a:xfrm>
            <a:off x="2552700" y="457200"/>
            <a:ext cx="38100" cy="38100"/>
          </a:xfrm>
          <a:prstGeom prst="rect">
            <a:avLst/>
          </a:prstGeom>
          <a:solidFill>
            <a:srgbClr val="CED7E6">
              <a:alpha val="41005"/>
            </a:srgbClr>
          </a:solidFill>
          <a:ln>
            <a:noFill/>
          </a:ln>
        </p:spPr>
      </p:sp>
      <p:sp>
        <p:nvSpPr>
          <p:cNvPr id="77" name="wm.whiteboard.144.36"/>
          <p:cNvSpPr/>
          <p:nvPr/>
        </p:nvSpPr>
        <p:spPr>
          <a:xfrm>
            <a:off x="2552700" y="685800"/>
            <a:ext cx="38100" cy="38100"/>
          </a:xfrm>
          <a:prstGeom prst="rect">
            <a:avLst/>
          </a:prstGeom>
          <a:solidFill>
            <a:srgbClr val="CED7E6">
              <a:alpha val="37120"/>
            </a:srgbClr>
          </a:solidFill>
          <a:ln>
            <a:noFill/>
          </a:ln>
        </p:spPr>
      </p:sp>
      <p:sp>
        <p:nvSpPr>
          <p:cNvPr id="78" name="wm.whiteboard.144.54"/>
          <p:cNvSpPr/>
          <p:nvPr/>
        </p:nvSpPr>
        <p:spPr>
          <a:xfrm>
            <a:off x="2552700" y="914400"/>
            <a:ext cx="38100" cy="38100"/>
          </a:xfrm>
          <a:prstGeom prst="rect">
            <a:avLst/>
          </a:prstGeom>
          <a:solidFill>
            <a:srgbClr val="CED7E6">
              <a:alpha val="31044"/>
            </a:srgbClr>
          </a:solidFill>
          <a:ln>
            <a:noFill/>
          </a:ln>
        </p:spPr>
      </p:sp>
      <p:sp>
        <p:nvSpPr>
          <p:cNvPr id="79" name="wm.whiteboard.144.72"/>
          <p:cNvSpPr/>
          <p:nvPr/>
        </p:nvSpPr>
        <p:spPr>
          <a:xfrm>
            <a:off x="2552700" y="1143000"/>
            <a:ext cx="38100" cy="38100"/>
          </a:xfrm>
          <a:prstGeom prst="rect">
            <a:avLst/>
          </a:prstGeom>
          <a:solidFill>
            <a:srgbClr val="CED7E6">
              <a:alpha val="23083"/>
            </a:srgbClr>
          </a:solidFill>
          <a:ln>
            <a:noFill/>
          </a:ln>
        </p:spPr>
      </p:sp>
      <p:sp>
        <p:nvSpPr>
          <p:cNvPr id="80" name="wm.whiteboard.144.90"/>
          <p:cNvSpPr/>
          <p:nvPr/>
        </p:nvSpPr>
        <p:spPr>
          <a:xfrm>
            <a:off x="2552700" y="1371600"/>
            <a:ext cx="38100" cy="38100"/>
          </a:xfrm>
          <a:prstGeom prst="rect">
            <a:avLst/>
          </a:prstGeom>
          <a:solidFill>
            <a:srgbClr val="CED7E6">
              <a:alpha val="13557"/>
            </a:srgbClr>
          </a:solidFill>
          <a:ln>
            <a:noFill/>
          </a:ln>
        </p:spPr>
      </p:sp>
      <p:sp>
        <p:nvSpPr>
          <p:cNvPr id="81" name="wm.whiteboard.144.108"/>
          <p:cNvSpPr/>
          <p:nvPr/>
        </p:nvSpPr>
        <p:spPr>
          <a:xfrm>
            <a:off x="2552700" y="1600200"/>
            <a:ext cx="38100" cy="38100"/>
          </a:xfrm>
          <a:prstGeom prst="rect">
            <a:avLst/>
          </a:prstGeom>
          <a:solidFill>
            <a:srgbClr val="CED7E6">
              <a:alpha val="2762"/>
            </a:srgbClr>
          </a:solidFill>
          <a:ln>
            <a:noFill/>
          </a:ln>
        </p:spPr>
      </p:sp>
      <p:sp>
        <p:nvSpPr>
          <p:cNvPr id="82" name="wm.whiteboard.162.0"/>
          <p:cNvSpPr/>
          <p:nvPr/>
        </p:nvSpPr>
        <p:spPr>
          <a:xfrm>
            <a:off x="2781300" y="228600"/>
            <a:ext cx="38100" cy="38100"/>
          </a:xfrm>
          <a:prstGeom prst="rect">
            <a:avLst/>
          </a:prstGeom>
          <a:solidFill>
            <a:srgbClr val="CED7E6">
              <a:alpha val="28695"/>
            </a:srgbClr>
          </a:solidFill>
          <a:ln>
            <a:noFill/>
          </a:ln>
        </p:spPr>
      </p:sp>
      <p:sp>
        <p:nvSpPr>
          <p:cNvPr id="83" name="wm.whiteboard.162.18"/>
          <p:cNvSpPr/>
          <p:nvPr/>
        </p:nvSpPr>
        <p:spPr>
          <a:xfrm>
            <a:off x="2781300" y="457200"/>
            <a:ext cx="38100" cy="38100"/>
          </a:xfrm>
          <a:prstGeom prst="rect">
            <a:avLst/>
          </a:prstGeom>
          <a:solidFill>
            <a:srgbClr val="CED7E6">
              <a:alpha val="27389"/>
            </a:srgbClr>
          </a:solidFill>
          <a:ln>
            <a:noFill/>
          </a:ln>
        </p:spPr>
      </p:sp>
      <p:sp>
        <p:nvSpPr>
          <p:cNvPr id="84" name="wm.whiteboard.162.36"/>
          <p:cNvSpPr/>
          <p:nvPr/>
        </p:nvSpPr>
        <p:spPr>
          <a:xfrm>
            <a:off x="2781300" y="685800"/>
            <a:ext cx="38100" cy="38100"/>
          </a:xfrm>
          <a:prstGeom prst="rect">
            <a:avLst/>
          </a:prstGeom>
          <a:solidFill>
            <a:srgbClr val="CED7E6">
              <a:alpha val="23910"/>
            </a:srgbClr>
          </a:solidFill>
          <a:ln>
            <a:noFill/>
          </a:ln>
        </p:spPr>
      </p:sp>
      <p:sp>
        <p:nvSpPr>
          <p:cNvPr id="85" name="wm.whiteboard.162.54"/>
          <p:cNvSpPr/>
          <p:nvPr/>
        </p:nvSpPr>
        <p:spPr>
          <a:xfrm>
            <a:off x="2781300" y="914400"/>
            <a:ext cx="38100" cy="38100"/>
          </a:xfrm>
          <a:prstGeom prst="rect">
            <a:avLst/>
          </a:prstGeom>
          <a:solidFill>
            <a:srgbClr val="CED7E6">
              <a:alpha val="18425"/>
            </a:srgbClr>
          </a:solidFill>
          <a:ln>
            <a:noFill/>
          </a:ln>
        </p:spPr>
      </p:sp>
      <p:sp>
        <p:nvSpPr>
          <p:cNvPr id="86" name="wm.whiteboard.162.72"/>
          <p:cNvSpPr/>
          <p:nvPr/>
        </p:nvSpPr>
        <p:spPr>
          <a:xfrm>
            <a:off x="2781300" y="1143000"/>
            <a:ext cx="38100" cy="38100"/>
          </a:xfrm>
          <a:prstGeom prst="rect">
            <a:avLst/>
          </a:prstGeom>
          <a:solidFill>
            <a:srgbClr val="CED7E6">
              <a:alpha val="11167"/>
            </a:srgbClr>
          </a:solidFill>
          <a:ln>
            <a:noFill/>
          </a:ln>
        </p:spPr>
      </p:sp>
      <p:sp>
        <p:nvSpPr>
          <p:cNvPr id="87" name="wm.whiteboard.162.90"/>
          <p:cNvSpPr/>
          <p:nvPr/>
        </p:nvSpPr>
        <p:spPr>
          <a:xfrm>
            <a:off x="2781300" y="1371600"/>
            <a:ext cx="38100" cy="38100"/>
          </a:xfrm>
          <a:prstGeom prst="rect">
            <a:avLst/>
          </a:prstGeom>
          <a:solidFill>
            <a:srgbClr val="CED7E6">
              <a:alpha val="2388"/>
            </a:srgbClr>
          </a:solidFill>
          <a:ln>
            <a:noFill/>
          </a:ln>
        </p:spPr>
      </p:sp>
      <p:sp>
        <p:nvSpPr>
          <p:cNvPr id="88" name="wm.whiteboard.180.0"/>
          <p:cNvSpPr/>
          <p:nvPr/>
        </p:nvSpPr>
        <p:spPr>
          <a:xfrm>
            <a:off x="3009900" y="228600"/>
            <a:ext cx="38100" cy="38100"/>
          </a:xfrm>
          <a:prstGeom prst="rect">
            <a:avLst/>
          </a:prstGeom>
          <a:solidFill>
            <a:srgbClr val="CED7E6">
              <a:alpha val="14918"/>
            </a:srgbClr>
          </a:solidFill>
          <a:ln>
            <a:noFill/>
          </a:ln>
        </p:spPr>
      </p:sp>
      <p:sp>
        <p:nvSpPr>
          <p:cNvPr id="89" name="wm.whiteboard.180.18"/>
          <p:cNvSpPr/>
          <p:nvPr/>
        </p:nvSpPr>
        <p:spPr>
          <a:xfrm>
            <a:off x="3009900" y="457200"/>
            <a:ext cx="38100" cy="38100"/>
          </a:xfrm>
          <a:prstGeom prst="rect">
            <a:avLst/>
          </a:prstGeom>
          <a:solidFill>
            <a:srgbClr val="CED7E6">
              <a:alpha val="13741"/>
            </a:srgbClr>
          </a:solidFill>
          <a:ln>
            <a:noFill/>
          </a:ln>
        </p:spPr>
      </p:sp>
      <p:sp>
        <p:nvSpPr>
          <p:cNvPr id="90" name="wm.whiteboard.180.36"/>
          <p:cNvSpPr/>
          <p:nvPr/>
        </p:nvSpPr>
        <p:spPr>
          <a:xfrm>
            <a:off x="3009900" y="685800"/>
            <a:ext cx="38100" cy="38100"/>
          </a:xfrm>
          <a:prstGeom prst="rect">
            <a:avLst/>
          </a:prstGeom>
          <a:solidFill>
            <a:srgbClr val="CED7E6">
              <a:alpha val="10593"/>
            </a:srgbClr>
          </a:solidFill>
          <a:ln>
            <a:noFill/>
          </a:ln>
        </p:spPr>
      </p:sp>
      <p:sp>
        <p:nvSpPr>
          <p:cNvPr id="91" name="wm.whiteboard.180.54"/>
          <p:cNvSpPr/>
          <p:nvPr/>
        </p:nvSpPr>
        <p:spPr>
          <a:xfrm>
            <a:off x="3009900" y="914400"/>
            <a:ext cx="38100" cy="38100"/>
          </a:xfrm>
          <a:prstGeom prst="rect">
            <a:avLst/>
          </a:prstGeom>
          <a:solidFill>
            <a:srgbClr val="CED7E6">
              <a:alpha val="5600"/>
            </a:srgbClr>
          </a:solidFill>
          <a:ln>
            <a:noFill/>
          </a:ln>
        </p:spPr>
      </p:sp>
      <p:sp>
        <p:nvSpPr>
          <p:cNvPr id="92" name="wm.whiteboard.198.0"/>
          <p:cNvSpPr/>
          <p:nvPr/>
        </p:nvSpPr>
        <p:spPr>
          <a:xfrm>
            <a:off x="3238500" y="228600"/>
            <a:ext cx="38100" cy="38100"/>
          </a:xfrm>
          <a:prstGeom prst="rect">
            <a:avLst/>
          </a:prstGeom>
          <a:solidFill>
            <a:srgbClr val="CED7E6">
              <a:alpha val="1142"/>
            </a:srgbClr>
          </a:solidFill>
          <a:ln>
            <a:noFill/>
          </a:ln>
        </p:spPr>
      </p:sp>
      <p:sp>
        <p:nvSpPr>
          <p:cNvPr id="93" name="wm.whiteboard.198.18"/>
          <p:cNvSpPr/>
          <p:nvPr/>
        </p:nvSpPr>
        <p:spPr>
          <a:xfrm>
            <a:off x="3238500" y="457200"/>
            <a:ext cx="38100" cy="38100"/>
          </a:xfrm>
          <a:prstGeom prst="rect">
            <a:avLst/>
          </a:prstGeom>
          <a:solidFill>
            <a:srgbClr val="CED7E6">
              <a:alpha val="69"/>
            </a:srgbClr>
          </a:solidFill>
          <a:ln>
            <a:noFill/>
          </a:ln>
        </p:spPr>
      </p:sp>
      <p:sp>
        <p:nvSpPr>
          <p:cNvPr id="94" name="wm.header.rule"/>
          <p:cNvSpPr/>
          <p:nvPr/>
        </p:nvSpPr>
        <p:spPr>
          <a:xfrm>
            <a:off x="723900" y="1371600"/>
            <a:ext cx="10744200" cy="9525"/>
          </a:xfrm>
          <a:prstGeom prst="rect">
            <a:avLst/>
          </a:prstGeom>
          <a:solidFill>
            <a:srgbClr val="CED7E6"/>
          </a:solidFill>
          <a:ln>
            <a:noFill/>
          </a:ln>
        </p:spPr>
      </p:sp>
      <p:pic>
        <p:nvPicPr>
          <p:cNvPr id="95"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210300"/>
            <a:ext cx="729403" cy="152400"/>
          </a:xfrm>
          <a:prstGeom prst="rect">
            <a:avLst/>
          </a:prstGeom>
        </p:spPr>
      </p:pic>
      <p:sp>
        <p:nvSpPr>
          <p:cNvPr id="96" name="wm.legal"/>
          <p:cNvSpPr/>
          <p:nvPr/>
        </p:nvSpPr>
        <p:spPr>
          <a:xfrm>
            <a:off x="2171700" y="6172200"/>
            <a:ext cx="89154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wmds.frame.33634671705f8a2761c7">
    <p:bg>
      <p:bgPr>
        <a:solidFill>
          <a:srgbClr val="FFFFFF"/>
        </a:solidFill>
      </p:bgPr>
    </p:bg>
    <p:spTree>
      <p:nvGrpSpPr>
        <p:cNvPr id="1" name=""/>
        <p:cNvGrpSpPr/>
        <p:nvPr/>
      </p:nvGrpSpPr>
      <p:grpSpPr>
        <a:xfrm>
          <a:off x="0" y="0"/>
          <a:ext cx="0" cy="0"/>
          <a:chOff x="0" y="0"/>
          <a:chExt cx="0" cy="0"/>
        </a:xfrm>
      </p:grpSpPr>
      <p:sp>
        <p:nvSpPr>
          <p:cNvPr id="2" name="wm.rail"/>
          <p:cNvSpPr/>
          <p:nvPr/>
        </p:nvSpPr>
        <p:spPr>
          <a:xfrm>
            <a:off x="0" y="0"/>
            <a:ext cx="3467100" cy="6858000"/>
          </a:xfrm>
          <a:prstGeom prst="rect">
            <a:avLst/>
          </a:prstGeom>
          <a:solidFill>
            <a:srgbClr val="070154"/>
          </a:solidFill>
          <a:ln>
            <a:noFill/>
          </a:ln>
        </p:spPr>
      </p:sp>
      <p:sp>
        <p:nvSpPr>
          <p:cNvPr id="3" name="wm.footer.rule"/>
          <p:cNvSpPr/>
          <p:nvPr/>
        </p:nvSpPr>
        <p:spPr>
          <a:xfrm>
            <a:off x="4381500" y="6057900"/>
            <a:ext cx="7086600" cy="9525"/>
          </a:xfrm>
          <a:prstGeom prst="rect">
            <a:avLst/>
          </a:prstGeom>
          <a:solidFill>
            <a:srgbClr val="CED7E6"/>
          </a:solidFill>
          <a:ln>
            <a:noFill/>
          </a:ln>
        </p:spPr>
      </p:sp>
      <p:sp>
        <p:nvSpPr>
          <p:cNvPr id="4" name="wm.whiteboard.0.0"/>
          <p:cNvSpPr/>
          <p:nvPr/>
        </p:nvSpPr>
        <p:spPr>
          <a:xfrm>
            <a:off x="3695700" y="228600"/>
            <a:ext cx="38100" cy="38100"/>
          </a:xfrm>
          <a:prstGeom prst="rect">
            <a:avLst/>
          </a:prstGeom>
          <a:solidFill>
            <a:srgbClr val="CED7E6"/>
          </a:solidFill>
          <a:ln>
            <a:noFill/>
          </a:ln>
        </p:spPr>
      </p:sp>
      <p:sp>
        <p:nvSpPr>
          <p:cNvPr id="5" name="wm.whiteboard.0.18"/>
          <p:cNvSpPr/>
          <p:nvPr/>
        </p:nvSpPr>
        <p:spPr>
          <a:xfrm>
            <a:off x="3695700" y="457200"/>
            <a:ext cx="38100" cy="38100"/>
          </a:xfrm>
          <a:prstGeom prst="rect">
            <a:avLst/>
          </a:prstGeom>
          <a:solidFill>
            <a:srgbClr val="CED7E6"/>
          </a:solidFill>
          <a:ln>
            <a:noFill/>
          </a:ln>
        </p:spPr>
      </p:sp>
      <p:sp>
        <p:nvSpPr>
          <p:cNvPr id="6" name="wm.whiteboard.0.36"/>
          <p:cNvSpPr/>
          <p:nvPr/>
        </p:nvSpPr>
        <p:spPr>
          <a:xfrm>
            <a:off x="3695700" y="685800"/>
            <a:ext cx="38100" cy="38100"/>
          </a:xfrm>
          <a:prstGeom prst="rect">
            <a:avLst/>
          </a:prstGeom>
          <a:solidFill>
            <a:srgbClr val="CED7E6"/>
          </a:solidFill>
          <a:ln>
            <a:noFill/>
          </a:ln>
        </p:spPr>
      </p:sp>
      <p:sp>
        <p:nvSpPr>
          <p:cNvPr id="7" name="wm.whiteboard.0.54"/>
          <p:cNvSpPr/>
          <p:nvPr/>
        </p:nvSpPr>
        <p:spPr>
          <a:xfrm>
            <a:off x="3695700" y="914400"/>
            <a:ext cx="38100" cy="38100"/>
          </a:xfrm>
          <a:prstGeom prst="rect">
            <a:avLst/>
          </a:prstGeom>
          <a:solidFill>
            <a:srgbClr val="CED7E6"/>
          </a:solidFill>
          <a:ln>
            <a:noFill/>
          </a:ln>
        </p:spPr>
      </p:sp>
      <p:sp>
        <p:nvSpPr>
          <p:cNvPr id="8" name="wm.whiteboard.0.72"/>
          <p:cNvSpPr/>
          <p:nvPr/>
        </p:nvSpPr>
        <p:spPr>
          <a:xfrm>
            <a:off x="3695700" y="1143000"/>
            <a:ext cx="38100" cy="38100"/>
          </a:xfrm>
          <a:prstGeom prst="rect">
            <a:avLst/>
          </a:prstGeom>
          <a:solidFill>
            <a:srgbClr val="CED7E6">
              <a:alpha val="85305"/>
            </a:srgbClr>
          </a:solidFill>
          <a:ln>
            <a:noFill/>
          </a:ln>
        </p:spPr>
      </p:sp>
      <p:sp>
        <p:nvSpPr>
          <p:cNvPr id="9" name="wm.whiteboard.0.90"/>
          <p:cNvSpPr/>
          <p:nvPr/>
        </p:nvSpPr>
        <p:spPr>
          <a:xfrm>
            <a:off x="3695700" y="1371600"/>
            <a:ext cx="38100" cy="38100"/>
          </a:xfrm>
          <a:prstGeom prst="rect">
            <a:avLst/>
          </a:prstGeom>
          <a:solidFill>
            <a:srgbClr val="CED7E6">
              <a:alpha val="68524"/>
            </a:srgbClr>
          </a:solidFill>
          <a:ln>
            <a:noFill/>
          </a:ln>
        </p:spPr>
      </p:sp>
      <p:sp>
        <p:nvSpPr>
          <p:cNvPr id="10" name="wm.whiteboard.0.108"/>
          <p:cNvSpPr/>
          <p:nvPr/>
        </p:nvSpPr>
        <p:spPr>
          <a:xfrm>
            <a:off x="3695700" y="1600200"/>
            <a:ext cx="38100" cy="38100"/>
          </a:xfrm>
          <a:prstGeom prst="rect">
            <a:avLst/>
          </a:prstGeom>
          <a:solidFill>
            <a:srgbClr val="CED7E6">
              <a:alpha val="51742"/>
            </a:srgbClr>
          </a:solidFill>
          <a:ln>
            <a:noFill/>
          </a:ln>
        </p:spPr>
      </p:sp>
      <p:sp>
        <p:nvSpPr>
          <p:cNvPr id="11" name="wm.whiteboard.0.126"/>
          <p:cNvSpPr/>
          <p:nvPr/>
        </p:nvSpPr>
        <p:spPr>
          <a:xfrm>
            <a:off x="3695700" y="1828800"/>
            <a:ext cx="38100" cy="38100"/>
          </a:xfrm>
          <a:prstGeom prst="rect">
            <a:avLst/>
          </a:prstGeom>
          <a:solidFill>
            <a:srgbClr val="CED7E6">
              <a:alpha val="34959"/>
            </a:srgbClr>
          </a:solidFill>
          <a:ln>
            <a:noFill/>
          </a:ln>
        </p:spPr>
      </p:sp>
      <p:sp>
        <p:nvSpPr>
          <p:cNvPr id="12" name="wm.whiteboard.0.144"/>
          <p:cNvSpPr/>
          <p:nvPr/>
        </p:nvSpPr>
        <p:spPr>
          <a:xfrm>
            <a:off x="3695700" y="2057400"/>
            <a:ext cx="38100" cy="38100"/>
          </a:xfrm>
          <a:prstGeom prst="rect">
            <a:avLst/>
          </a:prstGeom>
          <a:solidFill>
            <a:srgbClr val="CED7E6">
              <a:alpha val="18177"/>
            </a:srgbClr>
          </a:solidFill>
          <a:ln>
            <a:noFill/>
          </a:ln>
        </p:spPr>
      </p:sp>
      <p:sp>
        <p:nvSpPr>
          <p:cNvPr id="13" name="wm.whiteboard.0.162"/>
          <p:cNvSpPr/>
          <p:nvPr/>
        </p:nvSpPr>
        <p:spPr>
          <a:xfrm>
            <a:off x="3695700" y="2286000"/>
            <a:ext cx="38100" cy="38100"/>
          </a:xfrm>
          <a:prstGeom prst="rect">
            <a:avLst/>
          </a:prstGeom>
          <a:solidFill>
            <a:srgbClr val="CED7E6">
              <a:alpha val="1394"/>
            </a:srgbClr>
          </a:solidFill>
          <a:ln>
            <a:noFill/>
          </a:ln>
        </p:spPr>
      </p:sp>
      <p:sp>
        <p:nvSpPr>
          <p:cNvPr id="14" name="wm.whiteboard.18.0"/>
          <p:cNvSpPr/>
          <p:nvPr/>
        </p:nvSpPr>
        <p:spPr>
          <a:xfrm>
            <a:off x="3924300" y="228600"/>
            <a:ext cx="38100" cy="38100"/>
          </a:xfrm>
          <a:prstGeom prst="rect">
            <a:avLst/>
          </a:prstGeom>
          <a:solidFill>
            <a:srgbClr val="CED7E6"/>
          </a:solidFill>
          <a:ln>
            <a:noFill/>
          </a:ln>
        </p:spPr>
      </p:sp>
      <p:sp>
        <p:nvSpPr>
          <p:cNvPr id="15" name="wm.whiteboard.18.18"/>
          <p:cNvSpPr/>
          <p:nvPr/>
        </p:nvSpPr>
        <p:spPr>
          <a:xfrm>
            <a:off x="3924300" y="457200"/>
            <a:ext cx="38100" cy="38100"/>
          </a:xfrm>
          <a:prstGeom prst="rect">
            <a:avLst/>
          </a:prstGeom>
          <a:solidFill>
            <a:srgbClr val="CED7E6"/>
          </a:solidFill>
          <a:ln>
            <a:noFill/>
          </a:ln>
        </p:spPr>
      </p:sp>
      <p:sp>
        <p:nvSpPr>
          <p:cNvPr id="16" name="wm.whiteboard.18.36"/>
          <p:cNvSpPr/>
          <p:nvPr/>
        </p:nvSpPr>
        <p:spPr>
          <a:xfrm>
            <a:off x="3924300" y="685800"/>
            <a:ext cx="38100" cy="38100"/>
          </a:xfrm>
          <a:prstGeom prst="rect">
            <a:avLst/>
          </a:prstGeom>
          <a:solidFill>
            <a:srgbClr val="CED7E6"/>
          </a:solidFill>
          <a:ln>
            <a:noFill/>
          </a:ln>
        </p:spPr>
      </p:sp>
      <p:sp>
        <p:nvSpPr>
          <p:cNvPr id="17" name="wm.whiteboard.18.54"/>
          <p:cNvSpPr/>
          <p:nvPr/>
        </p:nvSpPr>
        <p:spPr>
          <a:xfrm>
            <a:off x="3924300" y="914400"/>
            <a:ext cx="38100" cy="38100"/>
          </a:xfrm>
          <a:prstGeom prst="rect">
            <a:avLst/>
          </a:prstGeom>
          <a:solidFill>
            <a:srgbClr val="CED7E6">
              <a:alpha val="99988"/>
            </a:srgbClr>
          </a:solidFill>
          <a:ln>
            <a:noFill/>
          </a:ln>
        </p:spPr>
      </p:sp>
      <p:sp>
        <p:nvSpPr>
          <p:cNvPr id="18" name="wm.whiteboard.18.72"/>
          <p:cNvSpPr/>
          <p:nvPr/>
        </p:nvSpPr>
        <p:spPr>
          <a:xfrm>
            <a:off x="3924300" y="1143000"/>
            <a:ext cx="38100" cy="38100"/>
          </a:xfrm>
          <a:prstGeom prst="rect">
            <a:avLst/>
          </a:prstGeom>
          <a:solidFill>
            <a:srgbClr val="CED7E6">
              <a:alpha val="83708"/>
            </a:srgbClr>
          </a:solidFill>
          <a:ln>
            <a:noFill/>
          </a:ln>
        </p:spPr>
      </p:sp>
      <p:sp>
        <p:nvSpPr>
          <p:cNvPr id="19" name="wm.whiteboard.18.90"/>
          <p:cNvSpPr/>
          <p:nvPr/>
        </p:nvSpPr>
        <p:spPr>
          <a:xfrm>
            <a:off x="3924300" y="1371600"/>
            <a:ext cx="38100" cy="38100"/>
          </a:xfrm>
          <a:prstGeom prst="rect">
            <a:avLst/>
          </a:prstGeom>
          <a:solidFill>
            <a:srgbClr val="CED7E6">
              <a:alpha val="67236"/>
            </a:srgbClr>
          </a:solidFill>
          <a:ln>
            <a:noFill/>
          </a:ln>
        </p:spPr>
      </p:sp>
      <p:sp>
        <p:nvSpPr>
          <p:cNvPr id="20" name="wm.whiteboard.18.108"/>
          <p:cNvSpPr/>
          <p:nvPr/>
        </p:nvSpPr>
        <p:spPr>
          <a:xfrm>
            <a:off x="3924300" y="1600200"/>
            <a:ext cx="38100" cy="38100"/>
          </a:xfrm>
          <a:prstGeom prst="rect">
            <a:avLst/>
          </a:prstGeom>
          <a:solidFill>
            <a:srgbClr val="CED7E6">
              <a:alpha val="50663"/>
            </a:srgbClr>
          </a:solidFill>
          <a:ln>
            <a:noFill/>
          </a:ln>
        </p:spPr>
      </p:sp>
      <p:sp>
        <p:nvSpPr>
          <p:cNvPr id="21" name="wm.whiteboard.18.126"/>
          <p:cNvSpPr/>
          <p:nvPr/>
        </p:nvSpPr>
        <p:spPr>
          <a:xfrm>
            <a:off x="3924300" y="1828800"/>
            <a:ext cx="38100" cy="38100"/>
          </a:xfrm>
          <a:prstGeom prst="rect">
            <a:avLst/>
          </a:prstGeom>
          <a:solidFill>
            <a:srgbClr val="CED7E6">
              <a:alpha val="34032"/>
            </a:srgbClr>
          </a:solidFill>
          <a:ln>
            <a:noFill/>
          </a:ln>
        </p:spPr>
      </p:sp>
      <p:sp>
        <p:nvSpPr>
          <p:cNvPr id="22" name="wm.whiteboard.18.144"/>
          <p:cNvSpPr/>
          <p:nvPr/>
        </p:nvSpPr>
        <p:spPr>
          <a:xfrm>
            <a:off x="3924300" y="2057400"/>
            <a:ext cx="38100" cy="38100"/>
          </a:xfrm>
          <a:prstGeom prst="rect">
            <a:avLst/>
          </a:prstGeom>
          <a:solidFill>
            <a:srgbClr val="CED7E6">
              <a:alpha val="17363"/>
            </a:srgbClr>
          </a:solidFill>
          <a:ln>
            <a:noFill/>
          </a:ln>
        </p:spPr>
      </p:sp>
      <p:sp>
        <p:nvSpPr>
          <p:cNvPr id="23" name="wm.whiteboard.18.162"/>
          <p:cNvSpPr/>
          <p:nvPr/>
        </p:nvSpPr>
        <p:spPr>
          <a:xfrm>
            <a:off x="3924300" y="2286000"/>
            <a:ext cx="38100" cy="38100"/>
          </a:xfrm>
          <a:prstGeom prst="rect">
            <a:avLst/>
          </a:prstGeom>
          <a:solidFill>
            <a:srgbClr val="CED7E6">
              <a:alpha val="670"/>
            </a:srgbClr>
          </a:solidFill>
          <a:ln>
            <a:noFill/>
          </a:ln>
        </p:spPr>
      </p:sp>
      <p:sp>
        <p:nvSpPr>
          <p:cNvPr id="24" name="wm.whiteboard.36.0"/>
          <p:cNvSpPr/>
          <p:nvPr/>
        </p:nvSpPr>
        <p:spPr>
          <a:xfrm>
            <a:off x="4152900" y="228600"/>
            <a:ext cx="38100" cy="38100"/>
          </a:xfrm>
          <a:prstGeom prst="rect">
            <a:avLst/>
          </a:prstGeom>
          <a:solidFill>
            <a:srgbClr val="CED7E6"/>
          </a:solidFill>
          <a:ln>
            <a:noFill/>
          </a:ln>
        </p:spPr>
      </p:sp>
      <p:sp>
        <p:nvSpPr>
          <p:cNvPr id="25" name="wm.whiteboard.36.18"/>
          <p:cNvSpPr/>
          <p:nvPr/>
        </p:nvSpPr>
        <p:spPr>
          <a:xfrm>
            <a:off x="4152900" y="457200"/>
            <a:ext cx="38100" cy="38100"/>
          </a:xfrm>
          <a:prstGeom prst="rect">
            <a:avLst/>
          </a:prstGeom>
          <a:solidFill>
            <a:srgbClr val="CED7E6"/>
          </a:solidFill>
          <a:ln>
            <a:noFill/>
          </a:ln>
        </p:spPr>
      </p:sp>
      <p:sp>
        <p:nvSpPr>
          <p:cNvPr id="26" name="wm.whiteboard.36.36"/>
          <p:cNvSpPr/>
          <p:nvPr/>
        </p:nvSpPr>
        <p:spPr>
          <a:xfrm>
            <a:off x="4152900" y="685800"/>
            <a:ext cx="38100" cy="38100"/>
          </a:xfrm>
          <a:prstGeom prst="rect">
            <a:avLst/>
          </a:prstGeom>
          <a:solidFill>
            <a:srgbClr val="CED7E6"/>
          </a:solidFill>
          <a:ln>
            <a:noFill/>
          </a:ln>
        </p:spPr>
      </p:sp>
      <p:sp>
        <p:nvSpPr>
          <p:cNvPr id="27" name="wm.whiteboard.36.54"/>
          <p:cNvSpPr/>
          <p:nvPr/>
        </p:nvSpPr>
        <p:spPr>
          <a:xfrm>
            <a:off x="4152900" y="914400"/>
            <a:ext cx="38100" cy="38100"/>
          </a:xfrm>
          <a:prstGeom prst="rect">
            <a:avLst/>
          </a:prstGeom>
          <a:solidFill>
            <a:srgbClr val="CED7E6">
              <a:alpha val="94671"/>
            </a:srgbClr>
          </a:solidFill>
          <a:ln>
            <a:noFill/>
          </a:ln>
        </p:spPr>
      </p:sp>
      <p:sp>
        <p:nvSpPr>
          <p:cNvPr id="28" name="wm.whiteboard.36.72"/>
          <p:cNvSpPr/>
          <p:nvPr/>
        </p:nvSpPr>
        <p:spPr>
          <a:xfrm>
            <a:off x="4152900" y="1143000"/>
            <a:ext cx="38100" cy="38100"/>
          </a:xfrm>
          <a:prstGeom prst="rect">
            <a:avLst/>
          </a:prstGeom>
          <a:solidFill>
            <a:srgbClr val="CED7E6">
              <a:alpha val="79547"/>
            </a:srgbClr>
          </a:solidFill>
          <a:ln>
            <a:noFill/>
          </a:ln>
        </p:spPr>
      </p:sp>
      <p:sp>
        <p:nvSpPr>
          <p:cNvPr id="29" name="wm.whiteboard.36.90"/>
          <p:cNvSpPr/>
          <p:nvPr/>
        </p:nvSpPr>
        <p:spPr>
          <a:xfrm>
            <a:off x="4152900" y="1371600"/>
            <a:ext cx="38100" cy="38100"/>
          </a:xfrm>
          <a:prstGeom prst="rect">
            <a:avLst/>
          </a:prstGeom>
          <a:solidFill>
            <a:srgbClr val="CED7E6">
              <a:alpha val="63833"/>
            </a:srgbClr>
          </a:solidFill>
          <a:ln>
            <a:noFill/>
          </a:ln>
        </p:spPr>
      </p:sp>
      <p:sp>
        <p:nvSpPr>
          <p:cNvPr id="30" name="wm.whiteboard.36.108"/>
          <p:cNvSpPr/>
          <p:nvPr/>
        </p:nvSpPr>
        <p:spPr>
          <a:xfrm>
            <a:off x="4152900" y="1600200"/>
            <a:ext cx="38100" cy="38100"/>
          </a:xfrm>
          <a:prstGeom prst="rect">
            <a:avLst/>
          </a:prstGeom>
          <a:solidFill>
            <a:srgbClr val="CED7E6">
              <a:alpha val="47790"/>
            </a:srgbClr>
          </a:solidFill>
          <a:ln>
            <a:noFill/>
          </a:ln>
        </p:spPr>
      </p:sp>
      <p:sp>
        <p:nvSpPr>
          <p:cNvPr id="31" name="wm.whiteboard.36.126"/>
          <p:cNvSpPr/>
          <p:nvPr/>
        </p:nvSpPr>
        <p:spPr>
          <a:xfrm>
            <a:off x="4152900" y="1828800"/>
            <a:ext cx="38100" cy="38100"/>
          </a:xfrm>
          <a:prstGeom prst="rect">
            <a:avLst/>
          </a:prstGeom>
          <a:solidFill>
            <a:srgbClr val="CED7E6">
              <a:alpha val="31549"/>
            </a:srgbClr>
          </a:solidFill>
          <a:ln>
            <a:noFill/>
          </a:ln>
        </p:spPr>
      </p:sp>
      <p:sp>
        <p:nvSpPr>
          <p:cNvPr id="32" name="wm.whiteboard.36.144"/>
          <p:cNvSpPr/>
          <p:nvPr/>
        </p:nvSpPr>
        <p:spPr>
          <a:xfrm>
            <a:off x="4152900" y="2057400"/>
            <a:ext cx="38100" cy="38100"/>
          </a:xfrm>
          <a:prstGeom prst="rect">
            <a:avLst/>
          </a:prstGeom>
          <a:solidFill>
            <a:srgbClr val="CED7E6">
              <a:alpha val="15179"/>
            </a:srgbClr>
          </a:solidFill>
          <a:ln>
            <a:noFill/>
          </a:ln>
        </p:spPr>
      </p:sp>
      <p:sp>
        <p:nvSpPr>
          <p:cNvPr id="33" name="wm.whiteboard.54.0"/>
          <p:cNvSpPr/>
          <p:nvPr/>
        </p:nvSpPr>
        <p:spPr>
          <a:xfrm>
            <a:off x="4381500" y="228600"/>
            <a:ext cx="38100" cy="38100"/>
          </a:xfrm>
          <a:prstGeom prst="rect">
            <a:avLst/>
          </a:prstGeom>
          <a:solidFill>
            <a:srgbClr val="CED7E6"/>
          </a:solidFill>
          <a:ln>
            <a:noFill/>
          </a:ln>
        </p:spPr>
      </p:sp>
      <p:sp>
        <p:nvSpPr>
          <p:cNvPr id="34" name="wm.whiteboard.54.18"/>
          <p:cNvSpPr/>
          <p:nvPr/>
        </p:nvSpPr>
        <p:spPr>
          <a:xfrm>
            <a:off x="4381500" y="457200"/>
            <a:ext cx="38100" cy="38100"/>
          </a:xfrm>
          <a:prstGeom prst="rect">
            <a:avLst/>
          </a:prstGeom>
          <a:solidFill>
            <a:srgbClr val="CED7E6"/>
          </a:solidFill>
          <a:ln>
            <a:noFill/>
          </a:ln>
        </p:spPr>
      </p:sp>
      <p:sp>
        <p:nvSpPr>
          <p:cNvPr id="35" name="wm.whiteboard.54.36"/>
          <p:cNvSpPr/>
          <p:nvPr/>
        </p:nvSpPr>
        <p:spPr>
          <a:xfrm>
            <a:off x="4381500" y="685800"/>
            <a:ext cx="38100" cy="38100"/>
          </a:xfrm>
          <a:prstGeom prst="rect">
            <a:avLst/>
          </a:prstGeom>
          <a:solidFill>
            <a:srgbClr val="CED7E6">
              <a:alpha val="98827"/>
            </a:srgbClr>
          </a:solidFill>
          <a:ln>
            <a:noFill/>
          </a:ln>
        </p:spPr>
      </p:sp>
      <p:sp>
        <p:nvSpPr>
          <p:cNvPr id="36" name="wm.whiteboard.54.54"/>
          <p:cNvSpPr/>
          <p:nvPr/>
        </p:nvSpPr>
        <p:spPr>
          <a:xfrm>
            <a:off x="4381500" y="914400"/>
            <a:ext cx="38100" cy="38100"/>
          </a:xfrm>
          <a:prstGeom prst="rect">
            <a:avLst/>
          </a:prstGeom>
          <a:solidFill>
            <a:srgbClr val="CED7E6">
              <a:alpha val="86895"/>
            </a:srgbClr>
          </a:solidFill>
          <a:ln>
            <a:noFill/>
          </a:ln>
        </p:spPr>
      </p:sp>
      <p:sp>
        <p:nvSpPr>
          <p:cNvPr id="37" name="wm.whiteboard.54.72"/>
          <p:cNvSpPr/>
          <p:nvPr/>
        </p:nvSpPr>
        <p:spPr>
          <a:xfrm>
            <a:off x="4381500" y="1143000"/>
            <a:ext cx="38100" cy="38100"/>
          </a:xfrm>
          <a:prstGeom prst="rect">
            <a:avLst/>
          </a:prstGeom>
          <a:solidFill>
            <a:srgbClr val="CED7E6">
              <a:alpha val="73217"/>
            </a:srgbClr>
          </a:solidFill>
          <a:ln>
            <a:noFill/>
          </a:ln>
        </p:spPr>
      </p:sp>
      <p:sp>
        <p:nvSpPr>
          <p:cNvPr id="38" name="wm.whiteboard.54.90"/>
          <p:cNvSpPr/>
          <p:nvPr/>
        </p:nvSpPr>
        <p:spPr>
          <a:xfrm>
            <a:off x="4381500" y="1371600"/>
            <a:ext cx="38100" cy="38100"/>
          </a:xfrm>
          <a:prstGeom prst="rect">
            <a:avLst/>
          </a:prstGeom>
          <a:solidFill>
            <a:srgbClr val="CED7E6">
              <a:alpha val="58541"/>
            </a:srgbClr>
          </a:solidFill>
          <a:ln>
            <a:noFill/>
          </a:ln>
        </p:spPr>
      </p:sp>
      <p:sp>
        <p:nvSpPr>
          <p:cNvPr id="39" name="wm.whiteboard.54.108"/>
          <p:cNvSpPr/>
          <p:nvPr/>
        </p:nvSpPr>
        <p:spPr>
          <a:xfrm>
            <a:off x="4381500" y="1600200"/>
            <a:ext cx="38100" cy="38100"/>
          </a:xfrm>
          <a:prstGeom prst="rect">
            <a:avLst/>
          </a:prstGeom>
          <a:solidFill>
            <a:srgbClr val="CED7E6">
              <a:alpha val="43263"/>
            </a:srgbClr>
          </a:solidFill>
          <a:ln>
            <a:noFill/>
          </a:ln>
        </p:spPr>
      </p:sp>
      <p:sp>
        <p:nvSpPr>
          <p:cNvPr id="40" name="wm.whiteboard.54.126"/>
          <p:cNvSpPr/>
          <p:nvPr/>
        </p:nvSpPr>
        <p:spPr>
          <a:xfrm>
            <a:off x="4381500" y="1828800"/>
            <a:ext cx="38100" cy="38100"/>
          </a:xfrm>
          <a:prstGeom prst="rect">
            <a:avLst/>
          </a:prstGeom>
          <a:solidFill>
            <a:srgbClr val="CED7E6">
              <a:alpha val="27603"/>
            </a:srgbClr>
          </a:solidFill>
          <a:ln>
            <a:noFill/>
          </a:ln>
        </p:spPr>
      </p:sp>
      <p:sp>
        <p:nvSpPr>
          <p:cNvPr id="41" name="wm.whiteboard.54.144"/>
          <p:cNvSpPr/>
          <p:nvPr/>
        </p:nvSpPr>
        <p:spPr>
          <a:xfrm>
            <a:off x="4381500" y="2057400"/>
            <a:ext cx="38100" cy="38100"/>
          </a:xfrm>
          <a:prstGeom prst="rect">
            <a:avLst/>
          </a:prstGeom>
          <a:solidFill>
            <a:srgbClr val="CED7E6">
              <a:alpha val="11687"/>
            </a:srgbClr>
          </a:solidFill>
          <a:ln>
            <a:noFill/>
          </a:ln>
        </p:spPr>
      </p:sp>
      <p:sp>
        <p:nvSpPr>
          <p:cNvPr id="42" name="wm.whiteboard.72.0"/>
          <p:cNvSpPr/>
          <p:nvPr/>
        </p:nvSpPr>
        <p:spPr>
          <a:xfrm>
            <a:off x="4610100" y="228600"/>
            <a:ext cx="38100" cy="38100"/>
          </a:xfrm>
          <a:prstGeom prst="rect">
            <a:avLst/>
          </a:prstGeom>
          <a:solidFill>
            <a:srgbClr val="CED7E6">
              <a:alpha val="97572"/>
            </a:srgbClr>
          </a:solidFill>
          <a:ln>
            <a:noFill/>
          </a:ln>
        </p:spPr>
      </p:sp>
      <p:sp>
        <p:nvSpPr>
          <p:cNvPr id="43" name="wm.whiteboard.72.18"/>
          <p:cNvSpPr/>
          <p:nvPr/>
        </p:nvSpPr>
        <p:spPr>
          <a:xfrm>
            <a:off x="4610100" y="457200"/>
            <a:ext cx="38100" cy="38100"/>
          </a:xfrm>
          <a:prstGeom prst="rect">
            <a:avLst/>
          </a:prstGeom>
          <a:solidFill>
            <a:srgbClr val="CED7E6">
              <a:alpha val="94724"/>
            </a:srgbClr>
          </a:solidFill>
          <a:ln>
            <a:noFill/>
          </a:ln>
        </p:spPr>
      </p:sp>
      <p:sp>
        <p:nvSpPr>
          <p:cNvPr id="44" name="wm.whiteboard.72.36"/>
          <p:cNvSpPr/>
          <p:nvPr/>
        </p:nvSpPr>
        <p:spPr>
          <a:xfrm>
            <a:off x="4610100" y="685800"/>
            <a:ext cx="38100" cy="38100"/>
          </a:xfrm>
          <a:prstGeom prst="rect">
            <a:avLst/>
          </a:prstGeom>
          <a:solidFill>
            <a:srgbClr val="CED7E6">
              <a:alpha val="87609"/>
            </a:srgbClr>
          </a:solidFill>
          <a:ln>
            <a:noFill/>
          </a:ln>
        </p:spPr>
      </p:sp>
      <p:sp>
        <p:nvSpPr>
          <p:cNvPr id="45" name="wm.whiteboard.72.54"/>
          <p:cNvSpPr/>
          <p:nvPr/>
        </p:nvSpPr>
        <p:spPr>
          <a:xfrm>
            <a:off x="4610100" y="914400"/>
            <a:ext cx="38100" cy="38100"/>
          </a:xfrm>
          <a:prstGeom prst="rect">
            <a:avLst/>
          </a:prstGeom>
          <a:solidFill>
            <a:srgbClr val="CED7E6">
              <a:alpha val="77408"/>
            </a:srgbClr>
          </a:solidFill>
          <a:ln>
            <a:noFill/>
          </a:ln>
        </p:spPr>
      </p:sp>
      <p:sp>
        <p:nvSpPr>
          <p:cNvPr id="46" name="wm.whiteboard.72.72"/>
          <p:cNvSpPr/>
          <p:nvPr/>
        </p:nvSpPr>
        <p:spPr>
          <a:xfrm>
            <a:off x="4610100" y="1143000"/>
            <a:ext cx="38100" cy="38100"/>
          </a:xfrm>
          <a:prstGeom prst="rect">
            <a:avLst/>
          </a:prstGeom>
          <a:solidFill>
            <a:srgbClr val="CED7E6">
              <a:alpha val="65181"/>
            </a:srgbClr>
          </a:solidFill>
          <a:ln>
            <a:noFill/>
          </a:ln>
        </p:spPr>
      </p:sp>
      <p:sp>
        <p:nvSpPr>
          <p:cNvPr id="47" name="wm.whiteboard.72.90"/>
          <p:cNvSpPr/>
          <p:nvPr/>
        </p:nvSpPr>
        <p:spPr>
          <a:xfrm>
            <a:off x="4610100" y="1371600"/>
            <a:ext cx="38100" cy="38100"/>
          </a:xfrm>
          <a:prstGeom prst="rect">
            <a:avLst/>
          </a:prstGeom>
          <a:solidFill>
            <a:srgbClr val="CED7E6">
              <a:alpha val="51653"/>
            </a:srgbClr>
          </a:solidFill>
          <a:ln>
            <a:noFill/>
          </a:ln>
        </p:spPr>
      </p:sp>
      <p:sp>
        <p:nvSpPr>
          <p:cNvPr id="48" name="wm.whiteboard.72.108"/>
          <p:cNvSpPr/>
          <p:nvPr/>
        </p:nvSpPr>
        <p:spPr>
          <a:xfrm>
            <a:off x="4610100" y="1600200"/>
            <a:ext cx="38100" cy="38100"/>
          </a:xfrm>
          <a:prstGeom prst="rect">
            <a:avLst/>
          </a:prstGeom>
          <a:solidFill>
            <a:srgbClr val="CED7E6">
              <a:alpha val="37275"/>
            </a:srgbClr>
          </a:solidFill>
          <a:ln>
            <a:noFill/>
          </a:ln>
        </p:spPr>
      </p:sp>
      <p:sp>
        <p:nvSpPr>
          <p:cNvPr id="49" name="wm.whiteboard.72.126"/>
          <p:cNvSpPr/>
          <p:nvPr/>
        </p:nvSpPr>
        <p:spPr>
          <a:xfrm>
            <a:off x="4610100" y="1828800"/>
            <a:ext cx="38100" cy="38100"/>
          </a:xfrm>
          <a:prstGeom prst="rect">
            <a:avLst/>
          </a:prstGeom>
          <a:solidFill>
            <a:srgbClr val="CED7E6">
              <a:alpha val="22326"/>
            </a:srgbClr>
          </a:solidFill>
          <a:ln>
            <a:noFill/>
          </a:ln>
        </p:spPr>
      </p:sp>
      <p:sp>
        <p:nvSpPr>
          <p:cNvPr id="50" name="wm.whiteboard.72.144"/>
          <p:cNvSpPr/>
          <p:nvPr/>
        </p:nvSpPr>
        <p:spPr>
          <a:xfrm>
            <a:off x="4610100" y="2057400"/>
            <a:ext cx="38100" cy="38100"/>
          </a:xfrm>
          <a:prstGeom prst="rect">
            <a:avLst/>
          </a:prstGeom>
          <a:solidFill>
            <a:srgbClr val="CED7E6">
              <a:alpha val="6980"/>
            </a:srgbClr>
          </a:solidFill>
          <a:ln>
            <a:noFill/>
          </a:ln>
        </p:spPr>
      </p:sp>
      <p:sp>
        <p:nvSpPr>
          <p:cNvPr id="51" name="wm.whiteboard.90.0"/>
          <p:cNvSpPr/>
          <p:nvPr/>
        </p:nvSpPr>
        <p:spPr>
          <a:xfrm>
            <a:off x="4838700" y="228600"/>
            <a:ext cx="38100" cy="38100"/>
          </a:xfrm>
          <a:prstGeom prst="rect">
            <a:avLst/>
          </a:prstGeom>
          <a:solidFill>
            <a:srgbClr val="CED7E6">
              <a:alpha val="83798"/>
            </a:srgbClr>
          </a:solidFill>
          <a:ln>
            <a:noFill/>
          </a:ln>
        </p:spPr>
      </p:sp>
      <p:sp>
        <p:nvSpPr>
          <p:cNvPr id="52" name="wm.whiteboard.90.18"/>
          <p:cNvSpPr/>
          <p:nvPr/>
        </p:nvSpPr>
        <p:spPr>
          <a:xfrm>
            <a:off x="4838700" y="457200"/>
            <a:ext cx="38100" cy="38100"/>
          </a:xfrm>
          <a:prstGeom prst="rect">
            <a:avLst/>
          </a:prstGeom>
          <a:solidFill>
            <a:srgbClr val="CED7E6">
              <a:alpha val="81490"/>
            </a:srgbClr>
          </a:solidFill>
          <a:ln>
            <a:noFill/>
          </a:ln>
        </p:spPr>
      </p:sp>
      <p:sp>
        <p:nvSpPr>
          <p:cNvPr id="53" name="wm.whiteboard.90.36"/>
          <p:cNvSpPr/>
          <p:nvPr/>
        </p:nvSpPr>
        <p:spPr>
          <a:xfrm>
            <a:off x="4838700" y="685800"/>
            <a:ext cx="38100" cy="38100"/>
          </a:xfrm>
          <a:prstGeom prst="rect">
            <a:avLst/>
          </a:prstGeom>
          <a:solidFill>
            <a:srgbClr val="CED7E6">
              <a:alpha val="75569"/>
            </a:srgbClr>
          </a:solidFill>
          <a:ln>
            <a:noFill/>
          </a:ln>
        </p:spPr>
      </p:sp>
      <p:sp>
        <p:nvSpPr>
          <p:cNvPr id="54" name="wm.whiteboard.90.54"/>
          <p:cNvSpPr/>
          <p:nvPr/>
        </p:nvSpPr>
        <p:spPr>
          <a:xfrm>
            <a:off x="4838700" y="914400"/>
            <a:ext cx="38100" cy="38100"/>
          </a:xfrm>
          <a:prstGeom prst="rect">
            <a:avLst/>
          </a:prstGeom>
          <a:solidFill>
            <a:srgbClr val="CED7E6">
              <a:alpha val="66767"/>
            </a:srgbClr>
          </a:solidFill>
          <a:ln>
            <a:noFill/>
          </a:ln>
        </p:spPr>
      </p:sp>
      <p:sp>
        <p:nvSpPr>
          <p:cNvPr id="55" name="wm.whiteboard.90.72"/>
          <p:cNvSpPr/>
          <p:nvPr/>
        </p:nvSpPr>
        <p:spPr>
          <a:xfrm>
            <a:off x="4838700" y="1143000"/>
            <a:ext cx="38100" cy="38100"/>
          </a:xfrm>
          <a:prstGeom prst="rect">
            <a:avLst/>
          </a:prstGeom>
          <a:solidFill>
            <a:srgbClr val="CED7E6">
              <a:alpha val="55859"/>
            </a:srgbClr>
          </a:solidFill>
          <a:ln>
            <a:noFill/>
          </a:ln>
        </p:spPr>
      </p:sp>
      <p:sp>
        <p:nvSpPr>
          <p:cNvPr id="56" name="wm.whiteboard.90.90"/>
          <p:cNvSpPr/>
          <p:nvPr/>
        </p:nvSpPr>
        <p:spPr>
          <a:xfrm>
            <a:off x="4838700" y="1371600"/>
            <a:ext cx="38100" cy="38100"/>
          </a:xfrm>
          <a:prstGeom prst="rect">
            <a:avLst/>
          </a:prstGeom>
          <a:solidFill>
            <a:srgbClr val="CED7E6">
              <a:alpha val="43468"/>
            </a:srgbClr>
          </a:solidFill>
          <a:ln>
            <a:noFill/>
          </a:ln>
        </p:spPr>
      </p:sp>
      <p:sp>
        <p:nvSpPr>
          <p:cNvPr id="57" name="wm.whiteboard.90.108"/>
          <p:cNvSpPr/>
          <p:nvPr/>
        </p:nvSpPr>
        <p:spPr>
          <a:xfrm>
            <a:off x="4838700" y="1600200"/>
            <a:ext cx="38100" cy="38100"/>
          </a:xfrm>
          <a:prstGeom prst="rect">
            <a:avLst/>
          </a:prstGeom>
          <a:solidFill>
            <a:srgbClr val="CED7E6">
              <a:alpha val="30037"/>
            </a:srgbClr>
          </a:solidFill>
          <a:ln>
            <a:noFill/>
          </a:ln>
        </p:spPr>
      </p:sp>
      <p:sp>
        <p:nvSpPr>
          <p:cNvPr id="58" name="wm.whiteboard.90.126"/>
          <p:cNvSpPr/>
          <p:nvPr/>
        </p:nvSpPr>
        <p:spPr>
          <a:xfrm>
            <a:off x="4838700" y="1828800"/>
            <a:ext cx="38100" cy="38100"/>
          </a:xfrm>
          <a:prstGeom prst="rect">
            <a:avLst/>
          </a:prstGeom>
          <a:solidFill>
            <a:srgbClr val="CED7E6">
              <a:alpha val="15870"/>
            </a:srgbClr>
          </a:solidFill>
          <a:ln>
            <a:noFill/>
          </a:ln>
        </p:spPr>
      </p:sp>
      <p:sp>
        <p:nvSpPr>
          <p:cNvPr id="59" name="wm.whiteboard.90.144"/>
          <p:cNvSpPr/>
          <p:nvPr/>
        </p:nvSpPr>
        <p:spPr>
          <a:xfrm>
            <a:off x="4838700" y="2057400"/>
            <a:ext cx="38100" cy="38100"/>
          </a:xfrm>
          <a:prstGeom prst="rect">
            <a:avLst/>
          </a:prstGeom>
          <a:solidFill>
            <a:srgbClr val="CED7E6">
              <a:alpha val="1171"/>
            </a:srgbClr>
          </a:solidFill>
          <a:ln>
            <a:noFill/>
          </a:ln>
        </p:spPr>
      </p:sp>
      <p:sp>
        <p:nvSpPr>
          <p:cNvPr id="60" name="wm.whiteboard.108.0"/>
          <p:cNvSpPr/>
          <p:nvPr/>
        </p:nvSpPr>
        <p:spPr>
          <a:xfrm>
            <a:off x="5067300" y="228600"/>
            <a:ext cx="38100" cy="38100"/>
          </a:xfrm>
          <a:prstGeom prst="rect">
            <a:avLst/>
          </a:prstGeom>
          <a:solidFill>
            <a:srgbClr val="CED7E6">
              <a:alpha val="70023"/>
            </a:srgbClr>
          </a:solidFill>
          <a:ln>
            <a:noFill/>
          </a:ln>
        </p:spPr>
      </p:sp>
      <p:sp>
        <p:nvSpPr>
          <p:cNvPr id="61" name="wm.whiteboard.108.18"/>
          <p:cNvSpPr/>
          <p:nvPr/>
        </p:nvSpPr>
        <p:spPr>
          <a:xfrm>
            <a:off x="5067300" y="457200"/>
            <a:ext cx="38100" cy="38100"/>
          </a:xfrm>
          <a:prstGeom prst="rect">
            <a:avLst/>
          </a:prstGeom>
          <a:solidFill>
            <a:srgbClr val="CED7E6">
              <a:alpha val="68085"/>
            </a:srgbClr>
          </a:solidFill>
          <a:ln>
            <a:noFill/>
          </a:ln>
        </p:spPr>
      </p:sp>
      <p:sp>
        <p:nvSpPr>
          <p:cNvPr id="62" name="wm.whiteboard.108.36"/>
          <p:cNvSpPr/>
          <p:nvPr/>
        </p:nvSpPr>
        <p:spPr>
          <a:xfrm>
            <a:off x="5067300" y="685800"/>
            <a:ext cx="38100" cy="38100"/>
          </a:xfrm>
          <a:prstGeom prst="rect">
            <a:avLst/>
          </a:prstGeom>
          <a:solidFill>
            <a:srgbClr val="CED7E6">
              <a:alpha val="63033"/>
            </a:srgbClr>
          </a:solidFill>
          <a:ln>
            <a:noFill/>
          </a:ln>
        </p:spPr>
      </p:sp>
      <p:sp>
        <p:nvSpPr>
          <p:cNvPr id="63" name="wm.whiteboard.108.54"/>
          <p:cNvSpPr/>
          <p:nvPr/>
        </p:nvSpPr>
        <p:spPr>
          <a:xfrm>
            <a:off x="5067300" y="914400"/>
            <a:ext cx="38100" cy="38100"/>
          </a:xfrm>
          <a:prstGeom prst="rect">
            <a:avLst/>
          </a:prstGeom>
          <a:solidFill>
            <a:srgbClr val="CED7E6">
              <a:alpha val="55346"/>
            </a:srgbClr>
          </a:solidFill>
          <a:ln>
            <a:noFill/>
          </a:ln>
        </p:spPr>
      </p:sp>
      <p:sp>
        <p:nvSpPr>
          <p:cNvPr id="64" name="wm.whiteboard.108.72"/>
          <p:cNvSpPr/>
          <p:nvPr/>
        </p:nvSpPr>
        <p:spPr>
          <a:xfrm>
            <a:off x="5067300" y="1143000"/>
            <a:ext cx="38100" cy="38100"/>
          </a:xfrm>
          <a:prstGeom prst="rect">
            <a:avLst/>
          </a:prstGeom>
          <a:solidFill>
            <a:srgbClr val="CED7E6">
              <a:alpha val="45583"/>
            </a:srgbClr>
          </a:solidFill>
          <a:ln>
            <a:noFill/>
          </a:ln>
        </p:spPr>
      </p:sp>
      <p:sp>
        <p:nvSpPr>
          <p:cNvPr id="65" name="wm.whiteboard.108.90"/>
          <p:cNvSpPr/>
          <p:nvPr/>
        </p:nvSpPr>
        <p:spPr>
          <a:xfrm>
            <a:off x="5067300" y="1371600"/>
            <a:ext cx="38100" cy="38100"/>
          </a:xfrm>
          <a:prstGeom prst="rect">
            <a:avLst/>
          </a:prstGeom>
          <a:solidFill>
            <a:srgbClr val="CED7E6">
              <a:alpha val="34251"/>
            </a:srgbClr>
          </a:solidFill>
          <a:ln>
            <a:noFill/>
          </a:ln>
        </p:spPr>
      </p:sp>
      <p:sp>
        <p:nvSpPr>
          <p:cNvPr id="66" name="wm.whiteboard.108.108"/>
          <p:cNvSpPr/>
          <p:nvPr/>
        </p:nvSpPr>
        <p:spPr>
          <a:xfrm>
            <a:off x="5067300" y="1600200"/>
            <a:ext cx="38100" cy="38100"/>
          </a:xfrm>
          <a:prstGeom prst="rect">
            <a:avLst/>
          </a:prstGeom>
          <a:solidFill>
            <a:srgbClr val="CED7E6">
              <a:alpha val="21754"/>
            </a:srgbClr>
          </a:solidFill>
          <a:ln>
            <a:noFill/>
          </a:ln>
        </p:spPr>
      </p:sp>
      <p:sp>
        <p:nvSpPr>
          <p:cNvPr id="67" name="wm.whiteboard.108.126"/>
          <p:cNvSpPr/>
          <p:nvPr/>
        </p:nvSpPr>
        <p:spPr>
          <a:xfrm>
            <a:off x="5067300" y="1828800"/>
            <a:ext cx="38100" cy="38100"/>
          </a:xfrm>
          <a:prstGeom prst="rect">
            <a:avLst/>
          </a:prstGeom>
          <a:solidFill>
            <a:srgbClr val="CED7E6">
              <a:alpha val="8391"/>
            </a:srgbClr>
          </a:solidFill>
          <a:ln>
            <a:noFill/>
          </a:ln>
        </p:spPr>
      </p:sp>
      <p:sp>
        <p:nvSpPr>
          <p:cNvPr id="68" name="wm.whiteboard.126.0"/>
          <p:cNvSpPr/>
          <p:nvPr/>
        </p:nvSpPr>
        <p:spPr>
          <a:xfrm>
            <a:off x="5295900" y="228600"/>
            <a:ext cx="38100" cy="38100"/>
          </a:xfrm>
          <a:prstGeom prst="rect">
            <a:avLst/>
          </a:prstGeom>
          <a:solidFill>
            <a:srgbClr val="CED7E6">
              <a:alpha val="56247"/>
            </a:srgbClr>
          </a:solidFill>
          <a:ln>
            <a:noFill/>
          </a:ln>
        </p:spPr>
      </p:sp>
      <p:sp>
        <p:nvSpPr>
          <p:cNvPr id="69" name="wm.whiteboard.126.18"/>
          <p:cNvSpPr/>
          <p:nvPr/>
        </p:nvSpPr>
        <p:spPr>
          <a:xfrm>
            <a:off x="5295900" y="457200"/>
            <a:ext cx="38100" cy="38100"/>
          </a:xfrm>
          <a:prstGeom prst="rect">
            <a:avLst/>
          </a:prstGeom>
          <a:solidFill>
            <a:srgbClr val="CED7E6">
              <a:alpha val="54578"/>
            </a:srgbClr>
          </a:solidFill>
          <a:ln>
            <a:noFill/>
          </a:ln>
        </p:spPr>
      </p:sp>
      <p:sp>
        <p:nvSpPr>
          <p:cNvPr id="70" name="wm.whiteboard.126.36"/>
          <p:cNvSpPr/>
          <p:nvPr/>
        </p:nvSpPr>
        <p:spPr>
          <a:xfrm>
            <a:off x="5295900" y="685800"/>
            <a:ext cx="38100" cy="38100"/>
          </a:xfrm>
          <a:prstGeom prst="rect">
            <a:avLst/>
          </a:prstGeom>
          <a:solidFill>
            <a:srgbClr val="CED7E6">
              <a:alpha val="50182"/>
            </a:srgbClr>
          </a:solidFill>
          <a:ln>
            <a:noFill/>
          </a:ln>
        </p:spPr>
      </p:sp>
      <p:sp>
        <p:nvSpPr>
          <p:cNvPr id="71" name="wm.whiteboard.126.54"/>
          <p:cNvSpPr/>
          <p:nvPr/>
        </p:nvSpPr>
        <p:spPr>
          <a:xfrm>
            <a:off x="5295900" y="914400"/>
            <a:ext cx="38100" cy="38100"/>
          </a:xfrm>
          <a:prstGeom prst="rect">
            <a:avLst/>
          </a:prstGeom>
          <a:solidFill>
            <a:srgbClr val="CED7E6">
              <a:alpha val="43386"/>
            </a:srgbClr>
          </a:solidFill>
          <a:ln>
            <a:noFill/>
          </a:ln>
        </p:spPr>
      </p:sp>
      <p:sp>
        <p:nvSpPr>
          <p:cNvPr id="72" name="wm.whiteboard.126.72"/>
          <p:cNvSpPr/>
          <p:nvPr/>
        </p:nvSpPr>
        <p:spPr>
          <a:xfrm>
            <a:off x="5295900" y="1143000"/>
            <a:ext cx="38100" cy="38100"/>
          </a:xfrm>
          <a:prstGeom prst="rect">
            <a:avLst/>
          </a:prstGeom>
          <a:solidFill>
            <a:srgbClr val="CED7E6">
              <a:alpha val="34598"/>
            </a:srgbClr>
          </a:solidFill>
          <a:ln>
            <a:noFill/>
          </a:ln>
        </p:spPr>
      </p:sp>
      <p:sp>
        <p:nvSpPr>
          <p:cNvPr id="73" name="wm.whiteboard.126.90"/>
          <p:cNvSpPr/>
          <p:nvPr/>
        </p:nvSpPr>
        <p:spPr>
          <a:xfrm>
            <a:off x="5295900" y="1371600"/>
            <a:ext cx="38100" cy="38100"/>
          </a:xfrm>
          <a:prstGeom prst="rect">
            <a:avLst/>
          </a:prstGeom>
          <a:solidFill>
            <a:srgbClr val="CED7E6">
              <a:alpha val="24223"/>
            </a:srgbClr>
          </a:solidFill>
          <a:ln>
            <a:noFill/>
          </a:ln>
        </p:spPr>
      </p:sp>
      <p:sp>
        <p:nvSpPr>
          <p:cNvPr id="74" name="wm.whiteboard.126.108"/>
          <p:cNvSpPr/>
          <p:nvPr/>
        </p:nvSpPr>
        <p:spPr>
          <a:xfrm>
            <a:off x="5295900" y="1600200"/>
            <a:ext cx="38100" cy="38100"/>
          </a:xfrm>
          <a:prstGeom prst="rect">
            <a:avLst/>
          </a:prstGeom>
          <a:solidFill>
            <a:srgbClr val="CED7E6">
              <a:alpha val="12610"/>
            </a:srgbClr>
          </a:solidFill>
          <a:ln>
            <a:noFill/>
          </a:ln>
        </p:spPr>
      </p:sp>
      <p:sp>
        <p:nvSpPr>
          <p:cNvPr id="75" name="wm.whiteboard.126.126"/>
          <p:cNvSpPr/>
          <p:nvPr/>
        </p:nvSpPr>
        <p:spPr>
          <a:xfrm>
            <a:off x="5295900" y="1828800"/>
            <a:ext cx="38100" cy="38100"/>
          </a:xfrm>
          <a:prstGeom prst="rect">
            <a:avLst/>
          </a:prstGeom>
          <a:solidFill>
            <a:srgbClr val="CED7E6">
              <a:alpha val="40"/>
            </a:srgbClr>
          </a:solidFill>
          <a:ln>
            <a:noFill/>
          </a:ln>
        </p:spPr>
      </p:sp>
      <p:sp>
        <p:nvSpPr>
          <p:cNvPr id="76" name="wm.whiteboard.144.0"/>
          <p:cNvSpPr/>
          <p:nvPr/>
        </p:nvSpPr>
        <p:spPr>
          <a:xfrm>
            <a:off x="5524500" y="228600"/>
            <a:ext cx="38100" cy="38100"/>
          </a:xfrm>
          <a:prstGeom prst="rect">
            <a:avLst/>
          </a:prstGeom>
          <a:solidFill>
            <a:srgbClr val="CED7E6">
              <a:alpha val="42471"/>
            </a:srgbClr>
          </a:solidFill>
          <a:ln>
            <a:noFill/>
          </a:ln>
        </p:spPr>
      </p:sp>
      <p:sp>
        <p:nvSpPr>
          <p:cNvPr id="77" name="wm.whiteboard.144.18"/>
          <p:cNvSpPr/>
          <p:nvPr/>
        </p:nvSpPr>
        <p:spPr>
          <a:xfrm>
            <a:off x="5524500" y="457200"/>
            <a:ext cx="38100" cy="38100"/>
          </a:xfrm>
          <a:prstGeom prst="rect">
            <a:avLst/>
          </a:prstGeom>
          <a:solidFill>
            <a:srgbClr val="CED7E6">
              <a:alpha val="41005"/>
            </a:srgbClr>
          </a:solidFill>
          <a:ln>
            <a:noFill/>
          </a:ln>
        </p:spPr>
      </p:sp>
      <p:sp>
        <p:nvSpPr>
          <p:cNvPr id="78" name="wm.whiteboard.144.36"/>
          <p:cNvSpPr/>
          <p:nvPr/>
        </p:nvSpPr>
        <p:spPr>
          <a:xfrm>
            <a:off x="5524500" y="685800"/>
            <a:ext cx="38100" cy="38100"/>
          </a:xfrm>
          <a:prstGeom prst="rect">
            <a:avLst/>
          </a:prstGeom>
          <a:solidFill>
            <a:srgbClr val="CED7E6">
              <a:alpha val="37120"/>
            </a:srgbClr>
          </a:solidFill>
          <a:ln>
            <a:noFill/>
          </a:ln>
        </p:spPr>
      </p:sp>
      <p:sp>
        <p:nvSpPr>
          <p:cNvPr id="79" name="wm.whiteboard.144.54"/>
          <p:cNvSpPr/>
          <p:nvPr/>
        </p:nvSpPr>
        <p:spPr>
          <a:xfrm>
            <a:off x="5524500" y="914400"/>
            <a:ext cx="38100" cy="38100"/>
          </a:xfrm>
          <a:prstGeom prst="rect">
            <a:avLst/>
          </a:prstGeom>
          <a:solidFill>
            <a:srgbClr val="CED7E6">
              <a:alpha val="31044"/>
            </a:srgbClr>
          </a:solidFill>
          <a:ln>
            <a:noFill/>
          </a:ln>
        </p:spPr>
      </p:sp>
      <p:sp>
        <p:nvSpPr>
          <p:cNvPr id="80" name="wm.whiteboard.144.72"/>
          <p:cNvSpPr/>
          <p:nvPr/>
        </p:nvSpPr>
        <p:spPr>
          <a:xfrm>
            <a:off x="5524500" y="1143000"/>
            <a:ext cx="38100" cy="38100"/>
          </a:xfrm>
          <a:prstGeom prst="rect">
            <a:avLst/>
          </a:prstGeom>
          <a:solidFill>
            <a:srgbClr val="CED7E6">
              <a:alpha val="23083"/>
            </a:srgbClr>
          </a:solidFill>
          <a:ln>
            <a:noFill/>
          </a:ln>
        </p:spPr>
      </p:sp>
      <p:sp>
        <p:nvSpPr>
          <p:cNvPr id="81" name="wm.whiteboard.144.90"/>
          <p:cNvSpPr/>
          <p:nvPr/>
        </p:nvSpPr>
        <p:spPr>
          <a:xfrm>
            <a:off x="5524500" y="1371600"/>
            <a:ext cx="38100" cy="38100"/>
          </a:xfrm>
          <a:prstGeom prst="rect">
            <a:avLst/>
          </a:prstGeom>
          <a:solidFill>
            <a:srgbClr val="CED7E6">
              <a:alpha val="13557"/>
            </a:srgbClr>
          </a:solidFill>
          <a:ln>
            <a:noFill/>
          </a:ln>
        </p:spPr>
      </p:sp>
      <p:sp>
        <p:nvSpPr>
          <p:cNvPr id="82" name="wm.whiteboard.144.108"/>
          <p:cNvSpPr/>
          <p:nvPr/>
        </p:nvSpPr>
        <p:spPr>
          <a:xfrm>
            <a:off x="5524500" y="1600200"/>
            <a:ext cx="38100" cy="38100"/>
          </a:xfrm>
          <a:prstGeom prst="rect">
            <a:avLst/>
          </a:prstGeom>
          <a:solidFill>
            <a:srgbClr val="CED7E6">
              <a:alpha val="2762"/>
            </a:srgbClr>
          </a:solidFill>
          <a:ln>
            <a:noFill/>
          </a:ln>
        </p:spPr>
      </p:sp>
      <p:sp>
        <p:nvSpPr>
          <p:cNvPr id="83" name="wm.whiteboard.162.0"/>
          <p:cNvSpPr/>
          <p:nvPr/>
        </p:nvSpPr>
        <p:spPr>
          <a:xfrm>
            <a:off x="5753100" y="228600"/>
            <a:ext cx="38100" cy="38100"/>
          </a:xfrm>
          <a:prstGeom prst="rect">
            <a:avLst/>
          </a:prstGeom>
          <a:solidFill>
            <a:srgbClr val="CED7E6">
              <a:alpha val="28695"/>
            </a:srgbClr>
          </a:solidFill>
          <a:ln>
            <a:noFill/>
          </a:ln>
        </p:spPr>
      </p:sp>
      <p:sp>
        <p:nvSpPr>
          <p:cNvPr id="84" name="wm.whiteboard.162.18"/>
          <p:cNvSpPr/>
          <p:nvPr/>
        </p:nvSpPr>
        <p:spPr>
          <a:xfrm>
            <a:off x="5753100" y="457200"/>
            <a:ext cx="38100" cy="38100"/>
          </a:xfrm>
          <a:prstGeom prst="rect">
            <a:avLst/>
          </a:prstGeom>
          <a:solidFill>
            <a:srgbClr val="CED7E6">
              <a:alpha val="27389"/>
            </a:srgbClr>
          </a:solidFill>
          <a:ln>
            <a:noFill/>
          </a:ln>
        </p:spPr>
      </p:sp>
      <p:sp>
        <p:nvSpPr>
          <p:cNvPr id="85" name="wm.whiteboard.162.36"/>
          <p:cNvSpPr/>
          <p:nvPr/>
        </p:nvSpPr>
        <p:spPr>
          <a:xfrm>
            <a:off x="5753100" y="685800"/>
            <a:ext cx="38100" cy="38100"/>
          </a:xfrm>
          <a:prstGeom prst="rect">
            <a:avLst/>
          </a:prstGeom>
          <a:solidFill>
            <a:srgbClr val="CED7E6">
              <a:alpha val="23910"/>
            </a:srgbClr>
          </a:solidFill>
          <a:ln>
            <a:noFill/>
          </a:ln>
        </p:spPr>
      </p:sp>
      <p:sp>
        <p:nvSpPr>
          <p:cNvPr id="86" name="wm.whiteboard.162.54"/>
          <p:cNvSpPr/>
          <p:nvPr/>
        </p:nvSpPr>
        <p:spPr>
          <a:xfrm>
            <a:off x="5753100" y="914400"/>
            <a:ext cx="38100" cy="38100"/>
          </a:xfrm>
          <a:prstGeom prst="rect">
            <a:avLst/>
          </a:prstGeom>
          <a:solidFill>
            <a:srgbClr val="CED7E6">
              <a:alpha val="18425"/>
            </a:srgbClr>
          </a:solidFill>
          <a:ln>
            <a:noFill/>
          </a:ln>
        </p:spPr>
      </p:sp>
      <p:sp>
        <p:nvSpPr>
          <p:cNvPr id="87" name="wm.whiteboard.162.72"/>
          <p:cNvSpPr/>
          <p:nvPr/>
        </p:nvSpPr>
        <p:spPr>
          <a:xfrm>
            <a:off x="5753100" y="1143000"/>
            <a:ext cx="38100" cy="38100"/>
          </a:xfrm>
          <a:prstGeom prst="rect">
            <a:avLst/>
          </a:prstGeom>
          <a:solidFill>
            <a:srgbClr val="CED7E6">
              <a:alpha val="11167"/>
            </a:srgbClr>
          </a:solidFill>
          <a:ln>
            <a:noFill/>
          </a:ln>
        </p:spPr>
      </p:sp>
      <p:sp>
        <p:nvSpPr>
          <p:cNvPr id="88" name="wm.whiteboard.162.90"/>
          <p:cNvSpPr/>
          <p:nvPr/>
        </p:nvSpPr>
        <p:spPr>
          <a:xfrm>
            <a:off x="5753100" y="1371600"/>
            <a:ext cx="38100" cy="38100"/>
          </a:xfrm>
          <a:prstGeom prst="rect">
            <a:avLst/>
          </a:prstGeom>
          <a:solidFill>
            <a:srgbClr val="CED7E6">
              <a:alpha val="2388"/>
            </a:srgbClr>
          </a:solidFill>
          <a:ln>
            <a:noFill/>
          </a:ln>
        </p:spPr>
      </p:sp>
      <p:sp>
        <p:nvSpPr>
          <p:cNvPr id="89" name="wm.whiteboard.180.0"/>
          <p:cNvSpPr/>
          <p:nvPr/>
        </p:nvSpPr>
        <p:spPr>
          <a:xfrm>
            <a:off x="5981700" y="228600"/>
            <a:ext cx="38100" cy="38100"/>
          </a:xfrm>
          <a:prstGeom prst="rect">
            <a:avLst/>
          </a:prstGeom>
          <a:solidFill>
            <a:srgbClr val="CED7E6">
              <a:alpha val="14918"/>
            </a:srgbClr>
          </a:solidFill>
          <a:ln>
            <a:noFill/>
          </a:ln>
        </p:spPr>
      </p:sp>
      <p:sp>
        <p:nvSpPr>
          <p:cNvPr id="90" name="wm.whiteboard.180.18"/>
          <p:cNvSpPr/>
          <p:nvPr/>
        </p:nvSpPr>
        <p:spPr>
          <a:xfrm>
            <a:off x="5981700" y="457200"/>
            <a:ext cx="38100" cy="38100"/>
          </a:xfrm>
          <a:prstGeom prst="rect">
            <a:avLst/>
          </a:prstGeom>
          <a:solidFill>
            <a:srgbClr val="CED7E6">
              <a:alpha val="13741"/>
            </a:srgbClr>
          </a:solidFill>
          <a:ln>
            <a:noFill/>
          </a:ln>
        </p:spPr>
      </p:sp>
      <p:sp>
        <p:nvSpPr>
          <p:cNvPr id="91" name="wm.whiteboard.180.36"/>
          <p:cNvSpPr/>
          <p:nvPr/>
        </p:nvSpPr>
        <p:spPr>
          <a:xfrm>
            <a:off x="5981700" y="685800"/>
            <a:ext cx="38100" cy="38100"/>
          </a:xfrm>
          <a:prstGeom prst="rect">
            <a:avLst/>
          </a:prstGeom>
          <a:solidFill>
            <a:srgbClr val="CED7E6">
              <a:alpha val="10593"/>
            </a:srgbClr>
          </a:solidFill>
          <a:ln>
            <a:noFill/>
          </a:ln>
        </p:spPr>
      </p:sp>
      <p:sp>
        <p:nvSpPr>
          <p:cNvPr id="92" name="wm.whiteboard.180.54"/>
          <p:cNvSpPr/>
          <p:nvPr/>
        </p:nvSpPr>
        <p:spPr>
          <a:xfrm>
            <a:off x="5981700" y="914400"/>
            <a:ext cx="38100" cy="38100"/>
          </a:xfrm>
          <a:prstGeom prst="rect">
            <a:avLst/>
          </a:prstGeom>
          <a:solidFill>
            <a:srgbClr val="CED7E6">
              <a:alpha val="5600"/>
            </a:srgbClr>
          </a:solidFill>
          <a:ln>
            <a:noFill/>
          </a:ln>
        </p:spPr>
      </p:sp>
      <p:sp>
        <p:nvSpPr>
          <p:cNvPr id="93" name="wm.whiteboard.198.0"/>
          <p:cNvSpPr/>
          <p:nvPr/>
        </p:nvSpPr>
        <p:spPr>
          <a:xfrm>
            <a:off x="6210300" y="228600"/>
            <a:ext cx="38100" cy="38100"/>
          </a:xfrm>
          <a:prstGeom prst="rect">
            <a:avLst/>
          </a:prstGeom>
          <a:solidFill>
            <a:srgbClr val="CED7E6">
              <a:alpha val="1142"/>
            </a:srgbClr>
          </a:solidFill>
          <a:ln>
            <a:noFill/>
          </a:ln>
        </p:spPr>
      </p:sp>
      <p:sp>
        <p:nvSpPr>
          <p:cNvPr id="94" name="wm.whiteboard.198.18"/>
          <p:cNvSpPr/>
          <p:nvPr/>
        </p:nvSpPr>
        <p:spPr>
          <a:xfrm>
            <a:off x="6210300" y="457200"/>
            <a:ext cx="38100" cy="38100"/>
          </a:xfrm>
          <a:prstGeom prst="rect">
            <a:avLst/>
          </a:prstGeom>
          <a:solidFill>
            <a:srgbClr val="CED7E6">
              <a:alpha val="69"/>
            </a:srgbClr>
          </a:solidFill>
          <a:ln>
            <a:noFill/>
          </a:ln>
        </p:spPr>
      </p:sp>
      <p:sp>
        <p:nvSpPr>
          <p:cNvPr id="95" name="wm.header.rule"/>
          <p:cNvSpPr/>
          <p:nvPr/>
        </p:nvSpPr>
        <p:spPr>
          <a:xfrm>
            <a:off x="4381500" y="1371600"/>
            <a:ext cx="7086600" cy="9525"/>
          </a:xfrm>
          <a:prstGeom prst="rect">
            <a:avLst/>
          </a:prstGeom>
          <a:solidFill>
            <a:srgbClr val="CED7E6"/>
          </a:solidFill>
          <a:ln>
            <a:noFill/>
          </a:ln>
        </p:spPr>
      </p:sp>
      <p:pic>
        <p:nvPicPr>
          <p:cNvPr id="96"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210300"/>
            <a:ext cx="729403" cy="152400"/>
          </a:xfrm>
          <a:prstGeom prst="rect">
            <a:avLst/>
          </a:prstGeom>
        </p:spPr>
      </p:pic>
      <p:sp>
        <p:nvSpPr>
          <p:cNvPr id="97" name="wm.legal"/>
          <p:cNvSpPr/>
          <p:nvPr/>
        </p:nvSpPr>
        <p:spPr>
          <a:xfrm>
            <a:off x="4381500" y="6172200"/>
            <a:ext cx="67056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wmds.frame.bc8dc65b84715bf43f70">
    <p:bg>
      <p:bgPr>
        <a:solidFill>
          <a:srgbClr val="FFFFFF"/>
        </a:solidFill>
      </p:bgPr>
    </p:bg>
    <p:spTree>
      <p:nvGrpSpPr>
        <p:cNvPr id="1" name=""/>
        <p:cNvGrpSpPr/>
        <p:nvPr/>
      </p:nvGrpSpPr>
      <p:grpSpPr>
        <a:xfrm>
          <a:off x="0" y="0"/>
          <a:ext cx="0" cy="0"/>
          <a:chOff x="0" y="0"/>
          <a:chExt cx="0" cy="0"/>
        </a:xfrm>
      </p:grpSpPr>
      <p:sp>
        <p:nvSpPr>
          <p:cNvPr id="2" name="wm.rail"/>
          <p:cNvSpPr/>
          <p:nvPr/>
        </p:nvSpPr>
        <p:spPr>
          <a:xfrm>
            <a:off x="0" y="0"/>
            <a:ext cx="3467100" cy="6858000"/>
          </a:xfrm>
          <a:prstGeom prst="rect">
            <a:avLst/>
          </a:prstGeom>
          <a:solidFill>
            <a:srgbClr val="070154"/>
          </a:solidFill>
          <a:ln>
            <a:noFill/>
          </a:ln>
        </p:spPr>
      </p:sp>
      <p:sp>
        <p:nvSpPr>
          <p:cNvPr id="3" name="wm.footer.rule"/>
          <p:cNvSpPr/>
          <p:nvPr/>
        </p:nvSpPr>
        <p:spPr>
          <a:xfrm>
            <a:off x="4381500" y="6057900"/>
            <a:ext cx="7086600" cy="9525"/>
          </a:xfrm>
          <a:prstGeom prst="rect">
            <a:avLst/>
          </a:prstGeom>
          <a:solidFill>
            <a:srgbClr val="CED7E6"/>
          </a:solidFill>
          <a:ln>
            <a:noFill/>
          </a:ln>
        </p:spPr>
      </p:sp>
      <p:pic>
        <p:nvPicPr>
          <p:cNvPr id="4"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210300"/>
            <a:ext cx="729403" cy="152400"/>
          </a:xfrm>
          <a:prstGeom prst="rect">
            <a:avLst/>
          </a:prstGeom>
        </p:spPr>
      </p:pic>
      <p:sp>
        <p:nvSpPr>
          <p:cNvPr id="5" name="wm.legal"/>
          <p:cNvSpPr/>
          <p:nvPr/>
        </p:nvSpPr>
        <p:spPr>
          <a:xfrm>
            <a:off x="4381500" y="6172200"/>
            <a:ext cx="67056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wmds.frame.84e5511600c47f485715">
    <p:bg>
      <p:bgPr>
        <a:solidFill>
          <a:srgbClr val="FFFFFF"/>
        </a:solidFill>
      </p:bgPr>
    </p:bg>
    <p:spTree>
      <p:nvGrpSpPr>
        <p:cNvPr id="1" name=""/>
        <p:cNvGrpSpPr/>
        <p:nvPr/>
      </p:nvGrpSpPr>
      <p:grpSpPr>
        <a:xfrm>
          <a:off x="0" y="0"/>
          <a:ext cx="0" cy="0"/>
          <a:chOff x="0" y="0"/>
          <a:chExt cx="0" cy="0"/>
        </a:xfrm>
      </p:grpSpPr>
      <p:sp>
        <p:nvSpPr>
          <p:cNvPr id="2" name="wm.footer.rule"/>
          <p:cNvSpPr/>
          <p:nvPr/>
        </p:nvSpPr>
        <p:spPr>
          <a:xfrm>
            <a:off x="723900" y="6057900"/>
            <a:ext cx="10744200" cy="9525"/>
          </a:xfrm>
          <a:prstGeom prst="rect">
            <a:avLst/>
          </a:prstGeom>
          <a:solidFill>
            <a:srgbClr val="CED7E6"/>
          </a:solidFill>
          <a:ln>
            <a:noFill/>
          </a:ln>
        </p:spPr>
      </p:sp>
      <p:sp>
        <p:nvSpPr>
          <p:cNvPr id="3" name="wm.whiteboard.0.0"/>
          <p:cNvSpPr/>
          <p:nvPr/>
        </p:nvSpPr>
        <p:spPr>
          <a:xfrm>
            <a:off x="723900" y="228600"/>
            <a:ext cx="38100" cy="38100"/>
          </a:xfrm>
          <a:prstGeom prst="rect">
            <a:avLst/>
          </a:prstGeom>
          <a:solidFill>
            <a:srgbClr val="CED7E6"/>
          </a:solidFill>
          <a:ln>
            <a:noFill/>
          </a:ln>
        </p:spPr>
      </p:sp>
      <p:sp>
        <p:nvSpPr>
          <p:cNvPr id="4" name="wm.whiteboard.0.18"/>
          <p:cNvSpPr/>
          <p:nvPr/>
        </p:nvSpPr>
        <p:spPr>
          <a:xfrm>
            <a:off x="723900" y="457200"/>
            <a:ext cx="38100" cy="38100"/>
          </a:xfrm>
          <a:prstGeom prst="rect">
            <a:avLst/>
          </a:prstGeom>
          <a:solidFill>
            <a:srgbClr val="CED7E6"/>
          </a:solidFill>
          <a:ln>
            <a:noFill/>
          </a:ln>
        </p:spPr>
      </p:sp>
      <p:sp>
        <p:nvSpPr>
          <p:cNvPr id="5" name="wm.whiteboard.0.36"/>
          <p:cNvSpPr/>
          <p:nvPr/>
        </p:nvSpPr>
        <p:spPr>
          <a:xfrm>
            <a:off x="723900" y="685800"/>
            <a:ext cx="38100" cy="38100"/>
          </a:xfrm>
          <a:prstGeom prst="rect">
            <a:avLst/>
          </a:prstGeom>
          <a:solidFill>
            <a:srgbClr val="CED7E6"/>
          </a:solidFill>
          <a:ln>
            <a:noFill/>
          </a:ln>
        </p:spPr>
      </p:sp>
      <p:sp>
        <p:nvSpPr>
          <p:cNvPr id="6" name="wm.whiteboard.0.54"/>
          <p:cNvSpPr/>
          <p:nvPr/>
        </p:nvSpPr>
        <p:spPr>
          <a:xfrm>
            <a:off x="723900" y="914400"/>
            <a:ext cx="38100" cy="38100"/>
          </a:xfrm>
          <a:prstGeom prst="rect">
            <a:avLst/>
          </a:prstGeom>
          <a:solidFill>
            <a:srgbClr val="CED7E6"/>
          </a:solidFill>
          <a:ln>
            <a:noFill/>
          </a:ln>
        </p:spPr>
      </p:sp>
      <p:sp>
        <p:nvSpPr>
          <p:cNvPr id="7" name="wm.whiteboard.0.72"/>
          <p:cNvSpPr/>
          <p:nvPr/>
        </p:nvSpPr>
        <p:spPr>
          <a:xfrm>
            <a:off x="723900" y="1143000"/>
            <a:ext cx="38100" cy="38100"/>
          </a:xfrm>
          <a:prstGeom prst="rect">
            <a:avLst/>
          </a:prstGeom>
          <a:solidFill>
            <a:srgbClr val="CED7E6">
              <a:alpha val="85305"/>
            </a:srgbClr>
          </a:solidFill>
          <a:ln>
            <a:noFill/>
          </a:ln>
        </p:spPr>
      </p:sp>
      <p:sp>
        <p:nvSpPr>
          <p:cNvPr id="8" name="wm.whiteboard.0.90"/>
          <p:cNvSpPr/>
          <p:nvPr/>
        </p:nvSpPr>
        <p:spPr>
          <a:xfrm>
            <a:off x="723900" y="1371600"/>
            <a:ext cx="38100" cy="38100"/>
          </a:xfrm>
          <a:prstGeom prst="rect">
            <a:avLst/>
          </a:prstGeom>
          <a:solidFill>
            <a:srgbClr val="CED7E6">
              <a:alpha val="68524"/>
            </a:srgbClr>
          </a:solidFill>
          <a:ln>
            <a:noFill/>
          </a:ln>
        </p:spPr>
      </p:sp>
      <p:sp>
        <p:nvSpPr>
          <p:cNvPr id="9" name="wm.whiteboard.0.108"/>
          <p:cNvSpPr/>
          <p:nvPr/>
        </p:nvSpPr>
        <p:spPr>
          <a:xfrm>
            <a:off x="723900" y="1600200"/>
            <a:ext cx="38100" cy="38100"/>
          </a:xfrm>
          <a:prstGeom prst="rect">
            <a:avLst/>
          </a:prstGeom>
          <a:solidFill>
            <a:srgbClr val="CED7E6">
              <a:alpha val="51742"/>
            </a:srgbClr>
          </a:solidFill>
          <a:ln>
            <a:noFill/>
          </a:ln>
        </p:spPr>
      </p:sp>
      <p:sp>
        <p:nvSpPr>
          <p:cNvPr id="10" name="wm.whiteboard.0.126"/>
          <p:cNvSpPr/>
          <p:nvPr/>
        </p:nvSpPr>
        <p:spPr>
          <a:xfrm>
            <a:off x="723900" y="1828800"/>
            <a:ext cx="38100" cy="38100"/>
          </a:xfrm>
          <a:prstGeom prst="rect">
            <a:avLst/>
          </a:prstGeom>
          <a:solidFill>
            <a:srgbClr val="CED7E6">
              <a:alpha val="34959"/>
            </a:srgbClr>
          </a:solidFill>
          <a:ln>
            <a:noFill/>
          </a:ln>
        </p:spPr>
      </p:sp>
      <p:sp>
        <p:nvSpPr>
          <p:cNvPr id="11" name="wm.whiteboard.0.144"/>
          <p:cNvSpPr/>
          <p:nvPr/>
        </p:nvSpPr>
        <p:spPr>
          <a:xfrm>
            <a:off x="723900" y="2057400"/>
            <a:ext cx="38100" cy="38100"/>
          </a:xfrm>
          <a:prstGeom prst="rect">
            <a:avLst/>
          </a:prstGeom>
          <a:solidFill>
            <a:srgbClr val="CED7E6">
              <a:alpha val="18177"/>
            </a:srgbClr>
          </a:solidFill>
          <a:ln>
            <a:noFill/>
          </a:ln>
        </p:spPr>
      </p:sp>
      <p:sp>
        <p:nvSpPr>
          <p:cNvPr id="12" name="wm.whiteboard.0.162"/>
          <p:cNvSpPr/>
          <p:nvPr/>
        </p:nvSpPr>
        <p:spPr>
          <a:xfrm>
            <a:off x="723900" y="2286000"/>
            <a:ext cx="38100" cy="38100"/>
          </a:xfrm>
          <a:prstGeom prst="rect">
            <a:avLst/>
          </a:prstGeom>
          <a:solidFill>
            <a:srgbClr val="CED7E6">
              <a:alpha val="1394"/>
            </a:srgbClr>
          </a:solidFill>
          <a:ln>
            <a:noFill/>
          </a:ln>
        </p:spPr>
      </p:sp>
      <p:sp>
        <p:nvSpPr>
          <p:cNvPr id="13" name="wm.whiteboard.18.0"/>
          <p:cNvSpPr/>
          <p:nvPr/>
        </p:nvSpPr>
        <p:spPr>
          <a:xfrm>
            <a:off x="952500" y="228600"/>
            <a:ext cx="38100" cy="38100"/>
          </a:xfrm>
          <a:prstGeom prst="rect">
            <a:avLst/>
          </a:prstGeom>
          <a:solidFill>
            <a:srgbClr val="CED7E6"/>
          </a:solidFill>
          <a:ln>
            <a:noFill/>
          </a:ln>
        </p:spPr>
      </p:sp>
      <p:sp>
        <p:nvSpPr>
          <p:cNvPr id="14" name="wm.whiteboard.18.18"/>
          <p:cNvSpPr/>
          <p:nvPr/>
        </p:nvSpPr>
        <p:spPr>
          <a:xfrm>
            <a:off x="952500" y="457200"/>
            <a:ext cx="38100" cy="38100"/>
          </a:xfrm>
          <a:prstGeom prst="rect">
            <a:avLst/>
          </a:prstGeom>
          <a:solidFill>
            <a:srgbClr val="CED7E6"/>
          </a:solidFill>
          <a:ln>
            <a:noFill/>
          </a:ln>
        </p:spPr>
      </p:sp>
      <p:sp>
        <p:nvSpPr>
          <p:cNvPr id="15" name="wm.whiteboard.18.36"/>
          <p:cNvSpPr/>
          <p:nvPr/>
        </p:nvSpPr>
        <p:spPr>
          <a:xfrm>
            <a:off x="952500" y="685800"/>
            <a:ext cx="38100" cy="38100"/>
          </a:xfrm>
          <a:prstGeom prst="rect">
            <a:avLst/>
          </a:prstGeom>
          <a:solidFill>
            <a:srgbClr val="CED7E6"/>
          </a:solidFill>
          <a:ln>
            <a:noFill/>
          </a:ln>
        </p:spPr>
      </p:sp>
      <p:sp>
        <p:nvSpPr>
          <p:cNvPr id="16" name="wm.whiteboard.18.54"/>
          <p:cNvSpPr/>
          <p:nvPr/>
        </p:nvSpPr>
        <p:spPr>
          <a:xfrm>
            <a:off x="952500" y="914400"/>
            <a:ext cx="38100" cy="38100"/>
          </a:xfrm>
          <a:prstGeom prst="rect">
            <a:avLst/>
          </a:prstGeom>
          <a:solidFill>
            <a:srgbClr val="CED7E6">
              <a:alpha val="99988"/>
            </a:srgbClr>
          </a:solidFill>
          <a:ln>
            <a:noFill/>
          </a:ln>
        </p:spPr>
      </p:sp>
      <p:sp>
        <p:nvSpPr>
          <p:cNvPr id="17" name="wm.whiteboard.18.72"/>
          <p:cNvSpPr/>
          <p:nvPr/>
        </p:nvSpPr>
        <p:spPr>
          <a:xfrm>
            <a:off x="952500" y="1143000"/>
            <a:ext cx="38100" cy="38100"/>
          </a:xfrm>
          <a:prstGeom prst="rect">
            <a:avLst/>
          </a:prstGeom>
          <a:solidFill>
            <a:srgbClr val="CED7E6">
              <a:alpha val="83708"/>
            </a:srgbClr>
          </a:solidFill>
          <a:ln>
            <a:noFill/>
          </a:ln>
        </p:spPr>
      </p:sp>
      <p:sp>
        <p:nvSpPr>
          <p:cNvPr id="18" name="wm.whiteboard.18.90"/>
          <p:cNvSpPr/>
          <p:nvPr/>
        </p:nvSpPr>
        <p:spPr>
          <a:xfrm>
            <a:off x="952500" y="1371600"/>
            <a:ext cx="38100" cy="38100"/>
          </a:xfrm>
          <a:prstGeom prst="rect">
            <a:avLst/>
          </a:prstGeom>
          <a:solidFill>
            <a:srgbClr val="CED7E6">
              <a:alpha val="67236"/>
            </a:srgbClr>
          </a:solidFill>
          <a:ln>
            <a:noFill/>
          </a:ln>
        </p:spPr>
      </p:sp>
      <p:sp>
        <p:nvSpPr>
          <p:cNvPr id="19" name="wm.whiteboard.18.108"/>
          <p:cNvSpPr/>
          <p:nvPr/>
        </p:nvSpPr>
        <p:spPr>
          <a:xfrm>
            <a:off x="952500" y="1600200"/>
            <a:ext cx="38100" cy="38100"/>
          </a:xfrm>
          <a:prstGeom prst="rect">
            <a:avLst/>
          </a:prstGeom>
          <a:solidFill>
            <a:srgbClr val="CED7E6">
              <a:alpha val="50663"/>
            </a:srgbClr>
          </a:solidFill>
          <a:ln>
            <a:noFill/>
          </a:ln>
        </p:spPr>
      </p:sp>
      <p:sp>
        <p:nvSpPr>
          <p:cNvPr id="20" name="wm.whiteboard.18.126"/>
          <p:cNvSpPr/>
          <p:nvPr/>
        </p:nvSpPr>
        <p:spPr>
          <a:xfrm>
            <a:off x="952500" y="1828800"/>
            <a:ext cx="38100" cy="38100"/>
          </a:xfrm>
          <a:prstGeom prst="rect">
            <a:avLst/>
          </a:prstGeom>
          <a:solidFill>
            <a:srgbClr val="CED7E6">
              <a:alpha val="34032"/>
            </a:srgbClr>
          </a:solidFill>
          <a:ln>
            <a:noFill/>
          </a:ln>
        </p:spPr>
      </p:sp>
      <p:sp>
        <p:nvSpPr>
          <p:cNvPr id="21" name="wm.whiteboard.18.144"/>
          <p:cNvSpPr/>
          <p:nvPr/>
        </p:nvSpPr>
        <p:spPr>
          <a:xfrm>
            <a:off x="952500" y="2057400"/>
            <a:ext cx="38100" cy="38100"/>
          </a:xfrm>
          <a:prstGeom prst="rect">
            <a:avLst/>
          </a:prstGeom>
          <a:solidFill>
            <a:srgbClr val="CED7E6">
              <a:alpha val="17363"/>
            </a:srgbClr>
          </a:solidFill>
          <a:ln>
            <a:noFill/>
          </a:ln>
        </p:spPr>
      </p:sp>
      <p:sp>
        <p:nvSpPr>
          <p:cNvPr id="22" name="wm.whiteboard.18.162"/>
          <p:cNvSpPr/>
          <p:nvPr/>
        </p:nvSpPr>
        <p:spPr>
          <a:xfrm>
            <a:off x="952500" y="2286000"/>
            <a:ext cx="38100" cy="38100"/>
          </a:xfrm>
          <a:prstGeom prst="rect">
            <a:avLst/>
          </a:prstGeom>
          <a:solidFill>
            <a:srgbClr val="CED7E6">
              <a:alpha val="670"/>
            </a:srgbClr>
          </a:solidFill>
          <a:ln>
            <a:noFill/>
          </a:ln>
        </p:spPr>
      </p:sp>
      <p:sp>
        <p:nvSpPr>
          <p:cNvPr id="23" name="wm.whiteboard.36.0"/>
          <p:cNvSpPr/>
          <p:nvPr/>
        </p:nvSpPr>
        <p:spPr>
          <a:xfrm>
            <a:off x="1181100" y="228600"/>
            <a:ext cx="38100" cy="38100"/>
          </a:xfrm>
          <a:prstGeom prst="rect">
            <a:avLst/>
          </a:prstGeom>
          <a:solidFill>
            <a:srgbClr val="CED7E6"/>
          </a:solidFill>
          <a:ln>
            <a:noFill/>
          </a:ln>
        </p:spPr>
      </p:sp>
      <p:sp>
        <p:nvSpPr>
          <p:cNvPr id="24" name="wm.whiteboard.36.18"/>
          <p:cNvSpPr/>
          <p:nvPr/>
        </p:nvSpPr>
        <p:spPr>
          <a:xfrm>
            <a:off x="1181100" y="457200"/>
            <a:ext cx="38100" cy="38100"/>
          </a:xfrm>
          <a:prstGeom prst="rect">
            <a:avLst/>
          </a:prstGeom>
          <a:solidFill>
            <a:srgbClr val="CED7E6"/>
          </a:solidFill>
          <a:ln>
            <a:noFill/>
          </a:ln>
        </p:spPr>
      </p:sp>
      <p:sp>
        <p:nvSpPr>
          <p:cNvPr id="25" name="wm.whiteboard.36.36"/>
          <p:cNvSpPr/>
          <p:nvPr/>
        </p:nvSpPr>
        <p:spPr>
          <a:xfrm>
            <a:off x="1181100" y="685800"/>
            <a:ext cx="38100" cy="38100"/>
          </a:xfrm>
          <a:prstGeom prst="rect">
            <a:avLst/>
          </a:prstGeom>
          <a:solidFill>
            <a:srgbClr val="CED7E6"/>
          </a:solidFill>
          <a:ln>
            <a:noFill/>
          </a:ln>
        </p:spPr>
      </p:sp>
      <p:sp>
        <p:nvSpPr>
          <p:cNvPr id="26" name="wm.whiteboard.36.54"/>
          <p:cNvSpPr/>
          <p:nvPr/>
        </p:nvSpPr>
        <p:spPr>
          <a:xfrm>
            <a:off x="1181100" y="914400"/>
            <a:ext cx="38100" cy="38100"/>
          </a:xfrm>
          <a:prstGeom prst="rect">
            <a:avLst/>
          </a:prstGeom>
          <a:solidFill>
            <a:srgbClr val="CED7E6">
              <a:alpha val="94671"/>
            </a:srgbClr>
          </a:solidFill>
          <a:ln>
            <a:noFill/>
          </a:ln>
        </p:spPr>
      </p:sp>
      <p:sp>
        <p:nvSpPr>
          <p:cNvPr id="27" name="wm.whiteboard.36.72"/>
          <p:cNvSpPr/>
          <p:nvPr/>
        </p:nvSpPr>
        <p:spPr>
          <a:xfrm>
            <a:off x="1181100" y="1143000"/>
            <a:ext cx="38100" cy="38100"/>
          </a:xfrm>
          <a:prstGeom prst="rect">
            <a:avLst/>
          </a:prstGeom>
          <a:solidFill>
            <a:srgbClr val="CED7E6">
              <a:alpha val="79547"/>
            </a:srgbClr>
          </a:solidFill>
          <a:ln>
            <a:noFill/>
          </a:ln>
        </p:spPr>
      </p:sp>
      <p:sp>
        <p:nvSpPr>
          <p:cNvPr id="28" name="wm.whiteboard.36.90"/>
          <p:cNvSpPr/>
          <p:nvPr/>
        </p:nvSpPr>
        <p:spPr>
          <a:xfrm>
            <a:off x="1181100" y="1371600"/>
            <a:ext cx="38100" cy="38100"/>
          </a:xfrm>
          <a:prstGeom prst="rect">
            <a:avLst/>
          </a:prstGeom>
          <a:solidFill>
            <a:srgbClr val="CED7E6">
              <a:alpha val="63833"/>
            </a:srgbClr>
          </a:solidFill>
          <a:ln>
            <a:noFill/>
          </a:ln>
        </p:spPr>
      </p:sp>
      <p:sp>
        <p:nvSpPr>
          <p:cNvPr id="29" name="wm.whiteboard.36.108"/>
          <p:cNvSpPr/>
          <p:nvPr/>
        </p:nvSpPr>
        <p:spPr>
          <a:xfrm>
            <a:off x="1181100" y="1600200"/>
            <a:ext cx="38100" cy="38100"/>
          </a:xfrm>
          <a:prstGeom prst="rect">
            <a:avLst/>
          </a:prstGeom>
          <a:solidFill>
            <a:srgbClr val="CED7E6">
              <a:alpha val="47790"/>
            </a:srgbClr>
          </a:solidFill>
          <a:ln>
            <a:noFill/>
          </a:ln>
        </p:spPr>
      </p:sp>
      <p:sp>
        <p:nvSpPr>
          <p:cNvPr id="30" name="wm.whiteboard.36.126"/>
          <p:cNvSpPr/>
          <p:nvPr/>
        </p:nvSpPr>
        <p:spPr>
          <a:xfrm>
            <a:off x="1181100" y="1828800"/>
            <a:ext cx="38100" cy="38100"/>
          </a:xfrm>
          <a:prstGeom prst="rect">
            <a:avLst/>
          </a:prstGeom>
          <a:solidFill>
            <a:srgbClr val="CED7E6">
              <a:alpha val="31549"/>
            </a:srgbClr>
          </a:solidFill>
          <a:ln>
            <a:noFill/>
          </a:ln>
        </p:spPr>
      </p:sp>
      <p:sp>
        <p:nvSpPr>
          <p:cNvPr id="31" name="wm.whiteboard.36.144"/>
          <p:cNvSpPr/>
          <p:nvPr/>
        </p:nvSpPr>
        <p:spPr>
          <a:xfrm>
            <a:off x="1181100" y="2057400"/>
            <a:ext cx="38100" cy="38100"/>
          </a:xfrm>
          <a:prstGeom prst="rect">
            <a:avLst/>
          </a:prstGeom>
          <a:solidFill>
            <a:srgbClr val="CED7E6">
              <a:alpha val="15179"/>
            </a:srgbClr>
          </a:solidFill>
          <a:ln>
            <a:noFill/>
          </a:ln>
        </p:spPr>
      </p:sp>
      <p:sp>
        <p:nvSpPr>
          <p:cNvPr id="32" name="wm.whiteboard.54.0"/>
          <p:cNvSpPr/>
          <p:nvPr/>
        </p:nvSpPr>
        <p:spPr>
          <a:xfrm>
            <a:off x="1409700" y="228600"/>
            <a:ext cx="38100" cy="38100"/>
          </a:xfrm>
          <a:prstGeom prst="rect">
            <a:avLst/>
          </a:prstGeom>
          <a:solidFill>
            <a:srgbClr val="CED7E6"/>
          </a:solidFill>
          <a:ln>
            <a:noFill/>
          </a:ln>
        </p:spPr>
      </p:sp>
      <p:sp>
        <p:nvSpPr>
          <p:cNvPr id="33" name="wm.whiteboard.54.18"/>
          <p:cNvSpPr/>
          <p:nvPr/>
        </p:nvSpPr>
        <p:spPr>
          <a:xfrm>
            <a:off x="1409700" y="457200"/>
            <a:ext cx="38100" cy="38100"/>
          </a:xfrm>
          <a:prstGeom prst="rect">
            <a:avLst/>
          </a:prstGeom>
          <a:solidFill>
            <a:srgbClr val="CED7E6"/>
          </a:solidFill>
          <a:ln>
            <a:noFill/>
          </a:ln>
        </p:spPr>
      </p:sp>
      <p:sp>
        <p:nvSpPr>
          <p:cNvPr id="34" name="wm.whiteboard.54.36"/>
          <p:cNvSpPr/>
          <p:nvPr/>
        </p:nvSpPr>
        <p:spPr>
          <a:xfrm>
            <a:off x="1409700" y="685800"/>
            <a:ext cx="38100" cy="38100"/>
          </a:xfrm>
          <a:prstGeom prst="rect">
            <a:avLst/>
          </a:prstGeom>
          <a:solidFill>
            <a:srgbClr val="CED7E6">
              <a:alpha val="98827"/>
            </a:srgbClr>
          </a:solidFill>
          <a:ln>
            <a:noFill/>
          </a:ln>
        </p:spPr>
      </p:sp>
      <p:sp>
        <p:nvSpPr>
          <p:cNvPr id="35" name="wm.whiteboard.54.54"/>
          <p:cNvSpPr/>
          <p:nvPr/>
        </p:nvSpPr>
        <p:spPr>
          <a:xfrm>
            <a:off x="1409700" y="914400"/>
            <a:ext cx="38100" cy="38100"/>
          </a:xfrm>
          <a:prstGeom prst="rect">
            <a:avLst/>
          </a:prstGeom>
          <a:solidFill>
            <a:srgbClr val="CED7E6">
              <a:alpha val="86895"/>
            </a:srgbClr>
          </a:solidFill>
          <a:ln>
            <a:noFill/>
          </a:ln>
        </p:spPr>
      </p:sp>
      <p:sp>
        <p:nvSpPr>
          <p:cNvPr id="36" name="wm.whiteboard.54.72"/>
          <p:cNvSpPr/>
          <p:nvPr/>
        </p:nvSpPr>
        <p:spPr>
          <a:xfrm>
            <a:off x="1409700" y="1143000"/>
            <a:ext cx="38100" cy="38100"/>
          </a:xfrm>
          <a:prstGeom prst="rect">
            <a:avLst/>
          </a:prstGeom>
          <a:solidFill>
            <a:srgbClr val="CED7E6">
              <a:alpha val="73217"/>
            </a:srgbClr>
          </a:solidFill>
          <a:ln>
            <a:noFill/>
          </a:ln>
        </p:spPr>
      </p:sp>
      <p:sp>
        <p:nvSpPr>
          <p:cNvPr id="37" name="wm.whiteboard.54.90"/>
          <p:cNvSpPr/>
          <p:nvPr/>
        </p:nvSpPr>
        <p:spPr>
          <a:xfrm>
            <a:off x="1409700" y="1371600"/>
            <a:ext cx="38100" cy="38100"/>
          </a:xfrm>
          <a:prstGeom prst="rect">
            <a:avLst/>
          </a:prstGeom>
          <a:solidFill>
            <a:srgbClr val="CED7E6">
              <a:alpha val="58541"/>
            </a:srgbClr>
          </a:solidFill>
          <a:ln>
            <a:noFill/>
          </a:ln>
        </p:spPr>
      </p:sp>
      <p:sp>
        <p:nvSpPr>
          <p:cNvPr id="38" name="wm.whiteboard.54.108"/>
          <p:cNvSpPr/>
          <p:nvPr/>
        </p:nvSpPr>
        <p:spPr>
          <a:xfrm>
            <a:off x="1409700" y="1600200"/>
            <a:ext cx="38100" cy="38100"/>
          </a:xfrm>
          <a:prstGeom prst="rect">
            <a:avLst/>
          </a:prstGeom>
          <a:solidFill>
            <a:srgbClr val="CED7E6">
              <a:alpha val="43263"/>
            </a:srgbClr>
          </a:solidFill>
          <a:ln>
            <a:noFill/>
          </a:ln>
        </p:spPr>
      </p:sp>
      <p:sp>
        <p:nvSpPr>
          <p:cNvPr id="39" name="wm.whiteboard.54.126"/>
          <p:cNvSpPr/>
          <p:nvPr/>
        </p:nvSpPr>
        <p:spPr>
          <a:xfrm>
            <a:off x="1409700" y="1828800"/>
            <a:ext cx="38100" cy="38100"/>
          </a:xfrm>
          <a:prstGeom prst="rect">
            <a:avLst/>
          </a:prstGeom>
          <a:solidFill>
            <a:srgbClr val="CED7E6">
              <a:alpha val="27603"/>
            </a:srgbClr>
          </a:solidFill>
          <a:ln>
            <a:noFill/>
          </a:ln>
        </p:spPr>
      </p:sp>
      <p:sp>
        <p:nvSpPr>
          <p:cNvPr id="40" name="wm.whiteboard.54.144"/>
          <p:cNvSpPr/>
          <p:nvPr/>
        </p:nvSpPr>
        <p:spPr>
          <a:xfrm>
            <a:off x="1409700" y="2057400"/>
            <a:ext cx="38100" cy="38100"/>
          </a:xfrm>
          <a:prstGeom prst="rect">
            <a:avLst/>
          </a:prstGeom>
          <a:solidFill>
            <a:srgbClr val="CED7E6">
              <a:alpha val="11687"/>
            </a:srgbClr>
          </a:solidFill>
          <a:ln>
            <a:noFill/>
          </a:ln>
        </p:spPr>
      </p:sp>
      <p:sp>
        <p:nvSpPr>
          <p:cNvPr id="41" name="wm.whiteboard.72.0"/>
          <p:cNvSpPr/>
          <p:nvPr/>
        </p:nvSpPr>
        <p:spPr>
          <a:xfrm>
            <a:off x="1638300" y="228600"/>
            <a:ext cx="38100" cy="38100"/>
          </a:xfrm>
          <a:prstGeom prst="rect">
            <a:avLst/>
          </a:prstGeom>
          <a:solidFill>
            <a:srgbClr val="CED7E6">
              <a:alpha val="97572"/>
            </a:srgbClr>
          </a:solidFill>
          <a:ln>
            <a:noFill/>
          </a:ln>
        </p:spPr>
      </p:sp>
      <p:sp>
        <p:nvSpPr>
          <p:cNvPr id="42" name="wm.whiteboard.72.18"/>
          <p:cNvSpPr/>
          <p:nvPr/>
        </p:nvSpPr>
        <p:spPr>
          <a:xfrm>
            <a:off x="1638300" y="457200"/>
            <a:ext cx="38100" cy="38100"/>
          </a:xfrm>
          <a:prstGeom prst="rect">
            <a:avLst/>
          </a:prstGeom>
          <a:solidFill>
            <a:srgbClr val="CED7E6">
              <a:alpha val="94724"/>
            </a:srgbClr>
          </a:solidFill>
          <a:ln>
            <a:noFill/>
          </a:ln>
        </p:spPr>
      </p:sp>
      <p:sp>
        <p:nvSpPr>
          <p:cNvPr id="43" name="wm.whiteboard.72.36"/>
          <p:cNvSpPr/>
          <p:nvPr/>
        </p:nvSpPr>
        <p:spPr>
          <a:xfrm>
            <a:off x="1638300" y="685800"/>
            <a:ext cx="38100" cy="38100"/>
          </a:xfrm>
          <a:prstGeom prst="rect">
            <a:avLst/>
          </a:prstGeom>
          <a:solidFill>
            <a:srgbClr val="CED7E6">
              <a:alpha val="87609"/>
            </a:srgbClr>
          </a:solidFill>
          <a:ln>
            <a:noFill/>
          </a:ln>
        </p:spPr>
      </p:sp>
      <p:sp>
        <p:nvSpPr>
          <p:cNvPr id="44" name="wm.whiteboard.72.54"/>
          <p:cNvSpPr/>
          <p:nvPr/>
        </p:nvSpPr>
        <p:spPr>
          <a:xfrm>
            <a:off x="1638300" y="914400"/>
            <a:ext cx="38100" cy="38100"/>
          </a:xfrm>
          <a:prstGeom prst="rect">
            <a:avLst/>
          </a:prstGeom>
          <a:solidFill>
            <a:srgbClr val="CED7E6">
              <a:alpha val="77408"/>
            </a:srgbClr>
          </a:solidFill>
          <a:ln>
            <a:noFill/>
          </a:ln>
        </p:spPr>
      </p:sp>
      <p:sp>
        <p:nvSpPr>
          <p:cNvPr id="45" name="wm.whiteboard.72.72"/>
          <p:cNvSpPr/>
          <p:nvPr/>
        </p:nvSpPr>
        <p:spPr>
          <a:xfrm>
            <a:off x="1638300" y="1143000"/>
            <a:ext cx="38100" cy="38100"/>
          </a:xfrm>
          <a:prstGeom prst="rect">
            <a:avLst/>
          </a:prstGeom>
          <a:solidFill>
            <a:srgbClr val="CED7E6">
              <a:alpha val="65181"/>
            </a:srgbClr>
          </a:solidFill>
          <a:ln>
            <a:noFill/>
          </a:ln>
        </p:spPr>
      </p:sp>
      <p:sp>
        <p:nvSpPr>
          <p:cNvPr id="46" name="wm.whiteboard.72.90"/>
          <p:cNvSpPr/>
          <p:nvPr/>
        </p:nvSpPr>
        <p:spPr>
          <a:xfrm>
            <a:off x="1638300" y="1371600"/>
            <a:ext cx="38100" cy="38100"/>
          </a:xfrm>
          <a:prstGeom prst="rect">
            <a:avLst/>
          </a:prstGeom>
          <a:solidFill>
            <a:srgbClr val="CED7E6">
              <a:alpha val="51653"/>
            </a:srgbClr>
          </a:solidFill>
          <a:ln>
            <a:noFill/>
          </a:ln>
        </p:spPr>
      </p:sp>
      <p:sp>
        <p:nvSpPr>
          <p:cNvPr id="47" name="wm.whiteboard.72.108"/>
          <p:cNvSpPr/>
          <p:nvPr/>
        </p:nvSpPr>
        <p:spPr>
          <a:xfrm>
            <a:off x="1638300" y="1600200"/>
            <a:ext cx="38100" cy="38100"/>
          </a:xfrm>
          <a:prstGeom prst="rect">
            <a:avLst/>
          </a:prstGeom>
          <a:solidFill>
            <a:srgbClr val="CED7E6">
              <a:alpha val="37275"/>
            </a:srgbClr>
          </a:solidFill>
          <a:ln>
            <a:noFill/>
          </a:ln>
        </p:spPr>
      </p:sp>
      <p:sp>
        <p:nvSpPr>
          <p:cNvPr id="48" name="wm.whiteboard.72.126"/>
          <p:cNvSpPr/>
          <p:nvPr/>
        </p:nvSpPr>
        <p:spPr>
          <a:xfrm>
            <a:off x="1638300" y="1828800"/>
            <a:ext cx="38100" cy="38100"/>
          </a:xfrm>
          <a:prstGeom prst="rect">
            <a:avLst/>
          </a:prstGeom>
          <a:solidFill>
            <a:srgbClr val="CED7E6">
              <a:alpha val="22326"/>
            </a:srgbClr>
          </a:solidFill>
          <a:ln>
            <a:noFill/>
          </a:ln>
        </p:spPr>
      </p:sp>
      <p:sp>
        <p:nvSpPr>
          <p:cNvPr id="49" name="wm.whiteboard.72.144"/>
          <p:cNvSpPr/>
          <p:nvPr/>
        </p:nvSpPr>
        <p:spPr>
          <a:xfrm>
            <a:off x="1638300" y="2057400"/>
            <a:ext cx="38100" cy="38100"/>
          </a:xfrm>
          <a:prstGeom prst="rect">
            <a:avLst/>
          </a:prstGeom>
          <a:solidFill>
            <a:srgbClr val="CED7E6">
              <a:alpha val="6980"/>
            </a:srgbClr>
          </a:solidFill>
          <a:ln>
            <a:noFill/>
          </a:ln>
        </p:spPr>
      </p:sp>
      <p:sp>
        <p:nvSpPr>
          <p:cNvPr id="50" name="wm.whiteboard.90.0"/>
          <p:cNvSpPr/>
          <p:nvPr/>
        </p:nvSpPr>
        <p:spPr>
          <a:xfrm>
            <a:off x="1866900" y="228600"/>
            <a:ext cx="38100" cy="38100"/>
          </a:xfrm>
          <a:prstGeom prst="rect">
            <a:avLst/>
          </a:prstGeom>
          <a:solidFill>
            <a:srgbClr val="CED7E6">
              <a:alpha val="83798"/>
            </a:srgbClr>
          </a:solidFill>
          <a:ln>
            <a:noFill/>
          </a:ln>
        </p:spPr>
      </p:sp>
      <p:sp>
        <p:nvSpPr>
          <p:cNvPr id="51" name="wm.whiteboard.90.18"/>
          <p:cNvSpPr/>
          <p:nvPr/>
        </p:nvSpPr>
        <p:spPr>
          <a:xfrm>
            <a:off x="1866900" y="457200"/>
            <a:ext cx="38100" cy="38100"/>
          </a:xfrm>
          <a:prstGeom prst="rect">
            <a:avLst/>
          </a:prstGeom>
          <a:solidFill>
            <a:srgbClr val="CED7E6">
              <a:alpha val="81490"/>
            </a:srgbClr>
          </a:solidFill>
          <a:ln>
            <a:noFill/>
          </a:ln>
        </p:spPr>
      </p:sp>
      <p:sp>
        <p:nvSpPr>
          <p:cNvPr id="52" name="wm.whiteboard.90.36"/>
          <p:cNvSpPr/>
          <p:nvPr/>
        </p:nvSpPr>
        <p:spPr>
          <a:xfrm>
            <a:off x="1866900" y="685800"/>
            <a:ext cx="38100" cy="38100"/>
          </a:xfrm>
          <a:prstGeom prst="rect">
            <a:avLst/>
          </a:prstGeom>
          <a:solidFill>
            <a:srgbClr val="CED7E6">
              <a:alpha val="75569"/>
            </a:srgbClr>
          </a:solidFill>
          <a:ln>
            <a:noFill/>
          </a:ln>
        </p:spPr>
      </p:sp>
      <p:sp>
        <p:nvSpPr>
          <p:cNvPr id="53" name="wm.whiteboard.90.54"/>
          <p:cNvSpPr/>
          <p:nvPr/>
        </p:nvSpPr>
        <p:spPr>
          <a:xfrm>
            <a:off x="1866900" y="914400"/>
            <a:ext cx="38100" cy="38100"/>
          </a:xfrm>
          <a:prstGeom prst="rect">
            <a:avLst/>
          </a:prstGeom>
          <a:solidFill>
            <a:srgbClr val="CED7E6">
              <a:alpha val="66767"/>
            </a:srgbClr>
          </a:solidFill>
          <a:ln>
            <a:noFill/>
          </a:ln>
        </p:spPr>
      </p:sp>
      <p:sp>
        <p:nvSpPr>
          <p:cNvPr id="54" name="wm.whiteboard.90.72"/>
          <p:cNvSpPr/>
          <p:nvPr/>
        </p:nvSpPr>
        <p:spPr>
          <a:xfrm>
            <a:off x="1866900" y="1143000"/>
            <a:ext cx="38100" cy="38100"/>
          </a:xfrm>
          <a:prstGeom prst="rect">
            <a:avLst/>
          </a:prstGeom>
          <a:solidFill>
            <a:srgbClr val="CED7E6">
              <a:alpha val="55859"/>
            </a:srgbClr>
          </a:solidFill>
          <a:ln>
            <a:noFill/>
          </a:ln>
        </p:spPr>
      </p:sp>
      <p:sp>
        <p:nvSpPr>
          <p:cNvPr id="55" name="wm.whiteboard.90.90"/>
          <p:cNvSpPr/>
          <p:nvPr/>
        </p:nvSpPr>
        <p:spPr>
          <a:xfrm>
            <a:off x="1866900" y="1371600"/>
            <a:ext cx="38100" cy="38100"/>
          </a:xfrm>
          <a:prstGeom prst="rect">
            <a:avLst/>
          </a:prstGeom>
          <a:solidFill>
            <a:srgbClr val="CED7E6">
              <a:alpha val="43468"/>
            </a:srgbClr>
          </a:solidFill>
          <a:ln>
            <a:noFill/>
          </a:ln>
        </p:spPr>
      </p:sp>
      <p:sp>
        <p:nvSpPr>
          <p:cNvPr id="56" name="wm.whiteboard.90.108"/>
          <p:cNvSpPr/>
          <p:nvPr/>
        </p:nvSpPr>
        <p:spPr>
          <a:xfrm>
            <a:off x="1866900" y="1600200"/>
            <a:ext cx="38100" cy="38100"/>
          </a:xfrm>
          <a:prstGeom prst="rect">
            <a:avLst/>
          </a:prstGeom>
          <a:solidFill>
            <a:srgbClr val="CED7E6">
              <a:alpha val="30037"/>
            </a:srgbClr>
          </a:solidFill>
          <a:ln>
            <a:noFill/>
          </a:ln>
        </p:spPr>
      </p:sp>
      <p:sp>
        <p:nvSpPr>
          <p:cNvPr id="57" name="wm.whiteboard.90.126"/>
          <p:cNvSpPr/>
          <p:nvPr/>
        </p:nvSpPr>
        <p:spPr>
          <a:xfrm>
            <a:off x="1866900" y="1828800"/>
            <a:ext cx="38100" cy="38100"/>
          </a:xfrm>
          <a:prstGeom prst="rect">
            <a:avLst/>
          </a:prstGeom>
          <a:solidFill>
            <a:srgbClr val="CED7E6">
              <a:alpha val="15870"/>
            </a:srgbClr>
          </a:solidFill>
          <a:ln>
            <a:noFill/>
          </a:ln>
        </p:spPr>
      </p:sp>
      <p:sp>
        <p:nvSpPr>
          <p:cNvPr id="58" name="wm.whiteboard.90.144"/>
          <p:cNvSpPr/>
          <p:nvPr/>
        </p:nvSpPr>
        <p:spPr>
          <a:xfrm>
            <a:off x="1866900" y="2057400"/>
            <a:ext cx="38100" cy="38100"/>
          </a:xfrm>
          <a:prstGeom prst="rect">
            <a:avLst/>
          </a:prstGeom>
          <a:solidFill>
            <a:srgbClr val="CED7E6">
              <a:alpha val="1171"/>
            </a:srgbClr>
          </a:solidFill>
          <a:ln>
            <a:noFill/>
          </a:ln>
        </p:spPr>
      </p:sp>
      <p:sp>
        <p:nvSpPr>
          <p:cNvPr id="59" name="wm.whiteboard.108.0"/>
          <p:cNvSpPr/>
          <p:nvPr/>
        </p:nvSpPr>
        <p:spPr>
          <a:xfrm>
            <a:off x="2095500" y="228600"/>
            <a:ext cx="38100" cy="38100"/>
          </a:xfrm>
          <a:prstGeom prst="rect">
            <a:avLst/>
          </a:prstGeom>
          <a:solidFill>
            <a:srgbClr val="CED7E6">
              <a:alpha val="70023"/>
            </a:srgbClr>
          </a:solidFill>
          <a:ln>
            <a:noFill/>
          </a:ln>
        </p:spPr>
      </p:sp>
      <p:sp>
        <p:nvSpPr>
          <p:cNvPr id="60" name="wm.whiteboard.108.18"/>
          <p:cNvSpPr/>
          <p:nvPr/>
        </p:nvSpPr>
        <p:spPr>
          <a:xfrm>
            <a:off x="2095500" y="457200"/>
            <a:ext cx="38100" cy="38100"/>
          </a:xfrm>
          <a:prstGeom prst="rect">
            <a:avLst/>
          </a:prstGeom>
          <a:solidFill>
            <a:srgbClr val="CED7E6">
              <a:alpha val="68085"/>
            </a:srgbClr>
          </a:solidFill>
          <a:ln>
            <a:noFill/>
          </a:ln>
        </p:spPr>
      </p:sp>
      <p:sp>
        <p:nvSpPr>
          <p:cNvPr id="61" name="wm.whiteboard.108.36"/>
          <p:cNvSpPr/>
          <p:nvPr/>
        </p:nvSpPr>
        <p:spPr>
          <a:xfrm>
            <a:off x="2095500" y="685800"/>
            <a:ext cx="38100" cy="38100"/>
          </a:xfrm>
          <a:prstGeom prst="rect">
            <a:avLst/>
          </a:prstGeom>
          <a:solidFill>
            <a:srgbClr val="CED7E6">
              <a:alpha val="63033"/>
            </a:srgbClr>
          </a:solidFill>
          <a:ln>
            <a:noFill/>
          </a:ln>
        </p:spPr>
      </p:sp>
      <p:sp>
        <p:nvSpPr>
          <p:cNvPr id="62" name="wm.whiteboard.108.54"/>
          <p:cNvSpPr/>
          <p:nvPr/>
        </p:nvSpPr>
        <p:spPr>
          <a:xfrm>
            <a:off x="2095500" y="914400"/>
            <a:ext cx="38100" cy="38100"/>
          </a:xfrm>
          <a:prstGeom prst="rect">
            <a:avLst/>
          </a:prstGeom>
          <a:solidFill>
            <a:srgbClr val="CED7E6">
              <a:alpha val="55346"/>
            </a:srgbClr>
          </a:solidFill>
          <a:ln>
            <a:noFill/>
          </a:ln>
        </p:spPr>
      </p:sp>
      <p:sp>
        <p:nvSpPr>
          <p:cNvPr id="63" name="wm.whiteboard.108.72"/>
          <p:cNvSpPr/>
          <p:nvPr/>
        </p:nvSpPr>
        <p:spPr>
          <a:xfrm>
            <a:off x="2095500" y="1143000"/>
            <a:ext cx="38100" cy="38100"/>
          </a:xfrm>
          <a:prstGeom prst="rect">
            <a:avLst/>
          </a:prstGeom>
          <a:solidFill>
            <a:srgbClr val="CED7E6">
              <a:alpha val="45583"/>
            </a:srgbClr>
          </a:solidFill>
          <a:ln>
            <a:noFill/>
          </a:ln>
        </p:spPr>
      </p:sp>
      <p:sp>
        <p:nvSpPr>
          <p:cNvPr id="64" name="wm.whiteboard.108.90"/>
          <p:cNvSpPr/>
          <p:nvPr/>
        </p:nvSpPr>
        <p:spPr>
          <a:xfrm>
            <a:off x="2095500" y="1371600"/>
            <a:ext cx="38100" cy="38100"/>
          </a:xfrm>
          <a:prstGeom prst="rect">
            <a:avLst/>
          </a:prstGeom>
          <a:solidFill>
            <a:srgbClr val="CED7E6">
              <a:alpha val="34251"/>
            </a:srgbClr>
          </a:solidFill>
          <a:ln>
            <a:noFill/>
          </a:ln>
        </p:spPr>
      </p:sp>
      <p:sp>
        <p:nvSpPr>
          <p:cNvPr id="65" name="wm.whiteboard.108.108"/>
          <p:cNvSpPr/>
          <p:nvPr/>
        </p:nvSpPr>
        <p:spPr>
          <a:xfrm>
            <a:off x="2095500" y="1600200"/>
            <a:ext cx="38100" cy="38100"/>
          </a:xfrm>
          <a:prstGeom prst="rect">
            <a:avLst/>
          </a:prstGeom>
          <a:solidFill>
            <a:srgbClr val="CED7E6">
              <a:alpha val="21754"/>
            </a:srgbClr>
          </a:solidFill>
          <a:ln>
            <a:noFill/>
          </a:ln>
        </p:spPr>
      </p:sp>
      <p:sp>
        <p:nvSpPr>
          <p:cNvPr id="66" name="wm.whiteboard.108.126"/>
          <p:cNvSpPr/>
          <p:nvPr/>
        </p:nvSpPr>
        <p:spPr>
          <a:xfrm>
            <a:off x="2095500" y="1828800"/>
            <a:ext cx="38100" cy="38100"/>
          </a:xfrm>
          <a:prstGeom prst="rect">
            <a:avLst/>
          </a:prstGeom>
          <a:solidFill>
            <a:srgbClr val="CED7E6">
              <a:alpha val="8391"/>
            </a:srgbClr>
          </a:solidFill>
          <a:ln>
            <a:noFill/>
          </a:ln>
        </p:spPr>
      </p:sp>
      <p:sp>
        <p:nvSpPr>
          <p:cNvPr id="67" name="wm.whiteboard.126.0"/>
          <p:cNvSpPr/>
          <p:nvPr/>
        </p:nvSpPr>
        <p:spPr>
          <a:xfrm>
            <a:off x="2324100" y="228600"/>
            <a:ext cx="38100" cy="38100"/>
          </a:xfrm>
          <a:prstGeom prst="rect">
            <a:avLst/>
          </a:prstGeom>
          <a:solidFill>
            <a:srgbClr val="CED7E6">
              <a:alpha val="56247"/>
            </a:srgbClr>
          </a:solidFill>
          <a:ln>
            <a:noFill/>
          </a:ln>
        </p:spPr>
      </p:sp>
      <p:sp>
        <p:nvSpPr>
          <p:cNvPr id="68" name="wm.whiteboard.126.18"/>
          <p:cNvSpPr/>
          <p:nvPr/>
        </p:nvSpPr>
        <p:spPr>
          <a:xfrm>
            <a:off x="2324100" y="457200"/>
            <a:ext cx="38100" cy="38100"/>
          </a:xfrm>
          <a:prstGeom prst="rect">
            <a:avLst/>
          </a:prstGeom>
          <a:solidFill>
            <a:srgbClr val="CED7E6">
              <a:alpha val="54578"/>
            </a:srgbClr>
          </a:solidFill>
          <a:ln>
            <a:noFill/>
          </a:ln>
        </p:spPr>
      </p:sp>
      <p:sp>
        <p:nvSpPr>
          <p:cNvPr id="69" name="wm.whiteboard.126.36"/>
          <p:cNvSpPr/>
          <p:nvPr/>
        </p:nvSpPr>
        <p:spPr>
          <a:xfrm>
            <a:off x="2324100" y="685800"/>
            <a:ext cx="38100" cy="38100"/>
          </a:xfrm>
          <a:prstGeom prst="rect">
            <a:avLst/>
          </a:prstGeom>
          <a:solidFill>
            <a:srgbClr val="CED7E6">
              <a:alpha val="50182"/>
            </a:srgbClr>
          </a:solidFill>
          <a:ln>
            <a:noFill/>
          </a:ln>
        </p:spPr>
      </p:sp>
      <p:sp>
        <p:nvSpPr>
          <p:cNvPr id="70" name="wm.whiteboard.126.54"/>
          <p:cNvSpPr/>
          <p:nvPr/>
        </p:nvSpPr>
        <p:spPr>
          <a:xfrm>
            <a:off x="2324100" y="914400"/>
            <a:ext cx="38100" cy="38100"/>
          </a:xfrm>
          <a:prstGeom prst="rect">
            <a:avLst/>
          </a:prstGeom>
          <a:solidFill>
            <a:srgbClr val="CED7E6">
              <a:alpha val="43386"/>
            </a:srgbClr>
          </a:solidFill>
          <a:ln>
            <a:noFill/>
          </a:ln>
        </p:spPr>
      </p:sp>
      <p:sp>
        <p:nvSpPr>
          <p:cNvPr id="71" name="wm.whiteboard.126.72"/>
          <p:cNvSpPr/>
          <p:nvPr/>
        </p:nvSpPr>
        <p:spPr>
          <a:xfrm>
            <a:off x="2324100" y="1143000"/>
            <a:ext cx="38100" cy="38100"/>
          </a:xfrm>
          <a:prstGeom prst="rect">
            <a:avLst/>
          </a:prstGeom>
          <a:solidFill>
            <a:srgbClr val="CED7E6">
              <a:alpha val="34598"/>
            </a:srgbClr>
          </a:solidFill>
          <a:ln>
            <a:noFill/>
          </a:ln>
        </p:spPr>
      </p:sp>
      <p:sp>
        <p:nvSpPr>
          <p:cNvPr id="72" name="wm.whiteboard.126.90"/>
          <p:cNvSpPr/>
          <p:nvPr/>
        </p:nvSpPr>
        <p:spPr>
          <a:xfrm>
            <a:off x="2324100" y="1371600"/>
            <a:ext cx="38100" cy="38100"/>
          </a:xfrm>
          <a:prstGeom prst="rect">
            <a:avLst/>
          </a:prstGeom>
          <a:solidFill>
            <a:srgbClr val="CED7E6">
              <a:alpha val="24223"/>
            </a:srgbClr>
          </a:solidFill>
          <a:ln>
            <a:noFill/>
          </a:ln>
        </p:spPr>
      </p:sp>
      <p:sp>
        <p:nvSpPr>
          <p:cNvPr id="73" name="wm.whiteboard.126.108"/>
          <p:cNvSpPr/>
          <p:nvPr/>
        </p:nvSpPr>
        <p:spPr>
          <a:xfrm>
            <a:off x="2324100" y="1600200"/>
            <a:ext cx="38100" cy="38100"/>
          </a:xfrm>
          <a:prstGeom prst="rect">
            <a:avLst/>
          </a:prstGeom>
          <a:solidFill>
            <a:srgbClr val="CED7E6">
              <a:alpha val="12610"/>
            </a:srgbClr>
          </a:solidFill>
          <a:ln>
            <a:noFill/>
          </a:ln>
        </p:spPr>
      </p:sp>
      <p:sp>
        <p:nvSpPr>
          <p:cNvPr id="74" name="wm.whiteboard.126.126"/>
          <p:cNvSpPr/>
          <p:nvPr/>
        </p:nvSpPr>
        <p:spPr>
          <a:xfrm>
            <a:off x="2324100" y="1828800"/>
            <a:ext cx="38100" cy="38100"/>
          </a:xfrm>
          <a:prstGeom prst="rect">
            <a:avLst/>
          </a:prstGeom>
          <a:solidFill>
            <a:srgbClr val="CED7E6">
              <a:alpha val="40"/>
            </a:srgbClr>
          </a:solidFill>
          <a:ln>
            <a:noFill/>
          </a:ln>
        </p:spPr>
      </p:sp>
      <p:sp>
        <p:nvSpPr>
          <p:cNvPr id="75" name="wm.whiteboard.144.0"/>
          <p:cNvSpPr/>
          <p:nvPr/>
        </p:nvSpPr>
        <p:spPr>
          <a:xfrm>
            <a:off x="2552700" y="228600"/>
            <a:ext cx="38100" cy="38100"/>
          </a:xfrm>
          <a:prstGeom prst="rect">
            <a:avLst/>
          </a:prstGeom>
          <a:solidFill>
            <a:srgbClr val="CED7E6">
              <a:alpha val="42471"/>
            </a:srgbClr>
          </a:solidFill>
          <a:ln>
            <a:noFill/>
          </a:ln>
        </p:spPr>
      </p:sp>
      <p:sp>
        <p:nvSpPr>
          <p:cNvPr id="76" name="wm.whiteboard.144.18"/>
          <p:cNvSpPr/>
          <p:nvPr/>
        </p:nvSpPr>
        <p:spPr>
          <a:xfrm>
            <a:off x="2552700" y="457200"/>
            <a:ext cx="38100" cy="38100"/>
          </a:xfrm>
          <a:prstGeom prst="rect">
            <a:avLst/>
          </a:prstGeom>
          <a:solidFill>
            <a:srgbClr val="CED7E6">
              <a:alpha val="41005"/>
            </a:srgbClr>
          </a:solidFill>
          <a:ln>
            <a:noFill/>
          </a:ln>
        </p:spPr>
      </p:sp>
      <p:sp>
        <p:nvSpPr>
          <p:cNvPr id="77" name="wm.whiteboard.144.36"/>
          <p:cNvSpPr/>
          <p:nvPr/>
        </p:nvSpPr>
        <p:spPr>
          <a:xfrm>
            <a:off x="2552700" y="685800"/>
            <a:ext cx="38100" cy="38100"/>
          </a:xfrm>
          <a:prstGeom prst="rect">
            <a:avLst/>
          </a:prstGeom>
          <a:solidFill>
            <a:srgbClr val="CED7E6">
              <a:alpha val="37120"/>
            </a:srgbClr>
          </a:solidFill>
          <a:ln>
            <a:noFill/>
          </a:ln>
        </p:spPr>
      </p:sp>
      <p:sp>
        <p:nvSpPr>
          <p:cNvPr id="78" name="wm.whiteboard.144.54"/>
          <p:cNvSpPr/>
          <p:nvPr/>
        </p:nvSpPr>
        <p:spPr>
          <a:xfrm>
            <a:off x="2552700" y="914400"/>
            <a:ext cx="38100" cy="38100"/>
          </a:xfrm>
          <a:prstGeom prst="rect">
            <a:avLst/>
          </a:prstGeom>
          <a:solidFill>
            <a:srgbClr val="CED7E6">
              <a:alpha val="31044"/>
            </a:srgbClr>
          </a:solidFill>
          <a:ln>
            <a:noFill/>
          </a:ln>
        </p:spPr>
      </p:sp>
      <p:sp>
        <p:nvSpPr>
          <p:cNvPr id="79" name="wm.whiteboard.144.72"/>
          <p:cNvSpPr/>
          <p:nvPr/>
        </p:nvSpPr>
        <p:spPr>
          <a:xfrm>
            <a:off x="2552700" y="1143000"/>
            <a:ext cx="38100" cy="38100"/>
          </a:xfrm>
          <a:prstGeom prst="rect">
            <a:avLst/>
          </a:prstGeom>
          <a:solidFill>
            <a:srgbClr val="CED7E6">
              <a:alpha val="23083"/>
            </a:srgbClr>
          </a:solidFill>
          <a:ln>
            <a:noFill/>
          </a:ln>
        </p:spPr>
      </p:sp>
      <p:sp>
        <p:nvSpPr>
          <p:cNvPr id="80" name="wm.whiteboard.144.90"/>
          <p:cNvSpPr/>
          <p:nvPr/>
        </p:nvSpPr>
        <p:spPr>
          <a:xfrm>
            <a:off x="2552700" y="1371600"/>
            <a:ext cx="38100" cy="38100"/>
          </a:xfrm>
          <a:prstGeom prst="rect">
            <a:avLst/>
          </a:prstGeom>
          <a:solidFill>
            <a:srgbClr val="CED7E6">
              <a:alpha val="13557"/>
            </a:srgbClr>
          </a:solidFill>
          <a:ln>
            <a:noFill/>
          </a:ln>
        </p:spPr>
      </p:sp>
      <p:sp>
        <p:nvSpPr>
          <p:cNvPr id="81" name="wm.whiteboard.144.108"/>
          <p:cNvSpPr/>
          <p:nvPr/>
        </p:nvSpPr>
        <p:spPr>
          <a:xfrm>
            <a:off x="2552700" y="1600200"/>
            <a:ext cx="38100" cy="38100"/>
          </a:xfrm>
          <a:prstGeom prst="rect">
            <a:avLst/>
          </a:prstGeom>
          <a:solidFill>
            <a:srgbClr val="CED7E6">
              <a:alpha val="2762"/>
            </a:srgbClr>
          </a:solidFill>
          <a:ln>
            <a:noFill/>
          </a:ln>
        </p:spPr>
      </p:sp>
      <p:sp>
        <p:nvSpPr>
          <p:cNvPr id="82" name="wm.whiteboard.162.0"/>
          <p:cNvSpPr/>
          <p:nvPr/>
        </p:nvSpPr>
        <p:spPr>
          <a:xfrm>
            <a:off x="2781300" y="228600"/>
            <a:ext cx="38100" cy="38100"/>
          </a:xfrm>
          <a:prstGeom prst="rect">
            <a:avLst/>
          </a:prstGeom>
          <a:solidFill>
            <a:srgbClr val="CED7E6">
              <a:alpha val="28695"/>
            </a:srgbClr>
          </a:solidFill>
          <a:ln>
            <a:noFill/>
          </a:ln>
        </p:spPr>
      </p:sp>
      <p:sp>
        <p:nvSpPr>
          <p:cNvPr id="83" name="wm.whiteboard.162.18"/>
          <p:cNvSpPr/>
          <p:nvPr/>
        </p:nvSpPr>
        <p:spPr>
          <a:xfrm>
            <a:off x="2781300" y="457200"/>
            <a:ext cx="38100" cy="38100"/>
          </a:xfrm>
          <a:prstGeom prst="rect">
            <a:avLst/>
          </a:prstGeom>
          <a:solidFill>
            <a:srgbClr val="CED7E6">
              <a:alpha val="27389"/>
            </a:srgbClr>
          </a:solidFill>
          <a:ln>
            <a:noFill/>
          </a:ln>
        </p:spPr>
      </p:sp>
      <p:sp>
        <p:nvSpPr>
          <p:cNvPr id="84" name="wm.whiteboard.162.36"/>
          <p:cNvSpPr/>
          <p:nvPr/>
        </p:nvSpPr>
        <p:spPr>
          <a:xfrm>
            <a:off x="2781300" y="685800"/>
            <a:ext cx="38100" cy="38100"/>
          </a:xfrm>
          <a:prstGeom prst="rect">
            <a:avLst/>
          </a:prstGeom>
          <a:solidFill>
            <a:srgbClr val="CED7E6">
              <a:alpha val="23910"/>
            </a:srgbClr>
          </a:solidFill>
          <a:ln>
            <a:noFill/>
          </a:ln>
        </p:spPr>
      </p:sp>
      <p:sp>
        <p:nvSpPr>
          <p:cNvPr id="85" name="wm.whiteboard.162.54"/>
          <p:cNvSpPr/>
          <p:nvPr/>
        </p:nvSpPr>
        <p:spPr>
          <a:xfrm>
            <a:off x="2781300" y="914400"/>
            <a:ext cx="38100" cy="38100"/>
          </a:xfrm>
          <a:prstGeom prst="rect">
            <a:avLst/>
          </a:prstGeom>
          <a:solidFill>
            <a:srgbClr val="CED7E6">
              <a:alpha val="18425"/>
            </a:srgbClr>
          </a:solidFill>
          <a:ln>
            <a:noFill/>
          </a:ln>
        </p:spPr>
      </p:sp>
      <p:sp>
        <p:nvSpPr>
          <p:cNvPr id="86" name="wm.whiteboard.162.72"/>
          <p:cNvSpPr/>
          <p:nvPr/>
        </p:nvSpPr>
        <p:spPr>
          <a:xfrm>
            <a:off x="2781300" y="1143000"/>
            <a:ext cx="38100" cy="38100"/>
          </a:xfrm>
          <a:prstGeom prst="rect">
            <a:avLst/>
          </a:prstGeom>
          <a:solidFill>
            <a:srgbClr val="CED7E6">
              <a:alpha val="11167"/>
            </a:srgbClr>
          </a:solidFill>
          <a:ln>
            <a:noFill/>
          </a:ln>
        </p:spPr>
      </p:sp>
      <p:sp>
        <p:nvSpPr>
          <p:cNvPr id="87" name="wm.whiteboard.162.90"/>
          <p:cNvSpPr/>
          <p:nvPr/>
        </p:nvSpPr>
        <p:spPr>
          <a:xfrm>
            <a:off x="2781300" y="1371600"/>
            <a:ext cx="38100" cy="38100"/>
          </a:xfrm>
          <a:prstGeom prst="rect">
            <a:avLst/>
          </a:prstGeom>
          <a:solidFill>
            <a:srgbClr val="CED7E6">
              <a:alpha val="2388"/>
            </a:srgbClr>
          </a:solidFill>
          <a:ln>
            <a:noFill/>
          </a:ln>
        </p:spPr>
      </p:sp>
      <p:sp>
        <p:nvSpPr>
          <p:cNvPr id="88" name="wm.whiteboard.180.0"/>
          <p:cNvSpPr/>
          <p:nvPr/>
        </p:nvSpPr>
        <p:spPr>
          <a:xfrm>
            <a:off x="3009900" y="228600"/>
            <a:ext cx="38100" cy="38100"/>
          </a:xfrm>
          <a:prstGeom prst="rect">
            <a:avLst/>
          </a:prstGeom>
          <a:solidFill>
            <a:srgbClr val="CED7E6">
              <a:alpha val="14918"/>
            </a:srgbClr>
          </a:solidFill>
          <a:ln>
            <a:noFill/>
          </a:ln>
        </p:spPr>
      </p:sp>
      <p:sp>
        <p:nvSpPr>
          <p:cNvPr id="89" name="wm.whiteboard.180.18"/>
          <p:cNvSpPr/>
          <p:nvPr/>
        </p:nvSpPr>
        <p:spPr>
          <a:xfrm>
            <a:off x="3009900" y="457200"/>
            <a:ext cx="38100" cy="38100"/>
          </a:xfrm>
          <a:prstGeom prst="rect">
            <a:avLst/>
          </a:prstGeom>
          <a:solidFill>
            <a:srgbClr val="CED7E6">
              <a:alpha val="13741"/>
            </a:srgbClr>
          </a:solidFill>
          <a:ln>
            <a:noFill/>
          </a:ln>
        </p:spPr>
      </p:sp>
      <p:sp>
        <p:nvSpPr>
          <p:cNvPr id="90" name="wm.whiteboard.180.36"/>
          <p:cNvSpPr/>
          <p:nvPr/>
        </p:nvSpPr>
        <p:spPr>
          <a:xfrm>
            <a:off x="3009900" y="685800"/>
            <a:ext cx="38100" cy="38100"/>
          </a:xfrm>
          <a:prstGeom prst="rect">
            <a:avLst/>
          </a:prstGeom>
          <a:solidFill>
            <a:srgbClr val="CED7E6">
              <a:alpha val="10593"/>
            </a:srgbClr>
          </a:solidFill>
          <a:ln>
            <a:noFill/>
          </a:ln>
        </p:spPr>
      </p:sp>
      <p:sp>
        <p:nvSpPr>
          <p:cNvPr id="91" name="wm.whiteboard.180.54"/>
          <p:cNvSpPr/>
          <p:nvPr/>
        </p:nvSpPr>
        <p:spPr>
          <a:xfrm>
            <a:off x="3009900" y="914400"/>
            <a:ext cx="38100" cy="38100"/>
          </a:xfrm>
          <a:prstGeom prst="rect">
            <a:avLst/>
          </a:prstGeom>
          <a:solidFill>
            <a:srgbClr val="CED7E6">
              <a:alpha val="5600"/>
            </a:srgbClr>
          </a:solidFill>
          <a:ln>
            <a:noFill/>
          </a:ln>
        </p:spPr>
      </p:sp>
      <p:sp>
        <p:nvSpPr>
          <p:cNvPr id="92" name="wm.whiteboard.198.0"/>
          <p:cNvSpPr/>
          <p:nvPr/>
        </p:nvSpPr>
        <p:spPr>
          <a:xfrm>
            <a:off x="3238500" y="228600"/>
            <a:ext cx="38100" cy="38100"/>
          </a:xfrm>
          <a:prstGeom prst="rect">
            <a:avLst/>
          </a:prstGeom>
          <a:solidFill>
            <a:srgbClr val="CED7E6">
              <a:alpha val="1142"/>
            </a:srgbClr>
          </a:solidFill>
          <a:ln>
            <a:noFill/>
          </a:ln>
        </p:spPr>
      </p:sp>
      <p:sp>
        <p:nvSpPr>
          <p:cNvPr id="93" name="wm.whiteboard.198.18"/>
          <p:cNvSpPr/>
          <p:nvPr/>
        </p:nvSpPr>
        <p:spPr>
          <a:xfrm>
            <a:off x="3238500" y="457200"/>
            <a:ext cx="38100" cy="38100"/>
          </a:xfrm>
          <a:prstGeom prst="rect">
            <a:avLst/>
          </a:prstGeom>
          <a:solidFill>
            <a:srgbClr val="CED7E6">
              <a:alpha val="69"/>
            </a:srgbClr>
          </a:solidFill>
          <a:ln>
            <a:noFill/>
          </a:ln>
        </p:spPr>
      </p:sp>
      <p:sp>
        <p:nvSpPr>
          <p:cNvPr id="94" name="wm.header.rule"/>
          <p:cNvSpPr/>
          <p:nvPr/>
        </p:nvSpPr>
        <p:spPr>
          <a:xfrm>
            <a:off x="723900" y="1371600"/>
            <a:ext cx="10744200" cy="9525"/>
          </a:xfrm>
          <a:prstGeom prst="rect">
            <a:avLst/>
          </a:prstGeom>
          <a:solidFill>
            <a:srgbClr val="CED7E6"/>
          </a:solidFill>
          <a:ln>
            <a:noFill/>
          </a:ln>
        </p:spPr>
      </p:sp>
      <p:pic>
        <p:nvPicPr>
          <p:cNvPr id="95"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210300"/>
            <a:ext cx="729403" cy="152400"/>
          </a:xfrm>
          <a:prstGeom prst="rect">
            <a:avLst/>
          </a:prstGeom>
        </p:spPr>
      </p:pic>
      <p:sp>
        <p:nvSpPr>
          <p:cNvPr id="96" name="wm.legal"/>
          <p:cNvSpPr/>
          <p:nvPr/>
        </p:nvSpPr>
        <p:spPr>
          <a:xfrm>
            <a:off x="2171700" y="6172200"/>
            <a:ext cx="89154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wmds.frame.7af10fa5063581789a42">
    <p:bg>
      <p:bgPr>
        <a:solidFill>
          <a:srgbClr val="FFFFFF"/>
        </a:solidFill>
      </p:bgPr>
    </p:bg>
    <p:spTree>
      <p:nvGrpSpPr>
        <p:cNvPr id="1" name=""/>
        <p:cNvGrpSpPr/>
        <p:nvPr/>
      </p:nvGrpSpPr>
      <p:grpSpPr>
        <a:xfrm>
          <a:off x="0" y="0"/>
          <a:ext cx="0" cy="0"/>
          <a:chOff x="0" y="0"/>
          <a:chExt cx="0" cy="0"/>
        </a:xfrm>
      </p:grpSpPr>
      <p:sp>
        <p:nvSpPr>
          <p:cNvPr id="2" name="wm.rail"/>
          <p:cNvSpPr/>
          <p:nvPr/>
        </p:nvSpPr>
        <p:spPr>
          <a:xfrm>
            <a:off x="8724900" y="0"/>
            <a:ext cx="3467100" cy="6858000"/>
          </a:xfrm>
          <a:prstGeom prst="rect">
            <a:avLst/>
          </a:prstGeom>
          <a:solidFill>
            <a:srgbClr val="070154"/>
          </a:solidFill>
          <a:ln>
            <a:noFill/>
          </a:ln>
        </p:spPr>
      </p:sp>
      <p:sp>
        <p:nvSpPr>
          <p:cNvPr id="3" name="wm.footer.band"/>
          <p:cNvSpPr/>
          <p:nvPr/>
        </p:nvSpPr>
        <p:spPr>
          <a:xfrm>
            <a:off x="0" y="6172200"/>
            <a:ext cx="8724900" cy="685800"/>
          </a:xfrm>
          <a:prstGeom prst="rect">
            <a:avLst/>
          </a:prstGeom>
          <a:solidFill>
            <a:srgbClr val="E8EEF8"/>
          </a:solidFill>
          <a:ln>
            <a:noFill/>
          </a:ln>
        </p:spPr>
      </p:sp>
      <p:sp>
        <p:nvSpPr>
          <p:cNvPr id="4" name="wm.whiteboard.0.0"/>
          <p:cNvSpPr/>
          <p:nvPr/>
        </p:nvSpPr>
        <p:spPr>
          <a:xfrm>
            <a:off x="266700" y="228600"/>
            <a:ext cx="38100" cy="38100"/>
          </a:xfrm>
          <a:prstGeom prst="rect">
            <a:avLst/>
          </a:prstGeom>
          <a:solidFill>
            <a:srgbClr val="CED7E6"/>
          </a:solidFill>
          <a:ln>
            <a:noFill/>
          </a:ln>
        </p:spPr>
      </p:sp>
      <p:sp>
        <p:nvSpPr>
          <p:cNvPr id="5" name="wm.whiteboard.0.18"/>
          <p:cNvSpPr/>
          <p:nvPr/>
        </p:nvSpPr>
        <p:spPr>
          <a:xfrm>
            <a:off x="266700" y="457200"/>
            <a:ext cx="38100" cy="38100"/>
          </a:xfrm>
          <a:prstGeom prst="rect">
            <a:avLst/>
          </a:prstGeom>
          <a:solidFill>
            <a:srgbClr val="CED7E6"/>
          </a:solidFill>
          <a:ln>
            <a:noFill/>
          </a:ln>
        </p:spPr>
      </p:sp>
      <p:sp>
        <p:nvSpPr>
          <p:cNvPr id="6" name="wm.whiteboard.0.36"/>
          <p:cNvSpPr/>
          <p:nvPr/>
        </p:nvSpPr>
        <p:spPr>
          <a:xfrm>
            <a:off x="266700" y="685800"/>
            <a:ext cx="38100" cy="38100"/>
          </a:xfrm>
          <a:prstGeom prst="rect">
            <a:avLst/>
          </a:prstGeom>
          <a:solidFill>
            <a:srgbClr val="CED7E6"/>
          </a:solidFill>
          <a:ln>
            <a:noFill/>
          </a:ln>
        </p:spPr>
      </p:sp>
      <p:sp>
        <p:nvSpPr>
          <p:cNvPr id="7" name="wm.whiteboard.0.54"/>
          <p:cNvSpPr/>
          <p:nvPr/>
        </p:nvSpPr>
        <p:spPr>
          <a:xfrm>
            <a:off x="266700" y="914400"/>
            <a:ext cx="38100" cy="38100"/>
          </a:xfrm>
          <a:prstGeom prst="rect">
            <a:avLst/>
          </a:prstGeom>
          <a:solidFill>
            <a:srgbClr val="CED7E6"/>
          </a:solidFill>
          <a:ln>
            <a:noFill/>
          </a:ln>
        </p:spPr>
      </p:sp>
      <p:sp>
        <p:nvSpPr>
          <p:cNvPr id="8" name="wm.whiteboard.0.72"/>
          <p:cNvSpPr/>
          <p:nvPr/>
        </p:nvSpPr>
        <p:spPr>
          <a:xfrm>
            <a:off x="266700" y="1143000"/>
            <a:ext cx="38100" cy="38100"/>
          </a:xfrm>
          <a:prstGeom prst="rect">
            <a:avLst/>
          </a:prstGeom>
          <a:solidFill>
            <a:srgbClr val="CED7E6">
              <a:alpha val="85305"/>
            </a:srgbClr>
          </a:solidFill>
          <a:ln>
            <a:noFill/>
          </a:ln>
        </p:spPr>
      </p:sp>
      <p:sp>
        <p:nvSpPr>
          <p:cNvPr id="9" name="wm.whiteboard.0.90"/>
          <p:cNvSpPr/>
          <p:nvPr/>
        </p:nvSpPr>
        <p:spPr>
          <a:xfrm>
            <a:off x="266700" y="1371600"/>
            <a:ext cx="38100" cy="38100"/>
          </a:xfrm>
          <a:prstGeom prst="rect">
            <a:avLst/>
          </a:prstGeom>
          <a:solidFill>
            <a:srgbClr val="CED7E6">
              <a:alpha val="68524"/>
            </a:srgbClr>
          </a:solidFill>
          <a:ln>
            <a:noFill/>
          </a:ln>
        </p:spPr>
      </p:sp>
      <p:sp>
        <p:nvSpPr>
          <p:cNvPr id="10" name="wm.whiteboard.0.108"/>
          <p:cNvSpPr/>
          <p:nvPr/>
        </p:nvSpPr>
        <p:spPr>
          <a:xfrm>
            <a:off x="266700" y="1600200"/>
            <a:ext cx="38100" cy="38100"/>
          </a:xfrm>
          <a:prstGeom prst="rect">
            <a:avLst/>
          </a:prstGeom>
          <a:solidFill>
            <a:srgbClr val="CED7E6">
              <a:alpha val="51742"/>
            </a:srgbClr>
          </a:solidFill>
          <a:ln>
            <a:noFill/>
          </a:ln>
        </p:spPr>
      </p:sp>
      <p:sp>
        <p:nvSpPr>
          <p:cNvPr id="11" name="wm.whiteboard.0.126"/>
          <p:cNvSpPr/>
          <p:nvPr/>
        </p:nvSpPr>
        <p:spPr>
          <a:xfrm>
            <a:off x="266700" y="1828800"/>
            <a:ext cx="38100" cy="38100"/>
          </a:xfrm>
          <a:prstGeom prst="rect">
            <a:avLst/>
          </a:prstGeom>
          <a:solidFill>
            <a:srgbClr val="CED7E6">
              <a:alpha val="34959"/>
            </a:srgbClr>
          </a:solidFill>
          <a:ln>
            <a:noFill/>
          </a:ln>
        </p:spPr>
      </p:sp>
      <p:sp>
        <p:nvSpPr>
          <p:cNvPr id="12" name="wm.whiteboard.0.144"/>
          <p:cNvSpPr/>
          <p:nvPr/>
        </p:nvSpPr>
        <p:spPr>
          <a:xfrm>
            <a:off x="266700" y="2057400"/>
            <a:ext cx="38100" cy="38100"/>
          </a:xfrm>
          <a:prstGeom prst="rect">
            <a:avLst/>
          </a:prstGeom>
          <a:solidFill>
            <a:srgbClr val="CED7E6">
              <a:alpha val="18177"/>
            </a:srgbClr>
          </a:solidFill>
          <a:ln>
            <a:noFill/>
          </a:ln>
        </p:spPr>
      </p:sp>
      <p:sp>
        <p:nvSpPr>
          <p:cNvPr id="13" name="wm.whiteboard.0.162"/>
          <p:cNvSpPr/>
          <p:nvPr/>
        </p:nvSpPr>
        <p:spPr>
          <a:xfrm>
            <a:off x="266700" y="2286000"/>
            <a:ext cx="38100" cy="38100"/>
          </a:xfrm>
          <a:prstGeom prst="rect">
            <a:avLst/>
          </a:prstGeom>
          <a:solidFill>
            <a:srgbClr val="CED7E6">
              <a:alpha val="1394"/>
            </a:srgbClr>
          </a:solidFill>
          <a:ln>
            <a:noFill/>
          </a:ln>
        </p:spPr>
      </p:sp>
      <p:sp>
        <p:nvSpPr>
          <p:cNvPr id="14" name="wm.whiteboard.18.0"/>
          <p:cNvSpPr/>
          <p:nvPr/>
        </p:nvSpPr>
        <p:spPr>
          <a:xfrm>
            <a:off x="495300" y="228600"/>
            <a:ext cx="38100" cy="38100"/>
          </a:xfrm>
          <a:prstGeom prst="rect">
            <a:avLst/>
          </a:prstGeom>
          <a:solidFill>
            <a:srgbClr val="CED7E6"/>
          </a:solidFill>
          <a:ln>
            <a:noFill/>
          </a:ln>
        </p:spPr>
      </p:sp>
      <p:sp>
        <p:nvSpPr>
          <p:cNvPr id="15" name="wm.whiteboard.18.18"/>
          <p:cNvSpPr/>
          <p:nvPr/>
        </p:nvSpPr>
        <p:spPr>
          <a:xfrm>
            <a:off x="495300" y="457200"/>
            <a:ext cx="38100" cy="38100"/>
          </a:xfrm>
          <a:prstGeom prst="rect">
            <a:avLst/>
          </a:prstGeom>
          <a:solidFill>
            <a:srgbClr val="CED7E6"/>
          </a:solidFill>
          <a:ln>
            <a:noFill/>
          </a:ln>
        </p:spPr>
      </p:sp>
      <p:sp>
        <p:nvSpPr>
          <p:cNvPr id="16" name="wm.whiteboard.18.36"/>
          <p:cNvSpPr/>
          <p:nvPr/>
        </p:nvSpPr>
        <p:spPr>
          <a:xfrm>
            <a:off x="495300" y="685800"/>
            <a:ext cx="38100" cy="38100"/>
          </a:xfrm>
          <a:prstGeom prst="rect">
            <a:avLst/>
          </a:prstGeom>
          <a:solidFill>
            <a:srgbClr val="CED7E6"/>
          </a:solidFill>
          <a:ln>
            <a:noFill/>
          </a:ln>
        </p:spPr>
      </p:sp>
      <p:sp>
        <p:nvSpPr>
          <p:cNvPr id="17" name="wm.whiteboard.18.54"/>
          <p:cNvSpPr/>
          <p:nvPr/>
        </p:nvSpPr>
        <p:spPr>
          <a:xfrm>
            <a:off x="495300" y="914400"/>
            <a:ext cx="38100" cy="38100"/>
          </a:xfrm>
          <a:prstGeom prst="rect">
            <a:avLst/>
          </a:prstGeom>
          <a:solidFill>
            <a:srgbClr val="CED7E6">
              <a:alpha val="99988"/>
            </a:srgbClr>
          </a:solidFill>
          <a:ln>
            <a:noFill/>
          </a:ln>
        </p:spPr>
      </p:sp>
      <p:sp>
        <p:nvSpPr>
          <p:cNvPr id="18" name="wm.whiteboard.18.72"/>
          <p:cNvSpPr/>
          <p:nvPr/>
        </p:nvSpPr>
        <p:spPr>
          <a:xfrm>
            <a:off x="495300" y="1143000"/>
            <a:ext cx="38100" cy="38100"/>
          </a:xfrm>
          <a:prstGeom prst="rect">
            <a:avLst/>
          </a:prstGeom>
          <a:solidFill>
            <a:srgbClr val="CED7E6">
              <a:alpha val="83708"/>
            </a:srgbClr>
          </a:solidFill>
          <a:ln>
            <a:noFill/>
          </a:ln>
        </p:spPr>
      </p:sp>
      <p:sp>
        <p:nvSpPr>
          <p:cNvPr id="19" name="wm.whiteboard.18.90"/>
          <p:cNvSpPr/>
          <p:nvPr/>
        </p:nvSpPr>
        <p:spPr>
          <a:xfrm>
            <a:off x="495300" y="1371600"/>
            <a:ext cx="38100" cy="38100"/>
          </a:xfrm>
          <a:prstGeom prst="rect">
            <a:avLst/>
          </a:prstGeom>
          <a:solidFill>
            <a:srgbClr val="CED7E6">
              <a:alpha val="67236"/>
            </a:srgbClr>
          </a:solidFill>
          <a:ln>
            <a:noFill/>
          </a:ln>
        </p:spPr>
      </p:sp>
      <p:sp>
        <p:nvSpPr>
          <p:cNvPr id="20" name="wm.whiteboard.18.108"/>
          <p:cNvSpPr/>
          <p:nvPr/>
        </p:nvSpPr>
        <p:spPr>
          <a:xfrm>
            <a:off x="495300" y="1600200"/>
            <a:ext cx="38100" cy="38100"/>
          </a:xfrm>
          <a:prstGeom prst="rect">
            <a:avLst/>
          </a:prstGeom>
          <a:solidFill>
            <a:srgbClr val="CED7E6">
              <a:alpha val="50663"/>
            </a:srgbClr>
          </a:solidFill>
          <a:ln>
            <a:noFill/>
          </a:ln>
        </p:spPr>
      </p:sp>
      <p:sp>
        <p:nvSpPr>
          <p:cNvPr id="21" name="wm.whiteboard.18.126"/>
          <p:cNvSpPr/>
          <p:nvPr/>
        </p:nvSpPr>
        <p:spPr>
          <a:xfrm>
            <a:off x="495300" y="1828800"/>
            <a:ext cx="38100" cy="38100"/>
          </a:xfrm>
          <a:prstGeom prst="rect">
            <a:avLst/>
          </a:prstGeom>
          <a:solidFill>
            <a:srgbClr val="CED7E6">
              <a:alpha val="34032"/>
            </a:srgbClr>
          </a:solidFill>
          <a:ln>
            <a:noFill/>
          </a:ln>
        </p:spPr>
      </p:sp>
      <p:sp>
        <p:nvSpPr>
          <p:cNvPr id="22" name="wm.whiteboard.18.144"/>
          <p:cNvSpPr/>
          <p:nvPr/>
        </p:nvSpPr>
        <p:spPr>
          <a:xfrm>
            <a:off x="495300" y="2057400"/>
            <a:ext cx="38100" cy="38100"/>
          </a:xfrm>
          <a:prstGeom prst="rect">
            <a:avLst/>
          </a:prstGeom>
          <a:solidFill>
            <a:srgbClr val="CED7E6">
              <a:alpha val="17363"/>
            </a:srgbClr>
          </a:solidFill>
          <a:ln>
            <a:noFill/>
          </a:ln>
        </p:spPr>
      </p:sp>
      <p:sp>
        <p:nvSpPr>
          <p:cNvPr id="23" name="wm.whiteboard.18.162"/>
          <p:cNvSpPr/>
          <p:nvPr/>
        </p:nvSpPr>
        <p:spPr>
          <a:xfrm>
            <a:off x="495300" y="2286000"/>
            <a:ext cx="38100" cy="38100"/>
          </a:xfrm>
          <a:prstGeom prst="rect">
            <a:avLst/>
          </a:prstGeom>
          <a:solidFill>
            <a:srgbClr val="CED7E6">
              <a:alpha val="670"/>
            </a:srgbClr>
          </a:solidFill>
          <a:ln>
            <a:noFill/>
          </a:ln>
        </p:spPr>
      </p:sp>
      <p:sp>
        <p:nvSpPr>
          <p:cNvPr id="24" name="wm.whiteboard.36.0"/>
          <p:cNvSpPr/>
          <p:nvPr/>
        </p:nvSpPr>
        <p:spPr>
          <a:xfrm>
            <a:off x="723900" y="228600"/>
            <a:ext cx="38100" cy="38100"/>
          </a:xfrm>
          <a:prstGeom prst="rect">
            <a:avLst/>
          </a:prstGeom>
          <a:solidFill>
            <a:srgbClr val="CED7E6"/>
          </a:solidFill>
          <a:ln>
            <a:noFill/>
          </a:ln>
        </p:spPr>
      </p:sp>
      <p:sp>
        <p:nvSpPr>
          <p:cNvPr id="25" name="wm.whiteboard.36.18"/>
          <p:cNvSpPr/>
          <p:nvPr/>
        </p:nvSpPr>
        <p:spPr>
          <a:xfrm>
            <a:off x="723900" y="457200"/>
            <a:ext cx="38100" cy="38100"/>
          </a:xfrm>
          <a:prstGeom prst="rect">
            <a:avLst/>
          </a:prstGeom>
          <a:solidFill>
            <a:srgbClr val="CED7E6"/>
          </a:solidFill>
          <a:ln>
            <a:noFill/>
          </a:ln>
        </p:spPr>
      </p:sp>
      <p:sp>
        <p:nvSpPr>
          <p:cNvPr id="26" name="wm.whiteboard.36.36"/>
          <p:cNvSpPr/>
          <p:nvPr/>
        </p:nvSpPr>
        <p:spPr>
          <a:xfrm>
            <a:off x="723900" y="685800"/>
            <a:ext cx="38100" cy="38100"/>
          </a:xfrm>
          <a:prstGeom prst="rect">
            <a:avLst/>
          </a:prstGeom>
          <a:solidFill>
            <a:srgbClr val="CED7E6"/>
          </a:solidFill>
          <a:ln>
            <a:noFill/>
          </a:ln>
        </p:spPr>
      </p:sp>
      <p:sp>
        <p:nvSpPr>
          <p:cNvPr id="27" name="wm.whiteboard.36.54"/>
          <p:cNvSpPr/>
          <p:nvPr/>
        </p:nvSpPr>
        <p:spPr>
          <a:xfrm>
            <a:off x="723900" y="914400"/>
            <a:ext cx="38100" cy="38100"/>
          </a:xfrm>
          <a:prstGeom prst="rect">
            <a:avLst/>
          </a:prstGeom>
          <a:solidFill>
            <a:srgbClr val="CED7E6">
              <a:alpha val="94671"/>
            </a:srgbClr>
          </a:solidFill>
          <a:ln>
            <a:noFill/>
          </a:ln>
        </p:spPr>
      </p:sp>
      <p:sp>
        <p:nvSpPr>
          <p:cNvPr id="28" name="wm.whiteboard.36.72"/>
          <p:cNvSpPr/>
          <p:nvPr/>
        </p:nvSpPr>
        <p:spPr>
          <a:xfrm>
            <a:off x="723900" y="1143000"/>
            <a:ext cx="38100" cy="38100"/>
          </a:xfrm>
          <a:prstGeom prst="rect">
            <a:avLst/>
          </a:prstGeom>
          <a:solidFill>
            <a:srgbClr val="CED7E6">
              <a:alpha val="79547"/>
            </a:srgbClr>
          </a:solidFill>
          <a:ln>
            <a:noFill/>
          </a:ln>
        </p:spPr>
      </p:sp>
      <p:sp>
        <p:nvSpPr>
          <p:cNvPr id="29" name="wm.whiteboard.36.90"/>
          <p:cNvSpPr/>
          <p:nvPr/>
        </p:nvSpPr>
        <p:spPr>
          <a:xfrm>
            <a:off x="723900" y="1371600"/>
            <a:ext cx="38100" cy="38100"/>
          </a:xfrm>
          <a:prstGeom prst="rect">
            <a:avLst/>
          </a:prstGeom>
          <a:solidFill>
            <a:srgbClr val="CED7E6">
              <a:alpha val="63833"/>
            </a:srgbClr>
          </a:solidFill>
          <a:ln>
            <a:noFill/>
          </a:ln>
        </p:spPr>
      </p:sp>
      <p:sp>
        <p:nvSpPr>
          <p:cNvPr id="30" name="wm.whiteboard.36.108"/>
          <p:cNvSpPr/>
          <p:nvPr/>
        </p:nvSpPr>
        <p:spPr>
          <a:xfrm>
            <a:off x="723900" y="1600200"/>
            <a:ext cx="38100" cy="38100"/>
          </a:xfrm>
          <a:prstGeom prst="rect">
            <a:avLst/>
          </a:prstGeom>
          <a:solidFill>
            <a:srgbClr val="CED7E6">
              <a:alpha val="47790"/>
            </a:srgbClr>
          </a:solidFill>
          <a:ln>
            <a:noFill/>
          </a:ln>
        </p:spPr>
      </p:sp>
      <p:sp>
        <p:nvSpPr>
          <p:cNvPr id="31" name="wm.whiteboard.36.126"/>
          <p:cNvSpPr/>
          <p:nvPr/>
        </p:nvSpPr>
        <p:spPr>
          <a:xfrm>
            <a:off x="723900" y="1828800"/>
            <a:ext cx="38100" cy="38100"/>
          </a:xfrm>
          <a:prstGeom prst="rect">
            <a:avLst/>
          </a:prstGeom>
          <a:solidFill>
            <a:srgbClr val="CED7E6">
              <a:alpha val="31549"/>
            </a:srgbClr>
          </a:solidFill>
          <a:ln>
            <a:noFill/>
          </a:ln>
        </p:spPr>
      </p:sp>
      <p:sp>
        <p:nvSpPr>
          <p:cNvPr id="32" name="wm.whiteboard.36.144"/>
          <p:cNvSpPr/>
          <p:nvPr/>
        </p:nvSpPr>
        <p:spPr>
          <a:xfrm>
            <a:off x="723900" y="2057400"/>
            <a:ext cx="38100" cy="38100"/>
          </a:xfrm>
          <a:prstGeom prst="rect">
            <a:avLst/>
          </a:prstGeom>
          <a:solidFill>
            <a:srgbClr val="CED7E6">
              <a:alpha val="15179"/>
            </a:srgbClr>
          </a:solidFill>
          <a:ln>
            <a:noFill/>
          </a:ln>
        </p:spPr>
      </p:sp>
      <p:sp>
        <p:nvSpPr>
          <p:cNvPr id="33" name="wm.whiteboard.54.0"/>
          <p:cNvSpPr/>
          <p:nvPr/>
        </p:nvSpPr>
        <p:spPr>
          <a:xfrm>
            <a:off x="952500" y="228600"/>
            <a:ext cx="38100" cy="38100"/>
          </a:xfrm>
          <a:prstGeom prst="rect">
            <a:avLst/>
          </a:prstGeom>
          <a:solidFill>
            <a:srgbClr val="CED7E6"/>
          </a:solidFill>
          <a:ln>
            <a:noFill/>
          </a:ln>
        </p:spPr>
      </p:sp>
      <p:sp>
        <p:nvSpPr>
          <p:cNvPr id="34" name="wm.whiteboard.54.18"/>
          <p:cNvSpPr/>
          <p:nvPr/>
        </p:nvSpPr>
        <p:spPr>
          <a:xfrm>
            <a:off x="952500" y="457200"/>
            <a:ext cx="38100" cy="38100"/>
          </a:xfrm>
          <a:prstGeom prst="rect">
            <a:avLst/>
          </a:prstGeom>
          <a:solidFill>
            <a:srgbClr val="CED7E6"/>
          </a:solidFill>
          <a:ln>
            <a:noFill/>
          </a:ln>
        </p:spPr>
      </p:sp>
      <p:sp>
        <p:nvSpPr>
          <p:cNvPr id="35" name="wm.whiteboard.54.36"/>
          <p:cNvSpPr/>
          <p:nvPr/>
        </p:nvSpPr>
        <p:spPr>
          <a:xfrm>
            <a:off x="952500" y="685800"/>
            <a:ext cx="38100" cy="38100"/>
          </a:xfrm>
          <a:prstGeom prst="rect">
            <a:avLst/>
          </a:prstGeom>
          <a:solidFill>
            <a:srgbClr val="CED7E6">
              <a:alpha val="98827"/>
            </a:srgbClr>
          </a:solidFill>
          <a:ln>
            <a:noFill/>
          </a:ln>
        </p:spPr>
      </p:sp>
      <p:sp>
        <p:nvSpPr>
          <p:cNvPr id="36" name="wm.whiteboard.54.54"/>
          <p:cNvSpPr/>
          <p:nvPr/>
        </p:nvSpPr>
        <p:spPr>
          <a:xfrm>
            <a:off x="952500" y="914400"/>
            <a:ext cx="38100" cy="38100"/>
          </a:xfrm>
          <a:prstGeom prst="rect">
            <a:avLst/>
          </a:prstGeom>
          <a:solidFill>
            <a:srgbClr val="CED7E6">
              <a:alpha val="86895"/>
            </a:srgbClr>
          </a:solidFill>
          <a:ln>
            <a:noFill/>
          </a:ln>
        </p:spPr>
      </p:sp>
      <p:sp>
        <p:nvSpPr>
          <p:cNvPr id="37" name="wm.whiteboard.54.72"/>
          <p:cNvSpPr/>
          <p:nvPr/>
        </p:nvSpPr>
        <p:spPr>
          <a:xfrm>
            <a:off x="952500" y="1143000"/>
            <a:ext cx="38100" cy="38100"/>
          </a:xfrm>
          <a:prstGeom prst="rect">
            <a:avLst/>
          </a:prstGeom>
          <a:solidFill>
            <a:srgbClr val="CED7E6">
              <a:alpha val="73217"/>
            </a:srgbClr>
          </a:solidFill>
          <a:ln>
            <a:noFill/>
          </a:ln>
        </p:spPr>
      </p:sp>
      <p:sp>
        <p:nvSpPr>
          <p:cNvPr id="38" name="wm.whiteboard.54.90"/>
          <p:cNvSpPr/>
          <p:nvPr/>
        </p:nvSpPr>
        <p:spPr>
          <a:xfrm>
            <a:off x="952500" y="1371600"/>
            <a:ext cx="38100" cy="38100"/>
          </a:xfrm>
          <a:prstGeom prst="rect">
            <a:avLst/>
          </a:prstGeom>
          <a:solidFill>
            <a:srgbClr val="CED7E6">
              <a:alpha val="58541"/>
            </a:srgbClr>
          </a:solidFill>
          <a:ln>
            <a:noFill/>
          </a:ln>
        </p:spPr>
      </p:sp>
      <p:sp>
        <p:nvSpPr>
          <p:cNvPr id="39" name="wm.whiteboard.54.108"/>
          <p:cNvSpPr/>
          <p:nvPr/>
        </p:nvSpPr>
        <p:spPr>
          <a:xfrm>
            <a:off x="952500" y="1600200"/>
            <a:ext cx="38100" cy="38100"/>
          </a:xfrm>
          <a:prstGeom prst="rect">
            <a:avLst/>
          </a:prstGeom>
          <a:solidFill>
            <a:srgbClr val="CED7E6">
              <a:alpha val="43263"/>
            </a:srgbClr>
          </a:solidFill>
          <a:ln>
            <a:noFill/>
          </a:ln>
        </p:spPr>
      </p:sp>
      <p:sp>
        <p:nvSpPr>
          <p:cNvPr id="40" name="wm.whiteboard.54.126"/>
          <p:cNvSpPr/>
          <p:nvPr/>
        </p:nvSpPr>
        <p:spPr>
          <a:xfrm>
            <a:off x="952500" y="1828800"/>
            <a:ext cx="38100" cy="38100"/>
          </a:xfrm>
          <a:prstGeom prst="rect">
            <a:avLst/>
          </a:prstGeom>
          <a:solidFill>
            <a:srgbClr val="CED7E6">
              <a:alpha val="27603"/>
            </a:srgbClr>
          </a:solidFill>
          <a:ln>
            <a:noFill/>
          </a:ln>
        </p:spPr>
      </p:sp>
      <p:sp>
        <p:nvSpPr>
          <p:cNvPr id="41" name="wm.whiteboard.54.144"/>
          <p:cNvSpPr/>
          <p:nvPr/>
        </p:nvSpPr>
        <p:spPr>
          <a:xfrm>
            <a:off x="952500" y="2057400"/>
            <a:ext cx="38100" cy="38100"/>
          </a:xfrm>
          <a:prstGeom prst="rect">
            <a:avLst/>
          </a:prstGeom>
          <a:solidFill>
            <a:srgbClr val="CED7E6">
              <a:alpha val="11687"/>
            </a:srgbClr>
          </a:solidFill>
          <a:ln>
            <a:noFill/>
          </a:ln>
        </p:spPr>
      </p:sp>
      <p:sp>
        <p:nvSpPr>
          <p:cNvPr id="42" name="wm.whiteboard.72.0"/>
          <p:cNvSpPr/>
          <p:nvPr/>
        </p:nvSpPr>
        <p:spPr>
          <a:xfrm>
            <a:off x="1181100" y="228600"/>
            <a:ext cx="38100" cy="38100"/>
          </a:xfrm>
          <a:prstGeom prst="rect">
            <a:avLst/>
          </a:prstGeom>
          <a:solidFill>
            <a:srgbClr val="CED7E6">
              <a:alpha val="97572"/>
            </a:srgbClr>
          </a:solidFill>
          <a:ln>
            <a:noFill/>
          </a:ln>
        </p:spPr>
      </p:sp>
      <p:sp>
        <p:nvSpPr>
          <p:cNvPr id="43" name="wm.whiteboard.72.18"/>
          <p:cNvSpPr/>
          <p:nvPr/>
        </p:nvSpPr>
        <p:spPr>
          <a:xfrm>
            <a:off x="1181100" y="457200"/>
            <a:ext cx="38100" cy="38100"/>
          </a:xfrm>
          <a:prstGeom prst="rect">
            <a:avLst/>
          </a:prstGeom>
          <a:solidFill>
            <a:srgbClr val="CED7E6">
              <a:alpha val="94724"/>
            </a:srgbClr>
          </a:solidFill>
          <a:ln>
            <a:noFill/>
          </a:ln>
        </p:spPr>
      </p:sp>
      <p:sp>
        <p:nvSpPr>
          <p:cNvPr id="44" name="wm.whiteboard.72.36"/>
          <p:cNvSpPr/>
          <p:nvPr/>
        </p:nvSpPr>
        <p:spPr>
          <a:xfrm>
            <a:off x="1181100" y="685800"/>
            <a:ext cx="38100" cy="38100"/>
          </a:xfrm>
          <a:prstGeom prst="rect">
            <a:avLst/>
          </a:prstGeom>
          <a:solidFill>
            <a:srgbClr val="CED7E6">
              <a:alpha val="87609"/>
            </a:srgbClr>
          </a:solidFill>
          <a:ln>
            <a:noFill/>
          </a:ln>
        </p:spPr>
      </p:sp>
      <p:sp>
        <p:nvSpPr>
          <p:cNvPr id="45" name="wm.whiteboard.72.54"/>
          <p:cNvSpPr/>
          <p:nvPr/>
        </p:nvSpPr>
        <p:spPr>
          <a:xfrm>
            <a:off x="1181100" y="914400"/>
            <a:ext cx="38100" cy="38100"/>
          </a:xfrm>
          <a:prstGeom prst="rect">
            <a:avLst/>
          </a:prstGeom>
          <a:solidFill>
            <a:srgbClr val="CED7E6">
              <a:alpha val="77408"/>
            </a:srgbClr>
          </a:solidFill>
          <a:ln>
            <a:noFill/>
          </a:ln>
        </p:spPr>
      </p:sp>
      <p:sp>
        <p:nvSpPr>
          <p:cNvPr id="46" name="wm.whiteboard.72.72"/>
          <p:cNvSpPr/>
          <p:nvPr/>
        </p:nvSpPr>
        <p:spPr>
          <a:xfrm>
            <a:off x="1181100" y="1143000"/>
            <a:ext cx="38100" cy="38100"/>
          </a:xfrm>
          <a:prstGeom prst="rect">
            <a:avLst/>
          </a:prstGeom>
          <a:solidFill>
            <a:srgbClr val="CED7E6">
              <a:alpha val="65181"/>
            </a:srgbClr>
          </a:solidFill>
          <a:ln>
            <a:noFill/>
          </a:ln>
        </p:spPr>
      </p:sp>
      <p:sp>
        <p:nvSpPr>
          <p:cNvPr id="47" name="wm.whiteboard.72.90"/>
          <p:cNvSpPr/>
          <p:nvPr/>
        </p:nvSpPr>
        <p:spPr>
          <a:xfrm>
            <a:off x="1181100" y="1371600"/>
            <a:ext cx="38100" cy="38100"/>
          </a:xfrm>
          <a:prstGeom prst="rect">
            <a:avLst/>
          </a:prstGeom>
          <a:solidFill>
            <a:srgbClr val="CED7E6">
              <a:alpha val="51653"/>
            </a:srgbClr>
          </a:solidFill>
          <a:ln>
            <a:noFill/>
          </a:ln>
        </p:spPr>
      </p:sp>
      <p:sp>
        <p:nvSpPr>
          <p:cNvPr id="48" name="wm.whiteboard.72.108"/>
          <p:cNvSpPr/>
          <p:nvPr/>
        </p:nvSpPr>
        <p:spPr>
          <a:xfrm>
            <a:off x="1181100" y="1600200"/>
            <a:ext cx="38100" cy="38100"/>
          </a:xfrm>
          <a:prstGeom prst="rect">
            <a:avLst/>
          </a:prstGeom>
          <a:solidFill>
            <a:srgbClr val="CED7E6">
              <a:alpha val="37275"/>
            </a:srgbClr>
          </a:solidFill>
          <a:ln>
            <a:noFill/>
          </a:ln>
        </p:spPr>
      </p:sp>
      <p:sp>
        <p:nvSpPr>
          <p:cNvPr id="49" name="wm.whiteboard.72.126"/>
          <p:cNvSpPr/>
          <p:nvPr/>
        </p:nvSpPr>
        <p:spPr>
          <a:xfrm>
            <a:off x="1181100" y="1828800"/>
            <a:ext cx="38100" cy="38100"/>
          </a:xfrm>
          <a:prstGeom prst="rect">
            <a:avLst/>
          </a:prstGeom>
          <a:solidFill>
            <a:srgbClr val="CED7E6">
              <a:alpha val="22326"/>
            </a:srgbClr>
          </a:solidFill>
          <a:ln>
            <a:noFill/>
          </a:ln>
        </p:spPr>
      </p:sp>
      <p:sp>
        <p:nvSpPr>
          <p:cNvPr id="50" name="wm.whiteboard.72.144"/>
          <p:cNvSpPr/>
          <p:nvPr/>
        </p:nvSpPr>
        <p:spPr>
          <a:xfrm>
            <a:off x="1181100" y="2057400"/>
            <a:ext cx="38100" cy="38100"/>
          </a:xfrm>
          <a:prstGeom prst="rect">
            <a:avLst/>
          </a:prstGeom>
          <a:solidFill>
            <a:srgbClr val="CED7E6">
              <a:alpha val="6980"/>
            </a:srgbClr>
          </a:solidFill>
          <a:ln>
            <a:noFill/>
          </a:ln>
        </p:spPr>
      </p:sp>
      <p:sp>
        <p:nvSpPr>
          <p:cNvPr id="51" name="wm.whiteboard.90.0"/>
          <p:cNvSpPr/>
          <p:nvPr/>
        </p:nvSpPr>
        <p:spPr>
          <a:xfrm>
            <a:off x="1409700" y="228600"/>
            <a:ext cx="38100" cy="38100"/>
          </a:xfrm>
          <a:prstGeom prst="rect">
            <a:avLst/>
          </a:prstGeom>
          <a:solidFill>
            <a:srgbClr val="CED7E6">
              <a:alpha val="83798"/>
            </a:srgbClr>
          </a:solidFill>
          <a:ln>
            <a:noFill/>
          </a:ln>
        </p:spPr>
      </p:sp>
      <p:sp>
        <p:nvSpPr>
          <p:cNvPr id="52" name="wm.whiteboard.90.18"/>
          <p:cNvSpPr/>
          <p:nvPr/>
        </p:nvSpPr>
        <p:spPr>
          <a:xfrm>
            <a:off x="1409700" y="457200"/>
            <a:ext cx="38100" cy="38100"/>
          </a:xfrm>
          <a:prstGeom prst="rect">
            <a:avLst/>
          </a:prstGeom>
          <a:solidFill>
            <a:srgbClr val="CED7E6">
              <a:alpha val="81490"/>
            </a:srgbClr>
          </a:solidFill>
          <a:ln>
            <a:noFill/>
          </a:ln>
        </p:spPr>
      </p:sp>
      <p:sp>
        <p:nvSpPr>
          <p:cNvPr id="53" name="wm.whiteboard.90.36"/>
          <p:cNvSpPr/>
          <p:nvPr/>
        </p:nvSpPr>
        <p:spPr>
          <a:xfrm>
            <a:off x="1409700" y="685800"/>
            <a:ext cx="38100" cy="38100"/>
          </a:xfrm>
          <a:prstGeom prst="rect">
            <a:avLst/>
          </a:prstGeom>
          <a:solidFill>
            <a:srgbClr val="CED7E6">
              <a:alpha val="75569"/>
            </a:srgbClr>
          </a:solidFill>
          <a:ln>
            <a:noFill/>
          </a:ln>
        </p:spPr>
      </p:sp>
      <p:sp>
        <p:nvSpPr>
          <p:cNvPr id="54" name="wm.whiteboard.90.54"/>
          <p:cNvSpPr/>
          <p:nvPr/>
        </p:nvSpPr>
        <p:spPr>
          <a:xfrm>
            <a:off x="1409700" y="914400"/>
            <a:ext cx="38100" cy="38100"/>
          </a:xfrm>
          <a:prstGeom prst="rect">
            <a:avLst/>
          </a:prstGeom>
          <a:solidFill>
            <a:srgbClr val="CED7E6">
              <a:alpha val="66767"/>
            </a:srgbClr>
          </a:solidFill>
          <a:ln>
            <a:noFill/>
          </a:ln>
        </p:spPr>
      </p:sp>
      <p:sp>
        <p:nvSpPr>
          <p:cNvPr id="55" name="wm.whiteboard.90.72"/>
          <p:cNvSpPr/>
          <p:nvPr/>
        </p:nvSpPr>
        <p:spPr>
          <a:xfrm>
            <a:off x="1409700" y="1143000"/>
            <a:ext cx="38100" cy="38100"/>
          </a:xfrm>
          <a:prstGeom prst="rect">
            <a:avLst/>
          </a:prstGeom>
          <a:solidFill>
            <a:srgbClr val="CED7E6">
              <a:alpha val="55859"/>
            </a:srgbClr>
          </a:solidFill>
          <a:ln>
            <a:noFill/>
          </a:ln>
        </p:spPr>
      </p:sp>
      <p:sp>
        <p:nvSpPr>
          <p:cNvPr id="56" name="wm.whiteboard.90.90"/>
          <p:cNvSpPr/>
          <p:nvPr/>
        </p:nvSpPr>
        <p:spPr>
          <a:xfrm>
            <a:off x="1409700" y="1371600"/>
            <a:ext cx="38100" cy="38100"/>
          </a:xfrm>
          <a:prstGeom prst="rect">
            <a:avLst/>
          </a:prstGeom>
          <a:solidFill>
            <a:srgbClr val="CED7E6">
              <a:alpha val="43468"/>
            </a:srgbClr>
          </a:solidFill>
          <a:ln>
            <a:noFill/>
          </a:ln>
        </p:spPr>
      </p:sp>
      <p:sp>
        <p:nvSpPr>
          <p:cNvPr id="57" name="wm.whiteboard.90.108"/>
          <p:cNvSpPr/>
          <p:nvPr/>
        </p:nvSpPr>
        <p:spPr>
          <a:xfrm>
            <a:off x="1409700" y="1600200"/>
            <a:ext cx="38100" cy="38100"/>
          </a:xfrm>
          <a:prstGeom prst="rect">
            <a:avLst/>
          </a:prstGeom>
          <a:solidFill>
            <a:srgbClr val="CED7E6">
              <a:alpha val="30037"/>
            </a:srgbClr>
          </a:solidFill>
          <a:ln>
            <a:noFill/>
          </a:ln>
        </p:spPr>
      </p:sp>
      <p:sp>
        <p:nvSpPr>
          <p:cNvPr id="58" name="wm.whiteboard.90.126"/>
          <p:cNvSpPr/>
          <p:nvPr/>
        </p:nvSpPr>
        <p:spPr>
          <a:xfrm>
            <a:off x="1409700" y="1828800"/>
            <a:ext cx="38100" cy="38100"/>
          </a:xfrm>
          <a:prstGeom prst="rect">
            <a:avLst/>
          </a:prstGeom>
          <a:solidFill>
            <a:srgbClr val="CED7E6">
              <a:alpha val="15870"/>
            </a:srgbClr>
          </a:solidFill>
          <a:ln>
            <a:noFill/>
          </a:ln>
        </p:spPr>
      </p:sp>
      <p:sp>
        <p:nvSpPr>
          <p:cNvPr id="59" name="wm.whiteboard.90.144"/>
          <p:cNvSpPr/>
          <p:nvPr/>
        </p:nvSpPr>
        <p:spPr>
          <a:xfrm>
            <a:off x="1409700" y="2057400"/>
            <a:ext cx="38100" cy="38100"/>
          </a:xfrm>
          <a:prstGeom prst="rect">
            <a:avLst/>
          </a:prstGeom>
          <a:solidFill>
            <a:srgbClr val="CED7E6">
              <a:alpha val="1171"/>
            </a:srgbClr>
          </a:solidFill>
          <a:ln>
            <a:noFill/>
          </a:ln>
        </p:spPr>
      </p:sp>
      <p:sp>
        <p:nvSpPr>
          <p:cNvPr id="60" name="wm.whiteboard.108.0"/>
          <p:cNvSpPr/>
          <p:nvPr/>
        </p:nvSpPr>
        <p:spPr>
          <a:xfrm>
            <a:off x="1638300" y="228600"/>
            <a:ext cx="38100" cy="38100"/>
          </a:xfrm>
          <a:prstGeom prst="rect">
            <a:avLst/>
          </a:prstGeom>
          <a:solidFill>
            <a:srgbClr val="CED7E6">
              <a:alpha val="70023"/>
            </a:srgbClr>
          </a:solidFill>
          <a:ln>
            <a:noFill/>
          </a:ln>
        </p:spPr>
      </p:sp>
      <p:sp>
        <p:nvSpPr>
          <p:cNvPr id="61" name="wm.whiteboard.108.18"/>
          <p:cNvSpPr/>
          <p:nvPr/>
        </p:nvSpPr>
        <p:spPr>
          <a:xfrm>
            <a:off x="1638300" y="457200"/>
            <a:ext cx="38100" cy="38100"/>
          </a:xfrm>
          <a:prstGeom prst="rect">
            <a:avLst/>
          </a:prstGeom>
          <a:solidFill>
            <a:srgbClr val="CED7E6">
              <a:alpha val="68085"/>
            </a:srgbClr>
          </a:solidFill>
          <a:ln>
            <a:noFill/>
          </a:ln>
        </p:spPr>
      </p:sp>
      <p:sp>
        <p:nvSpPr>
          <p:cNvPr id="62" name="wm.whiteboard.108.36"/>
          <p:cNvSpPr/>
          <p:nvPr/>
        </p:nvSpPr>
        <p:spPr>
          <a:xfrm>
            <a:off x="1638300" y="685800"/>
            <a:ext cx="38100" cy="38100"/>
          </a:xfrm>
          <a:prstGeom prst="rect">
            <a:avLst/>
          </a:prstGeom>
          <a:solidFill>
            <a:srgbClr val="CED7E6">
              <a:alpha val="63033"/>
            </a:srgbClr>
          </a:solidFill>
          <a:ln>
            <a:noFill/>
          </a:ln>
        </p:spPr>
      </p:sp>
      <p:sp>
        <p:nvSpPr>
          <p:cNvPr id="63" name="wm.whiteboard.108.54"/>
          <p:cNvSpPr/>
          <p:nvPr/>
        </p:nvSpPr>
        <p:spPr>
          <a:xfrm>
            <a:off x="1638300" y="914400"/>
            <a:ext cx="38100" cy="38100"/>
          </a:xfrm>
          <a:prstGeom prst="rect">
            <a:avLst/>
          </a:prstGeom>
          <a:solidFill>
            <a:srgbClr val="CED7E6">
              <a:alpha val="55346"/>
            </a:srgbClr>
          </a:solidFill>
          <a:ln>
            <a:noFill/>
          </a:ln>
        </p:spPr>
      </p:sp>
      <p:sp>
        <p:nvSpPr>
          <p:cNvPr id="64" name="wm.whiteboard.108.72"/>
          <p:cNvSpPr/>
          <p:nvPr/>
        </p:nvSpPr>
        <p:spPr>
          <a:xfrm>
            <a:off x="1638300" y="1143000"/>
            <a:ext cx="38100" cy="38100"/>
          </a:xfrm>
          <a:prstGeom prst="rect">
            <a:avLst/>
          </a:prstGeom>
          <a:solidFill>
            <a:srgbClr val="CED7E6">
              <a:alpha val="45583"/>
            </a:srgbClr>
          </a:solidFill>
          <a:ln>
            <a:noFill/>
          </a:ln>
        </p:spPr>
      </p:sp>
      <p:sp>
        <p:nvSpPr>
          <p:cNvPr id="65" name="wm.whiteboard.108.90"/>
          <p:cNvSpPr/>
          <p:nvPr/>
        </p:nvSpPr>
        <p:spPr>
          <a:xfrm>
            <a:off x="1638300" y="1371600"/>
            <a:ext cx="38100" cy="38100"/>
          </a:xfrm>
          <a:prstGeom prst="rect">
            <a:avLst/>
          </a:prstGeom>
          <a:solidFill>
            <a:srgbClr val="CED7E6">
              <a:alpha val="34251"/>
            </a:srgbClr>
          </a:solidFill>
          <a:ln>
            <a:noFill/>
          </a:ln>
        </p:spPr>
      </p:sp>
      <p:sp>
        <p:nvSpPr>
          <p:cNvPr id="66" name="wm.whiteboard.108.108"/>
          <p:cNvSpPr/>
          <p:nvPr/>
        </p:nvSpPr>
        <p:spPr>
          <a:xfrm>
            <a:off x="1638300" y="1600200"/>
            <a:ext cx="38100" cy="38100"/>
          </a:xfrm>
          <a:prstGeom prst="rect">
            <a:avLst/>
          </a:prstGeom>
          <a:solidFill>
            <a:srgbClr val="CED7E6">
              <a:alpha val="21754"/>
            </a:srgbClr>
          </a:solidFill>
          <a:ln>
            <a:noFill/>
          </a:ln>
        </p:spPr>
      </p:sp>
      <p:sp>
        <p:nvSpPr>
          <p:cNvPr id="67" name="wm.whiteboard.108.126"/>
          <p:cNvSpPr/>
          <p:nvPr/>
        </p:nvSpPr>
        <p:spPr>
          <a:xfrm>
            <a:off x="1638300" y="1828800"/>
            <a:ext cx="38100" cy="38100"/>
          </a:xfrm>
          <a:prstGeom prst="rect">
            <a:avLst/>
          </a:prstGeom>
          <a:solidFill>
            <a:srgbClr val="CED7E6">
              <a:alpha val="8391"/>
            </a:srgbClr>
          </a:solidFill>
          <a:ln>
            <a:noFill/>
          </a:ln>
        </p:spPr>
      </p:sp>
      <p:sp>
        <p:nvSpPr>
          <p:cNvPr id="68" name="wm.whiteboard.126.0"/>
          <p:cNvSpPr/>
          <p:nvPr/>
        </p:nvSpPr>
        <p:spPr>
          <a:xfrm>
            <a:off x="1866900" y="228600"/>
            <a:ext cx="38100" cy="38100"/>
          </a:xfrm>
          <a:prstGeom prst="rect">
            <a:avLst/>
          </a:prstGeom>
          <a:solidFill>
            <a:srgbClr val="CED7E6">
              <a:alpha val="56247"/>
            </a:srgbClr>
          </a:solidFill>
          <a:ln>
            <a:noFill/>
          </a:ln>
        </p:spPr>
      </p:sp>
      <p:sp>
        <p:nvSpPr>
          <p:cNvPr id="69" name="wm.whiteboard.126.18"/>
          <p:cNvSpPr/>
          <p:nvPr/>
        </p:nvSpPr>
        <p:spPr>
          <a:xfrm>
            <a:off x="1866900" y="457200"/>
            <a:ext cx="38100" cy="38100"/>
          </a:xfrm>
          <a:prstGeom prst="rect">
            <a:avLst/>
          </a:prstGeom>
          <a:solidFill>
            <a:srgbClr val="CED7E6">
              <a:alpha val="54578"/>
            </a:srgbClr>
          </a:solidFill>
          <a:ln>
            <a:noFill/>
          </a:ln>
        </p:spPr>
      </p:sp>
      <p:sp>
        <p:nvSpPr>
          <p:cNvPr id="70" name="wm.whiteboard.126.36"/>
          <p:cNvSpPr/>
          <p:nvPr/>
        </p:nvSpPr>
        <p:spPr>
          <a:xfrm>
            <a:off x="1866900" y="685800"/>
            <a:ext cx="38100" cy="38100"/>
          </a:xfrm>
          <a:prstGeom prst="rect">
            <a:avLst/>
          </a:prstGeom>
          <a:solidFill>
            <a:srgbClr val="CED7E6">
              <a:alpha val="50182"/>
            </a:srgbClr>
          </a:solidFill>
          <a:ln>
            <a:noFill/>
          </a:ln>
        </p:spPr>
      </p:sp>
      <p:sp>
        <p:nvSpPr>
          <p:cNvPr id="71" name="wm.whiteboard.126.54"/>
          <p:cNvSpPr/>
          <p:nvPr/>
        </p:nvSpPr>
        <p:spPr>
          <a:xfrm>
            <a:off x="1866900" y="914400"/>
            <a:ext cx="38100" cy="38100"/>
          </a:xfrm>
          <a:prstGeom prst="rect">
            <a:avLst/>
          </a:prstGeom>
          <a:solidFill>
            <a:srgbClr val="CED7E6">
              <a:alpha val="43386"/>
            </a:srgbClr>
          </a:solidFill>
          <a:ln>
            <a:noFill/>
          </a:ln>
        </p:spPr>
      </p:sp>
      <p:sp>
        <p:nvSpPr>
          <p:cNvPr id="72" name="wm.whiteboard.126.72"/>
          <p:cNvSpPr/>
          <p:nvPr/>
        </p:nvSpPr>
        <p:spPr>
          <a:xfrm>
            <a:off x="1866900" y="1143000"/>
            <a:ext cx="38100" cy="38100"/>
          </a:xfrm>
          <a:prstGeom prst="rect">
            <a:avLst/>
          </a:prstGeom>
          <a:solidFill>
            <a:srgbClr val="CED7E6">
              <a:alpha val="34598"/>
            </a:srgbClr>
          </a:solidFill>
          <a:ln>
            <a:noFill/>
          </a:ln>
        </p:spPr>
      </p:sp>
      <p:sp>
        <p:nvSpPr>
          <p:cNvPr id="73" name="wm.whiteboard.126.90"/>
          <p:cNvSpPr/>
          <p:nvPr/>
        </p:nvSpPr>
        <p:spPr>
          <a:xfrm>
            <a:off x="1866900" y="1371600"/>
            <a:ext cx="38100" cy="38100"/>
          </a:xfrm>
          <a:prstGeom prst="rect">
            <a:avLst/>
          </a:prstGeom>
          <a:solidFill>
            <a:srgbClr val="CED7E6">
              <a:alpha val="24223"/>
            </a:srgbClr>
          </a:solidFill>
          <a:ln>
            <a:noFill/>
          </a:ln>
        </p:spPr>
      </p:sp>
      <p:sp>
        <p:nvSpPr>
          <p:cNvPr id="74" name="wm.whiteboard.126.108"/>
          <p:cNvSpPr/>
          <p:nvPr/>
        </p:nvSpPr>
        <p:spPr>
          <a:xfrm>
            <a:off x="1866900" y="1600200"/>
            <a:ext cx="38100" cy="38100"/>
          </a:xfrm>
          <a:prstGeom prst="rect">
            <a:avLst/>
          </a:prstGeom>
          <a:solidFill>
            <a:srgbClr val="CED7E6">
              <a:alpha val="12610"/>
            </a:srgbClr>
          </a:solidFill>
          <a:ln>
            <a:noFill/>
          </a:ln>
        </p:spPr>
      </p:sp>
      <p:sp>
        <p:nvSpPr>
          <p:cNvPr id="75" name="wm.whiteboard.126.126"/>
          <p:cNvSpPr/>
          <p:nvPr/>
        </p:nvSpPr>
        <p:spPr>
          <a:xfrm>
            <a:off x="1866900" y="1828800"/>
            <a:ext cx="38100" cy="38100"/>
          </a:xfrm>
          <a:prstGeom prst="rect">
            <a:avLst/>
          </a:prstGeom>
          <a:solidFill>
            <a:srgbClr val="CED7E6">
              <a:alpha val="40"/>
            </a:srgbClr>
          </a:solidFill>
          <a:ln>
            <a:noFill/>
          </a:ln>
        </p:spPr>
      </p:sp>
      <p:sp>
        <p:nvSpPr>
          <p:cNvPr id="76" name="wm.whiteboard.144.0"/>
          <p:cNvSpPr/>
          <p:nvPr/>
        </p:nvSpPr>
        <p:spPr>
          <a:xfrm>
            <a:off x="2095500" y="228600"/>
            <a:ext cx="38100" cy="38100"/>
          </a:xfrm>
          <a:prstGeom prst="rect">
            <a:avLst/>
          </a:prstGeom>
          <a:solidFill>
            <a:srgbClr val="CED7E6">
              <a:alpha val="42471"/>
            </a:srgbClr>
          </a:solidFill>
          <a:ln>
            <a:noFill/>
          </a:ln>
        </p:spPr>
      </p:sp>
      <p:sp>
        <p:nvSpPr>
          <p:cNvPr id="77" name="wm.whiteboard.144.18"/>
          <p:cNvSpPr/>
          <p:nvPr/>
        </p:nvSpPr>
        <p:spPr>
          <a:xfrm>
            <a:off x="2095500" y="457200"/>
            <a:ext cx="38100" cy="38100"/>
          </a:xfrm>
          <a:prstGeom prst="rect">
            <a:avLst/>
          </a:prstGeom>
          <a:solidFill>
            <a:srgbClr val="CED7E6">
              <a:alpha val="41005"/>
            </a:srgbClr>
          </a:solidFill>
          <a:ln>
            <a:noFill/>
          </a:ln>
        </p:spPr>
      </p:sp>
      <p:sp>
        <p:nvSpPr>
          <p:cNvPr id="78" name="wm.whiteboard.144.36"/>
          <p:cNvSpPr/>
          <p:nvPr/>
        </p:nvSpPr>
        <p:spPr>
          <a:xfrm>
            <a:off x="2095500" y="685800"/>
            <a:ext cx="38100" cy="38100"/>
          </a:xfrm>
          <a:prstGeom prst="rect">
            <a:avLst/>
          </a:prstGeom>
          <a:solidFill>
            <a:srgbClr val="CED7E6">
              <a:alpha val="37120"/>
            </a:srgbClr>
          </a:solidFill>
          <a:ln>
            <a:noFill/>
          </a:ln>
        </p:spPr>
      </p:sp>
      <p:sp>
        <p:nvSpPr>
          <p:cNvPr id="79" name="wm.whiteboard.144.54"/>
          <p:cNvSpPr/>
          <p:nvPr/>
        </p:nvSpPr>
        <p:spPr>
          <a:xfrm>
            <a:off x="2095500" y="914400"/>
            <a:ext cx="38100" cy="38100"/>
          </a:xfrm>
          <a:prstGeom prst="rect">
            <a:avLst/>
          </a:prstGeom>
          <a:solidFill>
            <a:srgbClr val="CED7E6">
              <a:alpha val="31044"/>
            </a:srgbClr>
          </a:solidFill>
          <a:ln>
            <a:noFill/>
          </a:ln>
        </p:spPr>
      </p:sp>
      <p:sp>
        <p:nvSpPr>
          <p:cNvPr id="80" name="wm.whiteboard.144.72"/>
          <p:cNvSpPr/>
          <p:nvPr/>
        </p:nvSpPr>
        <p:spPr>
          <a:xfrm>
            <a:off x="2095500" y="1143000"/>
            <a:ext cx="38100" cy="38100"/>
          </a:xfrm>
          <a:prstGeom prst="rect">
            <a:avLst/>
          </a:prstGeom>
          <a:solidFill>
            <a:srgbClr val="CED7E6">
              <a:alpha val="23083"/>
            </a:srgbClr>
          </a:solidFill>
          <a:ln>
            <a:noFill/>
          </a:ln>
        </p:spPr>
      </p:sp>
      <p:sp>
        <p:nvSpPr>
          <p:cNvPr id="81" name="wm.whiteboard.144.90"/>
          <p:cNvSpPr/>
          <p:nvPr/>
        </p:nvSpPr>
        <p:spPr>
          <a:xfrm>
            <a:off x="2095500" y="1371600"/>
            <a:ext cx="38100" cy="38100"/>
          </a:xfrm>
          <a:prstGeom prst="rect">
            <a:avLst/>
          </a:prstGeom>
          <a:solidFill>
            <a:srgbClr val="CED7E6">
              <a:alpha val="13557"/>
            </a:srgbClr>
          </a:solidFill>
          <a:ln>
            <a:noFill/>
          </a:ln>
        </p:spPr>
      </p:sp>
      <p:sp>
        <p:nvSpPr>
          <p:cNvPr id="82" name="wm.whiteboard.144.108"/>
          <p:cNvSpPr/>
          <p:nvPr/>
        </p:nvSpPr>
        <p:spPr>
          <a:xfrm>
            <a:off x="2095500" y="1600200"/>
            <a:ext cx="38100" cy="38100"/>
          </a:xfrm>
          <a:prstGeom prst="rect">
            <a:avLst/>
          </a:prstGeom>
          <a:solidFill>
            <a:srgbClr val="CED7E6">
              <a:alpha val="2762"/>
            </a:srgbClr>
          </a:solidFill>
          <a:ln>
            <a:noFill/>
          </a:ln>
        </p:spPr>
      </p:sp>
      <p:sp>
        <p:nvSpPr>
          <p:cNvPr id="83" name="wm.whiteboard.162.0"/>
          <p:cNvSpPr/>
          <p:nvPr/>
        </p:nvSpPr>
        <p:spPr>
          <a:xfrm>
            <a:off x="2324100" y="228600"/>
            <a:ext cx="38100" cy="38100"/>
          </a:xfrm>
          <a:prstGeom prst="rect">
            <a:avLst/>
          </a:prstGeom>
          <a:solidFill>
            <a:srgbClr val="CED7E6">
              <a:alpha val="28695"/>
            </a:srgbClr>
          </a:solidFill>
          <a:ln>
            <a:noFill/>
          </a:ln>
        </p:spPr>
      </p:sp>
      <p:sp>
        <p:nvSpPr>
          <p:cNvPr id="84" name="wm.whiteboard.162.18"/>
          <p:cNvSpPr/>
          <p:nvPr/>
        </p:nvSpPr>
        <p:spPr>
          <a:xfrm>
            <a:off x="2324100" y="457200"/>
            <a:ext cx="38100" cy="38100"/>
          </a:xfrm>
          <a:prstGeom prst="rect">
            <a:avLst/>
          </a:prstGeom>
          <a:solidFill>
            <a:srgbClr val="CED7E6">
              <a:alpha val="27389"/>
            </a:srgbClr>
          </a:solidFill>
          <a:ln>
            <a:noFill/>
          </a:ln>
        </p:spPr>
      </p:sp>
      <p:sp>
        <p:nvSpPr>
          <p:cNvPr id="85" name="wm.whiteboard.162.36"/>
          <p:cNvSpPr/>
          <p:nvPr/>
        </p:nvSpPr>
        <p:spPr>
          <a:xfrm>
            <a:off x="2324100" y="685800"/>
            <a:ext cx="38100" cy="38100"/>
          </a:xfrm>
          <a:prstGeom prst="rect">
            <a:avLst/>
          </a:prstGeom>
          <a:solidFill>
            <a:srgbClr val="CED7E6">
              <a:alpha val="23910"/>
            </a:srgbClr>
          </a:solidFill>
          <a:ln>
            <a:noFill/>
          </a:ln>
        </p:spPr>
      </p:sp>
      <p:sp>
        <p:nvSpPr>
          <p:cNvPr id="86" name="wm.whiteboard.162.54"/>
          <p:cNvSpPr/>
          <p:nvPr/>
        </p:nvSpPr>
        <p:spPr>
          <a:xfrm>
            <a:off x="2324100" y="914400"/>
            <a:ext cx="38100" cy="38100"/>
          </a:xfrm>
          <a:prstGeom prst="rect">
            <a:avLst/>
          </a:prstGeom>
          <a:solidFill>
            <a:srgbClr val="CED7E6">
              <a:alpha val="18425"/>
            </a:srgbClr>
          </a:solidFill>
          <a:ln>
            <a:noFill/>
          </a:ln>
        </p:spPr>
      </p:sp>
      <p:sp>
        <p:nvSpPr>
          <p:cNvPr id="87" name="wm.whiteboard.162.72"/>
          <p:cNvSpPr/>
          <p:nvPr/>
        </p:nvSpPr>
        <p:spPr>
          <a:xfrm>
            <a:off x="2324100" y="1143000"/>
            <a:ext cx="38100" cy="38100"/>
          </a:xfrm>
          <a:prstGeom prst="rect">
            <a:avLst/>
          </a:prstGeom>
          <a:solidFill>
            <a:srgbClr val="CED7E6">
              <a:alpha val="11167"/>
            </a:srgbClr>
          </a:solidFill>
          <a:ln>
            <a:noFill/>
          </a:ln>
        </p:spPr>
      </p:sp>
      <p:sp>
        <p:nvSpPr>
          <p:cNvPr id="88" name="wm.whiteboard.162.90"/>
          <p:cNvSpPr/>
          <p:nvPr/>
        </p:nvSpPr>
        <p:spPr>
          <a:xfrm>
            <a:off x="2324100" y="1371600"/>
            <a:ext cx="38100" cy="38100"/>
          </a:xfrm>
          <a:prstGeom prst="rect">
            <a:avLst/>
          </a:prstGeom>
          <a:solidFill>
            <a:srgbClr val="CED7E6">
              <a:alpha val="2388"/>
            </a:srgbClr>
          </a:solidFill>
          <a:ln>
            <a:noFill/>
          </a:ln>
        </p:spPr>
      </p:sp>
      <p:sp>
        <p:nvSpPr>
          <p:cNvPr id="89" name="wm.whiteboard.180.0"/>
          <p:cNvSpPr/>
          <p:nvPr/>
        </p:nvSpPr>
        <p:spPr>
          <a:xfrm>
            <a:off x="2552700" y="228600"/>
            <a:ext cx="38100" cy="38100"/>
          </a:xfrm>
          <a:prstGeom prst="rect">
            <a:avLst/>
          </a:prstGeom>
          <a:solidFill>
            <a:srgbClr val="CED7E6">
              <a:alpha val="14918"/>
            </a:srgbClr>
          </a:solidFill>
          <a:ln>
            <a:noFill/>
          </a:ln>
        </p:spPr>
      </p:sp>
      <p:sp>
        <p:nvSpPr>
          <p:cNvPr id="90" name="wm.whiteboard.180.18"/>
          <p:cNvSpPr/>
          <p:nvPr/>
        </p:nvSpPr>
        <p:spPr>
          <a:xfrm>
            <a:off x="2552700" y="457200"/>
            <a:ext cx="38100" cy="38100"/>
          </a:xfrm>
          <a:prstGeom prst="rect">
            <a:avLst/>
          </a:prstGeom>
          <a:solidFill>
            <a:srgbClr val="CED7E6">
              <a:alpha val="13741"/>
            </a:srgbClr>
          </a:solidFill>
          <a:ln>
            <a:noFill/>
          </a:ln>
        </p:spPr>
      </p:sp>
      <p:sp>
        <p:nvSpPr>
          <p:cNvPr id="91" name="wm.whiteboard.180.36"/>
          <p:cNvSpPr/>
          <p:nvPr/>
        </p:nvSpPr>
        <p:spPr>
          <a:xfrm>
            <a:off x="2552700" y="685800"/>
            <a:ext cx="38100" cy="38100"/>
          </a:xfrm>
          <a:prstGeom prst="rect">
            <a:avLst/>
          </a:prstGeom>
          <a:solidFill>
            <a:srgbClr val="CED7E6">
              <a:alpha val="10593"/>
            </a:srgbClr>
          </a:solidFill>
          <a:ln>
            <a:noFill/>
          </a:ln>
        </p:spPr>
      </p:sp>
      <p:sp>
        <p:nvSpPr>
          <p:cNvPr id="92" name="wm.whiteboard.180.54"/>
          <p:cNvSpPr/>
          <p:nvPr/>
        </p:nvSpPr>
        <p:spPr>
          <a:xfrm>
            <a:off x="2552700" y="914400"/>
            <a:ext cx="38100" cy="38100"/>
          </a:xfrm>
          <a:prstGeom prst="rect">
            <a:avLst/>
          </a:prstGeom>
          <a:solidFill>
            <a:srgbClr val="CED7E6">
              <a:alpha val="5600"/>
            </a:srgbClr>
          </a:solidFill>
          <a:ln>
            <a:noFill/>
          </a:ln>
        </p:spPr>
      </p:sp>
      <p:sp>
        <p:nvSpPr>
          <p:cNvPr id="93" name="wm.whiteboard.198.0"/>
          <p:cNvSpPr/>
          <p:nvPr/>
        </p:nvSpPr>
        <p:spPr>
          <a:xfrm>
            <a:off x="2781300" y="228600"/>
            <a:ext cx="38100" cy="38100"/>
          </a:xfrm>
          <a:prstGeom prst="rect">
            <a:avLst/>
          </a:prstGeom>
          <a:solidFill>
            <a:srgbClr val="CED7E6">
              <a:alpha val="1142"/>
            </a:srgbClr>
          </a:solidFill>
          <a:ln>
            <a:noFill/>
          </a:ln>
        </p:spPr>
      </p:sp>
      <p:sp>
        <p:nvSpPr>
          <p:cNvPr id="94" name="wm.whiteboard.198.18"/>
          <p:cNvSpPr/>
          <p:nvPr/>
        </p:nvSpPr>
        <p:spPr>
          <a:xfrm>
            <a:off x="2781300" y="457200"/>
            <a:ext cx="38100" cy="38100"/>
          </a:xfrm>
          <a:prstGeom prst="rect">
            <a:avLst/>
          </a:prstGeom>
          <a:solidFill>
            <a:srgbClr val="CED7E6">
              <a:alpha val="69"/>
            </a:srgbClr>
          </a:solidFill>
          <a:ln>
            <a:noFill/>
          </a:ln>
        </p:spPr>
      </p:sp>
      <p:sp>
        <p:nvSpPr>
          <p:cNvPr id="95" name="wm.header.rule"/>
          <p:cNvSpPr/>
          <p:nvPr/>
        </p:nvSpPr>
        <p:spPr>
          <a:xfrm>
            <a:off x="723900" y="1371600"/>
            <a:ext cx="7086600" cy="9525"/>
          </a:xfrm>
          <a:prstGeom prst="rect">
            <a:avLst/>
          </a:prstGeom>
          <a:solidFill>
            <a:srgbClr val="CED7E6"/>
          </a:solidFill>
          <a:ln>
            <a:noFill/>
          </a:ln>
        </p:spPr>
      </p:sp>
      <p:pic>
        <p:nvPicPr>
          <p:cNvPr id="96"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438900"/>
            <a:ext cx="729403" cy="152400"/>
          </a:xfrm>
          <a:prstGeom prst="rect">
            <a:avLst/>
          </a:prstGeom>
        </p:spPr>
      </p:pic>
      <p:sp>
        <p:nvSpPr>
          <p:cNvPr id="97" name="wm.legal"/>
          <p:cNvSpPr/>
          <p:nvPr/>
        </p:nvSpPr>
        <p:spPr>
          <a:xfrm>
            <a:off x="2171700" y="6400800"/>
            <a:ext cx="56388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wmds.frame.03f2044367179651ea37">
    <p:bg>
      <p:bgPr>
        <a:solidFill>
          <a:srgbClr val="FFFFFF"/>
        </a:solidFill>
      </p:bgPr>
    </p:bg>
    <p:spTree>
      <p:nvGrpSpPr>
        <p:cNvPr id="1" name=""/>
        <p:cNvGrpSpPr/>
        <p:nvPr/>
      </p:nvGrpSpPr>
      <p:grpSpPr>
        <a:xfrm>
          <a:off x="0" y="0"/>
          <a:ext cx="0" cy="0"/>
          <a:chOff x="0" y="0"/>
          <a:chExt cx="0" cy="0"/>
        </a:xfrm>
      </p:grpSpPr>
      <p:sp>
        <p:nvSpPr>
          <p:cNvPr id="2" name="wm.footer.rule"/>
          <p:cNvSpPr/>
          <p:nvPr/>
        </p:nvSpPr>
        <p:spPr>
          <a:xfrm>
            <a:off x="723900" y="6057900"/>
            <a:ext cx="10744200" cy="9525"/>
          </a:xfrm>
          <a:prstGeom prst="rect">
            <a:avLst/>
          </a:prstGeom>
          <a:solidFill>
            <a:srgbClr val="CED7E6"/>
          </a:solidFill>
          <a:ln>
            <a:noFill/>
          </a:ln>
        </p:spPr>
      </p:sp>
      <p:sp>
        <p:nvSpPr>
          <p:cNvPr id="3" name="wm.whiteboard.0.0"/>
          <p:cNvSpPr/>
          <p:nvPr/>
        </p:nvSpPr>
        <p:spPr>
          <a:xfrm>
            <a:off x="7581900" y="228600"/>
            <a:ext cx="38100" cy="38100"/>
          </a:xfrm>
          <a:prstGeom prst="rect">
            <a:avLst/>
          </a:prstGeom>
          <a:solidFill>
            <a:srgbClr val="CED7E6"/>
          </a:solidFill>
          <a:ln>
            <a:noFill/>
          </a:ln>
        </p:spPr>
      </p:sp>
      <p:sp>
        <p:nvSpPr>
          <p:cNvPr id="4" name="wm.whiteboard.0.18"/>
          <p:cNvSpPr/>
          <p:nvPr/>
        </p:nvSpPr>
        <p:spPr>
          <a:xfrm>
            <a:off x="7581900" y="457200"/>
            <a:ext cx="38100" cy="38100"/>
          </a:xfrm>
          <a:prstGeom prst="rect">
            <a:avLst/>
          </a:prstGeom>
          <a:solidFill>
            <a:srgbClr val="CED7E6"/>
          </a:solidFill>
          <a:ln>
            <a:noFill/>
          </a:ln>
        </p:spPr>
      </p:sp>
      <p:sp>
        <p:nvSpPr>
          <p:cNvPr id="5" name="wm.whiteboard.0.36"/>
          <p:cNvSpPr/>
          <p:nvPr/>
        </p:nvSpPr>
        <p:spPr>
          <a:xfrm>
            <a:off x="7581900" y="685800"/>
            <a:ext cx="38100" cy="38100"/>
          </a:xfrm>
          <a:prstGeom prst="rect">
            <a:avLst/>
          </a:prstGeom>
          <a:solidFill>
            <a:srgbClr val="CED7E6"/>
          </a:solidFill>
          <a:ln>
            <a:noFill/>
          </a:ln>
        </p:spPr>
      </p:sp>
      <p:sp>
        <p:nvSpPr>
          <p:cNvPr id="6" name="wm.whiteboard.0.54"/>
          <p:cNvSpPr/>
          <p:nvPr/>
        </p:nvSpPr>
        <p:spPr>
          <a:xfrm>
            <a:off x="7581900" y="914400"/>
            <a:ext cx="38100" cy="38100"/>
          </a:xfrm>
          <a:prstGeom prst="rect">
            <a:avLst/>
          </a:prstGeom>
          <a:solidFill>
            <a:srgbClr val="CED7E6"/>
          </a:solidFill>
          <a:ln>
            <a:noFill/>
          </a:ln>
        </p:spPr>
      </p:sp>
      <p:sp>
        <p:nvSpPr>
          <p:cNvPr id="7" name="wm.whiteboard.0.72"/>
          <p:cNvSpPr/>
          <p:nvPr/>
        </p:nvSpPr>
        <p:spPr>
          <a:xfrm>
            <a:off x="7581900" y="1143000"/>
            <a:ext cx="38100" cy="38100"/>
          </a:xfrm>
          <a:prstGeom prst="rect">
            <a:avLst/>
          </a:prstGeom>
          <a:solidFill>
            <a:srgbClr val="CED7E6">
              <a:alpha val="85305"/>
            </a:srgbClr>
          </a:solidFill>
          <a:ln>
            <a:noFill/>
          </a:ln>
        </p:spPr>
      </p:sp>
      <p:sp>
        <p:nvSpPr>
          <p:cNvPr id="8" name="wm.whiteboard.0.90"/>
          <p:cNvSpPr/>
          <p:nvPr/>
        </p:nvSpPr>
        <p:spPr>
          <a:xfrm>
            <a:off x="7581900" y="1371600"/>
            <a:ext cx="38100" cy="38100"/>
          </a:xfrm>
          <a:prstGeom prst="rect">
            <a:avLst/>
          </a:prstGeom>
          <a:solidFill>
            <a:srgbClr val="CED7E6">
              <a:alpha val="68524"/>
            </a:srgbClr>
          </a:solidFill>
          <a:ln>
            <a:noFill/>
          </a:ln>
        </p:spPr>
      </p:sp>
      <p:sp>
        <p:nvSpPr>
          <p:cNvPr id="9" name="wm.whiteboard.0.108"/>
          <p:cNvSpPr/>
          <p:nvPr/>
        </p:nvSpPr>
        <p:spPr>
          <a:xfrm>
            <a:off x="7581900" y="1600200"/>
            <a:ext cx="38100" cy="38100"/>
          </a:xfrm>
          <a:prstGeom prst="rect">
            <a:avLst/>
          </a:prstGeom>
          <a:solidFill>
            <a:srgbClr val="CED7E6">
              <a:alpha val="51742"/>
            </a:srgbClr>
          </a:solidFill>
          <a:ln>
            <a:noFill/>
          </a:ln>
        </p:spPr>
      </p:sp>
      <p:sp>
        <p:nvSpPr>
          <p:cNvPr id="10" name="wm.whiteboard.0.126"/>
          <p:cNvSpPr/>
          <p:nvPr/>
        </p:nvSpPr>
        <p:spPr>
          <a:xfrm>
            <a:off x="7581900" y="1828800"/>
            <a:ext cx="38100" cy="38100"/>
          </a:xfrm>
          <a:prstGeom prst="rect">
            <a:avLst/>
          </a:prstGeom>
          <a:solidFill>
            <a:srgbClr val="CED7E6">
              <a:alpha val="34959"/>
            </a:srgbClr>
          </a:solidFill>
          <a:ln>
            <a:noFill/>
          </a:ln>
        </p:spPr>
      </p:sp>
      <p:sp>
        <p:nvSpPr>
          <p:cNvPr id="11" name="wm.whiteboard.0.144"/>
          <p:cNvSpPr/>
          <p:nvPr/>
        </p:nvSpPr>
        <p:spPr>
          <a:xfrm>
            <a:off x="7581900" y="2057400"/>
            <a:ext cx="38100" cy="38100"/>
          </a:xfrm>
          <a:prstGeom prst="rect">
            <a:avLst/>
          </a:prstGeom>
          <a:solidFill>
            <a:srgbClr val="CED7E6">
              <a:alpha val="18177"/>
            </a:srgbClr>
          </a:solidFill>
          <a:ln>
            <a:noFill/>
          </a:ln>
        </p:spPr>
      </p:sp>
      <p:sp>
        <p:nvSpPr>
          <p:cNvPr id="12" name="wm.whiteboard.0.162"/>
          <p:cNvSpPr/>
          <p:nvPr/>
        </p:nvSpPr>
        <p:spPr>
          <a:xfrm>
            <a:off x="7581900" y="2286000"/>
            <a:ext cx="38100" cy="38100"/>
          </a:xfrm>
          <a:prstGeom prst="rect">
            <a:avLst/>
          </a:prstGeom>
          <a:solidFill>
            <a:srgbClr val="CED7E6">
              <a:alpha val="1394"/>
            </a:srgbClr>
          </a:solidFill>
          <a:ln>
            <a:noFill/>
          </a:ln>
        </p:spPr>
      </p:sp>
      <p:sp>
        <p:nvSpPr>
          <p:cNvPr id="13" name="wm.whiteboard.18.0"/>
          <p:cNvSpPr/>
          <p:nvPr/>
        </p:nvSpPr>
        <p:spPr>
          <a:xfrm>
            <a:off x="7810500" y="228600"/>
            <a:ext cx="38100" cy="38100"/>
          </a:xfrm>
          <a:prstGeom prst="rect">
            <a:avLst/>
          </a:prstGeom>
          <a:solidFill>
            <a:srgbClr val="CED7E6"/>
          </a:solidFill>
          <a:ln>
            <a:noFill/>
          </a:ln>
        </p:spPr>
      </p:sp>
      <p:sp>
        <p:nvSpPr>
          <p:cNvPr id="14" name="wm.whiteboard.18.18"/>
          <p:cNvSpPr/>
          <p:nvPr/>
        </p:nvSpPr>
        <p:spPr>
          <a:xfrm>
            <a:off x="7810500" y="457200"/>
            <a:ext cx="38100" cy="38100"/>
          </a:xfrm>
          <a:prstGeom prst="rect">
            <a:avLst/>
          </a:prstGeom>
          <a:solidFill>
            <a:srgbClr val="CED7E6"/>
          </a:solidFill>
          <a:ln>
            <a:noFill/>
          </a:ln>
        </p:spPr>
      </p:sp>
      <p:sp>
        <p:nvSpPr>
          <p:cNvPr id="15" name="wm.whiteboard.18.36"/>
          <p:cNvSpPr/>
          <p:nvPr/>
        </p:nvSpPr>
        <p:spPr>
          <a:xfrm>
            <a:off x="7810500" y="685800"/>
            <a:ext cx="38100" cy="38100"/>
          </a:xfrm>
          <a:prstGeom prst="rect">
            <a:avLst/>
          </a:prstGeom>
          <a:solidFill>
            <a:srgbClr val="CED7E6"/>
          </a:solidFill>
          <a:ln>
            <a:noFill/>
          </a:ln>
        </p:spPr>
      </p:sp>
      <p:sp>
        <p:nvSpPr>
          <p:cNvPr id="16" name="wm.whiteboard.18.54"/>
          <p:cNvSpPr/>
          <p:nvPr/>
        </p:nvSpPr>
        <p:spPr>
          <a:xfrm>
            <a:off x="7810500" y="914400"/>
            <a:ext cx="38100" cy="38100"/>
          </a:xfrm>
          <a:prstGeom prst="rect">
            <a:avLst/>
          </a:prstGeom>
          <a:solidFill>
            <a:srgbClr val="CED7E6">
              <a:alpha val="99988"/>
            </a:srgbClr>
          </a:solidFill>
          <a:ln>
            <a:noFill/>
          </a:ln>
        </p:spPr>
      </p:sp>
      <p:sp>
        <p:nvSpPr>
          <p:cNvPr id="17" name="wm.whiteboard.18.72"/>
          <p:cNvSpPr/>
          <p:nvPr/>
        </p:nvSpPr>
        <p:spPr>
          <a:xfrm>
            <a:off x="7810500" y="1143000"/>
            <a:ext cx="38100" cy="38100"/>
          </a:xfrm>
          <a:prstGeom prst="rect">
            <a:avLst/>
          </a:prstGeom>
          <a:solidFill>
            <a:srgbClr val="CED7E6">
              <a:alpha val="83708"/>
            </a:srgbClr>
          </a:solidFill>
          <a:ln>
            <a:noFill/>
          </a:ln>
        </p:spPr>
      </p:sp>
      <p:sp>
        <p:nvSpPr>
          <p:cNvPr id="18" name="wm.whiteboard.18.90"/>
          <p:cNvSpPr/>
          <p:nvPr/>
        </p:nvSpPr>
        <p:spPr>
          <a:xfrm>
            <a:off x="7810500" y="1371600"/>
            <a:ext cx="38100" cy="38100"/>
          </a:xfrm>
          <a:prstGeom prst="rect">
            <a:avLst/>
          </a:prstGeom>
          <a:solidFill>
            <a:srgbClr val="CED7E6">
              <a:alpha val="67236"/>
            </a:srgbClr>
          </a:solidFill>
          <a:ln>
            <a:noFill/>
          </a:ln>
        </p:spPr>
      </p:sp>
      <p:sp>
        <p:nvSpPr>
          <p:cNvPr id="19" name="wm.whiteboard.18.108"/>
          <p:cNvSpPr/>
          <p:nvPr/>
        </p:nvSpPr>
        <p:spPr>
          <a:xfrm>
            <a:off x="7810500" y="1600200"/>
            <a:ext cx="38100" cy="38100"/>
          </a:xfrm>
          <a:prstGeom prst="rect">
            <a:avLst/>
          </a:prstGeom>
          <a:solidFill>
            <a:srgbClr val="CED7E6">
              <a:alpha val="50663"/>
            </a:srgbClr>
          </a:solidFill>
          <a:ln>
            <a:noFill/>
          </a:ln>
        </p:spPr>
      </p:sp>
      <p:sp>
        <p:nvSpPr>
          <p:cNvPr id="20" name="wm.whiteboard.18.126"/>
          <p:cNvSpPr/>
          <p:nvPr/>
        </p:nvSpPr>
        <p:spPr>
          <a:xfrm>
            <a:off x="7810500" y="1828800"/>
            <a:ext cx="38100" cy="38100"/>
          </a:xfrm>
          <a:prstGeom prst="rect">
            <a:avLst/>
          </a:prstGeom>
          <a:solidFill>
            <a:srgbClr val="CED7E6">
              <a:alpha val="34032"/>
            </a:srgbClr>
          </a:solidFill>
          <a:ln>
            <a:noFill/>
          </a:ln>
        </p:spPr>
      </p:sp>
      <p:sp>
        <p:nvSpPr>
          <p:cNvPr id="21" name="wm.whiteboard.18.144"/>
          <p:cNvSpPr/>
          <p:nvPr/>
        </p:nvSpPr>
        <p:spPr>
          <a:xfrm>
            <a:off x="7810500" y="2057400"/>
            <a:ext cx="38100" cy="38100"/>
          </a:xfrm>
          <a:prstGeom prst="rect">
            <a:avLst/>
          </a:prstGeom>
          <a:solidFill>
            <a:srgbClr val="CED7E6">
              <a:alpha val="17363"/>
            </a:srgbClr>
          </a:solidFill>
          <a:ln>
            <a:noFill/>
          </a:ln>
        </p:spPr>
      </p:sp>
      <p:sp>
        <p:nvSpPr>
          <p:cNvPr id="22" name="wm.whiteboard.18.162"/>
          <p:cNvSpPr/>
          <p:nvPr/>
        </p:nvSpPr>
        <p:spPr>
          <a:xfrm>
            <a:off x="7810500" y="2286000"/>
            <a:ext cx="38100" cy="38100"/>
          </a:xfrm>
          <a:prstGeom prst="rect">
            <a:avLst/>
          </a:prstGeom>
          <a:solidFill>
            <a:srgbClr val="CED7E6">
              <a:alpha val="670"/>
            </a:srgbClr>
          </a:solidFill>
          <a:ln>
            <a:noFill/>
          </a:ln>
        </p:spPr>
      </p:sp>
      <p:sp>
        <p:nvSpPr>
          <p:cNvPr id="23" name="wm.whiteboard.36.0"/>
          <p:cNvSpPr/>
          <p:nvPr/>
        </p:nvSpPr>
        <p:spPr>
          <a:xfrm>
            <a:off x="8039100" y="228600"/>
            <a:ext cx="38100" cy="38100"/>
          </a:xfrm>
          <a:prstGeom prst="rect">
            <a:avLst/>
          </a:prstGeom>
          <a:solidFill>
            <a:srgbClr val="CED7E6"/>
          </a:solidFill>
          <a:ln>
            <a:noFill/>
          </a:ln>
        </p:spPr>
      </p:sp>
      <p:sp>
        <p:nvSpPr>
          <p:cNvPr id="24" name="wm.whiteboard.36.18"/>
          <p:cNvSpPr/>
          <p:nvPr/>
        </p:nvSpPr>
        <p:spPr>
          <a:xfrm>
            <a:off x="8039100" y="457200"/>
            <a:ext cx="38100" cy="38100"/>
          </a:xfrm>
          <a:prstGeom prst="rect">
            <a:avLst/>
          </a:prstGeom>
          <a:solidFill>
            <a:srgbClr val="CED7E6"/>
          </a:solidFill>
          <a:ln>
            <a:noFill/>
          </a:ln>
        </p:spPr>
      </p:sp>
      <p:sp>
        <p:nvSpPr>
          <p:cNvPr id="25" name="wm.whiteboard.36.36"/>
          <p:cNvSpPr/>
          <p:nvPr/>
        </p:nvSpPr>
        <p:spPr>
          <a:xfrm>
            <a:off x="8039100" y="685800"/>
            <a:ext cx="38100" cy="38100"/>
          </a:xfrm>
          <a:prstGeom prst="rect">
            <a:avLst/>
          </a:prstGeom>
          <a:solidFill>
            <a:srgbClr val="CED7E6"/>
          </a:solidFill>
          <a:ln>
            <a:noFill/>
          </a:ln>
        </p:spPr>
      </p:sp>
      <p:sp>
        <p:nvSpPr>
          <p:cNvPr id="26" name="wm.whiteboard.36.54"/>
          <p:cNvSpPr/>
          <p:nvPr/>
        </p:nvSpPr>
        <p:spPr>
          <a:xfrm>
            <a:off x="8039100" y="914400"/>
            <a:ext cx="38100" cy="38100"/>
          </a:xfrm>
          <a:prstGeom prst="rect">
            <a:avLst/>
          </a:prstGeom>
          <a:solidFill>
            <a:srgbClr val="CED7E6">
              <a:alpha val="94671"/>
            </a:srgbClr>
          </a:solidFill>
          <a:ln>
            <a:noFill/>
          </a:ln>
        </p:spPr>
      </p:sp>
      <p:sp>
        <p:nvSpPr>
          <p:cNvPr id="27" name="wm.whiteboard.36.72"/>
          <p:cNvSpPr/>
          <p:nvPr/>
        </p:nvSpPr>
        <p:spPr>
          <a:xfrm>
            <a:off x="8039100" y="1143000"/>
            <a:ext cx="38100" cy="38100"/>
          </a:xfrm>
          <a:prstGeom prst="rect">
            <a:avLst/>
          </a:prstGeom>
          <a:solidFill>
            <a:srgbClr val="CED7E6">
              <a:alpha val="79547"/>
            </a:srgbClr>
          </a:solidFill>
          <a:ln>
            <a:noFill/>
          </a:ln>
        </p:spPr>
      </p:sp>
      <p:sp>
        <p:nvSpPr>
          <p:cNvPr id="28" name="wm.whiteboard.36.90"/>
          <p:cNvSpPr/>
          <p:nvPr/>
        </p:nvSpPr>
        <p:spPr>
          <a:xfrm>
            <a:off x="8039100" y="1371600"/>
            <a:ext cx="38100" cy="38100"/>
          </a:xfrm>
          <a:prstGeom prst="rect">
            <a:avLst/>
          </a:prstGeom>
          <a:solidFill>
            <a:srgbClr val="CED7E6">
              <a:alpha val="63833"/>
            </a:srgbClr>
          </a:solidFill>
          <a:ln>
            <a:noFill/>
          </a:ln>
        </p:spPr>
      </p:sp>
      <p:sp>
        <p:nvSpPr>
          <p:cNvPr id="29" name="wm.whiteboard.36.108"/>
          <p:cNvSpPr/>
          <p:nvPr/>
        </p:nvSpPr>
        <p:spPr>
          <a:xfrm>
            <a:off x="8039100" y="1600200"/>
            <a:ext cx="38100" cy="38100"/>
          </a:xfrm>
          <a:prstGeom prst="rect">
            <a:avLst/>
          </a:prstGeom>
          <a:solidFill>
            <a:srgbClr val="CED7E6">
              <a:alpha val="47790"/>
            </a:srgbClr>
          </a:solidFill>
          <a:ln>
            <a:noFill/>
          </a:ln>
        </p:spPr>
      </p:sp>
      <p:sp>
        <p:nvSpPr>
          <p:cNvPr id="30" name="wm.whiteboard.36.126"/>
          <p:cNvSpPr/>
          <p:nvPr/>
        </p:nvSpPr>
        <p:spPr>
          <a:xfrm>
            <a:off x="8039100" y="1828800"/>
            <a:ext cx="38100" cy="38100"/>
          </a:xfrm>
          <a:prstGeom prst="rect">
            <a:avLst/>
          </a:prstGeom>
          <a:solidFill>
            <a:srgbClr val="CED7E6">
              <a:alpha val="31549"/>
            </a:srgbClr>
          </a:solidFill>
          <a:ln>
            <a:noFill/>
          </a:ln>
        </p:spPr>
      </p:sp>
      <p:sp>
        <p:nvSpPr>
          <p:cNvPr id="31" name="wm.whiteboard.36.144"/>
          <p:cNvSpPr/>
          <p:nvPr/>
        </p:nvSpPr>
        <p:spPr>
          <a:xfrm>
            <a:off x="8039100" y="2057400"/>
            <a:ext cx="38100" cy="38100"/>
          </a:xfrm>
          <a:prstGeom prst="rect">
            <a:avLst/>
          </a:prstGeom>
          <a:solidFill>
            <a:srgbClr val="CED7E6">
              <a:alpha val="15179"/>
            </a:srgbClr>
          </a:solidFill>
          <a:ln>
            <a:noFill/>
          </a:ln>
        </p:spPr>
      </p:sp>
      <p:sp>
        <p:nvSpPr>
          <p:cNvPr id="32" name="wm.whiteboard.54.0"/>
          <p:cNvSpPr/>
          <p:nvPr/>
        </p:nvSpPr>
        <p:spPr>
          <a:xfrm>
            <a:off x="8267700" y="228600"/>
            <a:ext cx="38100" cy="38100"/>
          </a:xfrm>
          <a:prstGeom prst="rect">
            <a:avLst/>
          </a:prstGeom>
          <a:solidFill>
            <a:srgbClr val="CED7E6"/>
          </a:solidFill>
          <a:ln>
            <a:noFill/>
          </a:ln>
        </p:spPr>
      </p:sp>
      <p:sp>
        <p:nvSpPr>
          <p:cNvPr id="33" name="wm.whiteboard.54.18"/>
          <p:cNvSpPr/>
          <p:nvPr/>
        </p:nvSpPr>
        <p:spPr>
          <a:xfrm>
            <a:off x="8267700" y="457200"/>
            <a:ext cx="38100" cy="38100"/>
          </a:xfrm>
          <a:prstGeom prst="rect">
            <a:avLst/>
          </a:prstGeom>
          <a:solidFill>
            <a:srgbClr val="CED7E6"/>
          </a:solidFill>
          <a:ln>
            <a:noFill/>
          </a:ln>
        </p:spPr>
      </p:sp>
      <p:sp>
        <p:nvSpPr>
          <p:cNvPr id="34" name="wm.whiteboard.54.36"/>
          <p:cNvSpPr/>
          <p:nvPr/>
        </p:nvSpPr>
        <p:spPr>
          <a:xfrm>
            <a:off x="8267700" y="685800"/>
            <a:ext cx="38100" cy="38100"/>
          </a:xfrm>
          <a:prstGeom prst="rect">
            <a:avLst/>
          </a:prstGeom>
          <a:solidFill>
            <a:srgbClr val="CED7E6">
              <a:alpha val="98827"/>
            </a:srgbClr>
          </a:solidFill>
          <a:ln>
            <a:noFill/>
          </a:ln>
        </p:spPr>
      </p:sp>
      <p:sp>
        <p:nvSpPr>
          <p:cNvPr id="35" name="wm.whiteboard.54.54"/>
          <p:cNvSpPr/>
          <p:nvPr/>
        </p:nvSpPr>
        <p:spPr>
          <a:xfrm>
            <a:off x="8267700" y="914400"/>
            <a:ext cx="38100" cy="38100"/>
          </a:xfrm>
          <a:prstGeom prst="rect">
            <a:avLst/>
          </a:prstGeom>
          <a:solidFill>
            <a:srgbClr val="CED7E6">
              <a:alpha val="86895"/>
            </a:srgbClr>
          </a:solidFill>
          <a:ln>
            <a:noFill/>
          </a:ln>
        </p:spPr>
      </p:sp>
      <p:sp>
        <p:nvSpPr>
          <p:cNvPr id="36" name="wm.whiteboard.54.72"/>
          <p:cNvSpPr/>
          <p:nvPr/>
        </p:nvSpPr>
        <p:spPr>
          <a:xfrm>
            <a:off x="8267700" y="1143000"/>
            <a:ext cx="38100" cy="38100"/>
          </a:xfrm>
          <a:prstGeom prst="rect">
            <a:avLst/>
          </a:prstGeom>
          <a:solidFill>
            <a:srgbClr val="CED7E6">
              <a:alpha val="73217"/>
            </a:srgbClr>
          </a:solidFill>
          <a:ln>
            <a:noFill/>
          </a:ln>
        </p:spPr>
      </p:sp>
      <p:sp>
        <p:nvSpPr>
          <p:cNvPr id="37" name="wm.whiteboard.54.90"/>
          <p:cNvSpPr/>
          <p:nvPr/>
        </p:nvSpPr>
        <p:spPr>
          <a:xfrm>
            <a:off x="8267700" y="1371600"/>
            <a:ext cx="38100" cy="38100"/>
          </a:xfrm>
          <a:prstGeom prst="rect">
            <a:avLst/>
          </a:prstGeom>
          <a:solidFill>
            <a:srgbClr val="CED7E6">
              <a:alpha val="58541"/>
            </a:srgbClr>
          </a:solidFill>
          <a:ln>
            <a:noFill/>
          </a:ln>
        </p:spPr>
      </p:sp>
      <p:sp>
        <p:nvSpPr>
          <p:cNvPr id="38" name="wm.whiteboard.54.108"/>
          <p:cNvSpPr/>
          <p:nvPr/>
        </p:nvSpPr>
        <p:spPr>
          <a:xfrm>
            <a:off x="8267700" y="1600200"/>
            <a:ext cx="38100" cy="38100"/>
          </a:xfrm>
          <a:prstGeom prst="rect">
            <a:avLst/>
          </a:prstGeom>
          <a:solidFill>
            <a:srgbClr val="CED7E6">
              <a:alpha val="43263"/>
            </a:srgbClr>
          </a:solidFill>
          <a:ln>
            <a:noFill/>
          </a:ln>
        </p:spPr>
      </p:sp>
      <p:sp>
        <p:nvSpPr>
          <p:cNvPr id="39" name="wm.whiteboard.54.126"/>
          <p:cNvSpPr/>
          <p:nvPr/>
        </p:nvSpPr>
        <p:spPr>
          <a:xfrm>
            <a:off x="8267700" y="1828800"/>
            <a:ext cx="38100" cy="38100"/>
          </a:xfrm>
          <a:prstGeom prst="rect">
            <a:avLst/>
          </a:prstGeom>
          <a:solidFill>
            <a:srgbClr val="CED7E6">
              <a:alpha val="27603"/>
            </a:srgbClr>
          </a:solidFill>
          <a:ln>
            <a:noFill/>
          </a:ln>
        </p:spPr>
      </p:sp>
      <p:sp>
        <p:nvSpPr>
          <p:cNvPr id="40" name="wm.whiteboard.54.144"/>
          <p:cNvSpPr/>
          <p:nvPr/>
        </p:nvSpPr>
        <p:spPr>
          <a:xfrm>
            <a:off x="8267700" y="2057400"/>
            <a:ext cx="38100" cy="38100"/>
          </a:xfrm>
          <a:prstGeom prst="rect">
            <a:avLst/>
          </a:prstGeom>
          <a:solidFill>
            <a:srgbClr val="CED7E6">
              <a:alpha val="11687"/>
            </a:srgbClr>
          </a:solidFill>
          <a:ln>
            <a:noFill/>
          </a:ln>
        </p:spPr>
      </p:sp>
      <p:sp>
        <p:nvSpPr>
          <p:cNvPr id="41" name="wm.whiteboard.72.0"/>
          <p:cNvSpPr/>
          <p:nvPr/>
        </p:nvSpPr>
        <p:spPr>
          <a:xfrm>
            <a:off x="8496300" y="228600"/>
            <a:ext cx="38100" cy="38100"/>
          </a:xfrm>
          <a:prstGeom prst="rect">
            <a:avLst/>
          </a:prstGeom>
          <a:solidFill>
            <a:srgbClr val="CED7E6">
              <a:alpha val="97572"/>
            </a:srgbClr>
          </a:solidFill>
          <a:ln>
            <a:noFill/>
          </a:ln>
        </p:spPr>
      </p:sp>
      <p:sp>
        <p:nvSpPr>
          <p:cNvPr id="42" name="wm.whiteboard.72.18"/>
          <p:cNvSpPr/>
          <p:nvPr/>
        </p:nvSpPr>
        <p:spPr>
          <a:xfrm>
            <a:off x="8496300" y="457200"/>
            <a:ext cx="38100" cy="38100"/>
          </a:xfrm>
          <a:prstGeom prst="rect">
            <a:avLst/>
          </a:prstGeom>
          <a:solidFill>
            <a:srgbClr val="CED7E6">
              <a:alpha val="94724"/>
            </a:srgbClr>
          </a:solidFill>
          <a:ln>
            <a:noFill/>
          </a:ln>
        </p:spPr>
      </p:sp>
      <p:sp>
        <p:nvSpPr>
          <p:cNvPr id="43" name="wm.whiteboard.72.36"/>
          <p:cNvSpPr/>
          <p:nvPr/>
        </p:nvSpPr>
        <p:spPr>
          <a:xfrm>
            <a:off x="8496300" y="685800"/>
            <a:ext cx="38100" cy="38100"/>
          </a:xfrm>
          <a:prstGeom prst="rect">
            <a:avLst/>
          </a:prstGeom>
          <a:solidFill>
            <a:srgbClr val="CED7E6">
              <a:alpha val="87609"/>
            </a:srgbClr>
          </a:solidFill>
          <a:ln>
            <a:noFill/>
          </a:ln>
        </p:spPr>
      </p:sp>
      <p:sp>
        <p:nvSpPr>
          <p:cNvPr id="44" name="wm.whiteboard.72.54"/>
          <p:cNvSpPr/>
          <p:nvPr/>
        </p:nvSpPr>
        <p:spPr>
          <a:xfrm>
            <a:off x="8496300" y="914400"/>
            <a:ext cx="38100" cy="38100"/>
          </a:xfrm>
          <a:prstGeom prst="rect">
            <a:avLst/>
          </a:prstGeom>
          <a:solidFill>
            <a:srgbClr val="CED7E6">
              <a:alpha val="77408"/>
            </a:srgbClr>
          </a:solidFill>
          <a:ln>
            <a:noFill/>
          </a:ln>
        </p:spPr>
      </p:sp>
      <p:sp>
        <p:nvSpPr>
          <p:cNvPr id="45" name="wm.whiteboard.72.72"/>
          <p:cNvSpPr/>
          <p:nvPr/>
        </p:nvSpPr>
        <p:spPr>
          <a:xfrm>
            <a:off x="8496300" y="1143000"/>
            <a:ext cx="38100" cy="38100"/>
          </a:xfrm>
          <a:prstGeom prst="rect">
            <a:avLst/>
          </a:prstGeom>
          <a:solidFill>
            <a:srgbClr val="CED7E6">
              <a:alpha val="65181"/>
            </a:srgbClr>
          </a:solidFill>
          <a:ln>
            <a:noFill/>
          </a:ln>
        </p:spPr>
      </p:sp>
      <p:sp>
        <p:nvSpPr>
          <p:cNvPr id="46" name="wm.whiteboard.72.90"/>
          <p:cNvSpPr/>
          <p:nvPr/>
        </p:nvSpPr>
        <p:spPr>
          <a:xfrm>
            <a:off x="8496300" y="1371600"/>
            <a:ext cx="38100" cy="38100"/>
          </a:xfrm>
          <a:prstGeom prst="rect">
            <a:avLst/>
          </a:prstGeom>
          <a:solidFill>
            <a:srgbClr val="CED7E6">
              <a:alpha val="51653"/>
            </a:srgbClr>
          </a:solidFill>
          <a:ln>
            <a:noFill/>
          </a:ln>
        </p:spPr>
      </p:sp>
      <p:sp>
        <p:nvSpPr>
          <p:cNvPr id="47" name="wm.whiteboard.72.108"/>
          <p:cNvSpPr/>
          <p:nvPr/>
        </p:nvSpPr>
        <p:spPr>
          <a:xfrm>
            <a:off x="8496300" y="1600200"/>
            <a:ext cx="38100" cy="38100"/>
          </a:xfrm>
          <a:prstGeom prst="rect">
            <a:avLst/>
          </a:prstGeom>
          <a:solidFill>
            <a:srgbClr val="CED7E6">
              <a:alpha val="37275"/>
            </a:srgbClr>
          </a:solidFill>
          <a:ln>
            <a:noFill/>
          </a:ln>
        </p:spPr>
      </p:sp>
      <p:sp>
        <p:nvSpPr>
          <p:cNvPr id="48" name="wm.whiteboard.72.126"/>
          <p:cNvSpPr/>
          <p:nvPr/>
        </p:nvSpPr>
        <p:spPr>
          <a:xfrm>
            <a:off x="8496300" y="1828800"/>
            <a:ext cx="38100" cy="38100"/>
          </a:xfrm>
          <a:prstGeom prst="rect">
            <a:avLst/>
          </a:prstGeom>
          <a:solidFill>
            <a:srgbClr val="CED7E6">
              <a:alpha val="22326"/>
            </a:srgbClr>
          </a:solidFill>
          <a:ln>
            <a:noFill/>
          </a:ln>
        </p:spPr>
      </p:sp>
      <p:sp>
        <p:nvSpPr>
          <p:cNvPr id="49" name="wm.whiteboard.72.144"/>
          <p:cNvSpPr/>
          <p:nvPr/>
        </p:nvSpPr>
        <p:spPr>
          <a:xfrm>
            <a:off x="8496300" y="2057400"/>
            <a:ext cx="38100" cy="38100"/>
          </a:xfrm>
          <a:prstGeom prst="rect">
            <a:avLst/>
          </a:prstGeom>
          <a:solidFill>
            <a:srgbClr val="CED7E6">
              <a:alpha val="6980"/>
            </a:srgbClr>
          </a:solidFill>
          <a:ln>
            <a:noFill/>
          </a:ln>
        </p:spPr>
      </p:sp>
      <p:sp>
        <p:nvSpPr>
          <p:cNvPr id="50" name="wm.whiteboard.90.0"/>
          <p:cNvSpPr/>
          <p:nvPr/>
        </p:nvSpPr>
        <p:spPr>
          <a:xfrm>
            <a:off x="8724900" y="228600"/>
            <a:ext cx="38100" cy="38100"/>
          </a:xfrm>
          <a:prstGeom prst="rect">
            <a:avLst/>
          </a:prstGeom>
          <a:solidFill>
            <a:srgbClr val="CED7E6">
              <a:alpha val="83798"/>
            </a:srgbClr>
          </a:solidFill>
          <a:ln>
            <a:noFill/>
          </a:ln>
        </p:spPr>
      </p:sp>
      <p:sp>
        <p:nvSpPr>
          <p:cNvPr id="51" name="wm.whiteboard.90.18"/>
          <p:cNvSpPr/>
          <p:nvPr/>
        </p:nvSpPr>
        <p:spPr>
          <a:xfrm>
            <a:off x="8724900" y="457200"/>
            <a:ext cx="38100" cy="38100"/>
          </a:xfrm>
          <a:prstGeom prst="rect">
            <a:avLst/>
          </a:prstGeom>
          <a:solidFill>
            <a:srgbClr val="CED7E6">
              <a:alpha val="81490"/>
            </a:srgbClr>
          </a:solidFill>
          <a:ln>
            <a:noFill/>
          </a:ln>
        </p:spPr>
      </p:sp>
      <p:sp>
        <p:nvSpPr>
          <p:cNvPr id="52" name="wm.whiteboard.90.36"/>
          <p:cNvSpPr/>
          <p:nvPr/>
        </p:nvSpPr>
        <p:spPr>
          <a:xfrm>
            <a:off x="8724900" y="685800"/>
            <a:ext cx="38100" cy="38100"/>
          </a:xfrm>
          <a:prstGeom prst="rect">
            <a:avLst/>
          </a:prstGeom>
          <a:solidFill>
            <a:srgbClr val="CED7E6">
              <a:alpha val="75569"/>
            </a:srgbClr>
          </a:solidFill>
          <a:ln>
            <a:noFill/>
          </a:ln>
        </p:spPr>
      </p:sp>
      <p:sp>
        <p:nvSpPr>
          <p:cNvPr id="53" name="wm.whiteboard.90.54"/>
          <p:cNvSpPr/>
          <p:nvPr/>
        </p:nvSpPr>
        <p:spPr>
          <a:xfrm>
            <a:off x="8724900" y="914400"/>
            <a:ext cx="38100" cy="38100"/>
          </a:xfrm>
          <a:prstGeom prst="rect">
            <a:avLst/>
          </a:prstGeom>
          <a:solidFill>
            <a:srgbClr val="CED7E6">
              <a:alpha val="66767"/>
            </a:srgbClr>
          </a:solidFill>
          <a:ln>
            <a:noFill/>
          </a:ln>
        </p:spPr>
      </p:sp>
      <p:sp>
        <p:nvSpPr>
          <p:cNvPr id="54" name="wm.whiteboard.90.72"/>
          <p:cNvSpPr/>
          <p:nvPr/>
        </p:nvSpPr>
        <p:spPr>
          <a:xfrm>
            <a:off x="8724900" y="1143000"/>
            <a:ext cx="38100" cy="38100"/>
          </a:xfrm>
          <a:prstGeom prst="rect">
            <a:avLst/>
          </a:prstGeom>
          <a:solidFill>
            <a:srgbClr val="CED7E6">
              <a:alpha val="55859"/>
            </a:srgbClr>
          </a:solidFill>
          <a:ln>
            <a:noFill/>
          </a:ln>
        </p:spPr>
      </p:sp>
      <p:sp>
        <p:nvSpPr>
          <p:cNvPr id="55" name="wm.whiteboard.90.90"/>
          <p:cNvSpPr/>
          <p:nvPr/>
        </p:nvSpPr>
        <p:spPr>
          <a:xfrm>
            <a:off x="8724900" y="1371600"/>
            <a:ext cx="38100" cy="38100"/>
          </a:xfrm>
          <a:prstGeom prst="rect">
            <a:avLst/>
          </a:prstGeom>
          <a:solidFill>
            <a:srgbClr val="CED7E6">
              <a:alpha val="43468"/>
            </a:srgbClr>
          </a:solidFill>
          <a:ln>
            <a:noFill/>
          </a:ln>
        </p:spPr>
      </p:sp>
      <p:sp>
        <p:nvSpPr>
          <p:cNvPr id="56" name="wm.whiteboard.90.108"/>
          <p:cNvSpPr/>
          <p:nvPr/>
        </p:nvSpPr>
        <p:spPr>
          <a:xfrm>
            <a:off x="8724900" y="1600200"/>
            <a:ext cx="38100" cy="38100"/>
          </a:xfrm>
          <a:prstGeom prst="rect">
            <a:avLst/>
          </a:prstGeom>
          <a:solidFill>
            <a:srgbClr val="CED7E6">
              <a:alpha val="30037"/>
            </a:srgbClr>
          </a:solidFill>
          <a:ln>
            <a:noFill/>
          </a:ln>
        </p:spPr>
      </p:sp>
      <p:sp>
        <p:nvSpPr>
          <p:cNvPr id="57" name="wm.whiteboard.90.126"/>
          <p:cNvSpPr/>
          <p:nvPr/>
        </p:nvSpPr>
        <p:spPr>
          <a:xfrm>
            <a:off x="8724900" y="1828800"/>
            <a:ext cx="38100" cy="38100"/>
          </a:xfrm>
          <a:prstGeom prst="rect">
            <a:avLst/>
          </a:prstGeom>
          <a:solidFill>
            <a:srgbClr val="CED7E6">
              <a:alpha val="15870"/>
            </a:srgbClr>
          </a:solidFill>
          <a:ln>
            <a:noFill/>
          </a:ln>
        </p:spPr>
      </p:sp>
      <p:sp>
        <p:nvSpPr>
          <p:cNvPr id="58" name="wm.whiteboard.90.144"/>
          <p:cNvSpPr/>
          <p:nvPr/>
        </p:nvSpPr>
        <p:spPr>
          <a:xfrm>
            <a:off x="8724900" y="2057400"/>
            <a:ext cx="38100" cy="38100"/>
          </a:xfrm>
          <a:prstGeom prst="rect">
            <a:avLst/>
          </a:prstGeom>
          <a:solidFill>
            <a:srgbClr val="CED7E6">
              <a:alpha val="1171"/>
            </a:srgbClr>
          </a:solidFill>
          <a:ln>
            <a:noFill/>
          </a:ln>
        </p:spPr>
      </p:sp>
      <p:sp>
        <p:nvSpPr>
          <p:cNvPr id="59" name="wm.whiteboard.108.0"/>
          <p:cNvSpPr/>
          <p:nvPr/>
        </p:nvSpPr>
        <p:spPr>
          <a:xfrm>
            <a:off x="8953500" y="228600"/>
            <a:ext cx="38100" cy="38100"/>
          </a:xfrm>
          <a:prstGeom prst="rect">
            <a:avLst/>
          </a:prstGeom>
          <a:solidFill>
            <a:srgbClr val="CED7E6">
              <a:alpha val="70023"/>
            </a:srgbClr>
          </a:solidFill>
          <a:ln>
            <a:noFill/>
          </a:ln>
        </p:spPr>
      </p:sp>
      <p:sp>
        <p:nvSpPr>
          <p:cNvPr id="60" name="wm.whiteboard.108.18"/>
          <p:cNvSpPr/>
          <p:nvPr/>
        </p:nvSpPr>
        <p:spPr>
          <a:xfrm>
            <a:off x="8953500" y="457200"/>
            <a:ext cx="38100" cy="38100"/>
          </a:xfrm>
          <a:prstGeom prst="rect">
            <a:avLst/>
          </a:prstGeom>
          <a:solidFill>
            <a:srgbClr val="CED7E6">
              <a:alpha val="68085"/>
            </a:srgbClr>
          </a:solidFill>
          <a:ln>
            <a:noFill/>
          </a:ln>
        </p:spPr>
      </p:sp>
      <p:sp>
        <p:nvSpPr>
          <p:cNvPr id="61" name="wm.whiteboard.108.36"/>
          <p:cNvSpPr/>
          <p:nvPr/>
        </p:nvSpPr>
        <p:spPr>
          <a:xfrm>
            <a:off x="8953500" y="685800"/>
            <a:ext cx="38100" cy="38100"/>
          </a:xfrm>
          <a:prstGeom prst="rect">
            <a:avLst/>
          </a:prstGeom>
          <a:solidFill>
            <a:srgbClr val="CED7E6">
              <a:alpha val="63033"/>
            </a:srgbClr>
          </a:solidFill>
          <a:ln>
            <a:noFill/>
          </a:ln>
        </p:spPr>
      </p:sp>
      <p:sp>
        <p:nvSpPr>
          <p:cNvPr id="62" name="wm.whiteboard.108.54"/>
          <p:cNvSpPr/>
          <p:nvPr/>
        </p:nvSpPr>
        <p:spPr>
          <a:xfrm>
            <a:off x="8953500" y="914400"/>
            <a:ext cx="38100" cy="38100"/>
          </a:xfrm>
          <a:prstGeom prst="rect">
            <a:avLst/>
          </a:prstGeom>
          <a:solidFill>
            <a:srgbClr val="CED7E6">
              <a:alpha val="55346"/>
            </a:srgbClr>
          </a:solidFill>
          <a:ln>
            <a:noFill/>
          </a:ln>
        </p:spPr>
      </p:sp>
      <p:sp>
        <p:nvSpPr>
          <p:cNvPr id="63" name="wm.whiteboard.108.72"/>
          <p:cNvSpPr/>
          <p:nvPr/>
        </p:nvSpPr>
        <p:spPr>
          <a:xfrm>
            <a:off x="8953500" y="1143000"/>
            <a:ext cx="38100" cy="38100"/>
          </a:xfrm>
          <a:prstGeom prst="rect">
            <a:avLst/>
          </a:prstGeom>
          <a:solidFill>
            <a:srgbClr val="CED7E6">
              <a:alpha val="45583"/>
            </a:srgbClr>
          </a:solidFill>
          <a:ln>
            <a:noFill/>
          </a:ln>
        </p:spPr>
      </p:sp>
      <p:sp>
        <p:nvSpPr>
          <p:cNvPr id="64" name="wm.whiteboard.108.90"/>
          <p:cNvSpPr/>
          <p:nvPr/>
        </p:nvSpPr>
        <p:spPr>
          <a:xfrm>
            <a:off x="8953500" y="1371600"/>
            <a:ext cx="38100" cy="38100"/>
          </a:xfrm>
          <a:prstGeom prst="rect">
            <a:avLst/>
          </a:prstGeom>
          <a:solidFill>
            <a:srgbClr val="CED7E6">
              <a:alpha val="34251"/>
            </a:srgbClr>
          </a:solidFill>
          <a:ln>
            <a:noFill/>
          </a:ln>
        </p:spPr>
      </p:sp>
      <p:sp>
        <p:nvSpPr>
          <p:cNvPr id="65" name="wm.whiteboard.108.108"/>
          <p:cNvSpPr/>
          <p:nvPr/>
        </p:nvSpPr>
        <p:spPr>
          <a:xfrm>
            <a:off x="8953500" y="1600200"/>
            <a:ext cx="38100" cy="38100"/>
          </a:xfrm>
          <a:prstGeom prst="rect">
            <a:avLst/>
          </a:prstGeom>
          <a:solidFill>
            <a:srgbClr val="CED7E6">
              <a:alpha val="21754"/>
            </a:srgbClr>
          </a:solidFill>
          <a:ln>
            <a:noFill/>
          </a:ln>
        </p:spPr>
      </p:sp>
      <p:sp>
        <p:nvSpPr>
          <p:cNvPr id="66" name="wm.whiteboard.108.126"/>
          <p:cNvSpPr/>
          <p:nvPr/>
        </p:nvSpPr>
        <p:spPr>
          <a:xfrm>
            <a:off x="8953500" y="1828800"/>
            <a:ext cx="38100" cy="38100"/>
          </a:xfrm>
          <a:prstGeom prst="rect">
            <a:avLst/>
          </a:prstGeom>
          <a:solidFill>
            <a:srgbClr val="CED7E6">
              <a:alpha val="8391"/>
            </a:srgbClr>
          </a:solidFill>
          <a:ln>
            <a:noFill/>
          </a:ln>
        </p:spPr>
      </p:sp>
      <p:sp>
        <p:nvSpPr>
          <p:cNvPr id="67" name="wm.whiteboard.126.0"/>
          <p:cNvSpPr/>
          <p:nvPr/>
        </p:nvSpPr>
        <p:spPr>
          <a:xfrm>
            <a:off x="9182100" y="228600"/>
            <a:ext cx="38100" cy="38100"/>
          </a:xfrm>
          <a:prstGeom prst="rect">
            <a:avLst/>
          </a:prstGeom>
          <a:solidFill>
            <a:srgbClr val="CED7E6">
              <a:alpha val="56247"/>
            </a:srgbClr>
          </a:solidFill>
          <a:ln>
            <a:noFill/>
          </a:ln>
        </p:spPr>
      </p:sp>
      <p:sp>
        <p:nvSpPr>
          <p:cNvPr id="68" name="wm.whiteboard.126.18"/>
          <p:cNvSpPr/>
          <p:nvPr/>
        </p:nvSpPr>
        <p:spPr>
          <a:xfrm>
            <a:off x="9182100" y="457200"/>
            <a:ext cx="38100" cy="38100"/>
          </a:xfrm>
          <a:prstGeom prst="rect">
            <a:avLst/>
          </a:prstGeom>
          <a:solidFill>
            <a:srgbClr val="CED7E6">
              <a:alpha val="54578"/>
            </a:srgbClr>
          </a:solidFill>
          <a:ln>
            <a:noFill/>
          </a:ln>
        </p:spPr>
      </p:sp>
      <p:sp>
        <p:nvSpPr>
          <p:cNvPr id="69" name="wm.whiteboard.126.36"/>
          <p:cNvSpPr/>
          <p:nvPr/>
        </p:nvSpPr>
        <p:spPr>
          <a:xfrm>
            <a:off x="9182100" y="685800"/>
            <a:ext cx="38100" cy="38100"/>
          </a:xfrm>
          <a:prstGeom prst="rect">
            <a:avLst/>
          </a:prstGeom>
          <a:solidFill>
            <a:srgbClr val="CED7E6">
              <a:alpha val="50182"/>
            </a:srgbClr>
          </a:solidFill>
          <a:ln>
            <a:noFill/>
          </a:ln>
        </p:spPr>
      </p:sp>
      <p:sp>
        <p:nvSpPr>
          <p:cNvPr id="70" name="wm.whiteboard.126.54"/>
          <p:cNvSpPr/>
          <p:nvPr/>
        </p:nvSpPr>
        <p:spPr>
          <a:xfrm>
            <a:off x="9182100" y="914400"/>
            <a:ext cx="38100" cy="38100"/>
          </a:xfrm>
          <a:prstGeom prst="rect">
            <a:avLst/>
          </a:prstGeom>
          <a:solidFill>
            <a:srgbClr val="CED7E6">
              <a:alpha val="43386"/>
            </a:srgbClr>
          </a:solidFill>
          <a:ln>
            <a:noFill/>
          </a:ln>
        </p:spPr>
      </p:sp>
      <p:sp>
        <p:nvSpPr>
          <p:cNvPr id="71" name="wm.whiteboard.126.72"/>
          <p:cNvSpPr/>
          <p:nvPr/>
        </p:nvSpPr>
        <p:spPr>
          <a:xfrm>
            <a:off x="9182100" y="1143000"/>
            <a:ext cx="38100" cy="38100"/>
          </a:xfrm>
          <a:prstGeom prst="rect">
            <a:avLst/>
          </a:prstGeom>
          <a:solidFill>
            <a:srgbClr val="CED7E6">
              <a:alpha val="34598"/>
            </a:srgbClr>
          </a:solidFill>
          <a:ln>
            <a:noFill/>
          </a:ln>
        </p:spPr>
      </p:sp>
      <p:sp>
        <p:nvSpPr>
          <p:cNvPr id="72" name="wm.whiteboard.126.90"/>
          <p:cNvSpPr/>
          <p:nvPr/>
        </p:nvSpPr>
        <p:spPr>
          <a:xfrm>
            <a:off x="9182100" y="1371600"/>
            <a:ext cx="38100" cy="38100"/>
          </a:xfrm>
          <a:prstGeom prst="rect">
            <a:avLst/>
          </a:prstGeom>
          <a:solidFill>
            <a:srgbClr val="CED7E6">
              <a:alpha val="24223"/>
            </a:srgbClr>
          </a:solidFill>
          <a:ln>
            <a:noFill/>
          </a:ln>
        </p:spPr>
      </p:sp>
      <p:sp>
        <p:nvSpPr>
          <p:cNvPr id="73" name="wm.whiteboard.126.108"/>
          <p:cNvSpPr/>
          <p:nvPr/>
        </p:nvSpPr>
        <p:spPr>
          <a:xfrm>
            <a:off x="9182100" y="1600200"/>
            <a:ext cx="38100" cy="38100"/>
          </a:xfrm>
          <a:prstGeom prst="rect">
            <a:avLst/>
          </a:prstGeom>
          <a:solidFill>
            <a:srgbClr val="CED7E6">
              <a:alpha val="12610"/>
            </a:srgbClr>
          </a:solidFill>
          <a:ln>
            <a:noFill/>
          </a:ln>
        </p:spPr>
      </p:sp>
      <p:sp>
        <p:nvSpPr>
          <p:cNvPr id="74" name="wm.whiteboard.126.126"/>
          <p:cNvSpPr/>
          <p:nvPr/>
        </p:nvSpPr>
        <p:spPr>
          <a:xfrm>
            <a:off x="9182100" y="1828800"/>
            <a:ext cx="38100" cy="38100"/>
          </a:xfrm>
          <a:prstGeom prst="rect">
            <a:avLst/>
          </a:prstGeom>
          <a:solidFill>
            <a:srgbClr val="CED7E6">
              <a:alpha val="40"/>
            </a:srgbClr>
          </a:solidFill>
          <a:ln>
            <a:noFill/>
          </a:ln>
        </p:spPr>
      </p:sp>
      <p:sp>
        <p:nvSpPr>
          <p:cNvPr id="75" name="wm.whiteboard.144.0"/>
          <p:cNvSpPr/>
          <p:nvPr/>
        </p:nvSpPr>
        <p:spPr>
          <a:xfrm>
            <a:off x="9410700" y="228600"/>
            <a:ext cx="38100" cy="38100"/>
          </a:xfrm>
          <a:prstGeom prst="rect">
            <a:avLst/>
          </a:prstGeom>
          <a:solidFill>
            <a:srgbClr val="CED7E6">
              <a:alpha val="42471"/>
            </a:srgbClr>
          </a:solidFill>
          <a:ln>
            <a:noFill/>
          </a:ln>
        </p:spPr>
      </p:sp>
      <p:sp>
        <p:nvSpPr>
          <p:cNvPr id="76" name="wm.whiteboard.144.18"/>
          <p:cNvSpPr/>
          <p:nvPr/>
        </p:nvSpPr>
        <p:spPr>
          <a:xfrm>
            <a:off x="9410700" y="457200"/>
            <a:ext cx="38100" cy="38100"/>
          </a:xfrm>
          <a:prstGeom prst="rect">
            <a:avLst/>
          </a:prstGeom>
          <a:solidFill>
            <a:srgbClr val="CED7E6">
              <a:alpha val="41005"/>
            </a:srgbClr>
          </a:solidFill>
          <a:ln>
            <a:noFill/>
          </a:ln>
        </p:spPr>
      </p:sp>
      <p:sp>
        <p:nvSpPr>
          <p:cNvPr id="77" name="wm.whiteboard.144.36"/>
          <p:cNvSpPr/>
          <p:nvPr/>
        </p:nvSpPr>
        <p:spPr>
          <a:xfrm>
            <a:off x="9410700" y="685800"/>
            <a:ext cx="38100" cy="38100"/>
          </a:xfrm>
          <a:prstGeom prst="rect">
            <a:avLst/>
          </a:prstGeom>
          <a:solidFill>
            <a:srgbClr val="CED7E6">
              <a:alpha val="37120"/>
            </a:srgbClr>
          </a:solidFill>
          <a:ln>
            <a:noFill/>
          </a:ln>
        </p:spPr>
      </p:sp>
      <p:sp>
        <p:nvSpPr>
          <p:cNvPr id="78" name="wm.whiteboard.144.54"/>
          <p:cNvSpPr/>
          <p:nvPr/>
        </p:nvSpPr>
        <p:spPr>
          <a:xfrm>
            <a:off x="9410700" y="914400"/>
            <a:ext cx="38100" cy="38100"/>
          </a:xfrm>
          <a:prstGeom prst="rect">
            <a:avLst/>
          </a:prstGeom>
          <a:solidFill>
            <a:srgbClr val="CED7E6">
              <a:alpha val="31044"/>
            </a:srgbClr>
          </a:solidFill>
          <a:ln>
            <a:noFill/>
          </a:ln>
        </p:spPr>
      </p:sp>
      <p:sp>
        <p:nvSpPr>
          <p:cNvPr id="79" name="wm.whiteboard.144.72"/>
          <p:cNvSpPr/>
          <p:nvPr/>
        </p:nvSpPr>
        <p:spPr>
          <a:xfrm>
            <a:off x="9410700" y="1143000"/>
            <a:ext cx="38100" cy="38100"/>
          </a:xfrm>
          <a:prstGeom prst="rect">
            <a:avLst/>
          </a:prstGeom>
          <a:solidFill>
            <a:srgbClr val="CED7E6">
              <a:alpha val="23083"/>
            </a:srgbClr>
          </a:solidFill>
          <a:ln>
            <a:noFill/>
          </a:ln>
        </p:spPr>
      </p:sp>
      <p:sp>
        <p:nvSpPr>
          <p:cNvPr id="80" name="wm.whiteboard.144.90"/>
          <p:cNvSpPr/>
          <p:nvPr/>
        </p:nvSpPr>
        <p:spPr>
          <a:xfrm>
            <a:off x="9410700" y="1371600"/>
            <a:ext cx="38100" cy="38100"/>
          </a:xfrm>
          <a:prstGeom prst="rect">
            <a:avLst/>
          </a:prstGeom>
          <a:solidFill>
            <a:srgbClr val="CED7E6">
              <a:alpha val="13557"/>
            </a:srgbClr>
          </a:solidFill>
          <a:ln>
            <a:noFill/>
          </a:ln>
        </p:spPr>
      </p:sp>
      <p:sp>
        <p:nvSpPr>
          <p:cNvPr id="81" name="wm.whiteboard.144.108"/>
          <p:cNvSpPr/>
          <p:nvPr/>
        </p:nvSpPr>
        <p:spPr>
          <a:xfrm>
            <a:off x="9410700" y="1600200"/>
            <a:ext cx="38100" cy="38100"/>
          </a:xfrm>
          <a:prstGeom prst="rect">
            <a:avLst/>
          </a:prstGeom>
          <a:solidFill>
            <a:srgbClr val="CED7E6">
              <a:alpha val="2762"/>
            </a:srgbClr>
          </a:solidFill>
          <a:ln>
            <a:noFill/>
          </a:ln>
        </p:spPr>
      </p:sp>
      <p:sp>
        <p:nvSpPr>
          <p:cNvPr id="82" name="wm.whiteboard.162.0"/>
          <p:cNvSpPr/>
          <p:nvPr/>
        </p:nvSpPr>
        <p:spPr>
          <a:xfrm>
            <a:off x="9639300" y="228600"/>
            <a:ext cx="38100" cy="38100"/>
          </a:xfrm>
          <a:prstGeom prst="rect">
            <a:avLst/>
          </a:prstGeom>
          <a:solidFill>
            <a:srgbClr val="CED7E6">
              <a:alpha val="28695"/>
            </a:srgbClr>
          </a:solidFill>
          <a:ln>
            <a:noFill/>
          </a:ln>
        </p:spPr>
      </p:sp>
      <p:sp>
        <p:nvSpPr>
          <p:cNvPr id="83" name="wm.whiteboard.162.18"/>
          <p:cNvSpPr/>
          <p:nvPr/>
        </p:nvSpPr>
        <p:spPr>
          <a:xfrm>
            <a:off x="9639300" y="457200"/>
            <a:ext cx="38100" cy="38100"/>
          </a:xfrm>
          <a:prstGeom prst="rect">
            <a:avLst/>
          </a:prstGeom>
          <a:solidFill>
            <a:srgbClr val="CED7E6">
              <a:alpha val="27389"/>
            </a:srgbClr>
          </a:solidFill>
          <a:ln>
            <a:noFill/>
          </a:ln>
        </p:spPr>
      </p:sp>
      <p:sp>
        <p:nvSpPr>
          <p:cNvPr id="84" name="wm.whiteboard.162.36"/>
          <p:cNvSpPr/>
          <p:nvPr/>
        </p:nvSpPr>
        <p:spPr>
          <a:xfrm>
            <a:off x="9639300" y="685800"/>
            <a:ext cx="38100" cy="38100"/>
          </a:xfrm>
          <a:prstGeom prst="rect">
            <a:avLst/>
          </a:prstGeom>
          <a:solidFill>
            <a:srgbClr val="CED7E6">
              <a:alpha val="23910"/>
            </a:srgbClr>
          </a:solidFill>
          <a:ln>
            <a:noFill/>
          </a:ln>
        </p:spPr>
      </p:sp>
      <p:sp>
        <p:nvSpPr>
          <p:cNvPr id="85" name="wm.whiteboard.162.54"/>
          <p:cNvSpPr/>
          <p:nvPr/>
        </p:nvSpPr>
        <p:spPr>
          <a:xfrm>
            <a:off x="9639300" y="914400"/>
            <a:ext cx="38100" cy="38100"/>
          </a:xfrm>
          <a:prstGeom prst="rect">
            <a:avLst/>
          </a:prstGeom>
          <a:solidFill>
            <a:srgbClr val="CED7E6">
              <a:alpha val="18425"/>
            </a:srgbClr>
          </a:solidFill>
          <a:ln>
            <a:noFill/>
          </a:ln>
        </p:spPr>
      </p:sp>
      <p:sp>
        <p:nvSpPr>
          <p:cNvPr id="86" name="wm.whiteboard.162.72"/>
          <p:cNvSpPr/>
          <p:nvPr/>
        </p:nvSpPr>
        <p:spPr>
          <a:xfrm>
            <a:off x="9639300" y="1143000"/>
            <a:ext cx="38100" cy="38100"/>
          </a:xfrm>
          <a:prstGeom prst="rect">
            <a:avLst/>
          </a:prstGeom>
          <a:solidFill>
            <a:srgbClr val="CED7E6">
              <a:alpha val="11167"/>
            </a:srgbClr>
          </a:solidFill>
          <a:ln>
            <a:noFill/>
          </a:ln>
        </p:spPr>
      </p:sp>
      <p:sp>
        <p:nvSpPr>
          <p:cNvPr id="87" name="wm.whiteboard.162.90"/>
          <p:cNvSpPr/>
          <p:nvPr/>
        </p:nvSpPr>
        <p:spPr>
          <a:xfrm>
            <a:off x="9639300" y="1371600"/>
            <a:ext cx="38100" cy="38100"/>
          </a:xfrm>
          <a:prstGeom prst="rect">
            <a:avLst/>
          </a:prstGeom>
          <a:solidFill>
            <a:srgbClr val="CED7E6">
              <a:alpha val="2388"/>
            </a:srgbClr>
          </a:solidFill>
          <a:ln>
            <a:noFill/>
          </a:ln>
        </p:spPr>
      </p:sp>
      <p:sp>
        <p:nvSpPr>
          <p:cNvPr id="88" name="wm.whiteboard.180.0"/>
          <p:cNvSpPr/>
          <p:nvPr/>
        </p:nvSpPr>
        <p:spPr>
          <a:xfrm>
            <a:off x="9867900" y="228600"/>
            <a:ext cx="38100" cy="38100"/>
          </a:xfrm>
          <a:prstGeom prst="rect">
            <a:avLst/>
          </a:prstGeom>
          <a:solidFill>
            <a:srgbClr val="CED7E6">
              <a:alpha val="14918"/>
            </a:srgbClr>
          </a:solidFill>
          <a:ln>
            <a:noFill/>
          </a:ln>
        </p:spPr>
      </p:sp>
      <p:sp>
        <p:nvSpPr>
          <p:cNvPr id="89" name="wm.whiteboard.180.18"/>
          <p:cNvSpPr/>
          <p:nvPr/>
        </p:nvSpPr>
        <p:spPr>
          <a:xfrm>
            <a:off x="9867900" y="457200"/>
            <a:ext cx="38100" cy="38100"/>
          </a:xfrm>
          <a:prstGeom prst="rect">
            <a:avLst/>
          </a:prstGeom>
          <a:solidFill>
            <a:srgbClr val="CED7E6">
              <a:alpha val="13741"/>
            </a:srgbClr>
          </a:solidFill>
          <a:ln>
            <a:noFill/>
          </a:ln>
        </p:spPr>
      </p:sp>
      <p:sp>
        <p:nvSpPr>
          <p:cNvPr id="90" name="wm.whiteboard.180.36"/>
          <p:cNvSpPr/>
          <p:nvPr/>
        </p:nvSpPr>
        <p:spPr>
          <a:xfrm>
            <a:off x="9867900" y="685800"/>
            <a:ext cx="38100" cy="38100"/>
          </a:xfrm>
          <a:prstGeom prst="rect">
            <a:avLst/>
          </a:prstGeom>
          <a:solidFill>
            <a:srgbClr val="CED7E6">
              <a:alpha val="10593"/>
            </a:srgbClr>
          </a:solidFill>
          <a:ln>
            <a:noFill/>
          </a:ln>
        </p:spPr>
      </p:sp>
      <p:sp>
        <p:nvSpPr>
          <p:cNvPr id="91" name="wm.whiteboard.180.54"/>
          <p:cNvSpPr/>
          <p:nvPr/>
        </p:nvSpPr>
        <p:spPr>
          <a:xfrm>
            <a:off x="9867900" y="914400"/>
            <a:ext cx="38100" cy="38100"/>
          </a:xfrm>
          <a:prstGeom prst="rect">
            <a:avLst/>
          </a:prstGeom>
          <a:solidFill>
            <a:srgbClr val="CED7E6">
              <a:alpha val="5600"/>
            </a:srgbClr>
          </a:solidFill>
          <a:ln>
            <a:noFill/>
          </a:ln>
        </p:spPr>
      </p:sp>
      <p:sp>
        <p:nvSpPr>
          <p:cNvPr id="92" name="wm.whiteboard.198.0"/>
          <p:cNvSpPr/>
          <p:nvPr/>
        </p:nvSpPr>
        <p:spPr>
          <a:xfrm>
            <a:off x="10096500" y="228600"/>
            <a:ext cx="38100" cy="38100"/>
          </a:xfrm>
          <a:prstGeom prst="rect">
            <a:avLst/>
          </a:prstGeom>
          <a:solidFill>
            <a:srgbClr val="CED7E6">
              <a:alpha val="1142"/>
            </a:srgbClr>
          </a:solidFill>
          <a:ln>
            <a:noFill/>
          </a:ln>
        </p:spPr>
      </p:sp>
      <p:sp>
        <p:nvSpPr>
          <p:cNvPr id="93" name="wm.whiteboard.198.18"/>
          <p:cNvSpPr/>
          <p:nvPr/>
        </p:nvSpPr>
        <p:spPr>
          <a:xfrm>
            <a:off x="10096500" y="457200"/>
            <a:ext cx="38100" cy="38100"/>
          </a:xfrm>
          <a:prstGeom prst="rect">
            <a:avLst/>
          </a:prstGeom>
          <a:solidFill>
            <a:srgbClr val="CED7E6">
              <a:alpha val="69"/>
            </a:srgbClr>
          </a:solidFill>
          <a:ln>
            <a:noFill/>
          </a:ln>
        </p:spPr>
      </p:sp>
      <p:sp>
        <p:nvSpPr>
          <p:cNvPr id="94" name="wm.header.rule"/>
          <p:cNvSpPr/>
          <p:nvPr/>
        </p:nvSpPr>
        <p:spPr>
          <a:xfrm>
            <a:off x="8039100" y="2057400"/>
            <a:ext cx="3429000" cy="9525"/>
          </a:xfrm>
          <a:prstGeom prst="rect">
            <a:avLst/>
          </a:prstGeom>
          <a:solidFill>
            <a:srgbClr val="CED7E6"/>
          </a:solidFill>
          <a:ln>
            <a:noFill/>
          </a:ln>
        </p:spPr>
      </p:sp>
      <p:pic>
        <p:nvPicPr>
          <p:cNvPr id="95"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210300"/>
            <a:ext cx="729403" cy="152400"/>
          </a:xfrm>
          <a:prstGeom prst="rect">
            <a:avLst/>
          </a:prstGeom>
        </p:spPr>
      </p:pic>
      <p:sp>
        <p:nvSpPr>
          <p:cNvPr id="96" name="wm.legal"/>
          <p:cNvSpPr/>
          <p:nvPr/>
        </p:nvSpPr>
        <p:spPr>
          <a:xfrm>
            <a:off x="2171700" y="6172200"/>
            <a:ext cx="89154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wmds.frame.b38837d6f3b2841c9747">
    <p:bg>
      <p:bgPr>
        <a:solidFill>
          <a:srgbClr val="FFFFFF"/>
        </a:solidFill>
      </p:bgPr>
    </p:bg>
    <p:spTree>
      <p:nvGrpSpPr>
        <p:cNvPr id="1" name=""/>
        <p:cNvGrpSpPr/>
        <p:nvPr/>
      </p:nvGrpSpPr>
      <p:grpSpPr>
        <a:xfrm>
          <a:off x="0" y="0"/>
          <a:ext cx="0" cy="0"/>
          <a:chOff x="0" y="0"/>
          <a:chExt cx="0" cy="0"/>
        </a:xfrm>
      </p:grpSpPr>
      <p:sp>
        <p:nvSpPr>
          <p:cNvPr id="2" name="wm.footer.rule"/>
          <p:cNvSpPr/>
          <p:nvPr/>
        </p:nvSpPr>
        <p:spPr>
          <a:xfrm>
            <a:off x="723900" y="6057900"/>
            <a:ext cx="10744200" cy="9525"/>
          </a:xfrm>
          <a:prstGeom prst="rect">
            <a:avLst/>
          </a:prstGeom>
          <a:solidFill>
            <a:srgbClr val="CED7E6"/>
          </a:solidFill>
          <a:ln>
            <a:noFill/>
          </a:ln>
        </p:spPr>
      </p:sp>
      <p:sp>
        <p:nvSpPr>
          <p:cNvPr id="3" name="wm.whiteboard.0.0"/>
          <p:cNvSpPr/>
          <p:nvPr/>
        </p:nvSpPr>
        <p:spPr>
          <a:xfrm>
            <a:off x="3924300" y="228600"/>
            <a:ext cx="38100" cy="38100"/>
          </a:xfrm>
          <a:prstGeom prst="rect">
            <a:avLst/>
          </a:prstGeom>
          <a:solidFill>
            <a:srgbClr val="CED7E6"/>
          </a:solidFill>
          <a:ln>
            <a:noFill/>
          </a:ln>
        </p:spPr>
      </p:sp>
      <p:sp>
        <p:nvSpPr>
          <p:cNvPr id="4" name="wm.whiteboard.0.18"/>
          <p:cNvSpPr/>
          <p:nvPr/>
        </p:nvSpPr>
        <p:spPr>
          <a:xfrm>
            <a:off x="3924300" y="457200"/>
            <a:ext cx="38100" cy="38100"/>
          </a:xfrm>
          <a:prstGeom prst="rect">
            <a:avLst/>
          </a:prstGeom>
          <a:solidFill>
            <a:srgbClr val="CED7E6"/>
          </a:solidFill>
          <a:ln>
            <a:noFill/>
          </a:ln>
        </p:spPr>
      </p:sp>
      <p:sp>
        <p:nvSpPr>
          <p:cNvPr id="5" name="wm.whiteboard.0.36"/>
          <p:cNvSpPr/>
          <p:nvPr/>
        </p:nvSpPr>
        <p:spPr>
          <a:xfrm>
            <a:off x="3924300" y="685800"/>
            <a:ext cx="38100" cy="38100"/>
          </a:xfrm>
          <a:prstGeom prst="rect">
            <a:avLst/>
          </a:prstGeom>
          <a:solidFill>
            <a:srgbClr val="CED7E6"/>
          </a:solidFill>
          <a:ln>
            <a:noFill/>
          </a:ln>
        </p:spPr>
      </p:sp>
      <p:sp>
        <p:nvSpPr>
          <p:cNvPr id="6" name="wm.whiteboard.0.54"/>
          <p:cNvSpPr/>
          <p:nvPr/>
        </p:nvSpPr>
        <p:spPr>
          <a:xfrm>
            <a:off x="3924300" y="914400"/>
            <a:ext cx="38100" cy="38100"/>
          </a:xfrm>
          <a:prstGeom prst="rect">
            <a:avLst/>
          </a:prstGeom>
          <a:solidFill>
            <a:srgbClr val="CED7E6"/>
          </a:solidFill>
          <a:ln>
            <a:noFill/>
          </a:ln>
        </p:spPr>
      </p:sp>
      <p:sp>
        <p:nvSpPr>
          <p:cNvPr id="7" name="wm.whiteboard.0.72"/>
          <p:cNvSpPr/>
          <p:nvPr/>
        </p:nvSpPr>
        <p:spPr>
          <a:xfrm>
            <a:off x="3924300" y="1143000"/>
            <a:ext cx="38100" cy="38100"/>
          </a:xfrm>
          <a:prstGeom prst="rect">
            <a:avLst/>
          </a:prstGeom>
          <a:solidFill>
            <a:srgbClr val="CED7E6">
              <a:alpha val="85305"/>
            </a:srgbClr>
          </a:solidFill>
          <a:ln>
            <a:noFill/>
          </a:ln>
        </p:spPr>
      </p:sp>
      <p:sp>
        <p:nvSpPr>
          <p:cNvPr id="8" name="wm.whiteboard.0.90"/>
          <p:cNvSpPr/>
          <p:nvPr/>
        </p:nvSpPr>
        <p:spPr>
          <a:xfrm>
            <a:off x="3924300" y="1371600"/>
            <a:ext cx="38100" cy="38100"/>
          </a:xfrm>
          <a:prstGeom prst="rect">
            <a:avLst/>
          </a:prstGeom>
          <a:solidFill>
            <a:srgbClr val="CED7E6">
              <a:alpha val="68524"/>
            </a:srgbClr>
          </a:solidFill>
          <a:ln>
            <a:noFill/>
          </a:ln>
        </p:spPr>
      </p:sp>
      <p:sp>
        <p:nvSpPr>
          <p:cNvPr id="9" name="wm.whiteboard.0.108"/>
          <p:cNvSpPr/>
          <p:nvPr/>
        </p:nvSpPr>
        <p:spPr>
          <a:xfrm>
            <a:off x="3924300" y="1600200"/>
            <a:ext cx="38100" cy="38100"/>
          </a:xfrm>
          <a:prstGeom prst="rect">
            <a:avLst/>
          </a:prstGeom>
          <a:solidFill>
            <a:srgbClr val="CED7E6">
              <a:alpha val="51742"/>
            </a:srgbClr>
          </a:solidFill>
          <a:ln>
            <a:noFill/>
          </a:ln>
        </p:spPr>
      </p:sp>
      <p:sp>
        <p:nvSpPr>
          <p:cNvPr id="10" name="wm.whiteboard.0.126"/>
          <p:cNvSpPr/>
          <p:nvPr/>
        </p:nvSpPr>
        <p:spPr>
          <a:xfrm>
            <a:off x="3924300" y="1828800"/>
            <a:ext cx="38100" cy="38100"/>
          </a:xfrm>
          <a:prstGeom prst="rect">
            <a:avLst/>
          </a:prstGeom>
          <a:solidFill>
            <a:srgbClr val="CED7E6">
              <a:alpha val="34959"/>
            </a:srgbClr>
          </a:solidFill>
          <a:ln>
            <a:noFill/>
          </a:ln>
        </p:spPr>
      </p:sp>
      <p:sp>
        <p:nvSpPr>
          <p:cNvPr id="11" name="wm.whiteboard.0.144"/>
          <p:cNvSpPr/>
          <p:nvPr/>
        </p:nvSpPr>
        <p:spPr>
          <a:xfrm>
            <a:off x="3924300" y="2057400"/>
            <a:ext cx="38100" cy="38100"/>
          </a:xfrm>
          <a:prstGeom prst="rect">
            <a:avLst/>
          </a:prstGeom>
          <a:solidFill>
            <a:srgbClr val="CED7E6">
              <a:alpha val="18177"/>
            </a:srgbClr>
          </a:solidFill>
          <a:ln>
            <a:noFill/>
          </a:ln>
        </p:spPr>
      </p:sp>
      <p:sp>
        <p:nvSpPr>
          <p:cNvPr id="12" name="wm.whiteboard.0.162"/>
          <p:cNvSpPr/>
          <p:nvPr/>
        </p:nvSpPr>
        <p:spPr>
          <a:xfrm>
            <a:off x="3924300" y="2286000"/>
            <a:ext cx="38100" cy="38100"/>
          </a:xfrm>
          <a:prstGeom prst="rect">
            <a:avLst/>
          </a:prstGeom>
          <a:solidFill>
            <a:srgbClr val="CED7E6">
              <a:alpha val="1394"/>
            </a:srgbClr>
          </a:solidFill>
          <a:ln>
            <a:noFill/>
          </a:ln>
        </p:spPr>
      </p:sp>
      <p:sp>
        <p:nvSpPr>
          <p:cNvPr id="13" name="wm.whiteboard.18.0"/>
          <p:cNvSpPr/>
          <p:nvPr/>
        </p:nvSpPr>
        <p:spPr>
          <a:xfrm>
            <a:off x="4152900" y="228600"/>
            <a:ext cx="38100" cy="38100"/>
          </a:xfrm>
          <a:prstGeom prst="rect">
            <a:avLst/>
          </a:prstGeom>
          <a:solidFill>
            <a:srgbClr val="CED7E6"/>
          </a:solidFill>
          <a:ln>
            <a:noFill/>
          </a:ln>
        </p:spPr>
      </p:sp>
      <p:sp>
        <p:nvSpPr>
          <p:cNvPr id="14" name="wm.whiteboard.18.18"/>
          <p:cNvSpPr/>
          <p:nvPr/>
        </p:nvSpPr>
        <p:spPr>
          <a:xfrm>
            <a:off x="4152900" y="457200"/>
            <a:ext cx="38100" cy="38100"/>
          </a:xfrm>
          <a:prstGeom prst="rect">
            <a:avLst/>
          </a:prstGeom>
          <a:solidFill>
            <a:srgbClr val="CED7E6"/>
          </a:solidFill>
          <a:ln>
            <a:noFill/>
          </a:ln>
        </p:spPr>
      </p:sp>
      <p:sp>
        <p:nvSpPr>
          <p:cNvPr id="15" name="wm.whiteboard.18.36"/>
          <p:cNvSpPr/>
          <p:nvPr/>
        </p:nvSpPr>
        <p:spPr>
          <a:xfrm>
            <a:off x="4152900" y="685800"/>
            <a:ext cx="38100" cy="38100"/>
          </a:xfrm>
          <a:prstGeom prst="rect">
            <a:avLst/>
          </a:prstGeom>
          <a:solidFill>
            <a:srgbClr val="CED7E6"/>
          </a:solidFill>
          <a:ln>
            <a:noFill/>
          </a:ln>
        </p:spPr>
      </p:sp>
      <p:sp>
        <p:nvSpPr>
          <p:cNvPr id="16" name="wm.whiteboard.18.54"/>
          <p:cNvSpPr/>
          <p:nvPr/>
        </p:nvSpPr>
        <p:spPr>
          <a:xfrm>
            <a:off x="4152900" y="914400"/>
            <a:ext cx="38100" cy="38100"/>
          </a:xfrm>
          <a:prstGeom prst="rect">
            <a:avLst/>
          </a:prstGeom>
          <a:solidFill>
            <a:srgbClr val="CED7E6">
              <a:alpha val="99988"/>
            </a:srgbClr>
          </a:solidFill>
          <a:ln>
            <a:noFill/>
          </a:ln>
        </p:spPr>
      </p:sp>
      <p:sp>
        <p:nvSpPr>
          <p:cNvPr id="17" name="wm.whiteboard.18.72"/>
          <p:cNvSpPr/>
          <p:nvPr/>
        </p:nvSpPr>
        <p:spPr>
          <a:xfrm>
            <a:off x="4152900" y="1143000"/>
            <a:ext cx="38100" cy="38100"/>
          </a:xfrm>
          <a:prstGeom prst="rect">
            <a:avLst/>
          </a:prstGeom>
          <a:solidFill>
            <a:srgbClr val="CED7E6">
              <a:alpha val="83708"/>
            </a:srgbClr>
          </a:solidFill>
          <a:ln>
            <a:noFill/>
          </a:ln>
        </p:spPr>
      </p:sp>
      <p:sp>
        <p:nvSpPr>
          <p:cNvPr id="18" name="wm.whiteboard.18.90"/>
          <p:cNvSpPr/>
          <p:nvPr/>
        </p:nvSpPr>
        <p:spPr>
          <a:xfrm>
            <a:off x="4152900" y="1371600"/>
            <a:ext cx="38100" cy="38100"/>
          </a:xfrm>
          <a:prstGeom prst="rect">
            <a:avLst/>
          </a:prstGeom>
          <a:solidFill>
            <a:srgbClr val="CED7E6">
              <a:alpha val="67236"/>
            </a:srgbClr>
          </a:solidFill>
          <a:ln>
            <a:noFill/>
          </a:ln>
        </p:spPr>
      </p:sp>
      <p:sp>
        <p:nvSpPr>
          <p:cNvPr id="19" name="wm.whiteboard.18.108"/>
          <p:cNvSpPr/>
          <p:nvPr/>
        </p:nvSpPr>
        <p:spPr>
          <a:xfrm>
            <a:off x="4152900" y="1600200"/>
            <a:ext cx="38100" cy="38100"/>
          </a:xfrm>
          <a:prstGeom prst="rect">
            <a:avLst/>
          </a:prstGeom>
          <a:solidFill>
            <a:srgbClr val="CED7E6">
              <a:alpha val="50663"/>
            </a:srgbClr>
          </a:solidFill>
          <a:ln>
            <a:noFill/>
          </a:ln>
        </p:spPr>
      </p:sp>
      <p:sp>
        <p:nvSpPr>
          <p:cNvPr id="20" name="wm.whiteboard.18.126"/>
          <p:cNvSpPr/>
          <p:nvPr/>
        </p:nvSpPr>
        <p:spPr>
          <a:xfrm>
            <a:off x="4152900" y="1828800"/>
            <a:ext cx="38100" cy="38100"/>
          </a:xfrm>
          <a:prstGeom prst="rect">
            <a:avLst/>
          </a:prstGeom>
          <a:solidFill>
            <a:srgbClr val="CED7E6">
              <a:alpha val="34032"/>
            </a:srgbClr>
          </a:solidFill>
          <a:ln>
            <a:noFill/>
          </a:ln>
        </p:spPr>
      </p:sp>
      <p:sp>
        <p:nvSpPr>
          <p:cNvPr id="21" name="wm.whiteboard.18.144"/>
          <p:cNvSpPr/>
          <p:nvPr/>
        </p:nvSpPr>
        <p:spPr>
          <a:xfrm>
            <a:off x="4152900" y="2057400"/>
            <a:ext cx="38100" cy="38100"/>
          </a:xfrm>
          <a:prstGeom prst="rect">
            <a:avLst/>
          </a:prstGeom>
          <a:solidFill>
            <a:srgbClr val="CED7E6">
              <a:alpha val="17363"/>
            </a:srgbClr>
          </a:solidFill>
          <a:ln>
            <a:noFill/>
          </a:ln>
        </p:spPr>
      </p:sp>
      <p:sp>
        <p:nvSpPr>
          <p:cNvPr id="22" name="wm.whiteboard.18.162"/>
          <p:cNvSpPr/>
          <p:nvPr/>
        </p:nvSpPr>
        <p:spPr>
          <a:xfrm>
            <a:off x="4152900" y="2286000"/>
            <a:ext cx="38100" cy="38100"/>
          </a:xfrm>
          <a:prstGeom prst="rect">
            <a:avLst/>
          </a:prstGeom>
          <a:solidFill>
            <a:srgbClr val="CED7E6">
              <a:alpha val="670"/>
            </a:srgbClr>
          </a:solidFill>
          <a:ln>
            <a:noFill/>
          </a:ln>
        </p:spPr>
      </p:sp>
      <p:sp>
        <p:nvSpPr>
          <p:cNvPr id="23" name="wm.whiteboard.36.0"/>
          <p:cNvSpPr/>
          <p:nvPr/>
        </p:nvSpPr>
        <p:spPr>
          <a:xfrm>
            <a:off x="4381500" y="228600"/>
            <a:ext cx="38100" cy="38100"/>
          </a:xfrm>
          <a:prstGeom prst="rect">
            <a:avLst/>
          </a:prstGeom>
          <a:solidFill>
            <a:srgbClr val="CED7E6"/>
          </a:solidFill>
          <a:ln>
            <a:noFill/>
          </a:ln>
        </p:spPr>
      </p:sp>
      <p:sp>
        <p:nvSpPr>
          <p:cNvPr id="24" name="wm.whiteboard.36.18"/>
          <p:cNvSpPr/>
          <p:nvPr/>
        </p:nvSpPr>
        <p:spPr>
          <a:xfrm>
            <a:off x="4381500" y="457200"/>
            <a:ext cx="38100" cy="38100"/>
          </a:xfrm>
          <a:prstGeom prst="rect">
            <a:avLst/>
          </a:prstGeom>
          <a:solidFill>
            <a:srgbClr val="CED7E6"/>
          </a:solidFill>
          <a:ln>
            <a:noFill/>
          </a:ln>
        </p:spPr>
      </p:sp>
      <p:sp>
        <p:nvSpPr>
          <p:cNvPr id="25" name="wm.whiteboard.36.36"/>
          <p:cNvSpPr/>
          <p:nvPr/>
        </p:nvSpPr>
        <p:spPr>
          <a:xfrm>
            <a:off x="4381500" y="685800"/>
            <a:ext cx="38100" cy="38100"/>
          </a:xfrm>
          <a:prstGeom prst="rect">
            <a:avLst/>
          </a:prstGeom>
          <a:solidFill>
            <a:srgbClr val="CED7E6"/>
          </a:solidFill>
          <a:ln>
            <a:noFill/>
          </a:ln>
        </p:spPr>
      </p:sp>
      <p:sp>
        <p:nvSpPr>
          <p:cNvPr id="26" name="wm.whiteboard.36.54"/>
          <p:cNvSpPr/>
          <p:nvPr/>
        </p:nvSpPr>
        <p:spPr>
          <a:xfrm>
            <a:off x="4381500" y="914400"/>
            <a:ext cx="38100" cy="38100"/>
          </a:xfrm>
          <a:prstGeom prst="rect">
            <a:avLst/>
          </a:prstGeom>
          <a:solidFill>
            <a:srgbClr val="CED7E6">
              <a:alpha val="94671"/>
            </a:srgbClr>
          </a:solidFill>
          <a:ln>
            <a:noFill/>
          </a:ln>
        </p:spPr>
      </p:sp>
      <p:sp>
        <p:nvSpPr>
          <p:cNvPr id="27" name="wm.whiteboard.36.72"/>
          <p:cNvSpPr/>
          <p:nvPr/>
        </p:nvSpPr>
        <p:spPr>
          <a:xfrm>
            <a:off x="4381500" y="1143000"/>
            <a:ext cx="38100" cy="38100"/>
          </a:xfrm>
          <a:prstGeom prst="rect">
            <a:avLst/>
          </a:prstGeom>
          <a:solidFill>
            <a:srgbClr val="CED7E6">
              <a:alpha val="79547"/>
            </a:srgbClr>
          </a:solidFill>
          <a:ln>
            <a:noFill/>
          </a:ln>
        </p:spPr>
      </p:sp>
      <p:sp>
        <p:nvSpPr>
          <p:cNvPr id="28" name="wm.whiteboard.36.90"/>
          <p:cNvSpPr/>
          <p:nvPr/>
        </p:nvSpPr>
        <p:spPr>
          <a:xfrm>
            <a:off x="4381500" y="1371600"/>
            <a:ext cx="38100" cy="38100"/>
          </a:xfrm>
          <a:prstGeom prst="rect">
            <a:avLst/>
          </a:prstGeom>
          <a:solidFill>
            <a:srgbClr val="CED7E6">
              <a:alpha val="63833"/>
            </a:srgbClr>
          </a:solidFill>
          <a:ln>
            <a:noFill/>
          </a:ln>
        </p:spPr>
      </p:sp>
      <p:sp>
        <p:nvSpPr>
          <p:cNvPr id="29" name="wm.whiteboard.36.108"/>
          <p:cNvSpPr/>
          <p:nvPr/>
        </p:nvSpPr>
        <p:spPr>
          <a:xfrm>
            <a:off x="4381500" y="1600200"/>
            <a:ext cx="38100" cy="38100"/>
          </a:xfrm>
          <a:prstGeom prst="rect">
            <a:avLst/>
          </a:prstGeom>
          <a:solidFill>
            <a:srgbClr val="CED7E6">
              <a:alpha val="47790"/>
            </a:srgbClr>
          </a:solidFill>
          <a:ln>
            <a:noFill/>
          </a:ln>
        </p:spPr>
      </p:sp>
      <p:sp>
        <p:nvSpPr>
          <p:cNvPr id="30" name="wm.whiteboard.36.126"/>
          <p:cNvSpPr/>
          <p:nvPr/>
        </p:nvSpPr>
        <p:spPr>
          <a:xfrm>
            <a:off x="4381500" y="1828800"/>
            <a:ext cx="38100" cy="38100"/>
          </a:xfrm>
          <a:prstGeom prst="rect">
            <a:avLst/>
          </a:prstGeom>
          <a:solidFill>
            <a:srgbClr val="CED7E6">
              <a:alpha val="31549"/>
            </a:srgbClr>
          </a:solidFill>
          <a:ln>
            <a:noFill/>
          </a:ln>
        </p:spPr>
      </p:sp>
      <p:sp>
        <p:nvSpPr>
          <p:cNvPr id="31" name="wm.whiteboard.36.144"/>
          <p:cNvSpPr/>
          <p:nvPr/>
        </p:nvSpPr>
        <p:spPr>
          <a:xfrm>
            <a:off x="4381500" y="2057400"/>
            <a:ext cx="38100" cy="38100"/>
          </a:xfrm>
          <a:prstGeom prst="rect">
            <a:avLst/>
          </a:prstGeom>
          <a:solidFill>
            <a:srgbClr val="CED7E6">
              <a:alpha val="15179"/>
            </a:srgbClr>
          </a:solidFill>
          <a:ln>
            <a:noFill/>
          </a:ln>
        </p:spPr>
      </p:sp>
      <p:sp>
        <p:nvSpPr>
          <p:cNvPr id="32" name="wm.whiteboard.54.0"/>
          <p:cNvSpPr/>
          <p:nvPr/>
        </p:nvSpPr>
        <p:spPr>
          <a:xfrm>
            <a:off x="4610100" y="228600"/>
            <a:ext cx="38100" cy="38100"/>
          </a:xfrm>
          <a:prstGeom prst="rect">
            <a:avLst/>
          </a:prstGeom>
          <a:solidFill>
            <a:srgbClr val="CED7E6"/>
          </a:solidFill>
          <a:ln>
            <a:noFill/>
          </a:ln>
        </p:spPr>
      </p:sp>
      <p:sp>
        <p:nvSpPr>
          <p:cNvPr id="33" name="wm.whiteboard.54.18"/>
          <p:cNvSpPr/>
          <p:nvPr/>
        </p:nvSpPr>
        <p:spPr>
          <a:xfrm>
            <a:off x="4610100" y="457200"/>
            <a:ext cx="38100" cy="38100"/>
          </a:xfrm>
          <a:prstGeom prst="rect">
            <a:avLst/>
          </a:prstGeom>
          <a:solidFill>
            <a:srgbClr val="CED7E6"/>
          </a:solidFill>
          <a:ln>
            <a:noFill/>
          </a:ln>
        </p:spPr>
      </p:sp>
      <p:sp>
        <p:nvSpPr>
          <p:cNvPr id="34" name="wm.whiteboard.54.36"/>
          <p:cNvSpPr/>
          <p:nvPr/>
        </p:nvSpPr>
        <p:spPr>
          <a:xfrm>
            <a:off x="4610100" y="685800"/>
            <a:ext cx="38100" cy="38100"/>
          </a:xfrm>
          <a:prstGeom prst="rect">
            <a:avLst/>
          </a:prstGeom>
          <a:solidFill>
            <a:srgbClr val="CED7E6">
              <a:alpha val="98827"/>
            </a:srgbClr>
          </a:solidFill>
          <a:ln>
            <a:noFill/>
          </a:ln>
        </p:spPr>
      </p:sp>
      <p:sp>
        <p:nvSpPr>
          <p:cNvPr id="35" name="wm.whiteboard.54.54"/>
          <p:cNvSpPr/>
          <p:nvPr/>
        </p:nvSpPr>
        <p:spPr>
          <a:xfrm>
            <a:off x="4610100" y="914400"/>
            <a:ext cx="38100" cy="38100"/>
          </a:xfrm>
          <a:prstGeom prst="rect">
            <a:avLst/>
          </a:prstGeom>
          <a:solidFill>
            <a:srgbClr val="CED7E6">
              <a:alpha val="86895"/>
            </a:srgbClr>
          </a:solidFill>
          <a:ln>
            <a:noFill/>
          </a:ln>
        </p:spPr>
      </p:sp>
      <p:sp>
        <p:nvSpPr>
          <p:cNvPr id="36" name="wm.whiteboard.54.72"/>
          <p:cNvSpPr/>
          <p:nvPr/>
        </p:nvSpPr>
        <p:spPr>
          <a:xfrm>
            <a:off x="4610100" y="1143000"/>
            <a:ext cx="38100" cy="38100"/>
          </a:xfrm>
          <a:prstGeom prst="rect">
            <a:avLst/>
          </a:prstGeom>
          <a:solidFill>
            <a:srgbClr val="CED7E6">
              <a:alpha val="73217"/>
            </a:srgbClr>
          </a:solidFill>
          <a:ln>
            <a:noFill/>
          </a:ln>
        </p:spPr>
      </p:sp>
      <p:sp>
        <p:nvSpPr>
          <p:cNvPr id="37" name="wm.whiteboard.54.90"/>
          <p:cNvSpPr/>
          <p:nvPr/>
        </p:nvSpPr>
        <p:spPr>
          <a:xfrm>
            <a:off x="4610100" y="1371600"/>
            <a:ext cx="38100" cy="38100"/>
          </a:xfrm>
          <a:prstGeom prst="rect">
            <a:avLst/>
          </a:prstGeom>
          <a:solidFill>
            <a:srgbClr val="CED7E6">
              <a:alpha val="58541"/>
            </a:srgbClr>
          </a:solidFill>
          <a:ln>
            <a:noFill/>
          </a:ln>
        </p:spPr>
      </p:sp>
      <p:sp>
        <p:nvSpPr>
          <p:cNvPr id="38" name="wm.whiteboard.54.108"/>
          <p:cNvSpPr/>
          <p:nvPr/>
        </p:nvSpPr>
        <p:spPr>
          <a:xfrm>
            <a:off x="4610100" y="1600200"/>
            <a:ext cx="38100" cy="38100"/>
          </a:xfrm>
          <a:prstGeom prst="rect">
            <a:avLst/>
          </a:prstGeom>
          <a:solidFill>
            <a:srgbClr val="CED7E6">
              <a:alpha val="43263"/>
            </a:srgbClr>
          </a:solidFill>
          <a:ln>
            <a:noFill/>
          </a:ln>
        </p:spPr>
      </p:sp>
      <p:sp>
        <p:nvSpPr>
          <p:cNvPr id="39" name="wm.whiteboard.54.126"/>
          <p:cNvSpPr/>
          <p:nvPr/>
        </p:nvSpPr>
        <p:spPr>
          <a:xfrm>
            <a:off x="4610100" y="1828800"/>
            <a:ext cx="38100" cy="38100"/>
          </a:xfrm>
          <a:prstGeom prst="rect">
            <a:avLst/>
          </a:prstGeom>
          <a:solidFill>
            <a:srgbClr val="CED7E6">
              <a:alpha val="27603"/>
            </a:srgbClr>
          </a:solidFill>
          <a:ln>
            <a:noFill/>
          </a:ln>
        </p:spPr>
      </p:sp>
      <p:sp>
        <p:nvSpPr>
          <p:cNvPr id="40" name="wm.whiteboard.54.144"/>
          <p:cNvSpPr/>
          <p:nvPr/>
        </p:nvSpPr>
        <p:spPr>
          <a:xfrm>
            <a:off x="4610100" y="2057400"/>
            <a:ext cx="38100" cy="38100"/>
          </a:xfrm>
          <a:prstGeom prst="rect">
            <a:avLst/>
          </a:prstGeom>
          <a:solidFill>
            <a:srgbClr val="CED7E6">
              <a:alpha val="11687"/>
            </a:srgbClr>
          </a:solidFill>
          <a:ln>
            <a:noFill/>
          </a:ln>
        </p:spPr>
      </p:sp>
      <p:sp>
        <p:nvSpPr>
          <p:cNvPr id="41" name="wm.whiteboard.72.0"/>
          <p:cNvSpPr/>
          <p:nvPr/>
        </p:nvSpPr>
        <p:spPr>
          <a:xfrm>
            <a:off x="4838700" y="228600"/>
            <a:ext cx="38100" cy="38100"/>
          </a:xfrm>
          <a:prstGeom prst="rect">
            <a:avLst/>
          </a:prstGeom>
          <a:solidFill>
            <a:srgbClr val="CED7E6">
              <a:alpha val="97572"/>
            </a:srgbClr>
          </a:solidFill>
          <a:ln>
            <a:noFill/>
          </a:ln>
        </p:spPr>
      </p:sp>
      <p:sp>
        <p:nvSpPr>
          <p:cNvPr id="42" name="wm.whiteboard.72.18"/>
          <p:cNvSpPr/>
          <p:nvPr/>
        </p:nvSpPr>
        <p:spPr>
          <a:xfrm>
            <a:off x="4838700" y="457200"/>
            <a:ext cx="38100" cy="38100"/>
          </a:xfrm>
          <a:prstGeom prst="rect">
            <a:avLst/>
          </a:prstGeom>
          <a:solidFill>
            <a:srgbClr val="CED7E6">
              <a:alpha val="94724"/>
            </a:srgbClr>
          </a:solidFill>
          <a:ln>
            <a:noFill/>
          </a:ln>
        </p:spPr>
      </p:sp>
      <p:sp>
        <p:nvSpPr>
          <p:cNvPr id="43" name="wm.whiteboard.72.36"/>
          <p:cNvSpPr/>
          <p:nvPr/>
        </p:nvSpPr>
        <p:spPr>
          <a:xfrm>
            <a:off x="4838700" y="685800"/>
            <a:ext cx="38100" cy="38100"/>
          </a:xfrm>
          <a:prstGeom prst="rect">
            <a:avLst/>
          </a:prstGeom>
          <a:solidFill>
            <a:srgbClr val="CED7E6">
              <a:alpha val="87609"/>
            </a:srgbClr>
          </a:solidFill>
          <a:ln>
            <a:noFill/>
          </a:ln>
        </p:spPr>
      </p:sp>
      <p:sp>
        <p:nvSpPr>
          <p:cNvPr id="44" name="wm.whiteboard.72.54"/>
          <p:cNvSpPr/>
          <p:nvPr/>
        </p:nvSpPr>
        <p:spPr>
          <a:xfrm>
            <a:off x="4838700" y="914400"/>
            <a:ext cx="38100" cy="38100"/>
          </a:xfrm>
          <a:prstGeom prst="rect">
            <a:avLst/>
          </a:prstGeom>
          <a:solidFill>
            <a:srgbClr val="CED7E6">
              <a:alpha val="77408"/>
            </a:srgbClr>
          </a:solidFill>
          <a:ln>
            <a:noFill/>
          </a:ln>
        </p:spPr>
      </p:sp>
      <p:sp>
        <p:nvSpPr>
          <p:cNvPr id="45" name="wm.whiteboard.72.72"/>
          <p:cNvSpPr/>
          <p:nvPr/>
        </p:nvSpPr>
        <p:spPr>
          <a:xfrm>
            <a:off x="4838700" y="1143000"/>
            <a:ext cx="38100" cy="38100"/>
          </a:xfrm>
          <a:prstGeom prst="rect">
            <a:avLst/>
          </a:prstGeom>
          <a:solidFill>
            <a:srgbClr val="CED7E6">
              <a:alpha val="65181"/>
            </a:srgbClr>
          </a:solidFill>
          <a:ln>
            <a:noFill/>
          </a:ln>
        </p:spPr>
      </p:sp>
      <p:sp>
        <p:nvSpPr>
          <p:cNvPr id="46" name="wm.whiteboard.72.90"/>
          <p:cNvSpPr/>
          <p:nvPr/>
        </p:nvSpPr>
        <p:spPr>
          <a:xfrm>
            <a:off x="4838700" y="1371600"/>
            <a:ext cx="38100" cy="38100"/>
          </a:xfrm>
          <a:prstGeom prst="rect">
            <a:avLst/>
          </a:prstGeom>
          <a:solidFill>
            <a:srgbClr val="CED7E6">
              <a:alpha val="51653"/>
            </a:srgbClr>
          </a:solidFill>
          <a:ln>
            <a:noFill/>
          </a:ln>
        </p:spPr>
      </p:sp>
      <p:sp>
        <p:nvSpPr>
          <p:cNvPr id="47" name="wm.whiteboard.72.108"/>
          <p:cNvSpPr/>
          <p:nvPr/>
        </p:nvSpPr>
        <p:spPr>
          <a:xfrm>
            <a:off x="4838700" y="1600200"/>
            <a:ext cx="38100" cy="38100"/>
          </a:xfrm>
          <a:prstGeom prst="rect">
            <a:avLst/>
          </a:prstGeom>
          <a:solidFill>
            <a:srgbClr val="CED7E6">
              <a:alpha val="37275"/>
            </a:srgbClr>
          </a:solidFill>
          <a:ln>
            <a:noFill/>
          </a:ln>
        </p:spPr>
      </p:sp>
      <p:sp>
        <p:nvSpPr>
          <p:cNvPr id="48" name="wm.whiteboard.72.126"/>
          <p:cNvSpPr/>
          <p:nvPr/>
        </p:nvSpPr>
        <p:spPr>
          <a:xfrm>
            <a:off x="4838700" y="1828800"/>
            <a:ext cx="38100" cy="38100"/>
          </a:xfrm>
          <a:prstGeom prst="rect">
            <a:avLst/>
          </a:prstGeom>
          <a:solidFill>
            <a:srgbClr val="CED7E6">
              <a:alpha val="22326"/>
            </a:srgbClr>
          </a:solidFill>
          <a:ln>
            <a:noFill/>
          </a:ln>
        </p:spPr>
      </p:sp>
      <p:sp>
        <p:nvSpPr>
          <p:cNvPr id="49" name="wm.whiteboard.72.144"/>
          <p:cNvSpPr/>
          <p:nvPr/>
        </p:nvSpPr>
        <p:spPr>
          <a:xfrm>
            <a:off x="4838700" y="2057400"/>
            <a:ext cx="38100" cy="38100"/>
          </a:xfrm>
          <a:prstGeom prst="rect">
            <a:avLst/>
          </a:prstGeom>
          <a:solidFill>
            <a:srgbClr val="CED7E6">
              <a:alpha val="6980"/>
            </a:srgbClr>
          </a:solidFill>
          <a:ln>
            <a:noFill/>
          </a:ln>
        </p:spPr>
      </p:sp>
      <p:sp>
        <p:nvSpPr>
          <p:cNvPr id="50" name="wm.whiteboard.90.0"/>
          <p:cNvSpPr/>
          <p:nvPr/>
        </p:nvSpPr>
        <p:spPr>
          <a:xfrm>
            <a:off x="5067300" y="228600"/>
            <a:ext cx="38100" cy="38100"/>
          </a:xfrm>
          <a:prstGeom prst="rect">
            <a:avLst/>
          </a:prstGeom>
          <a:solidFill>
            <a:srgbClr val="CED7E6">
              <a:alpha val="83798"/>
            </a:srgbClr>
          </a:solidFill>
          <a:ln>
            <a:noFill/>
          </a:ln>
        </p:spPr>
      </p:sp>
      <p:sp>
        <p:nvSpPr>
          <p:cNvPr id="51" name="wm.whiteboard.90.18"/>
          <p:cNvSpPr/>
          <p:nvPr/>
        </p:nvSpPr>
        <p:spPr>
          <a:xfrm>
            <a:off x="5067300" y="457200"/>
            <a:ext cx="38100" cy="38100"/>
          </a:xfrm>
          <a:prstGeom prst="rect">
            <a:avLst/>
          </a:prstGeom>
          <a:solidFill>
            <a:srgbClr val="CED7E6">
              <a:alpha val="81490"/>
            </a:srgbClr>
          </a:solidFill>
          <a:ln>
            <a:noFill/>
          </a:ln>
        </p:spPr>
      </p:sp>
      <p:sp>
        <p:nvSpPr>
          <p:cNvPr id="52" name="wm.whiteboard.90.36"/>
          <p:cNvSpPr/>
          <p:nvPr/>
        </p:nvSpPr>
        <p:spPr>
          <a:xfrm>
            <a:off x="5067300" y="685800"/>
            <a:ext cx="38100" cy="38100"/>
          </a:xfrm>
          <a:prstGeom prst="rect">
            <a:avLst/>
          </a:prstGeom>
          <a:solidFill>
            <a:srgbClr val="CED7E6">
              <a:alpha val="75569"/>
            </a:srgbClr>
          </a:solidFill>
          <a:ln>
            <a:noFill/>
          </a:ln>
        </p:spPr>
      </p:sp>
      <p:sp>
        <p:nvSpPr>
          <p:cNvPr id="53" name="wm.whiteboard.90.54"/>
          <p:cNvSpPr/>
          <p:nvPr/>
        </p:nvSpPr>
        <p:spPr>
          <a:xfrm>
            <a:off x="5067300" y="914400"/>
            <a:ext cx="38100" cy="38100"/>
          </a:xfrm>
          <a:prstGeom prst="rect">
            <a:avLst/>
          </a:prstGeom>
          <a:solidFill>
            <a:srgbClr val="CED7E6">
              <a:alpha val="66767"/>
            </a:srgbClr>
          </a:solidFill>
          <a:ln>
            <a:noFill/>
          </a:ln>
        </p:spPr>
      </p:sp>
      <p:sp>
        <p:nvSpPr>
          <p:cNvPr id="54" name="wm.whiteboard.90.72"/>
          <p:cNvSpPr/>
          <p:nvPr/>
        </p:nvSpPr>
        <p:spPr>
          <a:xfrm>
            <a:off x="5067300" y="1143000"/>
            <a:ext cx="38100" cy="38100"/>
          </a:xfrm>
          <a:prstGeom prst="rect">
            <a:avLst/>
          </a:prstGeom>
          <a:solidFill>
            <a:srgbClr val="CED7E6">
              <a:alpha val="55859"/>
            </a:srgbClr>
          </a:solidFill>
          <a:ln>
            <a:noFill/>
          </a:ln>
        </p:spPr>
      </p:sp>
      <p:sp>
        <p:nvSpPr>
          <p:cNvPr id="55" name="wm.whiteboard.90.90"/>
          <p:cNvSpPr/>
          <p:nvPr/>
        </p:nvSpPr>
        <p:spPr>
          <a:xfrm>
            <a:off x="5067300" y="1371600"/>
            <a:ext cx="38100" cy="38100"/>
          </a:xfrm>
          <a:prstGeom prst="rect">
            <a:avLst/>
          </a:prstGeom>
          <a:solidFill>
            <a:srgbClr val="CED7E6">
              <a:alpha val="43468"/>
            </a:srgbClr>
          </a:solidFill>
          <a:ln>
            <a:noFill/>
          </a:ln>
        </p:spPr>
      </p:sp>
      <p:sp>
        <p:nvSpPr>
          <p:cNvPr id="56" name="wm.whiteboard.90.108"/>
          <p:cNvSpPr/>
          <p:nvPr/>
        </p:nvSpPr>
        <p:spPr>
          <a:xfrm>
            <a:off x="5067300" y="1600200"/>
            <a:ext cx="38100" cy="38100"/>
          </a:xfrm>
          <a:prstGeom prst="rect">
            <a:avLst/>
          </a:prstGeom>
          <a:solidFill>
            <a:srgbClr val="CED7E6">
              <a:alpha val="30037"/>
            </a:srgbClr>
          </a:solidFill>
          <a:ln>
            <a:noFill/>
          </a:ln>
        </p:spPr>
      </p:sp>
      <p:sp>
        <p:nvSpPr>
          <p:cNvPr id="57" name="wm.whiteboard.90.126"/>
          <p:cNvSpPr/>
          <p:nvPr/>
        </p:nvSpPr>
        <p:spPr>
          <a:xfrm>
            <a:off x="5067300" y="1828800"/>
            <a:ext cx="38100" cy="38100"/>
          </a:xfrm>
          <a:prstGeom prst="rect">
            <a:avLst/>
          </a:prstGeom>
          <a:solidFill>
            <a:srgbClr val="CED7E6">
              <a:alpha val="15870"/>
            </a:srgbClr>
          </a:solidFill>
          <a:ln>
            <a:noFill/>
          </a:ln>
        </p:spPr>
      </p:sp>
      <p:sp>
        <p:nvSpPr>
          <p:cNvPr id="58" name="wm.whiteboard.90.144"/>
          <p:cNvSpPr/>
          <p:nvPr/>
        </p:nvSpPr>
        <p:spPr>
          <a:xfrm>
            <a:off x="5067300" y="2057400"/>
            <a:ext cx="38100" cy="38100"/>
          </a:xfrm>
          <a:prstGeom prst="rect">
            <a:avLst/>
          </a:prstGeom>
          <a:solidFill>
            <a:srgbClr val="CED7E6">
              <a:alpha val="1171"/>
            </a:srgbClr>
          </a:solidFill>
          <a:ln>
            <a:noFill/>
          </a:ln>
        </p:spPr>
      </p:sp>
      <p:sp>
        <p:nvSpPr>
          <p:cNvPr id="59" name="wm.whiteboard.108.0"/>
          <p:cNvSpPr/>
          <p:nvPr/>
        </p:nvSpPr>
        <p:spPr>
          <a:xfrm>
            <a:off x="5295900" y="228600"/>
            <a:ext cx="38100" cy="38100"/>
          </a:xfrm>
          <a:prstGeom prst="rect">
            <a:avLst/>
          </a:prstGeom>
          <a:solidFill>
            <a:srgbClr val="CED7E6">
              <a:alpha val="70023"/>
            </a:srgbClr>
          </a:solidFill>
          <a:ln>
            <a:noFill/>
          </a:ln>
        </p:spPr>
      </p:sp>
      <p:sp>
        <p:nvSpPr>
          <p:cNvPr id="60" name="wm.whiteboard.108.18"/>
          <p:cNvSpPr/>
          <p:nvPr/>
        </p:nvSpPr>
        <p:spPr>
          <a:xfrm>
            <a:off x="5295900" y="457200"/>
            <a:ext cx="38100" cy="38100"/>
          </a:xfrm>
          <a:prstGeom prst="rect">
            <a:avLst/>
          </a:prstGeom>
          <a:solidFill>
            <a:srgbClr val="CED7E6">
              <a:alpha val="68085"/>
            </a:srgbClr>
          </a:solidFill>
          <a:ln>
            <a:noFill/>
          </a:ln>
        </p:spPr>
      </p:sp>
      <p:sp>
        <p:nvSpPr>
          <p:cNvPr id="61" name="wm.whiteboard.108.36"/>
          <p:cNvSpPr/>
          <p:nvPr/>
        </p:nvSpPr>
        <p:spPr>
          <a:xfrm>
            <a:off x="5295900" y="685800"/>
            <a:ext cx="38100" cy="38100"/>
          </a:xfrm>
          <a:prstGeom prst="rect">
            <a:avLst/>
          </a:prstGeom>
          <a:solidFill>
            <a:srgbClr val="CED7E6">
              <a:alpha val="63033"/>
            </a:srgbClr>
          </a:solidFill>
          <a:ln>
            <a:noFill/>
          </a:ln>
        </p:spPr>
      </p:sp>
      <p:sp>
        <p:nvSpPr>
          <p:cNvPr id="62" name="wm.whiteboard.108.54"/>
          <p:cNvSpPr/>
          <p:nvPr/>
        </p:nvSpPr>
        <p:spPr>
          <a:xfrm>
            <a:off x="5295900" y="914400"/>
            <a:ext cx="38100" cy="38100"/>
          </a:xfrm>
          <a:prstGeom prst="rect">
            <a:avLst/>
          </a:prstGeom>
          <a:solidFill>
            <a:srgbClr val="CED7E6">
              <a:alpha val="55346"/>
            </a:srgbClr>
          </a:solidFill>
          <a:ln>
            <a:noFill/>
          </a:ln>
        </p:spPr>
      </p:sp>
      <p:sp>
        <p:nvSpPr>
          <p:cNvPr id="63" name="wm.whiteboard.108.72"/>
          <p:cNvSpPr/>
          <p:nvPr/>
        </p:nvSpPr>
        <p:spPr>
          <a:xfrm>
            <a:off x="5295900" y="1143000"/>
            <a:ext cx="38100" cy="38100"/>
          </a:xfrm>
          <a:prstGeom prst="rect">
            <a:avLst/>
          </a:prstGeom>
          <a:solidFill>
            <a:srgbClr val="CED7E6">
              <a:alpha val="45583"/>
            </a:srgbClr>
          </a:solidFill>
          <a:ln>
            <a:noFill/>
          </a:ln>
        </p:spPr>
      </p:sp>
      <p:sp>
        <p:nvSpPr>
          <p:cNvPr id="64" name="wm.whiteboard.108.90"/>
          <p:cNvSpPr/>
          <p:nvPr/>
        </p:nvSpPr>
        <p:spPr>
          <a:xfrm>
            <a:off x="5295900" y="1371600"/>
            <a:ext cx="38100" cy="38100"/>
          </a:xfrm>
          <a:prstGeom prst="rect">
            <a:avLst/>
          </a:prstGeom>
          <a:solidFill>
            <a:srgbClr val="CED7E6">
              <a:alpha val="34251"/>
            </a:srgbClr>
          </a:solidFill>
          <a:ln>
            <a:noFill/>
          </a:ln>
        </p:spPr>
      </p:sp>
      <p:sp>
        <p:nvSpPr>
          <p:cNvPr id="65" name="wm.whiteboard.108.108"/>
          <p:cNvSpPr/>
          <p:nvPr/>
        </p:nvSpPr>
        <p:spPr>
          <a:xfrm>
            <a:off x="5295900" y="1600200"/>
            <a:ext cx="38100" cy="38100"/>
          </a:xfrm>
          <a:prstGeom prst="rect">
            <a:avLst/>
          </a:prstGeom>
          <a:solidFill>
            <a:srgbClr val="CED7E6">
              <a:alpha val="21754"/>
            </a:srgbClr>
          </a:solidFill>
          <a:ln>
            <a:noFill/>
          </a:ln>
        </p:spPr>
      </p:sp>
      <p:sp>
        <p:nvSpPr>
          <p:cNvPr id="66" name="wm.whiteboard.108.126"/>
          <p:cNvSpPr/>
          <p:nvPr/>
        </p:nvSpPr>
        <p:spPr>
          <a:xfrm>
            <a:off x="5295900" y="1828800"/>
            <a:ext cx="38100" cy="38100"/>
          </a:xfrm>
          <a:prstGeom prst="rect">
            <a:avLst/>
          </a:prstGeom>
          <a:solidFill>
            <a:srgbClr val="CED7E6">
              <a:alpha val="8391"/>
            </a:srgbClr>
          </a:solidFill>
          <a:ln>
            <a:noFill/>
          </a:ln>
        </p:spPr>
      </p:sp>
      <p:sp>
        <p:nvSpPr>
          <p:cNvPr id="67" name="wm.whiteboard.126.0"/>
          <p:cNvSpPr/>
          <p:nvPr/>
        </p:nvSpPr>
        <p:spPr>
          <a:xfrm>
            <a:off x="5524500" y="228600"/>
            <a:ext cx="38100" cy="38100"/>
          </a:xfrm>
          <a:prstGeom prst="rect">
            <a:avLst/>
          </a:prstGeom>
          <a:solidFill>
            <a:srgbClr val="CED7E6">
              <a:alpha val="56247"/>
            </a:srgbClr>
          </a:solidFill>
          <a:ln>
            <a:noFill/>
          </a:ln>
        </p:spPr>
      </p:sp>
      <p:sp>
        <p:nvSpPr>
          <p:cNvPr id="68" name="wm.whiteboard.126.18"/>
          <p:cNvSpPr/>
          <p:nvPr/>
        </p:nvSpPr>
        <p:spPr>
          <a:xfrm>
            <a:off x="5524500" y="457200"/>
            <a:ext cx="38100" cy="38100"/>
          </a:xfrm>
          <a:prstGeom prst="rect">
            <a:avLst/>
          </a:prstGeom>
          <a:solidFill>
            <a:srgbClr val="CED7E6">
              <a:alpha val="54578"/>
            </a:srgbClr>
          </a:solidFill>
          <a:ln>
            <a:noFill/>
          </a:ln>
        </p:spPr>
      </p:sp>
      <p:sp>
        <p:nvSpPr>
          <p:cNvPr id="69" name="wm.whiteboard.126.36"/>
          <p:cNvSpPr/>
          <p:nvPr/>
        </p:nvSpPr>
        <p:spPr>
          <a:xfrm>
            <a:off x="5524500" y="685800"/>
            <a:ext cx="38100" cy="38100"/>
          </a:xfrm>
          <a:prstGeom prst="rect">
            <a:avLst/>
          </a:prstGeom>
          <a:solidFill>
            <a:srgbClr val="CED7E6">
              <a:alpha val="50182"/>
            </a:srgbClr>
          </a:solidFill>
          <a:ln>
            <a:noFill/>
          </a:ln>
        </p:spPr>
      </p:sp>
      <p:sp>
        <p:nvSpPr>
          <p:cNvPr id="70" name="wm.whiteboard.126.54"/>
          <p:cNvSpPr/>
          <p:nvPr/>
        </p:nvSpPr>
        <p:spPr>
          <a:xfrm>
            <a:off x="5524500" y="914400"/>
            <a:ext cx="38100" cy="38100"/>
          </a:xfrm>
          <a:prstGeom prst="rect">
            <a:avLst/>
          </a:prstGeom>
          <a:solidFill>
            <a:srgbClr val="CED7E6">
              <a:alpha val="43386"/>
            </a:srgbClr>
          </a:solidFill>
          <a:ln>
            <a:noFill/>
          </a:ln>
        </p:spPr>
      </p:sp>
      <p:sp>
        <p:nvSpPr>
          <p:cNvPr id="71" name="wm.whiteboard.126.72"/>
          <p:cNvSpPr/>
          <p:nvPr/>
        </p:nvSpPr>
        <p:spPr>
          <a:xfrm>
            <a:off x="5524500" y="1143000"/>
            <a:ext cx="38100" cy="38100"/>
          </a:xfrm>
          <a:prstGeom prst="rect">
            <a:avLst/>
          </a:prstGeom>
          <a:solidFill>
            <a:srgbClr val="CED7E6">
              <a:alpha val="34598"/>
            </a:srgbClr>
          </a:solidFill>
          <a:ln>
            <a:noFill/>
          </a:ln>
        </p:spPr>
      </p:sp>
      <p:sp>
        <p:nvSpPr>
          <p:cNvPr id="72" name="wm.whiteboard.126.90"/>
          <p:cNvSpPr/>
          <p:nvPr/>
        </p:nvSpPr>
        <p:spPr>
          <a:xfrm>
            <a:off x="5524500" y="1371600"/>
            <a:ext cx="38100" cy="38100"/>
          </a:xfrm>
          <a:prstGeom prst="rect">
            <a:avLst/>
          </a:prstGeom>
          <a:solidFill>
            <a:srgbClr val="CED7E6">
              <a:alpha val="24223"/>
            </a:srgbClr>
          </a:solidFill>
          <a:ln>
            <a:noFill/>
          </a:ln>
        </p:spPr>
      </p:sp>
      <p:sp>
        <p:nvSpPr>
          <p:cNvPr id="73" name="wm.whiteboard.126.108"/>
          <p:cNvSpPr/>
          <p:nvPr/>
        </p:nvSpPr>
        <p:spPr>
          <a:xfrm>
            <a:off x="5524500" y="1600200"/>
            <a:ext cx="38100" cy="38100"/>
          </a:xfrm>
          <a:prstGeom prst="rect">
            <a:avLst/>
          </a:prstGeom>
          <a:solidFill>
            <a:srgbClr val="CED7E6">
              <a:alpha val="12610"/>
            </a:srgbClr>
          </a:solidFill>
          <a:ln>
            <a:noFill/>
          </a:ln>
        </p:spPr>
      </p:sp>
      <p:sp>
        <p:nvSpPr>
          <p:cNvPr id="74" name="wm.whiteboard.126.126"/>
          <p:cNvSpPr/>
          <p:nvPr/>
        </p:nvSpPr>
        <p:spPr>
          <a:xfrm>
            <a:off x="5524500" y="1828800"/>
            <a:ext cx="38100" cy="38100"/>
          </a:xfrm>
          <a:prstGeom prst="rect">
            <a:avLst/>
          </a:prstGeom>
          <a:solidFill>
            <a:srgbClr val="CED7E6">
              <a:alpha val="40"/>
            </a:srgbClr>
          </a:solidFill>
          <a:ln>
            <a:noFill/>
          </a:ln>
        </p:spPr>
      </p:sp>
      <p:sp>
        <p:nvSpPr>
          <p:cNvPr id="75" name="wm.whiteboard.144.0"/>
          <p:cNvSpPr/>
          <p:nvPr/>
        </p:nvSpPr>
        <p:spPr>
          <a:xfrm>
            <a:off x="5753100" y="228600"/>
            <a:ext cx="38100" cy="38100"/>
          </a:xfrm>
          <a:prstGeom prst="rect">
            <a:avLst/>
          </a:prstGeom>
          <a:solidFill>
            <a:srgbClr val="CED7E6">
              <a:alpha val="42471"/>
            </a:srgbClr>
          </a:solidFill>
          <a:ln>
            <a:noFill/>
          </a:ln>
        </p:spPr>
      </p:sp>
      <p:sp>
        <p:nvSpPr>
          <p:cNvPr id="76" name="wm.whiteboard.144.18"/>
          <p:cNvSpPr/>
          <p:nvPr/>
        </p:nvSpPr>
        <p:spPr>
          <a:xfrm>
            <a:off x="5753100" y="457200"/>
            <a:ext cx="38100" cy="38100"/>
          </a:xfrm>
          <a:prstGeom prst="rect">
            <a:avLst/>
          </a:prstGeom>
          <a:solidFill>
            <a:srgbClr val="CED7E6">
              <a:alpha val="41005"/>
            </a:srgbClr>
          </a:solidFill>
          <a:ln>
            <a:noFill/>
          </a:ln>
        </p:spPr>
      </p:sp>
      <p:sp>
        <p:nvSpPr>
          <p:cNvPr id="77" name="wm.whiteboard.144.36"/>
          <p:cNvSpPr/>
          <p:nvPr/>
        </p:nvSpPr>
        <p:spPr>
          <a:xfrm>
            <a:off x="5753100" y="685800"/>
            <a:ext cx="38100" cy="38100"/>
          </a:xfrm>
          <a:prstGeom prst="rect">
            <a:avLst/>
          </a:prstGeom>
          <a:solidFill>
            <a:srgbClr val="CED7E6">
              <a:alpha val="37120"/>
            </a:srgbClr>
          </a:solidFill>
          <a:ln>
            <a:noFill/>
          </a:ln>
        </p:spPr>
      </p:sp>
      <p:sp>
        <p:nvSpPr>
          <p:cNvPr id="78" name="wm.whiteboard.144.54"/>
          <p:cNvSpPr/>
          <p:nvPr/>
        </p:nvSpPr>
        <p:spPr>
          <a:xfrm>
            <a:off x="5753100" y="914400"/>
            <a:ext cx="38100" cy="38100"/>
          </a:xfrm>
          <a:prstGeom prst="rect">
            <a:avLst/>
          </a:prstGeom>
          <a:solidFill>
            <a:srgbClr val="CED7E6">
              <a:alpha val="31044"/>
            </a:srgbClr>
          </a:solidFill>
          <a:ln>
            <a:noFill/>
          </a:ln>
        </p:spPr>
      </p:sp>
      <p:sp>
        <p:nvSpPr>
          <p:cNvPr id="79" name="wm.whiteboard.144.72"/>
          <p:cNvSpPr/>
          <p:nvPr/>
        </p:nvSpPr>
        <p:spPr>
          <a:xfrm>
            <a:off x="5753100" y="1143000"/>
            <a:ext cx="38100" cy="38100"/>
          </a:xfrm>
          <a:prstGeom prst="rect">
            <a:avLst/>
          </a:prstGeom>
          <a:solidFill>
            <a:srgbClr val="CED7E6">
              <a:alpha val="23083"/>
            </a:srgbClr>
          </a:solidFill>
          <a:ln>
            <a:noFill/>
          </a:ln>
        </p:spPr>
      </p:sp>
      <p:sp>
        <p:nvSpPr>
          <p:cNvPr id="80" name="wm.whiteboard.144.90"/>
          <p:cNvSpPr/>
          <p:nvPr/>
        </p:nvSpPr>
        <p:spPr>
          <a:xfrm>
            <a:off x="5753100" y="1371600"/>
            <a:ext cx="38100" cy="38100"/>
          </a:xfrm>
          <a:prstGeom prst="rect">
            <a:avLst/>
          </a:prstGeom>
          <a:solidFill>
            <a:srgbClr val="CED7E6">
              <a:alpha val="13557"/>
            </a:srgbClr>
          </a:solidFill>
          <a:ln>
            <a:noFill/>
          </a:ln>
        </p:spPr>
      </p:sp>
      <p:sp>
        <p:nvSpPr>
          <p:cNvPr id="81" name="wm.whiteboard.144.108"/>
          <p:cNvSpPr/>
          <p:nvPr/>
        </p:nvSpPr>
        <p:spPr>
          <a:xfrm>
            <a:off x="5753100" y="1600200"/>
            <a:ext cx="38100" cy="38100"/>
          </a:xfrm>
          <a:prstGeom prst="rect">
            <a:avLst/>
          </a:prstGeom>
          <a:solidFill>
            <a:srgbClr val="CED7E6">
              <a:alpha val="2762"/>
            </a:srgbClr>
          </a:solidFill>
          <a:ln>
            <a:noFill/>
          </a:ln>
        </p:spPr>
      </p:sp>
      <p:sp>
        <p:nvSpPr>
          <p:cNvPr id="82" name="wm.whiteboard.162.0"/>
          <p:cNvSpPr/>
          <p:nvPr/>
        </p:nvSpPr>
        <p:spPr>
          <a:xfrm>
            <a:off x="5981700" y="228600"/>
            <a:ext cx="38100" cy="38100"/>
          </a:xfrm>
          <a:prstGeom prst="rect">
            <a:avLst/>
          </a:prstGeom>
          <a:solidFill>
            <a:srgbClr val="CED7E6">
              <a:alpha val="28695"/>
            </a:srgbClr>
          </a:solidFill>
          <a:ln>
            <a:noFill/>
          </a:ln>
        </p:spPr>
      </p:sp>
      <p:sp>
        <p:nvSpPr>
          <p:cNvPr id="83" name="wm.whiteboard.162.18"/>
          <p:cNvSpPr/>
          <p:nvPr/>
        </p:nvSpPr>
        <p:spPr>
          <a:xfrm>
            <a:off x="5981700" y="457200"/>
            <a:ext cx="38100" cy="38100"/>
          </a:xfrm>
          <a:prstGeom prst="rect">
            <a:avLst/>
          </a:prstGeom>
          <a:solidFill>
            <a:srgbClr val="CED7E6">
              <a:alpha val="27389"/>
            </a:srgbClr>
          </a:solidFill>
          <a:ln>
            <a:noFill/>
          </a:ln>
        </p:spPr>
      </p:sp>
      <p:sp>
        <p:nvSpPr>
          <p:cNvPr id="84" name="wm.whiteboard.162.36"/>
          <p:cNvSpPr/>
          <p:nvPr/>
        </p:nvSpPr>
        <p:spPr>
          <a:xfrm>
            <a:off x="5981700" y="685800"/>
            <a:ext cx="38100" cy="38100"/>
          </a:xfrm>
          <a:prstGeom prst="rect">
            <a:avLst/>
          </a:prstGeom>
          <a:solidFill>
            <a:srgbClr val="CED7E6">
              <a:alpha val="23910"/>
            </a:srgbClr>
          </a:solidFill>
          <a:ln>
            <a:noFill/>
          </a:ln>
        </p:spPr>
      </p:sp>
      <p:sp>
        <p:nvSpPr>
          <p:cNvPr id="85" name="wm.whiteboard.162.54"/>
          <p:cNvSpPr/>
          <p:nvPr/>
        </p:nvSpPr>
        <p:spPr>
          <a:xfrm>
            <a:off x="5981700" y="914400"/>
            <a:ext cx="38100" cy="38100"/>
          </a:xfrm>
          <a:prstGeom prst="rect">
            <a:avLst/>
          </a:prstGeom>
          <a:solidFill>
            <a:srgbClr val="CED7E6">
              <a:alpha val="18425"/>
            </a:srgbClr>
          </a:solidFill>
          <a:ln>
            <a:noFill/>
          </a:ln>
        </p:spPr>
      </p:sp>
      <p:sp>
        <p:nvSpPr>
          <p:cNvPr id="86" name="wm.whiteboard.162.72"/>
          <p:cNvSpPr/>
          <p:nvPr/>
        </p:nvSpPr>
        <p:spPr>
          <a:xfrm>
            <a:off x="5981700" y="1143000"/>
            <a:ext cx="38100" cy="38100"/>
          </a:xfrm>
          <a:prstGeom prst="rect">
            <a:avLst/>
          </a:prstGeom>
          <a:solidFill>
            <a:srgbClr val="CED7E6">
              <a:alpha val="11167"/>
            </a:srgbClr>
          </a:solidFill>
          <a:ln>
            <a:noFill/>
          </a:ln>
        </p:spPr>
      </p:sp>
      <p:sp>
        <p:nvSpPr>
          <p:cNvPr id="87" name="wm.whiteboard.162.90"/>
          <p:cNvSpPr/>
          <p:nvPr/>
        </p:nvSpPr>
        <p:spPr>
          <a:xfrm>
            <a:off x="5981700" y="1371600"/>
            <a:ext cx="38100" cy="38100"/>
          </a:xfrm>
          <a:prstGeom prst="rect">
            <a:avLst/>
          </a:prstGeom>
          <a:solidFill>
            <a:srgbClr val="CED7E6">
              <a:alpha val="2388"/>
            </a:srgbClr>
          </a:solidFill>
          <a:ln>
            <a:noFill/>
          </a:ln>
        </p:spPr>
      </p:sp>
      <p:sp>
        <p:nvSpPr>
          <p:cNvPr id="88" name="wm.whiteboard.180.0"/>
          <p:cNvSpPr/>
          <p:nvPr/>
        </p:nvSpPr>
        <p:spPr>
          <a:xfrm>
            <a:off x="6210300" y="228600"/>
            <a:ext cx="38100" cy="38100"/>
          </a:xfrm>
          <a:prstGeom prst="rect">
            <a:avLst/>
          </a:prstGeom>
          <a:solidFill>
            <a:srgbClr val="CED7E6">
              <a:alpha val="14918"/>
            </a:srgbClr>
          </a:solidFill>
          <a:ln>
            <a:noFill/>
          </a:ln>
        </p:spPr>
      </p:sp>
      <p:sp>
        <p:nvSpPr>
          <p:cNvPr id="89" name="wm.whiteboard.180.18"/>
          <p:cNvSpPr/>
          <p:nvPr/>
        </p:nvSpPr>
        <p:spPr>
          <a:xfrm>
            <a:off x="6210300" y="457200"/>
            <a:ext cx="38100" cy="38100"/>
          </a:xfrm>
          <a:prstGeom prst="rect">
            <a:avLst/>
          </a:prstGeom>
          <a:solidFill>
            <a:srgbClr val="CED7E6">
              <a:alpha val="13741"/>
            </a:srgbClr>
          </a:solidFill>
          <a:ln>
            <a:noFill/>
          </a:ln>
        </p:spPr>
      </p:sp>
      <p:sp>
        <p:nvSpPr>
          <p:cNvPr id="90" name="wm.whiteboard.180.36"/>
          <p:cNvSpPr/>
          <p:nvPr/>
        </p:nvSpPr>
        <p:spPr>
          <a:xfrm>
            <a:off x="6210300" y="685800"/>
            <a:ext cx="38100" cy="38100"/>
          </a:xfrm>
          <a:prstGeom prst="rect">
            <a:avLst/>
          </a:prstGeom>
          <a:solidFill>
            <a:srgbClr val="CED7E6">
              <a:alpha val="10593"/>
            </a:srgbClr>
          </a:solidFill>
          <a:ln>
            <a:noFill/>
          </a:ln>
        </p:spPr>
      </p:sp>
      <p:sp>
        <p:nvSpPr>
          <p:cNvPr id="91" name="wm.whiteboard.180.54"/>
          <p:cNvSpPr/>
          <p:nvPr/>
        </p:nvSpPr>
        <p:spPr>
          <a:xfrm>
            <a:off x="6210300" y="914400"/>
            <a:ext cx="38100" cy="38100"/>
          </a:xfrm>
          <a:prstGeom prst="rect">
            <a:avLst/>
          </a:prstGeom>
          <a:solidFill>
            <a:srgbClr val="CED7E6">
              <a:alpha val="5600"/>
            </a:srgbClr>
          </a:solidFill>
          <a:ln>
            <a:noFill/>
          </a:ln>
        </p:spPr>
      </p:sp>
      <p:sp>
        <p:nvSpPr>
          <p:cNvPr id="92" name="wm.whiteboard.198.0"/>
          <p:cNvSpPr/>
          <p:nvPr/>
        </p:nvSpPr>
        <p:spPr>
          <a:xfrm>
            <a:off x="6438900" y="228600"/>
            <a:ext cx="38100" cy="38100"/>
          </a:xfrm>
          <a:prstGeom prst="rect">
            <a:avLst/>
          </a:prstGeom>
          <a:solidFill>
            <a:srgbClr val="CED7E6">
              <a:alpha val="1142"/>
            </a:srgbClr>
          </a:solidFill>
          <a:ln>
            <a:noFill/>
          </a:ln>
        </p:spPr>
      </p:sp>
      <p:sp>
        <p:nvSpPr>
          <p:cNvPr id="93" name="wm.whiteboard.198.18"/>
          <p:cNvSpPr/>
          <p:nvPr/>
        </p:nvSpPr>
        <p:spPr>
          <a:xfrm>
            <a:off x="6438900" y="457200"/>
            <a:ext cx="38100" cy="38100"/>
          </a:xfrm>
          <a:prstGeom prst="rect">
            <a:avLst/>
          </a:prstGeom>
          <a:solidFill>
            <a:srgbClr val="CED7E6">
              <a:alpha val="69"/>
            </a:srgbClr>
          </a:solidFill>
          <a:ln>
            <a:noFill/>
          </a:ln>
        </p:spPr>
      </p:sp>
      <p:sp>
        <p:nvSpPr>
          <p:cNvPr id="94" name="wm.header.rule"/>
          <p:cNvSpPr/>
          <p:nvPr/>
        </p:nvSpPr>
        <p:spPr>
          <a:xfrm>
            <a:off x="4381500" y="1371600"/>
            <a:ext cx="7086600" cy="9525"/>
          </a:xfrm>
          <a:prstGeom prst="rect">
            <a:avLst/>
          </a:prstGeom>
          <a:solidFill>
            <a:srgbClr val="CED7E6"/>
          </a:solidFill>
          <a:ln>
            <a:noFill/>
          </a:ln>
        </p:spPr>
      </p:sp>
      <p:pic>
        <p:nvPicPr>
          <p:cNvPr id="95"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210300"/>
            <a:ext cx="729403" cy="152400"/>
          </a:xfrm>
          <a:prstGeom prst="rect">
            <a:avLst/>
          </a:prstGeom>
        </p:spPr>
      </p:pic>
      <p:sp>
        <p:nvSpPr>
          <p:cNvPr id="96" name="wm.legal"/>
          <p:cNvSpPr/>
          <p:nvPr/>
        </p:nvSpPr>
        <p:spPr>
          <a:xfrm>
            <a:off x="2171700" y="6172200"/>
            <a:ext cx="89154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wmds.frame.46f9419afd4d082fa338">
    <p:bg>
      <p:bgPr>
        <a:solidFill>
          <a:srgbClr val="FFFFFF"/>
        </a:solidFill>
      </p:bgPr>
    </p:bg>
    <p:spTree>
      <p:nvGrpSpPr>
        <p:cNvPr id="1" name=""/>
        <p:cNvGrpSpPr/>
        <p:nvPr/>
      </p:nvGrpSpPr>
      <p:grpSpPr>
        <a:xfrm>
          <a:off x="0" y="0"/>
          <a:ext cx="0" cy="0"/>
          <a:chOff x="0" y="0"/>
          <a:chExt cx="0" cy="0"/>
        </a:xfrm>
      </p:grpSpPr>
      <p:sp>
        <p:nvSpPr>
          <p:cNvPr id="2" name="wm.footer.rule"/>
          <p:cNvSpPr/>
          <p:nvPr/>
        </p:nvSpPr>
        <p:spPr>
          <a:xfrm>
            <a:off x="723900" y="6057900"/>
            <a:ext cx="10744200" cy="9525"/>
          </a:xfrm>
          <a:prstGeom prst="rect">
            <a:avLst/>
          </a:prstGeom>
          <a:solidFill>
            <a:srgbClr val="CED7E6"/>
          </a:solidFill>
          <a:ln>
            <a:noFill/>
          </a:ln>
        </p:spPr>
      </p:sp>
      <p:sp>
        <p:nvSpPr>
          <p:cNvPr id="3" name="wm.whiteboard.0.0"/>
          <p:cNvSpPr/>
          <p:nvPr/>
        </p:nvSpPr>
        <p:spPr>
          <a:xfrm>
            <a:off x="266700" y="228600"/>
            <a:ext cx="38100" cy="38100"/>
          </a:xfrm>
          <a:prstGeom prst="rect">
            <a:avLst/>
          </a:prstGeom>
          <a:solidFill>
            <a:srgbClr val="CED7E6"/>
          </a:solidFill>
          <a:ln>
            <a:noFill/>
          </a:ln>
        </p:spPr>
      </p:sp>
      <p:sp>
        <p:nvSpPr>
          <p:cNvPr id="4" name="wm.whiteboard.0.18"/>
          <p:cNvSpPr/>
          <p:nvPr/>
        </p:nvSpPr>
        <p:spPr>
          <a:xfrm>
            <a:off x="266700" y="457200"/>
            <a:ext cx="38100" cy="38100"/>
          </a:xfrm>
          <a:prstGeom prst="rect">
            <a:avLst/>
          </a:prstGeom>
          <a:solidFill>
            <a:srgbClr val="CED7E6"/>
          </a:solidFill>
          <a:ln>
            <a:noFill/>
          </a:ln>
        </p:spPr>
      </p:sp>
      <p:sp>
        <p:nvSpPr>
          <p:cNvPr id="5" name="wm.whiteboard.0.36"/>
          <p:cNvSpPr/>
          <p:nvPr/>
        </p:nvSpPr>
        <p:spPr>
          <a:xfrm>
            <a:off x="266700" y="685800"/>
            <a:ext cx="38100" cy="38100"/>
          </a:xfrm>
          <a:prstGeom prst="rect">
            <a:avLst/>
          </a:prstGeom>
          <a:solidFill>
            <a:srgbClr val="CED7E6"/>
          </a:solidFill>
          <a:ln>
            <a:noFill/>
          </a:ln>
        </p:spPr>
      </p:sp>
      <p:sp>
        <p:nvSpPr>
          <p:cNvPr id="6" name="wm.whiteboard.0.54"/>
          <p:cNvSpPr/>
          <p:nvPr/>
        </p:nvSpPr>
        <p:spPr>
          <a:xfrm>
            <a:off x="266700" y="914400"/>
            <a:ext cx="38100" cy="38100"/>
          </a:xfrm>
          <a:prstGeom prst="rect">
            <a:avLst/>
          </a:prstGeom>
          <a:solidFill>
            <a:srgbClr val="CED7E6"/>
          </a:solidFill>
          <a:ln>
            <a:noFill/>
          </a:ln>
        </p:spPr>
      </p:sp>
      <p:sp>
        <p:nvSpPr>
          <p:cNvPr id="7" name="wm.whiteboard.0.72"/>
          <p:cNvSpPr/>
          <p:nvPr/>
        </p:nvSpPr>
        <p:spPr>
          <a:xfrm>
            <a:off x="266700" y="1143000"/>
            <a:ext cx="38100" cy="38100"/>
          </a:xfrm>
          <a:prstGeom prst="rect">
            <a:avLst/>
          </a:prstGeom>
          <a:solidFill>
            <a:srgbClr val="CED7E6">
              <a:alpha val="85305"/>
            </a:srgbClr>
          </a:solidFill>
          <a:ln>
            <a:noFill/>
          </a:ln>
        </p:spPr>
      </p:sp>
      <p:sp>
        <p:nvSpPr>
          <p:cNvPr id="8" name="wm.whiteboard.0.90"/>
          <p:cNvSpPr/>
          <p:nvPr/>
        </p:nvSpPr>
        <p:spPr>
          <a:xfrm>
            <a:off x="266700" y="1371600"/>
            <a:ext cx="38100" cy="38100"/>
          </a:xfrm>
          <a:prstGeom prst="rect">
            <a:avLst/>
          </a:prstGeom>
          <a:solidFill>
            <a:srgbClr val="CED7E6">
              <a:alpha val="68524"/>
            </a:srgbClr>
          </a:solidFill>
          <a:ln>
            <a:noFill/>
          </a:ln>
        </p:spPr>
      </p:sp>
      <p:sp>
        <p:nvSpPr>
          <p:cNvPr id="9" name="wm.whiteboard.0.108"/>
          <p:cNvSpPr/>
          <p:nvPr/>
        </p:nvSpPr>
        <p:spPr>
          <a:xfrm>
            <a:off x="266700" y="1600200"/>
            <a:ext cx="38100" cy="38100"/>
          </a:xfrm>
          <a:prstGeom prst="rect">
            <a:avLst/>
          </a:prstGeom>
          <a:solidFill>
            <a:srgbClr val="CED7E6">
              <a:alpha val="51742"/>
            </a:srgbClr>
          </a:solidFill>
          <a:ln>
            <a:noFill/>
          </a:ln>
        </p:spPr>
      </p:sp>
      <p:sp>
        <p:nvSpPr>
          <p:cNvPr id="10" name="wm.whiteboard.0.126"/>
          <p:cNvSpPr/>
          <p:nvPr/>
        </p:nvSpPr>
        <p:spPr>
          <a:xfrm>
            <a:off x="266700" y="1828800"/>
            <a:ext cx="38100" cy="38100"/>
          </a:xfrm>
          <a:prstGeom prst="rect">
            <a:avLst/>
          </a:prstGeom>
          <a:solidFill>
            <a:srgbClr val="CED7E6">
              <a:alpha val="34959"/>
            </a:srgbClr>
          </a:solidFill>
          <a:ln>
            <a:noFill/>
          </a:ln>
        </p:spPr>
      </p:sp>
      <p:sp>
        <p:nvSpPr>
          <p:cNvPr id="11" name="wm.whiteboard.0.144"/>
          <p:cNvSpPr/>
          <p:nvPr/>
        </p:nvSpPr>
        <p:spPr>
          <a:xfrm>
            <a:off x="266700" y="2057400"/>
            <a:ext cx="38100" cy="38100"/>
          </a:xfrm>
          <a:prstGeom prst="rect">
            <a:avLst/>
          </a:prstGeom>
          <a:solidFill>
            <a:srgbClr val="CED7E6">
              <a:alpha val="18177"/>
            </a:srgbClr>
          </a:solidFill>
          <a:ln>
            <a:noFill/>
          </a:ln>
        </p:spPr>
      </p:sp>
      <p:sp>
        <p:nvSpPr>
          <p:cNvPr id="12" name="wm.whiteboard.0.162"/>
          <p:cNvSpPr/>
          <p:nvPr/>
        </p:nvSpPr>
        <p:spPr>
          <a:xfrm>
            <a:off x="266700" y="2286000"/>
            <a:ext cx="38100" cy="38100"/>
          </a:xfrm>
          <a:prstGeom prst="rect">
            <a:avLst/>
          </a:prstGeom>
          <a:solidFill>
            <a:srgbClr val="CED7E6">
              <a:alpha val="1394"/>
            </a:srgbClr>
          </a:solidFill>
          <a:ln>
            <a:noFill/>
          </a:ln>
        </p:spPr>
      </p:sp>
      <p:sp>
        <p:nvSpPr>
          <p:cNvPr id="13" name="wm.whiteboard.18.0"/>
          <p:cNvSpPr/>
          <p:nvPr/>
        </p:nvSpPr>
        <p:spPr>
          <a:xfrm>
            <a:off x="495300" y="228600"/>
            <a:ext cx="38100" cy="38100"/>
          </a:xfrm>
          <a:prstGeom prst="rect">
            <a:avLst/>
          </a:prstGeom>
          <a:solidFill>
            <a:srgbClr val="CED7E6"/>
          </a:solidFill>
          <a:ln>
            <a:noFill/>
          </a:ln>
        </p:spPr>
      </p:sp>
      <p:sp>
        <p:nvSpPr>
          <p:cNvPr id="14" name="wm.whiteboard.18.18"/>
          <p:cNvSpPr/>
          <p:nvPr/>
        </p:nvSpPr>
        <p:spPr>
          <a:xfrm>
            <a:off x="495300" y="457200"/>
            <a:ext cx="38100" cy="38100"/>
          </a:xfrm>
          <a:prstGeom prst="rect">
            <a:avLst/>
          </a:prstGeom>
          <a:solidFill>
            <a:srgbClr val="CED7E6"/>
          </a:solidFill>
          <a:ln>
            <a:noFill/>
          </a:ln>
        </p:spPr>
      </p:sp>
      <p:sp>
        <p:nvSpPr>
          <p:cNvPr id="15" name="wm.whiteboard.18.36"/>
          <p:cNvSpPr/>
          <p:nvPr/>
        </p:nvSpPr>
        <p:spPr>
          <a:xfrm>
            <a:off x="495300" y="685800"/>
            <a:ext cx="38100" cy="38100"/>
          </a:xfrm>
          <a:prstGeom prst="rect">
            <a:avLst/>
          </a:prstGeom>
          <a:solidFill>
            <a:srgbClr val="CED7E6"/>
          </a:solidFill>
          <a:ln>
            <a:noFill/>
          </a:ln>
        </p:spPr>
      </p:sp>
      <p:sp>
        <p:nvSpPr>
          <p:cNvPr id="16" name="wm.whiteboard.18.54"/>
          <p:cNvSpPr/>
          <p:nvPr/>
        </p:nvSpPr>
        <p:spPr>
          <a:xfrm>
            <a:off x="495300" y="914400"/>
            <a:ext cx="38100" cy="38100"/>
          </a:xfrm>
          <a:prstGeom prst="rect">
            <a:avLst/>
          </a:prstGeom>
          <a:solidFill>
            <a:srgbClr val="CED7E6">
              <a:alpha val="99988"/>
            </a:srgbClr>
          </a:solidFill>
          <a:ln>
            <a:noFill/>
          </a:ln>
        </p:spPr>
      </p:sp>
      <p:sp>
        <p:nvSpPr>
          <p:cNvPr id="17" name="wm.whiteboard.18.72"/>
          <p:cNvSpPr/>
          <p:nvPr/>
        </p:nvSpPr>
        <p:spPr>
          <a:xfrm>
            <a:off x="495300" y="1143000"/>
            <a:ext cx="38100" cy="38100"/>
          </a:xfrm>
          <a:prstGeom prst="rect">
            <a:avLst/>
          </a:prstGeom>
          <a:solidFill>
            <a:srgbClr val="CED7E6">
              <a:alpha val="83708"/>
            </a:srgbClr>
          </a:solidFill>
          <a:ln>
            <a:noFill/>
          </a:ln>
        </p:spPr>
      </p:sp>
      <p:sp>
        <p:nvSpPr>
          <p:cNvPr id="18" name="wm.whiteboard.18.90"/>
          <p:cNvSpPr/>
          <p:nvPr/>
        </p:nvSpPr>
        <p:spPr>
          <a:xfrm>
            <a:off x="495300" y="1371600"/>
            <a:ext cx="38100" cy="38100"/>
          </a:xfrm>
          <a:prstGeom prst="rect">
            <a:avLst/>
          </a:prstGeom>
          <a:solidFill>
            <a:srgbClr val="CED7E6">
              <a:alpha val="67236"/>
            </a:srgbClr>
          </a:solidFill>
          <a:ln>
            <a:noFill/>
          </a:ln>
        </p:spPr>
      </p:sp>
      <p:sp>
        <p:nvSpPr>
          <p:cNvPr id="19" name="wm.whiteboard.18.108"/>
          <p:cNvSpPr/>
          <p:nvPr/>
        </p:nvSpPr>
        <p:spPr>
          <a:xfrm>
            <a:off x="495300" y="1600200"/>
            <a:ext cx="38100" cy="38100"/>
          </a:xfrm>
          <a:prstGeom prst="rect">
            <a:avLst/>
          </a:prstGeom>
          <a:solidFill>
            <a:srgbClr val="CED7E6">
              <a:alpha val="50663"/>
            </a:srgbClr>
          </a:solidFill>
          <a:ln>
            <a:noFill/>
          </a:ln>
        </p:spPr>
      </p:sp>
      <p:sp>
        <p:nvSpPr>
          <p:cNvPr id="20" name="wm.whiteboard.18.126"/>
          <p:cNvSpPr/>
          <p:nvPr/>
        </p:nvSpPr>
        <p:spPr>
          <a:xfrm>
            <a:off x="495300" y="1828800"/>
            <a:ext cx="38100" cy="38100"/>
          </a:xfrm>
          <a:prstGeom prst="rect">
            <a:avLst/>
          </a:prstGeom>
          <a:solidFill>
            <a:srgbClr val="CED7E6">
              <a:alpha val="34032"/>
            </a:srgbClr>
          </a:solidFill>
          <a:ln>
            <a:noFill/>
          </a:ln>
        </p:spPr>
      </p:sp>
      <p:sp>
        <p:nvSpPr>
          <p:cNvPr id="21" name="wm.whiteboard.18.144"/>
          <p:cNvSpPr/>
          <p:nvPr/>
        </p:nvSpPr>
        <p:spPr>
          <a:xfrm>
            <a:off x="495300" y="2057400"/>
            <a:ext cx="38100" cy="38100"/>
          </a:xfrm>
          <a:prstGeom prst="rect">
            <a:avLst/>
          </a:prstGeom>
          <a:solidFill>
            <a:srgbClr val="CED7E6">
              <a:alpha val="17363"/>
            </a:srgbClr>
          </a:solidFill>
          <a:ln>
            <a:noFill/>
          </a:ln>
        </p:spPr>
      </p:sp>
      <p:sp>
        <p:nvSpPr>
          <p:cNvPr id="22" name="wm.whiteboard.18.162"/>
          <p:cNvSpPr/>
          <p:nvPr/>
        </p:nvSpPr>
        <p:spPr>
          <a:xfrm>
            <a:off x="495300" y="2286000"/>
            <a:ext cx="38100" cy="38100"/>
          </a:xfrm>
          <a:prstGeom prst="rect">
            <a:avLst/>
          </a:prstGeom>
          <a:solidFill>
            <a:srgbClr val="CED7E6">
              <a:alpha val="670"/>
            </a:srgbClr>
          </a:solidFill>
          <a:ln>
            <a:noFill/>
          </a:ln>
        </p:spPr>
      </p:sp>
      <p:sp>
        <p:nvSpPr>
          <p:cNvPr id="23" name="wm.whiteboard.36.0"/>
          <p:cNvSpPr/>
          <p:nvPr/>
        </p:nvSpPr>
        <p:spPr>
          <a:xfrm>
            <a:off x="723900" y="228600"/>
            <a:ext cx="38100" cy="38100"/>
          </a:xfrm>
          <a:prstGeom prst="rect">
            <a:avLst/>
          </a:prstGeom>
          <a:solidFill>
            <a:srgbClr val="CED7E6"/>
          </a:solidFill>
          <a:ln>
            <a:noFill/>
          </a:ln>
        </p:spPr>
      </p:sp>
      <p:sp>
        <p:nvSpPr>
          <p:cNvPr id="24" name="wm.whiteboard.36.18"/>
          <p:cNvSpPr/>
          <p:nvPr/>
        </p:nvSpPr>
        <p:spPr>
          <a:xfrm>
            <a:off x="723900" y="457200"/>
            <a:ext cx="38100" cy="38100"/>
          </a:xfrm>
          <a:prstGeom prst="rect">
            <a:avLst/>
          </a:prstGeom>
          <a:solidFill>
            <a:srgbClr val="CED7E6"/>
          </a:solidFill>
          <a:ln>
            <a:noFill/>
          </a:ln>
        </p:spPr>
      </p:sp>
      <p:sp>
        <p:nvSpPr>
          <p:cNvPr id="25" name="wm.whiteboard.36.36"/>
          <p:cNvSpPr/>
          <p:nvPr/>
        </p:nvSpPr>
        <p:spPr>
          <a:xfrm>
            <a:off x="723900" y="685800"/>
            <a:ext cx="38100" cy="38100"/>
          </a:xfrm>
          <a:prstGeom prst="rect">
            <a:avLst/>
          </a:prstGeom>
          <a:solidFill>
            <a:srgbClr val="CED7E6"/>
          </a:solidFill>
          <a:ln>
            <a:noFill/>
          </a:ln>
        </p:spPr>
      </p:sp>
      <p:sp>
        <p:nvSpPr>
          <p:cNvPr id="26" name="wm.whiteboard.36.54"/>
          <p:cNvSpPr/>
          <p:nvPr/>
        </p:nvSpPr>
        <p:spPr>
          <a:xfrm>
            <a:off x="723900" y="914400"/>
            <a:ext cx="38100" cy="38100"/>
          </a:xfrm>
          <a:prstGeom prst="rect">
            <a:avLst/>
          </a:prstGeom>
          <a:solidFill>
            <a:srgbClr val="CED7E6">
              <a:alpha val="94671"/>
            </a:srgbClr>
          </a:solidFill>
          <a:ln>
            <a:noFill/>
          </a:ln>
        </p:spPr>
      </p:sp>
      <p:sp>
        <p:nvSpPr>
          <p:cNvPr id="27" name="wm.whiteboard.36.72"/>
          <p:cNvSpPr/>
          <p:nvPr/>
        </p:nvSpPr>
        <p:spPr>
          <a:xfrm>
            <a:off x="723900" y="1143000"/>
            <a:ext cx="38100" cy="38100"/>
          </a:xfrm>
          <a:prstGeom prst="rect">
            <a:avLst/>
          </a:prstGeom>
          <a:solidFill>
            <a:srgbClr val="CED7E6">
              <a:alpha val="79547"/>
            </a:srgbClr>
          </a:solidFill>
          <a:ln>
            <a:noFill/>
          </a:ln>
        </p:spPr>
      </p:sp>
      <p:sp>
        <p:nvSpPr>
          <p:cNvPr id="28" name="wm.whiteboard.36.90"/>
          <p:cNvSpPr/>
          <p:nvPr/>
        </p:nvSpPr>
        <p:spPr>
          <a:xfrm>
            <a:off x="723900" y="1371600"/>
            <a:ext cx="38100" cy="38100"/>
          </a:xfrm>
          <a:prstGeom prst="rect">
            <a:avLst/>
          </a:prstGeom>
          <a:solidFill>
            <a:srgbClr val="CED7E6">
              <a:alpha val="63833"/>
            </a:srgbClr>
          </a:solidFill>
          <a:ln>
            <a:noFill/>
          </a:ln>
        </p:spPr>
      </p:sp>
      <p:sp>
        <p:nvSpPr>
          <p:cNvPr id="29" name="wm.whiteboard.36.108"/>
          <p:cNvSpPr/>
          <p:nvPr/>
        </p:nvSpPr>
        <p:spPr>
          <a:xfrm>
            <a:off x="723900" y="1600200"/>
            <a:ext cx="38100" cy="38100"/>
          </a:xfrm>
          <a:prstGeom prst="rect">
            <a:avLst/>
          </a:prstGeom>
          <a:solidFill>
            <a:srgbClr val="CED7E6">
              <a:alpha val="47790"/>
            </a:srgbClr>
          </a:solidFill>
          <a:ln>
            <a:noFill/>
          </a:ln>
        </p:spPr>
      </p:sp>
      <p:sp>
        <p:nvSpPr>
          <p:cNvPr id="30" name="wm.whiteboard.36.126"/>
          <p:cNvSpPr/>
          <p:nvPr/>
        </p:nvSpPr>
        <p:spPr>
          <a:xfrm>
            <a:off x="723900" y="1828800"/>
            <a:ext cx="38100" cy="38100"/>
          </a:xfrm>
          <a:prstGeom prst="rect">
            <a:avLst/>
          </a:prstGeom>
          <a:solidFill>
            <a:srgbClr val="CED7E6">
              <a:alpha val="31549"/>
            </a:srgbClr>
          </a:solidFill>
          <a:ln>
            <a:noFill/>
          </a:ln>
        </p:spPr>
      </p:sp>
      <p:sp>
        <p:nvSpPr>
          <p:cNvPr id="31" name="wm.whiteboard.36.144"/>
          <p:cNvSpPr/>
          <p:nvPr/>
        </p:nvSpPr>
        <p:spPr>
          <a:xfrm>
            <a:off x="723900" y="2057400"/>
            <a:ext cx="38100" cy="38100"/>
          </a:xfrm>
          <a:prstGeom prst="rect">
            <a:avLst/>
          </a:prstGeom>
          <a:solidFill>
            <a:srgbClr val="CED7E6">
              <a:alpha val="15179"/>
            </a:srgbClr>
          </a:solidFill>
          <a:ln>
            <a:noFill/>
          </a:ln>
        </p:spPr>
      </p:sp>
      <p:sp>
        <p:nvSpPr>
          <p:cNvPr id="32" name="wm.whiteboard.54.0"/>
          <p:cNvSpPr/>
          <p:nvPr/>
        </p:nvSpPr>
        <p:spPr>
          <a:xfrm>
            <a:off x="952500" y="228600"/>
            <a:ext cx="38100" cy="38100"/>
          </a:xfrm>
          <a:prstGeom prst="rect">
            <a:avLst/>
          </a:prstGeom>
          <a:solidFill>
            <a:srgbClr val="CED7E6"/>
          </a:solidFill>
          <a:ln>
            <a:noFill/>
          </a:ln>
        </p:spPr>
      </p:sp>
      <p:sp>
        <p:nvSpPr>
          <p:cNvPr id="33" name="wm.whiteboard.54.18"/>
          <p:cNvSpPr/>
          <p:nvPr/>
        </p:nvSpPr>
        <p:spPr>
          <a:xfrm>
            <a:off x="952500" y="457200"/>
            <a:ext cx="38100" cy="38100"/>
          </a:xfrm>
          <a:prstGeom prst="rect">
            <a:avLst/>
          </a:prstGeom>
          <a:solidFill>
            <a:srgbClr val="CED7E6"/>
          </a:solidFill>
          <a:ln>
            <a:noFill/>
          </a:ln>
        </p:spPr>
      </p:sp>
      <p:sp>
        <p:nvSpPr>
          <p:cNvPr id="34" name="wm.whiteboard.54.36"/>
          <p:cNvSpPr/>
          <p:nvPr/>
        </p:nvSpPr>
        <p:spPr>
          <a:xfrm>
            <a:off x="952500" y="685800"/>
            <a:ext cx="38100" cy="38100"/>
          </a:xfrm>
          <a:prstGeom prst="rect">
            <a:avLst/>
          </a:prstGeom>
          <a:solidFill>
            <a:srgbClr val="CED7E6">
              <a:alpha val="98827"/>
            </a:srgbClr>
          </a:solidFill>
          <a:ln>
            <a:noFill/>
          </a:ln>
        </p:spPr>
      </p:sp>
      <p:sp>
        <p:nvSpPr>
          <p:cNvPr id="35" name="wm.whiteboard.54.54"/>
          <p:cNvSpPr/>
          <p:nvPr/>
        </p:nvSpPr>
        <p:spPr>
          <a:xfrm>
            <a:off x="952500" y="914400"/>
            <a:ext cx="38100" cy="38100"/>
          </a:xfrm>
          <a:prstGeom prst="rect">
            <a:avLst/>
          </a:prstGeom>
          <a:solidFill>
            <a:srgbClr val="CED7E6">
              <a:alpha val="86895"/>
            </a:srgbClr>
          </a:solidFill>
          <a:ln>
            <a:noFill/>
          </a:ln>
        </p:spPr>
      </p:sp>
      <p:sp>
        <p:nvSpPr>
          <p:cNvPr id="36" name="wm.whiteboard.54.72"/>
          <p:cNvSpPr/>
          <p:nvPr/>
        </p:nvSpPr>
        <p:spPr>
          <a:xfrm>
            <a:off x="952500" y="1143000"/>
            <a:ext cx="38100" cy="38100"/>
          </a:xfrm>
          <a:prstGeom prst="rect">
            <a:avLst/>
          </a:prstGeom>
          <a:solidFill>
            <a:srgbClr val="CED7E6">
              <a:alpha val="73217"/>
            </a:srgbClr>
          </a:solidFill>
          <a:ln>
            <a:noFill/>
          </a:ln>
        </p:spPr>
      </p:sp>
      <p:sp>
        <p:nvSpPr>
          <p:cNvPr id="37" name="wm.whiteboard.54.90"/>
          <p:cNvSpPr/>
          <p:nvPr/>
        </p:nvSpPr>
        <p:spPr>
          <a:xfrm>
            <a:off x="952500" y="1371600"/>
            <a:ext cx="38100" cy="38100"/>
          </a:xfrm>
          <a:prstGeom prst="rect">
            <a:avLst/>
          </a:prstGeom>
          <a:solidFill>
            <a:srgbClr val="CED7E6">
              <a:alpha val="58541"/>
            </a:srgbClr>
          </a:solidFill>
          <a:ln>
            <a:noFill/>
          </a:ln>
        </p:spPr>
      </p:sp>
      <p:sp>
        <p:nvSpPr>
          <p:cNvPr id="38" name="wm.whiteboard.54.108"/>
          <p:cNvSpPr/>
          <p:nvPr/>
        </p:nvSpPr>
        <p:spPr>
          <a:xfrm>
            <a:off x="952500" y="1600200"/>
            <a:ext cx="38100" cy="38100"/>
          </a:xfrm>
          <a:prstGeom prst="rect">
            <a:avLst/>
          </a:prstGeom>
          <a:solidFill>
            <a:srgbClr val="CED7E6">
              <a:alpha val="43263"/>
            </a:srgbClr>
          </a:solidFill>
          <a:ln>
            <a:noFill/>
          </a:ln>
        </p:spPr>
      </p:sp>
      <p:sp>
        <p:nvSpPr>
          <p:cNvPr id="39" name="wm.whiteboard.54.126"/>
          <p:cNvSpPr/>
          <p:nvPr/>
        </p:nvSpPr>
        <p:spPr>
          <a:xfrm>
            <a:off x="952500" y="1828800"/>
            <a:ext cx="38100" cy="38100"/>
          </a:xfrm>
          <a:prstGeom prst="rect">
            <a:avLst/>
          </a:prstGeom>
          <a:solidFill>
            <a:srgbClr val="CED7E6">
              <a:alpha val="27603"/>
            </a:srgbClr>
          </a:solidFill>
          <a:ln>
            <a:noFill/>
          </a:ln>
        </p:spPr>
      </p:sp>
      <p:sp>
        <p:nvSpPr>
          <p:cNvPr id="40" name="wm.whiteboard.54.144"/>
          <p:cNvSpPr/>
          <p:nvPr/>
        </p:nvSpPr>
        <p:spPr>
          <a:xfrm>
            <a:off x="952500" y="2057400"/>
            <a:ext cx="38100" cy="38100"/>
          </a:xfrm>
          <a:prstGeom prst="rect">
            <a:avLst/>
          </a:prstGeom>
          <a:solidFill>
            <a:srgbClr val="CED7E6">
              <a:alpha val="11687"/>
            </a:srgbClr>
          </a:solidFill>
          <a:ln>
            <a:noFill/>
          </a:ln>
        </p:spPr>
      </p:sp>
      <p:sp>
        <p:nvSpPr>
          <p:cNvPr id="41" name="wm.whiteboard.72.0"/>
          <p:cNvSpPr/>
          <p:nvPr/>
        </p:nvSpPr>
        <p:spPr>
          <a:xfrm>
            <a:off x="1181100" y="228600"/>
            <a:ext cx="38100" cy="38100"/>
          </a:xfrm>
          <a:prstGeom prst="rect">
            <a:avLst/>
          </a:prstGeom>
          <a:solidFill>
            <a:srgbClr val="CED7E6">
              <a:alpha val="97572"/>
            </a:srgbClr>
          </a:solidFill>
          <a:ln>
            <a:noFill/>
          </a:ln>
        </p:spPr>
      </p:sp>
      <p:sp>
        <p:nvSpPr>
          <p:cNvPr id="42" name="wm.whiteboard.72.18"/>
          <p:cNvSpPr/>
          <p:nvPr/>
        </p:nvSpPr>
        <p:spPr>
          <a:xfrm>
            <a:off x="1181100" y="457200"/>
            <a:ext cx="38100" cy="38100"/>
          </a:xfrm>
          <a:prstGeom prst="rect">
            <a:avLst/>
          </a:prstGeom>
          <a:solidFill>
            <a:srgbClr val="CED7E6">
              <a:alpha val="94724"/>
            </a:srgbClr>
          </a:solidFill>
          <a:ln>
            <a:noFill/>
          </a:ln>
        </p:spPr>
      </p:sp>
      <p:sp>
        <p:nvSpPr>
          <p:cNvPr id="43" name="wm.whiteboard.72.36"/>
          <p:cNvSpPr/>
          <p:nvPr/>
        </p:nvSpPr>
        <p:spPr>
          <a:xfrm>
            <a:off x="1181100" y="685800"/>
            <a:ext cx="38100" cy="38100"/>
          </a:xfrm>
          <a:prstGeom prst="rect">
            <a:avLst/>
          </a:prstGeom>
          <a:solidFill>
            <a:srgbClr val="CED7E6">
              <a:alpha val="87609"/>
            </a:srgbClr>
          </a:solidFill>
          <a:ln>
            <a:noFill/>
          </a:ln>
        </p:spPr>
      </p:sp>
      <p:sp>
        <p:nvSpPr>
          <p:cNvPr id="44" name="wm.whiteboard.72.54"/>
          <p:cNvSpPr/>
          <p:nvPr/>
        </p:nvSpPr>
        <p:spPr>
          <a:xfrm>
            <a:off x="1181100" y="914400"/>
            <a:ext cx="38100" cy="38100"/>
          </a:xfrm>
          <a:prstGeom prst="rect">
            <a:avLst/>
          </a:prstGeom>
          <a:solidFill>
            <a:srgbClr val="CED7E6">
              <a:alpha val="77408"/>
            </a:srgbClr>
          </a:solidFill>
          <a:ln>
            <a:noFill/>
          </a:ln>
        </p:spPr>
      </p:sp>
      <p:sp>
        <p:nvSpPr>
          <p:cNvPr id="45" name="wm.whiteboard.72.72"/>
          <p:cNvSpPr/>
          <p:nvPr/>
        </p:nvSpPr>
        <p:spPr>
          <a:xfrm>
            <a:off x="1181100" y="1143000"/>
            <a:ext cx="38100" cy="38100"/>
          </a:xfrm>
          <a:prstGeom prst="rect">
            <a:avLst/>
          </a:prstGeom>
          <a:solidFill>
            <a:srgbClr val="CED7E6">
              <a:alpha val="65181"/>
            </a:srgbClr>
          </a:solidFill>
          <a:ln>
            <a:noFill/>
          </a:ln>
        </p:spPr>
      </p:sp>
      <p:sp>
        <p:nvSpPr>
          <p:cNvPr id="46" name="wm.whiteboard.72.90"/>
          <p:cNvSpPr/>
          <p:nvPr/>
        </p:nvSpPr>
        <p:spPr>
          <a:xfrm>
            <a:off x="1181100" y="1371600"/>
            <a:ext cx="38100" cy="38100"/>
          </a:xfrm>
          <a:prstGeom prst="rect">
            <a:avLst/>
          </a:prstGeom>
          <a:solidFill>
            <a:srgbClr val="CED7E6">
              <a:alpha val="51653"/>
            </a:srgbClr>
          </a:solidFill>
          <a:ln>
            <a:noFill/>
          </a:ln>
        </p:spPr>
      </p:sp>
      <p:sp>
        <p:nvSpPr>
          <p:cNvPr id="47" name="wm.whiteboard.72.108"/>
          <p:cNvSpPr/>
          <p:nvPr/>
        </p:nvSpPr>
        <p:spPr>
          <a:xfrm>
            <a:off x="1181100" y="1600200"/>
            <a:ext cx="38100" cy="38100"/>
          </a:xfrm>
          <a:prstGeom prst="rect">
            <a:avLst/>
          </a:prstGeom>
          <a:solidFill>
            <a:srgbClr val="CED7E6">
              <a:alpha val="37275"/>
            </a:srgbClr>
          </a:solidFill>
          <a:ln>
            <a:noFill/>
          </a:ln>
        </p:spPr>
      </p:sp>
      <p:sp>
        <p:nvSpPr>
          <p:cNvPr id="48" name="wm.whiteboard.72.126"/>
          <p:cNvSpPr/>
          <p:nvPr/>
        </p:nvSpPr>
        <p:spPr>
          <a:xfrm>
            <a:off x="1181100" y="1828800"/>
            <a:ext cx="38100" cy="38100"/>
          </a:xfrm>
          <a:prstGeom prst="rect">
            <a:avLst/>
          </a:prstGeom>
          <a:solidFill>
            <a:srgbClr val="CED7E6">
              <a:alpha val="22326"/>
            </a:srgbClr>
          </a:solidFill>
          <a:ln>
            <a:noFill/>
          </a:ln>
        </p:spPr>
      </p:sp>
      <p:sp>
        <p:nvSpPr>
          <p:cNvPr id="49" name="wm.whiteboard.72.144"/>
          <p:cNvSpPr/>
          <p:nvPr/>
        </p:nvSpPr>
        <p:spPr>
          <a:xfrm>
            <a:off x="1181100" y="2057400"/>
            <a:ext cx="38100" cy="38100"/>
          </a:xfrm>
          <a:prstGeom prst="rect">
            <a:avLst/>
          </a:prstGeom>
          <a:solidFill>
            <a:srgbClr val="CED7E6">
              <a:alpha val="6980"/>
            </a:srgbClr>
          </a:solidFill>
          <a:ln>
            <a:noFill/>
          </a:ln>
        </p:spPr>
      </p:sp>
      <p:sp>
        <p:nvSpPr>
          <p:cNvPr id="50" name="wm.whiteboard.90.0"/>
          <p:cNvSpPr/>
          <p:nvPr/>
        </p:nvSpPr>
        <p:spPr>
          <a:xfrm>
            <a:off x="1409700" y="228600"/>
            <a:ext cx="38100" cy="38100"/>
          </a:xfrm>
          <a:prstGeom prst="rect">
            <a:avLst/>
          </a:prstGeom>
          <a:solidFill>
            <a:srgbClr val="CED7E6">
              <a:alpha val="83798"/>
            </a:srgbClr>
          </a:solidFill>
          <a:ln>
            <a:noFill/>
          </a:ln>
        </p:spPr>
      </p:sp>
      <p:sp>
        <p:nvSpPr>
          <p:cNvPr id="51" name="wm.whiteboard.90.18"/>
          <p:cNvSpPr/>
          <p:nvPr/>
        </p:nvSpPr>
        <p:spPr>
          <a:xfrm>
            <a:off x="1409700" y="457200"/>
            <a:ext cx="38100" cy="38100"/>
          </a:xfrm>
          <a:prstGeom prst="rect">
            <a:avLst/>
          </a:prstGeom>
          <a:solidFill>
            <a:srgbClr val="CED7E6">
              <a:alpha val="81490"/>
            </a:srgbClr>
          </a:solidFill>
          <a:ln>
            <a:noFill/>
          </a:ln>
        </p:spPr>
      </p:sp>
      <p:sp>
        <p:nvSpPr>
          <p:cNvPr id="52" name="wm.whiteboard.90.36"/>
          <p:cNvSpPr/>
          <p:nvPr/>
        </p:nvSpPr>
        <p:spPr>
          <a:xfrm>
            <a:off x="1409700" y="685800"/>
            <a:ext cx="38100" cy="38100"/>
          </a:xfrm>
          <a:prstGeom prst="rect">
            <a:avLst/>
          </a:prstGeom>
          <a:solidFill>
            <a:srgbClr val="CED7E6">
              <a:alpha val="75569"/>
            </a:srgbClr>
          </a:solidFill>
          <a:ln>
            <a:noFill/>
          </a:ln>
        </p:spPr>
      </p:sp>
      <p:sp>
        <p:nvSpPr>
          <p:cNvPr id="53" name="wm.whiteboard.90.54"/>
          <p:cNvSpPr/>
          <p:nvPr/>
        </p:nvSpPr>
        <p:spPr>
          <a:xfrm>
            <a:off x="1409700" y="914400"/>
            <a:ext cx="38100" cy="38100"/>
          </a:xfrm>
          <a:prstGeom prst="rect">
            <a:avLst/>
          </a:prstGeom>
          <a:solidFill>
            <a:srgbClr val="CED7E6">
              <a:alpha val="66767"/>
            </a:srgbClr>
          </a:solidFill>
          <a:ln>
            <a:noFill/>
          </a:ln>
        </p:spPr>
      </p:sp>
      <p:sp>
        <p:nvSpPr>
          <p:cNvPr id="54" name="wm.whiteboard.90.72"/>
          <p:cNvSpPr/>
          <p:nvPr/>
        </p:nvSpPr>
        <p:spPr>
          <a:xfrm>
            <a:off x="1409700" y="1143000"/>
            <a:ext cx="38100" cy="38100"/>
          </a:xfrm>
          <a:prstGeom prst="rect">
            <a:avLst/>
          </a:prstGeom>
          <a:solidFill>
            <a:srgbClr val="CED7E6">
              <a:alpha val="55859"/>
            </a:srgbClr>
          </a:solidFill>
          <a:ln>
            <a:noFill/>
          </a:ln>
        </p:spPr>
      </p:sp>
      <p:sp>
        <p:nvSpPr>
          <p:cNvPr id="55" name="wm.whiteboard.90.90"/>
          <p:cNvSpPr/>
          <p:nvPr/>
        </p:nvSpPr>
        <p:spPr>
          <a:xfrm>
            <a:off x="1409700" y="1371600"/>
            <a:ext cx="38100" cy="38100"/>
          </a:xfrm>
          <a:prstGeom prst="rect">
            <a:avLst/>
          </a:prstGeom>
          <a:solidFill>
            <a:srgbClr val="CED7E6">
              <a:alpha val="43468"/>
            </a:srgbClr>
          </a:solidFill>
          <a:ln>
            <a:noFill/>
          </a:ln>
        </p:spPr>
      </p:sp>
      <p:sp>
        <p:nvSpPr>
          <p:cNvPr id="56" name="wm.whiteboard.90.108"/>
          <p:cNvSpPr/>
          <p:nvPr/>
        </p:nvSpPr>
        <p:spPr>
          <a:xfrm>
            <a:off x="1409700" y="1600200"/>
            <a:ext cx="38100" cy="38100"/>
          </a:xfrm>
          <a:prstGeom prst="rect">
            <a:avLst/>
          </a:prstGeom>
          <a:solidFill>
            <a:srgbClr val="CED7E6">
              <a:alpha val="30037"/>
            </a:srgbClr>
          </a:solidFill>
          <a:ln>
            <a:noFill/>
          </a:ln>
        </p:spPr>
      </p:sp>
      <p:sp>
        <p:nvSpPr>
          <p:cNvPr id="57" name="wm.whiteboard.90.126"/>
          <p:cNvSpPr/>
          <p:nvPr/>
        </p:nvSpPr>
        <p:spPr>
          <a:xfrm>
            <a:off x="1409700" y="1828800"/>
            <a:ext cx="38100" cy="38100"/>
          </a:xfrm>
          <a:prstGeom prst="rect">
            <a:avLst/>
          </a:prstGeom>
          <a:solidFill>
            <a:srgbClr val="CED7E6">
              <a:alpha val="15870"/>
            </a:srgbClr>
          </a:solidFill>
          <a:ln>
            <a:noFill/>
          </a:ln>
        </p:spPr>
      </p:sp>
      <p:sp>
        <p:nvSpPr>
          <p:cNvPr id="58" name="wm.whiteboard.90.144"/>
          <p:cNvSpPr/>
          <p:nvPr/>
        </p:nvSpPr>
        <p:spPr>
          <a:xfrm>
            <a:off x="1409700" y="2057400"/>
            <a:ext cx="38100" cy="38100"/>
          </a:xfrm>
          <a:prstGeom prst="rect">
            <a:avLst/>
          </a:prstGeom>
          <a:solidFill>
            <a:srgbClr val="CED7E6">
              <a:alpha val="1171"/>
            </a:srgbClr>
          </a:solidFill>
          <a:ln>
            <a:noFill/>
          </a:ln>
        </p:spPr>
      </p:sp>
      <p:sp>
        <p:nvSpPr>
          <p:cNvPr id="59" name="wm.whiteboard.108.0"/>
          <p:cNvSpPr/>
          <p:nvPr/>
        </p:nvSpPr>
        <p:spPr>
          <a:xfrm>
            <a:off x="1638300" y="228600"/>
            <a:ext cx="38100" cy="38100"/>
          </a:xfrm>
          <a:prstGeom prst="rect">
            <a:avLst/>
          </a:prstGeom>
          <a:solidFill>
            <a:srgbClr val="CED7E6">
              <a:alpha val="70023"/>
            </a:srgbClr>
          </a:solidFill>
          <a:ln>
            <a:noFill/>
          </a:ln>
        </p:spPr>
      </p:sp>
      <p:sp>
        <p:nvSpPr>
          <p:cNvPr id="60" name="wm.whiteboard.108.18"/>
          <p:cNvSpPr/>
          <p:nvPr/>
        </p:nvSpPr>
        <p:spPr>
          <a:xfrm>
            <a:off x="1638300" y="457200"/>
            <a:ext cx="38100" cy="38100"/>
          </a:xfrm>
          <a:prstGeom prst="rect">
            <a:avLst/>
          </a:prstGeom>
          <a:solidFill>
            <a:srgbClr val="CED7E6">
              <a:alpha val="68085"/>
            </a:srgbClr>
          </a:solidFill>
          <a:ln>
            <a:noFill/>
          </a:ln>
        </p:spPr>
      </p:sp>
      <p:sp>
        <p:nvSpPr>
          <p:cNvPr id="61" name="wm.whiteboard.108.36"/>
          <p:cNvSpPr/>
          <p:nvPr/>
        </p:nvSpPr>
        <p:spPr>
          <a:xfrm>
            <a:off x="1638300" y="685800"/>
            <a:ext cx="38100" cy="38100"/>
          </a:xfrm>
          <a:prstGeom prst="rect">
            <a:avLst/>
          </a:prstGeom>
          <a:solidFill>
            <a:srgbClr val="CED7E6">
              <a:alpha val="63033"/>
            </a:srgbClr>
          </a:solidFill>
          <a:ln>
            <a:noFill/>
          </a:ln>
        </p:spPr>
      </p:sp>
      <p:sp>
        <p:nvSpPr>
          <p:cNvPr id="62" name="wm.whiteboard.108.54"/>
          <p:cNvSpPr/>
          <p:nvPr/>
        </p:nvSpPr>
        <p:spPr>
          <a:xfrm>
            <a:off x="1638300" y="914400"/>
            <a:ext cx="38100" cy="38100"/>
          </a:xfrm>
          <a:prstGeom prst="rect">
            <a:avLst/>
          </a:prstGeom>
          <a:solidFill>
            <a:srgbClr val="CED7E6">
              <a:alpha val="55346"/>
            </a:srgbClr>
          </a:solidFill>
          <a:ln>
            <a:noFill/>
          </a:ln>
        </p:spPr>
      </p:sp>
      <p:sp>
        <p:nvSpPr>
          <p:cNvPr id="63" name="wm.whiteboard.108.72"/>
          <p:cNvSpPr/>
          <p:nvPr/>
        </p:nvSpPr>
        <p:spPr>
          <a:xfrm>
            <a:off x="1638300" y="1143000"/>
            <a:ext cx="38100" cy="38100"/>
          </a:xfrm>
          <a:prstGeom prst="rect">
            <a:avLst/>
          </a:prstGeom>
          <a:solidFill>
            <a:srgbClr val="CED7E6">
              <a:alpha val="45583"/>
            </a:srgbClr>
          </a:solidFill>
          <a:ln>
            <a:noFill/>
          </a:ln>
        </p:spPr>
      </p:sp>
      <p:sp>
        <p:nvSpPr>
          <p:cNvPr id="64" name="wm.whiteboard.108.90"/>
          <p:cNvSpPr/>
          <p:nvPr/>
        </p:nvSpPr>
        <p:spPr>
          <a:xfrm>
            <a:off x="1638300" y="1371600"/>
            <a:ext cx="38100" cy="38100"/>
          </a:xfrm>
          <a:prstGeom prst="rect">
            <a:avLst/>
          </a:prstGeom>
          <a:solidFill>
            <a:srgbClr val="CED7E6">
              <a:alpha val="34251"/>
            </a:srgbClr>
          </a:solidFill>
          <a:ln>
            <a:noFill/>
          </a:ln>
        </p:spPr>
      </p:sp>
      <p:sp>
        <p:nvSpPr>
          <p:cNvPr id="65" name="wm.whiteboard.108.108"/>
          <p:cNvSpPr/>
          <p:nvPr/>
        </p:nvSpPr>
        <p:spPr>
          <a:xfrm>
            <a:off x="1638300" y="1600200"/>
            <a:ext cx="38100" cy="38100"/>
          </a:xfrm>
          <a:prstGeom prst="rect">
            <a:avLst/>
          </a:prstGeom>
          <a:solidFill>
            <a:srgbClr val="CED7E6">
              <a:alpha val="21754"/>
            </a:srgbClr>
          </a:solidFill>
          <a:ln>
            <a:noFill/>
          </a:ln>
        </p:spPr>
      </p:sp>
      <p:sp>
        <p:nvSpPr>
          <p:cNvPr id="66" name="wm.whiteboard.108.126"/>
          <p:cNvSpPr/>
          <p:nvPr/>
        </p:nvSpPr>
        <p:spPr>
          <a:xfrm>
            <a:off x="1638300" y="1828800"/>
            <a:ext cx="38100" cy="38100"/>
          </a:xfrm>
          <a:prstGeom prst="rect">
            <a:avLst/>
          </a:prstGeom>
          <a:solidFill>
            <a:srgbClr val="CED7E6">
              <a:alpha val="8391"/>
            </a:srgbClr>
          </a:solidFill>
          <a:ln>
            <a:noFill/>
          </a:ln>
        </p:spPr>
      </p:sp>
      <p:sp>
        <p:nvSpPr>
          <p:cNvPr id="67" name="wm.whiteboard.126.0"/>
          <p:cNvSpPr/>
          <p:nvPr/>
        </p:nvSpPr>
        <p:spPr>
          <a:xfrm>
            <a:off x="1866900" y="228600"/>
            <a:ext cx="38100" cy="38100"/>
          </a:xfrm>
          <a:prstGeom prst="rect">
            <a:avLst/>
          </a:prstGeom>
          <a:solidFill>
            <a:srgbClr val="CED7E6">
              <a:alpha val="56247"/>
            </a:srgbClr>
          </a:solidFill>
          <a:ln>
            <a:noFill/>
          </a:ln>
        </p:spPr>
      </p:sp>
      <p:sp>
        <p:nvSpPr>
          <p:cNvPr id="68" name="wm.whiteboard.126.18"/>
          <p:cNvSpPr/>
          <p:nvPr/>
        </p:nvSpPr>
        <p:spPr>
          <a:xfrm>
            <a:off x="1866900" y="457200"/>
            <a:ext cx="38100" cy="38100"/>
          </a:xfrm>
          <a:prstGeom prst="rect">
            <a:avLst/>
          </a:prstGeom>
          <a:solidFill>
            <a:srgbClr val="CED7E6">
              <a:alpha val="54578"/>
            </a:srgbClr>
          </a:solidFill>
          <a:ln>
            <a:noFill/>
          </a:ln>
        </p:spPr>
      </p:sp>
      <p:sp>
        <p:nvSpPr>
          <p:cNvPr id="69" name="wm.whiteboard.126.36"/>
          <p:cNvSpPr/>
          <p:nvPr/>
        </p:nvSpPr>
        <p:spPr>
          <a:xfrm>
            <a:off x="1866900" y="685800"/>
            <a:ext cx="38100" cy="38100"/>
          </a:xfrm>
          <a:prstGeom prst="rect">
            <a:avLst/>
          </a:prstGeom>
          <a:solidFill>
            <a:srgbClr val="CED7E6">
              <a:alpha val="50182"/>
            </a:srgbClr>
          </a:solidFill>
          <a:ln>
            <a:noFill/>
          </a:ln>
        </p:spPr>
      </p:sp>
      <p:sp>
        <p:nvSpPr>
          <p:cNvPr id="70" name="wm.whiteboard.126.54"/>
          <p:cNvSpPr/>
          <p:nvPr/>
        </p:nvSpPr>
        <p:spPr>
          <a:xfrm>
            <a:off x="1866900" y="914400"/>
            <a:ext cx="38100" cy="38100"/>
          </a:xfrm>
          <a:prstGeom prst="rect">
            <a:avLst/>
          </a:prstGeom>
          <a:solidFill>
            <a:srgbClr val="CED7E6">
              <a:alpha val="43386"/>
            </a:srgbClr>
          </a:solidFill>
          <a:ln>
            <a:noFill/>
          </a:ln>
        </p:spPr>
      </p:sp>
      <p:sp>
        <p:nvSpPr>
          <p:cNvPr id="71" name="wm.whiteboard.126.72"/>
          <p:cNvSpPr/>
          <p:nvPr/>
        </p:nvSpPr>
        <p:spPr>
          <a:xfrm>
            <a:off x="1866900" y="1143000"/>
            <a:ext cx="38100" cy="38100"/>
          </a:xfrm>
          <a:prstGeom prst="rect">
            <a:avLst/>
          </a:prstGeom>
          <a:solidFill>
            <a:srgbClr val="CED7E6">
              <a:alpha val="34598"/>
            </a:srgbClr>
          </a:solidFill>
          <a:ln>
            <a:noFill/>
          </a:ln>
        </p:spPr>
      </p:sp>
      <p:sp>
        <p:nvSpPr>
          <p:cNvPr id="72" name="wm.whiteboard.126.90"/>
          <p:cNvSpPr/>
          <p:nvPr/>
        </p:nvSpPr>
        <p:spPr>
          <a:xfrm>
            <a:off x="1866900" y="1371600"/>
            <a:ext cx="38100" cy="38100"/>
          </a:xfrm>
          <a:prstGeom prst="rect">
            <a:avLst/>
          </a:prstGeom>
          <a:solidFill>
            <a:srgbClr val="CED7E6">
              <a:alpha val="24223"/>
            </a:srgbClr>
          </a:solidFill>
          <a:ln>
            <a:noFill/>
          </a:ln>
        </p:spPr>
      </p:sp>
      <p:sp>
        <p:nvSpPr>
          <p:cNvPr id="73" name="wm.whiteboard.126.108"/>
          <p:cNvSpPr/>
          <p:nvPr/>
        </p:nvSpPr>
        <p:spPr>
          <a:xfrm>
            <a:off x="1866900" y="1600200"/>
            <a:ext cx="38100" cy="38100"/>
          </a:xfrm>
          <a:prstGeom prst="rect">
            <a:avLst/>
          </a:prstGeom>
          <a:solidFill>
            <a:srgbClr val="CED7E6">
              <a:alpha val="12610"/>
            </a:srgbClr>
          </a:solidFill>
          <a:ln>
            <a:noFill/>
          </a:ln>
        </p:spPr>
      </p:sp>
      <p:sp>
        <p:nvSpPr>
          <p:cNvPr id="74" name="wm.whiteboard.126.126"/>
          <p:cNvSpPr/>
          <p:nvPr/>
        </p:nvSpPr>
        <p:spPr>
          <a:xfrm>
            <a:off x="1866900" y="1828800"/>
            <a:ext cx="38100" cy="38100"/>
          </a:xfrm>
          <a:prstGeom prst="rect">
            <a:avLst/>
          </a:prstGeom>
          <a:solidFill>
            <a:srgbClr val="CED7E6">
              <a:alpha val="40"/>
            </a:srgbClr>
          </a:solidFill>
          <a:ln>
            <a:noFill/>
          </a:ln>
        </p:spPr>
      </p:sp>
      <p:sp>
        <p:nvSpPr>
          <p:cNvPr id="75" name="wm.whiteboard.144.0"/>
          <p:cNvSpPr/>
          <p:nvPr/>
        </p:nvSpPr>
        <p:spPr>
          <a:xfrm>
            <a:off x="2095500" y="228600"/>
            <a:ext cx="38100" cy="38100"/>
          </a:xfrm>
          <a:prstGeom prst="rect">
            <a:avLst/>
          </a:prstGeom>
          <a:solidFill>
            <a:srgbClr val="CED7E6">
              <a:alpha val="42471"/>
            </a:srgbClr>
          </a:solidFill>
          <a:ln>
            <a:noFill/>
          </a:ln>
        </p:spPr>
      </p:sp>
      <p:sp>
        <p:nvSpPr>
          <p:cNvPr id="76" name="wm.whiteboard.144.18"/>
          <p:cNvSpPr/>
          <p:nvPr/>
        </p:nvSpPr>
        <p:spPr>
          <a:xfrm>
            <a:off x="2095500" y="457200"/>
            <a:ext cx="38100" cy="38100"/>
          </a:xfrm>
          <a:prstGeom prst="rect">
            <a:avLst/>
          </a:prstGeom>
          <a:solidFill>
            <a:srgbClr val="CED7E6">
              <a:alpha val="41005"/>
            </a:srgbClr>
          </a:solidFill>
          <a:ln>
            <a:noFill/>
          </a:ln>
        </p:spPr>
      </p:sp>
      <p:sp>
        <p:nvSpPr>
          <p:cNvPr id="77" name="wm.whiteboard.144.36"/>
          <p:cNvSpPr/>
          <p:nvPr/>
        </p:nvSpPr>
        <p:spPr>
          <a:xfrm>
            <a:off x="2095500" y="685800"/>
            <a:ext cx="38100" cy="38100"/>
          </a:xfrm>
          <a:prstGeom prst="rect">
            <a:avLst/>
          </a:prstGeom>
          <a:solidFill>
            <a:srgbClr val="CED7E6">
              <a:alpha val="37120"/>
            </a:srgbClr>
          </a:solidFill>
          <a:ln>
            <a:noFill/>
          </a:ln>
        </p:spPr>
      </p:sp>
      <p:sp>
        <p:nvSpPr>
          <p:cNvPr id="78" name="wm.whiteboard.144.54"/>
          <p:cNvSpPr/>
          <p:nvPr/>
        </p:nvSpPr>
        <p:spPr>
          <a:xfrm>
            <a:off x="2095500" y="914400"/>
            <a:ext cx="38100" cy="38100"/>
          </a:xfrm>
          <a:prstGeom prst="rect">
            <a:avLst/>
          </a:prstGeom>
          <a:solidFill>
            <a:srgbClr val="CED7E6">
              <a:alpha val="31044"/>
            </a:srgbClr>
          </a:solidFill>
          <a:ln>
            <a:noFill/>
          </a:ln>
        </p:spPr>
      </p:sp>
      <p:sp>
        <p:nvSpPr>
          <p:cNvPr id="79" name="wm.whiteboard.144.72"/>
          <p:cNvSpPr/>
          <p:nvPr/>
        </p:nvSpPr>
        <p:spPr>
          <a:xfrm>
            <a:off x="2095500" y="1143000"/>
            <a:ext cx="38100" cy="38100"/>
          </a:xfrm>
          <a:prstGeom prst="rect">
            <a:avLst/>
          </a:prstGeom>
          <a:solidFill>
            <a:srgbClr val="CED7E6">
              <a:alpha val="23083"/>
            </a:srgbClr>
          </a:solidFill>
          <a:ln>
            <a:noFill/>
          </a:ln>
        </p:spPr>
      </p:sp>
      <p:sp>
        <p:nvSpPr>
          <p:cNvPr id="80" name="wm.whiteboard.144.90"/>
          <p:cNvSpPr/>
          <p:nvPr/>
        </p:nvSpPr>
        <p:spPr>
          <a:xfrm>
            <a:off x="2095500" y="1371600"/>
            <a:ext cx="38100" cy="38100"/>
          </a:xfrm>
          <a:prstGeom prst="rect">
            <a:avLst/>
          </a:prstGeom>
          <a:solidFill>
            <a:srgbClr val="CED7E6">
              <a:alpha val="13557"/>
            </a:srgbClr>
          </a:solidFill>
          <a:ln>
            <a:noFill/>
          </a:ln>
        </p:spPr>
      </p:sp>
      <p:sp>
        <p:nvSpPr>
          <p:cNvPr id="81" name="wm.whiteboard.144.108"/>
          <p:cNvSpPr/>
          <p:nvPr/>
        </p:nvSpPr>
        <p:spPr>
          <a:xfrm>
            <a:off x="2095500" y="1600200"/>
            <a:ext cx="38100" cy="38100"/>
          </a:xfrm>
          <a:prstGeom prst="rect">
            <a:avLst/>
          </a:prstGeom>
          <a:solidFill>
            <a:srgbClr val="CED7E6">
              <a:alpha val="2762"/>
            </a:srgbClr>
          </a:solidFill>
          <a:ln>
            <a:noFill/>
          </a:ln>
        </p:spPr>
      </p:sp>
      <p:sp>
        <p:nvSpPr>
          <p:cNvPr id="82" name="wm.whiteboard.162.0"/>
          <p:cNvSpPr/>
          <p:nvPr/>
        </p:nvSpPr>
        <p:spPr>
          <a:xfrm>
            <a:off x="2324100" y="228600"/>
            <a:ext cx="38100" cy="38100"/>
          </a:xfrm>
          <a:prstGeom prst="rect">
            <a:avLst/>
          </a:prstGeom>
          <a:solidFill>
            <a:srgbClr val="CED7E6">
              <a:alpha val="28695"/>
            </a:srgbClr>
          </a:solidFill>
          <a:ln>
            <a:noFill/>
          </a:ln>
        </p:spPr>
      </p:sp>
      <p:sp>
        <p:nvSpPr>
          <p:cNvPr id="83" name="wm.whiteboard.162.18"/>
          <p:cNvSpPr/>
          <p:nvPr/>
        </p:nvSpPr>
        <p:spPr>
          <a:xfrm>
            <a:off x="2324100" y="457200"/>
            <a:ext cx="38100" cy="38100"/>
          </a:xfrm>
          <a:prstGeom prst="rect">
            <a:avLst/>
          </a:prstGeom>
          <a:solidFill>
            <a:srgbClr val="CED7E6">
              <a:alpha val="27389"/>
            </a:srgbClr>
          </a:solidFill>
          <a:ln>
            <a:noFill/>
          </a:ln>
        </p:spPr>
      </p:sp>
      <p:sp>
        <p:nvSpPr>
          <p:cNvPr id="84" name="wm.whiteboard.162.36"/>
          <p:cNvSpPr/>
          <p:nvPr/>
        </p:nvSpPr>
        <p:spPr>
          <a:xfrm>
            <a:off x="2324100" y="685800"/>
            <a:ext cx="38100" cy="38100"/>
          </a:xfrm>
          <a:prstGeom prst="rect">
            <a:avLst/>
          </a:prstGeom>
          <a:solidFill>
            <a:srgbClr val="CED7E6">
              <a:alpha val="23910"/>
            </a:srgbClr>
          </a:solidFill>
          <a:ln>
            <a:noFill/>
          </a:ln>
        </p:spPr>
      </p:sp>
      <p:sp>
        <p:nvSpPr>
          <p:cNvPr id="85" name="wm.whiteboard.162.54"/>
          <p:cNvSpPr/>
          <p:nvPr/>
        </p:nvSpPr>
        <p:spPr>
          <a:xfrm>
            <a:off x="2324100" y="914400"/>
            <a:ext cx="38100" cy="38100"/>
          </a:xfrm>
          <a:prstGeom prst="rect">
            <a:avLst/>
          </a:prstGeom>
          <a:solidFill>
            <a:srgbClr val="CED7E6">
              <a:alpha val="18425"/>
            </a:srgbClr>
          </a:solidFill>
          <a:ln>
            <a:noFill/>
          </a:ln>
        </p:spPr>
      </p:sp>
      <p:sp>
        <p:nvSpPr>
          <p:cNvPr id="86" name="wm.whiteboard.162.72"/>
          <p:cNvSpPr/>
          <p:nvPr/>
        </p:nvSpPr>
        <p:spPr>
          <a:xfrm>
            <a:off x="2324100" y="1143000"/>
            <a:ext cx="38100" cy="38100"/>
          </a:xfrm>
          <a:prstGeom prst="rect">
            <a:avLst/>
          </a:prstGeom>
          <a:solidFill>
            <a:srgbClr val="CED7E6">
              <a:alpha val="11167"/>
            </a:srgbClr>
          </a:solidFill>
          <a:ln>
            <a:noFill/>
          </a:ln>
        </p:spPr>
      </p:sp>
      <p:sp>
        <p:nvSpPr>
          <p:cNvPr id="87" name="wm.whiteboard.162.90"/>
          <p:cNvSpPr/>
          <p:nvPr/>
        </p:nvSpPr>
        <p:spPr>
          <a:xfrm>
            <a:off x="2324100" y="1371600"/>
            <a:ext cx="38100" cy="38100"/>
          </a:xfrm>
          <a:prstGeom prst="rect">
            <a:avLst/>
          </a:prstGeom>
          <a:solidFill>
            <a:srgbClr val="CED7E6">
              <a:alpha val="2388"/>
            </a:srgbClr>
          </a:solidFill>
          <a:ln>
            <a:noFill/>
          </a:ln>
        </p:spPr>
      </p:sp>
      <p:sp>
        <p:nvSpPr>
          <p:cNvPr id="88" name="wm.whiteboard.180.0"/>
          <p:cNvSpPr/>
          <p:nvPr/>
        </p:nvSpPr>
        <p:spPr>
          <a:xfrm>
            <a:off x="2552700" y="228600"/>
            <a:ext cx="38100" cy="38100"/>
          </a:xfrm>
          <a:prstGeom prst="rect">
            <a:avLst/>
          </a:prstGeom>
          <a:solidFill>
            <a:srgbClr val="CED7E6">
              <a:alpha val="14918"/>
            </a:srgbClr>
          </a:solidFill>
          <a:ln>
            <a:noFill/>
          </a:ln>
        </p:spPr>
      </p:sp>
      <p:sp>
        <p:nvSpPr>
          <p:cNvPr id="89" name="wm.whiteboard.180.18"/>
          <p:cNvSpPr/>
          <p:nvPr/>
        </p:nvSpPr>
        <p:spPr>
          <a:xfrm>
            <a:off x="2552700" y="457200"/>
            <a:ext cx="38100" cy="38100"/>
          </a:xfrm>
          <a:prstGeom prst="rect">
            <a:avLst/>
          </a:prstGeom>
          <a:solidFill>
            <a:srgbClr val="CED7E6">
              <a:alpha val="13741"/>
            </a:srgbClr>
          </a:solidFill>
          <a:ln>
            <a:noFill/>
          </a:ln>
        </p:spPr>
      </p:sp>
      <p:sp>
        <p:nvSpPr>
          <p:cNvPr id="90" name="wm.whiteboard.180.36"/>
          <p:cNvSpPr/>
          <p:nvPr/>
        </p:nvSpPr>
        <p:spPr>
          <a:xfrm>
            <a:off x="2552700" y="685800"/>
            <a:ext cx="38100" cy="38100"/>
          </a:xfrm>
          <a:prstGeom prst="rect">
            <a:avLst/>
          </a:prstGeom>
          <a:solidFill>
            <a:srgbClr val="CED7E6">
              <a:alpha val="10593"/>
            </a:srgbClr>
          </a:solidFill>
          <a:ln>
            <a:noFill/>
          </a:ln>
        </p:spPr>
      </p:sp>
      <p:sp>
        <p:nvSpPr>
          <p:cNvPr id="91" name="wm.whiteboard.180.54"/>
          <p:cNvSpPr/>
          <p:nvPr/>
        </p:nvSpPr>
        <p:spPr>
          <a:xfrm>
            <a:off x="2552700" y="914400"/>
            <a:ext cx="38100" cy="38100"/>
          </a:xfrm>
          <a:prstGeom prst="rect">
            <a:avLst/>
          </a:prstGeom>
          <a:solidFill>
            <a:srgbClr val="CED7E6">
              <a:alpha val="5600"/>
            </a:srgbClr>
          </a:solidFill>
          <a:ln>
            <a:noFill/>
          </a:ln>
        </p:spPr>
      </p:sp>
      <p:sp>
        <p:nvSpPr>
          <p:cNvPr id="92" name="wm.whiteboard.198.0"/>
          <p:cNvSpPr/>
          <p:nvPr/>
        </p:nvSpPr>
        <p:spPr>
          <a:xfrm>
            <a:off x="2781300" y="228600"/>
            <a:ext cx="38100" cy="38100"/>
          </a:xfrm>
          <a:prstGeom prst="rect">
            <a:avLst/>
          </a:prstGeom>
          <a:solidFill>
            <a:srgbClr val="CED7E6">
              <a:alpha val="1142"/>
            </a:srgbClr>
          </a:solidFill>
          <a:ln>
            <a:noFill/>
          </a:ln>
        </p:spPr>
      </p:sp>
      <p:sp>
        <p:nvSpPr>
          <p:cNvPr id="93" name="wm.whiteboard.198.18"/>
          <p:cNvSpPr/>
          <p:nvPr/>
        </p:nvSpPr>
        <p:spPr>
          <a:xfrm>
            <a:off x="2781300" y="457200"/>
            <a:ext cx="38100" cy="38100"/>
          </a:xfrm>
          <a:prstGeom prst="rect">
            <a:avLst/>
          </a:prstGeom>
          <a:solidFill>
            <a:srgbClr val="CED7E6">
              <a:alpha val="69"/>
            </a:srgbClr>
          </a:solidFill>
          <a:ln>
            <a:noFill/>
          </a:ln>
        </p:spPr>
      </p:sp>
      <p:sp>
        <p:nvSpPr>
          <p:cNvPr id="94" name="wm.header.rule"/>
          <p:cNvSpPr/>
          <p:nvPr/>
        </p:nvSpPr>
        <p:spPr>
          <a:xfrm>
            <a:off x="723900" y="1828800"/>
            <a:ext cx="10744200" cy="9525"/>
          </a:xfrm>
          <a:prstGeom prst="rect">
            <a:avLst/>
          </a:prstGeom>
          <a:solidFill>
            <a:srgbClr val="CED7E6"/>
          </a:solidFill>
          <a:ln>
            <a:noFill/>
          </a:ln>
        </p:spPr>
      </p:sp>
      <p:pic>
        <p:nvPicPr>
          <p:cNvPr id="95"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210300"/>
            <a:ext cx="729403" cy="152400"/>
          </a:xfrm>
          <a:prstGeom prst="rect">
            <a:avLst/>
          </a:prstGeom>
        </p:spPr>
      </p:pic>
      <p:sp>
        <p:nvSpPr>
          <p:cNvPr id="96" name="wm.legal"/>
          <p:cNvSpPr/>
          <p:nvPr/>
        </p:nvSpPr>
        <p:spPr>
          <a:xfrm>
            <a:off x="2171700" y="6172200"/>
            <a:ext cx="89154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wmds.frame.f3f788c0b63ea64c3024">
    <p:bg>
      <p:bgPr>
        <a:solidFill>
          <a:srgbClr val="FFFFFF"/>
        </a:solidFill>
      </p:bgPr>
    </p:bg>
    <p:spTree>
      <p:nvGrpSpPr>
        <p:cNvPr id="1" name=""/>
        <p:cNvGrpSpPr/>
        <p:nvPr/>
      </p:nvGrpSpPr>
      <p:grpSpPr>
        <a:xfrm>
          <a:off x="0" y="0"/>
          <a:ext cx="0" cy="0"/>
          <a:chOff x="0" y="0"/>
          <a:chExt cx="0" cy="0"/>
        </a:xfrm>
      </p:grpSpPr>
      <p:sp>
        <p:nvSpPr>
          <p:cNvPr id="2" name="wm.footer.rule"/>
          <p:cNvSpPr/>
          <p:nvPr/>
        </p:nvSpPr>
        <p:spPr>
          <a:xfrm>
            <a:off x="723900" y="6057900"/>
            <a:ext cx="10744200" cy="9525"/>
          </a:xfrm>
          <a:prstGeom prst="rect">
            <a:avLst/>
          </a:prstGeom>
          <a:solidFill>
            <a:srgbClr val="CED7E6"/>
          </a:solidFill>
          <a:ln>
            <a:noFill/>
          </a:ln>
        </p:spPr>
      </p:sp>
      <p:sp>
        <p:nvSpPr>
          <p:cNvPr id="3" name="wm.whiteboard.0.0"/>
          <p:cNvSpPr/>
          <p:nvPr/>
        </p:nvSpPr>
        <p:spPr>
          <a:xfrm>
            <a:off x="266700" y="228600"/>
            <a:ext cx="38100" cy="38100"/>
          </a:xfrm>
          <a:prstGeom prst="rect">
            <a:avLst/>
          </a:prstGeom>
          <a:solidFill>
            <a:srgbClr val="CED7E6"/>
          </a:solidFill>
          <a:ln>
            <a:noFill/>
          </a:ln>
        </p:spPr>
      </p:sp>
      <p:sp>
        <p:nvSpPr>
          <p:cNvPr id="4" name="wm.whiteboard.0.18"/>
          <p:cNvSpPr/>
          <p:nvPr/>
        </p:nvSpPr>
        <p:spPr>
          <a:xfrm>
            <a:off x="266700" y="457200"/>
            <a:ext cx="38100" cy="38100"/>
          </a:xfrm>
          <a:prstGeom prst="rect">
            <a:avLst/>
          </a:prstGeom>
          <a:solidFill>
            <a:srgbClr val="CED7E6"/>
          </a:solidFill>
          <a:ln>
            <a:noFill/>
          </a:ln>
        </p:spPr>
      </p:sp>
      <p:sp>
        <p:nvSpPr>
          <p:cNvPr id="5" name="wm.whiteboard.0.36"/>
          <p:cNvSpPr/>
          <p:nvPr/>
        </p:nvSpPr>
        <p:spPr>
          <a:xfrm>
            <a:off x="266700" y="685800"/>
            <a:ext cx="38100" cy="38100"/>
          </a:xfrm>
          <a:prstGeom prst="rect">
            <a:avLst/>
          </a:prstGeom>
          <a:solidFill>
            <a:srgbClr val="CED7E6"/>
          </a:solidFill>
          <a:ln>
            <a:noFill/>
          </a:ln>
        </p:spPr>
      </p:sp>
      <p:sp>
        <p:nvSpPr>
          <p:cNvPr id="6" name="wm.whiteboard.0.54"/>
          <p:cNvSpPr/>
          <p:nvPr/>
        </p:nvSpPr>
        <p:spPr>
          <a:xfrm>
            <a:off x="266700" y="914400"/>
            <a:ext cx="38100" cy="38100"/>
          </a:xfrm>
          <a:prstGeom prst="rect">
            <a:avLst/>
          </a:prstGeom>
          <a:solidFill>
            <a:srgbClr val="CED7E6"/>
          </a:solidFill>
          <a:ln>
            <a:noFill/>
          </a:ln>
        </p:spPr>
      </p:sp>
      <p:sp>
        <p:nvSpPr>
          <p:cNvPr id="7" name="wm.whiteboard.0.72"/>
          <p:cNvSpPr/>
          <p:nvPr/>
        </p:nvSpPr>
        <p:spPr>
          <a:xfrm>
            <a:off x="266700" y="1143000"/>
            <a:ext cx="38100" cy="38100"/>
          </a:xfrm>
          <a:prstGeom prst="rect">
            <a:avLst/>
          </a:prstGeom>
          <a:solidFill>
            <a:srgbClr val="CED7E6">
              <a:alpha val="85305"/>
            </a:srgbClr>
          </a:solidFill>
          <a:ln>
            <a:noFill/>
          </a:ln>
        </p:spPr>
      </p:sp>
      <p:sp>
        <p:nvSpPr>
          <p:cNvPr id="8" name="wm.whiteboard.0.90"/>
          <p:cNvSpPr/>
          <p:nvPr/>
        </p:nvSpPr>
        <p:spPr>
          <a:xfrm>
            <a:off x="266700" y="1371600"/>
            <a:ext cx="38100" cy="38100"/>
          </a:xfrm>
          <a:prstGeom prst="rect">
            <a:avLst/>
          </a:prstGeom>
          <a:solidFill>
            <a:srgbClr val="CED7E6">
              <a:alpha val="68524"/>
            </a:srgbClr>
          </a:solidFill>
          <a:ln>
            <a:noFill/>
          </a:ln>
        </p:spPr>
      </p:sp>
      <p:sp>
        <p:nvSpPr>
          <p:cNvPr id="9" name="wm.whiteboard.0.108"/>
          <p:cNvSpPr/>
          <p:nvPr/>
        </p:nvSpPr>
        <p:spPr>
          <a:xfrm>
            <a:off x="266700" y="1600200"/>
            <a:ext cx="38100" cy="38100"/>
          </a:xfrm>
          <a:prstGeom prst="rect">
            <a:avLst/>
          </a:prstGeom>
          <a:solidFill>
            <a:srgbClr val="CED7E6">
              <a:alpha val="51742"/>
            </a:srgbClr>
          </a:solidFill>
          <a:ln>
            <a:noFill/>
          </a:ln>
        </p:spPr>
      </p:sp>
      <p:sp>
        <p:nvSpPr>
          <p:cNvPr id="10" name="wm.whiteboard.0.126"/>
          <p:cNvSpPr/>
          <p:nvPr/>
        </p:nvSpPr>
        <p:spPr>
          <a:xfrm>
            <a:off x="266700" y="1828800"/>
            <a:ext cx="38100" cy="38100"/>
          </a:xfrm>
          <a:prstGeom prst="rect">
            <a:avLst/>
          </a:prstGeom>
          <a:solidFill>
            <a:srgbClr val="CED7E6">
              <a:alpha val="34959"/>
            </a:srgbClr>
          </a:solidFill>
          <a:ln>
            <a:noFill/>
          </a:ln>
        </p:spPr>
      </p:sp>
      <p:sp>
        <p:nvSpPr>
          <p:cNvPr id="11" name="wm.whiteboard.0.144"/>
          <p:cNvSpPr/>
          <p:nvPr/>
        </p:nvSpPr>
        <p:spPr>
          <a:xfrm>
            <a:off x="266700" y="2057400"/>
            <a:ext cx="38100" cy="38100"/>
          </a:xfrm>
          <a:prstGeom prst="rect">
            <a:avLst/>
          </a:prstGeom>
          <a:solidFill>
            <a:srgbClr val="CED7E6">
              <a:alpha val="18177"/>
            </a:srgbClr>
          </a:solidFill>
          <a:ln>
            <a:noFill/>
          </a:ln>
        </p:spPr>
      </p:sp>
      <p:sp>
        <p:nvSpPr>
          <p:cNvPr id="12" name="wm.whiteboard.0.162"/>
          <p:cNvSpPr/>
          <p:nvPr/>
        </p:nvSpPr>
        <p:spPr>
          <a:xfrm>
            <a:off x="266700" y="2286000"/>
            <a:ext cx="38100" cy="38100"/>
          </a:xfrm>
          <a:prstGeom prst="rect">
            <a:avLst/>
          </a:prstGeom>
          <a:solidFill>
            <a:srgbClr val="CED7E6">
              <a:alpha val="1394"/>
            </a:srgbClr>
          </a:solidFill>
          <a:ln>
            <a:noFill/>
          </a:ln>
        </p:spPr>
      </p:sp>
      <p:sp>
        <p:nvSpPr>
          <p:cNvPr id="13" name="wm.whiteboard.18.0"/>
          <p:cNvSpPr/>
          <p:nvPr/>
        </p:nvSpPr>
        <p:spPr>
          <a:xfrm>
            <a:off x="495300" y="228600"/>
            <a:ext cx="38100" cy="38100"/>
          </a:xfrm>
          <a:prstGeom prst="rect">
            <a:avLst/>
          </a:prstGeom>
          <a:solidFill>
            <a:srgbClr val="CED7E6"/>
          </a:solidFill>
          <a:ln>
            <a:noFill/>
          </a:ln>
        </p:spPr>
      </p:sp>
      <p:sp>
        <p:nvSpPr>
          <p:cNvPr id="14" name="wm.whiteboard.18.18"/>
          <p:cNvSpPr/>
          <p:nvPr/>
        </p:nvSpPr>
        <p:spPr>
          <a:xfrm>
            <a:off x="495300" y="457200"/>
            <a:ext cx="38100" cy="38100"/>
          </a:xfrm>
          <a:prstGeom prst="rect">
            <a:avLst/>
          </a:prstGeom>
          <a:solidFill>
            <a:srgbClr val="CED7E6"/>
          </a:solidFill>
          <a:ln>
            <a:noFill/>
          </a:ln>
        </p:spPr>
      </p:sp>
      <p:sp>
        <p:nvSpPr>
          <p:cNvPr id="15" name="wm.whiteboard.18.36"/>
          <p:cNvSpPr/>
          <p:nvPr/>
        </p:nvSpPr>
        <p:spPr>
          <a:xfrm>
            <a:off x="495300" y="685800"/>
            <a:ext cx="38100" cy="38100"/>
          </a:xfrm>
          <a:prstGeom prst="rect">
            <a:avLst/>
          </a:prstGeom>
          <a:solidFill>
            <a:srgbClr val="CED7E6"/>
          </a:solidFill>
          <a:ln>
            <a:noFill/>
          </a:ln>
        </p:spPr>
      </p:sp>
      <p:sp>
        <p:nvSpPr>
          <p:cNvPr id="16" name="wm.whiteboard.18.54"/>
          <p:cNvSpPr/>
          <p:nvPr/>
        </p:nvSpPr>
        <p:spPr>
          <a:xfrm>
            <a:off x="495300" y="914400"/>
            <a:ext cx="38100" cy="38100"/>
          </a:xfrm>
          <a:prstGeom prst="rect">
            <a:avLst/>
          </a:prstGeom>
          <a:solidFill>
            <a:srgbClr val="CED7E6">
              <a:alpha val="99988"/>
            </a:srgbClr>
          </a:solidFill>
          <a:ln>
            <a:noFill/>
          </a:ln>
        </p:spPr>
      </p:sp>
      <p:sp>
        <p:nvSpPr>
          <p:cNvPr id="17" name="wm.whiteboard.18.72"/>
          <p:cNvSpPr/>
          <p:nvPr/>
        </p:nvSpPr>
        <p:spPr>
          <a:xfrm>
            <a:off x="495300" y="1143000"/>
            <a:ext cx="38100" cy="38100"/>
          </a:xfrm>
          <a:prstGeom prst="rect">
            <a:avLst/>
          </a:prstGeom>
          <a:solidFill>
            <a:srgbClr val="CED7E6">
              <a:alpha val="83708"/>
            </a:srgbClr>
          </a:solidFill>
          <a:ln>
            <a:noFill/>
          </a:ln>
        </p:spPr>
      </p:sp>
      <p:sp>
        <p:nvSpPr>
          <p:cNvPr id="18" name="wm.whiteboard.18.90"/>
          <p:cNvSpPr/>
          <p:nvPr/>
        </p:nvSpPr>
        <p:spPr>
          <a:xfrm>
            <a:off x="495300" y="1371600"/>
            <a:ext cx="38100" cy="38100"/>
          </a:xfrm>
          <a:prstGeom prst="rect">
            <a:avLst/>
          </a:prstGeom>
          <a:solidFill>
            <a:srgbClr val="CED7E6">
              <a:alpha val="67236"/>
            </a:srgbClr>
          </a:solidFill>
          <a:ln>
            <a:noFill/>
          </a:ln>
        </p:spPr>
      </p:sp>
      <p:sp>
        <p:nvSpPr>
          <p:cNvPr id="19" name="wm.whiteboard.18.108"/>
          <p:cNvSpPr/>
          <p:nvPr/>
        </p:nvSpPr>
        <p:spPr>
          <a:xfrm>
            <a:off x="495300" y="1600200"/>
            <a:ext cx="38100" cy="38100"/>
          </a:xfrm>
          <a:prstGeom prst="rect">
            <a:avLst/>
          </a:prstGeom>
          <a:solidFill>
            <a:srgbClr val="CED7E6">
              <a:alpha val="50663"/>
            </a:srgbClr>
          </a:solidFill>
          <a:ln>
            <a:noFill/>
          </a:ln>
        </p:spPr>
      </p:sp>
      <p:sp>
        <p:nvSpPr>
          <p:cNvPr id="20" name="wm.whiteboard.18.126"/>
          <p:cNvSpPr/>
          <p:nvPr/>
        </p:nvSpPr>
        <p:spPr>
          <a:xfrm>
            <a:off x="495300" y="1828800"/>
            <a:ext cx="38100" cy="38100"/>
          </a:xfrm>
          <a:prstGeom prst="rect">
            <a:avLst/>
          </a:prstGeom>
          <a:solidFill>
            <a:srgbClr val="CED7E6">
              <a:alpha val="34032"/>
            </a:srgbClr>
          </a:solidFill>
          <a:ln>
            <a:noFill/>
          </a:ln>
        </p:spPr>
      </p:sp>
      <p:sp>
        <p:nvSpPr>
          <p:cNvPr id="21" name="wm.whiteboard.18.144"/>
          <p:cNvSpPr/>
          <p:nvPr/>
        </p:nvSpPr>
        <p:spPr>
          <a:xfrm>
            <a:off x="495300" y="2057400"/>
            <a:ext cx="38100" cy="38100"/>
          </a:xfrm>
          <a:prstGeom prst="rect">
            <a:avLst/>
          </a:prstGeom>
          <a:solidFill>
            <a:srgbClr val="CED7E6">
              <a:alpha val="17363"/>
            </a:srgbClr>
          </a:solidFill>
          <a:ln>
            <a:noFill/>
          </a:ln>
        </p:spPr>
      </p:sp>
      <p:sp>
        <p:nvSpPr>
          <p:cNvPr id="22" name="wm.whiteboard.18.162"/>
          <p:cNvSpPr/>
          <p:nvPr/>
        </p:nvSpPr>
        <p:spPr>
          <a:xfrm>
            <a:off x="495300" y="2286000"/>
            <a:ext cx="38100" cy="38100"/>
          </a:xfrm>
          <a:prstGeom prst="rect">
            <a:avLst/>
          </a:prstGeom>
          <a:solidFill>
            <a:srgbClr val="CED7E6">
              <a:alpha val="670"/>
            </a:srgbClr>
          </a:solidFill>
          <a:ln>
            <a:noFill/>
          </a:ln>
        </p:spPr>
      </p:sp>
      <p:sp>
        <p:nvSpPr>
          <p:cNvPr id="23" name="wm.whiteboard.36.0"/>
          <p:cNvSpPr/>
          <p:nvPr/>
        </p:nvSpPr>
        <p:spPr>
          <a:xfrm>
            <a:off x="723900" y="228600"/>
            <a:ext cx="38100" cy="38100"/>
          </a:xfrm>
          <a:prstGeom prst="rect">
            <a:avLst/>
          </a:prstGeom>
          <a:solidFill>
            <a:srgbClr val="CED7E6"/>
          </a:solidFill>
          <a:ln>
            <a:noFill/>
          </a:ln>
        </p:spPr>
      </p:sp>
      <p:sp>
        <p:nvSpPr>
          <p:cNvPr id="24" name="wm.whiteboard.36.18"/>
          <p:cNvSpPr/>
          <p:nvPr/>
        </p:nvSpPr>
        <p:spPr>
          <a:xfrm>
            <a:off x="723900" y="457200"/>
            <a:ext cx="38100" cy="38100"/>
          </a:xfrm>
          <a:prstGeom prst="rect">
            <a:avLst/>
          </a:prstGeom>
          <a:solidFill>
            <a:srgbClr val="CED7E6"/>
          </a:solidFill>
          <a:ln>
            <a:noFill/>
          </a:ln>
        </p:spPr>
      </p:sp>
      <p:sp>
        <p:nvSpPr>
          <p:cNvPr id="25" name="wm.whiteboard.36.36"/>
          <p:cNvSpPr/>
          <p:nvPr/>
        </p:nvSpPr>
        <p:spPr>
          <a:xfrm>
            <a:off x="723900" y="685800"/>
            <a:ext cx="38100" cy="38100"/>
          </a:xfrm>
          <a:prstGeom prst="rect">
            <a:avLst/>
          </a:prstGeom>
          <a:solidFill>
            <a:srgbClr val="CED7E6"/>
          </a:solidFill>
          <a:ln>
            <a:noFill/>
          </a:ln>
        </p:spPr>
      </p:sp>
      <p:sp>
        <p:nvSpPr>
          <p:cNvPr id="26" name="wm.whiteboard.36.54"/>
          <p:cNvSpPr/>
          <p:nvPr/>
        </p:nvSpPr>
        <p:spPr>
          <a:xfrm>
            <a:off x="723900" y="914400"/>
            <a:ext cx="38100" cy="38100"/>
          </a:xfrm>
          <a:prstGeom prst="rect">
            <a:avLst/>
          </a:prstGeom>
          <a:solidFill>
            <a:srgbClr val="CED7E6">
              <a:alpha val="94671"/>
            </a:srgbClr>
          </a:solidFill>
          <a:ln>
            <a:noFill/>
          </a:ln>
        </p:spPr>
      </p:sp>
      <p:sp>
        <p:nvSpPr>
          <p:cNvPr id="27" name="wm.whiteboard.36.72"/>
          <p:cNvSpPr/>
          <p:nvPr/>
        </p:nvSpPr>
        <p:spPr>
          <a:xfrm>
            <a:off x="723900" y="1143000"/>
            <a:ext cx="38100" cy="38100"/>
          </a:xfrm>
          <a:prstGeom prst="rect">
            <a:avLst/>
          </a:prstGeom>
          <a:solidFill>
            <a:srgbClr val="CED7E6">
              <a:alpha val="79547"/>
            </a:srgbClr>
          </a:solidFill>
          <a:ln>
            <a:noFill/>
          </a:ln>
        </p:spPr>
      </p:sp>
      <p:sp>
        <p:nvSpPr>
          <p:cNvPr id="28" name="wm.whiteboard.36.90"/>
          <p:cNvSpPr/>
          <p:nvPr/>
        </p:nvSpPr>
        <p:spPr>
          <a:xfrm>
            <a:off x="723900" y="1371600"/>
            <a:ext cx="38100" cy="38100"/>
          </a:xfrm>
          <a:prstGeom prst="rect">
            <a:avLst/>
          </a:prstGeom>
          <a:solidFill>
            <a:srgbClr val="CED7E6">
              <a:alpha val="63833"/>
            </a:srgbClr>
          </a:solidFill>
          <a:ln>
            <a:noFill/>
          </a:ln>
        </p:spPr>
      </p:sp>
      <p:sp>
        <p:nvSpPr>
          <p:cNvPr id="29" name="wm.whiteboard.36.108"/>
          <p:cNvSpPr/>
          <p:nvPr/>
        </p:nvSpPr>
        <p:spPr>
          <a:xfrm>
            <a:off x="723900" y="1600200"/>
            <a:ext cx="38100" cy="38100"/>
          </a:xfrm>
          <a:prstGeom prst="rect">
            <a:avLst/>
          </a:prstGeom>
          <a:solidFill>
            <a:srgbClr val="CED7E6">
              <a:alpha val="47790"/>
            </a:srgbClr>
          </a:solidFill>
          <a:ln>
            <a:noFill/>
          </a:ln>
        </p:spPr>
      </p:sp>
      <p:sp>
        <p:nvSpPr>
          <p:cNvPr id="30" name="wm.whiteboard.36.126"/>
          <p:cNvSpPr/>
          <p:nvPr/>
        </p:nvSpPr>
        <p:spPr>
          <a:xfrm>
            <a:off x="723900" y="1828800"/>
            <a:ext cx="38100" cy="38100"/>
          </a:xfrm>
          <a:prstGeom prst="rect">
            <a:avLst/>
          </a:prstGeom>
          <a:solidFill>
            <a:srgbClr val="CED7E6">
              <a:alpha val="31549"/>
            </a:srgbClr>
          </a:solidFill>
          <a:ln>
            <a:noFill/>
          </a:ln>
        </p:spPr>
      </p:sp>
      <p:sp>
        <p:nvSpPr>
          <p:cNvPr id="31" name="wm.whiteboard.36.144"/>
          <p:cNvSpPr/>
          <p:nvPr/>
        </p:nvSpPr>
        <p:spPr>
          <a:xfrm>
            <a:off x="723900" y="2057400"/>
            <a:ext cx="38100" cy="38100"/>
          </a:xfrm>
          <a:prstGeom prst="rect">
            <a:avLst/>
          </a:prstGeom>
          <a:solidFill>
            <a:srgbClr val="CED7E6">
              <a:alpha val="15179"/>
            </a:srgbClr>
          </a:solidFill>
          <a:ln>
            <a:noFill/>
          </a:ln>
        </p:spPr>
      </p:sp>
      <p:sp>
        <p:nvSpPr>
          <p:cNvPr id="32" name="wm.whiteboard.54.0"/>
          <p:cNvSpPr/>
          <p:nvPr/>
        </p:nvSpPr>
        <p:spPr>
          <a:xfrm>
            <a:off x="952500" y="228600"/>
            <a:ext cx="38100" cy="38100"/>
          </a:xfrm>
          <a:prstGeom prst="rect">
            <a:avLst/>
          </a:prstGeom>
          <a:solidFill>
            <a:srgbClr val="CED7E6"/>
          </a:solidFill>
          <a:ln>
            <a:noFill/>
          </a:ln>
        </p:spPr>
      </p:sp>
      <p:sp>
        <p:nvSpPr>
          <p:cNvPr id="33" name="wm.whiteboard.54.18"/>
          <p:cNvSpPr/>
          <p:nvPr/>
        </p:nvSpPr>
        <p:spPr>
          <a:xfrm>
            <a:off x="952500" y="457200"/>
            <a:ext cx="38100" cy="38100"/>
          </a:xfrm>
          <a:prstGeom prst="rect">
            <a:avLst/>
          </a:prstGeom>
          <a:solidFill>
            <a:srgbClr val="CED7E6"/>
          </a:solidFill>
          <a:ln>
            <a:noFill/>
          </a:ln>
        </p:spPr>
      </p:sp>
      <p:sp>
        <p:nvSpPr>
          <p:cNvPr id="34" name="wm.whiteboard.54.36"/>
          <p:cNvSpPr/>
          <p:nvPr/>
        </p:nvSpPr>
        <p:spPr>
          <a:xfrm>
            <a:off x="952500" y="685800"/>
            <a:ext cx="38100" cy="38100"/>
          </a:xfrm>
          <a:prstGeom prst="rect">
            <a:avLst/>
          </a:prstGeom>
          <a:solidFill>
            <a:srgbClr val="CED7E6">
              <a:alpha val="98827"/>
            </a:srgbClr>
          </a:solidFill>
          <a:ln>
            <a:noFill/>
          </a:ln>
        </p:spPr>
      </p:sp>
      <p:sp>
        <p:nvSpPr>
          <p:cNvPr id="35" name="wm.whiteboard.54.54"/>
          <p:cNvSpPr/>
          <p:nvPr/>
        </p:nvSpPr>
        <p:spPr>
          <a:xfrm>
            <a:off x="952500" y="914400"/>
            <a:ext cx="38100" cy="38100"/>
          </a:xfrm>
          <a:prstGeom prst="rect">
            <a:avLst/>
          </a:prstGeom>
          <a:solidFill>
            <a:srgbClr val="CED7E6">
              <a:alpha val="86895"/>
            </a:srgbClr>
          </a:solidFill>
          <a:ln>
            <a:noFill/>
          </a:ln>
        </p:spPr>
      </p:sp>
      <p:sp>
        <p:nvSpPr>
          <p:cNvPr id="36" name="wm.whiteboard.54.72"/>
          <p:cNvSpPr/>
          <p:nvPr/>
        </p:nvSpPr>
        <p:spPr>
          <a:xfrm>
            <a:off x="952500" y="1143000"/>
            <a:ext cx="38100" cy="38100"/>
          </a:xfrm>
          <a:prstGeom prst="rect">
            <a:avLst/>
          </a:prstGeom>
          <a:solidFill>
            <a:srgbClr val="CED7E6">
              <a:alpha val="73217"/>
            </a:srgbClr>
          </a:solidFill>
          <a:ln>
            <a:noFill/>
          </a:ln>
        </p:spPr>
      </p:sp>
      <p:sp>
        <p:nvSpPr>
          <p:cNvPr id="37" name="wm.whiteboard.54.90"/>
          <p:cNvSpPr/>
          <p:nvPr/>
        </p:nvSpPr>
        <p:spPr>
          <a:xfrm>
            <a:off x="952500" y="1371600"/>
            <a:ext cx="38100" cy="38100"/>
          </a:xfrm>
          <a:prstGeom prst="rect">
            <a:avLst/>
          </a:prstGeom>
          <a:solidFill>
            <a:srgbClr val="CED7E6">
              <a:alpha val="58541"/>
            </a:srgbClr>
          </a:solidFill>
          <a:ln>
            <a:noFill/>
          </a:ln>
        </p:spPr>
      </p:sp>
      <p:sp>
        <p:nvSpPr>
          <p:cNvPr id="38" name="wm.whiteboard.54.108"/>
          <p:cNvSpPr/>
          <p:nvPr/>
        </p:nvSpPr>
        <p:spPr>
          <a:xfrm>
            <a:off x="952500" y="1600200"/>
            <a:ext cx="38100" cy="38100"/>
          </a:xfrm>
          <a:prstGeom prst="rect">
            <a:avLst/>
          </a:prstGeom>
          <a:solidFill>
            <a:srgbClr val="CED7E6">
              <a:alpha val="43263"/>
            </a:srgbClr>
          </a:solidFill>
          <a:ln>
            <a:noFill/>
          </a:ln>
        </p:spPr>
      </p:sp>
      <p:sp>
        <p:nvSpPr>
          <p:cNvPr id="39" name="wm.whiteboard.54.126"/>
          <p:cNvSpPr/>
          <p:nvPr/>
        </p:nvSpPr>
        <p:spPr>
          <a:xfrm>
            <a:off x="952500" y="1828800"/>
            <a:ext cx="38100" cy="38100"/>
          </a:xfrm>
          <a:prstGeom prst="rect">
            <a:avLst/>
          </a:prstGeom>
          <a:solidFill>
            <a:srgbClr val="CED7E6">
              <a:alpha val="27603"/>
            </a:srgbClr>
          </a:solidFill>
          <a:ln>
            <a:noFill/>
          </a:ln>
        </p:spPr>
      </p:sp>
      <p:sp>
        <p:nvSpPr>
          <p:cNvPr id="40" name="wm.whiteboard.54.144"/>
          <p:cNvSpPr/>
          <p:nvPr/>
        </p:nvSpPr>
        <p:spPr>
          <a:xfrm>
            <a:off x="952500" y="2057400"/>
            <a:ext cx="38100" cy="38100"/>
          </a:xfrm>
          <a:prstGeom prst="rect">
            <a:avLst/>
          </a:prstGeom>
          <a:solidFill>
            <a:srgbClr val="CED7E6">
              <a:alpha val="11687"/>
            </a:srgbClr>
          </a:solidFill>
          <a:ln>
            <a:noFill/>
          </a:ln>
        </p:spPr>
      </p:sp>
      <p:sp>
        <p:nvSpPr>
          <p:cNvPr id="41" name="wm.whiteboard.72.0"/>
          <p:cNvSpPr/>
          <p:nvPr/>
        </p:nvSpPr>
        <p:spPr>
          <a:xfrm>
            <a:off x="1181100" y="228600"/>
            <a:ext cx="38100" cy="38100"/>
          </a:xfrm>
          <a:prstGeom prst="rect">
            <a:avLst/>
          </a:prstGeom>
          <a:solidFill>
            <a:srgbClr val="CED7E6">
              <a:alpha val="97572"/>
            </a:srgbClr>
          </a:solidFill>
          <a:ln>
            <a:noFill/>
          </a:ln>
        </p:spPr>
      </p:sp>
      <p:sp>
        <p:nvSpPr>
          <p:cNvPr id="42" name="wm.whiteboard.72.18"/>
          <p:cNvSpPr/>
          <p:nvPr/>
        </p:nvSpPr>
        <p:spPr>
          <a:xfrm>
            <a:off x="1181100" y="457200"/>
            <a:ext cx="38100" cy="38100"/>
          </a:xfrm>
          <a:prstGeom prst="rect">
            <a:avLst/>
          </a:prstGeom>
          <a:solidFill>
            <a:srgbClr val="CED7E6">
              <a:alpha val="94724"/>
            </a:srgbClr>
          </a:solidFill>
          <a:ln>
            <a:noFill/>
          </a:ln>
        </p:spPr>
      </p:sp>
      <p:sp>
        <p:nvSpPr>
          <p:cNvPr id="43" name="wm.whiteboard.72.36"/>
          <p:cNvSpPr/>
          <p:nvPr/>
        </p:nvSpPr>
        <p:spPr>
          <a:xfrm>
            <a:off x="1181100" y="685800"/>
            <a:ext cx="38100" cy="38100"/>
          </a:xfrm>
          <a:prstGeom prst="rect">
            <a:avLst/>
          </a:prstGeom>
          <a:solidFill>
            <a:srgbClr val="CED7E6">
              <a:alpha val="87609"/>
            </a:srgbClr>
          </a:solidFill>
          <a:ln>
            <a:noFill/>
          </a:ln>
        </p:spPr>
      </p:sp>
      <p:sp>
        <p:nvSpPr>
          <p:cNvPr id="44" name="wm.whiteboard.72.54"/>
          <p:cNvSpPr/>
          <p:nvPr/>
        </p:nvSpPr>
        <p:spPr>
          <a:xfrm>
            <a:off x="1181100" y="914400"/>
            <a:ext cx="38100" cy="38100"/>
          </a:xfrm>
          <a:prstGeom prst="rect">
            <a:avLst/>
          </a:prstGeom>
          <a:solidFill>
            <a:srgbClr val="CED7E6">
              <a:alpha val="77408"/>
            </a:srgbClr>
          </a:solidFill>
          <a:ln>
            <a:noFill/>
          </a:ln>
        </p:spPr>
      </p:sp>
      <p:sp>
        <p:nvSpPr>
          <p:cNvPr id="45" name="wm.whiteboard.72.72"/>
          <p:cNvSpPr/>
          <p:nvPr/>
        </p:nvSpPr>
        <p:spPr>
          <a:xfrm>
            <a:off x="1181100" y="1143000"/>
            <a:ext cx="38100" cy="38100"/>
          </a:xfrm>
          <a:prstGeom prst="rect">
            <a:avLst/>
          </a:prstGeom>
          <a:solidFill>
            <a:srgbClr val="CED7E6">
              <a:alpha val="65181"/>
            </a:srgbClr>
          </a:solidFill>
          <a:ln>
            <a:noFill/>
          </a:ln>
        </p:spPr>
      </p:sp>
      <p:sp>
        <p:nvSpPr>
          <p:cNvPr id="46" name="wm.whiteboard.72.90"/>
          <p:cNvSpPr/>
          <p:nvPr/>
        </p:nvSpPr>
        <p:spPr>
          <a:xfrm>
            <a:off x="1181100" y="1371600"/>
            <a:ext cx="38100" cy="38100"/>
          </a:xfrm>
          <a:prstGeom prst="rect">
            <a:avLst/>
          </a:prstGeom>
          <a:solidFill>
            <a:srgbClr val="CED7E6">
              <a:alpha val="51653"/>
            </a:srgbClr>
          </a:solidFill>
          <a:ln>
            <a:noFill/>
          </a:ln>
        </p:spPr>
      </p:sp>
      <p:sp>
        <p:nvSpPr>
          <p:cNvPr id="47" name="wm.whiteboard.72.108"/>
          <p:cNvSpPr/>
          <p:nvPr/>
        </p:nvSpPr>
        <p:spPr>
          <a:xfrm>
            <a:off x="1181100" y="1600200"/>
            <a:ext cx="38100" cy="38100"/>
          </a:xfrm>
          <a:prstGeom prst="rect">
            <a:avLst/>
          </a:prstGeom>
          <a:solidFill>
            <a:srgbClr val="CED7E6">
              <a:alpha val="37275"/>
            </a:srgbClr>
          </a:solidFill>
          <a:ln>
            <a:noFill/>
          </a:ln>
        </p:spPr>
      </p:sp>
      <p:sp>
        <p:nvSpPr>
          <p:cNvPr id="48" name="wm.whiteboard.72.126"/>
          <p:cNvSpPr/>
          <p:nvPr/>
        </p:nvSpPr>
        <p:spPr>
          <a:xfrm>
            <a:off x="1181100" y="1828800"/>
            <a:ext cx="38100" cy="38100"/>
          </a:xfrm>
          <a:prstGeom prst="rect">
            <a:avLst/>
          </a:prstGeom>
          <a:solidFill>
            <a:srgbClr val="CED7E6">
              <a:alpha val="22326"/>
            </a:srgbClr>
          </a:solidFill>
          <a:ln>
            <a:noFill/>
          </a:ln>
        </p:spPr>
      </p:sp>
      <p:sp>
        <p:nvSpPr>
          <p:cNvPr id="49" name="wm.whiteboard.72.144"/>
          <p:cNvSpPr/>
          <p:nvPr/>
        </p:nvSpPr>
        <p:spPr>
          <a:xfrm>
            <a:off x="1181100" y="2057400"/>
            <a:ext cx="38100" cy="38100"/>
          </a:xfrm>
          <a:prstGeom prst="rect">
            <a:avLst/>
          </a:prstGeom>
          <a:solidFill>
            <a:srgbClr val="CED7E6">
              <a:alpha val="6980"/>
            </a:srgbClr>
          </a:solidFill>
          <a:ln>
            <a:noFill/>
          </a:ln>
        </p:spPr>
      </p:sp>
      <p:sp>
        <p:nvSpPr>
          <p:cNvPr id="50" name="wm.whiteboard.90.0"/>
          <p:cNvSpPr/>
          <p:nvPr/>
        </p:nvSpPr>
        <p:spPr>
          <a:xfrm>
            <a:off x="1409700" y="228600"/>
            <a:ext cx="38100" cy="38100"/>
          </a:xfrm>
          <a:prstGeom prst="rect">
            <a:avLst/>
          </a:prstGeom>
          <a:solidFill>
            <a:srgbClr val="CED7E6">
              <a:alpha val="83798"/>
            </a:srgbClr>
          </a:solidFill>
          <a:ln>
            <a:noFill/>
          </a:ln>
        </p:spPr>
      </p:sp>
      <p:sp>
        <p:nvSpPr>
          <p:cNvPr id="51" name="wm.whiteboard.90.18"/>
          <p:cNvSpPr/>
          <p:nvPr/>
        </p:nvSpPr>
        <p:spPr>
          <a:xfrm>
            <a:off x="1409700" y="457200"/>
            <a:ext cx="38100" cy="38100"/>
          </a:xfrm>
          <a:prstGeom prst="rect">
            <a:avLst/>
          </a:prstGeom>
          <a:solidFill>
            <a:srgbClr val="CED7E6">
              <a:alpha val="81490"/>
            </a:srgbClr>
          </a:solidFill>
          <a:ln>
            <a:noFill/>
          </a:ln>
        </p:spPr>
      </p:sp>
      <p:sp>
        <p:nvSpPr>
          <p:cNvPr id="52" name="wm.whiteboard.90.36"/>
          <p:cNvSpPr/>
          <p:nvPr/>
        </p:nvSpPr>
        <p:spPr>
          <a:xfrm>
            <a:off x="1409700" y="685800"/>
            <a:ext cx="38100" cy="38100"/>
          </a:xfrm>
          <a:prstGeom prst="rect">
            <a:avLst/>
          </a:prstGeom>
          <a:solidFill>
            <a:srgbClr val="CED7E6">
              <a:alpha val="75569"/>
            </a:srgbClr>
          </a:solidFill>
          <a:ln>
            <a:noFill/>
          </a:ln>
        </p:spPr>
      </p:sp>
      <p:sp>
        <p:nvSpPr>
          <p:cNvPr id="53" name="wm.whiteboard.90.54"/>
          <p:cNvSpPr/>
          <p:nvPr/>
        </p:nvSpPr>
        <p:spPr>
          <a:xfrm>
            <a:off x="1409700" y="914400"/>
            <a:ext cx="38100" cy="38100"/>
          </a:xfrm>
          <a:prstGeom prst="rect">
            <a:avLst/>
          </a:prstGeom>
          <a:solidFill>
            <a:srgbClr val="CED7E6">
              <a:alpha val="66767"/>
            </a:srgbClr>
          </a:solidFill>
          <a:ln>
            <a:noFill/>
          </a:ln>
        </p:spPr>
      </p:sp>
      <p:sp>
        <p:nvSpPr>
          <p:cNvPr id="54" name="wm.whiteboard.90.72"/>
          <p:cNvSpPr/>
          <p:nvPr/>
        </p:nvSpPr>
        <p:spPr>
          <a:xfrm>
            <a:off x="1409700" y="1143000"/>
            <a:ext cx="38100" cy="38100"/>
          </a:xfrm>
          <a:prstGeom prst="rect">
            <a:avLst/>
          </a:prstGeom>
          <a:solidFill>
            <a:srgbClr val="CED7E6">
              <a:alpha val="55859"/>
            </a:srgbClr>
          </a:solidFill>
          <a:ln>
            <a:noFill/>
          </a:ln>
        </p:spPr>
      </p:sp>
      <p:sp>
        <p:nvSpPr>
          <p:cNvPr id="55" name="wm.whiteboard.90.90"/>
          <p:cNvSpPr/>
          <p:nvPr/>
        </p:nvSpPr>
        <p:spPr>
          <a:xfrm>
            <a:off x="1409700" y="1371600"/>
            <a:ext cx="38100" cy="38100"/>
          </a:xfrm>
          <a:prstGeom prst="rect">
            <a:avLst/>
          </a:prstGeom>
          <a:solidFill>
            <a:srgbClr val="CED7E6">
              <a:alpha val="43468"/>
            </a:srgbClr>
          </a:solidFill>
          <a:ln>
            <a:noFill/>
          </a:ln>
        </p:spPr>
      </p:sp>
      <p:sp>
        <p:nvSpPr>
          <p:cNvPr id="56" name="wm.whiteboard.90.108"/>
          <p:cNvSpPr/>
          <p:nvPr/>
        </p:nvSpPr>
        <p:spPr>
          <a:xfrm>
            <a:off x="1409700" y="1600200"/>
            <a:ext cx="38100" cy="38100"/>
          </a:xfrm>
          <a:prstGeom prst="rect">
            <a:avLst/>
          </a:prstGeom>
          <a:solidFill>
            <a:srgbClr val="CED7E6">
              <a:alpha val="30037"/>
            </a:srgbClr>
          </a:solidFill>
          <a:ln>
            <a:noFill/>
          </a:ln>
        </p:spPr>
      </p:sp>
      <p:sp>
        <p:nvSpPr>
          <p:cNvPr id="57" name="wm.whiteboard.90.126"/>
          <p:cNvSpPr/>
          <p:nvPr/>
        </p:nvSpPr>
        <p:spPr>
          <a:xfrm>
            <a:off x="1409700" y="1828800"/>
            <a:ext cx="38100" cy="38100"/>
          </a:xfrm>
          <a:prstGeom prst="rect">
            <a:avLst/>
          </a:prstGeom>
          <a:solidFill>
            <a:srgbClr val="CED7E6">
              <a:alpha val="15870"/>
            </a:srgbClr>
          </a:solidFill>
          <a:ln>
            <a:noFill/>
          </a:ln>
        </p:spPr>
      </p:sp>
      <p:sp>
        <p:nvSpPr>
          <p:cNvPr id="58" name="wm.whiteboard.90.144"/>
          <p:cNvSpPr/>
          <p:nvPr/>
        </p:nvSpPr>
        <p:spPr>
          <a:xfrm>
            <a:off x="1409700" y="2057400"/>
            <a:ext cx="38100" cy="38100"/>
          </a:xfrm>
          <a:prstGeom prst="rect">
            <a:avLst/>
          </a:prstGeom>
          <a:solidFill>
            <a:srgbClr val="CED7E6">
              <a:alpha val="1171"/>
            </a:srgbClr>
          </a:solidFill>
          <a:ln>
            <a:noFill/>
          </a:ln>
        </p:spPr>
      </p:sp>
      <p:sp>
        <p:nvSpPr>
          <p:cNvPr id="59" name="wm.whiteboard.108.0"/>
          <p:cNvSpPr/>
          <p:nvPr/>
        </p:nvSpPr>
        <p:spPr>
          <a:xfrm>
            <a:off x="1638300" y="228600"/>
            <a:ext cx="38100" cy="38100"/>
          </a:xfrm>
          <a:prstGeom prst="rect">
            <a:avLst/>
          </a:prstGeom>
          <a:solidFill>
            <a:srgbClr val="CED7E6">
              <a:alpha val="70023"/>
            </a:srgbClr>
          </a:solidFill>
          <a:ln>
            <a:noFill/>
          </a:ln>
        </p:spPr>
      </p:sp>
      <p:sp>
        <p:nvSpPr>
          <p:cNvPr id="60" name="wm.whiteboard.108.18"/>
          <p:cNvSpPr/>
          <p:nvPr/>
        </p:nvSpPr>
        <p:spPr>
          <a:xfrm>
            <a:off x="1638300" y="457200"/>
            <a:ext cx="38100" cy="38100"/>
          </a:xfrm>
          <a:prstGeom prst="rect">
            <a:avLst/>
          </a:prstGeom>
          <a:solidFill>
            <a:srgbClr val="CED7E6">
              <a:alpha val="68085"/>
            </a:srgbClr>
          </a:solidFill>
          <a:ln>
            <a:noFill/>
          </a:ln>
        </p:spPr>
      </p:sp>
      <p:sp>
        <p:nvSpPr>
          <p:cNvPr id="61" name="wm.whiteboard.108.36"/>
          <p:cNvSpPr/>
          <p:nvPr/>
        </p:nvSpPr>
        <p:spPr>
          <a:xfrm>
            <a:off x="1638300" y="685800"/>
            <a:ext cx="38100" cy="38100"/>
          </a:xfrm>
          <a:prstGeom prst="rect">
            <a:avLst/>
          </a:prstGeom>
          <a:solidFill>
            <a:srgbClr val="CED7E6">
              <a:alpha val="63033"/>
            </a:srgbClr>
          </a:solidFill>
          <a:ln>
            <a:noFill/>
          </a:ln>
        </p:spPr>
      </p:sp>
      <p:sp>
        <p:nvSpPr>
          <p:cNvPr id="62" name="wm.whiteboard.108.54"/>
          <p:cNvSpPr/>
          <p:nvPr/>
        </p:nvSpPr>
        <p:spPr>
          <a:xfrm>
            <a:off x="1638300" y="914400"/>
            <a:ext cx="38100" cy="38100"/>
          </a:xfrm>
          <a:prstGeom prst="rect">
            <a:avLst/>
          </a:prstGeom>
          <a:solidFill>
            <a:srgbClr val="CED7E6">
              <a:alpha val="55346"/>
            </a:srgbClr>
          </a:solidFill>
          <a:ln>
            <a:noFill/>
          </a:ln>
        </p:spPr>
      </p:sp>
      <p:sp>
        <p:nvSpPr>
          <p:cNvPr id="63" name="wm.whiteboard.108.72"/>
          <p:cNvSpPr/>
          <p:nvPr/>
        </p:nvSpPr>
        <p:spPr>
          <a:xfrm>
            <a:off x="1638300" y="1143000"/>
            <a:ext cx="38100" cy="38100"/>
          </a:xfrm>
          <a:prstGeom prst="rect">
            <a:avLst/>
          </a:prstGeom>
          <a:solidFill>
            <a:srgbClr val="CED7E6">
              <a:alpha val="45583"/>
            </a:srgbClr>
          </a:solidFill>
          <a:ln>
            <a:noFill/>
          </a:ln>
        </p:spPr>
      </p:sp>
      <p:sp>
        <p:nvSpPr>
          <p:cNvPr id="64" name="wm.whiteboard.108.90"/>
          <p:cNvSpPr/>
          <p:nvPr/>
        </p:nvSpPr>
        <p:spPr>
          <a:xfrm>
            <a:off x="1638300" y="1371600"/>
            <a:ext cx="38100" cy="38100"/>
          </a:xfrm>
          <a:prstGeom prst="rect">
            <a:avLst/>
          </a:prstGeom>
          <a:solidFill>
            <a:srgbClr val="CED7E6">
              <a:alpha val="34251"/>
            </a:srgbClr>
          </a:solidFill>
          <a:ln>
            <a:noFill/>
          </a:ln>
        </p:spPr>
      </p:sp>
      <p:sp>
        <p:nvSpPr>
          <p:cNvPr id="65" name="wm.whiteboard.108.108"/>
          <p:cNvSpPr/>
          <p:nvPr/>
        </p:nvSpPr>
        <p:spPr>
          <a:xfrm>
            <a:off x="1638300" y="1600200"/>
            <a:ext cx="38100" cy="38100"/>
          </a:xfrm>
          <a:prstGeom prst="rect">
            <a:avLst/>
          </a:prstGeom>
          <a:solidFill>
            <a:srgbClr val="CED7E6">
              <a:alpha val="21754"/>
            </a:srgbClr>
          </a:solidFill>
          <a:ln>
            <a:noFill/>
          </a:ln>
        </p:spPr>
      </p:sp>
      <p:sp>
        <p:nvSpPr>
          <p:cNvPr id="66" name="wm.whiteboard.108.126"/>
          <p:cNvSpPr/>
          <p:nvPr/>
        </p:nvSpPr>
        <p:spPr>
          <a:xfrm>
            <a:off x="1638300" y="1828800"/>
            <a:ext cx="38100" cy="38100"/>
          </a:xfrm>
          <a:prstGeom prst="rect">
            <a:avLst/>
          </a:prstGeom>
          <a:solidFill>
            <a:srgbClr val="CED7E6">
              <a:alpha val="8391"/>
            </a:srgbClr>
          </a:solidFill>
          <a:ln>
            <a:noFill/>
          </a:ln>
        </p:spPr>
      </p:sp>
      <p:sp>
        <p:nvSpPr>
          <p:cNvPr id="67" name="wm.whiteboard.126.0"/>
          <p:cNvSpPr/>
          <p:nvPr/>
        </p:nvSpPr>
        <p:spPr>
          <a:xfrm>
            <a:off x="1866900" y="228600"/>
            <a:ext cx="38100" cy="38100"/>
          </a:xfrm>
          <a:prstGeom prst="rect">
            <a:avLst/>
          </a:prstGeom>
          <a:solidFill>
            <a:srgbClr val="CED7E6">
              <a:alpha val="56247"/>
            </a:srgbClr>
          </a:solidFill>
          <a:ln>
            <a:noFill/>
          </a:ln>
        </p:spPr>
      </p:sp>
      <p:sp>
        <p:nvSpPr>
          <p:cNvPr id="68" name="wm.whiteboard.126.18"/>
          <p:cNvSpPr/>
          <p:nvPr/>
        </p:nvSpPr>
        <p:spPr>
          <a:xfrm>
            <a:off x="1866900" y="457200"/>
            <a:ext cx="38100" cy="38100"/>
          </a:xfrm>
          <a:prstGeom prst="rect">
            <a:avLst/>
          </a:prstGeom>
          <a:solidFill>
            <a:srgbClr val="CED7E6">
              <a:alpha val="54578"/>
            </a:srgbClr>
          </a:solidFill>
          <a:ln>
            <a:noFill/>
          </a:ln>
        </p:spPr>
      </p:sp>
      <p:sp>
        <p:nvSpPr>
          <p:cNvPr id="69" name="wm.whiteboard.126.36"/>
          <p:cNvSpPr/>
          <p:nvPr/>
        </p:nvSpPr>
        <p:spPr>
          <a:xfrm>
            <a:off x="1866900" y="685800"/>
            <a:ext cx="38100" cy="38100"/>
          </a:xfrm>
          <a:prstGeom prst="rect">
            <a:avLst/>
          </a:prstGeom>
          <a:solidFill>
            <a:srgbClr val="CED7E6">
              <a:alpha val="50182"/>
            </a:srgbClr>
          </a:solidFill>
          <a:ln>
            <a:noFill/>
          </a:ln>
        </p:spPr>
      </p:sp>
      <p:sp>
        <p:nvSpPr>
          <p:cNvPr id="70" name="wm.whiteboard.126.54"/>
          <p:cNvSpPr/>
          <p:nvPr/>
        </p:nvSpPr>
        <p:spPr>
          <a:xfrm>
            <a:off x="1866900" y="914400"/>
            <a:ext cx="38100" cy="38100"/>
          </a:xfrm>
          <a:prstGeom prst="rect">
            <a:avLst/>
          </a:prstGeom>
          <a:solidFill>
            <a:srgbClr val="CED7E6">
              <a:alpha val="43386"/>
            </a:srgbClr>
          </a:solidFill>
          <a:ln>
            <a:noFill/>
          </a:ln>
        </p:spPr>
      </p:sp>
      <p:sp>
        <p:nvSpPr>
          <p:cNvPr id="71" name="wm.whiteboard.126.72"/>
          <p:cNvSpPr/>
          <p:nvPr/>
        </p:nvSpPr>
        <p:spPr>
          <a:xfrm>
            <a:off x="1866900" y="1143000"/>
            <a:ext cx="38100" cy="38100"/>
          </a:xfrm>
          <a:prstGeom prst="rect">
            <a:avLst/>
          </a:prstGeom>
          <a:solidFill>
            <a:srgbClr val="CED7E6">
              <a:alpha val="34598"/>
            </a:srgbClr>
          </a:solidFill>
          <a:ln>
            <a:noFill/>
          </a:ln>
        </p:spPr>
      </p:sp>
      <p:sp>
        <p:nvSpPr>
          <p:cNvPr id="72" name="wm.whiteboard.126.90"/>
          <p:cNvSpPr/>
          <p:nvPr/>
        </p:nvSpPr>
        <p:spPr>
          <a:xfrm>
            <a:off x="1866900" y="1371600"/>
            <a:ext cx="38100" cy="38100"/>
          </a:xfrm>
          <a:prstGeom prst="rect">
            <a:avLst/>
          </a:prstGeom>
          <a:solidFill>
            <a:srgbClr val="CED7E6">
              <a:alpha val="24223"/>
            </a:srgbClr>
          </a:solidFill>
          <a:ln>
            <a:noFill/>
          </a:ln>
        </p:spPr>
      </p:sp>
      <p:sp>
        <p:nvSpPr>
          <p:cNvPr id="73" name="wm.whiteboard.126.108"/>
          <p:cNvSpPr/>
          <p:nvPr/>
        </p:nvSpPr>
        <p:spPr>
          <a:xfrm>
            <a:off x="1866900" y="1600200"/>
            <a:ext cx="38100" cy="38100"/>
          </a:xfrm>
          <a:prstGeom prst="rect">
            <a:avLst/>
          </a:prstGeom>
          <a:solidFill>
            <a:srgbClr val="CED7E6">
              <a:alpha val="12610"/>
            </a:srgbClr>
          </a:solidFill>
          <a:ln>
            <a:noFill/>
          </a:ln>
        </p:spPr>
      </p:sp>
      <p:sp>
        <p:nvSpPr>
          <p:cNvPr id="74" name="wm.whiteboard.126.126"/>
          <p:cNvSpPr/>
          <p:nvPr/>
        </p:nvSpPr>
        <p:spPr>
          <a:xfrm>
            <a:off x="1866900" y="1828800"/>
            <a:ext cx="38100" cy="38100"/>
          </a:xfrm>
          <a:prstGeom prst="rect">
            <a:avLst/>
          </a:prstGeom>
          <a:solidFill>
            <a:srgbClr val="CED7E6">
              <a:alpha val="40"/>
            </a:srgbClr>
          </a:solidFill>
          <a:ln>
            <a:noFill/>
          </a:ln>
        </p:spPr>
      </p:sp>
      <p:sp>
        <p:nvSpPr>
          <p:cNvPr id="75" name="wm.whiteboard.144.0"/>
          <p:cNvSpPr/>
          <p:nvPr/>
        </p:nvSpPr>
        <p:spPr>
          <a:xfrm>
            <a:off x="2095500" y="228600"/>
            <a:ext cx="38100" cy="38100"/>
          </a:xfrm>
          <a:prstGeom prst="rect">
            <a:avLst/>
          </a:prstGeom>
          <a:solidFill>
            <a:srgbClr val="CED7E6">
              <a:alpha val="42471"/>
            </a:srgbClr>
          </a:solidFill>
          <a:ln>
            <a:noFill/>
          </a:ln>
        </p:spPr>
      </p:sp>
      <p:sp>
        <p:nvSpPr>
          <p:cNvPr id="76" name="wm.whiteboard.144.18"/>
          <p:cNvSpPr/>
          <p:nvPr/>
        </p:nvSpPr>
        <p:spPr>
          <a:xfrm>
            <a:off x="2095500" y="457200"/>
            <a:ext cx="38100" cy="38100"/>
          </a:xfrm>
          <a:prstGeom prst="rect">
            <a:avLst/>
          </a:prstGeom>
          <a:solidFill>
            <a:srgbClr val="CED7E6">
              <a:alpha val="41005"/>
            </a:srgbClr>
          </a:solidFill>
          <a:ln>
            <a:noFill/>
          </a:ln>
        </p:spPr>
      </p:sp>
      <p:sp>
        <p:nvSpPr>
          <p:cNvPr id="77" name="wm.whiteboard.144.36"/>
          <p:cNvSpPr/>
          <p:nvPr/>
        </p:nvSpPr>
        <p:spPr>
          <a:xfrm>
            <a:off x="2095500" y="685800"/>
            <a:ext cx="38100" cy="38100"/>
          </a:xfrm>
          <a:prstGeom prst="rect">
            <a:avLst/>
          </a:prstGeom>
          <a:solidFill>
            <a:srgbClr val="CED7E6">
              <a:alpha val="37120"/>
            </a:srgbClr>
          </a:solidFill>
          <a:ln>
            <a:noFill/>
          </a:ln>
        </p:spPr>
      </p:sp>
      <p:sp>
        <p:nvSpPr>
          <p:cNvPr id="78" name="wm.whiteboard.144.54"/>
          <p:cNvSpPr/>
          <p:nvPr/>
        </p:nvSpPr>
        <p:spPr>
          <a:xfrm>
            <a:off x="2095500" y="914400"/>
            <a:ext cx="38100" cy="38100"/>
          </a:xfrm>
          <a:prstGeom prst="rect">
            <a:avLst/>
          </a:prstGeom>
          <a:solidFill>
            <a:srgbClr val="CED7E6">
              <a:alpha val="31044"/>
            </a:srgbClr>
          </a:solidFill>
          <a:ln>
            <a:noFill/>
          </a:ln>
        </p:spPr>
      </p:sp>
      <p:sp>
        <p:nvSpPr>
          <p:cNvPr id="79" name="wm.whiteboard.144.72"/>
          <p:cNvSpPr/>
          <p:nvPr/>
        </p:nvSpPr>
        <p:spPr>
          <a:xfrm>
            <a:off x="2095500" y="1143000"/>
            <a:ext cx="38100" cy="38100"/>
          </a:xfrm>
          <a:prstGeom prst="rect">
            <a:avLst/>
          </a:prstGeom>
          <a:solidFill>
            <a:srgbClr val="CED7E6">
              <a:alpha val="23083"/>
            </a:srgbClr>
          </a:solidFill>
          <a:ln>
            <a:noFill/>
          </a:ln>
        </p:spPr>
      </p:sp>
      <p:sp>
        <p:nvSpPr>
          <p:cNvPr id="80" name="wm.whiteboard.144.90"/>
          <p:cNvSpPr/>
          <p:nvPr/>
        </p:nvSpPr>
        <p:spPr>
          <a:xfrm>
            <a:off x="2095500" y="1371600"/>
            <a:ext cx="38100" cy="38100"/>
          </a:xfrm>
          <a:prstGeom prst="rect">
            <a:avLst/>
          </a:prstGeom>
          <a:solidFill>
            <a:srgbClr val="CED7E6">
              <a:alpha val="13557"/>
            </a:srgbClr>
          </a:solidFill>
          <a:ln>
            <a:noFill/>
          </a:ln>
        </p:spPr>
      </p:sp>
      <p:sp>
        <p:nvSpPr>
          <p:cNvPr id="81" name="wm.whiteboard.144.108"/>
          <p:cNvSpPr/>
          <p:nvPr/>
        </p:nvSpPr>
        <p:spPr>
          <a:xfrm>
            <a:off x="2095500" y="1600200"/>
            <a:ext cx="38100" cy="38100"/>
          </a:xfrm>
          <a:prstGeom prst="rect">
            <a:avLst/>
          </a:prstGeom>
          <a:solidFill>
            <a:srgbClr val="CED7E6">
              <a:alpha val="2762"/>
            </a:srgbClr>
          </a:solidFill>
          <a:ln>
            <a:noFill/>
          </a:ln>
        </p:spPr>
      </p:sp>
      <p:sp>
        <p:nvSpPr>
          <p:cNvPr id="82" name="wm.whiteboard.162.0"/>
          <p:cNvSpPr/>
          <p:nvPr/>
        </p:nvSpPr>
        <p:spPr>
          <a:xfrm>
            <a:off x="2324100" y="228600"/>
            <a:ext cx="38100" cy="38100"/>
          </a:xfrm>
          <a:prstGeom prst="rect">
            <a:avLst/>
          </a:prstGeom>
          <a:solidFill>
            <a:srgbClr val="CED7E6">
              <a:alpha val="28695"/>
            </a:srgbClr>
          </a:solidFill>
          <a:ln>
            <a:noFill/>
          </a:ln>
        </p:spPr>
      </p:sp>
      <p:sp>
        <p:nvSpPr>
          <p:cNvPr id="83" name="wm.whiteboard.162.18"/>
          <p:cNvSpPr/>
          <p:nvPr/>
        </p:nvSpPr>
        <p:spPr>
          <a:xfrm>
            <a:off x="2324100" y="457200"/>
            <a:ext cx="38100" cy="38100"/>
          </a:xfrm>
          <a:prstGeom prst="rect">
            <a:avLst/>
          </a:prstGeom>
          <a:solidFill>
            <a:srgbClr val="CED7E6">
              <a:alpha val="27389"/>
            </a:srgbClr>
          </a:solidFill>
          <a:ln>
            <a:noFill/>
          </a:ln>
        </p:spPr>
      </p:sp>
      <p:sp>
        <p:nvSpPr>
          <p:cNvPr id="84" name="wm.whiteboard.162.36"/>
          <p:cNvSpPr/>
          <p:nvPr/>
        </p:nvSpPr>
        <p:spPr>
          <a:xfrm>
            <a:off x="2324100" y="685800"/>
            <a:ext cx="38100" cy="38100"/>
          </a:xfrm>
          <a:prstGeom prst="rect">
            <a:avLst/>
          </a:prstGeom>
          <a:solidFill>
            <a:srgbClr val="CED7E6">
              <a:alpha val="23910"/>
            </a:srgbClr>
          </a:solidFill>
          <a:ln>
            <a:noFill/>
          </a:ln>
        </p:spPr>
      </p:sp>
      <p:sp>
        <p:nvSpPr>
          <p:cNvPr id="85" name="wm.whiteboard.162.54"/>
          <p:cNvSpPr/>
          <p:nvPr/>
        </p:nvSpPr>
        <p:spPr>
          <a:xfrm>
            <a:off x="2324100" y="914400"/>
            <a:ext cx="38100" cy="38100"/>
          </a:xfrm>
          <a:prstGeom prst="rect">
            <a:avLst/>
          </a:prstGeom>
          <a:solidFill>
            <a:srgbClr val="CED7E6">
              <a:alpha val="18425"/>
            </a:srgbClr>
          </a:solidFill>
          <a:ln>
            <a:noFill/>
          </a:ln>
        </p:spPr>
      </p:sp>
      <p:sp>
        <p:nvSpPr>
          <p:cNvPr id="86" name="wm.whiteboard.162.72"/>
          <p:cNvSpPr/>
          <p:nvPr/>
        </p:nvSpPr>
        <p:spPr>
          <a:xfrm>
            <a:off x="2324100" y="1143000"/>
            <a:ext cx="38100" cy="38100"/>
          </a:xfrm>
          <a:prstGeom prst="rect">
            <a:avLst/>
          </a:prstGeom>
          <a:solidFill>
            <a:srgbClr val="CED7E6">
              <a:alpha val="11167"/>
            </a:srgbClr>
          </a:solidFill>
          <a:ln>
            <a:noFill/>
          </a:ln>
        </p:spPr>
      </p:sp>
      <p:sp>
        <p:nvSpPr>
          <p:cNvPr id="87" name="wm.whiteboard.162.90"/>
          <p:cNvSpPr/>
          <p:nvPr/>
        </p:nvSpPr>
        <p:spPr>
          <a:xfrm>
            <a:off x="2324100" y="1371600"/>
            <a:ext cx="38100" cy="38100"/>
          </a:xfrm>
          <a:prstGeom prst="rect">
            <a:avLst/>
          </a:prstGeom>
          <a:solidFill>
            <a:srgbClr val="CED7E6">
              <a:alpha val="2388"/>
            </a:srgbClr>
          </a:solidFill>
          <a:ln>
            <a:noFill/>
          </a:ln>
        </p:spPr>
      </p:sp>
      <p:sp>
        <p:nvSpPr>
          <p:cNvPr id="88" name="wm.whiteboard.180.0"/>
          <p:cNvSpPr/>
          <p:nvPr/>
        </p:nvSpPr>
        <p:spPr>
          <a:xfrm>
            <a:off x="2552700" y="228600"/>
            <a:ext cx="38100" cy="38100"/>
          </a:xfrm>
          <a:prstGeom prst="rect">
            <a:avLst/>
          </a:prstGeom>
          <a:solidFill>
            <a:srgbClr val="CED7E6">
              <a:alpha val="14918"/>
            </a:srgbClr>
          </a:solidFill>
          <a:ln>
            <a:noFill/>
          </a:ln>
        </p:spPr>
      </p:sp>
      <p:sp>
        <p:nvSpPr>
          <p:cNvPr id="89" name="wm.whiteboard.180.18"/>
          <p:cNvSpPr/>
          <p:nvPr/>
        </p:nvSpPr>
        <p:spPr>
          <a:xfrm>
            <a:off x="2552700" y="457200"/>
            <a:ext cx="38100" cy="38100"/>
          </a:xfrm>
          <a:prstGeom prst="rect">
            <a:avLst/>
          </a:prstGeom>
          <a:solidFill>
            <a:srgbClr val="CED7E6">
              <a:alpha val="13741"/>
            </a:srgbClr>
          </a:solidFill>
          <a:ln>
            <a:noFill/>
          </a:ln>
        </p:spPr>
      </p:sp>
      <p:sp>
        <p:nvSpPr>
          <p:cNvPr id="90" name="wm.whiteboard.180.36"/>
          <p:cNvSpPr/>
          <p:nvPr/>
        </p:nvSpPr>
        <p:spPr>
          <a:xfrm>
            <a:off x="2552700" y="685800"/>
            <a:ext cx="38100" cy="38100"/>
          </a:xfrm>
          <a:prstGeom prst="rect">
            <a:avLst/>
          </a:prstGeom>
          <a:solidFill>
            <a:srgbClr val="CED7E6">
              <a:alpha val="10593"/>
            </a:srgbClr>
          </a:solidFill>
          <a:ln>
            <a:noFill/>
          </a:ln>
        </p:spPr>
      </p:sp>
      <p:sp>
        <p:nvSpPr>
          <p:cNvPr id="91" name="wm.whiteboard.180.54"/>
          <p:cNvSpPr/>
          <p:nvPr/>
        </p:nvSpPr>
        <p:spPr>
          <a:xfrm>
            <a:off x="2552700" y="914400"/>
            <a:ext cx="38100" cy="38100"/>
          </a:xfrm>
          <a:prstGeom prst="rect">
            <a:avLst/>
          </a:prstGeom>
          <a:solidFill>
            <a:srgbClr val="CED7E6">
              <a:alpha val="5600"/>
            </a:srgbClr>
          </a:solidFill>
          <a:ln>
            <a:noFill/>
          </a:ln>
        </p:spPr>
      </p:sp>
      <p:sp>
        <p:nvSpPr>
          <p:cNvPr id="92" name="wm.whiteboard.198.0"/>
          <p:cNvSpPr/>
          <p:nvPr/>
        </p:nvSpPr>
        <p:spPr>
          <a:xfrm>
            <a:off x="2781300" y="228600"/>
            <a:ext cx="38100" cy="38100"/>
          </a:xfrm>
          <a:prstGeom prst="rect">
            <a:avLst/>
          </a:prstGeom>
          <a:solidFill>
            <a:srgbClr val="CED7E6">
              <a:alpha val="1142"/>
            </a:srgbClr>
          </a:solidFill>
          <a:ln>
            <a:noFill/>
          </a:ln>
        </p:spPr>
      </p:sp>
      <p:sp>
        <p:nvSpPr>
          <p:cNvPr id="93" name="wm.whiteboard.198.18"/>
          <p:cNvSpPr/>
          <p:nvPr/>
        </p:nvSpPr>
        <p:spPr>
          <a:xfrm>
            <a:off x="2781300" y="457200"/>
            <a:ext cx="38100" cy="38100"/>
          </a:xfrm>
          <a:prstGeom prst="rect">
            <a:avLst/>
          </a:prstGeom>
          <a:solidFill>
            <a:srgbClr val="CED7E6">
              <a:alpha val="69"/>
            </a:srgbClr>
          </a:solidFill>
          <a:ln>
            <a:noFill/>
          </a:ln>
        </p:spPr>
      </p:sp>
      <p:sp>
        <p:nvSpPr>
          <p:cNvPr id="94" name="wm.header.rule"/>
          <p:cNvSpPr/>
          <p:nvPr/>
        </p:nvSpPr>
        <p:spPr>
          <a:xfrm>
            <a:off x="723900" y="1828800"/>
            <a:ext cx="7086600" cy="9525"/>
          </a:xfrm>
          <a:prstGeom prst="rect">
            <a:avLst/>
          </a:prstGeom>
          <a:solidFill>
            <a:srgbClr val="CED7E6"/>
          </a:solidFill>
          <a:ln>
            <a:noFill/>
          </a:ln>
        </p:spPr>
      </p:sp>
      <p:pic>
        <p:nvPicPr>
          <p:cNvPr id="95"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210300"/>
            <a:ext cx="729403" cy="152400"/>
          </a:xfrm>
          <a:prstGeom prst="rect">
            <a:avLst/>
          </a:prstGeom>
        </p:spPr>
      </p:pic>
      <p:sp>
        <p:nvSpPr>
          <p:cNvPr id="96" name="wm.legal"/>
          <p:cNvSpPr/>
          <p:nvPr/>
        </p:nvSpPr>
        <p:spPr>
          <a:xfrm>
            <a:off x="2171700" y="6172200"/>
            <a:ext cx="89154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wmds.frame.dd5aea566f1027c5fff0">
    <p:bg>
      <p:bgPr>
        <a:solidFill>
          <a:srgbClr val="FFFFFF"/>
        </a:solidFill>
      </p:bgPr>
    </p:bg>
    <p:spTree>
      <p:nvGrpSpPr>
        <p:cNvPr id="1" name=""/>
        <p:cNvGrpSpPr/>
        <p:nvPr/>
      </p:nvGrpSpPr>
      <p:grpSpPr>
        <a:xfrm>
          <a:off x="0" y="0"/>
          <a:ext cx="0" cy="0"/>
          <a:chOff x="0" y="0"/>
          <a:chExt cx="0" cy="0"/>
        </a:xfrm>
      </p:grpSpPr>
      <p:sp>
        <p:nvSpPr>
          <p:cNvPr id="2" name="wm.rail"/>
          <p:cNvSpPr/>
          <p:nvPr/>
        </p:nvSpPr>
        <p:spPr>
          <a:xfrm>
            <a:off x="8724900" y="0"/>
            <a:ext cx="3467100" cy="6858000"/>
          </a:xfrm>
          <a:prstGeom prst="rect">
            <a:avLst/>
          </a:prstGeom>
          <a:solidFill>
            <a:srgbClr val="070154"/>
          </a:solidFill>
          <a:ln>
            <a:noFill/>
          </a:ln>
        </p:spPr>
      </p:sp>
      <p:sp>
        <p:nvSpPr>
          <p:cNvPr id="3" name="wm.footer.rule"/>
          <p:cNvSpPr/>
          <p:nvPr/>
        </p:nvSpPr>
        <p:spPr>
          <a:xfrm>
            <a:off x="723900" y="6057900"/>
            <a:ext cx="7086600" cy="9525"/>
          </a:xfrm>
          <a:prstGeom prst="rect">
            <a:avLst/>
          </a:prstGeom>
          <a:solidFill>
            <a:srgbClr val="CED7E6"/>
          </a:solidFill>
          <a:ln>
            <a:noFill/>
          </a:ln>
        </p:spPr>
      </p:sp>
      <p:sp>
        <p:nvSpPr>
          <p:cNvPr id="4" name="wm.whiteboard.0.0"/>
          <p:cNvSpPr/>
          <p:nvPr/>
        </p:nvSpPr>
        <p:spPr>
          <a:xfrm>
            <a:off x="266700" y="228600"/>
            <a:ext cx="38100" cy="38100"/>
          </a:xfrm>
          <a:prstGeom prst="rect">
            <a:avLst/>
          </a:prstGeom>
          <a:solidFill>
            <a:srgbClr val="CED7E6"/>
          </a:solidFill>
          <a:ln>
            <a:noFill/>
          </a:ln>
        </p:spPr>
      </p:sp>
      <p:sp>
        <p:nvSpPr>
          <p:cNvPr id="5" name="wm.whiteboard.0.18"/>
          <p:cNvSpPr/>
          <p:nvPr/>
        </p:nvSpPr>
        <p:spPr>
          <a:xfrm>
            <a:off x="266700" y="457200"/>
            <a:ext cx="38100" cy="38100"/>
          </a:xfrm>
          <a:prstGeom prst="rect">
            <a:avLst/>
          </a:prstGeom>
          <a:solidFill>
            <a:srgbClr val="CED7E6"/>
          </a:solidFill>
          <a:ln>
            <a:noFill/>
          </a:ln>
        </p:spPr>
      </p:sp>
      <p:sp>
        <p:nvSpPr>
          <p:cNvPr id="6" name="wm.whiteboard.0.36"/>
          <p:cNvSpPr/>
          <p:nvPr/>
        </p:nvSpPr>
        <p:spPr>
          <a:xfrm>
            <a:off x="266700" y="685800"/>
            <a:ext cx="38100" cy="38100"/>
          </a:xfrm>
          <a:prstGeom prst="rect">
            <a:avLst/>
          </a:prstGeom>
          <a:solidFill>
            <a:srgbClr val="CED7E6"/>
          </a:solidFill>
          <a:ln>
            <a:noFill/>
          </a:ln>
        </p:spPr>
      </p:sp>
      <p:sp>
        <p:nvSpPr>
          <p:cNvPr id="7" name="wm.whiteboard.0.54"/>
          <p:cNvSpPr/>
          <p:nvPr/>
        </p:nvSpPr>
        <p:spPr>
          <a:xfrm>
            <a:off x="266700" y="914400"/>
            <a:ext cx="38100" cy="38100"/>
          </a:xfrm>
          <a:prstGeom prst="rect">
            <a:avLst/>
          </a:prstGeom>
          <a:solidFill>
            <a:srgbClr val="CED7E6"/>
          </a:solidFill>
          <a:ln>
            <a:noFill/>
          </a:ln>
        </p:spPr>
      </p:sp>
      <p:sp>
        <p:nvSpPr>
          <p:cNvPr id="8" name="wm.whiteboard.0.72"/>
          <p:cNvSpPr/>
          <p:nvPr/>
        </p:nvSpPr>
        <p:spPr>
          <a:xfrm>
            <a:off x="266700" y="1143000"/>
            <a:ext cx="38100" cy="38100"/>
          </a:xfrm>
          <a:prstGeom prst="rect">
            <a:avLst/>
          </a:prstGeom>
          <a:solidFill>
            <a:srgbClr val="CED7E6">
              <a:alpha val="85305"/>
            </a:srgbClr>
          </a:solidFill>
          <a:ln>
            <a:noFill/>
          </a:ln>
        </p:spPr>
      </p:sp>
      <p:sp>
        <p:nvSpPr>
          <p:cNvPr id="9" name="wm.whiteboard.0.90"/>
          <p:cNvSpPr/>
          <p:nvPr/>
        </p:nvSpPr>
        <p:spPr>
          <a:xfrm>
            <a:off x="266700" y="1371600"/>
            <a:ext cx="38100" cy="38100"/>
          </a:xfrm>
          <a:prstGeom prst="rect">
            <a:avLst/>
          </a:prstGeom>
          <a:solidFill>
            <a:srgbClr val="CED7E6">
              <a:alpha val="68524"/>
            </a:srgbClr>
          </a:solidFill>
          <a:ln>
            <a:noFill/>
          </a:ln>
        </p:spPr>
      </p:sp>
      <p:sp>
        <p:nvSpPr>
          <p:cNvPr id="10" name="wm.whiteboard.0.108"/>
          <p:cNvSpPr/>
          <p:nvPr/>
        </p:nvSpPr>
        <p:spPr>
          <a:xfrm>
            <a:off x="266700" y="1600200"/>
            <a:ext cx="38100" cy="38100"/>
          </a:xfrm>
          <a:prstGeom prst="rect">
            <a:avLst/>
          </a:prstGeom>
          <a:solidFill>
            <a:srgbClr val="CED7E6">
              <a:alpha val="51742"/>
            </a:srgbClr>
          </a:solidFill>
          <a:ln>
            <a:noFill/>
          </a:ln>
        </p:spPr>
      </p:sp>
      <p:sp>
        <p:nvSpPr>
          <p:cNvPr id="11" name="wm.whiteboard.0.126"/>
          <p:cNvSpPr/>
          <p:nvPr/>
        </p:nvSpPr>
        <p:spPr>
          <a:xfrm>
            <a:off x="266700" y="1828800"/>
            <a:ext cx="38100" cy="38100"/>
          </a:xfrm>
          <a:prstGeom prst="rect">
            <a:avLst/>
          </a:prstGeom>
          <a:solidFill>
            <a:srgbClr val="CED7E6">
              <a:alpha val="34959"/>
            </a:srgbClr>
          </a:solidFill>
          <a:ln>
            <a:noFill/>
          </a:ln>
        </p:spPr>
      </p:sp>
      <p:sp>
        <p:nvSpPr>
          <p:cNvPr id="12" name="wm.whiteboard.0.144"/>
          <p:cNvSpPr/>
          <p:nvPr/>
        </p:nvSpPr>
        <p:spPr>
          <a:xfrm>
            <a:off x="266700" y="2057400"/>
            <a:ext cx="38100" cy="38100"/>
          </a:xfrm>
          <a:prstGeom prst="rect">
            <a:avLst/>
          </a:prstGeom>
          <a:solidFill>
            <a:srgbClr val="CED7E6">
              <a:alpha val="18177"/>
            </a:srgbClr>
          </a:solidFill>
          <a:ln>
            <a:noFill/>
          </a:ln>
        </p:spPr>
      </p:sp>
      <p:sp>
        <p:nvSpPr>
          <p:cNvPr id="13" name="wm.whiteboard.0.162"/>
          <p:cNvSpPr/>
          <p:nvPr/>
        </p:nvSpPr>
        <p:spPr>
          <a:xfrm>
            <a:off x="266700" y="2286000"/>
            <a:ext cx="38100" cy="38100"/>
          </a:xfrm>
          <a:prstGeom prst="rect">
            <a:avLst/>
          </a:prstGeom>
          <a:solidFill>
            <a:srgbClr val="CED7E6">
              <a:alpha val="1394"/>
            </a:srgbClr>
          </a:solidFill>
          <a:ln>
            <a:noFill/>
          </a:ln>
        </p:spPr>
      </p:sp>
      <p:sp>
        <p:nvSpPr>
          <p:cNvPr id="14" name="wm.whiteboard.18.0"/>
          <p:cNvSpPr/>
          <p:nvPr/>
        </p:nvSpPr>
        <p:spPr>
          <a:xfrm>
            <a:off x="495300" y="228600"/>
            <a:ext cx="38100" cy="38100"/>
          </a:xfrm>
          <a:prstGeom prst="rect">
            <a:avLst/>
          </a:prstGeom>
          <a:solidFill>
            <a:srgbClr val="CED7E6"/>
          </a:solidFill>
          <a:ln>
            <a:noFill/>
          </a:ln>
        </p:spPr>
      </p:sp>
      <p:sp>
        <p:nvSpPr>
          <p:cNvPr id="15" name="wm.whiteboard.18.18"/>
          <p:cNvSpPr/>
          <p:nvPr/>
        </p:nvSpPr>
        <p:spPr>
          <a:xfrm>
            <a:off x="495300" y="457200"/>
            <a:ext cx="38100" cy="38100"/>
          </a:xfrm>
          <a:prstGeom prst="rect">
            <a:avLst/>
          </a:prstGeom>
          <a:solidFill>
            <a:srgbClr val="CED7E6"/>
          </a:solidFill>
          <a:ln>
            <a:noFill/>
          </a:ln>
        </p:spPr>
      </p:sp>
      <p:sp>
        <p:nvSpPr>
          <p:cNvPr id="16" name="wm.whiteboard.18.36"/>
          <p:cNvSpPr/>
          <p:nvPr/>
        </p:nvSpPr>
        <p:spPr>
          <a:xfrm>
            <a:off x="495300" y="685800"/>
            <a:ext cx="38100" cy="38100"/>
          </a:xfrm>
          <a:prstGeom prst="rect">
            <a:avLst/>
          </a:prstGeom>
          <a:solidFill>
            <a:srgbClr val="CED7E6"/>
          </a:solidFill>
          <a:ln>
            <a:noFill/>
          </a:ln>
        </p:spPr>
      </p:sp>
      <p:sp>
        <p:nvSpPr>
          <p:cNvPr id="17" name="wm.whiteboard.18.54"/>
          <p:cNvSpPr/>
          <p:nvPr/>
        </p:nvSpPr>
        <p:spPr>
          <a:xfrm>
            <a:off x="495300" y="914400"/>
            <a:ext cx="38100" cy="38100"/>
          </a:xfrm>
          <a:prstGeom prst="rect">
            <a:avLst/>
          </a:prstGeom>
          <a:solidFill>
            <a:srgbClr val="CED7E6">
              <a:alpha val="99988"/>
            </a:srgbClr>
          </a:solidFill>
          <a:ln>
            <a:noFill/>
          </a:ln>
        </p:spPr>
      </p:sp>
      <p:sp>
        <p:nvSpPr>
          <p:cNvPr id="18" name="wm.whiteboard.18.72"/>
          <p:cNvSpPr/>
          <p:nvPr/>
        </p:nvSpPr>
        <p:spPr>
          <a:xfrm>
            <a:off x="495300" y="1143000"/>
            <a:ext cx="38100" cy="38100"/>
          </a:xfrm>
          <a:prstGeom prst="rect">
            <a:avLst/>
          </a:prstGeom>
          <a:solidFill>
            <a:srgbClr val="CED7E6">
              <a:alpha val="83708"/>
            </a:srgbClr>
          </a:solidFill>
          <a:ln>
            <a:noFill/>
          </a:ln>
        </p:spPr>
      </p:sp>
      <p:sp>
        <p:nvSpPr>
          <p:cNvPr id="19" name="wm.whiteboard.18.90"/>
          <p:cNvSpPr/>
          <p:nvPr/>
        </p:nvSpPr>
        <p:spPr>
          <a:xfrm>
            <a:off x="495300" y="1371600"/>
            <a:ext cx="38100" cy="38100"/>
          </a:xfrm>
          <a:prstGeom prst="rect">
            <a:avLst/>
          </a:prstGeom>
          <a:solidFill>
            <a:srgbClr val="CED7E6">
              <a:alpha val="67236"/>
            </a:srgbClr>
          </a:solidFill>
          <a:ln>
            <a:noFill/>
          </a:ln>
        </p:spPr>
      </p:sp>
      <p:sp>
        <p:nvSpPr>
          <p:cNvPr id="20" name="wm.whiteboard.18.108"/>
          <p:cNvSpPr/>
          <p:nvPr/>
        </p:nvSpPr>
        <p:spPr>
          <a:xfrm>
            <a:off x="495300" y="1600200"/>
            <a:ext cx="38100" cy="38100"/>
          </a:xfrm>
          <a:prstGeom prst="rect">
            <a:avLst/>
          </a:prstGeom>
          <a:solidFill>
            <a:srgbClr val="CED7E6">
              <a:alpha val="50663"/>
            </a:srgbClr>
          </a:solidFill>
          <a:ln>
            <a:noFill/>
          </a:ln>
        </p:spPr>
      </p:sp>
      <p:sp>
        <p:nvSpPr>
          <p:cNvPr id="21" name="wm.whiteboard.18.126"/>
          <p:cNvSpPr/>
          <p:nvPr/>
        </p:nvSpPr>
        <p:spPr>
          <a:xfrm>
            <a:off x="495300" y="1828800"/>
            <a:ext cx="38100" cy="38100"/>
          </a:xfrm>
          <a:prstGeom prst="rect">
            <a:avLst/>
          </a:prstGeom>
          <a:solidFill>
            <a:srgbClr val="CED7E6">
              <a:alpha val="34032"/>
            </a:srgbClr>
          </a:solidFill>
          <a:ln>
            <a:noFill/>
          </a:ln>
        </p:spPr>
      </p:sp>
      <p:sp>
        <p:nvSpPr>
          <p:cNvPr id="22" name="wm.whiteboard.18.144"/>
          <p:cNvSpPr/>
          <p:nvPr/>
        </p:nvSpPr>
        <p:spPr>
          <a:xfrm>
            <a:off x="495300" y="2057400"/>
            <a:ext cx="38100" cy="38100"/>
          </a:xfrm>
          <a:prstGeom prst="rect">
            <a:avLst/>
          </a:prstGeom>
          <a:solidFill>
            <a:srgbClr val="CED7E6">
              <a:alpha val="17363"/>
            </a:srgbClr>
          </a:solidFill>
          <a:ln>
            <a:noFill/>
          </a:ln>
        </p:spPr>
      </p:sp>
      <p:sp>
        <p:nvSpPr>
          <p:cNvPr id="23" name="wm.whiteboard.18.162"/>
          <p:cNvSpPr/>
          <p:nvPr/>
        </p:nvSpPr>
        <p:spPr>
          <a:xfrm>
            <a:off x="495300" y="2286000"/>
            <a:ext cx="38100" cy="38100"/>
          </a:xfrm>
          <a:prstGeom prst="rect">
            <a:avLst/>
          </a:prstGeom>
          <a:solidFill>
            <a:srgbClr val="CED7E6">
              <a:alpha val="670"/>
            </a:srgbClr>
          </a:solidFill>
          <a:ln>
            <a:noFill/>
          </a:ln>
        </p:spPr>
      </p:sp>
      <p:sp>
        <p:nvSpPr>
          <p:cNvPr id="24" name="wm.whiteboard.36.0"/>
          <p:cNvSpPr/>
          <p:nvPr/>
        </p:nvSpPr>
        <p:spPr>
          <a:xfrm>
            <a:off x="723900" y="228600"/>
            <a:ext cx="38100" cy="38100"/>
          </a:xfrm>
          <a:prstGeom prst="rect">
            <a:avLst/>
          </a:prstGeom>
          <a:solidFill>
            <a:srgbClr val="CED7E6"/>
          </a:solidFill>
          <a:ln>
            <a:noFill/>
          </a:ln>
        </p:spPr>
      </p:sp>
      <p:sp>
        <p:nvSpPr>
          <p:cNvPr id="25" name="wm.whiteboard.36.18"/>
          <p:cNvSpPr/>
          <p:nvPr/>
        </p:nvSpPr>
        <p:spPr>
          <a:xfrm>
            <a:off x="723900" y="457200"/>
            <a:ext cx="38100" cy="38100"/>
          </a:xfrm>
          <a:prstGeom prst="rect">
            <a:avLst/>
          </a:prstGeom>
          <a:solidFill>
            <a:srgbClr val="CED7E6"/>
          </a:solidFill>
          <a:ln>
            <a:noFill/>
          </a:ln>
        </p:spPr>
      </p:sp>
      <p:sp>
        <p:nvSpPr>
          <p:cNvPr id="26" name="wm.whiteboard.36.36"/>
          <p:cNvSpPr/>
          <p:nvPr/>
        </p:nvSpPr>
        <p:spPr>
          <a:xfrm>
            <a:off x="723900" y="685800"/>
            <a:ext cx="38100" cy="38100"/>
          </a:xfrm>
          <a:prstGeom prst="rect">
            <a:avLst/>
          </a:prstGeom>
          <a:solidFill>
            <a:srgbClr val="CED7E6"/>
          </a:solidFill>
          <a:ln>
            <a:noFill/>
          </a:ln>
        </p:spPr>
      </p:sp>
      <p:sp>
        <p:nvSpPr>
          <p:cNvPr id="27" name="wm.whiteboard.36.54"/>
          <p:cNvSpPr/>
          <p:nvPr/>
        </p:nvSpPr>
        <p:spPr>
          <a:xfrm>
            <a:off x="723900" y="914400"/>
            <a:ext cx="38100" cy="38100"/>
          </a:xfrm>
          <a:prstGeom prst="rect">
            <a:avLst/>
          </a:prstGeom>
          <a:solidFill>
            <a:srgbClr val="CED7E6">
              <a:alpha val="94671"/>
            </a:srgbClr>
          </a:solidFill>
          <a:ln>
            <a:noFill/>
          </a:ln>
        </p:spPr>
      </p:sp>
      <p:sp>
        <p:nvSpPr>
          <p:cNvPr id="28" name="wm.whiteboard.36.72"/>
          <p:cNvSpPr/>
          <p:nvPr/>
        </p:nvSpPr>
        <p:spPr>
          <a:xfrm>
            <a:off x="723900" y="1143000"/>
            <a:ext cx="38100" cy="38100"/>
          </a:xfrm>
          <a:prstGeom prst="rect">
            <a:avLst/>
          </a:prstGeom>
          <a:solidFill>
            <a:srgbClr val="CED7E6">
              <a:alpha val="79547"/>
            </a:srgbClr>
          </a:solidFill>
          <a:ln>
            <a:noFill/>
          </a:ln>
        </p:spPr>
      </p:sp>
      <p:sp>
        <p:nvSpPr>
          <p:cNvPr id="29" name="wm.whiteboard.36.90"/>
          <p:cNvSpPr/>
          <p:nvPr/>
        </p:nvSpPr>
        <p:spPr>
          <a:xfrm>
            <a:off x="723900" y="1371600"/>
            <a:ext cx="38100" cy="38100"/>
          </a:xfrm>
          <a:prstGeom prst="rect">
            <a:avLst/>
          </a:prstGeom>
          <a:solidFill>
            <a:srgbClr val="CED7E6">
              <a:alpha val="63833"/>
            </a:srgbClr>
          </a:solidFill>
          <a:ln>
            <a:noFill/>
          </a:ln>
        </p:spPr>
      </p:sp>
      <p:sp>
        <p:nvSpPr>
          <p:cNvPr id="30" name="wm.whiteboard.36.108"/>
          <p:cNvSpPr/>
          <p:nvPr/>
        </p:nvSpPr>
        <p:spPr>
          <a:xfrm>
            <a:off x="723900" y="1600200"/>
            <a:ext cx="38100" cy="38100"/>
          </a:xfrm>
          <a:prstGeom prst="rect">
            <a:avLst/>
          </a:prstGeom>
          <a:solidFill>
            <a:srgbClr val="CED7E6">
              <a:alpha val="47790"/>
            </a:srgbClr>
          </a:solidFill>
          <a:ln>
            <a:noFill/>
          </a:ln>
        </p:spPr>
      </p:sp>
      <p:sp>
        <p:nvSpPr>
          <p:cNvPr id="31" name="wm.whiteboard.36.126"/>
          <p:cNvSpPr/>
          <p:nvPr/>
        </p:nvSpPr>
        <p:spPr>
          <a:xfrm>
            <a:off x="723900" y="1828800"/>
            <a:ext cx="38100" cy="38100"/>
          </a:xfrm>
          <a:prstGeom prst="rect">
            <a:avLst/>
          </a:prstGeom>
          <a:solidFill>
            <a:srgbClr val="CED7E6">
              <a:alpha val="31549"/>
            </a:srgbClr>
          </a:solidFill>
          <a:ln>
            <a:noFill/>
          </a:ln>
        </p:spPr>
      </p:sp>
      <p:sp>
        <p:nvSpPr>
          <p:cNvPr id="32" name="wm.whiteboard.36.144"/>
          <p:cNvSpPr/>
          <p:nvPr/>
        </p:nvSpPr>
        <p:spPr>
          <a:xfrm>
            <a:off x="723900" y="2057400"/>
            <a:ext cx="38100" cy="38100"/>
          </a:xfrm>
          <a:prstGeom prst="rect">
            <a:avLst/>
          </a:prstGeom>
          <a:solidFill>
            <a:srgbClr val="CED7E6">
              <a:alpha val="15179"/>
            </a:srgbClr>
          </a:solidFill>
          <a:ln>
            <a:noFill/>
          </a:ln>
        </p:spPr>
      </p:sp>
      <p:sp>
        <p:nvSpPr>
          <p:cNvPr id="33" name="wm.whiteboard.54.0"/>
          <p:cNvSpPr/>
          <p:nvPr/>
        </p:nvSpPr>
        <p:spPr>
          <a:xfrm>
            <a:off x="952500" y="228600"/>
            <a:ext cx="38100" cy="38100"/>
          </a:xfrm>
          <a:prstGeom prst="rect">
            <a:avLst/>
          </a:prstGeom>
          <a:solidFill>
            <a:srgbClr val="CED7E6"/>
          </a:solidFill>
          <a:ln>
            <a:noFill/>
          </a:ln>
        </p:spPr>
      </p:sp>
      <p:sp>
        <p:nvSpPr>
          <p:cNvPr id="34" name="wm.whiteboard.54.18"/>
          <p:cNvSpPr/>
          <p:nvPr/>
        </p:nvSpPr>
        <p:spPr>
          <a:xfrm>
            <a:off x="952500" y="457200"/>
            <a:ext cx="38100" cy="38100"/>
          </a:xfrm>
          <a:prstGeom prst="rect">
            <a:avLst/>
          </a:prstGeom>
          <a:solidFill>
            <a:srgbClr val="CED7E6"/>
          </a:solidFill>
          <a:ln>
            <a:noFill/>
          </a:ln>
        </p:spPr>
      </p:sp>
      <p:sp>
        <p:nvSpPr>
          <p:cNvPr id="35" name="wm.whiteboard.54.36"/>
          <p:cNvSpPr/>
          <p:nvPr/>
        </p:nvSpPr>
        <p:spPr>
          <a:xfrm>
            <a:off x="952500" y="685800"/>
            <a:ext cx="38100" cy="38100"/>
          </a:xfrm>
          <a:prstGeom prst="rect">
            <a:avLst/>
          </a:prstGeom>
          <a:solidFill>
            <a:srgbClr val="CED7E6">
              <a:alpha val="98827"/>
            </a:srgbClr>
          </a:solidFill>
          <a:ln>
            <a:noFill/>
          </a:ln>
        </p:spPr>
      </p:sp>
      <p:sp>
        <p:nvSpPr>
          <p:cNvPr id="36" name="wm.whiteboard.54.54"/>
          <p:cNvSpPr/>
          <p:nvPr/>
        </p:nvSpPr>
        <p:spPr>
          <a:xfrm>
            <a:off x="952500" y="914400"/>
            <a:ext cx="38100" cy="38100"/>
          </a:xfrm>
          <a:prstGeom prst="rect">
            <a:avLst/>
          </a:prstGeom>
          <a:solidFill>
            <a:srgbClr val="CED7E6">
              <a:alpha val="86895"/>
            </a:srgbClr>
          </a:solidFill>
          <a:ln>
            <a:noFill/>
          </a:ln>
        </p:spPr>
      </p:sp>
      <p:sp>
        <p:nvSpPr>
          <p:cNvPr id="37" name="wm.whiteboard.54.72"/>
          <p:cNvSpPr/>
          <p:nvPr/>
        </p:nvSpPr>
        <p:spPr>
          <a:xfrm>
            <a:off x="952500" y="1143000"/>
            <a:ext cx="38100" cy="38100"/>
          </a:xfrm>
          <a:prstGeom prst="rect">
            <a:avLst/>
          </a:prstGeom>
          <a:solidFill>
            <a:srgbClr val="CED7E6">
              <a:alpha val="73217"/>
            </a:srgbClr>
          </a:solidFill>
          <a:ln>
            <a:noFill/>
          </a:ln>
        </p:spPr>
      </p:sp>
      <p:sp>
        <p:nvSpPr>
          <p:cNvPr id="38" name="wm.whiteboard.54.90"/>
          <p:cNvSpPr/>
          <p:nvPr/>
        </p:nvSpPr>
        <p:spPr>
          <a:xfrm>
            <a:off x="952500" y="1371600"/>
            <a:ext cx="38100" cy="38100"/>
          </a:xfrm>
          <a:prstGeom prst="rect">
            <a:avLst/>
          </a:prstGeom>
          <a:solidFill>
            <a:srgbClr val="CED7E6">
              <a:alpha val="58541"/>
            </a:srgbClr>
          </a:solidFill>
          <a:ln>
            <a:noFill/>
          </a:ln>
        </p:spPr>
      </p:sp>
      <p:sp>
        <p:nvSpPr>
          <p:cNvPr id="39" name="wm.whiteboard.54.108"/>
          <p:cNvSpPr/>
          <p:nvPr/>
        </p:nvSpPr>
        <p:spPr>
          <a:xfrm>
            <a:off x="952500" y="1600200"/>
            <a:ext cx="38100" cy="38100"/>
          </a:xfrm>
          <a:prstGeom prst="rect">
            <a:avLst/>
          </a:prstGeom>
          <a:solidFill>
            <a:srgbClr val="CED7E6">
              <a:alpha val="43263"/>
            </a:srgbClr>
          </a:solidFill>
          <a:ln>
            <a:noFill/>
          </a:ln>
        </p:spPr>
      </p:sp>
      <p:sp>
        <p:nvSpPr>
          <p:cNvPr id="40" name="wm.whiteboard.54.126"/>
          <p:cNvSpPr/>
          <p:nvPr/>
        </p:nvSpPr>
        <p:spPr>
          <a:xfrm>
            <a:off x="952500" y="1828800"/>
            <a:ext cx="38100" cy="38100"/>
          </a:xfrm>
          <a:prstGeom prst="rect">
            <a:avLst/>
          </a:prstGeom>
          <a:solidFill>
            <a:srgbClr val="CED7E6">
              <a:alpha val="27603"/>
            </a:srgbClr>
          </a:solidFill>
          <a:ln>
            <a:noFill/>
          </a:ln>
        </p:spPr>
      </p:sp>
      <p:sp>
        <p:nvSpPr>
          <p:cNvPr id="41" name="wm.whiteboard.54.144"/>
          <p:cNvSpPr/>
          <p:nvPr/>
        </p:nvSpPr>
        <p:spPr>
          <a:xfrm>
            <a:off x="952500" y="2057400"/>
            <a:ext cx="38100" cy="38100"/>
          </a:xfrm>
          <a:prstGeom prst="rect">
            <a:avLst/>
          </a:prstGeom>
          <a:solidFill>
            <a:srgbClr val="CED7E6">
              <a:alpha val="11687"/>
            </a:srgbClr>
          </a:solidFill>
          <a:ln>
            <a:noFill/>
          </a:ln>
        </p:spPr>
      </p:sp>
      <p:sp>
        <p:nvSpPr>
          <p:cNvPr id="42" name="wm.whiteboard.72.0"/>
          <p:cNvSpPr/>
          <p:nvPr/>
        </p:nvSpPr>
        <p:spPr>
          <a:xfrm>
            <a:off x="1181100" y="228600"/>
            <a:ext cx="38100" cy="38100"/>
          </a:xfrm>
          <a:prstGeom prst="rect">
            <a:avLst/>
          </a:prstGeom>
          <a:solidFill>
            <a:srgbClr val="CED7E6">
              <a:alpha val="97572"/>
            </a:srgbClr>
          </a:solidFill>
          <a:ln>
            <a:noFill/>
          </a:ln>
        </p:spPr>
      </p:sp>
      <p:sp>
        <p:nvSpPr>
          <p:cNvPr id="43" name="wm.whiteboard.72.18"/>
          <p:cNvSpPr/>
          <p:nvPr/>
        </p:nvSpPr>
        <p:spPr>
          <a:xfrm>
            <a:off x="1181100" y="457200"/>
            <a:ext cx="38100" cy="38100"/>
          </a:xfrm>
          <a:prstGeom prst="rect">
            <a:avLst/>
          </a:prstGeom>
          <a:solidFill>
            <a:srgbClr val="CED7E6">
              <a:alpha val="94724"/>
            </a:srgbClr>
          </a:solidFill>
          <a:ln>
            <a:noFill/>
          </a:ln>
        </p:spPr>
      </p:sp>
      <p:sp>
        <p:nvSpPr>
          <p:cNvPr id="44" name="wm.whiteboard.72.36"/>
          <p:cNvSpPr/>
          <p:nvPr/>
        </p:nvSpPr>
        <p:spPr>
          <a:xfrm>
            <a:off x="1181100" y="685800"/>
            <a:ext cx="38100" cy="38100"/>
          </a:xfrm>
          <a:prstGeom prst="rect">
            <a:avLst/>
          </a:prstGeom>
          <a:solidFill>
            <a:srgbClr val="CED7E6">
              <a:alpha val="87609"/>
            </a:srgbClr>
          </a:solidFill>
          <a:ln>
            <a:noFill/>
          </a:ln>
        </p:spPr>
      </p:sp>
      <p:sp>
        <p:nvSpPr>
          <p:cNvPr id="45" name="wm.whiteboard.72.54"/>
          <p:cNvSpPr/>
          <p:nvPr/>
        </p:nvSpPr>
        <p:spPr>
          <a:xfrm>
            <a:off x="1181100" y="914400"/>
            <a:ext cx="38100" cy="38100"/>
          </a:xfrm>
          <a:prstGeom prst="rect">
            <a:avLst/>
          </a:prstGeom>
          <a:solidFill>
            <a:srgbClr val="CED7E6">
              <a:alpha val="77408"/>
            </a:srgbClr>
          </a:solidFill>
          <a:ln>
            <a:noFill/>
          </a:ln>
        </p:spPr>
      </p:sp>
      <p:sp>
        <p:nvSpPr>
          <p:cNvPr id="46" name="wm.whiteboard.72.72"/>
          <p:cNvSpPr/>
          <p:nvPr/>
        </p:nvSpPr>
        <p:spPr>
          <a:xfrm>
            <a:off x="1181100" y="1143000"/>
            <a:ext cx="38100" cy="38100"/>
          </a:xfrm>
          <a:prstGeom prst="rect">
            <a:avLst/>
          </a:prstGeom>
          <a:solidFill>
            <a:srgbClr val="CED7E6">
              <a:alpha val="65181"/>
            </a:srgbClr>
          </a:solidFill>
          <a:ln>
            <a:noFill/>
          </a:ln>
        </p:spPr>
      </p:sp>
      <p:sp>
        <p:nvSpPr>
          <p:cNvPr id="47" name="wm.whiteboard.72.90"/>
          <p:cNvSpPr/>
          <p:nvPr/>
        </p:nvSpPr>
        <p:spPr>
          <a:xfrm>
            <a:off x="1181100" y="1371600"/>
            <a:ext cx="38100" cy="38100"/>
          </a:xfrm>
          <a:prstGeom prst="rect">
            <a:avLst/>
          </a:prstGeom>
          <a:solidFill>
            <a:srgbClr val="CED7E6">
              <a:alpha val="51653"/>
            </a:srgbClr>
          </a:solidFill>
          <a:ln>
            <a:noFill/>
          </a:ln>
        </p:spPr>
      </p:sp>
      <p:sp>
        <p:nvSpPr>
          <p:cNvPr id="48" name="wm.whiteboard.72.108"/>
          <p:cNvSpPr/>
          <p:nvPr/>
        </p:nvSpPr>
        <p:spPr>
          <a:xfrm>
            <a:off x="1181100" y="1600200"/>
            <a:ext cx="38100" cy="38100"/>
          </a:xfrm>
          <a:prstGeom prst="rect">
            <a:avLst/>
          </a:prstGeom>
          <a:solidFill>
            <a:srgbClr val="CED7E6">
              <a:alpha val="37275"/>
            </a:srgbClr>
          </a:solidFill>
          <a:ln>
            <a:noFill/>
          </a:ln>
        </p:spPr>
      </p:sp>
      <p:sp>
        <p:nvSpPr>
          <p:cNvPr id="49" name="wm.whiteboard.72.126"/>
          <p:cNvSpPr/>
          <p:nvPr/>
        </p:nvSpPr>
        <p:spPr>
          <a:xfrm>
            <a:off x="1181100" y="1828800"/>
            <a:ext cx="38100" cy="38100"/>
          </a:xfrm>
          <a:prstGeom prst="rect">
            <a:avLst/>
          </a:prstGeom>
          <a:solidFill>
            <a:srgbClr val="CED7E6">
              <a:alpha val="22326"/>
            </a:srgbClr>
          </a:solidFill>
          <a:ln>
            <a:noFill/>
          </a:ln>
        </p:spPr>
      </p:sp>
      <p:sp>
        <p:nvSpPr>
          <p:cNvPr id="50" name="wm.whiteboard.72.144"/>
          <p:cNvSpPr/>
          <p:nvPr/>
        </p:nvSpPr>
        <p:spPr>
          <a:xfrm>
            <a:off x="1181100" y="2057400"/>
            <a:ext cx="38100" cy="38100"/>
          </a:xfrm>
          <a:prstGeom prst="rect">
            <a:avLst/>
          </a:prstGeom>
          <a:solidFill>
            <a:srgbClr val="CED7E6">
              <a:alpha val="6980"/>
            </a:srgbClr>
          </a:solidFill>
          <a:ln>
            <a:noFill/>
          </a:ln>
        </p:spPr>
      </p:sp>
      <p:sp>
        <p:nvSpPr>
          <p:cNvPr id="51" name="wm.whiteboard.90.0"/>
          <p:cNvSpPr/>
          <p:nvPr/>
        </p:nvSpPr>
        <p:spPr>
          <a:xfrm>
            <a:off x="1409700" y="228600"/>
            <a:ext cx="38100" cy="38100"/>
          </a:xfrm>
          <a:prstGeom prst="rect">
            <a:avLst/>
          </a:prstGeom>
          <a:solidFill>
            <a:srgbClr val="CED7E6">
              <a:alpha val="83798"/>
            </a:srgbClr>
          </a:solidFill>
          <a:ln>
            <a:noFill/>
          </a:ln>
        </p:spPr>
      </p:sp>
      <p:sp>
        <p:nvSpPr>
          <p:cNvPr id="52" name="wm.whiteboard.90.18"/>
          <p:cNvSpPr/>
          <p:nvPr/>
        </p:nvSpPr>
        <p:spPr>
          <a:xfrm>
            <a:off x="1409700" y="457200"/>
            <a:ext cx="38100" cy="38100"/>
          </a:xfrm>
          <a:prstGeom prst="rect">
            <a:avLst/>
          </a:prstGeom>
          <a:solidFill>
            <a:srgbClr val="CED7E6">
              <a:alpha val="81490"/>
            </a:srgbClr>
          </a:solidFill>
          <a:ln>
            <a:noFill/>
          </a:ln>
        </p:spPr>
      </p:sp>
      <p:sp>
        <p:nvSpPr>
          <p:cNvPr id="53" name="wm.whiteboard.90.36"/>
          <p:cNvSpPr/>
          <p:nvPr/>
        </p:nvSpPr>
        <p:spPr>
          <a:xfrm>
            <a:off x="1409700" y="685800"/>
            <a:ext cx="38100" cy="38100"/>
          </a:xfrm>
          <a:prstGeom prst="rect">
            <a:avLst/>
          </a:prstGeom>
          <a:solidFill>
            <a:srgbClr val="CED7E6">
              <a:alpha val="75569"/>
            </a:srgbClr>
          </a:solidFill>
          <a:ln>
            <a:noFill/>
          </a:ln>
        </p:spPr>
      </p:sp>
      <p:sp>
        <p:nvSpPr>
          <p:cNvPr id="54" name="wm.whiteboard.90.54"/>
          <p:cNvSpPr/>
          <p:nvPr/>
        </p:nvSpPr>
        <p:spPr>
          <a:xfrm>
            <a:off x="1409700" y="914400"/>
            <a:ext cx="38100" cy="38100"/>
          </a:xfrm>
          <a:prstGeom prst="rect">
            <a:avLst/>
          </a:prstGeom>
          <a:solidFill>
            <a:srgbClr val="CED7E6">
              <a:alpha val="66767"/>
            </a:srgbClr>
          </a:solidFill>
          <a:ln>
            <a:noFill/>
          </a:ln>
        </p:spPr>
      </p:sp>
      <p:sp>
        <p:nvSpPr>
          <p:cNvPr id="55" name="wm.whiteboard.90.72"/>
          <p:cNvSpPr/>
          <p:nvPr/>
        </p:nvSpPr>
        <p:spPr>
          <a:xfrm>
            <a:off x="1409700" y="1143000"/>
            <a:ext cx="38100" cy="38100"/>
          </a:xfrm>
          <a:prstGeom prst="rect">
            <a:avLst/>
          </a:prstGeom>
          <a:solidFill>
            <a:srgbClr val="CED7E6">
              <a:alpha val="55859"/>
            </a:srgbClr>
          </a:solidFill>
          <a:ln>
            <a:noFill/>
          </a:ln>
        </p:spPr>
      </p:sp>
      <p:sp>
        <p:nvSpPr>
          <p:cNvPr id="56" name="wm.whiteboard.90.90"/>
          <p:cNvSpPr/>
          <p:nvPr/>
        </p:nvSpPr>
        <p:spPr>
          <a:xfrm>
            <a:off x="1409700" y="1371600"/>
            <a:ext cx="38100" cy="38100"/>
          </a:xfrm>
          <a:prstGeom prst="rect">
            <a:avLst/>
          </a:prstGeom>
          <a:solidFill>
            <a:srgbClr val="CED7E6">
              <a:alpha val="43468"/>
            </a:srgbClr>
          </a:solidFill>
          <a:ln>
            <a:noFill/>
          </a:ln>
        </p:spPr>
      </p:sp>
      <p:sp>
        <p:nvSpPr>
          <p:cNvPr id="57" name="wm.whiteboard.90.108"/>
          <p:cNvSpPr/>
          <p:nvPr/>
        </p:nvSpPr>
        <p:spPr>
          <a:xfrm>
            <a:off x="1409700" y="1600200"/>
            <a:ext cx="38100" cy="38100"/>
          </a:xfrm>
          <a:prstGeom prst="rect">
            <a:avLst/>
          </a:prstGeom>
          <a:solidFill>
            <a:srgbClr val="CED7E6">
              <a:alpha val="30037"/>
            </a:srgbClr>
          </a:solidFill>
          <a:ln>
            <a:noFill/>
          </a:ln>
        </p:spPr>
      </p:sp>
      <p:sp>
        <p:nvSpPr>
          <p:cNvPr id="58" name="wm.whiteboard.90.126"/>
          <p:cNvSpPr/>
          <p:nvPr/>
        </p:nvSpPr>
        <p:spPr>
          <a:xfrm>
            <a:off x="1409700" y="1828800"/>
            <a:ext cx="38100" cy="38100"/>
          </a:xfrm>
          <a:prstGeom prst="rect">
            <a:avLst/>
          </a:prstGeom>
          <a:solidFill>
            <a:srgbClr val="CED7E6">
              <a:alpha val="15870"/>
            </a:srgbClr>
          </a:solidFill>
          <a:ln>
            <a:noFill/>
          </a:ln>
        </p:spPr>
      </p:sp>
      <p:sp>
        <p:nvSpPr>
          <p:cNvPr id="59" name="wm.whiteboard.90.144"/>
          <p:cNvSpPr/>
          <p:nvPr/>
        </p:nvSpPr>
        <p:spPr>
          <a:xfrm>
            <a:off x="1409700" y="2057400"/>
            <a:ext cx="38100" cy="38100"/>
          </a:xfrm>
          <a:prstGeom prst="rect">
            <a:avLst/>
          </a:prstGeom>
          <a:solidFill>
            <a:srgbClr val="CED7E6">
              <a:alpha val="1171"/>
            </a:srgbClr>
          </a:solidFill>
          <a:ln>
            <a:noFill/>
          </a:ln>
        </p:spPr>
      </p:sp>
      <p:sp>
        <p:nvSpPr>
          <p:cNvPr id="60" name="wm.whiteboard.108.0"/>
          <p:cNvSpPr/>
          <p:nvPr/>
        </p:nvSpPr>
        <p:spPr>
          <a:xfrm>
            <a:off x="1638300" y="228600"/>
            <a:ext cx="38100" cy="38100"/>
          </a:xfrm>
          <a:prstGeom prst="rect">
            <a:avLst/>
          </a:prstGeom>
          <a:solidFill>
            <a:srgbClr val="CED7E6">
              <a:alpha val="70023"/>
            </a:srgbClr>
          </a:solidFill>
          <a:ln>
            <a:noFill/>
          </a:ln>
        </p:spPr>
      </p:sp>
      <p:sp>
        <p:nvSpPr>
          <p:cNvPr id="61" name="wm.whiteboard.108.18"/>
          <p:cNvSpPr/>
          <p:nvPr/>
        </p:nvSpPr>
        <p:spPr>
          <a:xfrm>
            <a:off x="1638300" y="457200"/>
            <a:ext cx="38100" cy="38100"/>
          </a:xfrm>
          <a:prstGeom prst="rect">
            <a:avLst/>
          </a:prstGeom>
          <a:solidFill>
            <a:srgbClr val="CED7E6">
              <a:alpha val="68085"/>
            </a:srgbClr>
          </a:solidFill>
          <a:ln>
            <a:noFill/>
          </a:ln>
        </p:spPr>
      </p:sp>
      <p:sp>
        <p:nvSpPr>
          <p:cNvPr id="62" name="wm.whiteboard.108.36"/>
          <p:cNvSpPr/>
          <p:nvPr/>
        </p:nvSpPr>
        <p:spPr>
          <a:xfrm>
            <a:off x="1638300" y="685800"/>
            <a:ext cx="38100" cy="38100"/>
          </a:xfrm>
          <a:prstGeom prst="rect">
            <a:avLst/>
          </a:prstGeom>
          <a:solidFill>
            <a:srgbClr val="CED7E6">
              <a:alpha val="63033"/>
            </a:srgbClr>
          </a:solidFill>
          <a:ln>
            <a:noFill/>
          </a:ln>
        </p:spPr>
      </p:sp>
      <p:sp>
        <p:nvSpPr>
          <p:cNvPr id="63" name="wm.whiteboard.108.54"/>
          <p:cNvSpPr/>
          <p:nvPr/>
        </p:nvSpPr>
        <p:spPr>
          <a:xfrm>
            <a:off x="1638300" y="914400"/>
            <a:ext cx="38100" cy="38100"/>
          </a:xfrm>
          <a:prstGeom prst="rect">
            <a:avLst/>
          </a:prstGeom>
          <a:solidFill>
            <a:srgbClr val="CED7E6">
              <a:alpha val="55346"/>
            </a:srgbClr>
          </a:solidFill>
          <a:ln>
            <a:noFill/>
          </a:ln>
        </p:spPr>
      </p:sp>
      <p:sp>
        <p:nvSpPr>
          <p:cNvPr id="64" name="wm.whiteboard.108.72"/>
          <p:cNvSpPr/>
          <p:nvPr/>
        </p:nvSpPr>
        <p:spPr>
          <a:xfrm>
            <a:off x="1638300" y="1143000"/>
            <a:ext cx="38100" cy="38100"/>
          </a:xfrm>
          <a:prstGeom prst="rect">
            <a:avLst/>
          </a:prstGeom>
          <a:solidFill>
            <a:srgbClr val="CED7E6">
              <a:alpha val="45583"/>
            </a:srgbClr>
          </a:solidFill>
          <a:ln>
            <a:noFill/>
          </a:ln>
        </p:spPr>
      </p:sp>
      <p:sp>
        <p:nvSpPr>
          <p:cNvPr id="65" name="wm.whiteboard.108.90"/>
          <p:cNvSpPr/>
          <p:nvPr/>
        </p:nvSpPr>
        <p:spPr>
          <a:xfrm>
            <a:off x="1638300" y="1371600"/>
            <a:ext cx="38100" cy="38100"/>
          </a:xfrm>
          <a:prstGeom prst="rect">
            <a:avLst/>
          </a:prstGeom>
          <a:solidFill>
            <a:srgbClr val="CED7E6">
              <a:alpha val="34251"/>
            </a:srgbClr>
          </a:solidFill>
          <a:ln>
            <a:noFill/>
          </a:ln>
        </p:spPr>
      </p:sp>
      <p:sp>
        <p:nvSpPr>
          <p:cNvPr id="66" name="wm.whiteboard.108.108"/>
          <p:cNvSpPr/>
          <p:nvPr/>
        </p:nvSpPr>
        <p:spPr>
          <a:xfrm>
            <a:off x="1638300" y="1600200"/>
            <a:ext cx="38100" cy="38100"/>
          </a:xfrm>
          <a:prstGeom prst="rect">
            <a:avLst/>
          </a:prstGeom>
          <a:solidFill>
            <a:srgbClr val="CED7E6">
              <a:alpha val="21754"/>
            </a:srgbClr>
          </a:solidFill>
          <a:ln>
            <a:noFill/>
          </a:ln>
        </p:spPr>
      </p:sp>
      <p:sp>
        <p:nvSpPr>
          <p:cNvPr id="67" name="wm.whiteboard.108.126"/>
          <p:cNvSpPr/>
          <p:nvPr/>
        </p:nvSpPr>
        <p:spPr>
          <a:xfrm>
            <a:off x="1638300" y="1828800"/>
            <a:ext cx="38100" cy="38100"/>
          </a:xfrm>
          <a:prstGeom prst="rect">
            <a:avLst/>
          </a:prstGeom>
          <a:solidFill>
            <a:srgbClr val="CED7E6">
              <a:alpha val="8391"/>
            </a:srgbClr>
          </a:solidFill>
          <a:ln>
            <a:noFill/>
          </a:ln>
        </p:spPr>
      </p:sp>
      <p:sp>
        <p:nvSpPr>
          <p:cNvPr id="68" name="wm.whiteboard.126.0"/>
          <p:cNvSpPr/>
          <p:nvPr/>
        </p:nvSpPr>
        <p:spPr>
          <a:xfrm>
            <a:off x="1866900" y="228600"/>
            <a:ext cx="38100" cy="38100"/>
          </a:xfrm>
          <a:prstGeom prst="rect">
            <a:avLst/>
          </a:prstGeom>
          <a:solidFill>
            <a:srgbClr val="CED7E6">
              <a:alpha val="56247"/>
            </a:srgbClr>
          </a:solidFill>
          <a:ln>
            <a:noFill/>
          </a:ln>
        </p:spPr>
      </p:sp>
      <p:sp>
        <p:nvSpPr>
          <p:cNvPr id="69" name="wm.whiteboard.126.18"/>
          <p:cNvSpPr/>
          <p:nvPr/>
        </p:nvSpPr>
        <p:spPr>
          <a:xfrm>
            <a:off x="1866900" y="457200"/>
            <a:ext cx="38100" cy="38100"/>
          </a:xfrm>
          <a:prstGeom prst="rect">
            <a:avLst/>
          </a:prstGeom>
          <a:solidFill>
            <a:srgbClr val="CED7E6">
              <a:alpha val="54578"/>
            </a:srgbClr>
          </a:solidFill>
          <a:ln>
            <a:noFill/>
          </a:ln>
        </p:spPr>
      </p:sp>
      <p:sp>
        <p:nvSpPr>
          <p:cNvPr id="70" name="wm.whiteboard.126.36"/>
          <p:cNvSpPr/>
          <p:nvPr/>
        </p:nvSpPr>
        <p:spPr>
          <a:xfrm>
            <a:off x="1866900" y="685800"/>
            <a:ext cx="38100" cy="38100"/>
          </a:xfrm>
          <a:prstGeom prst="rect">
            <a:avLst/>
          </a:prstGeom>
          <a:solidFill>
            <a:srgbClr val="CED7E6">
              <a:alpha val="50182"/>
            </a:srgbClr>
          </a:solidFill>
          <a:ln>
            <a:noFill/>
          </a:ln>
        </p:spPr>
      </p:sp>
      <p:sp>
        <p:nvSpPr>
          <p:cNvPr id="71" name="wm.whiteboard.126.54"/>
          <p:cNvSpPr/>
          <p:nvPr/>
        </p:nvSpPr>
        <p:spPr>
          <a:xfrm>
            <a:off x="1866900" y="914400"/>
            <a:ext cx="38100" cy="38100"/>
          </a:xfrm>
          <a:prstGeom prst="rect">
            <a:avLst/>
          </a:prstGeom>
          <a:solidFill>
            <a:srgbClr val="CED7E6">
              <a:alpha val="43386"/>
            </a:srgbClr>
          </a:solidFill>
          <a:ln>
            <a:noFill/>
          </a:ln>
        </p:spPr>
      </p:sp>
      <p:sp>
        <p:nvSpPr>
          <p:cNvPr id="72" name="wm.whiteboard.126.72"/>
          <p:cNvSpPr/>
          <p:nvPr/>
        </p:nvSpPr>
        <p:spPr>
          <a:xfrm>
            <a:off x="1866900" y="1143000"/>
            <a:ext cx="38100" cy="38100"/>
          </a:xfrm>
          <a:prstGeom prst="rect">
            <a:avLst/>
          </a:prstGeom>
          <a:solidFill>
            <a:srgbClr val="CED7E6">
              <a:alpha val="34598"/>
            </a:srgbClr>
          </a:solidFill>
          <a:ln>
            <a:noFill/>
          </a:ln>
        </p:spPr>
      </p:sp>
      <p:sp>
        <p:nvSpPr>
          <p:cNvPr id="73" name="wm.whiteboard.126.90"/>
          <p:cNvSpPr/>
          <p:nvPr/>
        </p:nvSpPr>
        <p:spPr>
          <a:xfrm>
            <a:off x="1866900" y="1371600"/>
            <a:ext cx="38100" cy="38100"/>
          </a:xfrm>
          <a:prstGeom prst="rect">
            <a:avLst/>
          </a:prstGeom>
          <a:solidFill>
            <a:srgbClr val="CED7E6">
              <a:alpha val="24223"/>
            </a:srgbClr>
          </a:solidFill>
          <a:ln>
            <a:noFill/>
          </a:ln>
        </p:spPr>
      </p:sp>
      <p:sp>
        <p:nvSpPr>
          <p:cNvPr id="74" name="wm.whiteboard.126.108"/>
          <p:cNvSpPr/>
          <p:nvPr/>
        </p:nvSpPr>
        <p:spPr>
          <a:xfrm>
            <a:off x="1866900" y="1600200"/>
            <a:ext cx="38100" cy="38100"/>
          </a:xfrm>
          <a:prstGeom prst="rect">
            <a:avLst/>
          </a:prstGeom>
          <a:solidFill>
            <a:srgbClr val="CED7E6">
              <a:alpha val="12610"/>
            </a:srgbClr>
          </a:solidFill>
          <a:ln>
            <a:noFill/>
          </a:ln>
        </p:spPr>
      </p:sp>
      <p:sp>
        <p:nvSpPr>
          <p:cNvPr id="75" name="wm.whiteboard.126.126"/>
          <p:cNvSpPr/>
          <p:nvPr/>
        </p:nvSpPr>
        <p:spPr>
          <a:xfrm>
            <a:off x="1866900" y="1828800"/>
            <a:ext cx="38100" cy="38100"/>
          </a:xfrm>
          <a:prstGeom prst="rect">
            <a:avLst/>
          </a:prstGeom>
          <a:solidFill>
            <a:srgbClr val="CED7E6">
              <a:alpha val="40"/>
            </a:srgbClr>
          </a:solidFill>
          <a:ln>
            <a:noFill/>
          </a:ln>
        </p:spPr>
      </p:sp>
      <p:sp>
        <p:nvSpPr>
          <p:cNvPr id="76" name="wm.whiteboard.144.0"/>
          <p:cNvSpPr/>
          <p:nvPr/>
        </p:nvSpPr>
        <p:spPr>
          <a:xfrm>
            <a:off x="2095500" y="228600"/>
            <a:ext cx="38100" cy="38100"/>
          </a:xfrm>
          <a:prstGeom prst="rect">
            <a:avLst/>
          </a:prstGeom>
          <a:solidFill>
            <a:srgbClr val="CED7E6">
              <a:alpha val="42471"/>
            </a:srgbClr>
          </a:solidFill>
          <a:ln>
            <a:noFill/>
          </a:ln>
        </p:spPr>
      </p:sp>
      <p:sp>
        <p:nvSpPr>
          <p:cNvPr id="77" name="wm.whiteboard.144.18"/>
          <p:cNvSpPr/>
          <p:nvPr/>
        </p:nvSpPr>
        <p:spPr>
          <a:xfrm>
            <a:off x="2095500" y="457200"/>
            <a:ext cx="38100" cy="38100"/>
          </a:xfrm>
          <a:prstGeom prst="rect">
            <a:avLst/>
          </a:prstGeom>
          <a:solidFill>
            <a:srgbClr val="CED7E6">
              <a:alpha val="41005"/>
            </a:srgbClr>
          </a:solidFill>
          <a:ln>
            <a:noFill/>
          </a:ln>
        </p:spPr>
      </p:sp>
      <p:sp>
        <p:nvSpPr>
          <p:cNvPr id="78" name="wm.whiteboard.144.36"/>
          <p:cNvSpPr/>
          <p:nvPr/>
        </p:nvSpPr>
        <p:spPr>
          <a:xfrm>
            <a:off x="2095500" y="685800"/>
            <a:ext cx="38100" cy="38100"/>
          </a:xfrm>
          <a:prstGeom prst="rect">
            <a:avLst/>
          </a:prstGeom>
          <a:solidFill>
            <a:srgbClr val="CED7E6">
              <a:alpha val="37120"/>
            </a:srgbClr>
          </a:solidFill>
          <a:ln>
            <a:noFill/>
          </a:ln>
        </p:spPr>
      </p:sp>
      <p:sp>
        <p:nvSpPr>
          <p:cNvPr id="79" name="wm.whiteboard.144.54"/>
          <p:cNvSpPr/>
          <p:nvPr/>
        </p:nvSpPr>
        <p:spPr>
          <a:xfrm>
            <a:off x="2095500" y="914400"/>
            <a:ext cx="38100" cy="38100"/>
          </a:xfrm>
          <a:prstGeom prst="rect">
            <a:avLst/>
          </a:prstGeom>
          <a:solidFill>
            <a:srgbClr val="CED7E6">
              <a:alpha val="31044"/>
            </a:srgbClr>
          </a:solidFill>
          <a:ln>
            <a:noFill/>
          </a:ln>
        </p:spPr>
      </p:sp>
      <p:sp>
        <p:nvSpPr>
          <p:cNvPr id="80" name="wm.whiteboard.144.72"/>
          <p:cNvSpPr/>
          <p:nvPr/>
        </p:nvSpPr>
        <p:spPr>
          <a:xfrm>
            <a:off x="2095500" y="1143000"/>
            <a:ext cx="38100" cy="38100"/>
          </a:xfrm>
          <a:prstGeom prst="rect">
            <a:avLst/>
          </a:prstGeom>
          <a:solidFill>
            <a:srgbClr val="CED7E6">
              <a:alpha val="23083"/>
            </a:srgbClr>
          </a:solidFill>
          <a:ln>
            <a:noFill/>
          </a:ln>
        </p:spPr>
      </p:sp>
      <p:sp>
        <p:nvSpPr>
          <p:cNvPr id="81" name="wm.whiteboard.144.90"/>
          <p:cNvSpPr/>
          <p:nvPr/>
        </p:nvSpPr>
        <p:spPr>
          <a:xfrm>
            <a:off x="2095500" y="1371600"/>
            <a:ext cx="38100" cy="38100"/>
          </a:xfrm>
          <a:prstGeom prst="rect">
            <a:avLst/>
          </a:prstGeom>
          <a:solidFill>
            <a:srgbClr val="CED7E6">
              <a:alpha val="13557"/>
            </a:srgbClr>
          </a:solidFill>
          <a:ln>
            <a:noFill/>
          </a:ln>
        </p:spPr>
      </p:sp>
      <p:sp>
        <p:nvSpPr>
          <p:cNvPr id="82" name="wm.whiteboard.144.108"/>
          <p:cNvSpPr/>
          <p:nvPr/>
        </p:nvSpPr>
        <p:spPr>
          <a:xfrm>
            <a:off x="2095500" y="1600200"/>
            <a:ext cx="38100" cy="38100"/>
          </a:xfrm>
          <a:prstGeom prst="rect">
            <a:avLst/>
          </a:prstGeom>
          <a:solidFill>
            <a:srgbClr val="CED7E6">
              <a:alpha val="2762"/>
            </a:srgbClr>
          </a:solidFill>
          <a:ln>
            <a:noFill/>
          </a:ln>
        </p:spPr>
      </p:sp>
      <p:sp>
        <p:nvSpPr>
          <p:cNvPr id="83" name="wm.whiteboard.162.0"/>
          <p:cNvSpPr/>
          <p:nvPr/>
        </p:nvSpPr>
        <p:spPr>
          <a:xfrm>
            <a:off x="2324100" y="228600"/>
            <a:ext cx="38100" cy="38100"/>
          </a:xfrm>
          <a:prstGeom prst="rect">
            <a:avLst/>
          </a:prstGeom>
          <a:solidFill>
            <a:srgbClr val="CED7E6">
              <a:alpha val="28695"/>
            </a:srgbClr>
          </a:solidFill>
          <a:ln>
            <a:noFill/>
          </a:ln>
        </p:spPr>
      </p:sp>
      <p:sp>
        <p:nvSpPr>
          <p:cNvPr id="84" name="wm.whiteboard.162.18"/>
          <p:cNvSpPr/>
          <p:nvPr/>
        </p:nvSpPr>
        <p:spPr>
          <a:xfrm>
            <a:off x="2324100" y="457200"/>
            <a:ext cx="38100" cy="38100"/>
          </a:xfrm>
          <a:prstGeom prst="rect">
            <a:avLst/>
          </a:prstGeom>
          <a:solidFill>
            <a:srgbClr val="CED7E6">
              <a:alpha val="27389"/>
            </a:srgbClr>
          </a:solidFill>
          <a:ln>
            <a:noFill/>
          </a:ln>
        </p:spPr>
      </p:sp>
      <p:sp>
        <p:nvSpPr>
          <p:cNvPr id="85" name="wm.whiteboard.162.36"/>
          <p:cNvSpPr/>
          <p:nvPr/>
        </p:nvSpPr>
        <p:spPr>
          <a:xfrm>
            <a:off x="2324100" y="685800"/>
            <a:ext cx="38100" cy="38100"/>
          </a:xfrm>
          <a:prstGeom prst="rect">
            <a:avLst/>
          </a:prstGeom>
          <a:solidFill>
            <a:srgbClr val="CED7E6">
              <a:alpha val="23910"/>
            </a:srgbClr>
          </a:solidFill>
          <a:ln>
            <a:noFill/>
          </a:ln>
        </p:spPr>
      </p:sp>
      <p:sp>
        <p:nvSpPr>
          <p:cNvPr id="86" name="wm.whiteboard.162.54"/>
          <p:cNvSpPr/>
          <p:nvPr/>
        </p:nvSpPr>
        <p:spPr>
          <a:xfrm>
            <a:off x="2324100" y="914400"/>
            <a:ext cx="38100" cy="38100"/>
          </a:xfrm>
          <a:prstGeom prst="rect">
            <a:avLst/>
          </a:prstGeom>
          <a:solidFill>
            <a:srgbClr val="CED7E6">
              <a:alpha val="18425"/>
            </a:srgbClr>
          </a:solidFill>
          <a:ln>
            <a:noFill/>
          </a:ln>
        </p:spPr>
      </p:sp>
      <p:sp>
        <p:nvSpPr>
          <p:cNvPr id="87" name="wm.whiteboard.162.72"/>
          <p:cNvSpPr/>
          <p:nvPr/>
        </p:nvSpPr>
        <p:spPr>
          <a:xfrm>
            <a:off x="2324100" y="1143000"/>
            <a:ext cx="38100" cy="38100"/>
          </a:xfrm>
          <a:prstGeom prst="rect">
            <a:avLst/>
          </a:prstGeom>
          <a:solidFill>
            <a:srgbClr val="CED7E6">
              <a:alpha val="11167"/>
            </a:srgbClr>
          </a:solidFill>
          <a:ln>
            <a:noFill/>
          </a:ln>
        </p:spPr>
      </p:sp>
      <p:sp>
        <p:nvSpPr>
          <p:cNvPr id="88" name="wm.whiteboard.162.90"/>
          <p:cNvSpPr/>
          <p:nvPr/>
        </p:nvSpPr>
        <p:spPr>
          <a:xfrm>
            <a:off x="2324100" y="1371600"/>
            <a:ext cx="38100" cy="38100"/>
          </a:xfrm>
          <a:prstGeom prst="rect">
            <a:avLst/>
          </a:prstGeom>
          <a:solidFill>
            <a:srgbClr val="CED7E6">
              <a:alpha val="2388"/>
            </a:srgbClr>
          </a:solidFill>
          <a:ln>
            <a:noFill/>
          </a:ln>
        </p:spPr>
      </p:sp>
      <p:sp>
        <p:nvSpPr>
          <p:cNvPr id="89" name="wm.whiteboard.180.0"/>
          <p:cNvSpPr/>
          <p:nvPr/>
        </p:nvSpPr>
        <p:spPr>
          <a:xfrm>
            <a:off x="2552700" y="228600"/>
            <a:ext cx="38100" cy="38100"/>
          </a:xfrm>
          <a:prstGeom prst="rect">
            <a:avLst/>
          </a:prstGeom>
          <a:solidFill>
            <a:srgbClr val="CED7E6">
              <a:alpha val="14918"/>
            </a:srgbClr>
          </a:solidFill>
          <a:ln>
            <a:noFill/>
          </a:ln>
        </p:spPr>
      </p:sp>
      <p:sp>
        <p:nvSpPr>
          <p:cNvPr id="90" name="wm.whiteboard.180.18"/>
          <p:cNvSpPr/>
          <p:nvPr/>
        </p:nvSpPr>
        <p:spPr>
          <a:xfrm>
            <a:off x="2552700" y="457200"/>
            <a:ext cx="38100" cy="38100"/>
          </a:xfrm>
          <a:prstGeom prst="rect">
            <a:avLst/>
          </a:prstGeom>
          <a:solidFill>
            <a:srgbClr val="CED7E6">
              <a:alpha val="13741"/>
            </a:srgbClr>
          </a:solidFill>
          <a:ln>
            <a:noFill/>
          </a:ln>
        </p:spPr>
      </p:sp>
      <p:sp>
        <p:nvSpPr>
          <p:cNvPr id="91" name="wm.whiteboard.180.36"/>
          <p:cNvSpPr/>
          <p:nvPr/>
        </p:nvSpPr>
        <p:spPr>
          <a:xfrm>
            <a:off x="2552700" y="685800"/>
            <a:ext cx="38100" cy="38100"/>
          </a:xfrm>
          <a:prstGeom prst="rect">
            <a:avLst/>
          </a:prstGeom>
          <a:solidFill>
            <a:srgbClr val="CED7E6">
              <a:alpha val="10593"/>
            </a:srgbClr>
          </a:solidFill>
          <a:ln>
            <a:noFill/>
          </a:ln>
        </p:spPr>
      </p:sp>
      <p:sp>
        <p:nvSpPr>
          <p:cNvPr id="92" name="wm.whiteboard.180.54"/>
          <p:cNvSpPr/>
          <p:nvPr/>
        </p:nvSpPr>
        <p:spPr>
          <a:xfrm>
            <a:off x="2552700" y="914400"/>
            <a:ext cx="38100" cy="38100"/>
          </a:xfrm>
          <a:prstGeom prst="rect">
            <a:avLst/>
          </a:prstGeom>
          <a:solidFill>
            <a:srgbClr val="CED7E6">
              <a:alpha val="5600"/>
            </a:srgbClr>
          </a:solidFill>
          <a:ln>
            <a:noFill/>
          </a:ln>
        </p:spPr>
      </p:sp>
      <p:sp>
        <p:nvSpPr>
          <p:cNvPr id="93" name="wm.whiteboard.198.0"/>
          <p:cNvSpPr/>
          <p:nvPr/>
        </p:nvSpPr>
        <p:spPr>
          <a:xfrm>
            <a:off x="2781300" y="228600"/>
            <a:ext cx="38100" cy="38100"/>
          </a:xfrm>
          <a:prstGeom prst="rect">
            <a:avLst/>
          </a:prstGeom>
          <a:solidFill>
            <a:srgbClr val="CED7E6">
              <a:alpha val="1142"/>
            </a:srgbClr>
          </a:solidFill>
          <a:ln>
            <a:noFill/>
          </a:ln>
        </p:spPr>
      </p:sp>
      <p:sp>
        <p:nvSpPr>
          <p:cNvPr id="94" name="wm.whiteboard.198.18"/>
          <p:cNvSpPr/>
          <p:nvPr/>
        </p:nvSpPr>
        <p:spPr>
          <a:xfrm>
            <a:off x="2781300" y="457200"/>
            <a:ext cx="38100" cy="38100"/>
          </a:xfrm>
          <a:prstGeom prst="rect">
            <a:avLst/>
          </a:prstGeom>
          <a:solidFill>
            <a:srgbClr val="CED7E6">
              <a:alpha val="69"/>
            </a:srgbClr>
          </a:solidFill>
          <a:ln>
            <a:noFill/>
          </a:ln>
        </p:spPr>
      </p:sp>
      <p:sp>
        <p:nvSpPr>
          <p:cNvPr id="95" name="wm.header.rule"/>
          <p:cNvSpPr/>
          <p:nvPr/>
        </p:nvSpPr>
        <p:spPr>
          <a:xfrm>
            <a:off x="723900" y="1828800"/>
            <a:ext cx="7086600" cy="9525"/>
          </a:xfrm>
          <a:prstGeom prst="rect">
            <a:avLst/>
          </a:prstGeom>
          <a:solidFill>
            <a:srgbClr val="CED7E6"/>
          </a:solidFill>
          <a:ln>
            <a:noFill/>
          </a:ln>
        </p:spPr>
      </p:sp>
      <p:pic>
        <p:nvPicPr>
          <p:cNvPr id="96"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210300"/>
            <a:ext cx="729403" cy="152400"/>
          </a:xfrm>
          <a:prstGeom prst="rect">
            <a:avLst/>
          </a:prstGeom>
        </p:spPr>
      </p:pic>
      <p:sp>
        <p:nvSpPr>
          <p:cNvPr id="97" name="wm.legal"/>
          <p:cNvSpPr/>
          <p:nvPr/>
        </p:nvSpPr>
        <p:spPr>
          <a:xfrm>
            <a:off x="2171700" y="6172200"/>
            <a:ext cx="56388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wmds.frame.352f8546916d358478de">
    <p:bg>
      <p:bgPr>
        <a:solidFill>
          <a:srgbClr val="FFFFFF"/>
        </a:solidFill>
      </p:bgPr>
    </p:bg>
    <p:spTree>
      <p:nvGrpSpPr>
        <p:cNvPr id="1" name=""/>
        <p:cNvGrpSpPr/>
        <p:nvPr/>
      </p:nvGrpSpPr>
      <p:grpSpPr>
        <a:xfrm>
          <a:off x="0" y="0"/>
          <a:ext cx="0" cy="0"/>
          <a:chOff x="0" y="0"/>
          <a:chExt cx="0" cy="0"/>
        </a:xfrm>
      </p:grpSpPr>
      <p:sp>
        <p:nvSpPr>
          <p:cNvPr id="2" name="wm.footer.rule"/>
          <p:cNvSpPr/>
          <p:nvPr/>
        </p:nvSpPr>
        <p:spPr>
          <a:xfrm>
            <a:off x="723900" y="6057900"/>
            <a:ext cx="10744200" cy="9525"/>
          </a:xfrm>
          <a:prstGeom prst="rect">
            <a:avLst/>
          </a:prstGeom>
          <a:solidFill>
            <a:srgbClr val="CED7E6"/>
          </a:solidFill>
          <a:ln>
            <a:noFill/>
          </a:ln>
        </p:spPr>
      </p:sp>
      <p:sp>
        <p:nvSpPr>
          <p:cNvPr id="3" name="wm.whiteboard.0.0"/>
          <p:cNvSpPr/>
          <p:nvPr/>
        </p:nvSpPr>
        <p:spPr>
          <a:xfrm>
            <a:off x="3924300" y="228600"/>
            <a:ext cx="38100" cy="38100"/>
          </a:xfrm>
          <a:prstGeom prst="rect">
            <a:avLst/>
          </a:prstGeom>
          <a:solidFill>
            <a:srgbClr val="CED7E6"/>
          </a:solidFill>
          <a:ln>
            <a:noFill/>
          </a:ln>
        </p:spPr>
      </p:sp>
      <p:sp>
        <p:nvSpPr>
          <p:cNvPr id="4" name="wm.whiteboard.0.18"/>
          <p:cNvSpPr/>
          <p:nvPr/>
        </p:nvSpPr>
        <p:spPr>
          <a:xfrm>
            <a:off x="3924300" y="457200"/>
            <a:ext cx="38100" cy="38100"/>
          </a:xfrm>
          <a:prstGeom prst="rect">
            <a:avLst/>
          </a:prstGeom>
          <a:solidFill>
            <a:srgbClr val="CED7E6"/>
          </a:solidFill>
          <a:ln>
            <a:noFill/>
          </a:ln>
        </p:spPr>
      </p:sp>
      <p:sp>
        <p:nvSpPr>
          <p:cNvPr id="5" name="wm.whiteboard.0.36"/>
          <p:cNvSpPr/>
          <p:nvPr/>
        </p:nvSpPr>
        <p:spPr>
          <a:xfrm>
            <a:off x="3924300" y="685800"/>
            <a:ext cx="38100" cy="38100"/>
          </a:xfrm>
          <a:prstGeom prst="rect">
            <a:avLst/>
          </a:prstGeom>
          <a:solidFill>
            <a:srgbClr val="CED7E6"/>
          </a:solidFill>
          <a:ln>
            <a:noFill/>
          </a:ln>
        </p:spPr>
      </p:sp>
      <p:sp>
        <p:nvSpPr>
          <p:cNvPr id="6" name="wm.whiteboard.0.54"/>
          <p:cNvSpPr/>
          <p:nvPr/>
        </p:nvSpPr>
        <p:spPr>
          <a:xfrm>
            <a:off x="3924300" y="914400"/>
            <a:ext cx="38100" cy="38100"/>
          </a:xfrm>
          <a:prstGeom prst="rect">
            <a:avLst/>
          </a:prstGeom>
          <a:solidFill>
            <a:srgbClr val="CED7E6"/>
          </a:solidFill>
          <a:ln>
            <a:noFill/>
          </a:ln>
        </p:spPr>
      </p:sp>
      <p:sp>
        <p:nvSpPr>
          <p:cNvPr id="7" name="wm.whiteboard.0.72"/>
          <p:cNvSpPr/>
          <p:nvPr/>
        </p:nvSpPr>
        <p:spPr>
          <a:xfrm>
            <a:off x="3924300" y="1143000"/>
            <a:ext cx="38100" cy="38100"/>
          </a:xfrm>
          <a:prstGeom prst="rect">
            <a:avLst/>
          </a:prstGeom>
          <a:solidFill>
            <a:srgbClr val="CED7E6">
              <a:alpha val="85305"/>
            </a:srgbClr>
          </a:solidFill>
          <a:ln>
            <a:noFill/>
          </a:ln>
        </p:spPr>
      </p:sp>
      <p:sp>
        <p:nvSpPr>
          <p:cNvPr id="8" name="wm.whiteboard.0.90"/>
          <p:cNvSpPr/>
          <p:nvPr/>
        </p:nvSpPr>
        <p:spPr>
          <a:xfrm>
            <a:off x="3924300" y="1371600"/>
            <a:ext cx="38100" cy="38100"/>
          </a:xfrm>
          <a:prstGeom prst="rect">
            <a:avLst/>
          </a:prstGeom>
          <a:solidFill>
            <a:srgbClr val="CED7E6">
              <a:alpha val="68524"/>
            </a:srgbClr>
          </a:solidFill>
          <a:ln>
            <a:noFill/>
          </a:ln>
        </p:spPr>
      </p:sp>
      <p:sp>
        <p:nvSpPr>
          <p:cNvPr id="9" name="wm.whiteboard.0.108"/>
          <p:cNvSpPr/>
          <p:nvPr/>
        </p:nvSpPr>
        <p:spPr>
          <a:xfrm>
            <a:off x="3924300" y="1600200"/>
            <a:ext cx="38100" cy="38100"/>
          </a:xfrm>
          <a:prstGeom prst="rect">
            <a:avLst/>
          </a:prstGeom>
          <a:solidFill>
            <a:srgbClr val="CED7E6">
              <a:alpha val="51742"/>
            </a:srgbClr>
          </a:solidFill>
          <a:ln>
            <a:noFill/>
          </a:ln>
        </p:spPr>
      </p:sp>
      <p:sp>
        <p:nvSpPr>
          <p:cNvPr id="10" name="wm.whiteboard.0.126"/>
          <p:cNvSpPr/>
          <p:nvPr/>
        </p:nvSpPr>
        <p:spPr>
          <a:xfrm>
            <a:off x="3924300" y="1828800"/>
            <a:ext cx="38100" cy="38100"/>
          </a:xfrm>
          <a:prstGeom prst="rect">
            <a:avLst/>
          </a:prstGeom>
          <a:solidFill>
            <a:srgbClr val="CED7E6">
              <a:alpha val="34959"/>
            </a:srgbClr>
          </a:solidFill>
          <a:ln>
            <a:noFill/>
          </a:ln>
        </p:spPr>
      </p:sp>
      <p:sp>
        <p:nvSpPr>
          <p:cNvPr id="11" name="wm.whiteboard.0.144"/>
          <p:cNvSpPr/>
          <p:nvPr/>
        </p:nvSpPr>
        <p:spPr>
          <a:xfrm>
            <a:off x="3924300" y="2057400"/>
            <a:ext cx="38100" cy="38100"/>
          </a:xfrm>
          <a:prstGeom prst="rect">
            <a:avLst/>
          </a:prstGeom>
          <a:solidFill>
            <a:srgbClr val="CED7E6">
              <a:alpha val="18177"/>
            </a:srgbClr>
          </a:solidFill>
          <a:ln>
            <a:noFill/>
          </a:ln>
        </p:spPr>
      </p:sp>
      <p:sp>
        <p:nvSpPr>
          <p:cNvPr id="12" name="wm.whiteboard.0.162"/>
          <p:cNvSpPr/>
          <p:nvPr/>
        </p:nvSpPr>
        <p:spPr>
          <a:xfrm>
            <a:off x="3924300" y="2286000"/>
            <a:ext cx="38100" cy="38100"/>
          </a:xfrm>
          <a:prstGeom prst="rect">
            <a:avLst/>
          </a:prstGeom>
          <a:solidFill>
            <a:srgbClr val="CED7E6">
              <a:alpha val="1394"/>
            </a:srgbClr>
          </a:solidFill>
          <a:ln>
            <a:noFill/>
          </a:ln>
        </p:spPr>
      </p:sp>
      <p:sp>
        <p:nvSpPr>
          <p:cNvPr id="13" name="wm.whiteboard.18.0"/>
          <p:cNvSpPr/>
          <p:nvPr/>
        </p:nvSpPr>
        <p:spPr>
          <a:xfrm>
            <a:off x="4152900" y="228600"/>
            <a:ext cx="38100" cy="38100"/>
          </a:xfrm>
          <a:prstGeom prst="rect">
            <a:avLst/>
          </a:prstGeom>
          <a:solidFill>
            <a:srgbClr val="CED7E6"/>
          </a:solidFill>
          <a:ln>
            <a:noFill/>
          </a:ln>
        </p:spPr>
      </p:sp>
      <p:sp>
        <p:nvSpPr>
          <p:cNvPr id="14" name="wm.whiteboard.18.18"/>
          <p:cNvSpPr/>
          <p:nvPr/>
        </p:nvSpPr>
        <p:spPr>
          <a:xfrm>
            <a:off x="4152900" y="457200"/>
            <a:ext cx="38100" cy="38100"/>
          </a:xfrm>
          <a:prstGeom prst="rect">
            <a:avLst/>
          </a:prstGeom>
          <a:solidFill>
            <a:srgbClr val="CED7E6"/>
          </a:solidFill>
          <a:ln>
            <a:noFill/>
          </a:ln>
        </p:spPr>
      </p:sp>
      <p:sp>
        <p:nvSpPr>
          <p:cNvPr id="15" name="wm.whiteboard.18.36"/>
          <p:cNvSpPr/>
          <p:nvPr/>
        </p:nvSpPr>
        <p:spPr>
          <a:xfrm>
            <a:off x="4152900" y="685800"/>
            <a:ext cx="38100" cy="38100"/>
          </a:xfrm>
          <a:prstGeom prst="rect">
            <a:avLst/>
          </a:prstGeom>
          <a:solidFill>
            <a:srgbClr val="CED7E6"/>
          </a:solidFill>
          <a:ln>
            <a:noFill/>
          </a:ln>
        </p:spPr>
      </p:sp>
      <p:sp>
        <p:nvSpPr>
          <p:cNvPr id="16" name="wm.whiteboard.18.54"/>
          <p:cNvSpPr/>
          <p:nvPr/>
        </p:nvSpPr>
        <p:spPr>
          <a:xfrm>
            <a:off x="4152900" y="914400"/>
            <a:ext cx="38100" cy="38100"/>
          </a:xfrm>
          <a:prstGeom prst="rect">
            <a:avLst/>
          </a:prstGeom>
          <a:solidFill>
            <a:srgbClr val="CED7E6">
              <a:alpha val="99988"/>
            </a:srgbClr>
          </a:solidFill>
          <a:ln>
            <a:noFill/>
          </a:ln>
        </p:spPr>
      </p:sp>
      <p:sp>
        <p:nvSpPr>
          <p:cNvPr id="17" name="wm.whiteboard.18.72"/>
          <p:cNvSpPr/>
          <p:nvPr/>
        </p:nvSpPr>
        <p:spPr>
          <a:xfrm>
            <a:off x="4152900" y="1143000"/>
            <a:ext cx="38100" cy="38100"/>
          </a:xfrm>
          <a:prstGeom prst="rect">
            <a:avLst/>
          </a:prstGeom>
          <a:solidFill>
            <a:srgbClr val="CED7E6">
              <a:alpha val="83708"/>
            </a:srgbClr>
          </a:solidFill>
          <a:ln>
            <a:noFill/>
          </a:ln>
        </p:spPr>
      </p:sp>
      <p:sp>
        <p:nvSpPr>
          <p:cNvPr id="18" name="wm.whiteboard.18.90"/>
          <p:cNvSpPr/>
          <p:nvPr/>
        </p:nvSpPr>
        <p:spPr>
          <a:xfrm>
            <a:off x="4152900" y="1371600"/>
            <a:ext cx="38100" cy="38100"/>
          </a:xfrm>
          <a:prstGeom prst="rect">
            <a:avLst/>
          </a:prstGeom>
          <a:solidFill>
            <a:srgbClr val="CED7E6">
              <a:alpha val="67236"/>
            </a:srgbClr>
          </a:solidFill>
          <a:ln>
            <a:noFill/>
          </a:ln>
        </p:spPr>
      </p:sp>
      <p:sp>
        <p:nvSpPr>
          <p:cNvPr id="19" name="wm.whiteboard.18.108"/>
          <p:cNvSpPr/>
          <p:nvPr/>
        </p:nvSpPr>
        <p:spPr>
          <a:xfrm>
            <a:off x="4152900" y="1600200"/>
            <a:ext cx="38100" cy="38100"/>
          </a:xfrm>
          <a:prstGeom prst="rect">
            <a:avLst/>
          </a:prstGeom>
          <a:solidFill>
            <a:srgbClr val="CED7E6">
              <a:alpha val="50663"/>
            </a:srgbClr>
          </a:solidFill>
          <a:ln>
            <a:noFill/>
          </a:ln>
        </p:spPr>
      </p:sp>
      <p:sp>
        <p:nvSpPr>
          <p:cNvPr id="20" name="wm.whiteboard.18.126"/>
          <p:cNvSpPr/>
          <p:nvPr/>
        </p:nvSpPr>
        <p:spPr>
          <a:xfrm>
            <a:off x="4152900" y="1828800"/>
            <a:ext cx="38100" cy="38100"/>
          </a:xfrm>
          <a:prstGeom prst="rect">
            <a:avLst/>
          </a:prstGeom>
          <a:solidFill>
            <a:srgbClr val="CED7E6">
              <a:alpha val="34032"/>
            </a:srgbClr>
          </a:solidFill>
          <a:ln>
            <a:noFill/>
          </a:ln>
        </p:spPr>
      </p:sp>
      <p:sp>
        <p:nvSpPr>
          <p:cNvPr id="21" name="wm.whiteboard.18.144"/>
          <p:cNvSpPr/>
          <p:nvPr/>
        </p:nvSpPr>
        <p:spPr>
          <a:xfrm>
            <a:off x="4152900" y="2057400"/>
            <a:ext cx="38100" cy="38100"/>
          </a:xfrm>
          <a:prstGeom prst="rect">
            <a:avLst/>
          </a:prstGeom>
          <a:solidFill>
            <a:srgbClr val="CED7E6">
              <a:alpha val="17363"/>
            </a:srgbClr>
          </a:solidFill>
          <a:ln>
            <a:noFill/>
          </a:ln>
        </p:spPr>
      </p:sp>
      <p:sp>
        <p:nvSpPr>
          <p:cNvPr id="22" name="wm.whiteboard.18.162"/>
          <p:cNvSpPr/>
          <p:nvPr/>
        </p:nvSpPr>
        <p:spPr>
          <a:xfrm>
            <a:off x="4152900" y="2286000"/>
            <a:ext cx="38100" cy="38100"/>
          </a:xfrm>
          <a:prstGeom prst="rect">
            <a:avLst/>
          </a:prstGeom>
          <a:solidFill>
            <a:srgbClr val="CED7E6">
              <a:alpha val="670"/>
            </a:srgbClr>
          </a:solidFill>
          <a:ln>
            <a:noFill/>
          </a:ln>
        </p:spPr>
      </p:sp>
      <p:sp>
        <p:nvSpPr>
          <p:cNvPr id="23" name="wm.whiteboard.36.0"/>
          <p:cNvSpPr/>
          <p:nvPr/>
        </p:nvSpPr>
        <p:spPr>
          <a:xfrm>
            <a:off x="4381500" y="228600"/>
            <a:ext cx="38100" cy="38100"/>
          </a:xfrm>
          <a:prstGeom prst="rect">
            <a:avLst/>
          </a:prstGeom>
          <a:solidFill>
            <a:srgbClr val="CED7E6"/>
          </a:solidFill>
          <a:ln>
            <a:noFill/>
          </a:ln>
        </p:spPr>
      </p:sp>
      <p:sp>
        <p:nvSpPr>
          <p:cNvPr id="24" name="wm.whiteboard.36.18"/>
          <p:cNvSpPr/>
          <p:nvPr/>
        </p:nvSpPr>
        <p:spPr>
          <a:xfrm>
            <a:off x="4381500" y="457200"/>
            <a:ext cx="38100" cy="38100"/>
          </a:xfrm>
          <a:prstGeom prst="rect">
            <a:avLst/>
          </a:prstGeom>
          <a:solidFill>
            <a:srgbClr val="CED7E6"/>
          </a:solidFill>
          <a:ln>
            <a:noFill/>
          </a:ln>
        </p:spPr>
      </p:sp>
      <p:sp>
        <p:nvSpPr>
          <p:cNvPr id="25" name="wm.whiteboard.36.36"/>
          <p:cNvSpPr/>
          <p:nvPr/>
        </p:nvSpPr>
        <p:spPr>
          <a:xfrm>
            <a:off x="4381500" y="685800"/>
            <a:ext cx="38100" cy="38100"/>
          </a:xfrm>
          <a:prstGeom prst="rect">
            <a:avLst/>
          </a:prstGeom>
          <a:solidFill>
            <a:srgbClr val="CED7E6"/>
          </a:solidFill>
          <a:ln>
            <a:noFill/>
          </a:ln>
        </p:spPr>
      </p:sp>
      <p:sp>
        <p:nvSpPr>
          <p:cNvPr id="26" name="wm.whiteboard.36.54"/>
          <p:cNvSpPr/>
          <p:nvPr/>
        </p:nvSpPr>
        <p:spPr>
          <a:xfrm>
            <a:off x="4381500" y="914400"/>
            <a:ext cx="38100" cy="38100"/>
          </a:xfrm>
          <a:prstGeom prst="rect">
            <a:avLst/>
          </a:prstGeom>
          <a:solidFill>
            <a:srgbClr val="CED7E6">
              <a:alpha val="94671"/>
            </a:srgbClr>
          </a:solidFill>
          <a:ln>
            <a:noFill/>
          </a:ln>
        </p:spPr>
      </p:sp>
      <p:sp>
        <p:nvSpPr>
          <p:cNvPr id="27" name="wm.whiteboard.36.72"/>
          <p:cNvSpPr/>
          <p:nvPr/>
        </p:nvSpPr>
        <p:spPr>
          <a:xfrm>
            <a:off x="4381500" y="1143000"/>
            <a:ext cx="38100" cy="38100"/>
          </a:xfrm>
          <a:prstGeom prst="rect">
            <a:avLst/>
          </a:prstGeom>
          <a:solidFill>
            <a:srgbClr val="CED7E6">
              <a:alpha val="79547"/>
            </a:srgbClr>
          </a:solidFill>
          <a:ln>
            <a:noFill/>
          </a:ln>
        </p:spPr>
      </p:sp>
      <p:sp>
        <p:nvSpPr>
          <p:cNvPr id="28" name="wm.whiteboard.36.90"/>
          <p:cNvSpPr/>
          <p:nvPr/>
        </p:nvSpPr>
        <p:spPr>
          <a:xfrm>
            <a:off x="4381500" y="1371600"/>
            <a:ext cx="38100" cy="38100"/>
          </a:xfrm>
          <a:prstGeom prst="rect">
            <a:avLst/>
          </a:prstGeom>
          <a:solidFill>
            <a:srgbClr val="CED7E6">
              <a:alpha val="63833"/>
            </a:srgbClr>
          </a:solidFill>
          <a:ln>
            <a:noFill/>
          </a:ln>
        </p:spPr>
      </p:sp>
      <p:sp>
        <p:nvSpPr>
          <p:cNvPr id="29" name="wm.whiteboard.36.108"/>
          <p:cNvSpPr/>
          <p:nvPr/>
        </p:nvSpPr>
        <p:spPr>
          <a:xfrm>
            <a:off x="4381500" y="1600200"/>
            <a:ext cx="38100" cy="38100"/>
          </a:xfrm>
          <a:prstGeom prst="rect">
            <a:avLst/>
          </a:prstGeom>
          <a:solidFill>
            <a:srgbClr val="CED7E6">
              <a:alpha val="47790"/>
            </a:srgbClr>
          </a:solidFill>
          <a:ln>
            <a:noFill/>
          </a:ln>
        </p:spPr>
      </p:sp>
      <p:sp>
        <p:nvSpPr>
          <p:cNvPr id="30" name="wm.whiteboard.36.126"/>
          <p:cNvSpPr/>
          <p:nvPr/>
        </p:nvSpPr>
        <p:spPr>
          <a:xfrm>
            <a:off x="4381500" y="1828800"/>
            <a:ext cx="38100" cy="38100"/>
          </a:xfrm>
          <a:prstGeom prst="rect">
            <a:avLst/>
          </a:prstGeom>
          <a:solidFill>
            <a:srgbClr val="CED7E6">
              <a:alpha val="31549"/>
            </a:srgbClr>
          </a:solidFill>
          <a:ln>
            <a:noFill/>
          </a:ln>
        </p:spPr>
      </p:sp>
      <p:sp>
        <p:nvSpPr>
          <p:cNvPr id="31" name="wm.whiteboard.36.144"/>
          <p:cNvSpPr/>
          <p:nvPr/>
        </p:nvSpPr>
        <p:spPr>
          <a:xfrm>
            <a:off x="4381500" y="2057400"/>
            <a:ext cx="38100" cy="38100"/>
          </a:xfrm>
          <a:prstGeom prst="rect">
            <a:avLst/>
          </a:prstGeom>
          <a:solidFill>
            <a:srgbClr val="CED7E6">
              <a:alpha val="15179"/>
            </a:srgbClr>
          </a:solidFill>
          <a:ln>
            <a:noFill/>
          </a:ln>
        </p:spPr>
      </p:sp>
      <p:sp>
        <p:nvSpPr>
          <p:cNvPr id="32" name="wm.whiteboard.54.0"/>
          <p:cNvSpPr/>
          <p:nvPr/>
        </p:nvSpPr>
        <p:spPr>
          <a:xfrm>
            <a:off x="4610100" y="228600"/>
            <a:ext cx="38100" cy="38100"/>
          </a:xfrm>
          <a:prstGeom prst="rect">
            <a:avLst/>
          </a:prstGeom>
          <a:solidFill>
            <a:srgbClr val="CED7E6"/>
          </a:solidFill>
          <a:ln>
            <a:noFill/>
          </a:ln>
        </p:spPr>
      </p:sp>
      <p:sp>
        <p:nvSpPr>
          <p:cNvPr id="33" name="wm.whiteboard.54.18"/>
          <p:cNvSpPr/>
          <p:nvPr/>
        </p:nvSpPr>
        <p:spPr>
          <a:xfrm>
            <a:off x="4610100" y="457200"/>
            <a:ext cx="38100" cy="38100"/>
          </a:xfrm>
          <a:prstGeom prst="rect">
            <a:avLst/>
          </a:prstGeom>
          <a:solidFill>
            <a:srgbClr val="CED7E6"/>
          </a:solidFill>
          <a:ln>
            <a:noFill/>
          </a:ln>
        </p:spPr>
      </p:sp>
      <p:sp>
        <p:nvSpPr>
          <p:cNvPr id="34" name="wm.whiteboard.54.36"/>
          <p:cNvSpPr/>
          <p:nvPr/>
        </p:nvSpPr>
        <p:spPr>
          <a:xfrm>
            <a:off x="4610100" y="685800"/>
            <a:ext cx="38100" cy="38100"/>
          </a:xfrm>
          <a:prstGeom prst="rect">
            <a:avLst/>
          </a:prstGeom>
          <a:solidFill>
            <a:srgbClr val="CED7E6">
              <a:alpha val="98827"/>
            </a:srgbClr>
          </a:solidFill>
          <a:ln>
            <a:noFill/>
          </a:ln>
        </p:spPr>
      </p:sp>
      <p:sp>
        <p:nvSpPr>
          <p:cNvPr id="35" name="wm.whiteboard.54.54"/>
          <p:cNvSpPr/>
          <p:nvPr/>
        </p:nvSpPr>
        <p:spPr>
          <a:xfrm>
            <a:off x="4610100" y="914400"/>
            <a:ext cx="38100" cy="38100"/>
          </a:xfrm>
          <a:prstGeom prst="rect">
            <a:avLst/>
          </a:prstGeom>
          <a:solidFill>
            <a:srgbClr val="CED7E6">
              <a:alpha val="86895"/>
            </a:srgbClr>
          </a:solidFill>
          <a:ln>
            <a:noFill/>
          </a:ln>
        </p:spPr>
      </p:sp>
      <p:sp>
        <p:nvSpPr>
          <p:cNvPr id="36" name="wm.whiteboard.54.72"/>
          <p:cNvSpPr/>
          <p:nvPr/>
        </p:nvSpPr>
        <p:spPr>
          <a:xfrm>
            <a:off x="4610100" y="1143000"/>
            <a:ext cx="38100" cy="38100"/>
          </a:xfrm>
          <a:prstGeom prst="rect">
            <a:avLst/>
          </a:prstGeom>
          <a:solidFill>
            <a:srgbClr val="CED7E6">
              <a:alpha val="73217"/>
            </a:srgbClr>
          </a:solidFill>
          <a:ln>
            <a:noFill/>
          </a:ln>
        </p:spPr>
      </p:sp>
      <p:sp>
        <p:nvSpPr>
          <p:cNvPr id="37" name="wm.whiteboard.54.90"/>
          <p:cNvSpPr/>
          <p:nvPr/>
        </p:nvSpPr>
        <p:spPr>
          <a:xfrm>
            <a:off x="4610100" y="1371600"/>
            <a:ext cx="38100" cy="38100"/>
          </a:xfrm>
          <a:prstGeom prst="rect">
            <a:avLst/>
          </a:prstGeom>
          <a:solidFill>
            <a:srgbClr val="CED7E6">
              <a:alpha val="58541"/>
            </a:srgbClr>
          </a:solidFill>
          <a:ln>
            <a:noFill/>
          </a:ln>
        </p:spPr>
      </p:sp>
      <p:sp>
        <p:nvSpPr>
          <p:cNvPr id="38" name="wm.whiteboard.54.108"/>
          <p:cNvSpPr/>
          <p:nvPr/>
        </p:nvSpPr>
        <p:spPr>
          <a:xfrm>
            <a:off x="4610100" y="1600200"/>
            <a:ext cx="38100" cy="38100"/>
          </a:xfrm>
          <a:prstGeom prst="rect">
            <a:avLst/>
          </a:prstGeom>
          <a:solidFill>
            <a:srgbClr val="CED7E6">
              <a:alpha val="43263"/>
            </a:srgbClr>
          </a:solidFill>
          <a:ln>
            <a:noFill/>
          </a:ln>
        </p:spPr>
      </p:sp>
      <p:sp>
        <p:nvSpPr>
          <p:cNvPr id="39" name="wm.whiteboard.54.126"/>
          <p:cNvSpPr/>
          <p:nvPr/>
        </p:nvSpPr>
        <p:spPr>
          <a:xfrm>
            <a:off x="4610100" y="1828800"/>
            <a:ext cx="38100" cy="38100"/>
          </a:xfrm>
          <a:prstGeom prst="rect">
            <a:avLst/>
          </a:prstGeom>
          <a:solidFill>
            <a:srgbClr val="CED7E6">
              <a:alpha val="27603"/>
            </a:srgbClr>
          </a:solidFill>
          <a:ln>
            <a:noFill/>
          </a:ln>
        </p:spPr>
      </p:sp>
      <p:sp>
        <p:nvSpPr>
          <p:cNvPr id="40" name="wm.whiteboard.54.144"/>
          <p:cNvSpPr/>
          <p:nvPr/>
        </p:nvSpPr>
        <p:spPr>
          <a:xfrm>
            <a:off x="4610100" y="2057400"/>
            <a:ext cx="38100" cy="38100"/>
          </a:xfrm>
          <a:prstGeom prst="rect">
            <a:avLst/>
          </a:prstGeom>
          <a:solidFill>
            <a:srgbClr val="CED7E6">
              <a:alpha val="11687"/>
            </a:srgbClr>
          </a:solidFill>
          <a:ln>
            <a:noFill/>
          </a:ln>
        </p:spPr>
      </p:sp>
      <p:sp>
        <p:nvSpPr>
          <p:cNvPr id="41" name="wm.whiteboard.72.0"/>
          <p:cNvSpPr/>
          <p:nvPr/>
        </p:nvSpPr>
        <p:spPr>
          <a:xfrm>
            <a:off x="4838700" y="228600"/>
            <a:ext cx="38100" cy="38100"/>
          </a:xfrm>
          <a:prstGeom prst="rect">
            <a:avLst/>
          </a:prstGeom>
          <a:solidFill>
            <a:srgbClr val="CED7E6">
              <a:alpha val="97572"/>
            </a:srgbClr>
          </a:solidFill>
          <a:ln>
            <a:noFill/>
          </a:ln>
        </p:spPr>
      </p:sp>
      <p:sp>
        <p:nvSpPr>
          <p:cNvPr id="42" name="wm.whiteboard.72.18"/>
          <p:cNvSpPr/>
          <p:nvPr/>
        </p:nvSpPr>
        <p:spPr>
          <a:xfrm>
            <a:off x="4838700" y="457200"/>
            <a:ext cx="38100" cy="38100"/>
          </a:xfrm>
          <a:prstGeom prst="rect">
            <a:avLst/>
          </a:prstGeom>
          <a:solidFill>
            <a:srgbClr val="CED7E6">
              <a:alpha val="94724"/>
            </a:srgbClr>
          </a:solidFill>
          <a:ln>
            <a:noFill/>
          </a:ln>
        </p:spPr>
      </p:sp>
      <p:sp>
        <p:nvSpPr>
          <p:cNvPr id="43" name="wm.whiteboard.72.36"/>
          <p:cNvSpPr/>
          <p:nvPr/>
        </p:nvSpPr>
        <p:spPr>
          <a:xfrm>
            <a:off x="4838700" y="685800"/>
            <a:ext cx="38100" cy="38100"/>
          </a:xfrm>
          <a:prstGeom prst="rect">
            <a:avLst/>
          </a:prstGeom>
          <a:solidFill>
            <a:srgbClr val="CED7E6">
              <a:alpha val="87609"/>
            </a:srgbClr>
          </a:solidFill>
          <a:ln>
            <a:noFill/>
          </a:ln>
        </p:spPr>
      </p:sp>
      <p:sp>
        <p:nvSpPr>
          <p:cNvPr id="44" name="wm.whiteboard.72.54"/>
          <p:cNvSpPr/>
          <p:nvPr/>
        </p:nvSpPr>
        <p:spPr>
          <a:xfrm>
            <a:off x="4838700" y="914400"/>
            <a:ext cx="38100" cy="38100"/>
          </a:xfrm>
          <a:prstGeom prst="rect">
            <a:avLst/>
          </a:prstGeom>
          <a:solidFill>
            <a:srgbClr val="CED7E6">
              <a:alpha val="77408"/>
            </a:srgbClr>
          </a:solidFill>
          <a:ln>
            <a:noFill/>
          </a:ln>
        </p:spPr>
      </p:sp>
      <p:sp>
        <p:nvSpPr>
          <p:cNvPr id="45" name="wm.whiteboard.72.72"/>
          <p:cNvSpPr/>
          <p:nvPr/>
        </p:nvSpPr>
        <p:spPr>
          <a:xfrm>
            <a:off x="4838700" y="1143000"/>
            <a:ext cx="38100" cy="38100"/>
          </a:xfrm>
          <a:prstGeom prst="rect">
            <a:avLst/>
          </a:prstGeom>
          <a:solidFill>
            <a:srgbClr val="CED7E6">
              <a:alpha val="65181"/>
            </a:srgbClr>
          </a:solidFill>
          <a:ln>
            <a:noFill/>
          </a:ln>
        </p:spPr>
      </p:sp>
      <p:sp>
        <p:nvSpPr>
          <p:cNvPr id="46" name="wm.whiteboard.72.90"/>
          <p:cNvSpPr/>
          <p:nvPr/>
        </p:nvSpPr>
        <p:spPr>
          <a:xfrm>
            <a:off x="4838700" y="1371600"/>
            <a:ext cx="38100" cy="38100"/>
          </a:xfrm>
          <a:prstGeom prst="rect">
            <a:avLst/>
          </a:prstGeom>
          <a:solidFill>
            <a:srgbClr val="CED7E6">
              <a:alpha val="51653"/>
            </a:srgbClr>
          </a:solidFill>
          <a:ln>
            <a:noFill/>
          </a:ln>
        </p:spPr>
      </p:sp>
      <p:sp>
        <p:nvSpPr>
          <p:cNvPr id="47" name="wm.whiteboard.72.108"/>
          <p:cNvSpPr/>
          <p:nvPr/>
        </p:nvSpPr>
        <p:spPr>
          <a:xfrm>
            <a:off x="4838700" y="1600200"/>
            <a:ext cx="38100" cy="38100"/>
          </a:xfrm>
          <a:prstGeom prst="rect">
            <a:avLst/>
          </a:prstGeom>
          <a:solidFill>
            <a:srgbClr val="CED7E6">
              <a:alpha val="37275"/>
            </a:srgbClr>
          </a:solidFill>
          <a:ln>
            <a:noFill/>
          </a:ln>
        </p:spPr>
      </p:sp>
      <p:sp>
        <p:nvSpPr>
          <p:cNvPr id="48" name="wm.whiteboard.72.126"/>
          <p:cNvSpPr/>
          <p:nvPr/>
        </p:nvSpPr>
        <p:spPr>
          <a:xfrm>
            <a:off x="4838700" y="1828800"/>
            <a:ext cx="38100" cy="38100"/>
          </a:xfrm>
          <a:prstGeom prst="rect">
            <a:avLst/>
          </a:prstGeom>
          <a:solidFill>
            <a:srgbClr val="CED7E6">
              <a:alpha val="22326"/>
            </a:srgbClr>
          </a:solidFill>
          <a:ln>
            <a:noFill/>
          </a:ln>
        </p:spPr>
      </p:sp>
      <p:sp>
        <p:nvSpPr>
          <p:cNvPr id="49" name="wm.whiteboard.72.144"/>
          <p:cNvSpPr/>
          <p:nvPr/>
        </p:nvSpPr>
        <p:spPr>
          <a:xfrm>
            <a:off x="4838700" y="2057400"/>
            <a:ext cx="38100" cy="38100"/>
          </a:xfrm>
          <a:prstGeom prst="rect">
            <a:avLst/>
          </a:prstGeom>
          <a:solidFill>
            <a:srgbClr val="CED7E6">
              <a:alpha val="6980"/>
            </a:srgbClr>
          </a:solidFill>
          <a:ln>
            <a:noFill/>
          </a:ln>
        </p:spPr>
      </p:sp>
      <p:sp>
        <p:nvSpPr>
          <p:cNvPr id="50" name="wm.whiteboard.90.0"/>
          <p:cNvSpPr/>
          <p:nvPr/>
        </p:nvSpPr>
        <p:spPr>
          <a:xfrm>
            <a:off x="5067300" y="228600"/>
            <a:ext cx="38100" cy="38100"/>
          </a:xfrm>
          <a:prstGeom prst="rect">
            <a:avLst/>
          </a:prstGeom>
          <a:solidFill>
            <a:srgbClr val="CED7E6">
              <a:alpha val="83798"/>
            </a:srgbClr>
          </a:solidFill>
          <a:ln>
            <a:noFill/>
          </a:ln>
        </p:spPr>
      </p:sp>
      <p:sp>
        <p:nvSpPr>
          <p:cNvPr id="51" name="wm.whiteboard.90.18"/>
          <p:cNvSpPr/>
          <p:nvPr/>
        </p:nvSpPr>
        <p:spPr>
          <a:xfrm>
            <a:off x="5067300" y="457200"/>
            <a:ext cx="38100" cy="38100"/>
          </a:xfrm>
          <a:prstGeom prst="rect">
            <a:avLst/>
          </a:prstGeom>
          <a:solidFill>
            <a:srgbClr val="CED7E6">
              <a:alpha val="81490"/>
            </a:srgbClr>
          </a:solidFill>
          <a:ln>
            <a:noFill/>
          </a:ln>
        </p:spPr>
      </p:sp>
      <p:sp>
        <p:nvSpPr>
          <p:cNvPr id="52" name="wm.whiteboard.90.36"/>
          <p:cNvSpPr/>
          <p:nvPr/>
        </p:nvSpPr>
        <p:spPr>
          <a:xfrm>
            <a:off x="5067300" y="685800"/>
            <a:ext cx="38100" cy="38100"/>
          </a:xfrm>
          <a:prstGeom prst="rect">
            <a:avLst/>
          </a:prstGeom>
          <a:solidFill>
            <a:srgbClr val="CED7E6">
              <a:alpha val="75569"/>
            </a:srgbClr>
          </a:solidFill>
          <a:ln>
            <a:noFill/>
          </a:ln>
        </p:spPr>
      </p:sp>
      <p:sp>
        <p:nvSpPr>
          <p:cNvPr id="53" name="wm.whiteboard.90.54"/>
          <p:cNvSpPr/>
          <p:nvPr/>
        </p:nvSpPr>
        <p:spPr>
          <a:xfrm>
            <a:off x="5067300" y="914400"/>
            <a:ext cx="38100" cy="38100"/>
          </a:xfrm>
          <a:prstGeom prst="rect">
            <a:avLst/>
          </a:prstGeom>
          <a:solidFill>
            <a:srgbClr val="CED7E6">
              <a:alpha val="66767"/>
            </a:srgbClr>
          </a:solidFill>
          <a:ln>
            <a:noFill/>
          </a:ln>
        </p:spPr>
      </p:sp>
      <p:sp>
        <p:nvSpPr>
          <p:cNvPr id="54" name="wm.whiteboard.90.72"/>
          <p:cNvSpPr/>
          <p:nvPr/>
        </p:nvSpPr>
        <p:spPr>
          <a:xfrm>
            <a:off x="5067300" y="1143000"/>
            <a:ext cx="38100" cy="38100"/>
          </a:xfrm>
          <a:prstGeom prst="rect">
            <a:avLst/>
          </a:prstGeom>
          <a:solidFill>
            <a:srgbClr val="CED7E6">
              <a:alpha val="55859"/>
            </a:srgbClr>
          </a:solidFill>
          <a:ln>
            <a:noFill/>
          </a:ln>
        </p:spPr>
      </p:sp>
      <p:sp>
        <p:nvSpPr>
          <p:cNvPr id="55" name="wm.whiteboard.90.90"/>
          <p:cNvSpPr/>
          <p:nvPr/>
        </p:nvSpPr>
        <p:spPr>
          <a:xfrm>
            <a:off x="5067300" y="1371600"/>
            <a:ext cx="38100" cy="38100"/>
          </a:xfrm>
          <a:prstGeom prst="rect">
            <a:avLst/>
          </a:prstGeom>
          <a:solidFill>
            <a:srgbClr val="CED7E6">
              <a:alpha val="43468"/>
            </a:srgbClr>
          </a:solidFill>
          <a:ln>
            <a:noFill/>
          </a:ln>
        </p:spPr>
      </p:sp>
      <p:sp>
        <p:nvSpPr>
          <p:cNvPr id="56" name="wm.whiteboard.90.108"/>
          <p:cNvSpPr/>
          <p:nvPr/>
        </p:nvSpPr>
        <p:spPr>
          <a:xfrm>
            <a:off x="5067300" y="1600200"/>
            <a:ext cx="38100" cy="38100"/>
          </a:xfrm>
          <a:prstGeom prst="rect">
            <a:avLst/>
          </a:prstGeom>
          <a:solidFill>
            <a:srgbClr val="CED7E6">
              <a:alpha val="30037"/>
            </a:srgbClr>
          </a:solidFill>
          <a:ln>
            <a:noFill/>
          </a:ln>
        </p:spPr>
      </p:sp>
      <p:sp>
        <p:nvSpPr>
          <p:cNvPr id="57" name="wm.whiteboard.90.126"/>
          <p:cNvSpPr/>
          <p:nvPr/>
        </p:nvSpPr>
        <p:spPr>
          <a:xfrm>
            <a:off x="5067300" y="1828800"/>
            <a:ext cx="38100" cy="38100"/>
          </a:xfrm>
          <a:prstGeom prst="rect">
            <a:avLst/>
          </a:prstGeom>
          <a:solidFill>
            <a:srgbClr val="CED7E6">
              <a:alpha val="15870"/>
            </a:srgbClr>
          </a:solidFill>
          <a:ln>
            <a:noFill/>
          </a:ln>
        </p:spPr>
      </p:sp>
      <p:sp>
        <p:nvSpPr>
          <p:cNvPr id="58" name="wm.whiteboard.90.144"/>
          <p:cNvSpPr/>
          <p:nvPr/>
        </p:nvSpPr>
        <p:spPr>
          <a:xfrm>
            <a:off x="5067300" y="2057400"/>
            <a:ext cx="38100" cy="38100"/>
          </a:xfrm>
          <a:prstGeom prst="rect">
            <a:avLst/>
          </a:prstGeom>
          <a:solidFill>
            <a:srgbClr val="CED7E6">
              <a:alpha val="1171"/>
            </a:srgbClr>
          </a:solidFill>
          <a:ln>
            <a:noFill/>
          </a:ln>
        </p:spPr>
      </p:sp>
      <p:sp>
        <p:nvSpPr>
          <p:cNvPr id="59" name="wm.whiteboard.108.0"/>
          <p:cNvSpPr/>
          <p:nvPr/>
        </p:nvSpPr>
        <p:spPr>
          <a:xfrm>
            <a:off x="5295900" y="228600"/>
            <a:ext cx="38100" cy="38100"/>
          </a:xfrm>
          <a:prstGeom prst="rect">
            <a:avLst/>
          </a:prstGeom>
          <a:solidFill>
            <a:srgbClr val="CED7E6">
              <a:alpha val="70023"/>
            </a:srgbClr>
          </a:solidFill>
          <a:ln>
            <a:noFill/>
          </a:ln>
        </p:spPr>
      </p:sp>
      <p:sp>
        <p:nvSpPr>
          <p:cNvPr id="60" name="wm.whiteboard.108.18"/>
          <p:cNvSpPr/>
          <p:nvPr/>
        </p:nvSpPr>
        <p:spPr>
          <a:xfrm>
            <a:off x="5295900" y="457200"/>
            <a:ext cx="38100" cy="38100"/>
          </a:xfrm>
          <a:prstGeom prst="rect">
            <a:avLst/>
          </a:prstGeom>
          <a:solidFill>
            <a:srgbClr val="CED7E6">
              <a:alpha val="68085"/>
            </a:srgbClr>
          </a:solidFill>
          <a:ln>
            <a:noFill/>
          </a:ln>
        </p:spPr>
      </p:sp>
      <p:sp>
        <p:nvSpPr>
          <p:cNvPr id="61" name="wm.whiteboard.108.36"/>
          <p:cNvSpPr/>
          <p:nvPr/>
        </p:nvSpPr>
        <p:spPr>
          <a:xfrm>
            <a:off x="5295900" y="685800"/>
            <a:ext cx="38100" cy="38100"/>
          </a:xfrm>
          <a:prstGeom prst="rect">
            <a:avLst/>
          </a:prstGeom>
          <a:solidFill>
            <a:srgbClr val="CED7E6">
              <a:alpha val="63033"/>
            </a:srgbClr>
          </a:solidFill>
          <a:ln>
            <a:noFill/>
          </a:ln>
        </p:spPr>
      </p:sp>
      <p:sp>
        <p:nvSpPr>
          <p:cNvPr id="62" name="wm.whiteboard.108.54"/>
          <p:cNvSpPr/>
          <p:nvPr/>
        </p:nvSpPr>
        <p:spPr>
          <a:xfrm>
            <a:off x="5295900" y="914400"/>
            <a:ext cx="38100" cy="38100"/>
          </a:xfrm>
          <a:prstGeom prst="rect">
            <a:avLst/>
          </a:prstGeom>
          <a:solidFill>
            <a:srgbClr val="CED7E6">
              <a:alpha val="55346"/>
            </a:srgbClr>
          </a:solidFill>
          <a:ln>
            <a:noFill/>
          </a:ln>
        </p:spPr>
      </p:sp>
      <p:sp>
        <p:nvSpPr>
          <p:cNvPr id="63" name="wm.whiteboard.108.72"/>
          <p:cNvSpPr/>
          <p:nvPr/>
        </p:nvSpPr>
        <p:spPr>
          <a:xfrm>
            <a:off x="5295900" y="1143000"/>
            <a:ext cx="38100" cy="38100"/>
          </a:xfrm>
          <a:prstGeom prst="rect">
            <a:avLst/>
          </a:prstGeom>
          <a:solidFill>
            <a:srgbClr val="CED7E6">
              <a:alpha val="45583"/>
            </a:srgbClr>
          </a:solidFill>
          <a:ln>
            <a:noFill/>
          </a:ln>
        </p:spPr>
      </p:sp>
      <p:sp>
        <p:nvSpPr>
          <p:cNvPr id="64" name="wm.whiteboard.108.90"/>
          <p:cNvSpPr/>
          <p:nvPr/>
        </p:nvSpPr>
        <p:spPr>
          <a:xfrm>
            <a:off x="5295900" y="1371600"/>
            <a:ext cx="38100" cy="38100"/>
          </a:xfrm>
          <a:prstGeom prst="rect">
            <a:avLst/>
          </a:prstGeom>
          <a:solidFill>
            <a:srgbClr val="CED7E6">
              <a:alpha val="34251"/>
            </a:srgbClr>
          </a:solidFill>
          <a:ln>
            <a:noFill/>
          </a:ln>
        </p:spPr>
      </p:sp>
      <p:sp>
        <p:nvSpPr>
          <p:cNvPr id="65" name="wm.whiteboard.108.108"/>
          <p:cNvSpPr/>
          <p:nvPr/>
        </p:nvSpPr>
        <p:spPr>
          <a:xfrm>
            <a:off x="5295900" y="1600200"/>
            <a:ext cx="38100" cy="38100"/>
          </a:xfrm>
          <a:prstGeom prst="rect">
            <a:avLst/>
          </a:prstGeom>
          <a:solidFill>
            <a:srgbClr val="CED7E6">
              <a:alpha val="21754"/>
            </a:srgbClr>
          </a:solidFill>
          <a:ln>
            <a:noFill/>
          </a:ln>
        </p:spPr>
      </p:sp>
      <p:sp>
        <p:nvSpPr>
          <p:cNvPr id="66" name="wm.whiteboard.108.126"/>
          <p:cNvSpPr/>
          <p:nvPr/>
        </p:nvSpPr>
        <p:spPr>
          <a:xfrm>
            <a:off x="5295900" y="1828800"/>
            <a:ext cx="38100" cy="38100"/>
          </a:xfrm>
          <a:prstGeom prst="rect">
            <a:avLst/>
          </a:prstGeom>
          <a:solidFill>
            <a:srgbClr val="CED7E6">
              <a:alpha val="8391"/>
            </a:srgbClr>
          </a:solidFill>
          <a:ln>
            <a:noFill/>
          </a:ln>
        </p:spPr>
      </p:sp>
      <p:sp>
        <p:nvSpPr>
          <p:cNvPr id="67" name="wm.whiteboard.126.0"/>
          <p:cNvSpPr/>
          <p:nvPr/>
        </p:nvSpPr>
        <p:spPr>
          <a:xfrm>
            <a:off x="5524500" y="228600"/>
            <a:ext cx="38100" cy="38100"/>
          </a:xfrm>
          <a:prstGeom prst="rect">
            <a:avLst/>
          </a:prstGeom>
          <a:solidFill>
            <a:srgbClr val="CED7E6">
              <a:alpha val="56247"/>
            </a:srgbClr>
          </a:solidFill>
          <a:ln>
            <a:noFill/>
          </a:ln>
        </p:spPr>
      </p:sp>
      <p:sp>
        <p:nvSpPr>
          <p:cNvPr id="68" name="wm.whiteboard.126.18"/>
          <p:cNvSpPr/>
          <p:nvPr/>
        </p:nvSpPr>
        <p:spPr>
          <a:xfrm>
            <a:off x="5524500" y="457200"/>
            <a:ext cx="38100" cy="38100"/>
          </a:xfrm>
          <a:prstGeom prst="rect">
            <a:avLst/>
          </a:prstGeom>
          <a:solidFill>
            <a:srgbClr val="CED7E6">
              <a:alpha val="54578"/>
            </a:srgbClr>
          </a:solidFill>
          <a:ln>
            <a:noFill/>
          </a:ln>
        </p:spPr>
      </p:sp>
      <p:sp>
        <p:nvSpPr>
          <p:cNvPr id="69" name="wm.whiteboard.126.36"/>
          <p:cNvSpPr/>
          <p:nvPr/>
        </p:nvSpPr>
        <p:spPr>
          <a:xfrm>
            <a:off x="5524500" y="685800"/>
            <a:ext cx="38100" cy="38100"/>
          </a:xfrm>
          <a:prstGeom prst="rect">
            <a:avLst/>
          </a:prstGeom>
          <a:solidFill>
            <a:srgbClr val="CED7E6">
              <a:alpha val="50182"/>
            </a:srgbClr>
          </a:solidFill>
          <a:ln>
            <a:noFill/>
          </a:ln>
        </p:spPr>
      </p:sp>
      <p:sp>
        <p:nvSpPr>
          <p:cNvPr id="70" name="wm.whiteboard.126.54"/>
          <p:cNvSpPr/>
          <p:nvPr/>
        </p:nvSpPr>
        <p:spPr>
          <a:xfrm>
            <a:off x="5524500" y="914400"/>
            <a:ext cx="38100" cy="38100"/>
          </a:xfrm>
          <a:prstGeom prst="rect">
            <a:avLst/>
          </a:prstGeom>
          <a:solidFill>
            <a:srgbClr val="CED7E6">
              <a:alpha val="43386"/>
            </a:srgbClr>
          </a:solidFill>
          <a:ln>
            <a:noFill/>
          </a:ln>
        </p:spPr>
      </p:sp>
      <p:sp>
        <p:nvSpPr>
          <p:cNvPr id="71" name="wm.whiteboard.126.72"/>
          <p:cNvSpPr/>
          <p:nvPr/>
        </p:nvSpPr>
        <p:spPr>
          <a:xfrm>
            <a:off x="5524500" y="1143000"/>
            <a:ext cx="38100" cy="38100"/>
          </a:xfrm>
          <a:prstGeom prst="rect">
            <a:avLst/>
          </a:prstGeom>
          <a:solidFill>
            <a:srgbClr val="CED7E6">
              <a:alpha val="34598"/>
            </a:srgbClr>
          </a:solidFill>
          <a:ln>
            <a:noFill/>
          </a:ln>
        </p:spPr>
      </p:sp>
      <p:sp>
        <p:nvSpPr>
          <p:cNvPr id="72" name="wm.whiteboard.126.90"/>
          <p:cNvSpPr/>
          <p:nvPr/>
        </p:nvSpPr>
        <p:spPr>
          <a:xfrm>
            <a:off x="5524500" y="1371600"/>
            <a:ext cx="38100" cy="38100"/>
          </a:xfrm>
          <a:prstGeom prst="rect">
            <a:avLst/>
          </a:prstGeom>
          <a:solidFill>
            <a:srgbClr val="CED7E6">
              <a:alpha val="24223"/>
            </a:srgbClr>
          </a:solidFill>
          <a:ln>
            <a:noFill/>
          </a:ln>
        </p:spPr>
      </p:sp>
      <p:sp>
        <p:nvSpPr>
          <p:cNvPr id="73" name="wm.whiteboard.126.108"/>
          <p:cNvSpPr/>
          <p:nvPr/>
        </p:nvSpPr>
        <p:spPr>
          <a:xfrm>
            <a:off x="5524500" y="1600200"/>
            <a:ext cx="38100" cy="38100"/>
          </a:xfrm>
          <a:prstGeom prst="rect">
            <a:avLst/>
          </a:prstGeom>
          <a:solidFill>
            <a:srgbClr val="CED7E6">
              <a:alpha val="12610"/>
            </a:srgbClr>
          </a:solidFill>
          <a:ln>
            <a:noFill/>
          </a:ln>
        </p:spPr>
      </p:sp>
      <p:sp>
        <p:nvSpPr>
          <p:cNvPr id="74" name="wm.whiteboard.126.126"/>
          <p:cNvSpPr/>
          <p:nvPr/>
        </p:nvSpPr>
        <p:spPr>
          <a:xfrm>
            <a:off x="5524500" y="1828800"/>
            <a:ext cx="38100" cy="38100"/>
          </a:xfrm>
          <a:prstGeom prst="rect">
            <a:avLst/>
          </a:prstGeom>
          <a:solidFill>
            <a:srgbClr val="CED7E6">
              <a:alpha val="40"/>
            </a:srgbClr>
          </a:solidFill>
          <a:ln>
            <a:noFill/>
          </a:ln>
        </p:spPr>
      </p:sp>
      <p:sp>
        <p:nvSpPr>
          <p:cNvPr id="75" name="wm.whiteboard.144.0"/>
          <p:cNvSpPr/>
          <p:nvPr/>
        </p:nvSpPr>
        <p:spPr>
          <a:xfrm>
            <a:off x="5753100" y="228600"/>
            <a:ext cx="38100" cy="38100"/>
          </a:xfrm>
          <a:prstGeom prst="rect">
            <a:avLst/>
          </a:prstGeom>
          <a:solidFill>
            <a:srgbClr val="CED7E6">
              <a:alpha val="42471"/>
            </a:srgbClr>
          </a:solidFill>
          <a:ln>
            <a:noFill/>
          </a:ln>
        </p:spPr>
      </p:sp>
      <p:sp>
        <p:nvSpPr>
          <p:cNvPr id="76" name="wm.whiteboard.144.18"/>
          <p:cNvSpPr/>
          <p:nvPr/>
        </p:nvSpPr>
        <p:spPr>
          <a:xfrm>
            <a:off x="5753100" y="457200"/>
            <a:ext cx="38100" cy="38100"/>
          </a:xfrm>
          <a:prstGeom prst="rect">
            <a:avLst/>
          </a:prstGeom>
          <a:solidFill>
            <a:srgbClr val="CED7E6">
              <a:alpha val="41005"/>
            </a:srgbClr>
          </a:solidFill>
          <a:ln>
            <a:noFill/>
          </a:ln>
        </p:spPr>
      </p:sp>
      <p:sp>
        <p:nvSpPr>
          <p:cNvPr id="77" name="wm.whiteboard.144.36"/>
          <p:cNvSpPr/>
          <p:nvPr/>
        </p:nvSpPr>
        <p:spPr>
          <a:xfrm>
            <a:off x="5753100" y="685800"/>
            <a:ext cx="38100" cy="38100"/>
          </a:xfrm>
          <a:prstGeom prst="rect">
            <a:avLst/>
          </a:prstGeom>
          <a:solidFill>
            <a:srgbClr val="CED7E6">
              <a:alpha val="37120"/>
            </a:srgbClr>
          </a:solidFill>
          <a:ln>
            <a:noFill/>
          </a:ln>
        </p:spPr>
      </p:sp>
      <p:sp>
        <p:nvSpPr>
          <p:cNvPr id="78" name="wm.whiteboard.144.54"/>
          <p:cNvSpPr/>
          <p:nvPr/>
        </p:nvSpPr>
        <p:spPr>
          <a:xfrm>
            <a:off x="5753100" y="914400"/>
            <a:ext cx="38100" cy="38100"/>
          </a:xfrm>
          <a:prstGeom prst="rect">
            <a:avLst/>
          </a:prstGeom>
          <a:solidFill>
            <a:srgbClr val="CED7E6">
              <a:alpha val="31044"/>
            </a:srgbClr>
          </a:solidFill>
          <a:ln>
            <a:noFill/>
          </a:ln>
        </p:spPr>
      </p:sp>
      <p:sp>
        <p:nvSpPr>
          <p:cNvPr id="79" name="wm.whiteboard.144.72"/>
          <p:cNvSpPr/>
          <p:nvPr/>
        </p:nvSpPr>
        <p:spPr>
          <a:xfrm>
            <a:off x="5753100" y="1143000"/>
            <a:ext cx="38100" cy="38100"/>
          </a:xfrm>
          <a:prstGeom prst="rect">
            <a:avLst/>
          </a:prstGeom>
          <a:solidFill>
            <a:srgbClr val="CED7E6">
              <a:alpha val="23083"/>
            </a:srgbClr>
          </a:solidFill>
          <a:ln>
            <a:noFill/>
          </a:ln>
        </p:spPr>
      </p:sp>
      <p:sp>
        <p:nvSpPr>
          <p:cNvPr id="80" name="wm.whiteboard.144.90"/>
          <p:cNvSpPr/>
          <p:nvPr/>
        </p:nvSpPr>
        <p:spPr>
          <a:xfrm>
            <a:off x="5753100" y="1371600"/>
            <a:ext cx="38100" cy="38100"/>
          </a:xfrm>
          <a:prstGeom prst="rect">
            <a:avLst/>
          </a:prstGeom>
          <a:solidFill>
            <a:srgbClr val="CED7E6">
              <a:alpha val="13557"/>
            </a:srgbClr>
          </a:solidFill>
          <a:ln>
            <a:noFill/>
          </a:ln>
        </p:spPr>
      </p:sp>
      <p:sp>
        <p:nvSpPr>
          <p:cNvPr id="81" name="wm.whiteboard.144.108"/>
          <p:cNvSpPr/>
          <p:nvPr/>
        </p:nvSpPr>
        <p:spPr>
          <a:xfrm>
            <a:off x="5753100" y="1600200"/>
            <a:ext cx="38100" cy="38100"/>
          </a:xfrm>
          <a:prstGeom prst="rect">
            <a:avLst/>
          </a:prstGeom>
          <a:solidFill>
            <a:srgbClr val="CED7E6">
              <a:alpha val="2762"/>
            </a:srgbClr>
          </a:solidFill>
          <a:ln>
            <a:noFill/>
          </a:ln>
        </p:spPr>
      </p:sp>
      <p:sp>
        <p:nvSpPr>
          <p:cNvPr id="82" name="wm.whiteboard.162.0"/>
          <p:cNvSpPr/>
          <p:nvPr/>
        </p:nvSpPr>
        <p:spPr>
          <a:xfrm>
            <a:off x="5981700" y="228600"/>
            <a:ext cx="38100" cy="38100"/>
          </a:xfrm>
          <a:prstGeom prst="rect">
            <a:avLst/>
          </a:prstGeom>
          <a:solidFill>
            <a:srgbClr val="CED7E6">
              <a:alpha val="28695"/>
            </a:srgbClr>
          </a:solidFill>
          <a:ln>
            <a:noFill/>
          </a:ln>
        </p:spPr>
      </p:sp>
      <p:sp>
        <p:nvSpPr>
          <p:cNvPr id="83" name="wm.whiteboard.162.18"/>
          <p:cNvSpPr/>
          <p:nvPr/>
        </p:nvSpPr>
        <p:spPr>
          <a:xfrm>
            <a:off x="5981700" y="457200"/>
            <a:ext cx="38100" cy="38100"/>
          </a:xfrm>
          <a:prstGeom prst="rect">
            <a:avLst/>
          </a:prstGeom>
          <a:solidFill>
            <a:srgbClr val="CED7E6">
              <a:alpha val="27389"/>
            </a:srgbClr>
          </a:solidFill>
          <a:ln>
            <a:noFill/>
          </a:ln>
        </p:spPr>
      </p:sp>
      <p:sp>
        <p:nvSpPr>
          <p:cNvPr id="84" name="wm.whiteboard.162.36"/>
          <p:cNvSpPr/>
          <p:nvPr/>
        </p:nvSpPr>
        <p:spPr>
          <a:xfrm>
            <a:off x="5981700" y="685800"/>
            <a:ext cx="38100" cy="38100"/>
          </a:xfrm>
          <a:prstGeom prst="rect">
            <a:avLst/>
          </a:prstGeom>
          <a:solidFill>
            <a:srgbClr val="CED7E6">
              <a:alpha val="23910"/>
            </a:srgbClr>
          </a:solidFill>
          <a:ln>
            <a:noFill/>
          </a:ln>
        </p:spPr>
      </p:sp>
      <p:sp>
        <p:nvSpPr>
          <p:cNvPr id="85" name="wm.whiteboard.162.54"/>
          <p:cNvSpPr/>
          <p:nvPr/>
        </p:nvSpPr>
        <p:spPr>
          <a:xfrm>
            <a:off x="5981700" y="914400"/>
            <a:ext cx="38100" cy="38100"/>
          </a:xfrm>
          <a:prstGeom prst="rect">
            <a:avLst/>
          </a:prstGeom>
          <a:solidFill>
            <a:srgbClr val="CED7E6">
              <a:alpha val="18425"/>
            </a:srgbClr>
          </a:solidFill>
          <a:ln>
            <a:noFill/>
          </a:ln>
        </p:spPr>
      </p:sp>
      <p:sp>
        <p:nvSpPr>
          <p:cNvPr id="86" name="wm.whiteboard.162.72"/>
          <p:cNvSpPr/>
          <p:nvPr/>
        </p:nvSpPr>
        <p:spPr>
          <a:xfrm>
            <a:off x="5981700" y="1143000"/>
            <a:ext cx="38100" cy="38100"/>
          </a:xfrm>
          <a:prstGeom prst="rect">
            <a:avLst/>
          </a:prstGeom>
          <a:solidFill>
            <a:srgbClr val="CED7E6">
              <a:alpha val="11167"/>
            </a:srgbClr>
          </a:solidFill>
          <a:ln>
            <a:noFill/>
          </a:ln>
        </p:spPr>
      </p:sp>
      <p:sp>
        <p:nvSpPr>
          <p:cNvPr id="87" name="wm.whiteboard.162.90"/>
          <p:cNvSpPr/>
          <p:nvPr/>
        </p:nvSpPr>
        <p:spPr>
          <a:xfrm>
            <a:off x="5981700" y="1371600"/>
            <a:ext cx="38100" cy="38100"/>
          </a:xfrm>
          <a:prstGeom prst="rect">
            <a:avLst/>
          </a:prstGeom>
          <a:solidFill>
            <a:srgbClr val="CED7E6">
              <a:alpha val="2388"/>
            </a:srgbClr>
          </a:solidFill>
          <a:ln>
            <a:noFill/>
          </a:ln>
        </p:spPr>
      </p:sp>
      <p:sp>
        <p:nvSpPr>
          <p:cNvPr id="88" name="wm.whiteboard.180.0"/>
          <p:cNvSpPr/>
          <p:nvPr/>
        </p:nvSpPr>
        <p:spPr>
          <a:xfrm>
            <a:off x="6210300" y="228600"/>
            <a:ext cx="38100" cy="38100"/>
          </a:xfrm>
          <a:prstGeom prst="rect">
            <a:avLst/>
          </a:prstGeom>
          <a:solidFill>
            <a:srgbClr val="CED7E6">
              <a:alpha val="14918"/>
            </a:srgbClr>
          </a:solidFill>
          <a:ln>
            <a:noFill/>
          </a:ln>
        </p:spPr>
      </p:sp>
      <p:sp>
        <p:nvSpPr>
          <p:cNvPr id="89" name="wm.whiteboard.180.18"/>
          <p:cNvSpPr/>
          <p:nvPr/>
        </p:nvSpPr>
        <p:spPr>
          <a:xfrm>
            <a:off x="6210300" y="457200"/>
            <a:ext cx="38100" cy="38100"/>
          </a:xfrm>
          <a:prstGeom prst="rect">
            <a:avLst/>
          </a:prstGeom>
          <a:solidFill>
            <a:srgbClr val="CED7E6">
              <a:alpha val="13741"/>
            </a:srgbClr>
          </a:solidFill>
          <a:ln>
            <a:noFill/>
          </a:ln>
        </p:spPr>
      </p:sp>
      <p:sp>
        <p:nvSpPr>
          <p:cNvPr id="90" name="wm.whiteboard.180.36"/>
          <p:cNvSpPr/>
          <p:nvPr/>
        </p:nvSpPr>
        <p:spPr>
          <a:xfrm>
            <a:off x="6210300" y="685800"/>
            <a:ext cx="38100" cy="38100"/>
          </a:xfrm>
          <a:prstGeom prst="rect">
            <a:avLst/>
          </a:prstGeom>
          <a:solidFill>
            <a:srgbClr val="CED7E6">
              <a:alpha val="10593"/>
            </a:srgbClr>
          </a:solidFill>
          <a:ln>
            <a:noFill/>
          </a:ln>
        </p:spPr>
      </p:sp>
      <p:sp>
        <p:nvSpPr>
          <p:cNvPr id="91" name="wm.whiteboard.180.54"/>
          <p:cNvSpPr/>
          <p:nvPr/>
        </p:nvSpPr>
        <p:spPr>
          <a:xfrm>
            <a:off x="6210300" y="914400"/>
            <a:ext cx="38100" cy="38100"/>
          </a:xfrm>
          <a:prstGeom prst="rect">
            <a:avLst/>
          </a:prstGeom>
          <a:solidFill>
            <a:srgbClr val="CED7E6">
              <a:alpha val="5600"/>
            </a:srgbClr>
          </a:solidFill>
          <a:ln>
            <a:noFill/>
          </a:ln>
        </p:spPr>
      </p:sp>
      <p:sp>
        <p:nvSpPr>
          <p:cNvPr id="92" name="wm.whiteboard.198.0"/>
          <p:cNvSpPr/>
          <p:nvPr/>
        </p:nvSpPr>
        <p:spPr>
          <a:xfrm>
            <a:off x="6438900" y="228600"/>
            <a:ext cx="38100" cy="38100"/>
          </a:xfrm>
          <a:prstGeom prst="rect">
            <a:avLst/>
          </a:prstGeom>
          <a:solidFill>
            <a:srgbClr val="CED7E6">
              <a:alpha val="1142"/>
            </a:srgbClr>
          </a:solidFill>
          <a:ln>
            <a:noFill/>
          </a:ln>
        </p:spPr>
      </p:sp>
      <p:sp>
        <p:nvSpPr>
          <p:cNvPr id="93" name="wm.whiteboard.198.18"/>
          <p:cNvSpPr/>
          <p:nvPr/>
        </p:nvSpPr>
        <p:spPr>
          <a:xfrm>
            <a:off x="6438900" y="457200"/>
            <a:ext cx="38100" cy="38100"/>
          </a:xfrm>
          <a:prstGeom prst="rect">
            <a:avLst/>
          </a:prstGeom>
          <a:solidFill>
            <a:srgbClr val="CED7E6">
              <a:alpha val="69"/>
            </a:srgbClr>
          </a:solidFill>
          <a:ln>
            <a:noFill/>
          </a:ln>
        </p:spPr>
      </p:sp>
      <p:sp>
        <p:nvSpPr>
          <p:cNvPr id="94" name="wm.header.rule"/>
          <p:cNvSpPr/>
          <p:nvPr/>
        </p:nvSpPr>
        <p:spPr>
          <a:xfrm>
            <a:off x="4381500" y="1828800"/>
            <a:ext cx="7086600" cy="9525"/>
          </a:xfrm>
          <a:prstGeom prst="rect">
            <a:avLst/>
          </a:prstGeom>
          <a:solidFill>
            <a:srgbClr val="CED7E6"/>
          </a:solidFill>
          <a:ln>
            <a:noFill/>
          </a:ln>
        </p:spPr>
      </p:sp>
      <p:pic>
        <p:nvPicPr>
          <p:cNvPr id="95"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210300"/>
            <a:ext cx="729403" cy="152400"/>
          </a:xfrm>
          <a:prstGeom prst="rect">
            <a:avLst/>
          </a:prstGeom>
        </p:spPr>
      </p:pic>
      <p:sp>
        <p:nvSpPr>
          <p:cNvPr id="96" name="wm.legal"/>
          <p:cNvSpPr/>
          <p:nvPr/>
        </p:nvSpPr>
        <p:spPr>
          <a:xfrm>
            <a:off x="2171700" y="6172200"/>
            <a:ext cx="89154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wmds.frame.0572b774625c13a59086">
    <p:bg>
      <p:bgPr>
        <a:solidFill>
          <a:srgbClr val="FFFFFF"/>
        </a:solidFill>
      </p:bgPr>
    </p:bg>
    <p:spTree>
      <p:nvGrpSpPr>
        <p:cNvPr id="1" name=""/>
        <p:cNvGrpSpPr/>
        <p:nvPr/>
      </p:nvGrpSpPr>
      <p:grpSpPr>
        <a:xfrm>
          <a:off x="0" y="0"/>
          <a:ext cx="0" cy="0"/>
          <a:chOff x="0" y="0"/>
          <a:chExt cx="0" cy="0"/>
        </a:xfrm>
      </p:grpSpPr>
      <p:sp>
        <p:nvSpPr>
          <p:cNvPr id="2" name="wm.footer.rule"/>
          <p:cNvSpPr/>
          <p:nvPr/>
        </p:nvSpPr>
        <p:spPr>
          <a:xfrm>
            <a:off x="723900" y="6057900"/>
            <a:ext cx="10744200" cy="9525"/>
          </a:xfrm>
          <a:prstGeom prst="rect">
            <a:avLst/>
          </a:prstGeom>
          <a:solidFill>
            <a:srgbClr val="CED7E6"/>
          </a:solidFill>
          <a:ln>
            <a:noFill/>
          </a:ln>
        </p:spPr>
      </p:sp>
      <p:sp>
        <p:nvSpPr>
          <p:cNvPr id="3" name="wm.whiteboard.0.0"/>
          <p:cNvSpPr/>
          <p:nvPr/>
        </p:nvSpPr>
        <p:spPr>
          <a:xfrm>
            <a:off x="266700" y="228600"/>
            <a:ext cx="38100" cy="38100"/>
          </a:xfrm>
          <a:prstGeom prst="rect">
            <a:avLst/>
          </a:prstGeom>
          <a:solidFill>
            <a:srgbClr val="CED7E6"/>
          </a:solidFill>
          <a:ln>
            <a:noFill/>
          </a:ln>
        </p:spPr>
      </p:sp>
      <p:sp>
        <p:nvSpPr>
          <p:cNvPr id="4" name="wm.whiteboard.0.18"/>
          <p:cNvSpPr/>
          <p:nvPr/>
        </p:nvSpPr>
        <p:spPr>
          <a:xfrm>
            <a:off x="266700" y="457200"/>
            <a:ext cx="38100" cy="38100"/>
          </a:xfrm>
          <a:prstGeom prst="rect">
            <a:avLst/>
          </a:prstGeom>
          <a:solidFill>
            <a:srgbClr val="CED7E6"/>
          </a:solidFill>
          <a:ln>
            <a:noFill/>
          </a:ln>
        </p:spPr>
      </p:sp>
      <p:sp>
        <p:nvSpPr>
          <p:cNvPr id="5" name="wm.whiteboard.0.36"/>
          <p:cNvSpPr/>
          <p:nvPr/>
        </p:nvSpPr>
        <p:spPr>
          <a:xfrm>
            <a:off x="266700" y="685800"/>
            <a:ext cx="38100" cy="38100"/>
          </a:xfrm>
          <a:prstGeom prst="rect">
            <a:avLst/>
          </a:prstGeom>
          <a:solidFill>
            <a:srgbClr val="CED7E6"/>
          </a:solidFill>
          <a:ln>
            <a:noFill/>
          </a:ln>
        </p:spPr>
      </p:sp>
      <p:sp>
        <p:nvSpPr>
          <p:cNvPr id="6" name="wm.whiteboard.0.54"/>
          <p:cNvSpPr/>
          <p:nvPr/>
        </p:nvSpPr>
        <p:spPr>
          <a:xfrm>
            <a:off x="266700" y="914400"/>
            <a:ext cx="38100" cy="38100"/>
          </a:xfrm>
          <a:prstGeom prst="rect">
            <a:avLst/>
          </a:prstGeom>
          <a:solidFill>
            <a:srgbClr val="CED7E6"/>
          </a:solidFill>
          <a:ln>
            <a:noFill/>
          </a:ln>
        </p:spPr>
      </p:sp>
      <p:sp>
        <p:nvSpPr>
          <p:cNvPr id="7" name="wm.whiteboard.0.72"/>
          <p:cNvSpPr/>
          <p:nvPr/>
        </p:nvSpPr>
        <p:spPr>
          <a:xfrm>
            <a:off x="266700" y="1143000"/>
            <a:ext cx="38100" cy="38100"/>
          </a:xfrm>
          <a:prstGeom prst="rect">
            <a:avLst/>
          </a:prstGeom>
          <a:solidFill>
            <a:srgbClr val="CED7E6">
              <a:alpha val="85305"/>
            </a:srgbClr>
          </a:solidFill>
          <a:ln>
            <a:noFill/>
          </a:ln>
        </p:spPr>
      </p:sp>
      <p:sp>
        <p:nvSpPr>
          <p:cNvPr id="8" name="wm.whiteboard.0.90"/>
          <p:cNvSpPr/>
          <p:nvPr/>
        </p:nvSpPr>
        <p:spPr>
          <a:xfrm>
            <a:off x="266700" y="1371600"/>
            <a:ext cx="38100" cy="38100"/>
          </a:xfrm>
          <a:prstGeom prst="rect">
            <a:avLst/>
          </a:prstGeom>
          <a:solidFill>
            <a:srgbClr val="CED7E6">
              <a:alpha val="68524"/>
            </a:srgbClr>
          </a:solidFill>
          <a:ln>
            <a:noFill/>
          </a:ln>
        </p:spPr>
      </p:sp>
      <p:sp>
        <p:nvSpPr>
          <p:cNvPr id="9" name="wm.whiteboard.0.108"/>
          <p:cNvSpPr/>
          <p:nvPr/>
        </p:nvSpPr>
        <p:spPr>
          <a:xfrm>
            <a:off x="266700" y="1600200"/>
            <a:ext cx="38100" cy="38100"/>
          </a:xfrm>
          <a:prstGeom prst="rect">
            <a:avLst/>
          </a:prstGeom>
          <a:solidFill>
            <a:srgbClr val="CED7E6">
              <a:alpha val="51742"/>
            </a:srgbClr>
          </a:solidFill>
          <a:ln>
            <a:noFill/>
          </a:ln>
        </p:spPr>
      </p:sp>
      <p:sp>
        <p:nvSpPr>
          <p:cNvPr id="10" name="wm.whiteboard.0.126"/>
          <p:cNvSpPr/>
          <p:nvPr/>
        </p:nvSpPr>
        <p:spPr>
          <a:xfrm>
            <a:off x="266700" y="1828800"/>
            <a:ext cx="38100" cy="38100"/>
          </a:xfrm>
          <a:prstGeom prst="rect">
            <a:avLst/>
          </a:prstGeom>
          <a:solidFill>
            <a:srgbClr val="CED7E6">
              <a:alpha val="34959"/>
            </a:srgbClr>
          </a:solidFill>
          <a:ln>
            <a:noFill/>
          </a:ln>
        </p:spPr>
      </p:sp>
      <p:sp>
        <p:nvSpPr>
          <p:cNvPr id="11" name="wm.whiteboard.0.144"/>
          <p:cNvSpPr/>
          <p:nvPr/>
        </p:nvSpPr>
        <p:spPr>
          <a:xfrm>
            <a:off x="266700" y="2057400"/>
            <a:ext cx="38100" cy="38100"/>
          </a:xfrm>
          <a:prstGeom prst="rect">
            <a:avLst/>
          </a:prstGeom>
          <a:solidFill>
            <a:srgbClr val="CED7E6">
              <a:alpha val="18177"/>
            </a:srgbClr>
          </a:solidFill>
          <a:ln>
            <a:noFill/>
          </a:ln>
        </p:spPr>
      </p:sp>
      <p:sp>
        <p:nvSpPr>
          <p:cNvPr id="12" name="wm.whiteboard.0.162"/>
          <p:cNvSpPr/>
          <p:nvPr/>
        </p:nvSpPr>
        <p:spPr>
          <a:xfrm>
            <a:off x="266700" y="2286000"/>
            <a:ext cx="38100" cy="38100"/>
          </a:xfrm>
          <a:prstGeom prst="rect">
            <a:avLst/>
          </a:prstGeom>
          <a:solidFill>
            <a:srgbClr val="CED7E6">
              <a:alpha val="1394"/>
            </a:srgbClr>
          </a:solidFill>
          <a:ln>
            <a:noFill/>
          </a:ln>
        </p:spPr>
      </p:sp>
      <p:sp>
        <p:nvSpPr>
          <p:cNvPr id="13" name="wm.whiteboard.18.0"/>
          <p:cNvSpPr/>
          <p:nvPr/>
        </p:nvSpPr>
        <p:spPr>
          <a:xfrm>
            <a:off x="495300" y="228600"/>
            <a:ext cx="38100" cy="38100"/>
          </a:xfrm>
          <a:prstGeom prst="rect">
            <a:avLst/>
          </a:prstGeom>
          <a:solidFill>
            <a:srgbClr val="CED7E6"/>
          </a:solidFill>
          <a:ln>
            <a:noFill/>
          </a:ln>
        </p:spPr>
      </p:sp>
      <p:sp>
        <p:nvSpPr>
          <p:cNvPr id="14" name="wm.whiteboard.18.18"/>
          <p:cNvSpPr/>
          <p:nvPr/>
        </p:nvSpPr>
        <p:spPr>
          <a:xfrm>
            <a:off x="495300" y="457200"/>
            <a:ext cx="38100" cy="38100"/>
          </a:xfrm>
          <a:prstGeom prst="rect">
            <a:avLst/>
          </a:prstGeom>
          <a:solidFill>
            <a:srgbClr val="CED7E6"/>
          </a:solidFill>
          <a:ln>
            <a:noFill/>
          </a:ln>
        </p:spPr>
      </p:sp>
      <p:sp>
        <p:nvSpPr>
          <p:cNvPr id="15" name="wm.whiteboard.18.36"/>
          <p:cNvSpPr/>
          <p:nvPr/>
        </p:nvSpPr>
        <p:spPr>
          <a:xfrm>
            <a:off x="495300" y="685800"/>
            <a:ext cx="38100" cy="38100"/>
          </a:xfrm>
          <a:prstGeom prst="rect">
            <a:avLst/>
          </a:prstGeom>
          <a:solidFill>
            <a:srgbClr val="CED7E6"/>
          </a:solidFill>
          <a:ln>
            <a:noFill/>
          </a:ln>
        </p:spPr>
      </p:sp>
      <p:sp>
        <p:nvSpPr>
          <p:cNvPr id="16" name="wm.whiteboard.18.54"/>
          <p:cNvSpPr/>
          <p:nvPr/>
        </p:nvSpPr>
        <p:spPr>
          <a:xfrm>
            <a:off x="495300" y="914400"/>
            <a:ext cx="38100" cy="38100"/>
          </a:xfrm>
          <a:prstGeom prst="rect">
            <a:avLst/>
          </a:prstGeom>
          <a:solidFill>
            <a:srgbClr val="CED7E6">
              <a:alpha val="99988"/>
            </a:srgbClr>
          </a:solidFill>
          <a:ln>
            <a:noFill/>
          </a:ln>
        </p:spPr>
      </p:sp>
      <p:sp>
        <p:nvSpPr>
          <p:cNvPr id="17" name="wm.whiteboard.18.72"/>
          <p:cNvSpPr/>
          <p:nvPr/>
        </p:nvSpPr>
        <p:spPr>
          <a:xfrm>
            <a:off x="495300" y="1143000"/>
            <a:ext cx="38100" cy="38100"/>
          </a:xfrm>
          <a:prstGeom prst="rect">
            <a:avLst/>
          </a:prstGeom>
          <a:solidFill>
            <a:srgbClr val="CED7E6">
              <a:alpha val="83708"/>
            </a:srgbClr>
          </a:solidFill>
          <a:ln>
            <a:noFill/>
          </a:ln>
        </p:spPr>
      </p:sp>
      <p:sp>
        <p:nvSpPr>
          <p:cNvPr id="18" name="wm.whiteboard.18.90"/>
          <p:cNvSpPr/>
          <p:nvPr/>
        </p:nvSpPr>
        <p:spPr>
          <a:xfrm>
            <a:off x="495300" y="1371600"/>
            <a:ext cx="38100" cy="38100"/>
          </a:xfrm>
          <a:prstGeom prst="rect">
            <a:avLst/>
          </a:prstGeom>
          <a:solidFill>
            <a:srgbClr val="CED7E6">
              <a:alpha val="67236"/>
            </a:srgbClr>
          </a:solidFill>
          <a:ln>
            <a:noFill/>
          </a:ln>
        </p:spPr>
      </p:sp>
      <p:sp>
        <p:nvSpPr>
          <p:cNvPr id="19" name="wm.whiteboard.18.108"/>
          <p:cNvSpPr/>
          <p:nvPr/>
        </p:nvSpPr>
        <p:spPr>
          <a:xfrm>
            <a:off x="495300" y="1600200"/>
            <a:ext cx="38100" cy="38100"/>
          </a:xfrm>
          <a:prstGeom prst="rect">
            <a:avLst/>
          </a:prstGeom>
          <a:solidFill>
            <a:srgbClr val="CED7E6">
              <a:alpha val="50663"/>
            </a:srgbClr>
          </a:solidFill>
          <a:ln>
            <a:noFill/>
          </a:ln>
        </p:spPr>
      </p:sp>
      <p:sp>
        <p:nvSpPr>
          <p:cNvPr id="20" name="wm.whiteboard.18.126"/>
          <p:cNvSpPr/>
          <p:nvPr/>
        </p:nvSpPr>
        <p:spPr>
          <a:xfrm>
            <a:off x="495300" y="1828800"/>
            <a:ext cx="38100" cy="38100"/>
          </a:xfrm>
          <a:prstGeom prst="rect">
            <a:avLst/>
          </a:prstGeom>
          <a:solidFill>
            <a:srgbClr val="CED7E6">
              <a:alpha val="34032"/>
            </a:srgbClr>
          </a:solidFill>
          <a:ln>
            <a:noFill/>
          </a:ln>
        </p:spPr>
      </p:sp>
      <p:sp>
        <p:nvSpPr>
          <p:cNvPr id="21" name="wm.whiteboard.18.144"/>
          <p:cNvSpPr/>
          <p:nvPr/>
        </p:nvSpPr>
        <p:spPr>
          <a:xfrm>
            <a:off x="495300" y="2057400"/>
            <a:ext cx="38100" cy="38100"/>
          </a:xfrm>
          <a:prstGeom prst="rect">
            <a:avLst/>
          </a:prstGeom>
          <a:solidFill>
            <a:srgbClr val="CED7E6">
              <a:alpha val="17363"/>
            </a:srgbClr>
          </a:solidFill>
          <a:ln>
            <a:noFill/>
          </a:ln>
        </p:spPr>
      </p:sp>
      <p:sp>
        <p:nvSpPr>
          <p:cNvPr id="22" name="wm.whiteboard.18.162"/>
          <p:cNvSpPr/>
          <p:nvPr/>
        </p:nvSpPr>
        <p:spPr>
          <a:xfrm>
            <a:off x="495300" y="2286000"/>
            <a:ext cx="38100" cy="38100"/>
          </a:xfrm>
          <a:prstGeom prst="rect">
            <a:avLst/>
          </a:prstGeom>
          <a:solidFill>
            <a:srgbClr val="CED7E6">
              <a:alpha val="670"/>
            </a:srgbClr>
          </a:solidFill>
          <a:ln>
            <a:noFill/>
          </a:ln>
        </p:spPr>
      </p:sp>
      <p:sp>
        <p:nvSpPr>
          <p:cNvPr id="23" name="wm.whiteboard.36.0"/>
          <p:cNvSpPr/>
          <p:nvPr/>
        </p:nvSpPr>
        <p:spPr>
          <a:xfrm>
            <a:off x="723900" y="228600"/>
            <a:ext cx="38100" cy="38100"/>
          </a:xfrm>
          <a:prstGeom prst="rect">
            <a:avLst/>
          </a:prstGeom>
          <a:solidFill>
            <a:srgbClr val="CED7E6"/>
          </a:solidFill>
          <a:ln>
            <a:noFill/>
          </a:ln>
        </p:spPr>
      </p:sp>
      <p:sp>
        <p:nvSpPr>
          <p:cNvPr id="24" name="wm.whiteboard.36.18"/>
          <p:cNvSpPr/>
          <p:nvPr/>
        </p:nvSpPr>
        <p:spPr>
          <a:xfrm>
            <a:off x="723900" y="457200"/>
            <a:ext cx="38100" cy="38100"/>
          </a:xfrm>
          <a:prstGeom prst="rect">
            <a:avLst/>
          </a:prstGeom>
          <a:solidFill>
            <a:srgbClr val="CED7E6"/>
          </a:solidFill>
          <a:ln>
            <a:noFill/>
          </a:ln>
        </p:spPr>
      </p:sp>
      <p:sp>
        <p:nvSpPr>
          <p:cNvPr id="25" name="wm.whiteboard.36.36"/>
          <p:cNvSpPr/>
          <p:nvPr/>
        </p:nvSpPr>
        <p:spPr>
          <a:xfrm>
            <a:off x="723900" y="685800"/>
            <a:ext cx="38100" cy="38100"/>
          </a:xfrm>
          <a:prstGeom prst="rect">
            <a:avLst/>
          </a:prstGeom>
          <a:solidFill>
            <a:srgbClr val="CED7E6"/>
          </a:solidFill>
          <a:ln>
            <a:noFill/>
          </a:ln>
        </p:spPr>
      </p:sp>
      <p:sp>
        <p:nvSpPr>
          <p:cNvPr id="26" name="wm.whiteboard.36.54"/>
          <p:cNvSpPr/>
          <p:nvPr/>
        </p:nvSpPr>
        <p:spPr>
          <a:xfrm>
            <a:off x="723900" y="914400"/>
            <a:ext cx="38100" cy="38100"/>
          </a:xfrm>
          <a:prstGeom prst="rect">
            <a:avLst/>
          </a:prstGeom>
          <a:solidFill>
            <a:srgbClr val="CED7E6">
              <a:alpha val="94671"/>
            </a:srgbClr>
          </a:solidFill>
          <a:ln>
            <a:noFill/>
          </a:ln>
        </p:spPr>
      </p:sp>
      <p:sp>
        <p:nvSpPr>
          <p:cNvPr id="27" name="wm.whiteboard.36.72"/>
          <p:cNvSpPr/>
          <p:nvPr/>
        </p:nvSpPr>
        <p:spPr>
          <a:xfrm>
            <a:off x="723900" y="1143000"/>
            <a:ext cx="38100" cy="38100"/>
          </a:xfrm>
          <a:prstGeom prst="rect">
            <a:avLst/>
          </a:prstGeom>
          <a:solidFill>
            <a:srgbClr val="CED7E6">
              <a:alpha val="79547"/>
            </a:srgbClr>
          </a:solidFill>
          <a:ln>
            <a:noFill/>
          </a:ln>
        </p:spPr>
      </p:sp>
      <p:sp>
        <p:nvSpPr>
          <p:cNvPr id="28" name="wm.whiteboard.36.90"/>
          <p:cNvSpPr/>
          <p:nvPr/>
        </p:nvSpPr>
        <p:spPr>
          <a:xfrm>
            <a:off x="723900" y="1371600"/>
            <a:ext cx="38100" cy="38100"/>
          </a:xfrm>
          <a:prstGeom prst="rect">
            <a:avLst/>
          </a:prstGeom>
          <a:solidFill>
            <a:srgbClr val="CED7E6">
              <a:alpha val="63833"/>
            </a:srgbClr>
          </a:solidFill>
          <a:ln>
            <a:noFill/>
          </a:ln>
        </p:spPr>
      </p:sp>
      <p:sp>
        <p:nvSpPr>
          <p:cNvPr id="29" name="wm.whiteboard.36.108"/>
          <p:cNvSpPr/>
          <p:nvPr/>
        </p:nvSpPr>
        <p:spPr>
          <a:xfrm>
            <a:off x="723900" y="1600200"/>
            <a:ext cx="38100" cy="38100"/>
          </a:xfrm>
          <a:prstGeom prst="rect">
            <a:avLst/>
          </a:prstGeom>
          <a:solidFill>
            <a:srgbClr val="CED7E6">
              <a:alpha val="47790"/>
            </a:srgbClr>
          </a:solidFill>
          <a:ln>
            <a:noFill/>
          </a:ln>
        </p:spPr>
      </p:sp>
      <p:sp>
        <p:nvSpPr>
          <p:cNvPr id="30" name="wm.whiteboard.36.126"/>
          <p:cNvSpPr/>
          <p:nvPr/>
        </p:nvSpPr>
        <p:spPr>
          <a:xfrm>
            <a:off x="723900" y="1828800"/>
            <a:ext cx="38100" cy="38100"/>
          </a:xfrm>
          <a:prstGeom prst="rect">
            <a:avLst/>
          </a:prstGeom>
          <a:solidFill>
            <a:srgbClr val="CED7E6">
              <a:alpha val="31549"/>
            </a:srgbClr>
          </a:solidFill>
          <a:ln>
            <a:noFill/>
          </a:ln>
        </p:spPr>
      </p:sp>
      <p:sp>
        <p:nvSpPr>
          <p:cNvPr id="31" name="wm.whiteboard.36.144"/>
          <p:cNvSpPr/>
          <p:nvPr/>
        </p:nvSpPr>
        <p:spPr>
          <a:xfrm>
            <a:off x="723900" y="2057400"/>
            <a:ext cx="38100" cy="38100"/>
          </a:xfrm>
          <a:prstGeom prst="rect">
            <a:avLst/>
          </a:prstGeom>
          <a:solidFill>
            <a:srgbClr val="CED7E6">
              <a:alpha val="15179"/>
            </a:srgbClr>
          </a:solidFill>
          <a:ln>
            <a:noFill/>
          </a:ln>
        </p:spPr>
      </p:sp>
      <p:sp>
        <p:nvSpPr>
          <p:cNvPr id="32" name="wm.whiteboard.54.0"/>
          <p:cNvSpPr/>
          <p:nvPr/>
        </p:nvSpPr>
        <p:spPr>
          <a:xfrm>
            <a:off x="952500" y="228600"/>
            <a:ext cx="38100" cy="38100"/>
          </a:xfrm>
          <a:prstGeom prst="rect">
            <a:avLst/>
          </a:prstGeom>
          <a:solidFill>
            <a:srgbClr val="CED7E6"/>
          </a:solidFill>
          <a:ln>
            <a:noFill/>
          </a:ln>
        </p:spPr>
      </p:sp>
      <p:sp>
        <p:nvSpPr>
          <p:cNvPr id="33" name="wm.whiteboard.54.18"/>
          <p:cNvSpPr/>
          <p:nvPr/>
        </p:nvSpPr>
        <p:spPr>
          <a:xfrm>
            <a:off x="952500" y="457200"/>
            <a:ext cx="38100" cy="38100"/>
          </a:xfrm>
          <a:prstGeom prst="rect">
            <a:avLst/>
          </a:prstGeom>
          <a:solidFill>
            <a:srgbClr val="CED7E6"/>
          </a:solidFill>
          <a:ln>
            <a:noFill/>
          </a:ln>
        </p:spPr>
      </p:sp>
      <p:sp>
        <p:nvSpPr>
          <p:cNvPr id="34" name="wm.whiteboard.54.36"/>
          <p:cNvSpPr/>
          <p:nvPr/>
        </p:nvSpPr>
        <p:spPr>
          <a:xfrm>
            <a:off x="952500" y="685800"/>
            <a:ext cx="38100" cy="38100"/>
          </a:xfrm>
          <a:prstGeom prst="rect">
            <a:avLst/>
          </a:prstGeom>
          <a:solidFill>
            <a:srgbClr val="CED7E6">
              <a:alpha val="98827"/>
            </a:srgbClr>
          </a:solidFill>
          <a:ln>
            <a:noFill/>
          </a:ln>
        </p:spPr>
      </p:sp>
      <p:sp>
        <p:nvSpPr>
          <p:cNvPr id="35" name="wm.whiteboard.54.54"/>
          <p:cNvSpPr/>
          <p:nvPr/>
        </p:nvSpPr>
        <p:spPr>
          <a:xfrm>
            <a:off x="952500" y="914400"/>
            <a:ext cx="38100" cy="38100"/>
          </a:xfrm>
          <a:prstGeom prst="rect">
            <a:avLst/>
          </a:prstGeom>
          <a:solidFill>
            <a:srgbClr val="CED7E6">
              <a:alpha val="86895"/>
            </a:srgbClr>
          </a:solidFill>
          <a:ln>
            <a:noFill/>
          </a:ln>
        </p:spPr>
      </p:sp>
      <p:sp>
        <p:nvSpPr>
          <p:cNvPr id="36" name="wm.whiteboard.54.72"/>
          <p:cNvSpPr/>
          <p:nvPr/>
        </p:nvSpPr>
        <p:spPr>
          <a:xfrm>
            <a:off x="952500" y="1143000"/>
            <a:ext cx="38100" cy="38100"/>
          </a:xfrm>
          <a:prstGeom prst="rect">
            <a:avLst/>
          </a:prstGeom>
          <a:solidFill>
            <a:srgbClr val="CED7E6">
              <a:alpha val="73217"/>
            </a:srgbClr>
          </a:solidFill>
          <a:ln>
            <a:noFill/>
          </a:ln>
        </p:spPr>
      </p:sp>
      <p:sp>
        <p:nvSpPr>
          <p:cNvPr id="37" name="wm.whiteboard.54.90"/>
          <p:cNvSpPr/>
          <p:nvPr/>
        </p:nvSpPr>
        <p:spPr>
          <a:xfrm>
            <a:off x="952500" y="1371600"/>
            <a:ext cx="38100" cy="38100"/>
          </a:xfrm>
          <a:prstGeom prst="rect">
            <a:avLst/>
          </a:prstGeom>
          <a:solidFill>
            <a:srgbClr val="CED7E6">
              <a:alpha val="58541"/>
            </a:srgbClr>
          </a:solidFill>
          <a:ln>
            <a:noFill/>
          </a:ln>
        </p:spPr>
      </p:sp>
      <p:sp>
        <p:nvSpPr>
          <p:cNvPr id="38" name="wm.whiteboard.54.108"/>
          <p:cNvSpPr/>
          <p:nvPr/>
        </p:nvSpPr>
        <p:spPr>
          <a:xfrm>
            <a:off x="952500" y="1600200"/>
            <a:ext cx="38100" cy="38100"/>
          </a:xfrm>
          <a:prstGeom prst="rect">
            <a:avLst/>
          </a:prstGeom>
          <a:solidFill>
            <a:srgbClr val="CED7E6">
              <a:alpha val="43263"/>
            </a:srgbClr>
          </a:solidFill>
          <a:ln>
            <a:noFill/>
          </a:ln>
        </p:spPr>
      </p:sp>
      <p:sp>
        <p:nvSpPr>
          <p:cNvPr id="39" name="wm.whiteboard.54.126"/>
          <p:cNvSpPr/>
          <p:nvPr/>
        </p:nvSpPr>
        <p:spPr>
          <a:xfrm>
            <a:off x="952500" y="1828800"/>
            <a:ext cx="38100" cy="38100"/>
          </a:xfrm>
          <a:prstGeom prst="rect">
            <a:avLst/>
          </a:prstGeom>
          <a:solidFill>
            <a:srgbClr val="CED7E6">
              <a:alpha val="27603"/>
            </a:srgbClr>
          </a:solidFill>
          <a:ln>
            <a:noFill/>
          </a:ln>
        </p:spPr>
      </p:sp>
      <p:sp>
        <p:nvSpPr>
          <p:cNvPr id="40" name="wm.whiteboard.54.144"/>
          <p:cNvSpPr/>
          <p:nvPr/>
        </p:nvSpPr>
        <p:spPr>
          <a:xfrm>
            <a:off x="952500" y="2057400"/>
            <a:ext cx="38100" cy="38100"/>
          </a:xfrm>
          <a:prstGeom prst="rect">
            <a:avLst/>
          </a:prstGeom>
          <a:solidFill>
            <a:srgbClr val="CED7E6">
              <a:alpha val="11687"/>
            </a:srgbClr>
          </a:solidFill>
          <a:ln>
            <a:noFill/>
          </a:ln>
        </p:spPr>
      </p:sp>
      <p:sp>
        <p:nvSpPr>
          <p:cNvPr id="41" name="wm.whiteboard.72.0"/>
          <p:cNvSpPr/>
          <p:nvPr/>
        </p:nvSpPr>
        <p:spPr>
          <a:xfrm>
            <a:off x="1181100" y="228600"/>
            <a:ext cx="38100" cy="38100"/>
          </a:xfrm>
          <a:prstGeom prst="rect">
            <a:avLst/>
          </a:prstGeom>
          <a:solidFill>
            <a:srgbClr val="CED7E6">
              <a:alpha val="97572"/>
            </a:srgbClr>
          </a:solidFill>
          <a:ln>
            <a:noFill/>
          </a:ln>
        </p:spPr>
      </p:sp>
      <p:sp>
        <p:nvSpPr>
          <p:cNvPr id="42" name="wm.whiteboard.72.18"/>
          <p:cNvSpPr/>
          <p:nvPr/>
        </p:nvSpPr>
        <p:spPr>
          <a:xfrm>
            <a:off x="1181100" y="457200"/>
            <a:ext cx="38100" cy="38100"/>
          </a:xfrm>
          <a:prstGeom prst="rect">
            <a:avLst/>
          </a:prstGeom>
          <a:solidFill>
            <a:srgbClr val="CED7E6">
              <a:alpha val="94724"/>
            </a:srgbClr>
          </a:solidFill>
          <a:ln>
            <a:noFill/>
          </a:ln>
        </p:spPr>
      </p:sp>
      <p:sp>
        <p:nvSpPr>
          <p:cNvPr id="43" name="wm.whiteboard.72.36"/>
          <p:cNvSpPr/>
          <p:nvPr/>
        </p:nvSpPr>
        <p:spPr>
          <a:xfrm>
            <a:off x="1181100" y="685800"/>
            <a:ext cx="38100" cy="38100"/>
          </a:xfrm>
          <a:prstGeom prst="rect">
            <a:avLst/>
          </a:prstGeom>
          <a:solidFill>
            <a:srgbClr val="CED7E6">
              <a:alpha val="87609"/>
            </a:srgbClr>
          </a:solidFill>
          <a:ln>
            <a:noFill/>
          </a:ln>
        </p:spPr>
      </p:sp>
      <p:sp>
        <p:nvSpPr>
          <p:cNvPr id="44" name="wm.whiteboard.72.54"/>
          <p:cNvSpPr/>
          <p:nvPr/>
        </p:nvSpPr>
        <p:spPr>
          <a:xfrm>
            <a:off x="1181100" y="914400"/>
            <a:ext cx="38100" cy="38100"/>
          </a:xfrm>
          <a:prstGeom prst="rect">
            <a:avLst/>
          </a:prstGeom>
          <a:solidFill>
            <a:srgbClr val="CED7E6">
              <a:alpha val="77408"/>
            </a:srgbClr>
          </a:solidFill>
          <a:ln>
            <a:noFill/>
          </a:ln>
        </p:spPr>
      </p:sp>
      <p:sp>
        <p:nvSpPr>
          <p:cNvPr id="45" name="wm.whiteboard.72.72"/>
          <p:cNvSpPr/>
          <p:nvPr/>
        </p:nvSpPr>
        <p:spPr>
          <a:xfrm>
            <a:off x="1181100" y="1143000"/>
            <a:ext cx="38100" cy="38100"/>
          </a:xfrm>
          <a:prstGeom prst="rect">
            <a:avLst/>
          </a:prstGeom>
          <a:solidFill>
            <a:srgbClr val="CED7E6">
              <a:alpha val="65181"/>
            </a:srgbClr>
          </a:solidFill>
          <a:ln>
            <a:noFill/>
          </a:ln>
        </p:spPr>
      </p:sp>
      <p:sp>
        <p:nvSpPr>
          <p:cNvPr id="46" name="wm.whiteboard.72.90"/>
          <p:cNvSpPr/>
          <p:nvPr/>
        </p:nvSpPr>
        <p:spPr>
          <a:xfrm>
            <a:off x="1181100" y="1371600"/>
            <a:ext cx="38100" cy="38100"/>
          </a:xfrm>
          <a:prstGeom prst="rect">
            <a:avLst/>
          </a:prstGeom>
          <a:solidFill>
            <a:srgbClr val="CED7E6">
              <a:alpha val="51653"/>
            </a:srgbClr>
          </a:solidFill>
          <a:ln>
            <a:noFill/>
          </a:ln>
        </p:spPr>
      </p:sp>
      <p:sp>
        <p:nvSpPr>
          <p:cNvPr id="47" name="wm.whiteboard.72.108"/>
          <p:cNvSpPr/>
          <p:nvPr/>
        </p:nvSpPr>
        <p:spPr>
          <a:xfrm>
            <a:off x="1181100" y="1600200"/>
            <a:ext cx="38100" cy="38100"/>
          </a:xfrm>
          <a:prstGeom prst="rect">
            <a:avLst/>
          </a:prstGeom>
          <a:solidFill>
            <a:srgbClr val="CED7E6">
              <a:alpha val="37275"/>
            </a:srgbClr>
          </a:solidFill>
          <a:ln>
            <a:noFill/>
          </a:ln>
        </p:spPr>
      </p:sp>
      <p:sp>
        <p:nvSpPr>
          <p:cNvPr id="48" name="wm.whiteboard.72.126"/>
          <p:cNvSpPr/>
          <p:nvPr/>
        </p:nvSpPr>
        <p:spPr>
          <a:xfrm>
            <a:off x="1181100" y="1828800"/>
            <a:ext cx="38100" cy="38100"/>
          </a:xfrm>
          <a:prstGeom prst="rect">
            <a:avLst/>
          </a:prstGeom>
          <a:solidFill>
            <a:srgbClr val="CED7E6">
              <a:alpha val="22326"/>
            </a:srgbClr>
          </a:solidFill>
          <a:ln>
            <a:noFill/>
          </a:ln>
        </p:spPr>
      </p:sp>
      <p:sp>
        <p:nvSpPr>
          <p:cNvPr id="49" name="wm.whiteboard.72.144"/>
          <p:cNvSpPr/>
          <p:nvPr/>
        </p:nvSpPr>
        <p:spPr>
          <a:xfrm>
            <a:off x="1181100" y="2057400"/>
            <a:ext cx="38100" cy="38100"/>
          </a:xfrm>
          <a:prstGeom prst="rect">
            <a:avLst/>
          </a:prstGeom>
          <a:solidFill>
            <a:srgbClr val="CED7E6">
              <a:alpha val="6980"/>
            </a:srgbClr>
          </a:solidFill>
          <a:ln>
            <a:noFill/>
          </a:ln>
        </p:spPr>
      </p:sp>
      <p:sp>
        <p:nvSpPr>
          <p:cNvPr id="50" name="wm.whiteboard.90.0"/>
          <p:cNvSpPr/>
          <p:nvPr/>
        </p:nvSpPr>
        <p:spPr>
          <a:xfrm>
            <a:off x="1409700" y="228600"/>
            <a:ext cx="38100" cy="38100"/>
          </a:xfrm>
          <a:prstGeom prst="rect">
            <a:avLst/>
          </a:prstGeom>
          <a:solidFill>
            <a:srgbClr val="CED7E6">
              <a:alpha val="83798"/>
            </a:srgbClr>
          </a:solidFill>
          <a:ln>
            <a:noFill/>
          </a:ln>
        </p:spPr>
      </p:sp>
      <p:sp>
        <p:nvSpPr>
          <p:cNvPr id="51" name="wm.whiteboard.90.18"/>
          <p:cNvSpPr/>
          <p:nvPr/>
        </p:nvSpPr>
        <p:spPr>
          <a:xfrm>
            <a:off x="1409700" y="457200"/>
            <a:ext cx="38100" cy="38100"/>
          </a:xfrm>
          <a:prstGeom prst="rect">
            <a:avLst/>
          </a:prstGeom>
          <a:solidFill>
            <a:srgbClr val="CED7E6">
              <a:alpha val="81490"/>
            </a:srgbClr>
          </a:solidFill>
          <a:ln>
            <a:noFill/>
          </a:ln>
        </p:spPr>
      </p:sp>
      <p:sp>
        <p:nvSpPr>
          <p:cNvPr id="52" name="wm.whiteboard.90.36"/>
          <p:cNvSpPr/>
          <p:nvPr/>
        </p:nvSpPr>
        <p:spPr>
          <a:xfrm>
            <a:off x="1409700" y="685800"/>
            <a:ext cx="38100" cy="38100"/>
          </a:xfrm>
          <a:prstGeom prst="rect">
            <a:avLst/>
          </a:prstGeom>
          <a:solidFill>
            <a:srgbClr val="CED7E6">
              <a:alpha val="75569"/>
            </a:srgbClr>
          </a:solidFill>
          <a:ln>
            <a:noFill/>
          </a:ln>
        </p:spPr>
      </p:sp>
      <p:sp>
        <p:nvSpPr>
          <p:cNvPr id="53" name="wm.whiteboard.90.54"/>
          <p:cNvSpPr/>
          <p:nvPr/>
        </p:nvSpPr>
        <p:spPr>
          <a:xfrm>
            <a:off x="1409700" y="914400"/>
            <a:ext cx="38100" cy="38100"/>
          </a:xfrm>
          <a:prstGeom prst="rect">
            <a:avLst/>
          </a:prstGeom>
          <a:solidFill>
            <a:srgbClr val="CED7E6">
              <a:alpha val="66767"/>
            </a:srgbClr>
          </a:solidFill>
          <a:ln>
            <a:noFill/>
          </a:ln>
        </p:spPr>
      </p:sp>
      <p:sp>
        <p:nvSpPr>
          <p:cNvPr id="54" name="wm.whiteboard.90.72"/>
          <p:cNvSpPr/>
          <p:nvPr/>
        </p:nvSpPr>
        <p:spPr>
          <a:xfrm>
            <a:off x="1409700" y="1143000"/>
            <a:ext cx="38100" cy="38100"/>
          </a:xfrm>
          <a:prstGeom prst="rect">
            <a:avLst/>
          </a:prstGeom>
          <a:solidFill>
            <a:srgbClr val="CED7E6">
              <a:alpha val="55859"/>
            </a:srgbClr>
          </a:solidFill>
          <a:ln>
            <a:noFill/>
          </a:ln>
        </p:spPr>
      </p:sp>
      <p:sp>
        <p:nvSpPr>
          <p:cNvPr id="55" name="wm.whiteboard.90.90"/>
          <p:cNvSpPr/>
          <p:nvPr/>
        </p:nvSpPr>
        <p:spPr>
          <a:xfrm>
            <a:off x="1409700" y="1371600"/>
            <a:ext cx="38100" cy="38100"/>
          </a:xfrm>
          <a:prstGeom prst="rect">
            <a:avLst/>
          </a:prstGeom>
          <a:solidFill>
            <a:srgbClr val="CED7E6">
              <a:alpha val="43468"/>
            </a:srgbClr>
          </a:solidFill>
          <a:ln>
            <a:noFill/>
          </a:ln>
        </p:spPr>
      </p:sp>
      <p:sp>
        <p:nvSpPr>
          <p:cNvPr id="56" name="wm.whiteboard.90.108"/>
          <p:cNvSpPr/>
          <p:nvPr/>
        </p:nvSpPr>
        <p:spPr>
          <a:xfrm>
            <a:off x="1409700" y="1600200"/>
            <a:ext cx="38100" cy="38100"/>
          </a:xfrm>
          <a:prstGeom prst="rect">
            <a:avLst/>
          </a:prstGeom>
          <a:solidFill>
            <a:srgbClr val="CED7E6">
              <a:alpha val="30037"/>
            </a:srgbClr>
          </a:solidFill>
          <a:ln>
            <a:noFill/>
          </a:ln>
        </p:spPr>
      </p:sp>
      <p:sp>
        <p:nvSpPr>
          <p:cNvPr id="57" name="wm.whiteboard.90.126"/>
          <p:cNvSpPr/>
          <p:nvPr/>
        </p:nvSpPr>
        <p:spPr>
          <a:xfrm>
            <a:off x="1409700" y="1828800"/>
            <a:ext cx="38100" cy="38100"/>
          </a:xfrm>
          <a:prstGeom prst="rect">
            <a:avLst/>
          </a:prstGeom>
          <a:solidFill>
            <a:srgbClr val="CED7E6">
              <a:alpha val="15870"/>
            </a:srgbClr>
          </a:solidFill>
          <a:ln>
            <a:noFill/>
          </a:ln>
        </p:spPr>
      </p:sp>
      <p:sp>
        <p:nvSpPr>
          <p:cNvPr id="58" name="wm.whiteboard.90.144"/>
          <p:cNvSpPr/>
          <p:nvPr/>
        </p:nvSpPr>
        <p:spPr>
          <a:xfrm>
            <a:off x="1409700" y="2057400"/>
            <a:ext cx="38100" cy="38100"/>
          </a:xfrm>
          <a:prstGeom prst="rect">
            <a:avLst/>
          </a:prstGeom>
          <a:solidFill>
            <a:srgbClr val="CED7E6">
              <a:alpha val="1171"/>
            </a:srgbClr>
          </a:solidFill>
          <a:ln>
            <a:noFill/>
          </a:ln>
        </p:spPr>
      </p:sp>
      <p:sp>
        <p:nvSpPr>
          <p:cNvPr id="59" name="wm.whiteboard.108.0"/>
          <p:cNvSpPr/>
          <p:nvPr/>
        </p:nvSpPr>
        <p:spPr>
          <a:xfrm>
            <a:off x="1638300" y="228600"/>
            <a:ext cx="38100" cy="38100"/>
          </a:xfrm>
          <a:prstGeom prst="rect">
            <a:avLst/>
          </a:prstGeom>
          <a:solidFill>
            <a:srgbClr val="CED7E6">
              <a:alpha val="70023"/>
            </a:srgbClr>
          </a:solidFill>
          <a:ln>
            <a:noFill/>
          </a:ln>
        </p:spPr>
      </p:sp>
      <p:sp>
        <p:nvSpPr>
          <p:cNvPr id="60" name="wm.whiteboard.108.18"/>
          <p:cNvSpPr/>
          <p:nvPr/>
        </p:nvSpPr>
        <p:spPr>
          <a:xfrm>
            <a:off x="1638300" y="457200"/>
            <a:ext cx="38100" cy="38100"/>
          </a:xfrm>
          <a:prstGeom prst="rect">
            <a:avLst/>
          </a:prstGeom>
          <a:solidFill>
            <a:srgbClr val="CED7E6">
              <a:alpha val="68085"/>
            </a:srgbClr>
          </a:solidFill>
          <a:ln>
            <a:noFill/>
          </a:ln>
        </p:spPr>
      </p:sp>
      <p:sp>
        <p:nvSpPr>
          <p:cNvPr id="61" name="wm.whiteboard.108.36"/>
          <p:cNvSpPr/>
          <p:nvPr/>
        </p:nvSpPr>
        <p:spPr>
          <a:xfrm>
            <a:off x="1638300" y="685800"/>
            <a:ext cx="38100" cy="38100"/>
          </a:xfrm>
          <a:prstGeom prst="rect">
            <a:avLst/>
          </a:prstGeom>
          <a:solidFill>
            <a:srgbClr val="CED7E6">
              <a:alpha val="63033"/>
            </a:srgbClr>
          </a:solidFill>
          <a:ln>
            <a:noFill/>
          </a:ln>
        </p:spPr>
      </p:sp>
      <p:sp>
        <p:nvSpPr>
          <p:cNvPr id="62" name="wm.whiteboard.108.54"/>
          <p:cNvSpPr/>
          <p:nvPr/>
        </p:nvSpPr>
        <p:spPr>
          <a:xfrm>
            <a:off x="1638300" y="914400"/>
            <a:ext cx="38100" cy="38100"/>
          </a:xfrm>
          <a:prstGeom prst="rect">
            <a:avLst/>
          </a:prstGeom>
          <a:solidFill>
            <a:srgbClr val="CED7E6">
              <a:alpha val="55346"/>
            </a:srgbClr>
          </a:solidFill>
          <a:ln>
            <a:noFill/>
          </a:ln>
        </p:spPr>
      </p:sp>
      <p:sp>
        <p:nvSpPr>
          <p:cNvPr id="63" name="wm.whiteboard.108.72"/>
          <p:cNvSpPr/>
          <p:nvPr/>
        </p:nvSpPr>
        <p:spPr>
          <a:xfrm>
            <a:off x="1638300" y="1143000"/>
            <a:ext cx="38100" cy="38100"/>
          </a:xfrm>
          <a:prstGeom prst="rect">
            <a:avLst/>
          </a:prstGeom>
          <a:solidFill>
            <a:srgbClr val="CED7E6">
              <a:alpha val="45583"/>
            </a:srgbClr>
          </a:solidFill>
          <a:ln>
            <a:noFill/>
          </a:ln>
        </p:spPr>
      </p:sp>
      <p:sp>
        <p:nvSpPr>
          <p:cNvPr id="64" name="wm.whiteboard.108.90"/>
          <p:cNvSpPr/>
          <p:nvPr/>
        </p:nvSpPr>
        <p:spPr>
          <a:xfrm>
            <a:off x="1638300" y="1371600"/>
            <a:ext cx="38100" cy="38100"/>
          </a:xfrm>
          <a:prstGeom prst="rect">
            <a:avLst/>
          </a:prstGeom>
          <a:solidFill>
            <a:srgbClr val="CED7E6">
              <a:alpha val="34251"/>
            </a:srgbClr>
          </a:solidFill>
          <a:ln>
            <a:noFill/>
          </a:ln>
        </p:spPr>
      </p:sp>
      <p:sp>
        <p:nvSpPr>
          <p:cNvPr id="65" name="wm.whiteboard.108.108"/>
          <p:cNvSpPr/>
          <p:nvPr/>
        </p:nvSpPr>
        <p:spPr>
          <a:xfrm>
            <a:off x="1638300" y="1600200"/>
            <a:ext cx="38100" cy="38100"/>
          </a:xfrm>
          <a:prstGeom prst="rect">
            <a:avLst/>
          </a:prstGeom>
          <a:solidFill>
            <a:srgbClr val="CED7E6">
              <a:alpha val="21754"/>
            </a:srgbClr>
          </a:solidFill>
          <a:ln>
            <a:noFill/>
          </a:ln>
        </p:spPr>
      </p:sp>
      <p:sp>
        <p:nvSpPr>
          <p:cNvPr id="66" name="wm.whiteboard.108.126"/>
          <p:cNvSpPr/>
          <p:nvPr/>
        </p:nvSpPr>
        <p:spPr>
          <a:xfrm>
            <a:off x="1638300" y="1828800"/>
            <a:ext cx="38100" cy="38100"/>
          </a:xfrm>
          <a:prstGeom prst="rect">
            <a:avLst/>
          </a:prstGeom>
          <a:solidFill>
            <a:srgbClr val="CED7E6">
              <a:alpha val="8391"/>
            </a:srgbClr>
          </a:solidFill>
          <a:ln>
            <a:noFill/>
          </a:ln>
        </p:spPr>
      </p:sp>
      <p:sp>
        <p:nvSpPr>
          <p:cNvPr id="67" name="wm.whiteboard.126.0"/>
          <p:cNvSpPr/>
          <p:nvPr/>
        </p:nvSpPr>
        <p:spPr>
          <a:xfrm>
            <a:off x="1866900" y="228600"/>
            <a:ext cx="38100" cy="38100"/>
          </a:xfrm>
          <a:prstGeom prst="rect">
            <a:avLst/>
          </a:prstGeom>
          <a:solidFill>
            <a:srgbClr val="CED7E6">
              <a:alpha val="56247"/>
            </a:srgbClr>
          </a:solidFill>
          <a:ln>
            <a:noFill/>
          </a:ln>
        </p:spPr>
      </p:sp>
      <p:sp>
        <p:nvSpPr>
          <p:cNvPr id="68" name="wm.whiteboard.126.18"/>
          <p:cNvSpPr/>
          <p:nvPr/>
        </p:nvSpPr>
        <p:spPr>
          <a:xfrm>
            <a:off x="1866900" y="457200"/>
            <a:ext cx="38100" cy="38100"/>
          </a:xfrm>
          <a:prstGeom prst="rect">
            <a:avLst/>
          </a:prstGeom>
          <a:solidFill>
            <a:srgbClr val="CED7E6">
              <a:alpha val="54578"/>
            </a:srgbClr>
          </a:solidFill>
          <a:ln>
            <a:noFill/>
          </a:ln>
        </p:spPr>
      </p:sp>
      <p:sp>
        <p:nvSpPr>
          <p:cNvPr id="69" name="wm.whiteboard.126.36"/>
          <p:cNvSpPr/>
          <p:nvPr/>
        </p:nvSpPr>
        <p:spPr>
          <a:xfrm>
            <a:off x="1866900" y="685800"/>
            <a:ext cx="38100" cy="38100"/>
          </a:xfrm>
          <a:prstGeom prst="rect">
            <a:avLst/>
          </a:prstGeom>
          <a:solidFill>
            <a:srgbClr val="CED7E6">
              <a:alpha val="50182"/>
            </a:srgbClr>
          </a:solidFill>
          <a:ln>
            <a:noFill/>
          </a:ln>
        </p:spPr>
      </p:sp>
      <p:sp>
        <p:nvSpPr>
          <p:cNvPr id="70" name="wm.whiteboard.126.54"/>
          <p:cNvSpPr/>
          <p:nvPr/>
        </p:nvSpPr>
        <p:spPr>
          <a:xfrm>
            <a:off x="1866900" y="914400"/>
            <a:ext cx="38100" cy="38100"/>
          </a:xfrm>
          <a:prstGeom prst="rect">
            <a:avLst/>
          </a:prstGeom>
          <a:solidFill>
            <a:srgbClr val="CED7E6">
              <a:alpha val="43386"/>
            </a:srgbClr>
          </a:solidFill>
          <a:ln>
            <a:noFill/>
          </a:ln>
        </p:spPr>
      </p:sp>
      <p:sp>
        <p:nvSpPr>
          <p:cNvPr id="71" name="wm.whiteboard.126.72"/>
          <p:cNvSpPr/>
          <p:nvPr/>
        </p:nvSpPr>
        <p:spPr>
          <a:xfrm>
            <a:off x="1866900" y="1143000"/>
            <a:ext cx="38100" cy="38100"/>
          </a:xfrm>
          <a:prstGeom prst="rect">
            <a:avLst/>
          </a:prstGeom>
          <a:solidFill>
            <a:srgbClr val="CED7E6">
              <a:alpha val="34598"/>
            </a:srgbClr>
          </a:solidFill>
          <a:ln>
            <a:noFill/>
          </a:ln>
        </p:spPr>
      </p:sp>
      <p:sp>
        <p:nvSpPr>
          <p:cNvPr id="72" name="wm.whiteboard.126.90"/>
          <p:cNvSpPr/>
          <p:nvPr/>
        </p:nvSpPr>
        <p:spPr>
          <a:xfrm>
            <a:off x="1866900" y="1371600"/>
            <a:ext cx="38100" cy="38100"/>
          </a:xfrm>
          <a:prstGeom prst="rect">
            <a:avLst/>
          </a:prstGeom>
          <a:solidFill>
            <a:srgbClr val="CED7E6">
              <a:alpha val="24223"/>
            </a:srgbClr>
          </a:solidFill>
          <a:ln>
            <a:noFill/>
          </a:ln>
        </p:spPr>
      </p:sp>
      <p:sp>
        <p:nvSpPr>
          <p:cNvPr id="73" name="wm.whiteboard.126.108"/>
          <p:cNvSpPr/>
          <p:nvPr/>
        </p:nvSpPr>
        <p:spPr>
          <a:xfrm>
            <a:off x="1866900" y="1600200"/>
            <a:ext cx="38100" cy="38100"/>
          </a:xfrm>
          <a:prstGeom prst="rect">
            <a:avLst/>
          </a:prstGeom>
          <a:solidFill>
            <a:srgbClr val="CED7E6">
              <a:alpha val="12610"/>
            </a:srgbClr>
          </a:solidFill>
          <a:ln>
            <a:noFill/>
          </a:ln>
        </p:spPr>
      </p:sp>
      <p:sp>
        <p:nvSpPr>
          <p:cNvPr id="74" name="wm.whiteboard.126.126"/>
          <p:cNvSpPr/>
          <p:nvPr/>
        </p:nvSpPr>
        <p:spPr>
          <a:xfrm>
            <a:off x="1866900" y="1828800"/>
            <a:ext cx="38100" cy="38100"/>
          </a:xfrm>
          <a:prstGeom prst="rect">
            <a:avLst/>
          </a:prstGeom>
          <a:solidFill>
            <a:srgbClr val="CED7E6">
              <a:alpha val="40"/>
            </a:srgbClr>
          </a:solidFill>
          <a:ln>
            <a:noFill/>
          </a:ln>
        </p:spPr>
      </p:sp>
      <p:sp>
        <p:nvSpPr>
          <p:cNvPr id="75" name="wm.whiteboard.144.0"/>
          <p:cNvSpPr/>
          <p:nvPr/>
        </p:nvSpPr>
        <p:spPr>
          <a:xfrm>
            <a:off x="2095500" y="228600"/>
            <a:ext cx="38100" cy="38100"/>
          </a:xfrm>
          <a:prstGeom prst="rect">
            <a:avLst/>
          </a:prstGeom>
          <a:solidFill>
            <a:srgbClr val="CED7E6">
              <a:alpha val="42471"/>
            </a:srgbClr>
          </a:solidFill>
          <a:ln>
            <a:noFill/>
          </a:ln>
        </p:spPr>
      </p:sp>
      <p:sp>
        <p:nvSpPr>
          <p:cNvPr id="76" name="wm.whiteboard.144.18"/>
          <p:cNvSpPr/>
          <p:nvPr/>
        </p:nvSpPr>
        <p:spPr>
          <a:xfrm>
            <a:off x="2095500" y="457200"/>
            <a:ext cx="38100" cy="38100"/>
          </a:xfrm>
          <a:prstGeom prst="rect">
            <a:avLst/>
          </a:prstGeom>
          <a:solidFill>
            <a:srgbClr val="CED7E6">
              <a:alpha val="41005"/>
            </a:srgbClr>
          </a:solidFill>
          <a:ln>
            <a:noFill/>
          </a:ln>
        </p:spPr>
      </p:sp>
      <p:sp>
        <p:nvSpPr>
          <p:cNvPr id="77" name="wm.whiteboard.144.36"/>
          <p:cNvSpPr/>
          <p:nvPr/>
        </p:nvSpPr>
        <p:spPr>
          <a:xfrm>
            <a:off x="2095500" y="685800"/>
            <a:ext cx="38100" cy="38100"/>
          </a:xfrm>
          <a:prstGeom prst="rect">
            <a:avLst/>
          </a:prstGeom>
          <a:solidFill>
            <a:srgbClr val="CED7E6">
              <a:alpha val="37120"/>
            </a:srgbClr>
          </a:solidFill>
          <a:ln>
            <a:noFill/>
          </a:ln>
        </p:spPr>
      </p:sp>
      <p:sp>
        <p:nvSpPr>
          <p:cNvPr id="78" name="wm.whiteboard.144.54"/>
          <p:cNvSpPr/>
          <p:nvPr/>
        </p:nvSpPr>
        <p:spPr>
          <a:xfrm>
            <a:off x="2095500" y="914400"/>
            <a:ext cx="38100" cy="38100"/>
          </a:xfrm>
          <a:prstGeom prst="rect">
            <a:avLst/>
          </a:prstGeom>
          <a:solidFill>
            <a:srgbClr val="CED7E6">
              <a:alpha val="31044"/>
            </a:srgbClr>
          </a:solidFill>
          <a:ln>
            <a:noFill/>
          </a:ln>
        </p:spPr>
      </p:sp>
      <p:sp>
        <p:nvSpPr>
          <p:cNvPr id="79" name="wm.whiteboard.144.72"/>
          <p:cNvSpPr/>
          <p:nvPr/>
        </p:nvSpPr>
        <p:spPr>
          <a:xfrm>
            <a:off x="2095500" y="1143000"/>
            <a:ext cx="38100" cy="38100"/>
          </a:xfrm>
          <a:prstGeom prst="rect">
            <a:avLst/>
          </a:prstGeom>
          <a:solidFill>
            <a:srgbClr val="CED7E6">
              <a:alpha val="23083"/>
            </a:srgbClr>
          </a:solidFill>
          <a:ln>
            <a:noFill/>
          </a:ln>
        </p:spPr>
      </p:sp>
      <p:sp>
        <p:nvSpPr>
          <p:cNvPr id="80" name="wm.whiteboard.144.90"/>
          <p:cNvSpPr/>
          <p:nvPr/>
        </p:nvSpPr>
        <p:spPr>
          <a:xfrm>
            <a:off x="2095500" y="1371600"/>
            <a:ext cx="38100" cy="38100"/>
          </a:xfrm>
          <a:prstGeom prst="rect">
            <a:avLst/>
          </a:prstGeom>
          <a:solidFill>
            <a:srgbClr val="CED7E6">
              <a:alpha val="13557"/>
            </a:srgbClr>
          </a:solidFill>
          <a:ln>
            <a:noFill/>
          </a:ln>
        </p:spPr>
      </p:sp>
      <p:sp>
        <p:nvSpPr>
          <p:cNvPr id="81" name="wm.whiteboard.144.108"/>
          <p:cNvSpPr/>
          <p:nvPr/>
        </p:nvSpPr>
        <p:spPr>
          <a:xfrm>
            <a:off x="2095500" y="1600200"/>
            <a:ext cx="38100" cy="38100"/>
          </a:xfrm>
          <a:prstGeom prst="rect">
            <a:avLst/>
          </a:prstGeom>
          <a:solidFill>
            <a:srgbClr val="CED7E6">
              <a:alpha val="2762"/>
            </a:srgbClr>
          </a:solidFill>
          <a:ln>
            <a:noFill/>
          </a:ln>
        </p:spPr>
      </p:sp>
      <p:sp>
        <p:nvSpPr>
          <p:cNvPr id="82" name="wm.whiteboard.162.0"/>
          <p:cNvSpPr/>
          <p:nvPr/>
        </p:nvSpPr>
        <p:spPr>
          <a:xfrm>
            <a:off x="2324100" y="228600"/>
            <a:ext cx="38100" cy="38100"/>
          </a:xfrm>
          <a:prstGeom prst="rect">
            <a:avLst/>
          </a:prstGeom>
          <a:solidFill>
            <a:srgbClr val="CED7E6">
              <a:alpha val="28695"/>
            </a:srgbClr>
          </a:solidFill>
          <a:ln>
            <a:noFill/>
          </a:ln>
        </p:spPr>
      </p:sp>
      <p:sp>
        <p:nvSpPr>
          <p:cNvPr id="83" name="wm.whiteboard.162.18"/>
          <p:cNvSpPr/>
          <p:nvPr/>
        </p:nvSpPr>
        <p:spPr>
          <a:xfrm>
            <a:off x="2324100" y="457200"/>
            <a:ext cx="38100" cy="38100"/>
          </a:xfrm>
          <a:prstGeom prst="rect">
            <a:avLst/>
          </a:prstGeom>
          <a:solidFill>
            <a:srgbClr val="CED7E6">
              <a:alpha val="27389"/>
            </a:srgbClr>
          </a:solidFill>
          <a:ln>
            <a:noFill/>
          </a:ln>
        </p:spPr>
      </p:sp>
      <p:sp>
        <p:nvSpPr>
          <p:cNvPr id="84" name="wm.whiteboard.162.36"/>
          <p:cNvSpPr/>
          <p:nvPr/>
        </p:nvSpPr>
        <p:spPr>
          <a:xfrm>
            <a:off x="2324100" y="685800"/>
            <a:ext cx="38100" cy="38100"/>
          </a:xfrm>
          <a:prstGeom prst="rect">
            <a:avLst/>
          </a:prstGeom>
          <a:solidFill>
            <a:srgbClr val="CED7E6">
              <a:alpha val="23910"/>
            </a:srgbClr>
          </a:solidFill>
          <a:ln>
            <a:noFill/>
          </a:ln>
        </p:spPr>
      </p:sp>
      <p:sp>
        <p:nvSpPr>
          <p:cNvPr id="85" name="wm.whiteboard.162.54"/>
          <p:cNvSpPr/>
          <p:nvPr/>
        </p:nvSpPr>
        <p:spPr>
          <a:xfrm>
            <a:off x="2324100" y="914400"/>
            <a:ext cx="38100" cy="38100"/>
          </a:xfrm>
          <a:prstGeom prst="rect">
            <a:avLst/>
          </a:prstGeom>
          <a:solidFill>
            <a:srgbClr val="CED7E6">
              <a:alpha val="18425"/>
            </a:srgbClr>
          </a:solidFill>
          <a:ln>
            <a:noFill/>
          </a:ln>
        </p:spPr>
      </p:sp>
      <p:sp>
        <p:nvSpPr>
          <p:cNvPr id="86" name="wm.whiteboard.162.72"/>
          <p:cNvSpPr/>
          <p:nvPr/>
        </p:nvSpPr>
        <p:spPr>
          <a:xfrm>
            <a:off x="2324100" y="1143000"/>
            <a:ext cx="38100" cy="38100"/>
          </a:xfrm>
          <a:prstGeom prst="rect">
            <a:avLst/>
          </a:prstGeom>
          <a:solidFill>
            <a:srgbClr val="CED7E6">
              <a:alpha val="11167"/>
            </a:srgbClr>
          </a:solidFill>
          <a:ln>
            <a:noFill/>
          </a:ln>
        </p:spPr>
      </p:sp>
      <p:sp>
        <p:nvSpPr>
          <p:cNvPr id="87" name="wm.whiteboard.162.90"/>
          <p:cNvSpPr/>
          <p:nvPr/>
        </p:nvSpPr>
        <p:spPr>
          <a:xfrm>
            <a:off x="2324100" y="1371600"/>
            <a:ext cx="38100" cy="38100"/>
          </a:xfrm>
          <a:prstGeom prst="rect">
            <a:avLst/>
          </a:prstGeom>
          <a:solidFill>
            <a:srgbClr val="CED7E6">
              <a:alpha val="2388"/>
            </a:srgbClr>
          </a:solidFill>
          <a:ln>
            <a:noFill/>
          </a:ln>
        </p:spPr>
      </p:sp>
      <p:sp>
        <p:nvSpPr>
          <p:cNvPr id="88" name="wm.whiteboard.180.0"/>
          <p:cNvSpPr/>
          <p:nvPr/>
        </p:nvSpPr>
        <p:spPr>
          <a:xfrm>
            <a:off x="2552700" y="228600"/>
            <a:ext cx="38100" cy="38100"/>
          </a:xfrm>
          <a:prstGeom prst="rect">
            <a:avLst/>
          </a:prstGeom>
          <a:solidFill>
            <a:srgbClr val="CED7E6">
              <a:alpha val="14918"/>
            </a:srgbClr>
          </a:solidFill>
          <a:ln>
            <a:noFill/>
          </a:ln>
        </p:spPr>
      </p:sp>
      <p:sp>
        <p:nvSpPr>
          <p:cNvPr id="89" name="wm.whiteboard.180.18"/>
          <p:cNvSpPr/>
          <p:nvPr/>
        </p:nvSpPr>
        <p:spPr>
          <a:xfrm>
            <a:off x="2552700" y="457200"/>
            <a:ext cx="38100" cy="38100"/>
          </a:xfrm>
          <a:prstGeom prst="rect">
            <a:avLst/>
          </a:prstGeom>
          <a:solidFill>
            <a:srgbClr val="CED7E6">
              <a:alpha val="13741"/>
            </a:srgbClr>
          </a:solidFill>
          <a:ln>
            <a:noFill/>
          </a:ln>
        </p:spPr>
      </p:sp>
      <p:sp>
        <p:nvSpPr>
          <p:cNvPr id="90" name="wm.whiteboard.180.36"/>
          <p:cNvSpPr/>
          <p:nvPr/>
        </p:nvSpPr>
        <p:spPr>
          <a:xfrm>
            <a:off x="2552700" y="685800"/>
            <a:ext cx="38100" cy="38100"/>
          </a:xfrm>
          <a:prstGeom prst="rect">
            <a:avLst/>
          </a:prstGeom>
          <a:solidFill>
            <a:srgbClr val="CED7E6">
              <a:alpha val="10593"/>
            </a:srgbClr>
          </a:solidFill>
          <a:ln>
            <a:noFill/>
          </a:ln>
        </p:spPr>
      </p:sp>
      <p:sp>
        <p:nvSpPr>
          <p:cNvPr id="91" name="wm.whiteboard.180.54"/>
          <p:cNvSpPr/>
          <p:nvPr/>
        </p:nvSpPr>
        <p:spPr>
          <a:xfrm>
            <a:off x="2552700" y="914400"/>
            <a:ext cx="38100" cy="38100"/>
          </a:xfrm>
          <a:prstGeom prst="rect">
            <a:avLst/>
          </a:prstGeom>
          <a:solidFill>
            <a:srgbClr val="CED7E6">
              <a:alpha val="5600"/>
            </a:srgbClr>
          </a:solidFill>
          <a:ln>
            <a:noFill/>
          </a:ln>
        </p:spPr>
      </p:sp>
      <p:sp>
        <p:nvSpPr>
          <p:cNvPr id="92" name="wm.whiteboard.198.0"/>
          <p:cNvSpPr/>
          <p:nvPr/>
        </p:nvSpPr>
        <p:spPr>
          <a:xfrm>
            <a:off x="2781300" y="228600"/>
            <a:ext cx="38100" cy="38100"/>
          </a:xfrm>
          <a:prstGeom prst="rect">
            <a:avLst/>
          </a:prstGeom>
          <a:solidFill>
            <a:srgbClr val="CED7E6">
              <a:alpha val="1142"/>
            </a:srgbClr>
          </a:solidFill>
          <a:ln>
            <a:noFill/>
          </a:ln>
        </p:spPr>
      </p:sp>
      <p:sp>
        <p:nvSpPr>
          <p:cNvPr id="93" name="wm.whiteboard.198.18"/>
          <p:cNvSpPr/>
          <p:nvPr/>
        </p:nvSpPr>
        <p:spPr>
          <a:xfrm>
            <a:off x="2781300" y="457200"/>
            <a:ext cx="38100" cy="38100"/>
          </a:xfrm>
          <a:prstGeom prst="rect">
            <a:avLst/>
          </a:prstGeom>
          <a:solidFill>
            <a:srgbClr val="CED7E6">
              <a:alpha val="69"/>
            </a:srgbClr>
          </a:solidFill>
          <a:ln>
            <a:noFill/>
          </a:ln>
        </p:spPr>
      </p:sp>
      <p:sp>
        <p:nvSpPr>
          <p:cNvPr id="94" name="wm.header.rule"/>
          <p:cNvSpPr/>
          <p:nvPr/>
        </p:nvSpPr>
        <p:spPr>
          <a:xfrm>
            <a:off x="723900" y="1371600"/>
            <a:ext cx="7086600" cy="9525"/>
          </a:xfrm>
          <a:prstGeom prst="rect">
            <a:avLst/>
          </a:prstGeom>
          <a:solidFill>
            <a:srgbClr val="CED7E6"/>
          </a:solidFill>
          <a:ln>
            <a:noFill/>
          </a:ln>
        </p:spPr>
      </p:sp>
      <p:pic>
        <p:nvPicPr>
          <p:cNvPr id="95"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210300"/>
            <a:ext cx="729403" cy="152400"/>
          </a:xfrm>
          <a:prstGeom prst="rect">
            <a:avLst/>
          </a:prstGeom>
        </p:spPr>
      </p:pic>
      <p:sp>
        <p:nvSpPr>
          <p:cNvPr id="96" name="wm.legal"/>
          <p:cNvSpPr/>
          <p:nvPr/>
        </p:nvSpPr>
        <p:spPr>
          <a:xfrm>
            <a:off x="2171700" y="6172200"/>
            <a:ext cx="89154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wmds.frame.78677fb235580748422b">
    <p:bg>
      <p:bgPr>
        <a:solidFill>
          <a:srgbClr val="FFFFFF"/>
        </a:solidFill>
      </p:bgPr>
    </p:bg>
    <p:spTree>
      <p:nvGrpSpPr>
        <p:cNvPr id="1" name=""/>
        <p:cNvGrpSpPr/>
        <p:nvPr/>
      </p:nvGrpSpPr>
      <p:grpSpPr>
        <a:xfrm>
          <a:off x="0" y="0"/>
          <a:ext cx="0" cy="0"/>
          <a:chOff x="0" y="0"/>
          <a:chExt cx="0" cy="0"/>
        </a:xfrm>
      </p:grpSpPr>
      <p:sp>
        <p:nvSpPr>
          <p:cNvPr id="2" name="wm.footer.rule"/>
          <p:cNvSpPr/>
          <p:nvPr/>
        </p:nvSpPr>
        <p:spPr>
          <a:xfrm>
            <a:off x="723900" y="6057900"/>
            <a:ext cx="10744200" cy="9525"/>
          </a:xfrm>
          <a:prstGeom prst="rect">
            <a:avLst/>
          </a:prstGeom>
          <a:solidFill>
            <a:srgbClr val="CED7E6"/>
          </a:solidFill>
          <a:ln>
            <a:noFill/>
          </a:ln>
        </p:spPr>
      </p:sp>
      <p:sp>
        <p:nvSpPr>
          <p:cNvPr id="3" name="wm.whiteboard.0.0"/>
          <p:cNvSpPr/>
          <p:nvPr/>
        </p:nvSpPr>
        <p:spPr>
          <a:xfrm>
            <a:off x="7581900" y="228600"/>
            <a:ext cx="38100" cy="38100"/>
          </a:xfrm>
          <a:prstGeom prst="rect">
            <a:avLst/>
          </a:prstGeom>
          <a:solidFill>
            <a:srgbClr val="CED7E6"/>
          </a:solidFill>
          <a:ln>
            <a:noFill/>
          </a:ln>
        </p:spPr>
      </p:sp>
      <p:sp>
        <p:nvSpPr>
          <p:cNvPr id="4" name="wm.whiteboard.0.18"/>
          <p:cNvSpPr/>
          <p:nvPr/>
        </p:nvSpPr>
        <p:spPr>
          <a:xfrm>
            <a:off x="7581900" y="457200"/>
            <a:ext cx="38100" cy="38100"/>
          </a:xfrm>
          <a:prstGeom prst="rect">
            <a:avLst/>
          </a:prstGeom>
          <a:solidFill>
            <a:srgbClr val="CED7E6"/>
          </a:solidFill>
          <a:ln>
            <a:noFill/>
          </a:ln>
        </p:spPr>
      </p:sp>
      <p:sp>
        <p:nvSpPr>
          <p:cNvPr id="5" name="wm.whiteboard.0.36"/>
          <p:cNvSpPr/>
          <p:nvPr/>
        </p:nvSpPr>
        <p:spPr>
          <a:xfrm>
            <a:off x="7581900" y="685800"/>
            <a:ext cx="38100" cy="38100"/>
          </a:xfrm>
          <a:prstGeom prst="rect">
            <a:avLst/>
          </a:prstGeom>
          <a:solidFill>
            <a:srgbClr val="CED7E6"/>
          </a:solidFill>
          <a:ln>
            <a:noFill/>
          </a:ln>
        </p:spPr>
      </p:sp>
      <p:sp>
        <p:nvSpPr>
          <p:cNvPr id="6" name="wm.whiteboard.0.54"/>
          <p:cNvSpPr/>
          <p:nvPr/>
        </p:nvSpPr>
        <p:spPr>
          <a:xfrm>
            <a:off x="7581900" y="914400"/>
            <a:ext cx="38100" cy="38100"/>
          </a:xfrm>
          <a:prstGeom prst="rect">
            <a:avLst/>
          </a:prstGeom>
          <a:solidFill>
            <a:srgbClr val="CED7E6"/>
          </a:solidFill>
          <a:ln>
            <a:noFill/>
          </a:ln>
        </p:spPr>
      </p:sp>
      <p:sp>
        <p:nvSpPr>
          <p:cNvPr id="7" name="wm.whiteboard.0.72"/>
          <p:cNvSpPr/>
          <p:nvPr/>
        </p:nvSpPr>
        <p:spPr>
          <a:xfrm>
            <a:off x="7581900" y="1143000"/>
            <a:ext cx="38100" cy="38100"/>
          </a:xfrm>
          <a:prstGeom prst="rect">
            <a:avLst/>
          </a:prstGeom>
          <a:solidFill>
            <a:srgbClr val="CED7E6">
              <a:alpha val="85305"/>
            </a:srgbClr>
          </a:solidFill>
          <a:ln>
            <a:noFill/>
          </a:ln>
        </p:spPr>
      </p:sp>
      <p:sp>
        <p:nvSpPr>
          <p:cNvPr id="8" name="wm.whiteboard.0.90"/>
          <p:cNvSpPr/>
          <p:nvPr/>
        </p:nvSpPr>
        <p:spPr>
          <a:xfrm>
            <a:off x="7581900" y="1371600"/>
            <a:ext cx="38100" cy="38100"/>
          </a:xfrm>
          <a:prstGeom prst="rect">
            <a:avLst/>
          </a:prstGeom>
          <a:solidFill>
            <a:srgbClr val="CED7E6">
              <a:alpha val="68524"/>
            </a:srgbClr>
          </a:solidFill>
          <a:ln>
            <a:noFill/>
          </a:ln>
        </p:spPr>
      </p:sp>
      <p:sp>
        <p:nvSpPr>
          <p:cNvPr id="9" name="wm.whiteboard.0.108"/>
          <p:cNvSpPr/>
          <p:nvPr/>
        </p:nvSpPr>
        <p:spPr>
          <a:xfrm>
            <a:off x="7581900" y="1600200"/>
            <a:ext cx="38100" cy="38100"/>
          </a:xfrm>
          <a:prstGeom prst="rect">
            <a:avLst/>
          </a:prstGeom>
          <a:solidFill>
            <a:srgbClr val="CED7E6">
              <a:alpha val="51742"/>
            </a:srgbClr>
          </a:solidFill>
          <a:ln>
            <a:noFill/>
          </a:ln>
        </p:spPr>
      </p:sp>
      <p:sp>
        <p:nvSpPr>
          <p:cNvPr id="10" name="wm.whiteboard.0.126"/>
          <p:cNvSpPr/>
          <p:nvPr/>
        </p:nvSpPr>
        <p:spPr>
          <a:xfrm>
            <a:off x="7581900" y="1828800"/>
            <a:ext cx="38100" cy="38100"/>
          </a:xfrm>
          <a:prstGeom prst="rect">
            <a:avLst/>
          </a:prstGeom>
          <a:solidFill>
            <a:srgbClr val="CED7E6">
              <a:alpha val="34959"/>
            </a:srgbClr>
          </a:solidFill>
          <a:ln>
            <a:noFill/>
          </a:ln>
        </p:spPr>
      </p:sp>
      <p:sp>
        <p:nvSpPr>
          <p:cNvPr id="11" name="wm.whiteboard.0.144"/>
          <p:cNvSpPr/>
          <p:nvPr/>
        </p:nvSpPr>
        <p:spPr>
          <a:xfrm>
            <a:off x="7581900" y="2057400"/>
            <a:ext cx="38100" cy="38100"/>
          </a:xfrm>
          <a:prstGeom prst="rect">
            <a:avLst/>
          </a:prstGeom>
          <a:solidFill>
            <a:srgbClr val="CED7E6">
              <a:alpha val="18177"/>
            </a:srgbClr>
          </a:solidFill>
          <a:ln>
            <a:noFill/>
          </a:ln>
        </p:spPr>
      </p:sp>
      <p:sp>
        <p:nvSpPr>
          <p:cNvPr id="12" name="wm.whiteboard.0.162"/>
          <p:cNvSpPr/>
          <p:nvPr/>
        </p:nvSpPr>
        <p:spPr>
          <a:xfrm>
            <a:off x="7581900" y="2286000"/>
            <a:ext cx="38100" cy="38100"/>
          </a:xfrm>
          <a:prstGeom prst="rect">
            <a:avLst/>
          </a:prstGeom>
          <a:solidFill>
            <a:srgbClr val="CED7E6">
              <a:alpha val="1394"/>
            </a:srgbClr>
          </a:solidFill>
          <a:ln>
            <a:noFill/>
          </a:ln>
        </p:spPr>
      </p:sp>
      <p:sp>
        <p:nvSpPr>
          <p:cNvPr id="13" name="wm.whiteboard.18.0"/>
          <p:cNvSpPr/>
          <p:nvPr/>
        </p:nvSpPr>
        <p:spPr>
          <a:xfrm>
            <a:off x="7810500" y="228600"/>
            <a:ext cx="38100" cy="38100"/>
          </a:xfrm>
          <a:prstGeom prst="rect">
            <a:avLst/>
          </a:prstGeom>
          <a:solidFill>
            <a:srgbClr val="CED7E6"/>
          </a:solidFill>
          <a:ln>
            <a:noFill/>
          </a:ln>
        </p:spPr>
      </p:sp>
      <p:sp>
        <p:nvSpPr>
          <p:cNvPr id="14" name="wm.whiteboard.18.18"/>
          <p:cNvSpPr/>
          <p:nvPr/>
        </p:nvSpPr>
        <p:spPr>
          <a:xfrm>
            <a:off x="7810500" y="457200"/>
            <a:ext cx="38100" cy="38100"/>
          </a:xfrm>
          <a:prstGeom prst="rect">
            <a:avLst/>
          </a:prstGeom>
          <a:solidFill>
            <a:srgbClr val="CED7E6"/>
          </a:solidFill>
          <a:ln>
            <a:noFill/>
          </a:ln>
        </p:spPr>
      </p:sp>
      <p:sp>
        <p:nvSpPr>
          <p:cNvPr id="15" name="wm.whiteboard.18.36"/>
          <p:cNvSpPr/>
          <p:nvPr/>
        </p:nvSpPr>
        <p:spPr>
          <a:xfrm>
            <a:off x="7810500" y="685800"/>
            <a:ext cx="38100" cy="38100"/>
          </a:xfrm>
          <a:prstGeom prst="rect">
            <a:avLst/>
          </a:prstGeom>
          <a:solidFill>
            <a:srgbClr val="CED7E6"/>
          </a:solidFill>
          <a:ln>
            <a:noFill/>
          </a:ln>
        </p:spPr>
      </p:sp>
      <p:sp>
        <p:nvSpPr>
          <p:cNvPr id="16" name="wm.whiteboard.18.54"/>
          <p:cNvSpPr/>
          <p:nvPr/>
        </p:nvSpPr>
        <p:spPr>
          <a:xfrm>
            <a:off x="7810500" y="914400"/>
            <a:ext cx="38100" cy="38100"/>
          </a:xfrm>
          <a:prstGeom prst="rect">
            <a:avLst/>
          </a:prstGeom>
          <a:solidFill>
            <a:srgbClr val="CED7E6">
              <a:alpha val="99988"/>
            </a:srgbClr>
          </a:solidFill>
          <a:ln>
            <a:noFill/>
          </a:ln>
        </p:spPr>
      </p:sp>
      <p:sp>
        <p:nvSpPr>
          <p:cNvPr id="17" name="wm.whiteboard.18.72"/>
          <p:cNvSpPr/>
          <p:nvPr/>
        </p:nvSpPr>
        <p:spPr>
          <a:xfrm>
            <a:off x="7810500" y="1143000"/>
            <a:ext cx="38100" cy="38100"/>
          </a:xfrm>
          <a:prstGeom prst="rect">
            <a:avLst/>
          </a:prstGeom>
          <a:solidFill>
            <a:srgbClr val="CED7E6">
              <a:alpha val="83708"/>
            </a:srgbClr>
          </a:solidFill>
          <a:ln>
            <a:noFill/>
          </a:ln>
        </p:spPr>
      </p:sp>
      <p:sp>
        <p:nvSpPr>
          <p:cNvPr id="18" name="wm.whiteboard.18.90"/>
          <p:cNvSpPr/>
          <p:nvPr/>
        </p:nvSpPr>
        <p:spPr>
          <a:xfrm>
            <a:off x="7810500" y="1371600"/>
            <a:ext cx="38100" cy="38100"/>
          </a:xfrm>
          <a:prstGeom prst="rect">
            <a:avLst/>
          </a:prstGeom>
          <a:solidFill>
            <a:srgbClr val="CED7E6">
              <a:alpha val="67236"/>
            </a:srgbClr>
          </a:solidFill>
          <a:ln>
            <a:noFill/>
          </a:ln>
        </p:spPr>
      </p:sp>
      <p:sp>
        <p:nvSpPr>
          <p:cNvPr id="19" name="wm.whiteboard.18.108"/>
          <p:cNvSpPr/>
          <p:nvPr/>
        </p:nvSpPr>
        <p:spPr>
          <a:xfrm>
            <a:off x="7810500" y="1600200"/>
            <a:ext cx="38100" cy="38100"/>
          </a:xfrm>
          <a:prstGeom prst="rect">
            <a:avLst/>
          </a:prstGeom>
          <a:solidFill>
            <a:srgbClr val="CED7E6">
              <a:alpha val="50663"/>
            </a:srgbClr>
          </a:solidFill>
          <a:ln>
            <a:noFill/>
          </a:ln>
        </p:spPr>
      </p:sp>
      <p:sp>
        <p:nvSpPr>
          <p:cNvPr id="20" name="wm.whiteboard.18.126"/>
          <p:cNvSpPr/>
          <p:nvPr/>
        </p:nvSpPr>
        <p:spPr>
          <a:xfrm>
            <a:off x="7810500" y="1828800"/>
            <a:ext cx="38100" cy="38100"/>
          </a:xfrm>
          <a:prstGeom prst="rect">
            <a:avLst/>
          </a:prstGeom>
          <a:solidFill>
            <a:srgbClr val="CED7E6">
              <a:alpha val="34032"/>
            </a:srgbClr>
          </a:solidFill>
          <a:ln>
            <a:noFill/>
          </a:ln>
        </p:spPr>
      </p:sp>
      <p:sp>
        <p:nvSpPr>
          <p:cNvPr id="21" name="wm.whiteboard.18.144"/>
          <p:cNvSpPr/>
          <p:nvPr/>
        </p:nvSpPr>
        <p:spPr>
          <a:xfrm>
            <a:off x="7810500" y="2057400"/>
            <a:ext cx="38100" cy="38100"/>
          </a:xfrm>
          <a:prstGeom prst="rect">
            <a:avLst/>
          </a:prstGeom>
          <a:solidFill>
            <a:srgbClr val="CED7E6">
              <a:alpha val="17363"/>
            </a:srgbClr>
          </a:solidFill>
          <a:ln>
            <a:noFill/>
          </a:ln>
        </p:spPr>
      </p:sp>
      <p:sp>
        <p:nvSpPr>
          <p:cNvPr id="22" name="wm.whiteboard.18.162"/>
          <p:cNvSpPr/>
          <p:nvPr/>
        </p:nvSpPr>
        <p:spPr>
          <a:xfrm>
            <a:off x="7810500" y="2286000"/>
            <a:ext cx="38100" cy="38100"/>
          </a:xfrm>
          <a:prstGeom prst="rect">
            <a:avLst/>
          </a:prstGeom>
          <a:solidFill>
            <a:srgbClr val="CED7E6">
              <a:alpha val="670"/>
            </a:srgbClr>
          </a:solidFill>
          <a:ln>
            <a:noFill/>
          </a:ln>
        </p:spPr>
      </p:sp>
      <p:sp>
        <p:nvSpPr>
          <p:cNvPr id="23" name="wm.whiteboard.36.0"/>
          <p:cNvSpPr/>
          <p:nvPr/>
        </p:nvSpPr>
        <p:spPr>
          <a:xfrm>
            <a:off x="8039100" y="228600"/>
            <a:ext cx="38100" cy="38100"/>
          </a:xfrm>
          <a:prstGeom prst="rect">
            <a:avLst/>
          </a:prstGeom>
          <a:solidFill>
            <a:srgbClr val="CED7E6"/>
          </a:solidFill>
          <a:ln>
            <a:noFill/>
          </a:ln>
        </p:spPr>
      </p:sp>
      <p:sp>
        <p:nvSpPr>
          <p:cNvPr id="24" name="wm.whiteboard.36.18"/>
          <p:cNvSpPr/>
          <p:nvPr/>
        </p:nvSpPr>
        <p:spPr>
          <a:xfrm>
            <a:off x="8039100" y="457200"/>
            <a:ext cx="38100" cy="38100"/>
          </a:xfrm>
          <a:prstGeom prst="rect">
            <a:avLst/>
          </a:prstGeom>
          <a:solidFill>
            <a:srgbClr val="CED7E6"/>
          </a:solidFill>
          <a:ln>
            <a:noFill/>
          </a:ln>
        </p:spPr>
      </p:sp>
      <p:sp>
        <p:nvSpPr>
          <p:cNvPr id="25" name="wm.whiteboard.36.36"/>
          <p:cNvSpPr/>
          <p:nvPr/>
        </p:nvSpPr>
        <p:spPr>
          <a:xfrm>
            <a:off x="8039100" y="685800"/>
            <a:ext cx="38100" cy="38100"/>
          </a:xfrm>
          <a:prstGeom prst="rect">
            <a:avLst/>
          </a:prstGeom>
          <a:solidFill>
            <a:srgbClr val="CED7E6"/>
          </a:solidFill>
          <a:ln>
            <a:noFill/>
          </a:ln>
        </p:spPr>
      </p:sp>
      <p:sp>
        <p:nvSpPr>
          <p:cNvPr id="26" name="wm.whiteboard.36.54"/>
          <p:cNvSpPr/>
          <p:nvPr/>
        </p:nvSpPr>
        <p:spPr>
          <a:xfrm>
            <a:off x="8039100" y="914400"/>
            <a:ext cx="38100" cy="38100"/>
          </a:xfrm>
          <a:prstGeom prst="rect">
            <a:avLst/>
          </a:prstGeom>
          <a:solidFill>
            <a:srgbClr val="CED7E6">
              <a:alpha val="94671"/>
            </a:srgbClr>
          </a:solidFill>
          <a:ln>
            <a:noFill/>
          </a:ln>
        </p:spPr>
      </p:sp>
      <p:sp>
        <p:nvSpPr>
          <p:cNvPr id="27" name="wm.whiteboard.36.72"/>
          <p:cNvSpPr/>
          <p:nvPr/>
        </p:nvSpPr>
        <p:spPr>
          <a:xfrm>
            <a:off x="8039100" y="1143000"/>
            <a:ext cx="38100" cy="38100"/>
          </a:xfrm>
          <a:prstGeom prst="rect">
            <a:avLst/>
          </a:prstGeom>
          <a:solidFill>
            <a:srgbClr val="CED7E6">
              <a:alpha val="79547"/>
            </a:srgbClr>
          </a:solidFill>
          <a:ln>
            <a:noFill/>
          </a:ln>
        </p:spPr>
      </p:sp>
      <p:sp>
        <p:nvSpPr>
          <p:cNvPr id="28" name="wm.whiteboard.36.90"/>
          <p:cNvSpPr/>
          <p:nvPr/>
        </p:nvSpPr>
        <p:spPr>
          <a:xfrm>
            <a:off x="8039100" y="1371600"/>
            <a:ext cx="38100" cy="38100"/>
          </a:xfrm>
          <a:prstGeom prst="rect">
            <a:avLst/>
          </a:prstGeom>
          <a:solidFill>
            <a:srgbClr val="CED7E6">
              <a:alpha val="63833"/>
            </a:srgbClr>
          </a:solidFill>
          <a:ln>
            <a:noFill/>
          </a:ln>
        </p:spPr>
      </p:sp>
      <p:sp>
        <p:nvSpPr>
          <p:cNvPr id="29" name="wm.whiteboard.36.108"/>
          <p:cNvSpPr/>
          <p:nvPr/>
        </p:nvSpPr>
        <p:spPr>
          <a:xfrm>
            <a:off x="8039100" y="1600200"/>
            <a:ext cx="38100" cy="38100"/>
          </a:xfrm>
          <a:prstGeom prst="rect">
            <a:avLst/>
          </a:prstGeom>
          <a:solidFill>
            <a:srgbClr val="CED7E6">
              <a:alpha val="47790"/>
            </a:srgbClr>
          </a:solidFill>
          <a:ln>
            <a:noFill/>
          </a:ln>
        </p:spPr>
      </p:sp>
      <p:sp>
        <p:nvSpPr>
          <p:cNvPr id="30" name="wm.whiteboard.36.126"/>
          <p:cNvSpPr/>
          <p:nvPr/>
        </p:nvSpPr>
        <p:spPr>
          <a:xfrm>
            <a:off x="8039100" y="1828800"/>
            <a:ext cx="38100" cy="38100"/>
          </a:xfrm>
          <a:prstGeom prst="rect">
            <a:avLst/>
          </a:prstGeom>
          <a:solidFill>
            <a:srgbClr val="CED7E6">
              <a:alpha val="31549"/>
            </a:srgbClr>
          </a:solidFill>
          <a:ln>
            <a:noFill/>
          </a:ln>
        </p:spPr>
      </p:sp>
      <p:sp>
        <p:nvSpPr>
          <p:cNvPr id="31" name="wm.whiteboard.36.144"/>
          <p:cNvSpPr/>
          <p:nvPr/>
        </p:nvSpPr>
        <p:spPr>
          <a:xfrm>
            <a:off x="8039100" y="2057400"/>
            <a:ext cx="38100" cy="38100"/>
          </a:xfrm>
          <a:prstGeom prst="rect">
            <a:avLst/>
          </a:prstGeom>
          <a:solidFill>
            <a:srgbClr val="CED7E6">
              <a:alpha val="15179"/>
            </a:srgbClr>
          </a:solidFill>
          <a:ln>
            <a:noFill/>
          </a:ln>
        </p:spPr>
      </p:sp>
      <p:sp>
        <p:nvSpPr>
          <p:cNvPr id="32" name="wm.whiteboard.54.0"/>
          <p:cNvSpPr/>
          <p:nvPr/>
        </p:nvSpPr>
        <p:spPr>
          <a:xfrm>
            <a:off x="8267700" y="228600"/>
            <a:ext cx="38100" cy="38100"/>
          </a:xfrm>
          <a:prstGeom prst="rect">
            <a:avLst/>
          </a:prstGeom>
          <a:solidFill>
            <a:srgbClr val="CED7E6"/>
          </a:solidFill>
          <a:ln>
            <a:noFill/>
          </a:ln>
        </p:spPr>
      </p:sp>
      <p:sp>
        <p:nvSpPr>
          <p:cNvPr id="33" name="wm.whiteboard.54.18"/>
          <p:cNvSpPr/>
          <p:nvPr/>
        </p:nvSpPr>
        <p:spPr>
          <a:xfrm>
            <a:off x="8267700" y="457200"/>
            <a:ext cx="38100" cy="38100"/>
          </a:xfrm>
          <a:prstGeom prst="rect">
            <a:avLst/>
          </a:prstGeom>
          <a:solidFill>
            <a:srgbClr val="CED7E6"/>
          </a:solidFill>
          <a:ln>
            <a:noFill/>
          </a:ln>
        </p:spPr>
      </p:sp>
      <p:sp>
        <p:nvSpPr>
          <p:cNvPr id="34" name="wm.whiteboard.54.36"/>
          <p:cNvSpPr/>
          <p:nvPr/>
        </p:nvSpPr>
        <p:spPr>
          <a:xfrm>
            <a:off x="8267700" y="685800"/>
            <a:ext cx="38100" cy="38100"/>
          </a:xfrm>
          <a:prstGeom prst="rect">
            <a:avLst/>
          </a:prstGeom>
          <a:solidFill>
            <a:srgbClr val="CED7E6">
              <a:alpha val="98827"/>
            </a:srgbClr>
          </a:solidFill>
          <a:ln>
            <a:noFill/>
          </a:ln>
        </p:spPr>
      </p:sp>
      <p:sp>
        <p:nvSpPr>
          <p:cNvPr id="35" name="wm.whiteboard.54.54"/>
          <p:cNvSpPr/>
          <p:nvPr/>
        </p:nvSpPr>
        <p:spPr>
          <a:xfrm>
            <a:off x="8267700" y="914400"/>
            <a:ext cx="38100" cy="38100"/>
          </a:xfrm>
          <a:prstGeom prst="rect">
            <a:avLst/>
          </a:prstGeom>
          <a:solidFill>
            <a:srgbClr val="CED7E6">
              <a:alpha val="86895"/>
            </a:srgbClr>
          </a:solidFill>
          <a:ln>
            <a:noFill/>
          </a:ln>
        </p:spPr>
      </p:sp>
      <p:sp>
        <p:nvSpPr>
          <p:cNvPr id="36" name="wm.whiteboard.54.72"/>
          <p:cNvSpPr/>
          <p:nvPr/>
        </p:nvSpPr>
        <p:spPr>
          <a:xfrm>
            <a:off x="8267700" y="1143000"/>
            <a:ext cx="38100" cy="38100"/>
          </a:xfrm>
          <a:prstGeom prst="rect">
            <a:avLst/>
          </a:prstGeom>
          <a:solidFill>
            <a:srgbClr val="CED7E6">
              <a:alpha val="73217"/>
            </a:srgbClr>
          </a:solidFill>
          <a:ln>
            <a:noFill/>
          </a:ln>
        </p:spPr>
      </p:sp>
      <p:sp>
        <p:nvSpPr>
          <p:cNvPr id="37" name="wm.whiteboard.54.90"/>
          <p:cNvSpPr/>
          <p:nvPr/>
        </p:nvSpPr>
        <p:spPr>
          <a:xfrm>
            <a:off x="8267700" y="1371600"/>
            <a:ext cx="38100" cy="38100"/>
          </a:xfrm>
          <a:prstGeom prst="rect">
            <a:avLst/>
          </a:prstGeom>
          <a:solidFill>
            <a:srgbClr val="CED7E6">
              <a:alpha val="58541"/>
            </a:srgbClr>
          </a:solidFill>
          <a:ln>
            <a:noFill/>
          </a:ln>
        </p:spPr>
      </p:sp>
      <p:sp>
        <p:nvSpPr>
          <p:cNvPr id="38" name="wm.whiteboard.54.108"/>
          <p:cNvSpPr/>
          <p:nvPr/>
        </p:nvSpPr>
        <p:spPr>
          <a:xfrm>
            <a:off x="8267700" y="1600200"/>
            <a:ext cx="38100" cy="38100"/>
          </a:xfrm>
          <a:prstGeom prst="rect">
            <a:avLst/>
          </a:prstGeom>
          <a:solidFill>
            <a:srgbClr val="CED7E6">
              <a:alpha val="43263"/>
            </a:srgbClr>
          </a:solidFill>
          <a:ln>
            <a:noFill/>
          </a:ln>
        </p:spPr>
      </p:sp>
      <p:sp>
        <p:nvSpPr>
          <p:cNvPr id="39" name="wm.whiteboard.54.126"/>
          <p:cNvSpPr/>
          <p:nvPr/>
        </p:nvSpPr>
        <p:spPr>
          <a:xfrm>
            <a:off x="8267700" y="1828800"/>
            <a:ext cx="38100" cy="38100"/>
          </a:xfrm>
          <a:prstGeom prst="rect">
            <a:avLst/>
          </a:prstGeom>
          <a:solidFill>
            <a:srgbClr val="CED7E6">
              <a:alpha val="27603"/>
            </a:srgbClr>
          </a:solidFill>
          <a:ln>
            <a:noFill/>
          </a:ln>
        </p:spPr>
      </p:sp>
      <p:sp>
        <p:nvSpPr>
          <p:cNvPr id="40" name="wm.whiteboard.54.144"/>
          <p:cNvSpPr/>
          <p:nvPr/>
        </p:nvSpPr>
        <p:spPr>
          <a:xfrm>
            <a:off x="8267700" y="2057400"/>
            <a:ext cx="38100" cy="38100"/>
          </a:xfrm>
          <a:prstGeom prst="rect">
            <a:avLst/>
          </a:prstGeom>
          <a:solidFill>
            <a:srgbClr val="CED7E6">
              <a:alpha val="11687"/>
            </a:srgbClr>
          </a:solidFill>
          <a:ln>
            <a:noFill/>
          </a:ln>
        </p:spPr>
      </p:sp>
      <p:sp>
        <p:nvSpPr>
          <p:cNvPr id="41" name="wm.whiteboard.72.0"/>
          <p:cNvSpPr/>
          <p:nvPr/>
        </p:nvSpPr>
        <p:spPr>
          <a:xfrm>
            <a:off x="8496300" y="228600"/>
            <a:ext cx="38100" cy="38100"/>
          </a:xfrm>
          <a:prstGeom prst="rect">
            <a:avLst/>
          </a:prstGeom>
          <a:solidFill>
            <a:srgbClr val="CED7E6">
              <a:alpha val="97572"/>
            </a:srgbClr>
          </a:solidFill>
          <a:ln>
            <a:noFill/>
          </a:ln>
        </p:spPr>
      </p:sp>
      <p:sp>
        <p:nvSpPr>
          <p:cNvPr id="42" name="wm.whiteboard.72.18"/>
          <p:cNvSpPr/>
          <p:nvPr/>
        </p:nvSpPr>
        <p:spPr>
          <a:xfrm>
            <a:off x="8496300" y="457200"/>
            <a:ext cx="38100" cy="38100"/>
          </a:xfrm>
          <a:prstGeom prst="rect">
            <a:avLst/>
          </a:prstGeom>
          <a:solidFill>
            <a:srgbClr val="CED7E6">
              <a:alpha val="94724"/>
            </a:srgbClr>
          </a:solidFill>
          <a:ln>
            <a:noFill/>
          </a:ln>
        </p:spPr>
      </p:sp>
      <p:sp>
        <p:nvSpPr>
          <p:cNvPr id="43" name="wm.whiteboard.72.36"/>
          <p:cNvSpPr/>
          <p:nvPr/>
        </p:nvSpPr>
        <p:spPr>
          <a:xfrm>
            <a:off x="8496300" y="685800"/>
            <a:ext cx="38100" cy="38100"/>
          </a:xfrm>
          <a:prstGeom prst="rect">
            <a:avLst/>
          </a:prstGeom>
          <a:solidFill>
            <a:srgbClr val="CED7E6">
              <a:alpha val="87609"/>
            </a:srgbClr>
          </a:solidFill>
          <a:ln>
            <a:noFill/>
          </a:ln>
        </p:spPr>
      </p:sp>
      <p:sp>
        <p:nvSpPr>
          <p:cNvPr id="44" name="wm.whiteboard.72.54"/>
          <p:cNvSpPr/>
          <p:nvPr/>
        </p:nvSpPr>
        <p:spPr>
          <a:xfrm>
            <a:off x="8496300" y="914400"/>
            <a:ext cx="38100" cy="38100"/>
          </a:xfrm>
          <a:prstGeom prst="rect">
            <a:avLst/>
          </a:prstGeom>
          <a:solidFill>
            <a:srgbClr val="CED7E6">
              <a:alpha val="77408"/>
            </a:srgbClr>
          </a:solidFill>
          <a:ln>
            <a:noFill/>
          </a:ln>
        </p:spPr>
      </p:sp>
      <p:sp>
        <p:nvSpPr>
          <p:cNvPr id="45" name="wm.whiteboard.72.72"/>
          <p:cNvSpPr/>
          <p:nvPr/>
        </p:nvSpPr>
        <p:spPr>
          <a:xfrm>
            <a:off x="8496300" y="1143000"/>
            <a:ext cx="38100" cy="38100"/>
          </a:xfrm>
          <a:prstGeom prst="rect">
            <a:avLst/>
          </a:prstGeom>
          <a:solidFill>
            <a:srgbClr val="CED7E6">
              <a:alpha val="65181"/>
            </a:srgbClr>
          </a:solidFill>
          <a:ln>
            <a:noFill/>
          </a:ln>
        </p:spPr>
      </p:sp>
      <p:sp>
        <p:nvSpPr>
          <p:cNvPr id="46" name="wm.whiteboard.72.90"/>
          <p:cNvSpPr/>
          <p:nvPr/>
        </p:nvSpPr>
        <p:spPr>
          <a:xfrm>
            <a:off x="8496300" y="1371600"/>
            <a:ext cx="38100" cy="38100"/>
          </a:xfrm>
          <a:prstGeom prst="rect">
            <a:avLst/>
          </a:prstGeom>
          <a:solidFill>
            <a:srgbClr val="CED7E6">
              <a:alpha val="51653"/>
            </a:srgbClr>
          </a:solidFill>
          <a:ln>
            <a:noFill/>
          </a:ln>
        </p:spPr>
      </p:sp>
      <p:sp>
        <p:nvSpPr>
          <p:cNvPr id="47" name="wm.whiteboard.72.108"/>
          <p:cNvSpPr/>
          <p:nvPr/>
        </p:nvSpPr>
        <p:spPr>
          <a:xfrm>
            <a:off x="8496300" y="1600200"/>
            <a:ext cx="38100" cy="38100"/>
          </a:xfrm>
          <a:prstGeom prst="rect">
            <a:avLst/>
          </a:prstGeom>
          <a:solidFill>
            <a:srgbClr val="CED7E6">
              <a:alpha val="37275"/>
            </a:srgbClr>
          </a:solidFill>
          <a:ln>
            <a:noFill/>
          </a:ln>
        </p:spPr>
      </p:sp>
      <p:sp>
        <p:nvSpPr>
          <p:cNvPr id="48" name="wm.whiteboard.72.126"/>
          <p:cNvSpPr/>
          <p:nvPr/>
        </p:nvSpPr>
        <p:spPr>
          <a:xfrm>
            <a:off x="8496300" y="1828800"/>
            <a:ext cx="38100" cy="38100"/>
          </a:xfrm>
          <a:prstGeom prst="rect">
            <a:avLst/>
          </a:prstGeom>
          <a:solidFill>
            <a:srgbClr val="CED7E6">
              <a:alpha val="22326"/>
            </a:srgbClr>
          </a:solidFill>
          <a:ln>
            <a:noFill/>
          </a:ln>
        </p:spPr>
      </p:sp>
      <p:sp>
        <p:nvSpPr>
          <p:cNvPr id="49" name="wm.whiteboard.72.144"/>
          <p:cNvSpPr/>
          <p:nvPr/>
        </p:nvSpPr>
        <p:spPr>
          <a:xfrm>
            <a:off x="8496300" y="2057400"/>
            <a:ext cx="38100" cy="38100"/>
          </a:xfrm>
          <a:prstGeom prst="rect">
            <a:avLst/>
          </a:prstGeom>
          <a:solidFill>
            <a:srgbClr val="CED7E6">
              <a:alpha val="6980"/>
            </a:srgbClr>
          </a:solidFill>
          <a:ln>
            <a:noFill/>
          </a:ln>
        </p:spPr>
      </p:sp>
      <p:sp>
        <p:nvSpPr>
          <p:cNvPr id="50" name="wm.whiteboard.90.0"/>
          <p:cNvSpPr/>
          <p:nvPr/>
        </p:nvSpPr>
        <p:spPr>
          <a:xfrm>
            <a:off x="8724900" y="228600"/>
            <a:ext cx="38100" cy="38100"/>
          </a:xfrm>
          <a:prstGeom prst="rect">
            <a:avLst/>
          </a:prstGeom>
          <a:solidFill>
            <a:srgbClr val="CED7E6">
              <a:alpha val="83798"/>
            </a:srgbClr>
          </a:solidFill>
          <a:ln>
            <a:noFill/>
          </a:ln>
        </p:spPr>
      </p:sp>
      <p:sp>
        <p:nvSpPr>
          <p:cNvPr id="51" name="wm.whiteboard.90.18"/>
          <p:cNvSpPr/>
          <p:nvPr/>
        </p:nvSpPr>
        <p:spPr>
          <a:xfrm>
            <a:off x="8724900" y="457200"/>
            <a:ext cx="38100" cy="38100"/>
          </a:xfrm>
          <a:prstGeom prst="rect">
            <a:avLst/>
          </a:prstGeom>
          <a:solidFill>
            <a:srgbClr val="CED7E6">
              <a:alpha val="81490"/>
            </a:srgbClr>
          </a:solidFill>
          <a:ln>
            <a:noFill/>
          </a:ln>
        </p:spPr>
      </p:sp>
      <p:sp>
        <p:nvSpPr>
          <p:cNvPr id="52" name="wm.whiteboard.90.36"/>
          <p:cNvSpPr/>
          <p:nvPr/>
        </p:nvSpPr>
        <p:spPr>
          <a:xfrm>
            <a:off x="8724900" y="685800"/>
            <a:ext cx="38100" cy="38100"/>
          </a:xfrm>
          <a:prstGeom prst="rect">
            <a:avLst/>
          </a:prstGeom>
          <a:solidFill>
            <a:srgbClr val="CED7E6">
              <a:alpha val="75569"/>
            </a:srgbClr>
          </a:solidFill>
          <a:ln>
            <a:noFill/>
          </a:ln>
        </p:spPr>
      </p:sp>
      <p:sp>
        <p:nvSpPr>
          <p:cNvPr id="53" name="wm.whiteboard.90.54"/>
          <p:cNvSpPr/>
          <p:nvPr/>
        </p:nvSpPr>
        <p:spPr>
          <a:xfrm>
            <a:off x="8724900" y="914400"/>
            <a:ext cx="38100" cy="38100"/>
          </a:xfrm>
          <a:prstGeom prst="rect">
            <a:avLst/>
          </a:prstGeom>
          <a:solidFill>
            <a:srgbClr val="CED7E6">
              <a:alpha val="66767"/>
            </a:srgbClr>
          </a:solidFill>
          <a:ln>
            <a:noFill/>
          </a:ln>
        </p:spPr>
      </p:sp>
      <p:sp>
        <p:nvSpPr>
          <p:cNvPr id="54" name="wm.whiteboard.90.72"/>
          <p:cNvSpPr/>
          <p:nvPr/>
        </p:nvSpPr>
        <p:spPr>
          <a:xfrm>
            <a:off x="8724900" y="1143000"/>
            <a:ext cx="38100" cy="38100"/>
          </a:xfrm>
          <a:prstGeom prst="rect">
            <a:avLst/>
          </a:prstGeom>
          <a:solidFill>
            <a:srgbClr val="CED7E6">
              <a:alpha val="55859"/>
            </a:srgbClr>
          </a:solidFill>
          <a:ln>
            <a:noFill/>
          </a:ln>
        </p:spPr>
      </p:sp>
      <p:sp>
        <p:nvSpPr>
          <p:cNvPr id="55" name="wm.whiteboard.90.90"/>
          <p:cNvSpPr/>
          <p:nvPr/>
        </p:nvSpPr>
        <p:spPr>
          <a:xfrm>
            <a:off x="8724900" y="1371600"/>
            <a:ext cx="38100" cy="38100"/>
          </a:xfrm>
          <a:prstGeom prst="rect">
            <a:avLst/>
          </a:prstGeom>
          <a:solidFill>
            <a:srgbClr val="CED7E6">
              <a:alpha val="43468"/>
            </a:srgbClr>
          </a:solidFill>
          <a:ln>
            <a:noFill/>
          </a:ln>
        </p:spPr>
      </p:sp>
      <p:sp>
        <p:nvSpPr>
          <p:cNvPr id="56" name="wm.whiteboard.90.108"/>
          <p:cNvSpPr/>
          <p:nvPr/>
        </p:nvSpPr>
        <p:spPr>
          <a:xfrm>
            <a:off x="8724900" y="1600200"/>
            <a:ext cx="38100" cy="38100"/>
          </a:xfrm>
          <a:prstGeom prst="rect">
            <a:avLst/>
          </a:prstGeom>
          <a:solidFill>
            <a:srgbClr val="CED7E6">
              <a:alpha val="30037"/>
            </a:srgbClr>
          </a:solidFill>
          <a:ln>
            <a:noFill/>
          </a:ln>
        </p:spPr>
      </p:sp>
      <p:sp>
        <p:nvSpPr>
          <p:cNvPr id="57" name="wm.whiteboard.90.126"/>
          <p:cNvSpPr/>
          <p:nvPr/>
        </p:nvSpPr>
        <p:spPr>
          <a:xfrm>
            <a:off x="8724900" y="1828800"/>
            <a:ext cx="38100" cy="38100"/>
          </a:xfrm>
          <a:prstGeom prst="rect">
            <a:avLst/>
          </a:prstGeom>
          <a:solidFill>
            <a:srgbClr val="CED7E6">
              <a:alpha val="15870"/>
            </a:srgbClr>
          </a:solidFill>
          <a:ln>
            <a:noFill/>
          </a:ln>
        </p:spPr>
      </p:sp>
      <p:sp>
        <p:nvSpPr>
          <p:cNvPr id="58" name="wm.whiteboard.90.144"/>
          <p:cNvSpPr/>
          <p:nvPr/>
        </p:nvSpPr>
        <p:spPr>
          <a:xfrm>
            <a:off x="8724900" y="2057400"/>
            <a:ext cx="38100" cy="38100"/>
          </a:xfrm>
          <a:prstGeom prst="rect">
            <a:avLst/>
          </a:prstGeom>
          <a:solidFill>
            <a:srgbClr val="CED7E6">
              <a:alpha val="1171"/>
            </a:srgbClr>
          </a:solidFill>
          <a:ln>
            <a:noFill/>
          </a:ln>
        </p:spPr>
      </p:sp>
      <p:sp>
        <p:nvSpPr>
          <p:cNvPr id="59" name="wm.whiteboard.108.0"/>
          <p:cNvSpPr/>
          <p:nvPr/>
        </p:nvSpPr>
        <p:spPr>
          <a:xfrm>
            <a:off x="8953500" y="228600"/>
            <a:ext cx="38100" cy="38100"/>
          </a:xfrm>
          <a:prstGeom prst="rect">
            <a:avLst/>
          </a:prstGeom>
          <a:solidFill>
            <a:srgbClr val="CED7E6">
              <a:alpha val="70023"/>
            </a:srgbClr>
          </a:solidFill>
          <a:ln>
            <a:noFill/>
          </a:ln>
        </p:spPr>
      </p:sp>
      <p:sp>
        <p:nvSpPr>
          <p:cNvPr id="60" name="wm.whiteboard.108.18"/>
          <p:cNvSpPr/>
          <p:nvPr/>
        </p:nvSpPr>
        <p:spPr>
          <a:xfrm>
            <a:off x="8953500" y="457200"/>
            <a:ext cx="38100" cy="38100"/>
          </a:xfrm>
          <a:prstGeom prst="rect">
            <a:avLst/>
          </a:prstGeom>
          <a:solidFill>
            <a:srgbClr val="CED7E6">
              <a:alpha val="68085"/>
            </a:srgbClr>
          </a:solidFill>
          <a:ln>
            <a:noFill/>
          </a:ln>
        </p:spPr>
      </p:sp>
      <p:sp>
        <p:nvSpPr>
          <p:cNvPr id="61" name="wm.whiteboard.108.36"/>
          <p:cNvSpPr/>
          <p:nvPr/>
        </p:nvSpPr>
        <p:spPr>
          <a:xfrm>
            <a:off x="8953500" y="685800"/>
            <a:ext cx="38100" cy="38100"/>
          </a:xfrm>
          <a:prstGeom prst="rect">
            <a:avLst/>
          </a:prstGeom>
          <a:solidFill>
            <a:srgbClr val="CED7E6">
              <a:alpha val="63033"/>
            </a:srgbClr>
          </a:solidFill>
          <a:ln>
            <a:noFill/>
          </a:ln>
        </p:spPr>
      </p:sp>
      <p:sp>
        <p:nvSpPr>
          <p:cNvPr id="62" name="wm.whiteboard.108.54"/>
          <p:cNvSpPr/>
          <p:nvPr/>
        </p:nvSpPr>
        <p:spPr>
          <a:xfrm>
            <a:off x="8953500" y="914400"/>
            <a:ext cx="38100" cy="38100"/>
          </a:xfrm>
          <a:prstGeom prst="rect">
            <a:avLst/>
          </a:prstGeom>
          <a:solidFill>
            <a:srgbClr val="CED7E6">
              <a:alpha val="55346"/>
            </a:srgbClr>
          </a:solidFill>
          <a:ln>
            <a:noFill/>
          </a:ln>
        </p:spPr>
      </p:sp>
      <p:sp>
        <p:nvSpPr>
          <p:cNvPr id="63" name="wm.whiteboard.108.72"/>
          <p:cNvSpPr/>
          <p:nvPr/>
        </p:nvSpPr>
        <p:spPr>
          <a:xfrm>
            <a:off x="8953500" y="1143000"/>
            <a:ext cx="38100" cy="38100"/>
          </a:xfrm>
          <a:prstGeom prst="rect">
            <a:avLst/>
          </a:prstGeom>
          <a:solidFill>
            <a:srgbClr val="CED7E6">
              <a:alpha val="45583"/>
            </a:srgbClr>
          </a:solidFill>
          <a:ln>
            <a:noFill/>
          </a:ln>
        </p:spPr>
      </p:sp>
      <p:sp>
        <p:nvSpPr>
          <p:cNvPr id="64" name="wm.whiteboard.108.90"/>
          <p:cNvSpPr/>
          <p:nvPr/>
        </p:nvSpPr>
        <p:spPr>
          <a:xfrm>
            <a:off x="8953500" y="1371600"/>
            <a:ext cx="38100" cy="38100"/>
          </a:xfrm>
          <a:prstGeom prst="rect">
            <a:avLst/>
          </a:prstGeom>
          <a:solidFill>
            <a:srgbClr val="CED7E6">
              <a:alpha val="34251"/>
            </a:srgbClr>
          </a:solidFill>
          <a:ln>
            <a:noFill/>
          </a:ln>
        </p:spPr>
      </p:sp>
      <p:sp>
        <p:nvSpPr>
          <p:cNvPr id="65" name="wm.whiteboard.108.108"/>
          <p:cNvSpPr/>
          <p:nvPr/>
        </p:nvSpPr>
        <p:spPr>
          <a:xfrm>
            <a:off x="8953500" y="1600200"/>
            <a:ext cx="38100" cy="38100"/>
          </a:xfrm>
          <a:prstGeom prst="rect">
            <a:avLst/>
          </a:prstGeom>
          <a:solidFill>
            <a:srgbClr val="CED7E6">
              <a:alpha val="21754"/>
            </a:srgbClr>
          </a:solidFill>
          <a:ln>
            <a:noFill/>
          </a:ln>
        </p:spPr>
      </p:sp>
      <p:sp>
        <p:nvSpPr>
          <p:cNvPr id="66" name="wm.whiteboard.108.126"/>
          <p:cNvSpPr/>
          <p:nvPr/>
        </p:nvSpPr>
        <p:spPr>
          <a:xfrm>
            <a:off x="8953500" y="1828800"/>
            <a:ext cx="38100" cy="38100"/>
          </a:xfrm>
          <a:prstGeom prst="rect">
            <a:avLst/>
          </a:prstGeom>
          <a:solidFill>
            <a:srgbClr val="CED7E6">
              <a:alpha val="8391"/>
            </a:srgbClr>
          </a:solidFill>
          <a:ln>
            <a:noFill/>
          </a:ln>
        </p:spPr>
      </p:sp>
      <p:sp>
        <p:nvSpPr>
          <p:cNvPr id="67" name="wm.whiteboard.126.0"/>
          <p:cNvSpPr/>
          <p:nvPr/>
        </p:nvSpPr>
        <p:spPr>
          <a:xfrm>
            <a:off x="9182100" y="228600"/>
            <a:ext cx="38100" cy="38100"/>
          </a:xfrm>
          <a:prstGeom prst="rect">
            <a:avLst/>
          </a:prstGeom>
          <a:solidFill>
            <a:srgbClr val="CED7E6">
              <a:alpha val="56247"/>
            </a:srgbClr>
          </a:solidFill>
          <a:ln>
            <a:noFill/>
          </a:ln>
        </p:spPr>
      </p:sp>
      <p:sp>
        <p:nvSpPr>
          <p:cNvPr id="68" name="wm.whiteboard.126.18"/>
          <p:cNvSpPr/>
          <p:nvPr/>
        </p:nvSpPr>
        <p:spPr>
          <a:xfrm>
            <a:off x="9182100" y="457200"/>
            <a:ext cx="38100" cy="38100"/>
          </a:xfrm>
          <a:prstGeom prst="rect">
            <a:avLst/>
          </a:prstGeom>
          <a:solidFill>
            <a:srgbClr val="CED7E6">
              <a:alpha val="54578"/>
            </a:srgbClr>
          </a:solidFill>
          <a:ln>
            <a:noFill/>
          </a:ln>
        </p:spPr>
      </p:sp>
      <p:sp>
        <p:nvSpPr>
          <p:cNvPr id="69" name="wm.whiteboard.126.36"/>
          <p:cNvSpPr/>
          <p:nvPr/>
        </p:nvSpPr>
        <p:spPr>
          <a:xfrm>
            <a:off x="9182100" y="685800"/>
            <a:ext cx="38100" cy="38100"/>
          </a:xfrm>
          <a:prstGeom prst="rect">
            <a:avLst/>
          </a:prstGeom>
          <a:solidFill>
            <a:srgbClr val="CED7E6">
              <a:alpha val="50182"/>
            </a:srgbClr>
          </a:solidFill>
          <a:ln>
            <a:noFill/>
          </a:ln>
        </p:spPr>
      </p:sp>
      <p:sp>
        <p:nvSpPr>
          <p:cNvPr id="70" name="wm.whiteboard.126.54"/>
          <p:cNvSpPr/>
          <p:nvPr/>
        </p:nvSpPr>
        <p:spPr>
          <a:xfrm>
            <a:off x="9182100" y="914400"/>
            <a:ext cx="38100" cy="38100"/>
          </a:xfrm>
          <a:prstGeom prst="rect">
            <a:avLst/>
          </a:prstGeom>
          <a:solidFill>
            <a:srgbClr val="CED7E6">
              <a:alpha val="43386"/>
            </a:srgbClr>
          </a:solidFill>
          <a:ln>
            <a:noFill/>
          </a:ln>
        </p:spPr>
      </p:sp>
      <p:sp>
        <p:nvSpPr>
          <p:cNvPr id="71" name="wm.whiteboard.126.72"/>
          <p:cNvSpPr/>
          <p:nvPr/>
        </p:nvSpPr>
        <p:spPr>
          <a:xfrm>
            <a:off x="9182100" y="1143000"/>
            <a:ext cx="38100" cy="38100"/>
          </a:xfrm>
          <a:prstGeom prst="rect">
            <a:avLst/>
          </a:prstGeom>
          <a:solidFill>
            <a:srgbClr val="CED7E6">
              <a:alpha val="34598"/>
            </a:srgbClr>
          </a:solidFill>
          <a:ln>
            <a:noFill/>
          </a:ln>
        </p:spPr>
      </p:sp>
      <p:sp>
        <p:nvSpPr>
          <p:cNvPr id="72" name="wm.whiteboard.126.90"/>
          <p:cNvSpPr/>
          <p:nvPr/>
        </p:nvSpPr>
        <p:spPr>
          <a:xfrm>
            <a:off x="9182100" y="1371600"/>
            <a:ext cx="38100" cy="38100"/>
          </a:xfrm>
          <a:prstGeom prst="rect">
            <a:avLst/>
          </a:prstGeom>
          <a:solidFill>
            <a:srgbClr val="CED7E6">
              <a:alpha val="24223"/>
            </a:srgbClr>
          </a:solidFill>
          <a:ln>
            <a:noFill/>
          </a:ln>
        </p:spPr>
      </p:sp>
      <p:sp>
        <p:nvSpPr>
          <p:cNvPr id="73" name="wm.whiteboard.126.108"/>
          <p:cNvSpPr/>
          <p:nvPr/>
        </p:nvSpPr>
        <p:spPr>
          <a:xfrm>
            <a:off x="9182100" y="1600200"/>
            <a:ext cx="38100" cy="38100"/>
          </a:xfrm>
          <a:prstGeom prst="rect">
            <a:avLst/>
          </a:prstGeom>
          <a:solidFill>
            <a:srgbClr val="CED7E6">
              <a:alpha val="12610"/>
            </a:srgbClr>
          </a:solidFill>
          <a:ln>
            <a:noFill/>
          </a:ln>
        </p:spPr>
      </p:sp>
      <p:sp>
        <p:nvSpPr>
          <p:cNvPr id="74" name="wm.whiteboard.126.126"/>
          <p:cNvSpPr/>
          <p:nvPr/>
        </p:nvSpPr>
        <p:spPr>
          <a:xfrm>
            <a:off x="9182100" y="1828800"/>
            <a:ext cx="38100" cy="38100"/>
          </a:xfrm>
          <a:prstGeom prst="rect">
            <a:avLst/>
          </a:prstGeom>
          <a:solidFill>
            <a:srgbClr val="CED7E6">
              <a:alpha val="40"/>
            </a:srgbClr>
          </a:solidFill>
          <a:ln>
            <a:noFill/>
          </a:ln>
        </p:spPr>
      </p:sp>
      <p:sp>
        <p:nvSpPr>
          <p:cNvPr id="75" name="wm.whiteboard.144.0"/>
          <p:cNvSpPr/>
          <p:nvPr/>
        </p:nvSpPr>
        <p:spPr>
          <a:xfrm>
            <a:off x="9410700" y="228600"/>
            <a:ext cx="38100" cy="38100"/>
          </a:xfrm>
          <a:prstGeom prst="rect">
            <a:avLst/>
          </a:prstGeom>
          <a:solidFill>
            <a:srgbClr val="CED7E6">
              <a:alpha val="42471"/>
            </a:srgbClr>
          </a:solidFill>
          <a:ln>
            <a:noFill/>
          </a:ln>
        </p:spPr>
      </p:sp>
      <p:sp>
        <p:nvSpPr>
          <p:cNvPr id="76" name="wm.whiteboard.144.18"/>
          <p:cNvSpPr/>
          <p:nvPr/>
        </p:nvSpPr>
        <p:spPr>
          <a:xfrm>
            <a:off x="9410700" y="457200"/>
            <a:ext cx="38100" cy="38100"/>
          </a:xfrm>
          <a:prstGeom prst="rect">
            <a:avLst/>
          </a:prstGeom>
          <a:solidFill>
            <a:srgbClr val="CED7E6">
              <a:alpha val="41005"/>
            </a:srgbClr>
          </a:solidFill>
          <a:ln>
            <a:noFill/>
          </a:ln>
        </p:spPr>
      </p:sp>
      <p:sp>
        <p:nvSpPr>
          <p:cNvPr id="77" name="wm.whiteboard.144.36"/>
          <p:cNvSpPr/>
          <p:nvPr/>
        </p:nvSpPr>
        <p:spPr>
          <a:xfrm>
            <a:off x="9410700" y="685800"/>
            <a:ext cx="38100" cy="38100"/>
          </a:xfrm>
          <a:prstGeom prst="rect">
            <a:avLst/>
          </a:prstGeom>
          <a:solidFill>
            <a:srgbClr val="CED7E6">
              <a:alpha val="37120"/>
            </a:srgbClr>
          </a:solidFill>
          <a:ln>
            <a:noFill/>
          </a:ln>
        </p:spPr>
      </p:sp>
      <p:sp>
        <p:nvSpPr>
          <p:cNvPr id="78" name="wm.whiteboard.144.54"/>
          <p:cNvSpPr/>
          <p:nvPr/>
        </p:nvSpPr>
        <p:spPr>
          <a:xfrm>
            <a:off x="9410700" y="914400"/>
            <a:ext cx="38100" cy="38100"/>
          </a:xfrm>
          <a:prstGeom prst="rect">
            <a:avLst/>
          </a:prstGeom>
          <a:solidFill>
            <a:srgbClr val="CED7E6">
              <a:alpha val="31044"/>
            </a:srgbClr>
          </a:solidFill>
          <a:ln>
            <a:noFill/>
          </a:ln>
        </p:spPr>
      </p:sp>
      <p:sp>
        <p:nvSpPr>
          <p:cNvPr id="79" name="wm.whiteboard.144.72"/>
          <p:cNvSpPr/>
          <p:nvPr/>
        </p:nvSpPr>
        <p:spPr>
          <a:xfrm>
            <a:off x="9410700" y="1143000"/>
            <a:ext cx="38100" cy="38100"/>
          </a:xfrm>
          <a:prstGeom prst="rect">
            <a:avLst/>
          </a:prstGeom>
          <a:solidFill>
            <a:srgbClr val="CED7E6">
              <a:alpha val="23083"/>
            </a:srgbClr>
          </a:solidFill>
          <a:ln>
            <a:noFill/>
          </a:ln>
        </p:spPr>
      </p:sp>
      <p:sp>
        <p:nvSpPr>
          <p:cNvPr id="80" name="wm.whiteboard.144.90"/>
          <p:cNvSpPr/>
          <p:nvPr/>
        </p:nvSpPr>
        <p:spPr>
          <a:xfrm>
            <a:off x="9410700" y="1371600"/>
            <a:ext cx="38100" cy="38100"/>
          </a:xfrm>
          <a:prstGeom prst="rect">
            <a:avLst/>
          </a:prstGeom>
          <a:solidFill>
            <a:srgbClr val="CED7E6">
              <a:alpha val="13557"/>
            </a:srgbClr>
          </a:solidFill>
          <a:ln>
            <a:noFill/>
          </a:ln>
        </p:spPr>
      </p:sp>
      <p:sp>
        <p:nvSpPr>
          <p:cNvPr id="81" name="wm.whiteboard.144.108"/>
          <p:cNvSpPr/>
          <p:nvPr/>
        </p:nvSpPr>
        <p:spPr>
          <a:xfrm>
            <a:off x="9410700" y="1600200"/>
            <a:ext cx="38100" cy="38100"/>
          </a:xfrm>
          <a:prstGeom prst="rect">
            <a:avLst/>
          </a:prstGeom>
          <a:solidFill>
            <a:srgbClr val="CED7E6">
              <a:alpha val="2762"/>
            </a:srgbClr>
          </a:solidFill>
          <a:ln>
            <a:noFill/>
          </a:ln>
        </p:spPr>
      </p:sp>
      <p:sp>
        <p:nvSpPr>
          <p:cNvPr id="82" name="wm.whiteboard.162.0"/>
          <p:cNvSpPr/>
          <p:nvPr/>
        </p:nvSpPr>
        <p:spPr>
          <a:xfrm>
            <a:off x="9639300" y="228600"/>
            <a:ext cx="38100" cy="38100"/>
          </a:xfrm>
          <a:prstGeom prst="rect">
            <a:avLst/>
          </a:prstGeom>
          <a:solidFill>
            <a:srgbClr val="CED7E6">
              <a:alpha val="28695"/>
            </a:srgbClr>
          </a:solidFill>
          <a:ln>
            <a:noFill/>
          </a:ln>
        </p:spPr>
      </p:sp>
      <p:sp>
        <p:nvSpPr>
          <p:cNvPr id="83" name="wm.whiteboard.162.18"/>
          <p:cNvSpPr/>
          <p:nvPr/>
        </p:nvSpPr>
        <p:spPr>
          <a:xfrm>
            <a:off x="9639300" y="457200"/>
            <a:ext cx="38100" cy="38100"/>
          </a:xfrm>
          <a:prstGeom prst="rect">
            <a:avLst/>
          </a:prstGeom>
          <a:solidFill>
            <a:srgbClr val="CED7E6">
              <a:alpha val="27389"/>
            </a:srgbClr>
          </a:solidFill>
          <a:ln>
            <a:noFill/>
          </a:ln>
        </p:spPr>
      </p:sp>
      <p:sp>
        <p:nvSpPr>
          <p:cNvPr id="84" name="wm.whiteboard.162.36"/>
          <p:cNvSpPr/>
          <p:nvPr/>
        </p:nvSpPr>
        <p:spPr>
          <a:xfrm>
            <a:off x="9639300" y="685800"/>
            <a:ext cx="38100" cy="38100"/>
          </a:xfrm>
          <a:prstGeom prst="rect">
            <a:avLst/>
          </a:prstGeom>
          <a:solidFill>
            <a:srgbClr val="CED7E6">
              <a:alpha val="23910"/>
            </a:srgbClr>
          </a:solidFill>
          <a:ln>
            <a:noFill/>
          </a:ln>
        </p:spPr>
      </p:sp>
      <p:sp>
        <p:nvSpPr>
          <p:cNvPr id="85" name="wm.whiteboard.162.54"/>
          <p:cNvSpPr/>
          <p:nvPr/>
        </p:nvSpPr>
        <p:spPr>
          <a:xfrm>
            <a:off x="9639300" y="914400"/>
            <a:ext cx="38100" cy="38100"/>
          </a:xfrm>
          <a:prstGeom prst="rect">
            <a:avLst/>
          </a:prstGeom>
          <a:solidFill>
            <a:srgbClr val="CED7E6">
              <a:alpha val="18425"/>
            </a:srgbClr>
          </a:solidFill>
          <a:ln>
            <a:noFill/>
          </a:ln>
        </p:spPr>
      </p:sp>
      <p:sp>
        <p:nvSpPr>
          <p:cNvPr id="86" name="wm.whiteboard.162.72"/>
          <p:cNvSpPr/>
          <p:nvPr/>
        </p:nvSpPr>
        <p:spPr>
          <a:xfrm>
            <a:off x="9639300" y="1143000"/>
            <a:ext cx="38100" cy="38100"/>
          </a:xfrm>
          <a:prstGeom prst="rect">
            <a:avLst/>
          </a:prstGeom>
          <a:solidFill>
            <a:srgbClr val="CED7E6">
              <a:alpha val="11167"/>
            </a:srgbClr>
          </a:solidFill>
          <a:ln>
            <a:noFill/>
          </a:ln>
        </p:spPr>
      </p:sp>
      <p:sp>
        <p:nvSpPr>
          <p:cNvPr id="87" name="wm.whiteboard.162.90"/>
          <p:cNvSpPr/>
          <p:nvPr/>
        </p:nvSpPr>
        <p:spPr>
          <a:xfrm>
            <a:off x="9639300" y="1371600"/>
            <a:ext cx="38100" cy="38100"/>
          </a:xfrm>
          <a:prstGeom prst="rect">
            <a:avLst/>
          </a:prstGeom>
          <a:solidFill>
            <a:srgbClr val="CED7E6">
              <a:alpha val="2388"/>
            </a:srgbClr>
          </a:solidFill>
          <a:ln>
            <a:noFill/>
          </a:ln>
        </p:spPr>
      </p:sp>
      <p:sp>
        <p:nvSpPr>
          <p:cNvPr id="88" name="wm.whiteboard.180.0"/>
          <p:cNvSpPr/>
          <p:nvPr/>
        </p:nvSpPr>
        <p:spPr>
          <a:xfrm>
            <a:off x="9867900" y="228600"/>
            <a:ext cx="38100" cy="38100"/>
          </a:xfrm>
          <a:prstGeom prst="rect">
            <a:avLst/>
          </a:prstGeom>
          <a:solidFill>
            <a:srgbClr val="CED7E6">
              <a:alpha val="14918"/>
            </a:srgbClr>
          </a:solidFill>
          <a:ln>
            <a:noFill/>
          </a:ln>
        </p:spPr>
      </p:sp>
      <p:sp>
        <p:nvSpPr>
          <p:cNvPr id="89" name="wm.whiteboard.180.18"/>
          <p:cNvSpPr/>
          <p:nvPr/>
        </p:nvSpPr>
        <p:spPr>
          <a:xfrm>
            <a:off x="9867900" y="457200"/>
            <a:ext cx="38100" cy="38100"/>
          </a:xfrm>
          <a:prstGeom prst="rect">
            <a:avLst/>
          </a:prstGeom>
          <a:solidFill>
            <a:srgbClr val="CED7E6">
              <a:alpha val="13741"/>
            </a:srgbClr>
          </a:solidFill>
          <a:ln>
            <a:noFill/>
          </a:ln>
        </p:spPr>
      </p:sp>
      <p:sp>
        <p:nvSpPr>
          <p:cNvPr id="90" name="wm.whiteboard.180.36"/>
          <p:cNvSpPr/>
          <p:nvPr/>
        </p:nvSpPr>
        <p:spPr>
          <a:xfrm>
            <a:off x="9867900" y="685800"/>
            <a:ext cx="38100" cy="38100"/>
          </a:xfrm>
          <a:prstGeom prst="rect">
            <a:avLst/>
          </a:prstGeom>
          <a:solidFill>
            <a:srgbClr val="CED7E6">
              <a:alpha val="10593"/>
            </a:srgbClr>
          </a:solidFill>
          <a:ln>
            <a:noFill/>
          </a:ln>
        </p:spPr>
      </p:sp>
      <p:sp>
        <p:nvSpPr>
          <p:cNvPr id="91" name="wm.whiteboard.180.54"/>
          <p:cNvSpPr/>
          <p:nvPr/>
        </p:nvSpPr>
        <p:spPr>
          <a:xfrm>
            <a:off x="9867900" y="914400"/>
            <a:ext cx="38100" cy="38100"/>
          </a:xfrm>
          <a:prstGeom prst="rect">
            <a:avLst/>
          </a:prstGeom>
          <a:solidFill>
            <a:srgbClr val="CED7E6">
              <a:alpha val="5600"/>
            </a:srgbClr>
          </a:solidFill>
          <a:ln>
            <a:noFill/>
          </a:ln>
        </p:spPr>
      </p:sp>
      <p:sp>
        <p:nvSpPr>
          <p:cNvPr id="92" name="wm.whiteboard.198.0"/>
          <p:cNvSpPr/>
          <p:nvPr/>
        </p:nvSpPr>
        <p:spPr>
          <a:xfrm>
            <a:off x="10096500" y="228600"/>
            <a:ext cx="38100" cy="38100"/>
          </a:xfrm>
          <a:prstGeom prst="rect">
            <a:avLst/>
          </a:prstGeom>
          <a:solidFill>
            <a:srgbClr val="CED7E6">
              <a:alpha val="1142"/>
            </a:srgbClr>
          </a:solidFill>
          <a:ln>
            <a:noFill/>
          </a:ln>
        </p:spPr>
      </p:sp>
      <p:sp>
        <p:nvSpPr>
          <p:cNvPr id="93" name="wm.whiteboard.198.18"/>
          <p:cNvSpPr/>
          <p:nvPr/>
        </p:nvSpPr>
        <p:spPr>
          <a:xfrm>
            <a:off x="10096500" y="457200"/>
            <a:ext cx="38100" cy="38100"/>
          </a:xfrm>
          <a:prstGeom prst="rect">
            <a:avLst/>
          </a:prstGeom>
          <a:solidFill>
            <a:srgbClr val="CED7E6">
              <a:alpha val="69"/>
            </a:srgbClr>
          </a:solidFill>
          <a:ln>
            <a:noFill/>
          </a:ln>
        </p:spPr>
      </p:sp>
      <p:sp>
        <p:nvSpPr>
          <p:cNvPr id="94" name="wm.header.rule"/>
          <p:cNvSpPr/>
          <p:nvPr/>
        </p:nvSpPr>
        <p:spPr>
          <a:xfrm>
            <a:off x="8039100" y="2057400"/>
            <a:ext cx="3429000" cy="9525"/>
          </a:xfrm>
          <a:prstGeom prst="rect">
            <a:avLst/>
          </a:prstGeom>
          <a:solidFill>
            <a:srgbClr val="CED7E6"/>
          </a:solidFill>
          <a:ln>
            <a:noFill/>
          </a:ln>
        </p:spPr>
      </p:sp>
      <p:pic>
        <p:nvPicPr>
          <p:cNvPr id="95"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210300"/>
            <a:ext cx="729403" cy="152400"/>
          </a:xfrm>
          <a:prstGeom prst="rect">
            <a:avLst/>
          </a:prstGeom>
        </p:spPr>
      </p:pic>
      <p:sp>
        <p:nvSpPr>
          <p:cNvPr id="96" name="wm.legal"/>
          <p:cNvSpPr/>
          <p:nvPr/>
        </p:nvSpPr>
        <p:spPr>
          <a:xfrm>
            <a:off x="2171700" y="6172200"/>
            <a:ext cx="89154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wmds.frame.708f542bbe0b66158828">
    <p:bg>
      <p:bgPr>
        <a:solidFill>
          <a:srgbClr val="FFFFFF"/>
        </a:solidFill>
      </p:bgPr>
    </p:bg>
    <p:spTree>
      <p:nvGrpSpPr>
        <p:cNvPr id="1" name=""/>
        <p:cNvGrpSpPr/>
        <p:nvPr/>
      </p:nvGrpSpPr>
      <p:grpSpPr>
        <a:xfrm>
          <a:off x="0" y="0"/>
          <a:ext cx="0" cy="0"/>
          <a:chOff x="0" y="0"/>
          <a:chExt cx="0" cy="0"/>
        </a:xfrm>
      </p:grpSpPr>
      <p:sp>
        <p:nvSpPr>
          <p:cNvPr id="2" name="wm.footer.rule"/>
          <p:cNvSpPr/>
          <p:nvPr/>
        </p:nvSpPr>
        <p:spPr>
          <a:xfrm>
            <a:off x="723900" y="6057900"/>
            <a:ext cx="10744200" cy="9525"/>
          </a:xfrm>
          <a:prstGeom prst="rect">
            <a:avLst/>
          </a:prstGeom>
          <a:solidFill>
            <a:srgbClr val="CED7E6"/>
          </a:solidFill>
          <a:ln>
            <a:noFill/>
          </a:ln>
        </p:spPr>
      </p:sp>
      <p:sp>
        <p:nvSpPr>
          <p:cNvPr id="3" name="wm.whiteboard.0.0"/>
          <p:cNvSpPr/>
          <p:nvPr/>
        </p:nvSpPr>
        <p:spPr>
          <a:xfrm>
            <a:off x="266700" y="228600"/>
            <a:ext cx="38100" cy="38100"/>
          </a:xfrm>
          <a:prstGeom prst="rect">
            <a:avLst/>
          </a:prstGeom>
          <a:solidFill>
            <a:srgbClr val="CED7E6"/>
          </a:solidFill>
          <a:ln>
            <a:noFill/>
          </a:ln>
        </p:spPr>
      </p:sp>
      <p:sp>
        <p:nvSpPr>
          <p:cNvPr id="4" name="wm.whiteboard.0.18"/>
          <p:cNvSpPr/>
          <p:nvPr/>
        </p:nvSpPr>
        <p:spPr>
          <a:xfrm>
            <a:off x="266700" y="457200"/>
            <a:ext cx="38100" cy="38100"/>
          </a:xfrm>
          <a:prstGeom prst="rect">
            <a:avLst/>
          </a:prstGeom>
          <a:solidFill>
            <a:srgbClr val="CED7E6"/>
          </a:solidFill>
          <a:ln>
            <a:noFill/>
          </a:ln>
        </p:spPr>
      </p:sp>
      <p:sp>
        <p:nvSpPr>
          <p:cNvPr id="5" name="wm.whiteboard.0.36"/>
          <p:cNvSpPr/>
          <p:nvPr/>
        </p:nvSpPr>
        <p:spPr>
          <a:xfrm>
            <a:off x="266700" y="685800"/>
            <a:ext cx="38100" cy="38100"/>
          </a:xfrm>
          <a:prstGeom prst="rect">
            <a:avLst/>
          </a:prstGeom>
          <a:solidFill>
            <a:srgbClr val="CED7E6"/>
          </a:solidFill>
          <a:ln>
            <a:noFill/>
          </a:ln>
        </p:spPr>
      </p:sp>
      <p:sp>
        <p:nvSpPr>
          <p:cNvPr id="6" name="wm.whiteboard.0.54"/>
          <p:cNvSpPr/>
          <p:nvPr/>
        </p:nvSpPr>
        <p:spPr>
          <a:xfrm>
            <a:off x="266700" y="914400"/>
            <a:ext cx="38100" cy="38100"/>
          </a:xfrm>
          <a:prstGeom prst="rect">
            <a:avLst/>
          </a:prstGeom>
          <a:solidFill>
            <a:srgbClr val="CED7E6"/>
          </a:solidFill>
          <a:ln>
            <a:noFill/>
          </a:ln>
        </p:spPr>
      </p:sp>
      <p:sp>
        <p:nvSpPr>
          <p:cNvPr id="7" name="wm.whiteboard.0.72"/>
          <p:cNvSpPr/>
          <p:nvPr/>
        </p:nvSpPr>
        <p:spPr>
          <a:xfrm>
            <a:off x="266700" y="1143000"/>
            <a:ext cx="38100" cy="38100"/>
          </a:xfrm>
          <a:prstGeom prst="rect">
            <a:avLst/>
          </a:prstGeom>
          <a:solidFill>
            <a:srgbClr val="CED7E6">
              <a:alpha val="85305"/>
            </a:srgbClr>
          </a:solidFill>
          <a:ln>
            <a:noFill/>
          </a:ln>
        </p:spPr>
      </p:sp>
      <p:sp>
        <p:nvSpPr>
          <p:cNvPr id="8" name="wm.whiteboard.0.90"/>
          <p:cNvSpPr/>
          <p:nvPr/>
        </p:nvSpPr>
        <p:spPr>
          <a:xfrm>
            <a:off x="266700" y="1371600"/>
            <a:ext cx="38100" cy="38100"/>
          </a:xfrm>
          <a:prstGeom prst="rect">
            <a:avLst/>
          </a:prstGeom>
          <a:solidFill>
            <a:srgbClr val="CED7E6">
              <a:alpha val="68524"/>
            </a:srgbClr>
          </a:solidFill>
          <a:ln>
            <a:noFill/>
          </a:ln>
        </p:spPr>
      </p:sp>
      <p:sp>
        <p:nvSpPr>
          <p:cNvPr id="9" name="wm.whiteboard.0.108"/>
          <p:cNvSpPr/>
          <p:nvPr/>
        </p:nvSpPr>
        <p:spPr>
          <a:xfrm>
            <a:off x="266700" y="1600200"/>
            <a:ext cx="38100" cy="38100"/>
          </a:xfrm>
          <a:prstGeom prst="rect">
            <a:avLst/>
          </a:prstGeom>
          <a:solidFill>
            <a:srgbClr val="CED7E6">
              <a:alpha val="51742"/>
            </a:srgbClr>
          </a:solidFill>
          <a:ln>
            <a:noFill/>
          </a:ln>
        </p:spPr>
      </p:sp>
      <p:sp>
        <p:nvSpPr>
          <p:cNvPr id="10" name="wm.whiteboard.0.126"/>
          <p:cNvSpPr/>
          <p:nvPr/>
        </p:nvSpPr>
        <p:spPr>
          <a:xfrm>
            <a:off x="266700" y="1828800"/>
            <a:ext cx="38100" cy="38100"/>
          </a:xfrm>
          <a:prstGeom prst="rect">
            <a:avLst/>
          </a:prstGeom>
          <a:solidFill>
            <a:srgbClr val="CED7E6">
              <a:alpha val="34959"/>
            </a:srgbClr>
          </a:solidFill>
          <a:ln>
            <a:noFill/>
          </a:ln>
        </p:spPr>
      </p:sp>
      <p:sp>
        <p:nvSpPr>
          <p:cNvPr id="11" name="wm.whiteboard.0.144"/>
          <p:cNvSpPr/>
          <p:nvPr/>
        </p:nvSpPr>
        <p:spPr>
          <a:xfrm>
            <a:off x="266700" y="2057400"/>
            <a:ext cx="38100" cy="38100"/>
          </a:xfrm>
          <a:prstGeom prst="rect">
            <a:avLst/>
          </a:prstGeom>
          <a:solidFill>
            <a:srgbClr val="CED7E6">
              <a:alpha val="18177"/>
            </a:srgbClr>
          </a:solidFill>
          <a:ln>
            <a:noFill/>
          </a:ln>
        </p:spPr>
      </p:sp>
      <p:sp>
        <p:nvSpPr>
          <p:cNvPr id="12" name="wm.whiteboard.0.162"/>
          <p:cNvSpPr/>
          <p:nvPr/>
        </p:nvSpPr>
        <p:spPr>
          <a:xfrm>
            <a:off x="266700" y="2286000"/>
            <a:ext cx="38100" cy="38100"/>
          </a:xfrm>
          <a:prstGeom prst="rect">
            <a:avLst/>
          </a:prstGeom>
          <a:solidFill>
            <a:srgbClr val="CED7E6">
              <a:alpha val="1394"/>
            </a:srgbClr>
          </a:solidFill>
          <a:ln>
            <a:noFill/>
          </a:ln>
        </p:spPr>
      </p:sp>
      <p:sp>
        <p:nvSpPr>
          <p:cNvPr id="13" name="wm.whiteboard.18.0"/>
          <p:cNvSpPr/>
          <p:nvPr/>
        </p:nvSpPr>
        <p:spPr>
          <a:xfrm>
            <a:off x="495300" y="228600"/>
            <a:ext cx="38100" cy="38100"/>
          </a:xfrm>
          <a:prstGeom prst="rect">
            <a:avLst/>
          </a:prstGeom>
          <a:solidFill>
            <a:srgbClr val="CED7E6"/>
          </a:solidFill>
          <a:ln>
            <a:noFill/>
          </a:ln>
        </p:spPr>
      </p:sp>
      <p:sp>
        <p:nvSpPr>
          <p:cNvPr id="14" name="wm.whiteboard.18.18"/>
          <p:cNvSpPr/>
          <p:nvPr/>
        </p:nvSpPr>
        <p:spPr>
          <a:xfrm>
            <a:off x="495300" y="457200"/>
            <a:ext cx="38100" cy="38100"/>
          </a:xfrm>
          <a:prstGeom prst="rect">
            <a:avLst/>
          </a:prstGeom>
          <a:solidFill>
            <a:srgbClr val="CED7E6"/>
          </a:solidFill>
          <a:ln>
            <a:noFill/>
          </a:ln>
        </p:spPr>
      </p:sp>
      <p:sp>
        <p:nvSpPr>
          <p:cNvPr id="15" name="wm.whiteboard.18.36"/>
          <p:cNvSpPr/>
          <p:nvPr/>
        </p:nvSpPr>
        <p:spPr>
          <a:xfrm>
            <a:off x="495300" y="685800"/>
            <a:ext cx="38100" cy="38100"/>
          </a:xfrm>
          <a:prstGeom prst="rect">
            <a:avLst/>
          </a:prstGeom>
          <a:solidFill>
            <a:srgbClr val="CED7E6"/>
          </a:solidFill>
          <a:ln>
            <a:noFill/>
          </a:ln>
        </p:spPr>
      </p:sp>
      <p:sp>
        <p:nvSpPr>
          <p:cNvPr id="16" name="wm.whiteboard.18.54"/>
          <p:cNvSpPr/>
          <p:nvPr/>
        </p:nvSpPr>
        <p:spPr>
          <a:xfrm>
            <a:off x="495300" y="914400"/>
            <a:ext cx="38100" cy="38100"/>
          </a:xfrm>
          <a:prstGeom prst="rect">
            <a:avLst/>
          </a:prstGeom>
          <a:solidFill>
            <a:srgbClr val="CED7E6">
              <a:alpha val="99988"/>
            </a:srgbClr>
          </a:solidFill>
          <a:ln>
            <a:noFill/>
          </a:ln>
        </p:spPr>
      </p:sp>
      <p:sp>
        <p:nvSpPr>
          <p:cNvPr id="17" name="wm.whiteboard.18.72"/>
          <p:cNvSpPr/>
          <p:nvPr/>
        </p:nvSpPr>
        <p:spPr>
          <a:xfrm>
            <a:off x="495300" y="1143000"/>
            <a:ext cx="38100" cy="38100"/>
          </a:xfrm>
          <a:prstGeom prst="rect">
            <a:avLst/>
          </a:prstGeom>
          <a:solidFill>
            <a:srgbClr val="CED7E6">
              <a:alpha val="83708"/>
            </a:srgbClr>
          </a:solidFill>
          <a:ln>
            <a:noFill/>
          </a:ln>
        </p:spPr>
      </p:sp>
      <p:sp>
        <p:nvSpPr>
          <p:cNvPr id="18" name="wm.whiteboard.18.90"/>
          <p:cNvSpPr/>
          <p:nvPr/>
        </p:nvSpPr>
        <p:spPr>
          <a:xfrm>
            <a:off x="495300" y="1371600"/>
            <a:ext cx="38100" cy="38100"/>
          </a:xfrm>
          <a:prstGeom prst="rect">
            <a:avLst/>
          </a:prstGeom>
          <a:solidFill>
            <a:srgbClr val="CED7E6">
              <a:alpha val="67236"/>
            </a:srgbClr>
          </a:solidFill>
          <a:ln>
            <a:noFill/>
          </a:ln>
        </p:spPr>
      </p:sp>
      <p:sp>
        <p:nvSpPr>
          <p:cNvPr id="19" name="wm.whiteboard.18.108"/>
          <p:cNvSpPr/>
          <p:nvPr/>
        </p:nvSpPr>
        <p:spPr>
          <a:xfrm>
            <a:off x="495300" y="1600200"/>
            <a:ext cx="38100" cy="38100"/>
          </a:xfrm>
          <a:prstGeom prst="rect">
            <a:avLst/>
          </a:prstGeom>
          <a:solidFill>
            <a:srgbClr val="CED7E6">
              <a:alpha val="50663"/>
            </a:srgbClr>
          </a:solidFill>
          <a:ln>
            <a:noFill/>
          </a:ln>
        </p:spPr>
      </p:sp>
      <p:sp>
        <p:nvSpPr>
          <p:cNvPr id="20" name="wm.whiteboard.18.126"/>
          <p:cNvSpPr/>
          <p:nvPr/>
        </p:nvSpPr>
        <p:spPr>
          <a:xfrm>
            <a:off x="495300" y="1828800"/>
            <a:ext cx="38100" cy="38100"/>
          </a:xfrm>
          <a:prstGeom prst="rect">
            <a:avLst/>
          </a:prstGeom>
          <a:solidFill>
            <a:srgbClr val="CED7E6">
              <a:alpha val="34032"/>
            </a:srgbClr>
          </a:solidFill>
          <a:ln>
            <a:noFill/>
          </a:ln>
        </p:spPr>
      </p:sp>
      <p:sp>
        <p:nvSpPr>
          <p:cNvPr id="21" name="wm.whiteboard.18.144"/>
          <p:cNvSpPr/>
          <p:nvPr/>
        </p:nvSpPr>
        <p:spPr>
          <a:xfrm>
            <a:off x="495300" y="2057400"/>
            <a:ext cx="38100" cy="38100"/>
          </a:xfrm>
          <a:prstGeom prst="rect">
            <a:avLst/>
          </a:prstGeom>
          <a:solidFill>
            <a:srgbClr val="CED7E6">
              <a:alpha val="17363"/>
            </a:srgbClr>
          </a:solidFill>
          <a:ln>
            <a:noFill/>
          </a:ln>
        </p:spPr>
      </p:sp>
      <p:sp>
        <p:nvSpPr>
          <p:cNvPr id="22" name="wm.whiteboard.18.162"/>
          <p:cNvSpPr/>
          <p:nvPr/>
        </p:nvSpPr>
        <p:spPr>
          <a:xfrm>
            <a:off x="495300" y="2286000"/>
            <a:ext cx="38100" cy="38100"/>
          </a:xfrm>
          <a:prstGeom prst="rect">
            <a:avLst/>
          </a:prstGeom>
          <a:solidFill>
            <a:srgbClr val="CED7E6">
              <a:alpha val="670"/>
            </a:srgbClr>
          </a:solidFill>
          <a:ln>
            <a:noFill/>
          </a:ln>
        </p:spPr>
      </p:sp>
      <p:sp>
        <p:nvSpPr>
          <p:cNvPr id="23" name="wm.whiteboard.36.0"/>
          <p:cNvSpPr/>
          <p:nvPr/>
        </p:nvSpPr>
        <p:spPr>
          <a:xfrm>
            <a:off x="723900" y="228600"/>
            <a:ext cx="38100" cy="38100"/>
          </a:xfrm>
          <a:prstGeom prst="rect">
            <a:avLst/>
          </a:prstGeom>
          <a:solidFill>
            <a:srgbClr val="CED7E6"/>
          </a:solidFill>
          <a:ln>
            <a:noFill/>
          </a:ln>
        </p:spPr>
      </p:sp>
      <p:sp>
        <p:nvSpPr>
          <p:cNvPr id="24" name="wm.whiteboard.36.18"/>
          <p:cNvSpPr/>
          <p:nvPr/>
        </p:nvSpPr>
        <p:spPr>
          <a:xfrm>
            <a:off x="723900" y="457200"/>
            <a:ext cx="38100" cy="38100"/>
          </a:xfrm>
          <a:prstGeom prst="rect">
            <a:avLst/>
          </a:prstGeom>
          <a:solidFill>
            <a:srgbClr val="CED7E6"/>
          </a:solidFill>
          <a:ln>
            <a:noFill/>
          </a:ln>
        </p:spPr>
      </p:sp>
      <p:sp>
        <p:nvSpPr>
          <p:cNvPr id="25" name="wm.whiteboard.36.36"/>
          <p:cNvSpPr/>
          <p:nvPr/>
        </p:nvSpPr>
        <p:spPr>
          <a:xfrm>
            <a:off x="723900" y="685800"/>
            <a:ext cx="38100" cy="38100"/>
          </a:xfrm>
          <a:prstGeom prst="rect">
            <a:avLst/>
          </a:prstGeom>
          <a:solidFill>
            <a:srgbClr val="CED7E6"/>
          </a:solidFill>
          <a:ln>
            <a:noFill/>
          </a:ln>
        </p:spPr>
      </p:sp>
      <p:sp>
        <p:nvSpPr>
          <p:cNvPr id="26" name="wm.whiteboard.36.54"/>
          <p:cNvSpPr/>
          <p:nvPr/>
        </p:nvSpPr>
        <p:spPr>
          <a:xfrm>
            <a:off x="723900" y="914400"/>
            <a:ext cx="38100" cy="38100"/>
          </a:xfrm>
          <a:prstGeom prst="rect">
            <a:avLst/>
          </a:prstGeom>
          <a:solidFill>
            <a:srgbClr val="CED7E6">
              <a:alpha val="94671"/>
            </a:srgbClr>
          </a:solidFill>
          <a:ln>
            <a:noFill/>
          </a:ln>
        </p:spPr>
      </p:sp>
      <p:sp>
        <p:nvSpPr>
          <p:cNvPr id="27" name="wm.whiteboard.36.72"/>
          <p:cNvSpPr/>
          <p:nvPr/>
        </p:nvSpPr>
        <p:spPr>
          <a:xfrm>
            <a:off x="723900" y="1143000"/>
            <a:ext cx="38100" cy="38100"/>
          </a:xfrm>
          <a:prstGeom prst="rect">
            <a:avLst/>
          </a:prstGeom>
          <a:solidFill>
            <a:srgbClr val="CED7E6">
              <a:alpha val="79547"/>
            </a:srgbClr>
          </a:solidFill>
          <a:ln>
            <a:noFill/>
          </a:ln>
        </p:spPr>
      </p:sp>
      <p:sp>
        <p:nvSpPr>
          <p:cNvPr id="28" name="wm.whiteboard.36.90"/>
          <p:cNvSpPr/>
          <p:nvPr/>
        </p:nvSpPr>
        <p:spPr>
          <a:xfrm>
            <a:off x="723900" y="1371600"/>
            <a:ext cx="38100" cy="38100"/>
          </a:xfrm>
          <a:prstGeom prst="rect">
            <a:avLst/>
          </a:prstGeom>
          <a:solidFill>
            <a:srgbClr val="CED7E6">
              <a:alpha val="63833"/>
            </a:srgbClr>
          </a:solidFill>
          <a:ln>
            <a:noFill/>
          </a:ln>
        </p:spPr>
      </p:sp>
      <p:sp>
        <p:nvSpPr>
          <p:cNvPr id="29" name="wm.whiteboard.36.108"/>
          <p:cNvSpPr/>
          <p:nvPr/>
        </p:nvSpPr>
        <p:spPr>
          <a:xfrm>
            <a:off x="723900" y="1600200"/>
            <a:ext cx="38100" cy="38100"/>
          </a:xfrm>
          <a:prstGeom prst="rect">
            <a:avLst/>
          </a:prstGeom>
          <a:solidFill>
            <a:srgbClr val="CED7E6">
              <a:alpha val="47790"/>
            </a:srgbClr>
          </a:solidFill>
          <a:ln>
            <a:noFill/>
          </a:ln>
        </p:spPr>
      </p:sp>
      <p:sp>
        <p:nvSpPr>
          <p:cNvPr id="30" name="wm.whiteboard.36.126"/>
          <p:cNvSpPr/>
          <p:nvPr/>
        </p:nvSpPr>
        <p:spPr>
          <a:xfrm>
            <a:off x="723900" y="1828800"/>
            <a:ext cx="38100" cy="38100"/>
          </a:xfrm>
          <a:prstGeom prst="rect">
            <a:avLst/>
          </a:prstGeom>
          <a:solidFill>
            <a:srgbClr val="CED7E6">
              <a:alpha val="31549"/>
            </a:srgbClr>
          </a:solidFill>
          <a:ln>
            <a:noFill/>
          </a:ln>
        </p:spPr>
      </p:sp>
      <p:sp>
        <p:nvSpPr>
          <p:cNvPr id="31" name="wm.whiteboard.36.144"/>
          <p:cNvSpPr/>
          <p:nvPr/>
        </p:nvSpPr>
        <p:spPr>
          <a:xfrm>
            <a:off x="723900" y="2057400"/>
            <a:ext cx="38100" cy="38100"/>
          </a:xfrm>
          <a:prstGeom prst="rect">
            <a:avLst/>
          </a:prstGeom>
          <a:solidFill>
            <a:srgbClr val="CED7E6">
              <a:alpha val="15179"/>
            </a:srgbClr>
          </a:solidFill>
          <a:ln>
            <a:noFill/>
          </a:ln>
        </p:spPr>
      </p:sp>
      <p:sp>
        <p:nvSpPr>
          <p:cNvPr id="32" name="wm.whiteboard.54.0"/>
          <p:cNvSpPr/>
          <p:nvPr/>
        </p:nvSpPr>
        <p:spPr>
          <a:xfrm>
            <a:off x="952500" y="228600"/>
            <a:ext cx="38100" cy="38100"/>
          </a:xfrm>
          <a:prstGeom prst="rect">
            <a:avLst/>
          </a:prstGeom>
          <a:solidFill>
            <a:srgbClr val="CED7E6"/>
          </a:solidFill>
          <a:ln>
            <a:noFill/>
          </a:ln>
        </p:spPr>
      </p:sp>
      <p:sp>
        <p:nvSpPr>
          <p:cNvPr id="33" name="wm.whiteboard.54.18"/>
          <p:cNvSpPr/>
          <p:nvPr/>
        </p:nvSpPr>
        <p:spPr>
          <a:xfrm>
            <a:off x="952500" y="457200"/>
            <a:ext cx="38100" cy="38100"/>
          </a:xfrm>
          <a:prstGeom prst="rect">
            <a:avLst/>
          </a:prstGeom>
          <a:solidFill>
            <a:srgbClr val="CED7E6"/>
          </a:solidFill>
          <a:ln>
            <a:noFill/>
          </a:ln>
        </p:spPr>
      </p:sp>
      <p:sp>
        <p:nvSpPr>
          <p:cNvPr id="34" name="wm.whiteboard.54.36"/>
          <p:cNvSpPr/>
          <p:nvPr/>
        </p:nvSpPr>
        <p:spPr>
          <a:xfrm>
            <a:off x="952500" y="685800"/>
            <a:ext cx="38100" cy="38100"/>
          </a:xfrm>
          <a:prstGeom prst="rect">
            <a:avLst/>
          </a:prstGeom>
          <a:solidFill>
            <a:srgbClr val="CED7E6">
              <a:alpha val="98827"/>
            </a:srgbClr>
          </a:solidFill>
          <a:ln>
            <a:noFill/>
          </a:ln>
        </p:spPr>
      </p:sp>
      <p:sp>
        <p:nvSpPr>
          <p:cNvPr id="35" name="wm.whiteboard.54.54"/>
          <p:cNvSpPr/>
          <p:nvPr/>
        </p:nvSpPr>
        <p:spPr>
          <a:xfrm>
            <a:off x="952500" y="914400"/>
            <a:ext cx="38100" cy="38100"/>
          </a:xfrm>
          <a:prstGeom prst="rect">
            <a:avLst/>
          </a:prstGeom>
          <a:solidFill>
            <a:srgbClr val="CED7E6">
              <a:alpha val="86895"/>
            </a:srgbClr>
          </a:solidFill>
          <a:ln>
            <a:noFill/>
          </a:ln>
        </p:spPr>
      </p:sp>
      <p:sp>
        <p:nvSpPr>
          <p:cNvPr id="36" name="wm.whiteboard.54.72"/>
          <p:cNvSpPr/>
          <p:nvPr/>
        </p:nvSpPr>
        <p:spPr>
          <a:xfrm>
            <a:off x="952500" y="1143000"/>
            <a:ext cx="38100" cy="38100"/>
          </a:xfrm>
          <a:prstGeom prst="rect">
            <a:avLst/>
          </a:prstGeom>
          <a:solidFill>
            <a:srgbClr val="CED7E6">
              <a:alpha val="73217"/>
            </a:srgbClr>
          </a:solidFill>
          <a:ln>
            <a:noFill/>
          </a:ln>
        </p:spPr>
      </p:sp>
      <p:sp>
        <p:nvSpPr>
          <p:cNvPr id="37" name="wm.whiteboard.54.90"/>
          <p:cNvSpPr/>
          <p:nvPr/>
        </p:nvSpPr>
        <p:spPr>
          <a:xfrm>
            <a:off x="952500" y="1371600"/>
            <a:ext cx="38100" cy="38100"/>
          </a:xfrm>
          <a:prstGeom prst="rect">
            <a:avLst/>
          </a:prstGeom>
          <a:solidFill>
            <a:srgbClr val="CED7E6">
              <a:alpha val="58541"/>
            </a:srgbClr>
          </a:solidFill>
          <a:ln>
            <a:noFill/>
          </a:ln>
        </p:spPr>
      </p:sp>
      <p:sp>
        <p:nvSpPr>
          <p:cNvPr id="38" name="wm.whiteboard.54.108"/>
          <p:cNvSpPr/>
          <p:nvPr/>
        </p:nvSpPr>
        <p:spPr>
          <a:xfrm>
            <a:off x="952500" y="1600200"/>
            <a:ext cx="38100" cy="38100"/>
          </a:xfrm>
          <a:prstGeom prst="rect">
            <a:avLst/>
          </a:prstGeom>
          <a:solidFill>
            <a:srgbClr val="CED7E6">
              <a:alpha val="43263"/>
            </a:srgbClr>
          </a:solidFill>
          <a:ln>
            <a:noFill/>
          </a:ln>
        </p:spPr>
      </p:sp>
      <p:sp>
        <p:nvSpPr>
          <p:cNvPr id="39" name="wm.whiteboard.54.126"/>
          <p:cNvSpPr/>
          <p:nvPr/>
        </p:nvSpPr>
        <p:spPr>
          <a:xfrm>
            <a:off x="952500" y="1828800"/>
            <a:ext cx="38100" cy="38100"/>
          </a:xfrm>
          <a:prstGeom prst="rect">
            <a:avLst/>
          </a:prstGeom>
          <a:solidFill>
            <a:srgbClr val="CED7E6">
              <a:alpha val="27603"/>
            </a:srgbClr>
          </a:solidFill>
          <a:ln>
            <a:noFill/>
          </a:ln>
        </p:spPr>
      </p:sp>
      <p:sp>
        <p:nvSpPr>
          <p:cNvPr id="40" name="wm.whiteboard.54.144"/>
          <p:cNvSpPr/>
          <p:nvPr/>
        </p:nvSpPr>
        <p:spPr>
          <a:xfrm>
            <a:off x="952500" y="2057400"/>
            <a:ext cx="38100" cy="38100"/>
          </a:xfrm>
          <a:prstGeom prst="rect">
            <a:avLst/>
          </a:prstGeom>
          <a:solidFill>
            <a:srgbClr val="CED7E6">
              <a:alpha val="11687"/>
            </a:srgbClr>
          </a:solidFill>
          <a:ln>
            <a:noFill/>
          </a:ln>
        </p:spPr>
      </p:sp>
      <p:sp>
        <p:nvSpPr>
          <p:cNvPr id="41" name="wm.whiteboard.72.0"/>
          <p:cNvSpPr/>
          <p:nvPr/>
        </p:nvSpPr>
        <p:spPr>
          <a:xfrm>
            <a:off x="1181100" y="228600"/>
            <a:ext cx="38100" cy="38100"/>
          </a:xfrm>
          <a:prstGeom prst="rect">
            <a:avLst/>
          </a:prstGeom>
          <a:solidFill>
            <a:srgbClr val="CED7E6">
              <a:alpha val="97572"/>
            </a:srgbClr>
          </a:solidFill>
          <a:ln>
            <a:noFill/>
          </a:ln>
        </p:spPr>
      </p:sp>
      <p:sp>
        <p:nvSpPr>
          <p:cNvPr id="42" name="wm.whiteboard.72.18"/>
          <p:cNvSpPr/>
          <p:nvPr/>
        </p:nvSpPr>
        <p:spPr>
          <a:xfrm>
            <a:off x="1181100" y="457200"/>
            <a:ext cx="38100" cy="38100"/>
          </a:xfrm>
          <a:prstGeom prst="rect">
            <a:avLst/>
          </a:prstGeom>
          <a:solidFill>
            <a:srgbClr val="CED7E6">
              <a:alpha val="94724"/>
            </a:srgbClr>
          </a:solidFill>
          <a:ln>
            <a:noFill/>
          </a:ln>
        </p:spPr>
      </p:sp>
      <p:sp>
        <p:nvSpPr>
          <p:cNvPr id="43" name="wm.whiteboard.72.36"/>
          <p:cNvSpPr/>
          <p:nvPr/>
        </p:nvSpPr>
        <p:spPr>
          <a:xfrm>
            <a:off x="1181100" y="685800"/>
            <a:ext cx="38100" cy="38100"/>
          </a:xfrm>
          <a:prstGeom prst="rect">
            <a:avLst/>
          </a:prstGeom>
          <a:solidFill>
            <a:srgbClr val="CED7E6">
              <a:alpha val="87609"/>
            </a:srgbClr>
          </a:solidFill>
          <a:ln>
            <a:noFill/>
          </a:ln>
        </p:spPr>
      </p:sp>
      <p:sp>
        <p:nvSpPr>
          <p:cNvPr id="44" name="wm.whiteboard.72.54"/>
          <p:cNvSpPr/>
          <p:nvPr/>
        </p:nvSpPr>
        <p:spPr>
          <a:xfrm>
            <a:off x="1181100" y="914400"/>
            <a:ext cx="38100" cy="38100"/>
          </a:xfrm>
          <a:prstGeom prst="rect">
            <a:avLst/>
          </a:prstGeom>
          <a:solidFill>
            <a:srgbClr val="CED7E6">
              <a:alpha val="77408"/>
            </a:srgbClr>
          </a:solidFill>
          <a:ln>
            <a:noFill/>
          </a:ln>
        </p:spPr>
      </p:sp>
      <p:sp>
        <p:nvSpPr>
          <p:cNvPr id="45" name="wm.whiteboard.72.72"/>
          <p:cNvSpPr/>
          <p:nvPr/>
        </p:nvSpPr>
        <p:spPr>
          <a:xfrm>
            <a:off x="1181100" y="1143000"/>
            <a:ext cx="38100" cy="38100"/>
          </a:xfrm>
          <a:prstGeom prst="rect">
            <a:avLst/>
          </a:prstGeom>
          <a:solidFill>
            <a:srgbClr val="CED7E6">
              <a:alpha val="65181"/>
            </a:srgbClr>
          </a:solidFill>
          <a:ln>
            <a:noFill/>
          </a:ln>
        </p:spPr>
      </p:sp>
      <p:sp>
        <p:nvSpPr>
          <p:cNvPr id="46" name="wm.whiteboard.72.90"/>
          <p:cNvSpPr/>
          <p:nvPr/>
        </p:nvSpPr>
        <p:spPr>
          <a:xfrm>
            <a:off x="1181100" y="1371600"/>
            <a:ext cx="38100" cy="38100"/>
          </a:xfrm>
          <a:prstGeom prst="rect">
            <a:avLst/>
          </a:prstGeom>
          <a:solidFill>
            <a:srgbClr val="CED7E6">
              <a:alpha val="51653"/>
            </a:srgbClr>
          </a:solidFill>
          <a:ln>
            <a:noFill/>
          </a:ln>
        </p:spPr>
      </p:sp>
      <p:sp>
        <p:nvSpPr>
          <p:cNvPr id="47" name="wm.whiteboard.72.108"/>
          <p:cNvSpPr/>
          <p:nvPr/>
        </p:nvSpPr>
        <p:spPr>
          <a:xfrm>
            <a:off x="1181100" y="1600200"/>
            <a:ext cx="38100" cy="38100"/>
          </a:xfrm>
          <a:prstGeom prst="rect">
            <a:avLst/>
          </a:prstGeom>
          <a:solidFill>
            <a:srgbClr val="CED7E6">
              <a:alpha val="37275"/>
            </a:srgbClr>
          </a:solidFill>
          <a:ln>
            <a:noFill/>
          </a:ln>
        </p:spPr>
      </p:sp>
      <p:sp>
        <p:nvSpPr>
          <p:cNvPr id="48" name="wm.whiteboard.72.126"/>
          <p:cNvSpPr/>
          <p:nvPr/>
        </p:nvSpPr>
        <p:spPr>
          <a:xfrm>
            <a:off x="1181100" y="1828800"/>
            <a:ext cx="38100" cy="38100"/>
          </a:xfrm>
          <a:prstGeom prst="rect">
            <a:avLst/>
          </a:prstGeom>
          <a:solidFill>
            <a:srgbClr val="CED7E6">
              <a:alpha val="22326"/>
            </a:srgbClr>
          </a:solidFill>
          <a:ln>
            <a:noFill/>
          </a:ln>
        </p:spPr>
      </p:sp>
      <p:sp>
        <p:nvSpPr>
          <p:cNvPr id="49" name="wm.whiteboard.72.144"/>
          <p:cNvSpPr/>
          <p:nvPr/>
        </p:nvSpPr>
        <p:spPr>
          <a:xfrm>
            <a:off x="1181100" y="2057400"/>
            <a:ext cx="38100" cy="38100"/>
          </a:xfrm>
          <a:prstGeom prst="rect">
            <a:avLst/>
          </a:prstGeom>
          <a:solidFill>
            <a:srgbClr val="CED7E6">
              <a:alpha val="6980"/>
            </a:srgbClr>
          </a:solidFill>
          <a:ln>
            <a:noFill/>
          </a:ln>
        </p:spPr>
      </p:sp>
      <p:sp>
        <p:nvSpPr>
          <p:cNvPr id="50" name="wm.whiteboard.90.0"/>
          <p:cNvSpPr/>
          <p:nvPr/>
        </p:nvSpPr>
        <p:spPr>
          <a:xfrm>
            <a:off x="1409700" y="228600"/>
            <a:ext cx="38100" cy="38100"/>
          </a:xfrm>
          <a:prstGeom prst="rect">
            <a:avLst/>
          </a:prstGeom>
          <a:solidFill>
            <a:srgbClr val="CED7E6">
              <a:alpha val="83798"/>
            </a:srgbClr>
          </a:solidFill>
          <a:ln>
            <a:noFill/>
          </a:ln>
        </p:spPr>
      </p:sp>
      <p:sp>
        <p:nvSpPr>
          <p:cNvPr id="51" name="wm.whiteboard.90.18"/>
          <p:cNvSpPr/>
          <p:nvPr/>
        </p:nvSpPr>
        <p:spPr>
          <a:xfrm>
            <a:off x="1409700" y="457200"/>
            <a:ext cx="38100" cy="38100"/>
          </a:xfrm>
          <a:prstGeom prst="rect">
            <a:avLst/>
          </a:prstGeom>
          <a:solidFill>
            <a:srgbClr val="CED7E6">
              <a:alpha val="81490"/>
            </a:srgbClr>
          </a:solidFill>
          <a:ln>
            <a:noFill/>
          </a:ln>
        </p:spPr>
      </p:sp>
      <p:sp>
        <p:nvSpPr>
          <p:cNvPr id="52" name="wm.whiteboard.90.36"/>
          <p:cNvSpPr/>
          <p:nvPr/>
        </p:nvSpPr>
        <p:spPr>
          <a:xfrm>
            <a:off x="1409700" y="685800"/>
            <a:ext cx="38100" cy="38100"/>
          </a:xfrm>
          <a:prstGeom prst="rect">
            <a:avLst/>
          </a:prstGeom>
          <a:solidFill>
            <a:srgbClr val="CED7E6">
              <a:alpha val="75569"/>
            </a:srgbClr>
          </a:solidFill>
          <a:ln>
            <a:noFill/>
          </a:ln>
        </p:spPr>
      </p:sp>
      <p:sp>
        <p:nvSpPr>
          <p:cNvPr id="53" name="wm.whiteboard.90.54"/>
          <p:cNvSpPr/>
          <p:nvPr/>
        </p:nvSpPr>
        <p:spPr>
          <a:xfrm>
            <a:off x="1409700" y="914400"/>
            <a:ext cx="38100" cy="38100"/>
          </a:xfrm>
          <a:prstGeom prst="rect">
            <a:avLst/>
          </a:prstGeom>
          <a:solidFill>
            <a:srgbClr val="CED7E6">
              <a:alpha val="66767"/>
            </a:srgbClr>
          </a:solidFill>
          <a:ln>
            <a:noFill/>
          </a:ln>
        </p:spPr>
      </p:sp>
      <p:sp>
        <p:nvSpPr>
          <p:cNvPr id="54" name="wm.whiteboard.90.72"/>
          <p:cNvSpPr/>
          <p:nvPr/>
        </p:nvSpPr>
        <p:spPr>
          <a:xfrm>
            <a:off x="1409700" y="1143000"/>
            <a:ext cx="38100" cy="38100"/>
          </a:xfrm>
          <a:prstGeom prst="rect">
            <a:avLst/>
          </a:prstGeom>
          <a:solidFill>
            <a:srgbClr val="CED7E6">
              <a:alpha val="55859"/>
            </a:srgbClr>
          </a:solidFill>
          <a:ln>
            <a:noFill/>
          </a:ln>
        </p:spPr>
      </p:sp>
      <p:sp>
        <p:nvSpPr>
          <p:cNvPr id="55" name="wm.whiteboard.90.90"/>
          <p:cNvSpPr/>
          <p:nvPr/>
        </p:nvSpPr>
        <p:spPr>
          <a:xfrm>
            <a:off x="1409700" y="1371600"/>
            <a:ext cx="38100" cy="38100"/>
          </a:xfrm>
          <a:prstGeom prst="rect">
            <a:avLst/>
          </a:prstGeom>
          <a:solidFill>
            <a:srgbClr val="CED7E6">
              <a:alpha val="43468"/>
            </a:srgbClr>
          </a:solidFill>
          <a:ln>
            <a:noFill/>
          </a:ln>
        </p:spPr>
      </p:sp>
      <p:sp>
        <p:nvSpPr>
          <p:cNvPr id="56" name="wm.whiteboard.90.108"/>
          <p:cNvSpPr/>
          <p:nvPr/>
        </p:nvSpPr>
        <p:spPr>
          <a:xfrm>
            <a:off x="1409700" y="1600200"/>
            <a:ext cx="38100" cy="38100"/>
          </a:xfrm>
          <a:prstGeom prst="rect">
            <a:avLst/>
          </a:prstGeom>
          <a:solidFill>
            <a:srgbClr val="CED7E6">
              <a:alpha val="30037"/>
            </a:srgbClr>
          </a:solidFill>
          <a:ln>
            <a:noFill/>
          </a:ln>
        </p:spPr>
      </p:sp>
      <p:sp>
        <p:nvSpPr>
          <p:cNvPr id="57" name="wm.whiteboard.90.126"/>
          <p:cNvSpPr/>
          <p:nvPr/>
        </p:nvSpPr>
        <p:spPr>
          <a:xfrm>
            <a:off x="1409700" y="1828800"/>
            <a:ext cx="38100" cy="38100"/>
          </a:xfrm>
          <a:prstGeom prst="rect">
            <a:avLst/>
          </a:prstGeom>
          <a:solidFill>
            <a:srgbClr val="CED7E6">
              <a:alpha val="15870"/>
            </a:srgbClr>
          </a:solidFill>
          <a:ln>
            <a:noFill/>
          </a:ln>
        </p:spPr>
      </p:sp>
      <p:sp>
        <p:nvSpPr>
          <p:cNvPr id="58" name="wm.whiteboard.90.144"/>
          <p:cNvSpPr/>
          <p:nvPr/>
        </p:nvSpPr>
        <p:spPr>
          <a:xfrm>
            <a:off x="1409700" y="2057400"/>
            <a:ext cx="38100" cy="38100"/>
          </a:xfrm>
          <a:prstGeom prst="rect">
            <a:avLst/>
          </a:prstGeom>
          <a:solidFill>
            <a:srgbClr val="CED7E6">
              <a:alpha val="1171"/>
            </a:srgbClr>
          </a:solidFill>
          <a:ln>
            <a:noFill/>
          </a:ln>
        </p:spPr>
      </p:sp>
      <p:sp>
        <p:nvSpPr>
          <p:cNvPr id="59" name="wm.whiteboard.108.0"/>
          <p:cNvSpPr/>
          <p:nvPr/>
        </p:nvSpPr>
        <p:spPr>
          <a:xfrm>
            <a:off x="1638300" y="228600"/>
            <a:ext cx="38100" cy="38100"/>
          </a:xfrm>
          <a:prstGeom prst="rect">
            <a:avLst/>
          </a:prstGeom>
          <a:solidFill>
            <a:srgbClr val="CED7E6">
              <a:alpha val="70023"/>
            </a:srgbClr>
          </a:solidFill>
          <a:ln>
            <a:noFill/>
          </a:ln>
        </p:spPr>
      </p:sp>
      <p:sp>
        <p:nvSpPr>
          <p:cNvPr id="60" name="wm.whiteboard.108.18"/>
          <p:cNvSpPr/>
          <p:nvPr/>
        </p:nvSpPr>
        <p:spPr>
          <a:xfrm>
            <a:off x="1638300" y="457200"/>
            <a:ext cx="38100" cy="38100"/>
          </a:xfrm>
          <a:prstGeom prst="rect">
            <a:avLst/>
          </a:prstGeom>
          <a:solidFill>
            <a:srgbClr val="CED7E6">
              <a:alpha val="68085"/>
            </a:srgbClr>
          </a:solidFill>
          <a:ln>
            <a:noFill/>
          </a:ln>
        </p:spPr>
      </p:sp>
      <p:sp>
        <p:nvSpPr>
          <p:cNvPr id="61" name="wm.whiteboard.108.36"/>
          <p:cNvSpPr/>
          <p:nvPr/>
        </p:nvSpPr>
        <p:spPr>
          <a:xfrm>
            <a:off x="1638300" y="685800"/>
            <a:ext cx="38100" cy="38100"/>
          </a:xfrm>
          <a:prstGeom prst="rect">
            <a:avLst/>
          </a:prstGeom>
          <a:solidFill>
            <a:srgbClr val="CED7E6">
              <a:alpha val="63033"/>
            </a:srgbClr>
          </a:solidFill>
          <a:ln>
            <a:noFill/>
          </a:ln>
        </p:spPr>
      </p:sp>
      <p:sp>
        <p:nvSpPr>
          <p:cNvPr id="62" name="wm.whiteboard.108.54"/>
          <p:cNvSpPr/>
          <p:nvPr/>
        </p:nvSpPr>
        <p:spPr>
          <a:xfrm>
            <a:off x="1638300" y="914400"/>
            <a:ext cx="38100" cy="38100"/>
          </a:xfrm>
          <a:prstGeom prst="rect">
            <a:avLst/>
          </a:prstGeom>
          <a:solidFill>
            <a:srgbClr val="CED7E6">
              <a:alpha val="55346"/>
            </a:srgbClr>
          </a:solidFill>
          <a:ln>
            <a:noFill/>
          </a:ln>
        </p:spPr>
      </p:sp>
      <p:sp>
        <p:nvSpPr>
          <p:cNvPr id="63" name="wm.whiteboard.108.72"/>
          <p:cNvSpPr/>
          <p:nvPr/>
        </p:nvSpPr>
        <p:spPr>
          <a:xfrm>
            <a:off x="1638300" y="1143000"/>
            <a:ext cx="38100" cy="38100"/>
          </a:xfrm>
          <a:prstGeom prst="rect">
            <a:avLst/>
          </a:prstGeom>
          <a:solidFill>
            <a:srgbClr val="CED7E6">
              <a:alpha val="45583"/>
            </a:srgbClr>
          </a:solidFill>
          <a:ln>
            <a:noFill/>
          </a:ln>
        </p:spPr>
      </p:sp>
      <p:sp>
        <p:nvSpPr>
          <p:cNvPr id="64" name="wm.whiteboard.108.90"/>
          <p:cNvSpPr/>
          <p:nvPr/>
        </p:nvSpPr>
        <p:spPr>
          <a:xfrm>
            <a:off x="1638300" y="1371600"/>
            <a:ext cx="38100" cy="38100"/>
          </a:xfrm>
          <a:prstGeom prst="rect">
            <a:avLst/>
          </a:prstGeom>
          <a:solidFill>
            <a:srgbClr val="CED7E6">
              <a:alpha val="34251"/>
            </a:srgbClr>
          </a:solidFill>
          <a:ln>
            <a:noFill/>
          </a:ln>
        </p:spPr>
      </p:sp>
      <p:sp>
        <p:nvSpPr>
          <p:cNvPr id="65" name="wm.whiteboard.108.108"/>
          <p:cNvSpPr/>
          <p:nvPr/>
        </p:nvSpPr>
        <p:spPr>
          <a:xfrm>
            <a:off x="1638300" y="1600200"/>
            <a:ext cx="38100" cy="38100"/>
          </a:xfrm>
          <a:prstGeom prst="rect">
            <a:avLst/>
          </a:prstGeom>
          <a:solidFill>
            <a:srgbClr val="CED7E6">
              <a:alpha val="21754"/>
            </a:srgbClr>
          </a:solidFill>
          <a:ln>
            <a:noFill/>
          </a:ln>
        </p:spPr>
      </p:sp>
      <p:sp>
        <p:nvSpPr>
          <p:cNvPr id="66" name="wm.whiteboard.108.126"/>
          <p:cNvSpPr/>
          <p:nvPr/>
        </p:nvSpPr>
        <p:spPr>
          <a:xfrm>
            <a:off x="1638300" y="1828800"/>
            <a:ext cx="38100" cy="38100"/>
          </a:xfrm>
          <a:prstGeom prst="rect">
            <a:avLst/>
          </a:prstGeom>
          <a:solidFill>
            <a:srgbClr val="CED7E6">
              <a:alpha val="8391"/>
            </a:srgbClr>
          </a:solidFill>
          <a:ln>
            <a:noFill/>
          </a:ln>
        </p:spPr>
      </p:sp>
      <p:sp>
        <p:nvSpPr>
          <p:cNvPr id="67" name="wm.whiteboard.126.0"/>
          <p:cNvSpPr/>
          <p:nvPr/>
        </p:nvSpPr>
        <p:spPr>
          <a:xfrm>
            <a:off x="1866900" y="228600"/>
            <a:ext cx="38100" cy="38100"/>
          </a:xfrm>
          <a:prstGeom prst="rect">
            <a:avLst/>
          </a:prstGeom>
          <a:solidFill>
            <a:srgbClr val="CED7E6">
              <a:alpha val="56247"/>
            </a:srgbClr>
          </a:solidFill>
          <a:ln>
            <a:noFill/>
          </a:ln>
        </p:spPr>
      </p:sp>
      <p:sp>
        <p:nvSpPr>
          <p:cNvPr id="68" name="wm.whiteboard.126.18"/>
          <p:cNvSpPr/>
          <p:nvPr/>
        </p:nvSpPr>
        <p:spPr>
          <a:xfrm>
            <a:off x="1866900" y="457200"/>
            <a:ext cx="38100" cy="38100"/>
          </a:xfrm>
          <a:prstGeom prst="rect">
            <a:avLst/>
          </a:prstGeom>
          <a:solidFill>
            <a:srgbClr val="CED7E6">
              <a:alpha val="54578"/>
            </a:srgbClr>
          </a:solidFill>
          <a:ln>
            <a:noFill/>
          </a:ln>
        </p:spPr>
      </p:sp>
      <p:sp>
        <p:nvSpPr>
          <p:cNvPr id="69" name="wm.whiteboard.126.36"/>
          <p:cNvSpPr/>
          <p:nvPr/>
        </p:nvSpPr>
        <p:spPr>
          <a:xfrm>
            <a:off x="1866900" y="685800"/>
            <a:ext cx="38100" cy="38100"/>
          </a:xfrm>
          <a:prstGeom prst="rect">
            <a:avLst/>
          </a:prstGeom>
          <a:solidFill>
            <a:srgbClr val="CED7E6">
              <a:alpha val="50182"/>
            </a:srgbClr>
          </a:solidFill>
          <a:ln>
            <a:noFill/>
          </a:ln>
        </p:spPr>
      </p:sp>
      <p:sp>
        <p:nvSpPr>
          <p:cNvPr id="70" name="wm.whiteboard.126.54"/>
          <p:cNvSpPr/>
          <p:nvPr/>
        </p:nvSpPr>
        <p:spPr>
          <a:xfrm>
            <a:off x="1866900" y="914400"/>
            <a:ext cx="38100" cy="38100"/>
          </a:xfrm>
          <a:prstGeom prst="rect">
            <a:avLst/>
          </a:prstGeom>
          <a:solidFill>
            <a:srgbClr val="CED7E6">
              <a:alpha val="43386"/>
            </a:srgbClr>
          </a:solidFill>
          <a:ln>
            <a:noFill/>
          </a:ln>
        </p:spPr>
      </p:sp>
      <p:sp>
        <p:nvSpPr>
          <p:cNvPr id="71" name="wm.whiteboard.126.72"/>
          <p:cNvSpPr/>
          <p:nvPr/>
        </p:nvSpPr>
        <p:spPr>
          <a:xfrm>
            <a:off x="1866900" y="1143000"/>
            <a:ext cx="38100" cy="38100"/>
          </a:xfrm>
          <a:prstGeom prst="rect">
            <a:avLst/>
          </a:prstGeom>
          <a:solidFill>
            <a:srgbClr val="CED7E6">
              <a:alpha val="34598"/>
            </a:srgbClr>
          </a:solidFill>
          <a:ln>
            <a:noFill/>
          </a:ln>
        </p:spPr>
      </p:sp>
      <p:sp>
        <p:nvSpPr>
          <p:cNvPr id="72" name="wm.whiteboard.126.90"/>
          <p:cNvSpPr/>
          <p:nvPr/>
        </p:nvSpPr>
        <p:spPr>
          <a:xfrm>
            <a:off x="1866900" y="1371600"/>
            <a:ext cx="38100" cy="38100"/>
          </a:xfrm>
          <a:prstGeom prst="rect">
            <a:avLst/>
          </a:prstGeom>
          <a:solidFill>
            <a:srgbClr val="CED7E6">
              <a:alpha val="24223"/>
            </a:srgbClr>
          </a:solidFill>
          <a:ln>
            <a:noFill/>
          </a:ln>
        </p:spPr>
      </p:sp>
      <p:sp>
        <p:nvSpPr>
          <p:cNvPr id="73" name="wm.whiteboard.126.108"/>
          <p:cNvSpPr/>
          <p:nvPr/>
        </p:nvSpPr>
        <p:spPr>
          <a:xfrm>
            <a:off x="1866900" y="1600200"/>
            <a:ext cx="38100" cy="38100"/>
          </a:xfrm>
          <a:prstGeom prst="rect">
            <a:avLst/>
          </a:prstGeom>
          <a:solidFill>
            <a:srgbClr val="CED7E6">
              <a:alpha val="12610"/>
            </a:srgbClr>
          </a:solidFill>
          <a:ln>
            <a:noFill/>
          </a:ln>
        </p:spPr>
      </p:sp>
      <p:sp>
        <p:nvSpPr>
          <p:cNvPr id="74" name="wm.whiteboard.126.126"/>
          <p:cNvSpPr/>
          <p:nvPr/>
        </p:nvSpPr>
        <p:spPr>
          <a:xfrm>
            <a:off x="1866900" y="1828800"/>
            <a:ext cx="38100" cy="38100"/>
          </a:xfrm>
          <a:prstGeom prst="rect">
            <a:avLst/>
          </a:prstGeom>
          <a:solidFill>
            <a:srgbClr val="CED7E6">
              <a:alpha val="40"/>
            </a:srgbClr>
          </a:solidFill>
          <a:ln>
            <a:noFill/>
          </a:ln>
        </p:spPr>
      </p:sp>
      <p:sp>
        <p:nvSpPr>
          <p:cNvPr id="75" name="wm.whiteboard.144.0"/>
          <p:cNvSpPr/>
          <p:nvPr/>
        </p:nvSpPr>
        <p:spPr>
          <a:xfrm>
            <a:off x="2095500" y="228600"/>
            <a:ext cx="38100" cy="38100"/>
          </a:xfrm>
          <a:prstGeom prst="rect">
            <a:avLst/>
          </a:prstGeom>
          <a:solidFill>
            <a:srgbClr val="CED7E6">
              <a:alpha val="42471"/>
            </a:srgbClr>
          </a:solidFill>
          <a:ln>
            <a:noFill/>
          </a:ln>
        </p:spPr>
      </p:sp>
      <p:sp>
        <p:nvSpPr>
          <p:cNvPr id="76" name="wm.whiteboard.144.18"/>
          <p:cNvSpPr/>
          <p:nvPr/>
        </p:nvSpPr>
        <p:spPr>
          <a:xfrm>
            <a:off x="2095500" y="457200"/>
            <a:ext cx="38100" cy="38100"/>
          </a:xfrm>
          <a:prstGeom prst="rect">
            <a:avLst/>
          </a:prstGeom>
          <a:solidFill>
            <a:srgbClr val="CED7E6">
              <a:alpha val="41005"/>
            </a:srgbClr>
          </a:solidFill>
          <a:ln>
            <a:noFill/>
          </a:ln>
        </p:spPr>
      </p:sp>
      <p:sp>
        <p:nvSpPr>
          <p:cNvPr id="77" name="wm.whiteboard.144.36"/>
          <p:cNvSpPr/>
          <p:nvPr/>
        </p:nvSpPr>
        <p:spPr>
          <a:xfrm>
            <a:off x="2095500" y="685800"/>
            <a:ext cx="38100" cy="38100"/>
          </a:xfrm>
          <a:prstGeom prst="rect">
            <a:avLst/>
          </a:prstGeom>
          <a:solidFill>
            <a:srgbClr val="CED7E6">
              <a:alpha val="37120"/>
            </a:srgbClr>
          </a:solidFill>
          <a:ln>
            <a:noFill/>
          </a:ln>
        </p:spPr>
      </p:sp>
      <p:sp>
        <p:nvSpPr>
          <p:cNvPr id="78" name="wm.whiteboard.144.54"/>
          <p:cNvSpPr/>
          <p:nvPr/>
        </p:nvSpPr>
        <p:spPr>
          <a:xfrm>
            <a:off x="2095500" y="914400"/>
            <a:ext cx="38100" cy="38100"/>
          </a:xfrm>
          <a:prstGeom prst="rect">
            <a:avLst/>
          </a:prstGeom>
          <a:solidFill>
            <a:srgbClr val="CED7E6">
              <a:alpha val="31044"/>
            </a:srgbClr>
          </a:solidFill>
          <a:ln>
            <a:noFill/>
          </a:ln>
        </p:spPr>
      </p:sp>
      <p:sp>
        <p:nvSpPr>
          <p:cNvPr id="79" name="wm.whiteboard.144.72"/>
          <p:cNvSpPr/>
          <p:nvPr/>
        </p:nvSpPr>
        <p:spPr>
          <a:xfrm>
            <a:off x="2095500" y="1143000"/>
            <a:ext cx="38100" cy="38100"/>
          </a:xfrm>
          <a:prstGeom prst="rect">
            <a:avLst/>
          </a:prstGeom>
          <a:solidFill>
            <a:srgbClr val="CED7E6">
              <a:alpha val="23083"/>
            </a:srgbClr>
          </a:solidFill>
          <a:ln>
            <a:noFill/>
          </a:ln>
        </p:spPr>
      </p:sp>
      <p:sp>
        <p:nvSpPr>
          <p:cNvPr id="80" name="wm.whiteboard.144.90"/>
          <p:cNvSpPr/>
          <p:nvPr/>
        </p:nvSpPr>
        <p:spPr>
          <a:xfrm>
            <a:off x="2095500" y="1371600"/>
            <a:ext cx="38100" cy="38100"/>
          </a:xfrm>
          <a:prstGeom prst="rect">
            <a:avLst/>
          </a:prstGeom>
          <a:solidFill>
            <a:srgbClr val="CED7E6">
              <a:alpha val="13557"/>
            </a:srgbClr>
          </a:solidFill>
          <a:ln>
            <a:noFill/>
          </a:ln>
        </p:spPr>
      </p:sp>
      <p:sp>
        <p:nvSpPr>
          <p:cNvPr id="81" name="wm.whiteboard.144.108"/>
          <p:cNvSpPr/>
          <p:nvPr/>
        </p:nvSpPr>
        <p:spPr>
          <a:xfrm>
            <a:off x="2095500" y="1600200"/>
            <a:ext cx="38100" cy="38100"/>
          </a:xfrm>
          <a:prstGeom prst="rect">
            <a:avLst/>
          </a:prstGeom>
          <a:solidFill>
            <a:srgbClr val="CED7E6">
              <a:alpha val="2762"/>
            </a:srgbClr>
          </a:solidFill>
          <a:ln>
            <a:noFill/>
          </a:ln>
        </p:spPr>
      </p:sp>
      <p:sp>
        <p:nvSpPr>
          <p:cNvPr id="82" name="wm.whiteboard.162.0"/>
          <p:cNvSpPr/>
          <p:nvPr/>
        </p:nvSpPr>
        <p:spPr>
          <a:xfrm>
            <a:off x="2324100" y="228600"/>
            <a:ext cx="38100" cy="38100"/>
          </a:xfrm>
          <a:prstGeom prst="rect">
            <a:avLst/>
          </a:prstGeom>
          <a:solidFill>
            <a:srgbClr val="CED7E6">
              <a:alpha val="28695"/>
            </a:srgbClr>
          </a:solidFill>
          <a:ln>
            <a:noFill/>
          </a:ln>
        </p:spPr>
      </p:sp>
      <p:sp>
        <p:nvSpPr>
          <p:cNvPr id="83" name="wm.whiteboard.162.18"/>
          <p:cNvSpPr/>
          <p:nvPr/>
        </p:nvSpPr>
        <p:spPr>
          <a:xfrm>
            <a:off x="2324100" y="457200"/>
            <a:ext cx="38100" cy="38100"/>
          </a:xfrm>
          <a:prstGeom prst="rect">
            <a:avLst/>
          </a:prstGeom>
          <a:solidFill>
            <a:srgbClr val="CED7E6">
              <a:alpha val="27389"/>
            </a:srgbClr>
          </a:solidFill>
          <a:ln>
            <a:noFill/>
          </a:ln>
        </p:spPr>
      </p:sp>
      <p:sp>
        <p:nvSpPr>
          <p:cNvPr id="84" name="wm.whiteboard.162.36"/>
          <p:cNvSpPr/>
          <p:nvPr/>
        </p:nvSpPr>
        <p:spPr>
          <a:xfrm>
            <a:off x="2324100" y="685800"/>
            <a:ext cx="38100" cy="38100"/>
          </a:xfrm>
          <a:prstGeom prst="rect">
            <a:avLst/>
          </a:prstGeom>
          <a:solidFill>
            <a:srgbClr val="CED7E6">
              <a:alpha val="23910"/>
            </a:srgbClr>
          </a:solidFill>
          <a:ln>
            <a:noFill/>
          </a:ln>
        </p:spPr>
      </p:sp>
      <p:sp>
        <p:nvSpPr>
          <p:cNvPr id="85" name="wm.whiteboard.162.54"/>
          <p:cNvSpPr/>
          <p:nvPr/>
        </p:nvSpPr>
        <p:spPr>
          <a:xfrm>
            <a:off x="2324100" y="914400"/>
            <a:ext cx="38100" cy="38100"/>
          </a:xfrm>
          <a:prstGeom prst="rect">
            <a:avLst/>
          </a:prstGeom>
          <a:solidFill>
            <a:srgbClr val="CED7E6">
              <a:alpha val="18425"/>
            </a:srgbClr>
          </a:solidFill>
          <a:ln>
            <a:noFill/>
          </a:ln>
        </p:spPr>
      </p:sp>
      <p:sp>
        <p:nvSpPr>
          <p:cNvPr id="86" name="wm.whiteboard.162.72"/>
          <p:cNvSpPr/>
          <p:nvPr/>
        </p:nvSpPr>
        <p:spPr>
          <a:xfrm>
            <a:off x="2324100" y="1143000"/>
            <a:ext cx="38100" cy="38100"/>
          </a:xfrm>
          <a:prstGeom prst="rect">
            <a:avLst/>
          </a:prstGeom>
          <a:solidFill>
            <a:srgbClr val="CED7E6">
              <a:alpha val="11167"/>
            </a:srgbClr>
          </a:solidFill>
          <a:ln>
            <a:noFill/>
          </a:ln>
        </p:spPr>
      </p:sp>
      <p:sp>
        <p:nvSpPr>
          <p:cNvPr id="87" name="wm.whiteboard.162.90"/>
          <p:cNvSpPr/>
          <p:nvPr/>
        </p:nvSpPr>
        <p:spPr>
          <a:xfrm>
            <a:off x="2324100" y="1371600"/>
            <a:ext cx="38100" cy="38100"/>
          </a:xfrm>
          <a:prstGeom prst="rect">
            <a:avLst/>
          </a:prstGeom>
          <a:solidFill>
            <a:srgbClr val="CED7E6">
              <a:alpha val="2388"/>
            </a:srgbClr>
          </a:solidFill>
          <a:ln>
            <a:noFill/>
          </a:ln>
        </p:spPr>
      </p:sp>
      <p:sp>
        <p:nvSpPr>
          <p:cNvPr id="88" name="wm.whiteboard.180.0"/>
          <p:cNvSpPr/>
          <p:nvPr/>
        </p:nvSpPr>
        <p:spPr>
          <a:xfrm>
            <a:off x="2552700" y="228600"/>
            <a:ext cx="38100" cy="38100"/>
          </a:xfrm>
          <a:prstGeom prst="rect">
            <a:avLst/>
          </a:prstGeom>
          <a:solidFill>
            <a:srgbClr val="CED7E6">
              <a:alpha val="14918"/>
            </a:srgbClr>
          </a:solidFill>
          <a:ln>
            <a:noFill/>
          </a:ln>
        </p:spPr>
      </p:sp>
      <p:sp>
        <p:nvSpPr>
          <p:cNvPr id="89" name="wm.whiteboard.180.18"/>
          <p:cNvSpPr/>
          <p:nvPr/>
        </p:nvSpPr>
        <p:spPr>
          <a:xfrm>
            <a:off x="2552700" y="457200"/>
            <a:ext cx="38100" cy="38100"/>
          </a:xfrm>
          <a:prstGeom prst="rect">
            <a:avLst/>
          </a:prstGeom>
          <a:solidFill>
            <a:srgbClr val="CED7E6">
              <a:alpha val="13741"/>
            </a:srgbClr>
          </a:solidFill>
          <a:ln>
            <a:noFill/>
          </a:ln>
        </p:spPr>
      </p:sp>
      <p:sp>
        <p:nvSpPr>
          <p:cNvPr id="90" name="wm.whiteboard.180.36"/>
          <p:cNvSpPr/>
          <p:nvPr/>
        </p:nvSpPr>
        <p:spPr>
          <a:xfrm>
            <a:off x="2552700" y="685800"/>
            <a:ext cx="38100" cy="38100"/>
          </a:xfrm>
          <a:prstGeom prst="rect">
            <a:avLst/>
          </a:prstGeom>
          <a:solidFill>
            <a:srgbClr val="CED7E6">
              <a:alpha val="10593"/>
            </a:srgbClr>
          </a:solidFill>
          <a:ln>
            <a:noFill/>
          </a:ln>
        </p:spPr>
      </p:sp>
      <p:sp>
        <p:nvSpPr>
          <p:cNvPr id="91" name="wm.whiteboard.180.54"/>
          <p:cNvSpPr/>
          <p:nvPr/>
        </p:nvSpPr>
        <p:spPr>
          <a:xfrm>
            <a:off x="2552700" y="914400"/>
            <a:ext cx="38100" cy="38100"/>
          </a:xfrm>
          <a:prstGeom prst="rect">
            <a:avLst/>
          </a:prstGeom>
          <a:solidFill>
            <a:srgbClr val="CED7E6">
              <a:alpha val="5600"/>
            </a:srgbClr>
          </a:solidFill>
          <a:ln>
            <a:noFill/>
          </a:ln>
        </p:spPr>
      </p:sp>
      <p:sp>
        <p:nvSpPr>
          <p:cNvPr id="92" name="wm.whiteboard.198.0"/>
          <p:cNvSpPr/>
          <p:nvPr/>
        </p:nvSpPr>
        <p:spPr>
          <a:xfrm>
            <a:off x="2781300" y="228600"/>
            <a:ext cx="38100" cy="38100"/>
          </a:xfrm>
          <a:prstGeom prst="rect">
            <a:avLst/>
          </a:prstGeom>
          <a:solidFill>
            <a:srgbClr val="CED7E6">
              <a:alpha val="1142"/>
            </a:srgbClr>
          </a:solidFill>
          <a:ln>
            <a:noFill/>
          </a:ln>
        </p:spPr>
      </p:sp>
      <p:sp>
        <p:nvSpPr>
          <p:cNvPr id="93" name="wm.whiteboard.198.18"/>
          <p:cNvSpPr/>
          <p:nvPr/>
        </p:nvSpPr>
        <p:spPr>
          <a:xfrm>
            <a:off x="2781300" y="457200"/>
            <a:ext cx="38100" cy="38100"/>
          </a:xfrm>
          <a:prstGeom prst="rect">
            <a:avLst/>
          </a:prstGeom>
          <a:solidFill>
            <a:srgbClr val="CED7E6">
              <a:alpha val="69"/>
            </a:srgbClr>
          </a:solidFill>
          <a:ln>
            <a:noFill/>
          </a:ln>
        </p:spPr>
      </p:sp>
      <p:sp>
        <p:nvSpPr>
          <p:cNvPr id="94" name="wm.header.rule"/>
          <p:cNvSpPr/>
          <p:nvPr/>
        </p:nvSpPr>
        <p:spPr>
          <a:xfrm>
            <a:off x="723900" y="1828800"/>
            <a:ext cx="7086600" cy="9525"/>
          </a:xfrm>
          <a:prstGeom prst="rect">
            <a:avLst/>
          </a:prstGeom>
          <a:solidFill>
            <a:srgbClr val="CED7E6"/>
          </a:solidFill>
          <a:ln>
            <a:noFill/>
          </a:ln>
        </p:spPr>
      </p:sp>
      <p:pic>
        <p:nvPicPr>
          <p:cNvPr id="95"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210300"/>
            <a:ext cx="729403" cy="152400"/>
          </a:xfrm>
          <a:prstGeom prst="rect">
            <a:avLst/>
          </a:prstGeom>
        </p:spPr>
      </p:pic>
      <p:sp>
        <p:nvSpPr>
          <p:cNvPr id="96" name="wm.legal"/>
          <p:cNvSpPr/>
          <p:nvPr/>
        </p:nvSpPr>
        <p:spPr>
          <a:xfrm>
            <a:off x="2171700" y="6172200"/>
            <a:ext cx="89154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wmds.frame.d21000607c5421a633f8">
    <p:bg>
      <p:bgPr>
        <a:solidFill>
          <a:srgbClr val="FFFFFF"/>
        </a:solidFill>
      </p:bgPr>
    </p:bg>
    <p:spTree>
      <p:nvGrpSpPr>
        <p:cNvPr id="1" name=""/>
        <p:cNvGrpSpPr/>
        <p:nvPr/>
      </p:nvGrpSpPr>
      <p:grpSpPr>
        <a:xfrm>
          <a:off x="0" y="0"/>
          <a:ext cx="0" cy="0"/>
          <a:chOff x="0" y="0"/>
          <a:chExt cx="0" cy="0"/>
        </a:xfrm>
      </p:grpSpPr>
      <p:sp>
        <p:nvSpPr>
          <p:cNvPr id="2" name="wm.tint.01"/>
          <p:cNvSpPr/>
          <p:nvPr/>
        </p:nvSpPr>
        <p:spPr>
          <a:xfrm>
            <a:off x="8724900" y="0"/>
            <a:ext cx="3467100" cy="6858000"/>
          </a:xfrm>
          <a:prstGeom prst="rect">
            <a:avLst/>
          </a:prstGeom>
          <a:solidFill>
            <a:srgbClr val="E8EEF8"/>
          </a:solidFill>
          <a:ln>
            <a:noFill/>
          </a:ln>
        </p:spPr>
      </p:sp>
      <p:sp>
        <p:nvSpPr>
          <p:cNvPr id="3" name="wm.footer.rule"/>
          <p:cNvSpPr/>
          <p:nvPr/>
        </p:nvSpPr>
        <p:spPr>
          <a:xfrm>
            <a:off x="723900" y="6057900"/>
            <a:ext cx="10744200" cy="9525"/>
          </a:xfrm>
          <a:prstGeom prst="rect">
            <a:avLst/>
          </a:prstGeom>
          <a:solidFill>
            <a:srgbClr val="CED7E6"/>
          </a:solidFill>
          <a:ln>
            <a:noFill/>
          </a:ln>
        </p:spPr>
      </p:sp>
      <p:sp>
        <p:nvSpPr>
          <p:cNvPr id="4" name="wm.whiteboard.0.0"/>
          <p:cNvSpPr/>
          <p:nvPr/>
        </p:nvSpPr>
        <p:spPr>
          <a:xfrm>
            <a:off x="266700" y="228600"/>
            <a:ext cx="38100" cy="38100"/>
          </a:xfrm>
          <a:prstGeom prst="rect">
            <a:avLst/>
          </a:prstGeom>
          <a:solidFill>
            <a:srgbClr val="CED7E6"/>
          </a:solidFill>
          <a:ln>
            <a:noFill/>
          </a:ln>
        </p:spPr>
      </p:sp>
      <p:sp>
        <p:nvSpPr>
          <p:cNvPr id="5" name="wm.whiteboard.0.18"/>
          <p:cNvSpPr/>
          <p:nvPr/>
        </p:nvSpPr>
        <p:spPr>
          <a:xfrm>
            <a:off x="266700" y="457200"/>
            <a:ext cx="38100" cy="38100"/>
          </a:xfrm>
          <a:prstGeom prst="rect">
            <a:avLst/>
          </a:prstGeom>
          <a:solidFill>
            <a:srgbClr val="CED7E6"/>
          </a:solidFill>
          <a:ln>
            <a:noFill/>
          </a:ln>
        </p:spPr>
      </p:sp>
      <p:sp>
        <p:nvSpPr>
          <p:cNvPr id="6" name="wm.whiteboard.0.36"/>
          <p:cNvSpPr/>
          <p:nvPr/>
        </p:nvSpPr>
        <p:spPr>
          <a:xfrm>
            <a:off x="266700" y="685800"/>
            <a:ext cx="38100" cy="38100"/>
          </a:xfrm>
          <a:prstGeom prst="rect">
            <a:avLst/>
          </a:prstGeom>
          <a:solidFill>
            <a:srgbClr val="CED7E6"/>
          </a:solidFill>
          <a:ln>
            <a:noFill/>
          </a:ln>
        </p:spPr>
      </p:sp>
      <p:sp>
        <p:nvSpPr>
          <p:cNvPr id="7" name="wm.whiteboard.0.54"/>
          <p:cNvSpPr/>
          <p:nvPr/>
        </p:nvSpPr>
        <p:spPr>
          <a:xfrm>
            <a:off x="266700" y="914400"/>
            <a:ext cx="38100" cy="38100"/>
          </a:xfrm>
          <a:prstGeom prst="rect">
            <a:avLst/>
          </a:prstGeom>
          <a:solidFill>
            <a:srgbClr val="CED7E6"/>
          </a:solidFill>
          <a:ln>
            <a:noFill/>
          </a:ln>
        </p:spPr>
      </p:sp>
      <p:sp>
        <p:nvSpPr>
          <p:cNvPr id="8" name="wm.whiteboard.0.72"/>
          <p:cNvSpPr/>
          <p:nvPr/>
        </p:nvSpPr>
        <p:spPr>
          <a:xfrm>
            <a:off x="266700" y="1143000"/>
            <a:ext cx="38100" cy="38100"/>
          </a:xfrm>
          <a:prstGeom prst="rect">
            <a:avLst/>
          </a:prstGeom>
          <a:solidFill>
            <a:srgbClr val="CED7E6">
              <a:alpha val="85305"/>
            </a:srgbClr>
          </a:solidFill>
          <a:ln>
            <a:noFill/>
          </a:ln>
        </p:spPr>
      </p:sp>
      <p:sp>
        <p:nvSpPr>
          <p:cNvPr id="9" name="wm.whiteboard.0.90"/>
          <p:cNvSpPr/>
          <p:nvPr/>
        </p:nvSpPr>
        <p:spPr>
          <a:xfrm>
            <a:off x="266700" y="1371600"/>
            <a:ext cx="38100" cy="38100"/>
          </a:xfrm>
          <a:prstGeom prst="rect">
            <a:avLst/>
          </a:prstGeom>
          <a:solidFill>
            <a:srgbClr val="CED7E6">
              <a:alpha val="68524"/>
            </a:srgbClr>
          </a:solidFill>
          <a:ln>
            <a:noFill/>
          </a:ln>
        </p:spPr>
      </p:sp>
      <p:sp>
        <p:nvSpPr>
          <p:cNvPr id="10" name="wm.whiteboard.0.108"/>
          <p:cNvSpPr/>
          <p:nvPr/>
        </p:nvSpPr>
        <p:spPr>
          <a:xfrm>
            <a:off x="266700" y="1600200"/>
            <a:ext cx="38100" cy="38100"/>
          </a:xfrm>
          <a:prstGeom prst="rect">
            <a:avLst/>
          </a:prstGeom>
          <a:solidFill>
            <a:srgbClr val="CED7E6">
              <a:alpha val="51742"/>
            </a:srgbClr>
          </a:solidFill>
          <a:ln>
            <a:noFill/>
          </a:ln>
        </p:spPr>
      </p:sp>
      <p:sp>
        <p:nvSpPr>
          <p:cNvPr id="11" name="wm.whiteboard.0.126"/>
          <p:cNvSpPr/>
          <p:nvPr/>
        </p:nvSpPr>
        <p:spPr>
          <a:xfrm>
            <a:off x="266700" y="1828800"/>
            <a:ext cx="38100" cy="38100"/>
          </a:xfrm>
          <a:prstGeom prst="rect">
            <a:avLst/>
          </a:prstGeom>
          <a:solidFill>
            <a:srgbClr val="CED7E6">
              <a:alpha val="34959"/>
            </a:srgbClr>
          </a:solidFill>
          <a:ln>
            <a:noFill/>
          </a:ln>
        </p:spPr>
      </p:sp>
      <p:sp>
        <p:nvSpPr>
          <p:cNvPr id="12" name="wm.whiteboard.0.144"/>
          <p:cNvSpPr/>
          <p:nvPr/>
        </p:nvSpPr>
        <p:spPr>
          <a:xfrm>
            <a:off x="266700" y="2057400"/>
            <a:ext cx="38100" cy="38100"/>
          </a:xfrm>
          <a:prstGeom prst="rect">
            <a:avLst/>
          </a:prstGeom>
          <a:solidFill>
            <a:srgbClr val="CED7E6">
              <a:alpha val="18177"/>
            </a:srgbClr>
          </a:solidFill>
          <a:ln>
            <a:noFill/>
          </a:ln>
        </p:spPr>
      </p:sp>
      <p:sp>
        <p:nvSpPr>
          <p:cNvPr id="13" name="wm.whiteboard.0.162"/>
          <p:cNvSpPr/>
          <p:nvPr/>
        </p:nvSpPr>
        <p:spPr>
          <a:xfrm>
            <a:off x="266700" y="2286000"/>
            <a:ext cx="38100" cy="38100"/>
          </a:xfrm>
          <a:prstGeom prst="rect">
            <a:avLst/>
          </a:prstGeom>
          <a:solidFill>
            <a:srgbClr val="CED7E6">
              <a:alpha val="1394"/>
            </a:srgbClr>
          </a:solidFill>
          <a:ln>
            <a:noFill/>
          </a:ln>
        </p:spPr>
      </p:sp>
      <p:sp>
        <p:nvSpPr>
          <p:cNvPr id="14" name="wm.whiteboard.18.0"/>
          <p:cNvSpPr/>
          <p:nvPr/>
        </p:nvSpPr>
        <p:spPr>
          <a:xfrm>
            <a:off x="495300" y="228600"/>
            <a:ext cx="38100" cy="38100"/>
          </a:xfrm>
          <a:prstGeom prst="rect">
            <a:avLst/>
          </a:prstGeom>
          <a:solidFill>
            <a:srgbClr val="CED7E6"/>
          </a:solidFill>
          <a:ln>
            <a:noFill/>
          </a:ln>
        </p:spPr>
      </p:sp>
      <p:sp>
        <p:nvSpPr>
          <p:cNvPr id="15" name="wm.whiteboard.18.18"/>
          <p:cNvSpPr/>
          <p:nvPr/>
        </p:nvSpPr>
        <p:spPr>
          <a:xfrm>
            <a:off x="495300" y="457200"/>
            <a:ext cx="38100" cy="38100"/>
          </a:xfrm>
          <a:prstGeom prst="rect">
            <a:avLst/>
          </a:prstGeom>
          <a:solidFill>
            <a:srgbClr val="CED7E6"/>
          </a:solidFill>
          <a:ln>
            <a:noFill/>
          </a:ln>
        </p:spPr>
      </p:sp>
      <p:sp>
        <p:nvSpPr>
          <p:cNvPr id="16" name="wm.whiteboard.18.36"/>
          <p:cNvSpPr/>
          <p:nvPr/>
        </p:nvSpPr>
        <p:spPr>
          <a:xfrm>
            <a:off x="495300" y="685800"/>
            <a:ext cx="38100" cy="38100"/>
          </a:xfrm>
          <a:prstGeom prst="rect">
            <a:avLst/>
          </a:prstGeom>
          <a:solidFill>
            <a:srgbClr val="CED7E6"/>
          </a:solidFill>
          <a:ln>
            <a:noFill/>
          </a:ln>
        </p:spPr>
      </p:sp>
      <p:sp>
        <p:nvSpPr>
          <p:cNvPr id="17" name="wm.whiteboard.18.54"/>
          <p:cNvSpPr/>
          <p:nvPr/>
        </p:nvSpPr>
        <p:spPr>
          <a:xfrm>
            <a:off x="495300" y="914400"/>
            <a:ext cx="38100" cy="38100"/>
          </a:xfrm>
          <a:prstGeom prst="rect">
            <a:avLst/>
          </a:prstGeom>
          <a:solidFill>
            <a:srgbClr val="CED7E6">
              <a:alpha val="99988"/>
            </a:srgbClr>
          </a:solidFill>
          <a:ln>
            <a:noFill/>
          </a:ln>
        </p:spPr>
      </p:sp>
      <p:sp>
        <p:nvSpPr>
          <p:cNvPr id="18" name="wm.whiteboard.18.72"/>
          <p:cNvSpPr/>
          <p:nvPr/>
        </p:nvSpPr>
        <p:spPr>
          <a:xfrm>
            <a:off x="495300" y="1143000"/>
            <a:ext cx="38100" cy="38100"/>
          </a:xfrm>
          <a:prstGeom prst="rect">
            <a:avLst/>
          </a:prstGeom>
          <a:solidFill>
            <a:srgbClr val="CED7E6">
              <a:alpha val="83708"/>
            </a:srgbClr>
          </a:solidFill>
          <a:ln>
            <a:noFill/>
          </a:ln>
        </p:spPr>
      </p:sp>
      <p:sp>
        <p:nvSpPr>
          <p:cNvPr id="19" name="wm.whiteboard.18.90"/>
          <p:cNvSpPr/>
          <p:nvPr/>
        </p:nvSpPr>
        <p:spPr>
          <a:xfrm>
            <a:off x="495300" y="1371600"/>
            <a:ext cx="38100" cy="38100"/>
          </a:xfrm>
          <a:prstGeom prst="rect">
            <a:avLst/>
          </a:prstGeom>
          <a:solidFill>
            <a:srgbClr val="CED7E6">
              <a:alpha val="67236"/>
            </a:srgbClr>
          </a:solidFill>
          <a:ln>
            <a:noFill/>
          </a:ln>
        </p:spPr>
      </p:sp>
      <p:sp>
        <p:nvSpPr>
          <p:cNvPr id="20" name="wm.whiteboard.18.108"/>
          <p:cNvSpPr/>
          <p:nvPr/>
        </p:nvSpPr>
        <p:spPr>
          <a:xfrm>
            <a:off x="495300" y="1600200"/>
            <a:ext cx="38100" cy="38100"/>
          </a:xfrm>
          <a:prstGeom prst="rect">
            <a:avLst/>
          </a:prstGeom>
          <a:solidFill>
            <a:srgbClr val="CED7E6">
              <a:alpha val="50663"/>
            </a:srgbClr>
          </a:solidFill>
          <a:ln>
            <a:noFill/>
          </a:ln>
        </p:spPr>
      </p:sp>
      <p:sp>
        <p:nvSpPr>
          <p:cNvPr id="21" name="wm.whiteboard.18.126"/>
          <p:cNvSpPr/>
          <p:nvPr/>
        </p:nvSpPr>
        <p:spPr>
          <a:xfrm>
            <a:off x="495300" y="1828800"/>
            <a:ext cx="38100" cy="38100"/>
          </a:xfrm>
          <a:prstGeom prst="rect">
            <a:avLst/>
          </a:prstGeom>
          <a:solidFill>
            <a:srgbClr val="CED7E6">
              <a:alpha val="34032"/>
            </a:srgbClr>
          </a:solidFill>
          <a:ln>
            <a:noFill/>
          </a:ln>
        </p:spPr>
      </p:sp>
      <p:sp>
        <p:nvSpPr>
          <p:cNvPr id="22" name="wm.whiteboard.18.144"/>
          <p:cNvSpPr/>
          <p:nvPr/>
        </p:nvSpPr>
        <p:spPr>
          <a:xfrm>
            <a:off x="495300" y="2057400"/>
            <a:ext cx="38100" cy="38100"/>
          </a:xfrm>
          <a:prstGeom prst="rect">
            <a:avLst/>
          </a:prstGeom>
          <a:solidFill>
            <a:srgbClr val="CED7E6">
              <a:alpha val="17363"/>
            </a:srgbClr>
          </a:solidFill>
          <a:ln>
            <a:noFill/>
          </a:ln>
        </p:spPr>
      </p:sp>
      <p:sp>
        <p:nvSpPr>
          <p:cNvPr id="23" name="wm.whiteboard.18.162"/>
          <p:cNvSpPr/>
          <p:nvPr/>
        </p:nvSpPr>
        <p:spPr>
          <a:xfrm>
            <a:off x="495300" y="2286000"/>
            <a:ext cx="38100" cy="38100"/>
          </a:xfrm>
          <a:prstGeom prst="rect">
            <a:avLst/>
          </a:prstGeom>
          <a:solidFill>
            <a:srgbClr val="CED7E6">
              <a:alpha val="670"/>
            </a:srgbClr>
          </a:solidFill>
          <a:ln>
            <a:noFill/>
          </a:ln>
        </p:spPr>
      </p:sp>
      <p:sp>
        <p:nvSpPr>
          <p:cNvPr id="24" name="wm.whiteboard.36.0"/>
          <p:cNvSpPr/>
          <p:nvPr/>
        </p:nvSpPr>
        <p:spPr>
          <a:xfrm>
            <a:off x="723900" y="228600"/>
            <a:ext cx="38100" cy="38100"/>
          </a:xfrm>
          <a:prstGeom prst="rect">
            <a:avLst/>
          </a:prstGeom>
          <a:solidFill>
            <a:srgbClr val="CED7E6"/>
          </a:solidFill>
          <a:ln>
            <a:noFill/>
          </a:ln>
        </p:spPr>
      </p:sp>
      <p:sp>
        <p:nvSpPr>
          <p:cNvPr id="25" name="wm.whiteboard.36.18"/>
          <p:cNvSpPr/>
          <p:nvPr/>
        </p:nvSpPr>
        <p:spPr>
          <a:xfrm>
            <a:off x="723900" y="457200"/>
            <a:ext cx="38100" cy="38100"/>
          </a:xfrm>
          <a:prstGeom prst="rect">
            <a:avLst/>
          </a:prstGeom>
          <a:solidFill>
            <a:srgbClr val="CED7E6"/>
          </a:solidFill>
          <a:ln>
            <a:noFill/>
          </a:ln>
        </p:spPr>
      </p:sp>
      <p:sp>
        <p:nvSpPr>
          <p:cNvPr id="26" name="wm.whiteboard.36.36"/>
          <p:cNvSpPr/>
          <p:nvPr/>
        </p:nvSpPr>
        <p:spPr>
          <a:xfrm>
            <a:off x="723900" y="685800"/>
            <a:ext cx="38100" cy="38100"/>
          </a:xfrm>
          <a:prstGeom prst="rect">
            <a:avLst/>
          </a:prstGeom>
          <a:solidFill>
            <a:srgbClr val="CED7E6"/>
          </a:solidFill>
          <a:ln>
            <a:noFill/>
          </a:ln>
        </p:spPr>
      </p:sp>
      <p:sp>
        <p:nvSpPr>
          <p:cNvPr id="27" name="wm.whiteboard.36.54"/>
          <p:cNvSpPr/>
          <p:nvPr/>
        </p:nvSpPr>
        <p:spPr>
          <a:xfrm>
            <a:off x="723900" y="914400"/>
            <a:ext cx="38100" cy="38100"/>
          </a:xfrm>
          <a:prstGeom prst="rect">
            <a:avLst/>
          </a:prstGeom>
          <a:solidFill>
            <a:srgbClr val="CED7E6">
              <a:alpha val="94671"/>
            </a:srgbClr>
          </a:solidFill>
          <a:ln>
            <a:noFill/>
          </a:ln>
        </p:spPr>
      </p:sp>
      <p:sp>
        <p:nvSpPr>
          <p:cNvPr id="28" name="wm.whiteboard.36.72"/>
          <p:cNvSpPr/>
          <p:nvPr/>
        </p:nvSpPr>
        <p:spPr>
          <a:xfrm>
            <a:off x="723900" y="1143000"/>
            <a:ext cx="38100" cy="38100"/>
          </a:xfrm>
          <a:prstGeom prst="rect">
            <a:avLst/>
          </a:prstGeom>
          <a:solidFill>
            <a:srgbClr val="CED7E6">
              <a:alpha val="79547"/>
            </a:srgbClr>
          </a:solidFill>
          <a:ln>
            <a:noFill/>
          </a:ln>
        </p:spPr>
      </p:sp>
      <p:sp>
        <p:nvSpPr>
          <p:cNvPr id="29" name="wm.whiteboard.36.90"/>
          <p:cNvSpPr/>
          <p:nvPr/>
        </p:nvSpPr>
        <p:spPr>
          <a:xfrm>
            <a:off x="723900" y="1371600"/>
            <a:ext cx="38100" cy="38100"/>
          </a:xfrm>
          <a:prstGeom prst="rect">
            <a:avLst/>
          </a:prstGeom>
          <a:solidFill>
            <a:srgbClr val="CED7E6">
              <a:alpha val="63833"/>
            </a:srgbClr>
          </a:solidFill>
          <a:ln>
            <a:noFill/>
          </a:ln>
        </p:spPr>
      </p:sp>
      <p:sp>
        <p:nvSpPr>
          <p:cNvPr id="30" name="wm.whiteboard.36.108"/>
          <p:cNvSpPr/>
          <p:nvPr/>
        </p:nvSpPr>
        <p:spPr>
          <a:xfrm>
            <a:off x="723900" y="1600200"/>
            <a:ext cx="38100" cy="38100"/>
          </a:xfrm>
          <a:prstGeom prst="rect">
            <a:avLst/>
          </a:prstGeom>
          <a:solidFill>
            <a:srgbClr val="CED7E6">
              <a:alpha val="47790"/>
            </a:srgbClr>
          </a:solidFill>
          <a:ln>
            <a:noFill/>
          </a:ln>
        </p:spPr>
      </p:sp>
      <p:sp>
        <p:nvSpPr>
          <p:cNvPr id="31" name="wm.whiteboard.36.126"/>
          <p:cNvSpPr/>
          <p:nvPr/>
        </p:nvSpPr>
        <p:spPr>
          <a:xfrm>
            <a:off x="723900" y="1828800"/>
            <a:ext cx="38100" cy="38100"/>
          </a:xfrm>
          <a:prstGeom prst="rect">
            <a:avLst/>
          </a:prstGeom>
          <a:solidFill>
            <a:srgbClr val="CED7E6">
              <a:alpha val="31549"/>
            </a:srgbClr>
          </a:solidFill>
          <a:ln>
            <a:noFill/>
          </a:ln>
        </p:spPr>
      </p:sp>
      <p:sp>
        <p:nvSpPr>
          <p:cNvPr id="32" name="wm.whiteboard.36.144"/>
          <p:cNvSpPr/>
          <p:nvPr/>
        </p:nvSpPr>
        <p:spPr>
          <a:xfrm>
            <a:off x="723900" y="2057400"/>
            <a:ext cx="38100" cy="38100"/>
          </a:xfrm>
          <a:prstGeom prst="rect">
            <a:avLst/>
          </a:prstGeom>
          <a:solidFill>
            <a:srgbClr val="CED7E6">
              <a:alpha val="15179"/>
            </a:srgbClr>
          </a:solidFill>
          <a:ln>
            <a:noFill/>
          </a:ln>
        </p:spPr>
      </p:sp>
      <p:sp>
        <p:nvSpPr>
          <p:cNvPr id="33" name="wm.whiteboard.54.0"/>
          <p:cNvSpPr/>
          <p:nvPr/>
        </p:nvSpPr>
        <p:spPr>
          <a:xfrm>
            <a:off x="952500" y="228600"/>
            <a:ext cx="38100" cy="38100"/>
          </a:xfrm>
          <a:prstGeom prst="rect">
            <a:avLst/>
          </a:prstGeom>
          <a:solidFill>
            <a:srgbClr val="CED7E6"/>
          </a:solidFill>
          <a:ln>
            <a:noFill/>
          </a:ln>
        </p:spPr>
      </p:sp>
      <p:sp>
        <p:nvSpPr>
          <p:cNvPr id="34" name="wm.whiteboard.54.18"/>
          <p:cNvSpPr/>
          <p:nvPr/>
        </p:nvSpPr>
        <p:spPr>
          <a:xfrm>
            <a:off x="952500" y="457200"/>
            <a:ext cx="38100" cy="38100"/>
          </a:xfrm>
          <a:prstGeom prst="rect">
            <a:avLst/>
          </a:prstGeom>
          <a:solidFill>
            <a:srgbClr val="CED7E6"/>
          </a:solidFill>
          <a:ln>
            <a:noFill/>
          </a:ln>
        </p:spPr>
      </p:sp>
      <p:sp>
        <p:nvSpPr>
          <p:cNvPr id="35" name="wm.whiteboard.54.36"/>
          <p:cNvSpPr/>
          <p:nvPr/>
        </p:nvSpPr>
        <p:spPr>
          <a:xfrm>
            <a:off x="952500" y="685800"/>
            <a:ext cx="38100" cy="38100"/>
          </a:xfrm>
          <a:prstGeom prst="rect">
            <a:avLst/>
          </a:prstGeom>
          <a:solidFill>
            <a:srgbClr val="CED7E6">
              <a:alpha val="98827"/>
            </a:srgbClr>
          </a:solidFill>
          <a:ln>
            <a:noFill/>
          </a:ln>
        </p:spPr>
      </p:sp>
      <p:sp>
        <p:nvSpPr>
          <p:cNvPr id="36" name="wm.whiteboard.54.54"/>
          <p:cNvSpPr/>
          <p:nvPr/>
        </p:nvSpPr>
        <p:spPr>
          <a:xfrm>
            <a:off x="952500" y="914400"/>
            <a:ext cx="38100" cy="38100"/>
          </a:xfrm>
          <a:prstGeom prst="rect">
            <a:avLst/>
          </a:prstGeom>
          <a:solidFill>
            <a:srgbClr val="CED7E6">
              <a:alpha val="86895"/>
            </a:srgbClr>
          </a:solidFill>
          <a:ln>
            <a:noFill/>
          </a:ln>
        </p:spPr>
      </p:sp>
      <p:sp>
        <p:nvSpPr>
          <p:cNvPr id="37" name="wm.whiteboard.54.72"/>
          <p:cNvSpPr/>
          <p:nvPr/>
        </p:nvSpPr>
        <p:spPr>
          <a:xfrm>
            <a:off x="952500" y="1143000"/>
            <a:ext cx="38100" cy="38100"/>
          </a:xfrm>
          <a:prstGeom prst="rect">
            <a:avLst/>
          </a:prstGeom>
          <a:solidFill>
            <a:srgbClr val="CED7E6">
              <a:alpha val="73217"/>
            </a:srgbClr>
          </a:solidFill>
          <a:ln>
            <a:noFill/>
          </a:ln>
        </p:spPr>
      </p:sp>
      <p:sp>
        <p:nvSpPr>
          <p:cNvPr id="38" name="wm.whiteboard.54.90"/>
          <p:cNvSpPr/>
          <p:nvPr/>
        </p:nvSpPr>
        <p:spPr>
          <a:xfrm>
            <a:off x="952500" y="1371600"/>
            <a:ext cx="38100" cy="38100"/>
          </a:xfrm>
          <a:prstGeom prst="rect">
            <a:avLst/>
          </a:prstGeom>
          <a:solidFill>
            <a:srgbClr val="CED7E6">
              <a:alpha val="58541"/>
            </a:srgbClr>
          </a:solidFill>
          <a:ln>
            <a:noFill/>
          </a:ln>
        </p:spPr>
      </p:sp>
      <p:sp>
        <p:nvSpPr>
          <p:cNvPr id="39" name="wm.whiteboard.54.108"/>
          <p:cNvSpPr/>
          <p:nvPr/>
        </p:nvSpPr>
        <p:spPr>
          <a:xfrm>
            <a:off x="952500" y="1600200"/>
            <a:ext cx="38100" cy="38100"/>
          </a:xfrm>
          <a:prstGeom prst="rect">
            <a:avLst/>
          </a:prstGeom>
          <a:solidFill>
            <a:srgbClr val="CED7E6">
              <a:alpha val="43263"/>
            </a:srgbClr>
          </a:solidFill>
          <a:ln>
            <a:noFill/>
          </a:ln>
        </p:spPr>
      </p:sp>
      <p:sp>
        <p:nvSpPr>
          <p:cNvPr id="40" name="wm.whiteboard.54.126"/>
          <p:cNvSpPr/>
          <p:nvPr/>
        </p:nvSpPr>
        <p:spPr>
          <a:xfrm>
            <a:off x="952500" y="1828800"/>
            <a:ext cx="38100" cy="38100"/>
          </a:xfrm>
          <a:prstGeom prst="rect">
            <a:avLst/>
          </a:prstGeom>
          <a:solidFill>
            <a:srgbClr val="CED7E6">
              <a:alpha val="27603"/>
            </a:srgbClr>
          </a:solidFill>
          <a:ln>
            <a:noFill/>
          </a:ln>
        </p:spPr>
      </p:sp>
      <p:sp>
        <p:nvSpPr>
          <p:cNvPr id="41" name="wm.whiteboard.54.144"/>
          <p:cNvSpPr/>
          <p:nvPr/>
        </p:nvSpPr>
        <p:spPr>
          <a:xfrm>
            <a:off x="952500" y="2057400"/>
            <a:ext cx="38100" cy="38100"/>
          </a:xfrm>
          <a:prstGeom prst="rect">
            <a:avLst/>
          </a:prstGeom>
          <a:solidFill>
            <a:srgbClr val="CED7E6">
              <a:alpha val="11687"/>
            </a:srgbClr>
          </a:solidFill>
          <a:ln>
            <a:noFill/>
          </a:ln>
        </p:spPr>
      </p:sp>
      <p:sp>
        <p:nvSpPr>
          <p:cNvPr id="42" name="wm.whiteboard.72.0"/>
          <p:cNvSpPr/>
          <p:nvPr/>
        </p:nvSpPr>
        <p:spPr>
          <a:xfrm>
            <a:off x="1181100" y="228600"/>
            <a:ext cx="38100" cy="38100"/>
          </a:xfrm>
          <a:prstGeom prst="rect">
            <a:avLst/>
          </a:prstGeom>
          <a:solidFill>
            <a:srgbClr val="CED7E6">
              <a:alpha val="97572"/>
            </a:srgbClr>
          </a:solidFill>
          <a:ln>
            <a:noFill/>
          </a:ln>
        </p:spPr>
      </p:sp>
      <p:sp>
        <p:nvSpPr>
          <p:cNvPr id="43" name="wm.whiteboard.72.18"/>
          <p:cNvSpPr/>
          <p:nvPr/>
        </p:nvSpPr>
        <p:spPr>
          <a:xfrm>
            <a:off x="1181100" y="457200"/>
            <a:ext cx="38100" cy="38100"/>
          </a:xfrm>
          <a:prstGeom prst="rect">
            <a:avLst/>
          </a:prstGeom>
          <a:solidFill>
            <a:srgbClr val="CED7E6">
              <a:alpha val="94724"/>
            </a:srgbClr>
          </a:solidFill>
          <a:ln>
            <a:noFill/>
          </a:ln>
        </p:spPr>
      </p:sp>
      <p:sp>
        <p:nvSpPr>
          <p:cNvPr id="44" name="wm.whiteboard.72.36"/>
          <p:cNvSpPr/>
          <p:nvPr/>
        </p:nvSpPr>
        <p:spPr>
          <a:xfrm>
            <a:off x="1181100" y="685800"/>
            <a:ext cx="38100" cy="38100"/>
          </a:xfrm>
          <a:prstGeom prst="rect">
            <a:avLst/>
          </a:prstGeom>
          <a:solidFill>
            <a:srgbClr val="CED7E6">
              <a:alpha val="87609"/>
            </a:srgbClr>
          </a:solidFill>
          <a:ln>
            <a:noFill/>
          </a:ln>
        </p:spPr>
      </p:sp>
      <p:sp>
        <p:nvSpPr>
          <p:cNvPr id="45" name="wm.whiteboard.72.54"/>
          <p:cNvSpPr/>
          <p:nvPr/>
        </p:nvSpPr>
        <p:spPr>
          <a:xfrm>
            <a:off x="1181100" y="914400"/>
            <a:ext cx="38100" cy="38100"/>
          </a:xfrm>
          <a:prstGeom prst="rect">
            <a:avLst/>
          </a:prstGeom>
          <a:solidFill>
            <a:srgbClr val="CED7E6">
              <a:alpha val="77408"/>
            </a:srgbClr>
          </a:solidFill>
          <a:ln>
            <a:noFill/>
          </a:ln>
        </p:spPr>
      </p:sp>
      <p:sp>
        <p:nvSpPr>
          <p:cNvPr id="46" name="wm.whiteboard.72.72"/>
          <p:cNvSpPr/>
          <p:nvPr/>
        </p:nvSpPr>
        <p:spPr>
          <a:xfrm>
            <a:off x="1181100" y="1143000"/>
            <a:ext cx="38100" cy="38100"/>
          </a:xfrm>
          <a:prstGeom prst="rect">
            <a:avLst/>
          </a:prstGeom>
          <a:solidFill>
            <a:srgbClr val="CED7E6">
              <a:alpha val="65181"/>
            </a:srgbClr>
          </a:solidFill>
          <a:ln>
            <a:noFill/>
          </a:ln>
        </p:spPr>
      </p:sp>
      <p:sp>
        <p:nvSpPr>
          <p:cNvPr id="47" name="wm.whiteboard.72.90"/>
          <p:cNvSpPr/>
          <p:nvPr/>
        </p:nvSpPr>
        <p:spPr>
          <a:xfrm>
            <a:off x="1181100" y="1371600"/>
            <a:ext cx="38100" cy="38100"/>
          </a:xfrm>
          <a:prstGeom prst="rect">
            <a:avLst/>
          </a:prstGeom>
          <a:solidFill>
            <a:srgbClr val="CED7E6">
              <a:alpha val="51653"/>
            </a:srgbClr>
          </a:solidFill>
          <a:ln>
            <a:noFill/>
          </a:ln>
        </p:spPr>
      </p:sp>
      <p:sp>
        <p:nvSpPr>
          <p:cNvPr id="48" name="wm.whiteboard.72.108"/>
          <p:cNvSpPr/>
          <p:nvPr/>
        </p:nvSpPr>
        <p:spPr>
          <a:xfrm>
            <a:off x="1181100" y="1600200"/>
            <a:ext cx="38100" cy="38100"/>
          </a:xfrm>
          <a:prstGeom prst="rect">
            <a:avLst/>
          </a:prstGeom>
          <a:solidFill>
            <a:srgbClr val="CED7E6">
              <a:alpha val="37275"/>
            </a:srgbClr>
          </a:solidFill>
          <a:ln>
            <a:noFill/>
          </a:ln>
        </p:spPr>
      </p:sp>
      <p:sp>
        <p:nvSpPr>
          <p:cNvPr id="49" name="wm.whiteboard.72.126"/>
          <p:cNvSpPr/>
          <p:nvPr/>
        </p:nvSpPr>
        <p:spPr>
          <a:xfrm>
            <a:off x="1181100" y="1828800"/>
            <a:ext cx="38100" cy="38100"/>
          </a:xfrm>
          <a:prstGeom prst="rect">
            <a:avLst/>
          </a:prstGeom>
          <a:solidFill>
            <a:srgbClr val="CED7E6">
              <a:alpha val="22326"/>
            </a:srgbClr>
          </a:solidFill>
          <a:ln>
            <a:noFill/>
          </a:ln>
        </p:spPr>
      </p:sp>
      <p:sp>
        <p:nvSpPr>
          <p:cNvPr id="50" name="wm.whiteboard.72.144"/>
          <p:cNvSpPr/>
          <p:nvPr/>
        </p:nvSpPr>
        <p:spPr>
          <a:xfrm>
            <a:off x="1181100" y="2057400"/>
            <a:ext cx="38100" cy="38100"/>
          </a:xfrm>
          <a:prstGeom prst="rect">
            <a:avLst/>
          </a:prstGeom>
          <a:solidFill>
            <a:srgbClr val="CED7E6">
              <a:alpha val="6980"/>
            </a:srgbClr>
          </a:solidFill>
          <a:ln>
            <a:noFill/>
          </a:ln>
        </p:spPr>
      </p:sp>
      <p:sp>
        <p:nvSpPr>
          <p:cNvPr id="51" name="wm.whiteboard.90.0"/>
          <p:cNvSpPr/>
          <p:nvPr/>
        </p:nvSpPr>
        <p:spPr>
          <a:xfrm>
            <a:off x="1409700" y="228600"/>
            <a:ext cx="38100" cy="38100"/>
          </a:xfrm>
          <a:prstGeom prst="rect">
            <a:avLst/>
          </a:prstGeom>
          <a:solidFill>
            <a:srgbClr val="CED7E6">
              <a:alpha val="83798"/>
            </a:srgbClr>
          </a:solidFill>
          <a:ln>
            <a:noFill/>
          </a:ln>
        </p:spPr>
      </p:sp>
      <p:sp>
        <p:nvSpPr>
          <p:cNvPr id="52" name="wm.whiteboard.90.18"/>
          <p:cNvSpPr/>
          <p:nvPr/>
        </p:nvSpPr>
        <p:spPr>
          <a:xfrm>
            <a:off x="1409700" y="457200"/>
            <a:ext cx="38100" cy="38100"/>
          </a:xfrm>
          <a:prstGeom prst="rect">
            <a:avLst/>
          </a:prstGeom>
          <a:solidFill>
            <a:srgbClr val="CED7E6">
              <a:alpha val="81490"/>
            </a:srgbClr>
          </a:solidFill>
          <a:ln>
            <a:noFill/>
          </a:ln>
        </p:spPr>
      </p:sp>
      <p:sp>
        <p:nvSpPr>
          <p:cNvPr id="53" name="wm.whiteboard.90.36"/>
          <p:cNvSpPr/>
          <p:nvPr/>
        </p:nvSpPr>
        <p:spPr>
          <a:xfrm>
            <a:off x="1409700" y="685800"/>
            <a:ext cx="38100" cy="38100"/>
          </a:xfrm>
          <a:prstGeom prst="rect">
            <a:avLst/>
          </a:prstGeom>
          <a:solidFill>
            <a:srgbClr val="CED7E6">
              <a:alpha val="75569"/>
            </a:srgbClr>
          </a:solidFill>
          <a:ln>
            <a:noFill/>
          </a:ln>
        </p:spPr>
      </p:sp>
      <p:sp>
        <p:nvSpPr>
          <p:cNvPr id="54" name="wm.whiteboard.90.54"/>
          <p:cNvSpPr/>
          <p:nvPr/>
        </p:nvSpPr>
        <p:spPr>
          <a:xfrm>
            <a:off x="1409700" y="914400"/>
            <a:ext cx="38100" cy="38100"/>
          </a:xfrm>
          <a:prstGeom prst="rect">
            <a:avLst/>
          </a:prstGeom>
          <a:solidFill>
            <a:srgbClr val="CED7E6">
              <a:alpha val="66767"/>
            </a:srgbClr>
          </a:solidFill>
          <a:ln>
            <a:noFill/>
          </a:ln>
        </p:spPr>
      </p:sp>
      <p:sp>
        <p:nvSpPr>
          <p:cNvPr id="55" name="wm.whiteboard.90.72"/>
          <p:cNvSpPr/>
          <p:nvPr/>
        </p:nvSpPr>
        <p:spPr>
          <a:xfrm>
            <a:off x="1409700" y="1143000"/>
            <a:ext cx="38100" cy="38100"/>
          </a:xfrm>
          <a:prstGeom prst="rect">
            <a:avLst/>
          </a:prstGeom>
          <a:solidFill>
            <a:srgbClr val="CED7E6">
              <a:alpha val="55859"/>
            </a:srgbClr>
          </a:solidFill>
          <a:ln>
            <a:noFill/>
          </a:ln>
        </p:spPr>
      </p:sp>
      <p:sp>
        <p:nvSpPr>
          <p:cNvPr id="56" name="wm.whiteboard.90.90"/>
          <p:cNvSpPr/>
          <p:nvPr/>
        </p:nvSpPr>
        <p:spPr>
          <a:xfrm>
            <a:off x="1409700" y="1371600"/>
            <a:ext cx="38100" cy="38100"/>
          </a:xfrm>
          <a:prstGeom prst="rect">
            <a:avLst/>
          </a:prstGeom>
          <a:solidFill>
            <a:srgbClr val="CED7E6">
              <a:alpha val="43468"/>
            </a:srgbClr>
          </a:solidFill>
          <a:ln>
            <a:noFill/>
          </a:ln>
        </p:spPr>
      </p:sp>
      <p:sp>
        <p:nvSpPr>
          <p:cNvPr id="57" name="wm.whiteboard.90.108"/>
          <p:cNvSpPr/>
          <p:nvPr/>
        </p:nvSpPr>
        <p:spPr>
          <a:xfrm>
            <a:off x="1409700" y="1600200"/>
            <a:ext cx="38100" cy="38100"/>
          </a:xfrm>
          <a:prstGeom prst="rect">
            <a:avLst/>
          </a:prstGeom>
          <a:solidFill>
            <a:srgbClr val="CED7E6">
              <a:alpha val="30037"/>
            </a:srgbClr>
          </a:solidFill>
          <a:ln>
            <a:noFill/>
          </a:ln>
        </p:spPr>
      </p:sp>
      <p:sp>
        <p:nvSpPr>
          <p:cNvPr id="58" name="wm.whiteboard.90.126"/>
          <p:cNvSpPr/>
          <p:nvPr/>
        </p:nvSpPr>
        <p:spPr>
          <a:xfrm>
            <a:off x="1409700" y="1828800"/>
            <a:ext cx="38100" cy="38100"/>
          </a:xfrm>
          <a:prstGeom prst="rect">
            <a:avLst/>
          </a:prstGeom>
          <a:solidFill>
            <a:srgbClr val="CED7E6">
              <a:alpha val="15870"/>
            </a:srgbClr>
          </a:solidFill>
          <a:ln>
            <a:noFill/>
          </a:ln>
        </p:spPr>
      </p:sp>
      <p:sp>
        <p:nvSpPr>
          <p:cNvPr id="59" name="wm.whiteboard.90.144"/>
          <p:cNvSpPr/>
          <p:nvPr/>
        </p:nvSpPr>
        <p:spPr>
          <a:xfrm>
            <a:off x="1409700" y="2057400"/>
            <a:ext cx="38100" cy="38100"/>
          </a:xfrm>
          <a:prstGeom prst="rect">
            <a:avLst/>
          </a:prstGeom>
          <a:solidFill>
            <a:srgbClr val="CED7E6">
              <a:alpha val="1171"/>
            </a:srgbClr>
          </a:solidFill>
          <a:ln>
            <a:noFill/>
          </a:ln>
        </p:spPr>
      </p:sp>
      <p:sp>
        <p:nvSpPr>
          <p:cNvPr id="60" name="wm.whiteboard.108.0"/>
          <p:cNvSpPr/>
          <p:nvPr/>
        </p:nvSpPr>
        <p:spPr>
          <a:xfrm>
            <a:off x="1638300" y="228600"/>
            <a:ext cx="38100" cy="38100"/>
          </a:xfrm>
          <a:prstGeom prst="rect">
            <a:avLst/>
          </a:prstGeom>
          <a:solidFill>
            <a:srgbClr val="CED7E6">
              <a:alpha val="70023"/>
            </a:srgbClr>
          </a:solidFill>
          <a:ln>
            <a:noFill/>
          </a:ln>
        </p:spPr>
      </p:sp>
      <p:sp>
        <p:nvSpPr>
          <p:cNvPr id="61" name="wm.whiteboard.108.18"/>
          <p:cNvSpPr/>
          <p:nvPr/>
        </p:nvSpPr>
        <p:spPr>
          <a:xfrm>
            <a:off x="1638300" y="457200"/>
            <a:ext cx="38100" cy="38100"/>
          </a:xfrm>
          <a:prstGeom prst="rect">
            <a:avLst/>
          </a:prstGeom>
          <a:solidFill>
            <a:srgbClr val="CED7E6">
              <a:alpha val="68085"/>
            </a:srgbClr>
          </a:solidFill>
          <a:ln>
            <a:noFill/>
          </a:ln>
        </p:spPr>
      </p:sp>
      <p:sp>
        <p:nvSpPr>
          <p:cNvPr id="62" name="wm.whiteboard.108.36"/>
          <p:cNvSpPr/>
          <p:nvPr/>
        </p:nvSpPr>
        <p:spPr>
          <a:xfrm>
            <a:off x="1638300" y="685800"/>
            <a:ext cx="38100" cy="38100"/>
          </a:xfrm>
          <a:prstGeom prst="rect">
            <a:avLst/>
          </a:prstGeom>
          <a:solidFill>
            <a:srgbClr val="CED7E6">
              <a:alpha val="63033"/>
            </a:srgbClr>
          </a:solidFill>
          <a:ln>
            <a:noFill/>
          </a:ln>
        </p:spPr>
      </p:sp>
      <p:sp>
        <p:nvSpPr>
          <p:cNvPr id="63" name="wm.whiteboard.108.54"/>
          <p:cNvSpPr/>
          <p:nvPr/>
        </p:nvSpPr>
        <p:spPr>
          <a:xfrm>
            <a:off x="1638300" y="914400"/>
            <a:ext cx="38100" cy="38100"/>
          </a:xfrm>
          <a:prstGeom prst="rect">
            <a:avLst/>
          </a:prstGeom>
          <a:solidFill>
            <a:srgbClr val="CED7E6">
              <a:alpha val="55346"/>
            </a:srgbClr>
          </a:solidFill>
          <a:ln>
            <a:noFill/>
          </a:ln>
        </p:spPr>
      </p:sp>
      <p:sp>
        <p:nvSpPr>
          <p:cNvPr id="64" name="wm.whiteboard.108.72"/>
          <p:cNvSpPr/>
          <p:nvPr/>
        </p:nvSpPr>
        <p:spPr>
          <a:xfrm>
            <a:off x="1638300" y="1143000"/>
            <a:ext cx="38100" cy="38100"/>
          </a:xfrm>
          <a:prstGeom prst="rect">
            <a:avLst/>
          </a:prstGeom>
          <a:solidFill>
            <a:srgbClr val="CED7E6">
              <a:alpha val="45583"/>
            </a:srgbClr>
          </a:solidFill>
          <a:ln>
            <a:noFill/>
          </a:ln>
        </p:spPr>
      </p:sp>
      <p:sp>
        <p:nvSpPr>
          <p:cNvPr id="65" name="wm.whiteboard.108.90"/>
          <p:cNvSpPr/>
          <p:nvPr/>
        </p:nvSpPr>
        <p:spPr>
          <a:xfrm>
            <a:off x="1638300" y="1371600"/>
            <a:ext cx="38100" cy="38100"/>
          </a:xfrm>
          <a:prstGeom prst="rect">
            <a:avLst/>
          </a:prstGeom>
          <a:solidFill>
            <a:srgbClr val="CED7E6">
              <a:alpha val="34251"/>
            </a:srgbClr>
          </a:solidFill>
          <a:ln>
            <a:noFill/>
          </a:ln>
        </p:spPr>
      </p:sp>
      <p:sp>
        <p:nvSpPr>
          <p:cNvPr id="66" name="wm.whiteboard.108.108"/>
          <p:cNvSpPr/>
          <p:nvPr/>
        </p:nvSpPr>
        <p:spPr>
          <a:xfrm>
            <a:off x="1638300" y="1600200"/>
            <a:ext cx="38100" cy="38100"/>
          </a:xfrm>
          <a:prstGeom prst="rect">
            <a:avLst/>
          </a:prstGeom>
          <a:solidFill>
            <a:srgbClr val="CED7E6">
              <a:alpha val="21754"/>
            </a:srgbClr>
          </a:solidFill>
          <a:ln>
            <a:noFill/>
          </a:ln>
        </p:spPr>
      </p:sp>
      <p:sp>
        <p:nvSpPr>
          <p:cNvPr id="67" name="wm.whiteboard.108.126"/>
          <p:cNvSpPr/>
          <p:nvPr/>
        </p:nvSpPr>
        <p:spPr>
          <a:xfrm>
            <a:off x="1638300" y="1828800"/>
            <a:ext cx="38100" cy="38100"/>
          </a:xfrm>
          <a:prstGeom prst="rect">
            <a:avLst/>
          </a:prstGeom>
          <a:solidFill>
            <a:srgbClr val="CED7E6">
              <a:alpha val="8391"/>
            </a:srgbClr>
          </a:solidFill>
          <a:ln>
            <a:noFill/>
          </a:ln>
        </p:spPr>
      </p:sp>
      <p:sp>
        <p:nvSpPr>
          <p:cNvPr id="68" name="wm.whiteboard.126.0"/>
          <p:cNvSpPr/>
          <p:nvPr/>
        </p:nvSpPr>
        <p:spPr>
          <a:xfrm>
            <a:off x="1866900" y="228600"/>
            <a:ext cx="38100" cy="38100"/>
          </a:xfrm>
          <a:prstGeom prst="rect">
            <a:avLst/>
          </a:prstGeom>
          <a:solidFill>
            <a:srgbClr val="CED7E6">
              <a:alpha val="56247"/>
            </a:srgbClr>
          </a:solidFill>
          <a:ln>
            <a:noFill/>
          </a:ln>
        </p:spPr>
      </p:sp>
      <p:sp>
        <p:nvSpPr>
          <p:cNvPr id="69" name="wm.whiteboard.126.18"/>
          <p:cNvSpPr/>
          <p:nvPr/>
        </p:nvSpPr>
        <p:spPr>
          <a:xfrm>
            <a:off x="1866900" y="457200"/>
            <a:ext cx="38100" cy="38100"/>
          </a:xfrm>
          <a:prstGeom prst="rect">
            <a:avLst/>
          </a:prstGeom>
          <a:solidFill>
            <a:srgbClr val="CED7E6">
              <a:alpha val="54578"/>
            </a:srgbClr>
          </a:solidFill>
          <a:ln>
            <a:noFill/>
          </a:ln>
        </p:spPr>
      </p:sp>
      <p:sp>
        <p:nvSpPr>
          <p:cNvPr id="70" name="wm.whiteboard.126.36"/>
          <p:cNvSpPr/>
          <p:nvPr/>
        </p:nvSpPr>
        <p:spPr>
          <a:xfrm>
            <a:off x="1866900" y="685800"/>
            <a:ext cx="38100" cy="38100"/>
          </a:xfrm>
          <a:prstGeom prst="rect">
            <a:avLst/>
          </a:prstGeom>
          <a:solidFill>
            <a:srgbClr val="CED7E6">
              <a:alpha val="50182"/>
            </a:srgbClr>
          </a:solidFill>
          <a:ln>
            <a:noFill/>
          </a:ln>
        </p:spPr>
      </p:sp>
      <p:sp>
        <p:nvSpPr>
          <p:cNvPr id="71" name="wm.whiteboard.126.54"/>
          <p:cNvSpPr/>
          <p:nvPr/>
        </p:nvSpPr>
        <p:spPr>
          <a:xfrm>
            <a:off x="1866900" y="914400"/>
            <a:ext cx="38100" cy="38100"/>
          </a:xfrm>
          <a:prstGeom prst="rect">
            <a:avLst/>
          </a:prstGeom>
          <a:solidFill>
            <a:srgbClr val="CED7E6">
              <a:alpha val="43386"/>
            </a:srgbClr>
          </a:solidFill>
          <a:ln>
            <a:noFill/>
          </a:ln>
        </p:spPr>
      </p:sp>
      <p:sp>
        <p:nvSpPr>
          <p:cNvPr id="72" name="wm.whiteboard.126.72"/>
          <p:cNvSpPr/>
          <p:nvPr/>
        </p:nvSpPr>
        <p:spPr>
          <a:xfrm>
            <a:off x="1866900" y="1143000"/>
            <a:ext cx="38100" cy="38100"/>
          </a:xfrm>
          <a:prstGeom prst="rect">
            <a:avLst/>
          </a:prstGeom>
          <a:solidFill>
            <a:srgbClr val="CED7E6">
              <a:alpha val="34598"/>
            </a:srgbClr>
          </a:solidFill>
          <a:ln>
            <a:noFill/>
          </a:ln>
        </p:spPr>
      </p:sp>
      <p:sp>
        <p:nvSpPr>
          <p:cNvPr id="73" name="wm.whiteboard.126.90"/>
          <p:cNvSpPr/>
          <p:nvPr/>
        </p:nvSpPr>
        <p:spPr>
          <a:xfrm>
            <a:off x="1866900" y="1371600"/>
            <a:ext cx="38100" cy="38100"/>
          </a:xfrm>
          <a:prstGeom prst="rect">
            <a:avLst/>
          </a:prstGeom>
          <a:solidFill>
            <a:srgbClr val="CED7E6">
              <a:alpha val="24223"/>
            </a:srgbClr>
          </a:solidFill>
          <a:ln>
            <a:noFill/>
          </a:ln>
        </p:spPr>
      </p:sp>
      <p:sp>
        <p:nvSpPr>
          <p:cNvPr id="74" name="wm.whiteboard.126.108"/>
          <p:cNvSpPr/>
          <p:nvPr/>
        </p:nvSpPr>
        <p:spPr>
          <a:xfrm>
            <a:off x="1866900" y="1600200"/>
            <a:ext cx="38100" cy="38100"/>
          </a:xfrm>
          <a:prstGeom prst="rect">
            <a:avLst/>
          </a:prstGeom>
          <a:solidFill>
            <a:srgbClr val="CED7E6">
              <a:alpha val="12610"/>
            </a:srgbClr>
          </a:solidFill>
          <a:ln>
            <a:noFill/>
          </a:ln>
        </p:spPr>
      </p:sp>
      <p:sp>
        <p:nvSpPr>
          <p:cNvPr id="75" name="wm.whiteboard.126.126"/>
          <p:cNvSpPr/>
          <p:nvPr/>
        </p:nvSpPr>
        <p:spPr>
          <a:xfrm>
            <a:off x="1866900" y="1828800"/>
            <a:ext cx="38100" cy="38100"/>
          </a:xfrm>
          <a:prstGeom prst="rect">
            <a:avLst/>
          </a:prstGeom>
          <a:solidFill>
            <a:srgbClr val="CED7E6">
              <a:alpha val="40"/>
            </a:srgbClr>
          </a:solidFill>
          <a:ln>
            <a:noFill/>
          </a:ln>
        </p:spPr>
      </p:sp>
      <p:sp>
        <p:nvSpPr>
          <p:cNvPr id="76" name="wm.whiteboard.144.0"/>
          <p:cNvSpPr/>
          <p:nvPr/>
        </p:nvSpPr>
        <p:spPr>
          <a:xfrm>
            <a:off x="2095500" y="228600"/>
            <a:ext cx="38100" cy="38100"/>
          </a:xfrm>
          <a:prstGeom prst="rect">
            <a:avLst/>
          </a:prstGeom>
          <a:solidFill>
            <a:srgbClr val="CED7E6">
              <a:alpha val="42471"/>
            </a:srgbClr>
          </a:solidFill>
          <a:ln>
            <a:noFill/>
          </a:ln>
        </p:spPr>
      </p:sp>
      <p:sp>
        <p:nvSpPr>
          <p:cNvPr id="77" name="wm.whiteboard.144.18"/>
          <p:cNvSpPr/>
          <p:nvPr/>
        </p:nvSpPr>
        <p:spPr>
          <a:xfrm>
            <a:off x="2095500" y="457200"/>
            <a:ext cx="38100" cy="38100"/>
          </a:xfrm>
          <a:prstGeom prst="rect">
            <a:avLst/>
          </a:prstGeom>
          <a:solidFill>
            <a:srgbClr val="CED7E6">
              <a:alpha val="41005"/>
            </a:srgbClr>
          </a:solidFill>
          <a:ln>
            <a:noFill/>
          </a:ln>
        </p:spPr>
      </p:sp>
      <p:sp>
        <p:nvSpPr>
          <p:cNvPr id="78" name="wm.whiteboard.144.36"/>
          <p:cNvSpPr/>
          <p:nvPr/>
        </p:nvSpPr>
        <p:spPr>
          <a:xfrm>
            <a:off x="2095500" y="685800"/>
            <a:ext cx="38100" cy="38100"/>
          </a:xfrm>
          <a:prstGeom prst="rect">
            <a:avLst/>
          </a:prstGeom>
          <a:solidFill>
            <a:srgbClr val="CED7E6">
              <a:alpha val="37120"/>
            </a:srgbClr>
          </a:solidFill>
          <a:ln>
            <a:noFill/>
          </a:ln>
        </p:spPr>
      </p:sp>
      <p:sp>
        <p:nvSpPr>
          <p:cNvPr id="79" name="wm.whiteboard.144.54"/>
          <p:cNvSpPr/>
          <p:nvPr/>
        </p:nvSpPr>
        <p:spPr>
          <a:xfrm>
            <a:off x="2095500" y="914400"/>
            <a:ext cx="38100" cy="38100"/>
          </a:xfrm>
          <a:prstGeom prst="rect">
            <a:avLst/>
          </a:prstGeom>
          <a:solidFill>
            <a:srgbClr val="CED7E6">
              <a:alpha val="31044"/>
            </a:srgbClr>
          </a:solidFill>
          <a:ln>
            <a:noFill/>
          </a:ln>
        </p:spPr>
      </p:sp>
      <p:sp>
        <p:nvSpPr>
          <p:cNvPr id="80" name="wm.whiteboard.144.72"/>
          <p:cNvSpPr/>
          <p:nvPr/>
        </p:nvSpPr>
        <p:spPr>
          <a:xfrm>
            <a:off x="2095500" y="1143000"/>
            <a:ext cx="38100" cy="38100"/>
          </a:xfrm>
          <a:prstGeom prst="rect">
            <a:avLst/>
          </a:prstGeom>
          <a:solidFill>
            <a:srgbClr val="CED7E6">
              <a:alpha val="23083"/>
            </a:srgbClr>
          </a:solidFill>
          <a:ln>
            <a:noFill/>
          </a:ln>
        </p:spPr>
      </p:sp>
      <p:sp>
        <p:nvSpPr>
          <p:cNvPr id="81" name="wm.whiteboard.144.90"/>
          <p:cNvSpPr/>
          <p:nvPr/>
        </p:nvSpPr>
        <p:spPr>
          <a:xfrm>
            <a:off x="2095500" y="1371600"/>
            <a:ext cx="38100" cy="38100"/>
          </a:xfrm>
          <a:prstGeom prst="rect">
            <a:avLst/>
          </a:prstGeom>
          <a:solidFill>
            <a:srgbClr val="CED7E6">
              <a:alpha val="13557"/>
            </a:srgbClr>
          </a:solidFill>
          <a:ln>
            <a:noFill/>
          </a:ln>
        </p:spPr>
      </p:sp>
      <p:sp>
        <p:nvSpPr>
          <p:cNvPr id="82" name="wm.whiteboard.144.108"/>
          <p:cNvSpPr/>
          <p:nvPr/>
        </p:nvSpPr>
        <p:spPr>
          <a:xfrm>
            <a:off x="2095500" y="1600200"/>
            <a:ext cx="38100" cy="38100"/>
          </a:xfrm>
          <a:prstGeom prst="rect">
            <a:avLst/>
          </a:prstGeom>
          <a:solidFill>
            <a:srgbClr val="CED7E6">
              <a:alpha val="2762"/>
            </a:srgbClr>
          </a:solidFill>
          <a:ln>
            <a:noFill/>
          </a:ln>
        </p:spPr>
      </p:sp>
      <p:sp>
        <p:nvSpPr>
          <p:cNvPr id="83" name="wm.whiteboard.162.0"/>
          <p:cNvSpPr/>
          <p:nvPr/>
        </p:nvSpPr>
        <p:spPr>
          <a:xfrm>
            <a:off x="2324100" y="228600"/>
            <a:ext cx="38100" cy="38100"/>
          </a:xfrm>
          <a:prstGeom prst="rect">
            <a:avLst/>
          </a:prstGeom>
          <a:solidFill>
            <a:srgbClr val="CED7E6">
              <a:alpha val="28695"/>
            </a:srgbClr>
          </a:solidFill>
          <a:ln>
            <a:noFill/>
          </a:ln>
        </p:spPr>
      </p:sp>
      <p:sp>
        <p:nvSpPr>
          <p:cNvPr id="84" name="wm.whiteboard.162.18"/>
          <p:cNvSpPr/>
          <p:nvPr/>
        </p:nvSpPr>
        <p:spPr>
          <a:xfrm>
            <a:off x="2324100" y="457200"/>
            <a:ext cx="38100" cy="38100"/>
          </a:xfrm>
          <a:prstGeom prst="rect">
            <a:avLst/>
          </a:prstGeom>
          <a:solidFill>
            <a:srgbClr val="CED7E6">
              <a:alpha val="27389"/>
            </a:srgbClr>
          </a:solidFill>
          <a:ln>
            <a:noFill/>
          </a:ln>
        </p:spPr>
      </p:sp>
      <p:sp>
        <p:nvSpPr>
          <p:cNvPr id="85" name="wm.whiteboard.162.36"/>
          <p:cNvSpPr/>
          <p:nvPr/>
        </p:nvSpPr>
        <p:spPr>
          <a:xfrm>
            <a:off x="2324100" y="685800"/>
            <a:ext cx="38100" cy="38100"/>
          </a:xfrm>
          <a:prstGeom prst="rect">
            <a:avLst/>
          </a:prstGeom>
          <a:solidFill>
            <a:srgbClr val="CED7E6">
              <a:alpha val="23910"/>
            </a:srgbClr>
          </a:solidFill>
          <a:ln>
            <a:noFill/>
          </a:ln>
        </p:spPr>
      </p:sp>
      <p:sp>
        <p:nvSpPr>
          <p:cNvPr id="86" name="wm.whiteboard.162.54"/>
          <p:cNvSpPr/>
          <p:nvPr/>
        </p:nvSpPr>
        <p:spPr>
          <a:xfrm>
            <a:off x="2324100" y="914400"/>
            <a:ext cx="38100" cy="38100"/>
          </a:xfrm>
          <a:prstGeom prst="rect">
            <a:avLst/>
          </a:prstGeom>
          <a:solidFill>
            <a:srgbClr val="CED7E6">
              <a:alpha val="18425"/>
            </a:srgbClr>
          </a:solidFill>
          <a:ln>
            <a:noFill/>
          </a:ln>
        </p:spPr>
      </p:sp>
      <p:sp>
        <p:nvSpPr>
          <p:cNvPr id="87" name="wm.whiteboard.162.72"/>
          <p:cNvSpPr/>
          <p:nvPr/>
        </p:nvSpPr>
        <p:spPr>
          <a:xfrm>
            <a:off x="2324100" y="1143000"/>
            <a:ext cx="38100" cy="38100"/>
          </a:xfrm>
          <a:prstGeom prst="rect">
            <a:avLst/>
          </a:prstGeom>
          <a:solidFill>
            <a:srgbClr val="CED7E6">
              <a:alpha val="11167"/>
            </a:srgbClr>
          </a:solidFill>
          <a:ln>
            <a:noFill/>
          </a:ln>
        </p:spPr>
      </p:sp>
      <p:sp>
        <p:nvSpPr>
          <p:cNvPr id="88" name="wm.whiteboard.162.90"/>
          <p:cNvSpPr/>
          <p:nvPr/>
        </p:nvSpPr>
        <p:spPr>
          <a:xfrm>
            <a:off x="2324100" y="1371600"/>
            <a:ext cx="38100" cy="38100"/>
          </a:xfrm>
          <a:prstGeom prst="rect">
            <a:avLst/>
          </a:prstGeom>
          <a:solidFill>
            <a:srgbClr val="CED7E6">
              <a:alpha val="2388"/>
            </a:srgbClr>
          </a:solidFill>
          <a:ln>
            <a:noFill/>
          </a:ln>
        </p:spPr>
      </p:sp>
      <p:sp>
        <p:nvSpPr>
          <p:cNvPr id="89" name="wm.whiteboard.180.0"/>
          <p:cNvSpPr/>
          <p:nvPr/>
        </p:nvSpPr>
        <p:spPr>
          <a:xfrm>
            <a:off x="2552700" y="228600"/>
            <a:ext cx="38100" cy="38100"/>
          </a:xfrm>
          <a:prstGeom prst="rect">
            <a:avLst/>
          </a:prstGeom>
          <a:solidFill>
            <a:srgbClr val="CED7E6">
              <a:alpha val="14918"/>
            </a:srgbClr>
          </a:solidFill>
          <a:ln>
            <a:noFill/>
          </a:ln>
        </p:spPr>
      </p:sp>
      <p:sp>
        <p:nvSpPr>
          <p:cNvPr id="90" name="wm.whiteboard.180.18"/>
          <p:cNvSpPr/>
          <p:nvPr/>
        </p:nvSpPr>
        <p:spPr>
          <a:xfrm>
            <a:off x="2552700" y="457200"/>
            <a:ext cx="38100" cy="38100"/>
          </a:xfrm>
          <a:prstGeom prst="rect">
            <a:avLst/>
          </a:prstGeom>
          <a:solidFill>
            <a:srgbClr val="CED7E6">
              <a:alpha val="13741"/>
            </a:srgbClr>
          </a:solidFill>
          <a:ln>
            <a:noFill/>
          </a:ln>
        </p:spPr>
      </p:sp>
      <p:sp>
        <p:nvSpPr>
          <p:cNvPr id="91" name="wm.whiteboard.180.36"/>
          <p:cNvSpPr/>
          <p:nvPr/>
        </p:nvSpPr>
        <p:spPr>
          <a:xfrm>
            <a:off x="2552700" y="685800"/>
            <a:ext cx="38100" cy="38100"/>
          </a:xfrm>
          <a:prstGeom prst="rect">
            <a:avLst/>
          </a:prstGeom>
          <a:solidFill>
            <a:srgbClr val="CED7E6">
              <a:alpha val="10593"/>
            </a:srgbClr>
          </a:solidFill>
          <a:ln>
            <a:noFill/>
          </a:ln>
        </p:spPr>
      </p:sp>
      <p:sp>
        <p:nvSpPr>
          <p:cNvPr id="92" name="wm.whiteboard.180.54"/>
          <p:cNvSpPr/>
          <p:nvPr/>
        </p:nvSpPr>
        <p:spPr>
          <a:xfrm>
            <a:off x="2552700" y="914400"/>
            <a:ext cx="38100" cy="38100"/>
          </a:xfrm>
          <a:prstGeom prst="rect">
            <a:avLst/>
          </a:prstGeom>
          <a:solidFill>
            <a:srgbClr val="CED7E6">
              <a:alpha val="5600"/>
            </a:srgbClr>
          </a:solidFill>
          <a:ln>
            <a:noFill/>
          </a:ln>
        </p:spPr>
      </p:sp>
      <p:sp>
        <p:nvSpPr>
          <p:cNvPr id="93" name="wm.whiteboard.198.0"/>
          <p:cNvSpPr/>
          <p:nvPr/>
        </p:nvSpPr>
        <p:spPr>
          <a:xfrm>
            <a:off x="2781300" y="228600"/>
            <a:ext cx="38100" cy="38100"/>
          </a:xfrm>
          <a:prstGeom prst="rect">
            <a:avLst/>
          </a:prstGeom>
          <a:solidFill>
            <a:srgbClr val="CED7E6">
              <a:alpha val="1142"/>
            </a:srgbClr>
          </a:solidFill>
          <a:ln>
            <a:noFill/>
          </a:ln>
        </p:spPr>
      </p:sp>
      <p:sp>
        <p:nvSpPr>
          <p:cNvPr id="94" name="wm.whiteboard.198.18"/>
          <p:cNvSpPr/>
          <p:nvPr/>
        </p:nvSpPr>
        <p:spPr>
          <a:xfrm>
            <a:off x="2781300" y="457200"/>
            <a:ext cx="38100" cy="38100"/>
          </a:xfrm>
          <a:prstGeom prst="rect">
            <a:avLst/>
          </a:prstGeom>
          <a:solidFill>
            <a:srgbClr val="CED7E6">
              <a:alpha val="69"/>
            </a:srgbClr>
          </a:solidFill>
          <a:ln>
            <a:noFill/>
          </a:ln>
        </p:spPr>
      </p:sp>
      <p:sp>
        <p:nvSpPr>
          <p:cNvPr id="95" name="wm.header.rule"/>
          <p:cNvSpPr/>
          <p:nvPr/>
        </p:nvSpPr>
        <p:spPr>
          <a:xfrm>
            <a:off x="723900" y="1371600"/>
            <a:ext cx="10744200" cy="9525"/>
          </a:xfrm>
          <a:prstGeom prst="rect">
            <a:avLst/>
          </a:prstGeom>
          <a:solidFill>
            <a:srgbClr val="CED7E6"/>
          </a:solidFill>
          <a:ln>
            <a:noFill/>
          </a:ln>
        </p:spPr>
      </p:sp>
      <p:pic>
        <p:nvPicPr>
          <p:cNvPr id="96"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210300"/>
            <a:ext cx="729403" cy="152400"/>
          </a:xfrm>
          <a:prstGeom prst="rect">
            <a:avLst/>
          </a:prstGeom>
        </p:spPr>
      </p:pic>
      <p:sp>
        <p:nvSpPr>
          <p:cNvPr id="97" name="wm.legal"/>
          <p:cNvSpPr/>
          <p:nvPr/>
        </p:nvSpPr>
        <p:spPr>
          <a:xfrm>
            <a:off x="2171700" y="6172200"/>
            <a:ext cx="89154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wmds.frame.6331a214939e9bf35644">
    <p:bg>
      <p:bgPr>
        <a:solidFill>
          <a:srgbClr val="FFFFFF"/>
        </a:solidFill>
      </p:bgPr>
    </p:bg>
    <p:spTree>
      <p:nvGrpSpPr>
        <p:cNvPr id="1" name=""/>
        <p:cNvGrpSpPr/>
        <p:nvPr/>
      </p:nvGrpSpPr>
      <p:grpSpPr>
        <a:xfrm>
          <a:off x="0" y="0"/>
          <a:ext cx="0" cy="0"/>
          <a:chOff x="0" y="0"/>
          <a:chExt cx="0" cy="0"/>
        </a:xfrm>
      </p:grpSpPr>
      <p:sp>
        <p:nvSpPr>
          <p:cNvPr id="2" name="wm.footer.rule"/>
          <p:cNvSpPr/>
          <p:nvPr/>
        </p:nvSpPr>
        <p:spPr>
          <a:xfrm>
            <a:off x="723900" y="6286500"/>
            <a:ext cx="10744200" cy="9525"/>
          </a:xfrm>
          <a:prstGeom prst="rect">
            <a:avLst/>
          </a:prstGeom>
          <a:solidFill>
            <a:srgbClr val="CED7E6"/>
          </a:solidFill>
          <a:ln>
            <a:noFill/>
          </a:ln>
        </p:spPr>
      </p:sp>
      <p:sp>
        <p:nvSpPr>
          <p:cNvPr id="3" name="wm.whiteboard.0.0"/>
          <p:cNvSpPr/>
          <p:nvPr/>
        </p:nvSpPr>
        <p:spPr>
          <a:xfrm>
            <a:off x="266700" y="228600"/>
            <a:ext cx="38100" cy="38100"/>
          </a:xfrm>
          <a:prstGeom prst="rect">
            <a:avLst/>
          </a:prstGeom>
          <a:solidFill>
            <a:srgbClr val="CED7E6"/>
          </a:solidFill>
          <a:ln>
            <a:noFill/>
          </a:ln>
        </p:spPr>
      </p:sp>
      <p:sp>
        <p:nvSpPr>
          <p:cNvPr id="4" name="wm.whiteboard.0.18"/>
          <p:cNvSpPr/>
          <p:nvPr/>
        </p:nvSpPr>
        <p:spPr>
          <a:xfrm>
            <a:off x="266700" y="457200"/>
            <a:ext cx="38100" cy="38100"/>
          </a:xfrm>
          <a:prstGeom prst="rect">
            <a:avLst/>
          </a:prstGeom>
          <a:solidFill>
            <a:srgbClr val="CED7E6"/>
          </a:solidFill>
          <a:ln>
            <a:noFill/>
          </a:ln>
        </p:spPr>
      </p:sp>
      <p:sp>
        <p:nvSpPr>
          <p:cNvPr id="5" name="wm.whiteboard.0.36"/>
          <p:cNvSpPr/>
          <p:nvPr/>
        </p:nvSpPr>
        <p:spPr>
          <a:xfrm>
            <a:off x="266700" y="685800"/>
            <a:ext cx="38100" cy="38100"/>
          </a:xfrm>
          <a:prstGeom prst="rect">
            <a:avLst/>
          </a:prstGeom>
          <a:solidFill>
            <a:srgbClr val="CED7E6"/>
          </a:solidFill>
          <a:ln>
            <a:noFill/>
          </a:ln>
        </p:spPr>
      </p:sp>
      <p:sp>
        <p:nvSpPr>
          <p:cNvPr id="6" name="wm.whiteboard.0.54"/>
          <p:cNvSpPr/>
          <p:nvPr/>
        </p:nvSpPr>
        <p:spPr>
          <a:xfrm>
            <a:off x="266700" y="914400"/>
            <a:ext cx="38100" cy="38100"/>
          </a:xfrm>
          <a:prstGeom prst="rect">
            <a:avLst/>
          </a:prstGeom>
          <a:solidFill>
            <a:srgbClr val="CED7E6"/>
          </a:solidFill>
          <a:ln>
            <a:noFill/>
          </a:ln>
        </p:spPr>
      </p:sp>
      <p:sp>
        <p:nvSpPr>
          <p:cNvPr id="7" name="wm.whiteboard.0.72"/>
          <p:cNvSpPr/>
          <p:nvPr/>
        </p:nvSpPr>
        <p:spPr>
          <a:xfrm>
            <a:off x="266700" y="1143000"/>
            <a:ext cx="38100" cy="38100"/>
          </a:xfrm>
          <a:prstGeom prst="rect">
            <a:avLst/>
          </a:prstGeom>
          <a:solidFill>
            <a:srgbClr val="CED7E6">
              <a:alpha val="85305"/>
            </a:srgbClr>
          </a:solidFill>
          <a:ln>
            <a:noFill/>
          </a:ln>
        </p:spPr>
      </p:sp>
      <p:sp>
        <p:nvSpPr>
          <p:cNvPr id="8" name="wm.whiteboard.0.90"/>
          <p:cNvSpPr/>
          <p:nvPr/>
        </p:nvSpPr>
        <p:spPr>
          <a:xfrm>
            <a:off x="266700" y="1371600"/>
            <a:ext cx="38100" cy="38100"/>
          </a:xfrm>
          <a:prstGeom prst="rect">
            <a:avLst/>
          </a:prstGeom>
          <a:solidFill>
            <a:srgbClr val="CED7E6">
              <a:alpha val="68524"/>
            </a:srgbClr>
          </a:solidFill>
          <a:ln>
            <a:noFill/>
          </a:ln>
        </p:spPr>
      </p:sp>
      <p:sp>
        <p:nvSpPr>
          <p:cNvPr id="9" name="wm.whiteboard.0.108"/>
          <p:cNvSpPr/>
          <p:nvPr/>
        </p:nvSpPr>
        <p:spPr>
          <a:xfrm>
            <a:off x="266700" y="1600200"/>
            <a:ext cx="38100" cy="38100"/>
          </a:xfrm>
          <a:prstGeom prst="rect">
            <a:avLst/>
          </a:prstGeom>
          <a:solidFill>
            <a:srgbClr val="CED7E6">
              <a:alpha val="51742"/>
            </a:srgbClr>
          </a:solidFill>
          <a:ln>
            <a:noFill/>
          </a:ln>
        </p:spPr>
      </p:sp>
      <p:sp>
        <p:nvSpPr>
          <p:cNvPr id="10" name="wm.whiteboard.0.126"/>
          <p:cNvSpPr/>
          <p:nvPr/>
        </p:nvSpPr>
        <p:spPr>
          <a:xfrm>
            <a:off x="266700" y="1828800"/>
            <a:ext cx="38100" cy="38100"/>
          </a:xfrm>
          <a:prstGeom prst="rect">
            <a:avLst/>
          </a:prstGeom>
          <a:solidFill>
            <a:srgbClr val="CED7E6">
              <a:alpha val="34959"/>
            </a:srgbClr>
          </a:solidFill>
          <a:ln>
            <a:noFill/>
          </a:ln>
        </p:spPr>
      </p:sp>
      <p:sp>
        <p:nvSpPr>
          <p:cNvPr id="11" name="wm.whiteboard.0.144"/>
          <p:cNvSpPr/>
          <p:nvPr/>
        </p:nvSpPr>
        <p:spPr>
          <a:xfrm>
            <a:off x="266700" y="2057400"/>
            <a:ext cx="38100" cy="38100"/>
          </a:xfrm>
          <a:prstGeom prst="rect">
            <a:avLst/>
          </a:prstGeom>
          <a:solidFill>
            <a:srgbClr val="CED7E6">
              <a:alpha val="18177"/>
            </a:srgbClr>
          </a:solidFill>
          <a:ln>
            <a:noFill/>
          </a:ln>
        </p:spPr>
      </p:sp>
      <p:sp>
        <p:nvSpPr>
          <p:cNvPr id="12" name="wm.whiteboard.0.162"/>
          <p:cNvSpPr/>
          <p:nvPr/>
        </p:nvSpPr>
        <p:spPr>
          <a:xfrm>
            <a:off x="266700" y="2286000"/>
            <a:ext cx="38100" cy="38100"/>
          </a:xfrm>
          <a:prstGeom prst="rect">
            <a:avLst/>
          </a:prstGeom>
          <a:solidFill>
            <a:srgbClr val="CED7E6">
              <a:alpha val="1394"/>
            </a:srgbClr>
          </a:solidFill>
          <a:ln>
            <a:noFill/>
          </a:ln>
        </p:spPr>
      </p:sp>
      <p:sp>
        <p:nvSpPr>
          <p:cNvPr id="13" name="wm.whiteboard.18.0"/>
          <p:cNvSpPr/>
          <p:nvPr/>
        </p:nvSpPr>
        <p:spPr>
          <a:xfrm>
            <a:off x="495300" y="228600"/>
            <a:ext cx="38100" cy="38100"/>
          </a:xfrm>
          <a:prstGeom prst="rect">
            <a:avLst/>
          </a:prstGeom>
          <a:solidFill>
            <a:srgbClr val="CED7E6"/>
          </a:solidFill>
          <a:ln>
            <a:noFill/>
          </a:ln>
        </p:spPr>
      </p:sp>
      <p:sp>
        <p:nvSpPr>
          <p:cNvPr id="14" name="wm.whiteboard.18.18"/>
          <p:cNvSpPr/>
          <p:nvPr/>
        </p:nvSpPr>
        <p:spPr>
          <a:xfrm>
            <a:off x="495300" y="457200"/>
            <a:ext cx="38100" cy="38100"/>
          </a:xfrm>
          <a:prstGeom prst="rect">
            <a:avLst/>
          </a:prstGeom>
          <a:solidFill>
            <a:srgbClr val="CED7E6"/>
          </a:solidFill>
          <a:ln>
            <a:noFill/>
          </a:ln>
        </p:spPr>
      </p:sp>
      <p:sp>
        <p:nvSpPr>
          <p:cNvPr id="15" name="wm.whiteboard.18.36"/>
          <p:cNvSpPr/>
          <p:nvPr/>
        </p:nvSpPr>
        <p:spPr>
          <a:xfrm>
            <a:off x="495300" y="685800"/>
            <a:ext cx="38100" cy="38100"/>
          </a:xfrm>
          <a:prstGeom prst="rect">
            <a:avLst/>
          </a:prstGeom>
          <a:solidFill>
            <a:srgbClr val="CED7E6"/>
          </a:solidFill>
          <a:ln>
            <a:noFill/>
          </a:ln>
        </p:spPr>
      </p:sp>
      <p:sp>
        <p:nvSpPr>
          <p:cNvPr id="16" name="wm.whiteboard.18.54"/>
          <p:cNvSpPr/>
          <p:nvPr/>
        </p:nvSpPr>
        <p:spPr>
          <a:xfrm>
            <a:off x="495300" y="914400"/>
            <a:ext cx="38100" cy="38100"/>
          </a:xfrm>
          <a:prstGeom prst="rect">
            <a:avLst/>
          </a:prstGeom>
          <a:solidFill>
            <a:srgbClr val="CED7E6">
              <a:alpha val="99988"/>
            </a:srgbClr>
          </a:solidFill>
          <a:ln>
            <a:noFill/>
          </a:ln>
        </p:spPr>
      </p:sp>
      <p:sp>
        <p:nvSpPr>
          <p:cNvPr id="17" name="wm.whiteboard.18.72"/>
          <p:cNvSpPr/>
          <p:nvPr/>
        </p:nvSpPr>
        <p:spPr>
          <a:xfrm>
            <a:off x="495300" y="1143000"/>
            <a:ext cx="38100" cy="38100"/>
          </a:xfrm>
          <a:prstGeom prst="rect">
            <a:avLst/>
          </a:prstGeom>
          <a:solidFill>
            <a:srgbClr val="CED7E6">
              <a:alpha val="83708"/>
            </a:srgbClr>
          </a:solidFill>
          <a:ln>
            <a:noFill/>
          </a:ln>
        </p:spPr>
      </p:sp>
      <p:sp>
        <p:nvSpPr>
          <p:cNvPr id="18" name="wm.whiteboard.18.90"/>
          <p:cNvSpPr/>
          <p:nvPr/>
        </p:nvSpPr>
        <p:spPr>
          <a:xfrm>
            <a:off x="495300" y="1371600"/>
            <a:ext cx="38100" cy="38100"/>
          </a:xfrm>
          <a:prstGeom prst="rect">
            <a:avLst/>
          </a:prstGeom>
          <a:solidFill>
            <a:srgbClr val="CED7E6">
              <a:alpha val="67236"/>
            </a:srgbClr>
          </a:solidFill>
          <a:ln>
            <a:noFill/>
          </a:ln>
        </p:spPr>
      </p:sp>
      <p:sp>
        <p:nvSpPr>
          <p:cNvPr id="19" name="wm.whiteboard.18.108"/>
          <p:cNvSpPr/>
          <p:nvPr/>
        </p:nvSpPr>
        <p:spPr>
          <a:xfrm>
            <a:off x="495300" y="1600200"/>
            <a:ext cx="38100" cy="38100"/>
          </a:xfrm>
          <a:prstGeom prst="rect">
            <a:avLst/>
          </a:prstGeom>
          <a:solidFill>
            <a:srgbClr val="CED7E6">
              <a:alpha val="50663"/>
            </a:srgbClr>
          </a:solidFill>
          <a:ln>
            <a:noFill/>
          </a:ln>
        </p:spPr>
      </p:sp>
      <p:sp>
        <p:nvSpPr>
          <p:cNvPr id="20" name="wm.whiteboard.18.126"/>
          <p:cNvSpPr/>
          <p:nvPr/>
        </p:nvSpPr>
        <p:spPr>
          <a:xfrm>
            <a:off x="495300" y="1828800"/>
            <a:ext cx="38100" cy="38100"/>
          </a:xfrm>
          <a:prstGeom prst="rect">
            <a:avLst/>
          </a:prstGeom>
          <a:solidFill>
            <a:srgbClr val="CED7E6">
              <a:alpha val="34032"/>
            </a:srgbClr>
          </a:solidFill>
          <a:ln>
            <a:noFill/>
          </a:ln>
        </p:spPr>
      </p:sp>
      <p:sp>
        <p:nvSpPr>
          <p:cNvPr id="21" name="wm.whiteboard.18.144"/>
          <p:cNvSpPr/>
          <p:nvPr/>
        </p:nvSpPr>
        <p:spPr>
          <a:xfrm>
            <a:off x="495300" y="2057400"/>
            <a:ext cx="38100" cy="38100"/>
          </a:xfrm>
          <a:prstGeom prst="rect">
            <a:avLst/>
          </a:prstGeom>
          <a:solidFill>
            <a:srgbClr val="CED7E6">
              <a:alpha val="17363"/>
            </a:srgbClr>
          </a:solidFill>
          <a:ln>
            <a:noFill/>
          </a:ln>
        </p:spPr>
      </p:sp>
      <p:sp>
        <p:nvSpPr>
          <p:cNvPr id="22" name="wm.whiteboard.18.162"/>
          <p:cNvSpPr/>
          <p:nvPr/>
        </p:nvSpPr>
        <p:spPr>
          <a:xfrm>
            <a:off x="495300" y="2286000"/>
            <a:ext cx="38100" cy="38100"/>
          </a:xfrm>
          <a:prstGeom prst="rect">
            <a:avLst/>
          </a:prstGeom>
          <a:solidFill>
            <a:srgbClr val="CED7E6">
              <a:alpha val="670"/>
            </a:srgbClr>
          </a:solidFill>
          <a:ln>
            <a:noFill/>
          </a:ln>
        </p:spPr>
      </p:sp>
      <p:sp>
        <p:nvSpPr>
          <p:cNvPr id="23" name="wm.whiteboard.36.0"/>
          <p:cNvSpPr/>
          <p:nvPr/>
        </p:nvSpPr>
        <p:spPr>
          <a:xfrm>
            <a:off x="723900" y="228600"/>
            <a:ext cx="38100" cy="38100"/>
          </a:xfrm>
          <a:prstGeom prst="rect">
            <a:avLst/>
          </a:prstGeom>
          <a:solidFill>
            <a:srgbClr val="CED7E6"/>
          </a:solidFill>
          <a:ln>
            <a:noFill/>
          </a:ln>
        </p:spPr>
      </p:sp>
      <p:sp>
        <p:nvSpPr>
          <p:cNvPr id="24" name="wm.whiteboard.36.18"/>
          <p:cNvSpPr/>
          <p:nvPr/>
        </p:nvSpPr>
        <p:spPr>
          <a:xfrm>
            <a:off x="723900" y="457200"/>
            <a:ext cx="38100" cy="38100"/>
          </a:xfrm>
          <a:prstGeom prst="rect">
            <a:avLst/>
          </a:prstGeom>
          <a:solidFill>
            <a:srgbClr val="CED7E6"/>
          </a:solidFill>
          <a:ln>
            <a:noFill/>
          </a:ln>
        </p:spPr>
      </p:sp>
      <p:sp>
        <p:nvSpPr>
          <p:cNvPr id="25" name="wm.whiteboard.36.36"/>
          <p:cNvSpPr/>
          <p:nvPr/>
        </p:nvSpPr>
        <p:spPr>
          <a:xfrm>
            <a:off x="723900" y="685800"/>
            <a:ext cx="38100" cy="38100"/>
          </a:xfrm>
          <a:prstGeom prst="rect">
            <a:avLst/>
          </a:prstGeom>
          <a:solidFill>
            <a:srgbClr val="CED7E6"/>
          </a:solidFill>
          <a:ln>
            <a:noFill/>
          </a:ln>
        </p:spPr>
      </p:sp>
      <p:sp>
        <p:nvSpPr>
          <p:cNvPr id="26" name="wm.whiteboard.36.54"/>
          <p:cNvSpPr/>
          <p:nvPr/>
        </p:nvSpPr>
        <p:spPr>
          <a:xfrm>
            <a:off x="723900" y="914400"/>
            <a:ext cx="38100" cy="38100"/>
          </a:xfrm>
          <a:prstGeom prst="rect">
            <a:avLst/>
          </a:prstGeom>
          <a:solidFill>
            <a:srgbClr val="CED7E6">
              <a:alpha val="94671"/>
            </a:srgbClr>
          </a:solidFill>
          <a:ln>
            <a:noFill/>
          </a:ln>
        </p:spPr>
      </p:sp>
      <p:sp>
        <p:nvSpPr>
          <p:cNvPr id="27" name="wm.whiteboard.36.72"/>
          <p:cNvSpPr/>
          <p:nvPr/>
        </p:nvSpPr>
        <p:spPr>
          <a:xfrm>
            <a:off x="723900" y="1143000"/>
            <a:ext cx="38100" cy="38100"/>
          </a:xfrm>
          <a:prstGeom prst="rect">
            <a:avLst/>
          </a:prstGeom>
          <a:solidFill>
            <a:srgbClr val="CED7E6">
              <a:alpha val="79547"/>
            </a:srgbClr>
          </a:solidFill>
          <a:ln>
            <a:noFill/>
          </a:ln>
        </p:spPr>
      </p:sp>
      <p:sp>
        <p:nvSpPr>
          <p:cNvPr id="28" name="wm.whiteboard.36.90"/>
          <p:cNvSpPr/>
          <p:nvPr/>
        </p:nvSpPr>
        <p:spPr>
          <a:xfrm>
            <a:off x="723900" y="1371600"/>
            <a:ext cx="38100" cy="38100"/>
          </a:xfrm>
          <a:prstGeom prst="rect">
            <a:avLst/>
          </a:prstGeom>
          <a:solidFill>
            <a:srgbClr val="CED7E6">
              <a:alpha val="63833"/>
            </a:srgbClr>
          </a:solidFill>
          <a:ln>
            <a:noFill/>
          </a:ln>
        </p:spPr>
      </p:sp>
      <p:sp>
        <p:nvSpPr>
          <p:cNvPr id="29" name="wm.whiteboard.36.108"/>
          <p:cNvSpPr/>
          <p:nvPr/>
        </p:nvSpPr>
        <p:spPr>
          <a:xfrm>
            <a:off x="723900" y="1600200"/>
            <a:ext cx="38100" cy="38100"/>
          </a:xfrm>
          <a:prstGeom prst="rect">
            <a:avLst/>
          </a:prstGeom>
          <a:solidFill>
            <a:srgbClr val="CED7E6">
              <a:alpha val="47790"/>
            </a:srgbClr>
          </a:solidFill>
          <a:ln>
            <a:noFill/>
          </a:ln>
        </p:spPr>
      </p:sp>
      <p:sp>
        <p:nvSpPr>
          <p:cNvPr id="30" name="wm.whiteboard.36.126"/>
          <p:cNvSpPr/>
          <p:nvPr/>
        </p:nvSpPr>
        <p:spPr>
          <a:xfrm>
            <a:off x="723900" y="1828800"/>
            <a:ext cx="38100" cy="38100"/>
          </a:xfrm>
          <a:prstGeom prst="rect">
            <a:avLst/>
          </a:prstGeom>
          <a:solidFill>
            <a:srgbClr val="CED7E6">
              <a:alpha val="31549"/>
            </a:srgbClr>
          </a:solidFill>
          <a:ln>
            <a:noFill/>
          </a:ln>
        </p:spPr>
      </p:sp>
      <p:sp>
        <p:nvSpPr>
          <p:cNvPr id="31" name="wm.whiteboard.36.144"/>
          <p:cNvSpPr/>
          <p:nvPr/>
        </p:nvSpPr>
        <p:spPr>
          <a:xfrm>
            <a:off x="723900" y="2057400"/>
            <a:ext cx="38100" cy="38100"/>
          </a:xfrm>
          <a:prstGeom prst="rect">
            <a:avLst/>
          </a:prstGeom>
          <a:solidFill>
            <a:srgbClr val="CED7E6">
              <a:alpha val="15179"/>
            </a:srgbClr>
          </a:solidFill>
          <a:ln>
            <a:noFill/>
          </a:ln>
        </p:spPr>
      </p:sp>
      <p:sp>
        <p:nvSpPr>
          <p:cNvPr id="32" name="wm.whiteboard.54.0"/>
          <p:cNvSpPr/>
          <p:nvPr/>
        </p:nvSpPr>
        <p:spPr>
          <a:xfrm>
            <a:off x="952500" y="228600"/>
            <a:ext cx="38100" cy="38100"/>
          </a:xfrm>
          <a:prstGeom prst="rect">
            <a:avLst/>
          </a:prstGeom>
          <a:solidFill>
            <a:srgbClr val="CED7E6"/>
          </a:solidFill>
          <a:ln>
            <a:noFill/>
          </a:ln>
        </p:spPr>
      </p:sp>
      <p:sp>
        <p:nvSpPr>
          <p:cNvPr id="33" name="wm.whiteboard.54.18"/>
          <p:cNvSpPr/>
          <p:nvPr/>
        </p:nvSpPr>
        <p:spPr>
          <a:xfrm>
            <a:off x="952500" y="457200"/>
            <a:ext cx="38100" cy="38100"/>
          </a:xfrm>
          <a:prstGeom prst="rect">
            <a:avLst/>
          </a:prstGeom>
          <a:solidFill>
            <a:srgbClr val="CED7E6"/>
          </a:solidFill>
          <a:ln>
            <a:noFill/>
          </a:ln>
        </p:spPr>
      </p:sp>
      <p:sp>
        <p:nvSpPr>
          <p:cNvPr id="34" name="wm.whiteboard.54.36"/>
          <p:cNvSpPr/>
          <p:nvPr/>
        </p:nvSpPr>
        <p:spPr>
          <a:xfrm>
            <a:off x="952500" y="685800"/>
            <a:ext cx="38100" cy="38100"/>
          </a:xfrm>
          <a:prstGeom prst="rect">
            <a:avLst/>
          </a:prstGeom>
          <a:solidFill>
            <a:srgbClr val="CED7E6">
              <a:alpha val="98827"/>
            </a:srgbClr>
          </a:solidFill>
          <a:ln>
            <a:noFill/>
          </a:ln>
        </p:spPr>
      </p:sp>
      <p:sp>
        <p:nvSpPr>
          <p:cNvPr id="35" name="wm.whiteboard.54.54"/>
          <p:cNvSpPr/>
          <p:nvPr/>
        </p:nvSpPr>
        <p:spPr>
          <a:xfrm>
            <a:off x="952500" y="914400"/>
            <a:ext cx="38100" cy="38100"/>
          </a:xfrm>
          <a:prstGeom prst="rect">
            <a:avLst/>
          </a:prstGeom>
          <a:solidFill>
            <a:srgbClr val="CED7E6">
              <a:alpha val="86895"/>
            </a:srgbClr>
          </a:solidFill>
          <a:ln>
            <a:noFill/>
          </a:ln>
        </p:spPr>
      </p:sp>
      <p:sp>
        <p:nvSpPr>
          <p:cNvPr id="36" name="wm.whiteboard.54.72"/>
          <p:cNvSpPr/>
          <p:nvPr/>
        </p:nvSpPr>
        <p:spPr>
          <a:xfrm>
            <a:off x="952500" y="1143000"/>
            <a:ext cx="38100" cy="38100"/>
          </a:xfrm>
          <a:prstGeom prst="rect">
            <a:avLst/>
          </a:prstGeom>
          <a:solidFill>
            <a:srgbClr val="CED7E6">
              <a:alpha val="73217"/>
            </a:srgbClr>
          </a:solidFill>
          <a:ln>
            <a:noFill/>
          </a:ln>
        </p:spPr>
      </p:sp>
      <p:sp>
        <p:nvSpPr>
          <p:cNvPr id="37" name="wm.whiteboard.54.90"/>
          <p:cNvSpPr/>
          <p:nvPr/>
        </p:nvSpPr>
        <p:spPr>
          <a:xfrm>
            <a:off x="952500" y="1371600"/>
            <a:ext cx="38100" cy="38100"/>
          </a:xfrm>
          <a:prstGeom prst="rect">
            <a:avLst/>
          </a:prstGeom>
          <a:solidFill>
            <a:srgbClr val="CED7E6">
              <a:alpha val="58541"/>
            </a:srgbClr>
          </a:solidFill>
          <a:ln>
            <a:noFill/>
          </a:ln>
        </p:spPr>
      </p:sp>
      <p:sp>
        <p:nvSpPr>
          <p:cNvPr id="38" name="wm.whiteboard.54.108"/>
          <p:cNvSpPr/>
          <p:nvPr/>
        </p:nvSpPr>
        <p:spPr>
          <a:xfrm>
            <a:off x="952500" y="1600200"/>
            <a:ext cx="38100" cy="38100"/>
          </a:xfrm>
          <a:prstGeom prst="rect">
            <a:avLst/>
          </a:prstGeom>
          <a:solidFill>
            <a:srgbClr val="CED7E6">
              <a:alpha val="43263"/>
            </a:srgbClr>
          </a:solidFill>
          <a:ln>
            <a:noFill/>
          </a:ln>
        </p:spPr>
      </p:sp>
      <p:sp>
        <p:nvSpPr>
          <p:cNvPr id="39" name="wm.whiteboard.54.126"/>
          <p:cNvSpPr/>
          <p:nvPr/>
        </p:nvSpPr>
        <p:spPr>
          <a:xfrm>
            <a:off x="952500" y="1828800"/>
            <a:ext cx="38100" cy="38100"/>
          </a:xfrm>
          <a:prstGeom prst="rect">
            <a:avLst/>
          </a:prstGeom>
          <a:solidFill>
            <a:srgbClr val="CED7E6">
              <a:alpha val="27603"/>
            </a:srgbClr>
          </a:solidFill>
          <a:ln>
            <a:noFill/>
          </a:ln>
        </p:spPr>
      </p:sp>
      <p:sp>
        <p:nvSpPr>
          <p:cNvPr id="40" name="wm.whiteboard.54.144"/>
          <p:cNvSpPr/>
          <p:nvPr/>
        </p:nvSpPr>
        <p:spPr>
          <a:xfrm>
            <a:off x="952500" y="2057400"/>
            <a:ext cx="38100" cy="38100"/>
          </a:xfrm>
          <a:prstGeom prst="rect">
            <a:avLst/>
          </a:prstGeom>
          <a:solidFill>
            <a:srgbClr val="CED7E6">
              <a:alpha val="11687"/>
            </a:srgbClr>
          </a:solidFill>
          <a:ln>
            <a:noFill/>
          </a:ln>
        </p:spPr>
      </p:sp>
      <p:sp>
        <p:nvSpPr>
          <p:cNvPr id="41" name="wm.whiteboard.72.0"/>
          <p:cNvSpPr/>
          <p:nvPr/>
        </p:nvSpPr>
        <p:spPr>
          <a:xfrm>
            <a:off x="1181100" y="228600"/>
            <a:ext cx="38100" cy="38100"/>
          </a:xfrm>
          <a:prstGeom prst="rect">
            <a:avLst/>
          </a:prstGeom>
          <a:solidFill>
            <a:srgbClr val="CED7E6">
              <a:alpha val="97572"/>
            </a:srgbClr>
          </a:solidFill>
          <a:ln>
            <a:noFill/>
          </a:ln>
        </p:spPr>
      </p:sp>
      <p:sp>
        <p:nvSpPr>
          <p:cNvPr id="42" name="wm.whiteboard.72.18"/>
          <p:cNvSpPr/>
          <p:nvPr/>
        </p:nvSpPr>
        <p:spPr>
          <a:xfrm>
            <a:off x="1181100" y="457200"/>
            <a:ext cx="38100" cy="38100"/>
          </a:xfrm>
          <a:prstGeom prst="rect">
            <a:avLst/>
          </a:prstGeom>
          <a:solidFill>
            <a:srgbClr val="CED7E6">
              <a:alpha val="94724"/>
            </a:srgbClr>
          </a:solidFill>
          <a:ln>
            <a:noFill/>
          </a:ln>
        </p:spPr>
      </p:sp>
      <p:sp>
        <p:nvSpPr>
          <p:cNvPr id="43" name="wm.whiteboard.72.36"/>
          <p:cNvSpPr/>
          <p:nvPr/>
        </p:nvSpPr>
        <p:spPr>
          <a:xfrm>
            <a:off x="1181100" y="685800"/>
            <a:ext cx="38100" cy="38100"/>
          </a:xfrm>
          <a:prstGeom prst="rect">
            <a:avLst/>
          </a:prstGeom>
          <a:solidFill>
            <a:srgbClr val="CED7E6">
              <a:alpha val="87609"/>
            </a:srgbClr>
          </a:solidFill>
          <a:ln>
            <a:noFill/>
          </a:ln>
        </p:spPr>
      </p:sp>
      <p:sp>
        <p:nvSpPr>
          <p:cNvPr id="44" name="wm.whiteboard.72.54"/>
          <p:cNvSpPr/>
          <p:nvPr/>
        </p:nvSpPr>
        <p:spPr>
          <a:xfrm>
            <a:off x="1181100" y="914400"/>
            <a:ext cx="38100" cy="38100"/>
          </a:xfrm>
          <a:prstGeom prst="rect">
            <a:avLst/>
          </a:prstGeom>
          <a:solidFill>
            <a:srgbClr val="CED7E6">
              <a:alpha val="77408"/>
            </a:srgbClr>
          </a:solidFill>
          <a:ln>
            <a:noFill/>
          </a:ln>
        </p:spPr>
      </p:sp>
      <p:sp>
        <p:nvSpPr>
          <p:cNvPr id="45" name="wm.whiteboard.72.72"/>
          <p:cNvSpPr/>
          <p:nvPr/>
        </p:nvSpPr>
        <p:spPr>
          <a:xfrm>
            <a:off x="1181100" y="1143000"/>
            <a:ext cx="38100" cy="38100"/>
          </a:xfrm>
          <a:prstGeom prst="rect">
            <a:avLst/>
          </a:prstGeom>
          <a:solidFill>
            <a:srgbClr val="CED7E6">
              <a:alpha val="65181"/>
            </a:srgbClr>
          </a:solidFill>
          <a:ln>
            <a:noFill/>
          </a:ln>
        </p:spPr>
      </p:sp>
      <p:sp>
        <p:nvSpPr>
          <p:cNvPr id="46" name="wm.whiteboard.72.90"/>
          <p:cNvSpPr/>
          <p:nvPr/>
        </p:nvSpPr>
        <p:spPr>
          <a:xfrm>
            <a:off x="1181100" y="1371600"/>
            <a:ext cx="38100" cy="38100"/>
          </a:xfrm>
          <a:prstGeom prst="rect">
            <a:avLst/>
          </a:prstGeom>
          <a:solidFill>
            <a:srgbClr val="CED7E6">
              <a:alpha val="51653"/>
            </a:srgbClr>
          </a:solidFill>
          <a:ln>
            <a:noFill/>
          </a:ln>
        </p:spPr>
      </p:sp>
      <p:sp>
        <p:nvSpPr>
          <p:cNvPr id="47" name="wm.whiteboard.72.108"/>
          <p:cNvSpPr/>
          <p:nvPr/>
        </p:nvSpPr>
        <p:spPr>
          <a:xfrm>
            <a:off x="1181100" y="1600200"/>
            <a:ext cx="38100" cy="38100"/>
          </a:xfrm>
          <a:prstGeom prst="rect">
            <a:avLst/>
          </a:prstGeom>
          <a:solidFill>
            <a:srgbClr val="CED7E6">
              <a:alpha val="37275"/>
            </a:srgbClr>
          </a:solidFill>
          <a:ln>
            <a:noFill/>
          </a:ln>
        </p:spPr>
      </p:sp>
      <p:sp>
        <p:nvSpPr>
          <p:cNvPr id="48" name="wm.whiteboard.72.126"/>
          <p:cNvSpPr/>
          <p:nvPr/>
        </p:nvSpPr>
        <p:spPr>
          <a:xfrm>
            <a:off x="1181100" y="1828800"/>
            <a:ext cx="38100" cy="38100"/>
          </a:xfrm>
          <a:prstGeom prst="rect">
            <a:avLst/>
          </a:prstGeom>
          <a:solidFill>
            <a:srgbClr val="CED7E6">
              <a:alpha val="22326"/>
            </a:srgbClr>
          </a:solidFill>
          <a:ln>
            <a:noFill/>
          </a:ln>
        </p:spPr>
      </p:sp>
      <p:sp>
        <p:nvSpPr>
          <p:cNvPr id="49" name="wm.whiteboard.72.144"/>
          <p:cNvSpPr/>
          <p:nvPr/>
        </p:nvSpPr>
        <p:spPr>
          <a:xfrm>
            <a:off x="1181100" y="2057400"/>
            <a:ext cx="38100" cy="38100"/>
          </a:xfrm>
          <a:prstGeom prst="rect">
            <a:avLst/>
          </a:prstGeom>
          <a:solidFill>
            <a:srgbClr val="CED7E6">
              <a:alpha val="6980"/>
            </a:srgbClr>
          </a:solidFill>
          <a:ln>
            <a:noFill/>
          </a:ln>
        </p:spPr>
      </p:sp>
      <p:sp>
        <p:nvSpPr>
          <p:cNvPr id="50" name="wm.whiteboard.90.0"/>
          <p:cNvSpPr/>
          <p:nvPr/>
        </p:nvSpPr>
        <p:spPr>
          <a:xfrm>
            <a:off x="1409700" y="228600"/>
            <a:ext cx="38100" cy="38100"/>
          </a:xfrm>
          <a:prstGeom prst="rect">
            <a:avLst/>
          </a:prstGeom>
          <a:solidFill>
            <a:srgbClr val="CED7E6">
              <a:alpha val="83798"/>
            </a:srgbClr>
          </a:solidFill>
          <a:ln>
            <a:noFill/>
          </a:ln>
        </p:spPr>
      </p:sp>
      <p:sp>
        <p:nvSpPr>
          <p:cNvPr id="51" name="wm.whiteboard.90.18"/>
          <p:cNvSpPr/>
          <p:nvPr/>
        </p:nvSpPr>
        <p:spPr>
          <a:xfrm>
            <a:off x="1409700" y="457200"/>
            <a:ext cx="38100" cy="38100"/>
          </a:xfrm>
          <a:prstGeom prst="rect">
            <a:avLst/>
          </a:prstGeom>
          <a:solidFill>
            <a:srgbClr val="CED7E6">
              <a:alpha val="81490"/>
            </a:srgbClr>
          </a:solidFill>
          <a:ln>
            <a:noFill/>
          </a:ln>
        </p:spPr>
      </p:sp>
      <p:sp>
        <p:nvSpPr>
          <p:cNvPr id="52" name="wm.whiteboard.90.36"/>
          <p:cNvSpPr/>
          <p:nvPr/>
        </p:nvSpPr>
        <p:spPr>
          <a:xfrm>
            <a:off x="1409700" y="685800"/>
            <a:ext cx="38100" cy="38100"/>
          </a:xfrm>
          <a:prstGeom prst="rect">
            <a:avLst/>
          </a:prstGeom>
          <a:solidFill>
            <a:srgbClr val="CED7E6">
              <a:alpha val="75569"/>
            </a:srgbClr>
          </a:solidFill>
          <a:ln>
            <a:noFill/>
          </a:ln>
        </p:spPr>
      </p:sp>
      <p:sp>
        <p:nvSpPr>
          <p:cNvPr id="53" name="wm.whiteboard.90.54"/>
          <p:cNvSpPr/>
          <p:nvPr/>
        </p:nvSpPr>
        <p:spPr>
          <a:xfrm>
            <a:off x="1409700" y="914400"/>
            <a:ext cx="38100" cy="38100"/>
          </a:xfrm>
          <a:prstGeom prst="rect">
            <a:avLst/>
          </a:prstGeom>
          <a:solidFill>
            <a:srgbClr val="CED7E6">
              <a:alpha val="66767"/>
            </a:srgbClr>
          </a:solidFill>
          <a:ln>
            <a:noFill/>
          </a:ln>
        </p:spPr>
      </p:sp>
      <p:sp>
        <p:nvSpPr>
          <p:cNvPr id="54" name="wm.whiteboard.90.72"/>
          <p:cNvSpPr/>
          <p:nvPr/>
        </p:nvSpPr>
        <p:spPr>
          <a:xfrm>
            <a:off x="1409700" y="1143000"/>
            <a:ext cx="38100" cy="38100"/>
          </a:xfrm>
          <a:prstGeom prst="rect">
            <a:avLst/>
          </a:prstGeom>
          <a:solidFill>
            <a:srgbClr val="CED7E6">
              <a:alpha val="55859"/>
            </a:srgbClr>
          </a:solidFill>
          <a:ln>
            <a:noFill/>
          </a:ln>
        </p:spPr>
      </p:sp>
      <p:sp>
        <p:nvSpPr>
          <p:cNvPr id="55" name="wm.whiteboard.90.90"/>
          <p:cNvSpPr/>
          <p:nvPr/>
        </p:nvSpPr>
        <p:spPr>
          <a:xfrm>
            <a:off x="1409700" y="1371600"/>
            <a:ext cx="38100" cy="38100"/>
          </a:xfrm>
          <a:prstGeom prst="rect">
            <a:avLst/>
          </a:prstGeom>
          <a:solidFill>
            <a:srgbClr val="CED7E6">
              <a:alpha val="43468"/>
            </a:srgbClr>
          </a:solidFill>
          <a:ln>
            <a:noFill/>
          </a:ln>
        </p:spPr>
      </p:sp>
      <p:sp>
        <p:nvSpPr>
          <p:cNvPr id="56" name="wm.whiteboard.90.108"/>
          <p:cNvSpPr/>
          <p:nvPr/>
        </p:nvSpPr>
        <p:spPr>
          <a:xfrm>
            <a:off x="1409700" y="1600200"/>
            <a:ext cx="38100" cy="38100"/>
          </a:xfrm>
          <a:prstGeom prst="rect">
            <a:avLst/>
          </a:prstGeom>
          <a:solidFill>
            <a:srgbClr val="CED7E6">
              <a:alpha val="30037"/>
            </a:srgbClr>
          </a:solidFill>
          <a:ln>
            <a:noFill/>
          </a:ln>
        </p:spPr>
      </p:sp>
      <p:sp>
        <p:nvSpPr>
          <p:cNvPr id="57" name="wm.whiteboard.90.126"/>
          <p:cNvSpPr/>
          <p:nvPr/>
        </p:nvSpPr>
        <p:spPr>
          <a:xfrm>
            <a:off x="1409700" y="1828800"/>
            <a:ext cx="38100" cy="38100"/>
          </a:xfrm>
          <a:prstGeom prst="rect">
            <a:avLst/>
          </a:prstGeom>
          <a:solidFill>
            <a:srgbClr val="CED7E6">
              <a:alpha val="15870"/>
            </a:srgbClr>
          </a:solidFill>
          <a:ln>
            <a:noFill/>
          </a:ln>
        </p:spPr>
      </p:sp>
      <p:sp>
        <p:nvSpPr>
          <p:cNvPr id="58" name="wm.whiteboard.90.144"/>
          <p:cNvSpPr/>
          <p:nvPr/>
        </p:nvSpPr>
        <p:spPr>
          <a:xfrm>
            <a:off x="1409700" y="2057400"/>
            <a:ext cx="38100" cy="38100"/>
          </a:xfrm>
          <a:prstGeom prst="rect">
            <a:avLst/>
          </a:prstGeom>
          <a:solidFill>
            <a:srgbClr val="CED7E6">
              <a:alpha val="1171"/>
            </a:srgbClr>
          </a:solidFill>
          <a:ln>
            <a:noFill/>
          </a:ln>
        </p:spPr>
      </p:sp>
      <p:sp>
        <p:nvSpPr>
          <p:cNvPr id="59" name="wm.whiteboard.108.0"/>
          <p:cNvSpPr/>
          <p:nvPr/>
        </p:nvSpPr>
        <p:spPr>
          <a:xfrm>
            <a:off x="1638300" y="228600"/>
            <a:ext cx="38100" cy="38100"/>
          </a:xfrm>
          <a:prstGeom prst="rect">
            <a:avLst/>
          </a:prstGeom>
          <a:solidFill>
            <a:srgbClr val="CED7E6">
              <a:alpha val="70023"/>
            </a:srgbClr>
          </a:solidFill>
          <a:ln>
            <a:noFill/>
          </a:ln>
        </p:spPr>
      </p:sp>
      <p:sp>
        <p:nvSpPr>
          <p:cNvPr id="60" name="wm.whiteboard.108.18"/>
          <p:cNvSpPr/>
          <p:nvPr/>
        </p:nvSpPr>
        <p:spPr>
          <a:xfrm>
            <a:off x="1638300" y="457200"/>
            <a:ext cx="38100" cy="38100"/>
          </a:xfrm>
          <a:prstGeom prst="rect">
            <a:avLst/>
          </a:prstGeom>
          <a:solidFill>
            <a:srgbClr val="CED7E6">
              <a:alpha val="68085"/>
            </a:srgbClr>
          </a:solidFill>
          <a:ln>
            <a:noFill/>
          </a:ln>
        </p:spPr>
      </p:sp>
      <p:sp>
        <p:nvSpPr>
          <p:cNvPr id="61" name="wm.whiteboard.108.36"/>
          <p:cNvSpPr/>
          <p:nvPr/>
        </p:nvSpPr>
        <p:spPr>
          <a:xfrm>
            <a:off x="1638300" y="685800"/>
            <a:ext cx="38100" cy="38100"/>
          </a:xfrm>
          <a:prstGeom prst="rect">
            <a:avLst/>
          </a:prstGeom>
          <a:solidFill>
            <a:srgbClr val="CED7E6">
              <a:alpha val="63033"/>
            </a:srgbClr>
          </a:solidFill>
          <a:ln>
            <a:noFill/>
          </a:ln>
        </p:spPr>
      </p:sp>
      <p:sp>
        <p:nvSpPr>
          <p:cNvPr id="62" name="wm.whiteboard.108.54"/>
          <p:cNvSpPr/>
          <p:nvPr/>
        </p:nvSpPr>
        <p:spPr>
          <a:xfrm>
            <a:off x="1638300" y="914400"/>
            <a:ext cx="38100" cy="38100"/>
          </a:xfrm>
          <a:prstGeom prst="rect">
            <a:avLst/>
          </a:prstGeom>
          <a:solidFill>
            <a:srgbClr val="CED7E6">
              <a:alpha val="55346"/>
            </a:srgbClr>
          </a:solidFill>
          <a:ln>
            <a:noFill/>
          </a:ln>
        </p:spPr>
      </p:sp>
      <p:sp>
        <p:nvSpPr>
          <p:cNvPr id="63" name="wm.whiteboard.108.72"/>
          <p:cNvSpPr/>
          <p:nvPr/>
        </p:nvSpPr>
        <p:spPr>
          <a:xfrm>
            <a:off x="1638300" y="1143000"/>
            <a:ext cx="38100" cy="38100"/>
          </a:xfrm>
          <a:prstGeom prst="rect">
            <a:avLst/>
          </a:prstGeom>
          <a:solidFill>
            <a:srgbClr val="CED7E6">
              <a:alpha val="45583"/>
            </a:srgbClr>
          </a:solidFill>
          <a:ln>
            <a:noFill/>
          </a:ln>
        </p:spPr>
      </p:sp>
      <p:sp>
        <p:nvSpPr>
          <p:cNvPr id="64" name="wm.whiteboard.108.90"/>
          <p:cNvSpPr/>
          <p:nvPr/>
        </p:nvSpPr>
        <p:spPr>
          <a:xfrm>
            <a:off x="1638300" y="1371600"/>
            <a:ext cx="38100" cy="38100"/>
          </a:xfrm>
          <a:prstGeom prst="rect">
            <a:avLst/>
          </a:prstGeom>
          <a:solidFill>
            <a:srgbClr val="CED7E6">
              <a:alpha val="34251"/>
            </a:srgbClr>
          </a:solidFill>
          <a:ln>
            <a:noFill/>
          </a:ln>
        </p:spPr>
      </p:sp>
      <p:sp>
        <p:nvSpPr>
          <p:cNvPr id="65" name="wm.whiteboard.108.108"/>
          <p:cNvSpPr/>
          <p:nvPr/>
        </p:nvSpPr>
        <p:spPr>
          <a:xfrm>
            <a:off x="1638300" y="1600200"/>
            <a:ext cx="38100" cy="38100"/>
          </a:xfrm>
          <a:prstGeom prst="rect">
            <a:avLst/>
          </a:prstGeom>
          <a:solidFill>
            <a:srgbClr val="CED7E6">
              <a:alpha val="21754"/>
            </a:srgbClr>
          </a:solidFill>
          <a:ln>
            <a:noFill/>
          </a:ln>
        </p:spPr>
      </p:sp>
      <p:sp>
        <p:nvSpPr>
          <p:cNvPr id="66" name="wm.whiteboard.108.126"/>
          <p:cNvSpPr/>
          <p:nvPr/>
        </p:nvSpPr>
        <p:spPr>
          <a:xfrm>
            <a:off x="1638300" y="1828800"/>
            <a:ext cx="38100" cy="38100"/>
          </a:xfrm>
          <a:prstGeom prst="rect">
            <a:avLst/>
          </a:prstGeom>
          <a:solidFill>
            <a:srgbClr val="CED7E6">
              <a:alpha val="8391"/>
            </a:srgbClr>
          </a:solidFill>
          <a:ln>
            <a:noFill/>
          </a:ln>
        </p:spPr>
      </p:sp>
      <p:sp>
        <p:nvSpPr>
          <p:cNvPr id="67" name="wm.whiteboard.126.0"/>
          <p:cNvSpPr/>
          <p:nvPr/>
        </p:nvSpPr>
        <p:spPr>
          <a:xfrm>
            <a:off x="1866900" y="228600"/>
            <a:ext cx="38100" cy="38100"/>
          </a:xfrm>
          <a:prstGeom prst="rect">
            <a:avLst/>
          </a:prstGeom>
          <a:solidFill>
            <a:srgbClr val="CED7E6">
              <a:alpha val="56247"/>
            </a:srgbClr>
          </a:solidFill>
          <a:ln>
            <a:noFill/>
          </a:ln>
        </p:spPr>
      </p:sp>
      <p:sp>
        <p:nvSpPr>
          <p:cNvPr id="68" name="wm.whiteboard.126.18"/>
          <p:cNvSpPr/>
          <p:nvPr/>
        </p:nvSpPr>
        <p:spPr>
          <a:xfrm>
            <a:off x="1866900" y="457200"/>
            <a:ext cx="38100" cy="38100"/>
          </a:xfrm>
          <a:prstGeom prst="rect">
            <a:avLst/>
          </a:prstGeom>
          <a:solidFill>
            <a:srgbClr val="CED7E6">
              <a:alpha val="54578"/>
            </a:srgbClr>
          </a:solidFill>
          <a:ln>
            <a:noFill/>
          </a:ln>
        </p:spPr>
      </p:sp>
      <p:sp>
        <p:nvSpPr>
          <p:cNvPr id="69" name="wm.whiteboard.126.36"/>
          <p:cNvSpPr/>
          <p:nvPr/>
        </p:nvSpPr>
        <p:spPr>
          <a:xfrm>
            <a:off x="1866900" y="685800"/>
            <a:ext cx="38100" cy="38100"/>
          </a:xfrm>
          <a:prstGeom prst="rect">
            <a:avLst/>
          </a:prstGeom>
          <a:solidFill>
            <a:srgbClr val="CED7E6">
              <a:alpha val="50182"/>
            </a:srgbClr>
          </a:solidFill>
          <a:ln>
            <a:noFill/>
          </a:ln>
        </p:spPr>
      </p:sp>
      <p:sp>
        <p:nvSpPr>
          <p:cNvPr id="70" name="wm.whiteboard.126.54"/>
          <p:cNvSpPr/>
          <p:nvPr/>
        </p:nvSpPr>
        <p:spPr>
          <a:xfrm>
            <a:off x="1866900" y="914400"/>
            <a:ext cx="38100" cy="38100"/>
          </a:xfrm>
          <a:prstGeom prst="rect">
            <a:avLst/>
          </a:prstGeom>
          <a:solidFill>
            <a:srgbClr val="CED7E6">
              <a:alpha val="43386"/>
            </a:srgbClr>
          </a:solidFill>
          <a:ln>
            <a:noFill/>
          </a:ln>
        </p:spPr>
      </p:sp>
      <p:sp>
        <p:nvSpPr>
          <p:cNvPr id="71" name="wm.whiteboard.126.72"/>
          <p:cNvSpPr/>
          <p:nvPr/>
        </p:nvSpPr>
        <p:spPr>
          <a:xfrm>
            <a:off x="1866900" y="1143000"/>
            <a:ext cx="38100" cy="38100"/>
          </a:xfrm>
          <a:prstGeom prst="rect">
            <a:avLst/>
          </a:prstGeom>
          <a:solidFill>
            <a:srgbClr val="CED7E6">
              <a:alpha val="34598"/>
            </a:srgbClr>
          </a:solidFill>
          <a:ln>
            <a:noFill/>
          </a:ln>
        </p:spPr>
      </p:sp>
      <p:sp>
        <p:nvSpPr>
          <p:cNvPr id="72" name="wm.whiteboard.126.90"/>
          <p:cNvSpPr/>
          <p:nvPr/>
        </p:nvSpPr>
        <p:spPr>
          <a:xfrm>
            <a:off x="1866900" y="1371600"/>
            <a:ext cx="38100" cy="38100"/>
          </a:xfrm>
          <a:prstGeom prst="rect">
            <a:avLst/>
          </a:prstGeom>
          <a:solidFill>
            <a:srgbClr val="CED7E6">
              <a:alpha val="24223"/>
            </a:srgbClr>
          </a:solidFill>
          <a:ln>
            <a:noFill/>
          </a:ln>
        </p:spPr>
      </p:sp>
      <p:sp>
        <p:nvSpPr>
          <p:cNvPr id="73" name="wm.whiteboard.126.108"/>
          <p:cNvSpPr/>
          <p:nvPr/>
        </p:nvSpPr>
        <p:spPr>
          <a:xfrm>
            <a:off x="1866900" y="1600200"/>
            <a:ext cx="38100" cy="38100"/>
          </a:xfrm>
          <a:prstGeom prst="rect">
            <a:avLst/>
          </a:prstGeom>
          <a:solidFill>
            <a:srgbClr val="CED7E6">
              <a:alpha val="12610"/>
            </a:srgbClr>
          </a:solidFill>
          <a:ln>
            <a:noFill/>
          </a:ln>
        </p:spPr>
      </p:sp>
      <p:sp>
        <p:nvSpPr>
          <p:cNvPr id="74" name="wm.whiteboard.126.126"/>
          <p:cNvSpPr/>
          <p:nvPr/>
        </p:nvSpPr>
        <p:spPr>
          <a:xfrm>
            <a:off x="1866900" y="1828800"/>
            <a:ext cx="38100" cy="38100"/>
          </a:xfrm>
          <a:prstGeom prst="rect">
            <a:avLst/>
          </a:prstGeom>
          <a:solidFill>
            <a:srgbClr val="CED7E6">
              <a:alpha val="40"/>
            </a:srgbClr>
          </a:solidFill>
          <a:ln>
            <a:noFill/>
          </a:ln>
        </p:spPr>
      </p:sp>
      <p:sp>
        <p:nvSpPr>
          <p:cNvPr id="75" name="wm.whiteboard.144.0"/>
          <p:cNvSpPr/>
          <p:nvPr/>
        </p:nvSpPr>
        <p:spPr>
          <a:xfrm>
            <a:off x="2095500" y="228600"/>
            <a:ext cx="38100" cy="38100"/>
          </a:xfrm>
          <a:prstGeom prst="rect">
            <a:avLst/>
          </a:prstGeom>
          <a:solidFill>
            <a:srgbClr val="CED7E6">
              <a:alpha val="42471"/>
            </a:srgbClr>
          </a:solidFill>
          <a:ln>
            <a:noFill/>
          </a:ln>
        </p:spPr>
      </p:sp>
      <p:sp>
        <p:nvSpPr>
          <p:cNvPr id="76" name="wm.whiteboard.144.18"/>
          <p:cNvSpPr/>
          <p:nvPr/>
        </p:nvSpPr>
        <p:spPr>
          <a:xfrm>
            <a:off x="2095500" y="457200"/>
            <a:ext cx="38100" cy="38100"/>
          </a:xfrm>
          <a:prstGeom prst="rect">
            <a:avLst/>
          </a:prstGeom>
          <a:solidFill>
            <a:srgbClr val="CED7E6">
              <a:alpha val="41005"/>
            </a:srgbClr>
          </a:solidFill>
          <a:ln>
            <a:noFill/>
          </a:ln>
        </p:spPr>
      </p:sp>
      <p:sp>
        <p:nvSpPr>
          <p:cNvPr id="77" name="wm.whiteboard.144.36"/>
          <p:cNvSpPr/>
          <p:nvPr/>
        </p:nvSpPr>
        <p:spPr>
          <a:xfrm>
            <a:off x="2095500" y="685800"/>
            <a:ext cx="38100" cy="38100"/>
          </a:xfrm>
          <a:prstGeom prst="rect">
            <a:avLst/>
          </a:prstGeom>
          <a:solidFill>
            <a:srgbClr val="CED7E6">
              <a:alpha val="37120"/>
            </a:srgbClr>
          </a:solidFill>
          <a:ln>
            <a:noFill/>
          </a:ln>
        </p:spPr>
      </p:sp>
      <p:sp>
        <p:nvSpPr>
          <p:cNvPr id="78" name="wm.whiteboard.144.54"/>
          <p:cNvSpPr/>
          <p:nvPr/>
        </p:nvSpPr>
        <p:spPr>
          <a:xfrm>
            <a:off x="2095500" y="914400"/>
            <a:ext cx="38100" cy="38100"/>
          </a:xfrm>
          <a:prstGeom prst="rect">
            <a:avLst/>
          </a:prstGeom>
          <a:solidFill>
            <a:srgbClr val="CED7E6">
              <a:alpha val="31044"/>
            </a:srgbClr>
          </a:solidFill>
          <a:ln>
            <a:noFill/>
          </a:ln>
        </p:spPr>
      </p:sp>
      <p:sp>
        <p:nvSpPr>
          <p:cNvPr id="79" name="wm.whiteboard.144.72"/>
          <p:cNvSpPr/>
          <p:nvPr/>
        </p:nvSpPr>
        <p:spPr>
          <a:xfrm>
            <a:off x="2095500" y="1143000"/>
            <a:ext cx="38100" cy="38100"/>
          </a:xfrm>
          <a:prstGeom prst="rect">
            <a:avLst/>
          </a:prstGeom>
          <a:solidFill>
            <a:srgbClr val="CED7E6">
              <a:alpha val="23083"/>
            </a:srgbClr>
          </a:solidFill>
          <a:ln>
            <a:noFill/>
          </a:ln>
        </p:spPr>
      </p:sp>
      <p:sp>
        <p:nvSpPr>
          <p:cNvPr id="80" name="wm.whiteboard.144.90"/>
          <p:cNvSpPr/>
          <p:nvPr/>
        </p:nvSpPr>
        <p:spPr>
          <a:xfrm>
            <a:off x="2095500" y="1371600"/>
            <a:ext cx="38100" cy="38100"/>
          </a:xfrm>
          <a:prstGeom prst="rect">
            <a:avLst/>
          </a:prstGeom>
          <a:solidFill>
            <a:srgbClr val="CED7E6">
              <a:alpha val="13557"/>
            </a:srgbClr>
          </a:solidFill>
          <a:ln>
            <a:noFill/>
          </a:ln>
        </p:spPr>
      </p:sp>
      <p:sp>
        <p:nvSpPr>
          <p:cNvPr id="81" name="wm.whiteboard.144.108"/>
          <p:cNvSpPr/>
          <p:nvPr/>
        </p:nvSpPr>
        <p:spPr>
          <a:xfrm>
            <a:off x="2095500" y="1600200"/>
            <a:ext cx="38100" cy="38100"/>
          </a:xfrm>
          <a:prstGeom prst="rect">
            <a:avLst/>
          </a:prstGeom>
          <a:solidFill>
            <a:srgbClr val="CED7E6">
              <a:alpha val="2762"/>
            </a:srgbClr>
          </a:solidFill>
          <a:ln>
            <a:noFill/>
          </a:ln>
        </p:spPr>
      </p:sp>
      <p:sp>
        <p:nvSpPr>
          <p:cNvPr id="82" name="wm.whiteboard.162.0"/>
          <p:cNvSpPr/>
          <p:nvPr/>
        </p:nvSpPr>
        <p:spPr>
          <a:xfrm>
            <a:off x="2324100" y="228600"/>
            <a:ext cx="38100" cy="38100"/>
          </a:xfrm>
          <a:prstGeom prst="rect">
            <a:avLst/>
          </a:prstGeom>
          <a:solidFill>
            <a:srgbClr val="CED7E6">
              <a:alpha val="28695"/>
            </a:srgbClr>
          </a:solidFill>
          <a:ln>
            <a:noFill/>
          </a:ln>
        </p:spPr>
      </p:sp>
      <p:sp>
        <p:nvSpPr>
          <p:cNvPr id="83" name="wm.whiteboard.162.18"/>
          <p:cNvSpPr/>
          <p:nvPr/>
        </p:nvSpPr>
        <p:spPr>
          <a:xfrm>
            <a:off x="2324100" y="457200"/>
            <a:ext cx="38100" cy="38100"/>
          </a:xfrm>
          <a:prstGeom prst="rect">
            <a:avLst/>
          </a:prstGeom>
          <a:solidFill>
            <a:srgbClr val="CED7E6">
              <a:alpha val="27389"/>
            </a:srgbClr>
          </a:solidFill>
          <a:ln>
            <a:noFill/>
          </a:ln>
        </p:spPr>
      </p:sp>
      <p:sp>
        <p:nvSpPr>
          <p:cNvPr id="84" name="wm.whiteboard.162.36"/>
          <p:cNvSpPr/>
          <p:nvPr/>
        </p:nvSpPr>
        <p:spPr>
          <a:xfrm>
            <a:off x="2324100" y="685800"/>
            <a:ext cx="38100" cy="38100"/>
          </a:xfrm>
          <a:prstGeom prst="rect">
            <a:avLst/>
          </a:prstGeom>
          <a:solidFill>
            <a:srgbClr val="CED7E6">
              <a:alpha val="23910"/>
            </a:srgbClr>
          </a:solidFill>
          <a:ln>
            <a:noFill/>
          </a:ln>
        </p:spPr>
      </p:sp>
      <p:sp>
        <p:nvSpPr>
          <p:cNvPr id="85" name="wm.whiteboard.162.54"/>
          <p:cNvSpPr/>
          <p:nvPr/>
        </p:nvSpPr>
        <p:spPr>
          <a:xfrm>
            <a:off x="2324100" y="914400"/>
            <a:ext cx="38100" cy="38100"/>
          </a:xfrm>
          <a:prstGeom prst="rect">
            <a:avLst/>
          </a:prstGeom>
          <a:solidFill>
            <a:srgbClr val="CED7E6">
              <a:alpha val="18425"/>
            </a:srgbClr>
          </a:solidFill>
          <a:ln>
            <a:noFill/>
          </a:ln>
        </p:spPr>
      </p:sp>
      <p:sp>
        <p:nvSpPr>
          <p:cNvPr id="86" name="wm.whiteboard.162.72"/>
          <p:cNvSpPr/>
          <p:nvPr/>
        </p:nvSpPr>
        <p:spPr>
          <a:xfrm>
            <a:off x="2324100" y="1143000"/>
            <a:ext cx="38100" cy="38100"/>
          </a:xfrm>
          <a:prstGeom prst="rect">
            <a:avLst/>
          </a:prstGeom>
          <a:solidFill>
            <a:srgbClr val="CED7E6">
              <a:alpha val="11167"/>
            </a:srgbClr>
          </a:solidFill>
          <a:ln>
            <a:noFill/>
          </a:ln>
        </p:spPr>
      </p:sp>
      <p:sp>
        <p:nvSpPr>
          <p:cNvPr id="87" name="wm.whiteboard.162.90"/>
          <p:cNvSpPr/>
          <p:nvPr/>
        </p:nvSpPr>
        <p:spPr>
          <a:xfrm>
            <a:off x="2324100" y="1371600"/>
            <a:ext cx="38100" cy="38100"/>
          </a:xfrm>
          <a:prstGeom prst="rect">
            <a:avLst/>
          </a:prstGeom>
          <a:solidFill>
            <a:srgbClr val="CED7E6">
              <a:alpha val="2388"/>
            </a:srgbClr>
          </a:solidFill>
          <a:ln>
            <a:noFill/>
          </a:ln>
        </p:spPr>
      </p:sp>
      <p:sp>
        <p:nvSpPr>
          <p:cNvPr id="88" name="wm.whiteboard.180.0"/>
          <p:cNvSpPr/>
          <p:nvPr/>
        </p:nvSpPr>
        <p:spPr>
          <a:xfrm>
            <a:off x="2552700" y="228600"/>
            <a:ext cx="38100" cy="38100"/>
          </a:xfrm>
          <a:prstGeom prst="rect">
            <a:avLst/>
          </a:prstGeom>
          <a:solidFill>
            <a:srgbClr val="CED7E6">
              <a:alpha val="14918"/>
            </a:srgbClr>
          </a:solidFill>
          <a:ln>
            <a:noFill/>
          </a:ln>
        </p:spPr>
      </p:sp>
      <p:sp>
        <p:nvSpPr>
          <p:cNvPr id="89" name="wm.whiteboard.180.18"/>
          <p:cNvSpPr/>
          <p:nvPr/>
        </p:nvSpPr>
        <p:spPr>
          <a:xfrm>
            <a:off x="2552700" y="457200"/>
            <a:ext cx="38100" cy="38100"/>
          </a:xfrm>
          <a:prstGeom prst="rect">
            <a:avLst/>
          </a:prstGeom>
          <a:solidFill>
            <a:srgbClr val="CED7E6">
              <a:alpha val="13741"/>
            </a:srgbClr>
          </a:solidFill>
          <a:ln>
            <a:noFill/>
          </a:ln>
        </p:spPr>
      </p:sp>
      <p:sp>
        <p:nvSpPr>
          <p:cNvPr id="90" name="wm.whiteboard.180.36"/>
          <p:cNvSpPr/>
          <p:nvPr/>
        </p:nvSpPr>
        <p:spPr>
          <a:xfrm>
            <a:off x="2552700" y="685800"/>
            <a:ext cx="38100" cy="38100"/>
          </a:xfrm>
          <a:prstGeom prst="rect">
            <a:avLst/>
          </a:prstGeom>
          <a:solidFill>
            <a:srgbClr val="CED7E6">
              <a:alpha val="10593"/>
            </a:srgbClr>
          </a:solidFill>
          <a:ln>
            <a:noFill/>
          </a:ln>
        </p:spPr>
      </p:sp>
      <p:sp>
        <p:nvSpPr>
          <p:cNvPr id="91" name="wm.whiteboard.180.54"/>
          <p:cNvSpPr/>
          <p:nvPr/>
        </p:nvSpPr>
        <p:spPr>
          <a:xfrm>
            <a:off x="2552700" y="914400"/>
            <a:ext cx="38100" cy="38100"/>
          </a:xfrm>
          <a:prstGeom prst="rect">
            <a:avLst/>
          </a:prstGeom>
          <a:solidFill>
            <a:srgbClr val="CED7E6">
              <a:alpha val="5600"/>
            </a:srgbClr>
          </a:solidFill>
          <a:ln>
            <a:noFill/>
          </a:ln>
        </p:spPr>
      </p:sp>
      <p:sp>
        <p:nvSpPr>
          <p:cNvPr id="92" name="wm.whiteboard.198.0"/>
          <p:cNvSpPr/>
          <p:nvPr/>
        </p:nvSpPr>
        <p:spPr>
          <a:xfrm>
            <a:off x="2781300" y="228600"/>
            <a:ext cx="38100" cy="38100"/>
          </a:xfrm>
          <a:prstGeom prst="rect">
            <a:avLst/>
          </a:prstGeom>
          <a:solidFill>
            <a:srgbClr val="CED7E6">
              <a:alpha val="1142"/>
            </a:srgbClr>
          </a:solidFill>
          <a:ln>
            <a:noFill/>
          </a:ln>
        </p:spPr>
      </p:sp>
      <p:sp>
        <p:nvSpPr>
          <p:cNvPr id="93" name="wm.whiteboard.198.18"/>
          <p:cNvSpPr/>
          <p:nvPr/>
        </p:nvSpPr>
        <p:spPr>
          <a:xfrm>
            <a:off x="2781300" y="457200"/>
            <a:ext cx="38100" cy="38100"/>
          </a:xfrm>
          <a:prstGeom prst="rect">
            <a:avLst/>
          </a:prstGeom>
          <a:solidFill>
            <a:srgbClr val="CED7E6">
              <a:alpha val="69"/>
            </a:srgbClr>
          </a:solidFill>
          <a:ln>
            <a:noFill/>
          </a:ln>
        </p:spPr>
      </p:sp>
      <p:sp>
        <p:nvSpPr>
          <p:cNvPr id="94" name="wm.header.rule"/>
          <p:cNvSpPr/>
          <p:nvPr/>
        </p:nvSpPr>
        <p:spPr>
          <a:xfrm>
            <a:off x="723900" y="1600200"/>
            <a:ext cx="3429000" cy="9525"/>
          </a:xfrm>
          <a:prstGeom prst="rect">
            <a:avLst/>
          </a:prstGeom>
          <a:solidFill>
            <a:srgbClr val="CED7E6"/>
          </a:solidFill>
          <a:ln>
            <a:noFill/>
          </a:ln>
        </p:spPr>
      </p:sp>
      <p:pic>
        <p:nvPicPr>
          <p:cNvPr id="95"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400800"/>
            <a:ext cx="729403" cy="152400"/>
          </a:xfrm>
          <a:prstGeom prst="rect">
            <a:avLst/>
          </a:prstGeom>
        </p:spPr>
      </p:pic>
      <p:sp>
        <p:nvSpPr>
          <p:cNvPr id="96" name="wm.legal"/>
          <p:cNvSpPr/>
          <p:nvPr/>
        </p:nvSpPr>
        <p:spPr>
          <a:xfrm>
            <a:off x="2171700" y="6419850"/>
            <a:ext cx="8915400" cy="1143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wmds.frame.104a88725a6d9afa3968">
    <p:bg>
      <p:bgPr>
        <a:solidFill>
          <a:srgbClr val="FFFFFF"/>
        </a:solidFill>
      </p:bgPr>
    </p:bg>
    <p:spTree>
      <p:nvGrpSpPr>
        <p:cNvPr id="1" name=""/>
        <p:cNvGrpSpPr/>
        <p:nvPr/>
      </p:nvGrpSpPr>
      <p:grpSpPr>
        <a:xfrm>
          <a:off x="0" y="0"/>
          <a:ext cx="0" cy="0"/>
          <a:chOff x="0" y="0"/>
          <a:chExt cx="0" cy="0"/>
        </a:xfrm>
      </p:grpSpPr>
      <p:sp>
        <p:nvSpPr>
          <p:cNvPr id="2" name="wm.footer.rule"/>
          <p:cNvSpPr/>
          <p:nvPr/>
        </p:nvSpPr>
        <p:spPr>
          <a:xfrm>
            <a:off x="723900" y="6057900"/>
            <a:ext cx="10744200" cy="9525"/>
          </a:xfrm>
          <a:prstGeom prst="rect">
            <a:avLst/>
          </a:prstGeom>
          <a:solidFill>
            <a:srgbClr val="CED7E6"/>
          </a:solidFill>
          <a:ln>
            <a:noFill/>
          </a:ln>
        </p:spPr>
      </p:sp>
      <p:sp>
        <p:nvSpPr>
          <p:cNvPr id="3" name="wm.whiteboard.0.0"/>
          <p:cNvSpPr/>
          <p:nvPr/>
        </p:nvSpPr>
        <p:spPr>
          <a:xfrm>
            <a:off x="723900" y="228600"/>
            <a:ext cx="38100" cy="38100"/>
          </a:xfrm>
          <a:prstGeom prst="rect">
            <a:avLst/>
          </a:prstGeom>
          <a:solidFill>
            <a:srgbClr val="CED7E6"/>
          </a:solidFill>
          <a:ln>
            <a:noFill/>
          </a:ln>
        </p:spPr>
      </p:sp>
      <p:sp>
        <p:nvSpPr>
          <p:cNvPr id="4" name="wm.whiteboard.0.18"/>
          <p:cNvSpPr/>
          <p:nvPr/>
        </p:nvSpPr>
        <p:spPr>
          <a:xfrm>
            <a:off x="723900" y="457200"/>
            <a:ext cx="38100" cy="38100"/>
          </a:xfrm>
          <a:prstGeom prst="rect">
            <a:avLst/>
          </a:prstGeom>
          <a:solidFill>
            <a:srgbClr val="CED7E6"/>
          </a:solidFill>
          <a:ln>
            <a:noFill/>
          </a:ln>
        </p:spPr>
      </p:sp>
      <p:sp>
        <p:nvSpPr>
          <p:cNvPr id="5" name="wm.whiteboard.0.36"/>
          <p:cNvSpPr/>
          <p:nvPr/>
        </p:nvSpPr>
        <p:spPr>
          <a:xfrm>
            <a:off x="723900" y="685800"/>
            <a:ext cx="38100" cy="38100"/>
          </a:xfrm>
          <a:prstGeom prst="rect">
            <a:avLst/>
          </a:prstGeom>
          <a:solidFill>
            <a:srgbClr val="CED7E6"/>
          </a:solidFill>
          <a:ln>
            <a:noFill/>
          </a:ln>
        </p:spPr>
      </p:sp>
      <p:sp>
        <p:nvSpPr>
          <p:cNvPr id="6" name="wm.whiteboard.0.54"/>
          <p:cNvSpPr/>
          <p:nvPr/>
        </p:nvSpPr>
        <p:spPr>
          <a:xfrm>
            <a:off x="723900" y="914400"/>
            <a:ext cx="38100" cy="38100"/>
          </a:xfrm>
          <a:prstGeom prst="rect">
            <a:avLst/>
          </a:prstGeom>
          <a:solidFill>
            <a:srgbClr val="CED7E6"/>
          </a:solidFill>
          <a:ln>
            <a:noFill/>
          </a:ln>
        </p:spPr>
      </p:sp>
      <p:sp>
        <p:nvSpPr>
          <p:cNvPr id="7" name="wm.whiteboard.0.72"/>
          <p:cNvSpPr/>
          <p:nvPr/>
        </p:nvSpPr>
        <p:spPr>
          <a:xfrm>
            <a:off x="723900" y="1143000"/>
            <a:ext cx="38100" cy="38100"/>
          </a:xfrm>
          <a:prstGeom prst="rect">
            <a:avLst/>
          </a:prstGeom>
          <a:solidFill>
            <a:srgbClr val="CED7E6">
              <a:alpha val="85305"/>
            </a:srgbClr>
          </a:solidFill>
          <a:ln>
            <a:noFill/>
          </a:ln>
        </p:spPr>
      </p:sp>
      <p:sp>
        <p:nvSpPr>
          <p:cNvPr id="8" name="wm.whiteboard.0.90"/>
          <p:cNvSpPr/>
          <p:nvPr/>
        </p:nvSpPr>
        <p:spPr>
          <a:xfrm>
            <a:off x="723900" y="1371600"/>
            <a:ext cx="38100" cy="38100"/>
          </a:xfrm>
          <a:prstGeom prst="rect">
            <a:avLst/>
          </a:prstGeom>
          <a:solidFill>
            <a:srgbClr val="CED7E6">
              <a:alpha val="68524"/>
            </a:srgbClr>
          </a:solidFill>
          <a:ln>
            <a:noFill/>
          </a:ln>
        </p:spPr>
      </p:sp>
      <p:sp>
        <p:nvSpPr>
          <p:cNvPr id="9" name="wm.whiteboard.0.108"/>
          <p:cNvSpPr/>
          <p:nvPr/>
        </p:nvSpPr>
        <p:spPr>
          <a:xfrm>
            <a:off x="723900" y="1600200"/>
            <a:ext cx="38100" cy="38100"/>
          </a:xfrm>
          <a:prstGeom prst="rect">
            <a:avLst/>
          </a:prstGeom>
          <a:solidFill>
            <a:srgbClr val="CED7E6">
              <a:alpha val="51742"/>
            </a:srgbClr>
          </a:solidFill>
          <a:ln>
            <a:noFill/>
          </a:ln>
        </p:spPr>
      </p:sp>
      <p:sp>
        <p:nvSpPr>
          <p:cNvPr id="10" name="wm.whiteboard.0.126"/>
          <p:cNvSpPr/>
          <p:nvPr/>
        </p:nvSpPr>
        <p:spPr>
          <a:xfrm>
            <a:off x="723900" y="1828800"/>
            <a:ext cx="38100" cy="38100"/>
          </a:xfrm>
          <a:prstGeom prst="rect">
            <a:avLst/>
          </a:prstGeom>
          <a:solidFill>
            <a:srgbClr val="CED7E6">
              <a:alpha val="34959"/>
            </a:srgbClr>
          </a:solidFill>
          <a:ln>
            <a:noFill/>
          </a:ln>
        </p:spPr>
      </p:sp>
      <p:sp>
        <p:nvSpPr>
          <p:cNvPr id="11" name="wm.whiteboard.0.144"/>
          <p:cNvSpPr/>
          <p:nvPr/>
        </p:nvSpPr>
        <p:spPr>
          <a:xfrm>
            <a:off x="723900" y="2057400"/>
            <a:ext cx="38100" cy="38100"/>
          </a:xfrm>
          <a:prstGeom prst="rect">
            <a:avLst/>
          </a:prstGeom>
          <a:solidFill>
            <a:srgbClr val="CED7E6">
              <a:alpha val="18177"/>
            </a:srgbClr>
          </a:solidFill>
          <a:ln>
            <a:noFill/>
          </a:ln>
        </p:spPr>
      </p:sp>
      <p:sp>
        <p:nvSpPr>
          <p:cNvPr id="12" name="wm.whiteboard.0.162"/>
          <p:cNvSpPr/>
          <p:nvPr/>
        </p:nvSpPr>
        <p:spPr>
          <a:xfrm>
            <a:off x="723900" y="2286000"/>
            <a:ext cx="38100" cy="38100"/>
          </a:xfrm>
          <a:prstGeom prst="rect">
            <a:avLst/>
          </a:prstGeom>
          <a:solidFill>
            <a:srgbClr val="CED7E6">
              <a:alpha val="1394"/>
            </a:srgbClr>
          </a:solidFill>
          <a:ln>
            <a:noFill/>
          </a:ln>
        </p:spPr>
      </p:sp>
      <p:sp>
        <p:nvSpPr>
          <p:cNvPr id="13" name="wm.whiteboard.18.0"/>
          <p:cNvSpPr/>
          <p:nvPr/>
        </p:nvSpPr>
        <p:spPr>
          <a:xfrm>
            <a:off x="952500" y="228600"/>
            <a:ext cx="38100" cy="38100"/>
          </a:xfrm>
          <a:prstGeom prst="rect">
            <a:avLst/>
          </a:prstGeom>
          <a:solidFill>
            <a:srgbClr val="CED7E6"/>
          </a:solidFill>
          <a:ln>
            <a:noFill/>
          </a:ln>
        </p:spPr>
      </p:sp>
      <p:sp>
        <p:nvSpPr>
          <p:cNvPr id="14" name="wm.whiteboard.18.18"/>
          <p:cNvSpPr/>
          <p:nvPr/>
        </p:nvSpPr>
        <p:spPr>
          <a:xfrm>
            <a:off x="952500" y="457200"/>
            <a:ext cx="38100" cy="38100"/>
          </a:xfrm>
          <a:prstGeom prst="rect">
            <a:avLst/>
          </a:prstGeom>
          <a:solidFill>
            <a:srgbClr val="CED7E6"/>
          </a:solidFill>
          <a:ln>
            <a:noFill/>
          </a:ln>
        </p:spPr>
      </p:sp>
      <p:sp>
        <p:nvSpPr>
          <p:cNvPr id="15" name="wm.whiteboard.18.36"/>
          <p:cNvSpPr/>
          <p:nvPr/>
        </p:nvSpPr>
        <p:spPr>
          <a:xfrm>
            <a:off x="952500" y="685800"/>
            <a:ext cx="38100" cy="38100"/>
          </a:xfrm>
          <a:prstGeom prst="rect">
            <a:avLst/>
          </a:prstGeom>
          <a:solidFill>
            <a:srgbClr val="CED7E6"/>
          </a:solidFill>
          <a:ln>
            <a:noFill/>
          </a:ln>
        </p:spPr>
      </p:sp>
      <p:sp>
        <p:nvSpPr>
          <p:cNvPr id="16" name="wm.whiteboard.18.54"/>
          <p:cNvSpPr/>
          <p:nvPr/>
        </p:nvSpPr>
        <p:spPr>
          <a:xfrm>
            <a:off x="952500" y="914400"/>
            <a:ext cx="38100" cy="38100"/>
          </a:xfrm>
          <a:prstGeom prst="rect">
            <a:avLst/>
          </a:prstGeom>
          <a:solidFill>
            <a:srgbClr val="CED7E6">
              <a:alpha val="99988"/>
            </a:srgbClr>
          </a:solidFill>
          <a:ln>
            <a:noFill/>
          </a:ln>
        </p:spPr>
      </p:sp>
      <p:sp>
        <p:nvSpPr>
          <p:cNvPr id="17" name="wm.whiteboard.18.72"/>
          <p:cNvSpPr/>
          <p:nvPr/>
        </p:nvSpPr>
        <p:spPr>
          <a:xfrm>
            <a:off x="952500" y="1143000"/>
            <a:ext cx="38100" cy="38100"/>
          </a:xfrm>
          <a:prstGeom prst="rect">
            <a:avLst/>
          </a:prstGeom>
          <a:solidFill>
            <a:srgbClr val="CED7E6">
              <a:alpha val="83708"/>
            </a:srgbClr>
          </a:solidFill>
          <a:ln>
            <a:noFill/>
          </a:ln>
        </p:spPr>
      </p:sp>
      <p:sp>
        <p:nvSpPr>
          <p:cNvPr id="18" name="wm.whiteboard.18.90"/>
          <p:cNvSpPr/>
          <p:nvPr/>
        </p:nvSpPr>
        <p:spPr>
          <a:xfrm>
            <a:off x="952500" y="1371600"/>
            <a:ext cx="38100" cy="38100"/>
          </a:xfrm>
          <a:prstGeom prst="rect">
            <a:avLst/>
          </a:prstGeom>
          <a:solidFill>
            <a:srgbClr val="CED7E6">
              <a:alpha val="67236"/>
            </a:srgbClr>
          </a:solidFill>
          <a:ln>
            <a:noFill/>
          </a:ln>
        </p:spPr>
      </p:sp>
      <p:sp>
        <p:nvSpPr>
          <p:cNvPr id="19" name="wm.whiteboard.18.108"/>
          <p:cNvSpPr/>
          <p:nvPr/>
        </p:nvSpPr>
        <p:spPr>
          <a:xfrm>
            <a:off x="952500" y="1600200"/>
            <a:ext cx="38100" cy="38100"/>
          </a:xfrm>
          <a:prstGeom prst="rect">
            <a:avLst/>
          </a:prstGeom>
          <a:solidFill>
            <a:srgbClr val="CED7E6">
              <a:alpha val="50663"/>
            </a:srgbClr>
          </a:solidFill>
          <a:ln>
            <a:noFill/>
          </a:ln>
        </p:spPr>
      </p:sp>
      <p:sp>
        <p:nvSpPr>
          <p:cNvPr id="20" name="wm.whiteboard.18.126"/>
          <p:cNvSpPr/>
          <p:nvPr/>
        </p:nvSpPr>
        <p:spPr>
          <a:xfrm>
            <a:off x="952500" y="1828800"/>
            <a:ext cx="38100" cy="38100"/>
          </a:xfrm>
          <a:prstGeom prst="rect">
            <a:avLst/>
          </a:prstGeom>
          <a:solidFill>
            <a:srgbClr val="CED7E6">
              <a:alpha val="34032"/>
            </a:srgbClr>
          </a:solidFill>
          <a:ln>
            <a:noFill/>
          </a:ln>
        </p:spPr>
      </p:sp>
      <p:sp>
        <p:nvSpPr>
          <p:cNvPr id="21" name="wm.whiteboard.18.144"/>
          <p:cNvSpPr/>
          <p:nvPr/>
        </p:nvSpPr>
        <p:spPr>
          <a:xfrm>
            <a:off x="952500" y="2057400"/>
            <a:ext cx="38100" cy="38100"/>
          </a:xfrm>
          <a:prstGeom prst="rect">
            <a:avLst/>
          </a:prstGeom>
          <a:solidFill>
            <a:srgbClr val="CED7E6">
              <a:alpha val="17363"/>
            </a:srgbClr>
          </a:solidFill>
          <a:ln>
            <a:noFill/>
          </a:ln>
        </p:spPr>
      </p:sp>
      <p:sp>
        <p:nvSpPr>
          <p:cNvPr id="22" name="wm.whiteboard.18.162"/>
          <p:cNvSpPr/>
          <p:nvPr/>
        </p:nvSpPr>
        <p:spPr>
          <a:xfrm>
            <a:off x="952500" y="2286000"/>
            <a:ext cx="38100" cy="38100"/>
          </a:xfrm>
          <a:prstGeom prst="rect">
            <a:avLst/>
          </a:prstGeom>
          <a:solidFill>
            <a:srgbClr val="CED7E6">
              <a:alpha val="670"/>
            </a:srgbClr>
          </a:solidFill>
          <a:ln>
            <a:noFill/>
          </a:ln>
        </p:spPr>
      </p:sp>
      <p:sp>
        <p:nvSpPr>
          <p:cNvPr id="23" name="wm.whiteboard.36.0"/>
          <p:cNvSpPr/>
          <p:nvPr/>
        </p:nvSpPr>
        <p:spPr>
          <a:xfrm>
            <a:off x="1181100" y="228600"/>
            <a:ext cx="38100" cy="38100"/>
          </a:xfrm>
          <a:prstGeom prst="rect">
            <a:avLst/>
          </a:prstGeom>
          <a:solidFill>
            <a:srgbClr val="CED7E6"/>
          </a:solidFill>
          <a:ln>
            <a:noFill/>
          </a:ln>
        </p:spPr>
      </p:sp>
      <p:sp>
        <p:nvSpPr>
          <p:cNvPr id="24" name="wm.whiteboard.36.18"/>
          <p:cNvSpPr/>
          <p:nvPr/>
        </p:nvSpPr>
        <p:spPr>
          <a:xfrm>
            <a:off x="1181100" y="457200"/>
            <a:ext cx="38100" cy="38100"/>
          </a:xfrm>
          <a:prstGeom prst="rect">
            <a:avLst/>
          </a:prstGeom>
          <a:solidFill>
            <a:srgbClr val="CED7E6"/>
          </a:solidFill>
          <a:ln>
            <a:noFill/>
          </a:ln>
        </p:spPr>
      </p:sp>
      <p:sp>
        <p:nvSpPr>
          <p:cNvPr id="25" name="wm.whiteboard.36.36"/>
          <p:cNvSpPr/>
          <p:nvPr/>
        </p:nvSpPr>
        <p:spPr>
          <a:xfrm>
            <a:off x="1181100" y="685800"/>
            <a:ext cx="38100" cy="38100"/>
          </a:xfrm>
          <a:prstGeom prst="rect">
            <a:avLst/>
          </a:prstGeom>
          <a:solidFill>
            <a:srgbClr val="CED7E6"/>
          </a:solidFill>
          <a:ln>
            <a:noFill/>
          </a:ln>
        </p:spPr>
      </p:sp>
      <p:sp>
        <p:nvSpPr>
          <p:cNvPr id="26" name="wm.whiteboard.36.54"/>
          <p:cNvSpPr/>
          <p:nvPr/>
        </p:nvSpPr>
        <p:spPr>
          <a:xfrm>
            <a:off x="1181100" y="914400"/>
            <a:ext cx="38100" cy="38100"/>
          </a:xfrm>
          <a:prstGeom prst="rect">
            <a:avLst/>
          </a:prstGeom>
          <a:solidFill>
            <a:srgbClr val="CED7E6">
              <a:alpha val="94671"/>
            </a:srgbClr>
          </a:solidFill>
          <a:ln>
            <a:noFill/>
          </a:ln>
        </p:spPr>
      </p:sp>
      <p:sp>
        <p:nvSpPr>
          <p:cNvPr id="27" name="wm.whiteboard.36.72"/>
          <p:cNvSpPr/>
          <p:nvPr/>
        </p:nvSpPr>
        <p:spPr>
          <a:xfrm>
            <a:off x="1181100" y="1143000"/>
            <a:ext cx="38100" cy="38100"/>
          </a:xfrm>
          <a:prstGeom prst="rect">
            <a:avLst/>
          </a:prstGeom>
          <a:solidFill>
            <a:srgbClr val="CED7E6">
              <a:alpha val="79547"/>
            </a:srgbClr>
          </a:solidFill>
          <a:ln>
            <a:noFill/>
          </a:ln>
        </p:spPr>
      </p:sp>
      <p:sp>
        <p:nvSpPr>
          <p:cNvPr id="28" name="wm.whiteboard.36.90"/>
          <p:cNvSpPr/>
          <p:nvPr/>
        </p:nvSpPr>
        <p:spPr>
          <a:xfrm>
            <a:off x="1181100" y="1371600"/>
            <a:ext cx="38100" cy="38100"/>
          </a:xfrm>
          <a:prstGeom prst="rect">
            <a:avLst/>
          </a:prstGeom>
          <a:solidFill>
            <a:srgbClr val="CED7E6">
              <a:alpha val="63833"/>
            </a:srgbClr>
          </a:solidFill>
          <a:ln>
            <a:noFill/>
          </a:ln>
        </p:spPr>
      </p:sp>
      <p:sp>
        <p:nvSpPr>
          <p:cNvPr id="29" name="wm.whiteboard.36.108"/>
          <p:cNvSpPr/>
          <p:nvPr/>
        </p:nvSpPr>
        <p:spPr>
          <a:xfrm>
            <a:off x="1181100" y="1600200"/>
            <a:ext cx="38100" cy="38100"/>
          </a:xfrm>
          <a:prstGeom prst="rect">
            <a:avLst/>
          </a:prstGeom>
          <a:solidFill>
            <a:srgbClr val="CED7E6">
              <a:alpha val="47790"/>
            </a:srgbClr>
          </a:solidFill>
          <a:ln>
            <a:noFill/>
          </a:ln>
        </p:spPr>
      </p:sp>
      <p:sp>
        <p:nvSpPr>
          <p:cNvPr id="30" name="wm.whiteboard.36.126"/>
          <p:cNvSpPr/>
          <p:nvPr/>
        </p:nvSpPr>
        <p:spPr>
          <a:xfrm>
            <a:off x="1181100" y="1828800"/>
            <a:ext cx="38100" cy="38100"/>
          </a:xfrm>
          <a:prstGeom prst="rect">
            <a:avLst/>
          </a:prstGeom>
          <a:solidFill>
            <a:srgbClr val="CED7E6">
              <a:alpha val="31549"/>
            </a:srgbClr>
          </a:solidFill>
          <a:ln>
            <a:noFill/>
          </a:ln>
        </p:spPr>
      </p:sp>
      <p:sp>
        <p:nvSpPr>
          <p:cNvPr id="31" name="wm.whiteboard.36.144"/>
          <p:cNvSpPr/>
          <p:nvPr/>
        </p:nvSpPr>
        <p:spPr>
          <a:xfrm>
            <a:off x="1181100" y="2057400"/>
            <a:ext cx="38100" cy="38100"/>
          </a:xfrm>
          <a:prstGeom prst="rect">
            <a:avLst/>
          </a:prstGeom>
          <a:solidFill>
            <a:srgbClr val="CED7E6">
              <a:alpha val="15179"/>
            </a:srgbClr>
          </a:solidFill>
          <a:ln>
            <a:noFill/>
          </a:ln>
        </p:spPr>
      </p:sp>
      <p:sp>
        <p:nvSpPr>
          <p:cNvPr id="32" name="wm.whiteboard.54.0"/>
          <p:cNvSpPr/>
          <p:nvPr/>
        </p:nvSpPr>
        <p:spPr>
          <a:xfrm>
            <a:off x="1409700" y="228600"/>
            <a:ext cx="38100" cy="38100"/>
          </a:xfrm>
          <a:prstGeom prst="rect">
            <a:avLst/>
          </a:prstGeom>
          <a:solidFill>
            <a:srgbClr val="CED7E6"/>
          </a:solidFill>
          <a:ln>
            <a:noFill/>
          </a:ln>
        </p:spPr>
      </p:sp>
      <p:sp>
        <p:nvSpPr>
          <p:cNvPr id="33" name="wm.whiteboard.54.18"/>
          <p:cNvSpPr/>
          <p:nvPr/>
        </p:nvSpPr>
        <p:spPr>
          <a:xfrm>
            <a:off x="1409700" y="457200"/>
            <a:ext cx="38100" cy="38100"/>
          </a:xfrm>
          <a:prstGeom prst="rect">
            <a:avLst/>
          </a:prstGeom>
          <a:solidFill>
            <a:srgbClr val="CED7E6"/>
          </a:solidFill>
          <a:ln>
            <a:noFill/>
          </a:ln>
        </p:spPr>
      </p:sp>
      <p:sp>
        <p:nvSpPr>
          <p:cNvPr id="34" name="wm.whiteboard.54.36"/>
          <p:cNvSpPr/>
          <p:nvPr/>
        </p:nvSpPr>
        <p:spPr>
          <a:xfrm>
            <a:off x="1409700" y="685800"/>
            <a:ext cx="38100" cy="38100"/>
          </a:xfrm>
          <a:prstGeom prst="rect">
            <a:avLst/>
          </a:prstGeom>
          <a:solidFill>
            <a:srgbClr val="CED7E6">
              <a:alpha val="98827"/>
            </a:srgbClr>
          </a:solidFill>
          <a:ln>
            <a:noFill/>
          </a:ln>
        </p:spPr>
      </p:sp>
      <p:sp>
        <p:nvSpPr>
          <p:cNvPr id="35" name="wm.whiteboard.54.54"/>
          <p:cNvSpPr/>
          <p:nvPr/>
        </p:nvSpPr>
        <p:spPr>
          <a:xfrm>
            <a:off x="1409700" y="914400"/>
            <a:ext cx="38100" cy="38100"/>
          </a:xfrm>
          <a:prstGeom prst="rect">
            <a:avLst/>
          </a:prstGeom>
          <a:solidFill>
            <a:srgbClr val="CED7E6">
              <a:alpha val="86895"/>
            </a:srgbClr>
          </a:solidFill>
          <a:ln>
            <a:noFill/>
          </a:ln>
        </p:spPr>
      </p:sp>
      <p:sp>
        <p:nvSpPr>
          <p:cNvPr id="36" name="wm.whiteboard.54.72"/>
          <p:cNvSpPr/>
          <p:nvPr/>
        </p:nvSpPr>
        <p:spPr>
          <a:xfrm>
            <a:off x="1409700" y="1143000"/>
            <a:ext cx="38100" cy="38100"/>
          </a:xfrm>
          <a:prstGeom prst="rect">
            <a:avLst/>
          </a:prstGeom>
          <a:solidFill>
            <a:srgbClr val="CED7E6">
              <a:alpha val="73217"/>
            </a:srgbClr>
          </a:solidFill>
          <a:ln>
            <a:noFill/>
          </a:ln>
        </p:spPr>
      </p:sp>
      <p:sp>
        <p:nvSpPr>
          <p:cNvPr id="37" name="wm.whiteboard.54.90"/>
          <p:cNvSpPr/>
          <p:nvPr/>
        </p:nvSpPr>
        <p:spPr>
          <a:xfrm>
            <a:off x="1409700" y="1371600"/>
            <a:ext cx="38100" cy="38100"/>
          </a:xfrm>
          <a:prstGeom prst="rect">
            <a:avLst/>
          </a:prstGeom>
          <a:solidFill>
            <a:srgbClr val="CED7E6">
              <a:alpha val="58541"/>
            </a:srgbClr>
          </a:solidFill>
          <a:ln>
            <a:noFill/>
          </a:ln>
        </p:spPr>
      </p:sp>
      <p:sp>
        <p:nvSpPr>
          <p:cNvPr id="38" name="wm.whiteboard.54.108"/>
          <p:cNvSpPr/>
          <p:nvPr/>
        </p:nvSpPr>
        <p:spPr>
          <a:xfrm>
            <a:off x="1409700" y="1600200"/>
            <a:ext cx="38100" cy="38100"/>
          </a:xfrm>
          <a:prstGeom prst="rect">
            <a:avLst/>
          </a:prstGeom>
          <a:solidFill>
            <a:srgbClr val="CED7E6">
              <a:alpha val="43263"/>
            </a:srgbClr>
          </a:solidFill>
          <a:ln>
            <a:noFill/>
          </a:ln>
        </p:spPr>
      </p:sp>
      <p:sp>
        <p:nvSpPr>
          <p:cNvPr id="39" name="wm.whiteboard.54.126"/>
          <p:cNvSpPr/>
          <p:nvPr/>
        </p:nvSpPr>
        <p:spPr>
          <a:xfrm>
            <a:off x="1409700" y="1828800"/>
            <a:ext cx="38100" cy="38100"/>
          </a:xfrm>
          <a:prstGeom prst="rect">
            <a:avLst/>
          </a:prstGeom>
          <a:solidFill>
            <a:srgbClr val="CED7E6">
              <a:alpha val="27603"/>
            </a:srgbClr>
          </a:solidFill>
          <a:ln>
            <a:noFill/>
          </a:ln>
        </p:spPr>
      </p:sp>
      <p:sp>
        <p:nvSpPr>
          <p:cNvPr id="40" name="wm.whiteboard.54.144"/>
          <p:cNvSpPr/>
          <p:nvPr/>
        </p:nvSpPr>
        <p:spPr>
          <a:xfrm>
            <a:off x="1409700" y="2057400"/>
            <a:ext cx="38100" cy="38100"/>
          </a:xfrm>
          <a:prstGeom prst="rect">
            <a:avLst/>
          </a:prstGeom>
          <a:solidFill>
            <a:srgbClr val="CED7E6">
              <a:alpha val="11687"/>
            </a:srgbClr>
          </a:solidFill>
          <a:ln>
            <a:noFill/>
          </a:ln>
        </p:spPr>
      </p:sp>
      <p:sp>
        <p:nvSpPr>
          <p:cNvPr id="41" name="wm.whiteboard.72.0"/>
          <p:cNvSpPr/>
          <p:nvPr/>
        </p:nvSpPr>
        <p:spPr>
          <a:xfrm>
            <a:off x="1638300" y="228600"/>
            <a:ext cx="38100" cy="38100"/>
          </a:xfrm>
          <a:prstGeom prst="rect">
            <a:avLst/>
          </a:prstGeom>
          <a:solidFill>
            <a:srgbClr val="CED7E6">
              <a:alpha val="97572"/>
            </a:srgbClr>
          </a:solidFill>
          <a:ln>
            <a:noFill/>
          </a:ln>
        </p:spPr>
      </p:sp>
      <p:sp>
        <p:nvSpPr>
          <p:cNvPr id="42" name="wm.whiteboard.72.18"/>
          <p:cNvSpPr/>
          <p:nvPr/>
        </p:nvSpPr>
        <p:spPr>
          <a:xfrm>
            <a:off x="1638300" y="457200"/>
            <a:ext cx="38100" cy="38100"/>
          </a:xfrm>
          <a:prstGeom prst="rect">
            <a:avLst/>
          </a:prstGeom>
          <a:solidFill>
            <a:srgbClr val="CED7E6">
              <a:alpha val="94724"/>
            </a:srgbClr>
          </a:solidFill>
          <a:ln>
            <a:noFill/>
          </a:ln>
        </p:spPr>
      </p:sp>
      <p:sp>
        <p:nvSpPr>
          <p:cNvPr id="43" name="wm.whiteboard.72.36"/>
          <p:cNvSpPr/>
          <p:nvPr/>
        </p:nvSpPr>
        <p:spPr>
          <a:xfrm>
            <a:off x="1638300" y="685800"/>
            <a:ext cx="38100" cy="38100"/>
          </a:xfrm>
          <a:prstGeom prst="rect">
            <a:avLst/>
          </a:prstGeom>
          <a:solidFill>
            <a:srgbClr val="CED7E6">
              <a:alpha val="87609"/>
            </a:srgbClr>
          </a:solidFill>
          <a:ln>
            <a:noFill/>
          </a:ln>
        </p:spPr>
      </p:sp>
      <p:sp>
        <p:nvSpPr>
          <p:cNvPr id="44" name="wm.whiteboard.72.54"/>
          <p:cNvSpPr/>
          <p:nvPr/>
        </p:nvSpPr>
        <p:spPr>
          <a:xfrm>
            <a:off x="1638300" y="914400"/>
            <a:ext cx="38100" cy="38100"/>
          </a:xfrm>
          <a:prstGeom prst="rect">
            <a:avLst/>
          </a:prstGeom>
          <a:solidFill>
            <a:srgbClr val="CED7E6">
              <a:alpha val="77408"/>
            </a:srgbClr>
          </a:solidFill>
          <a:ln>
            <a:noFill/>
          </a:ln>
        </p:spPr>
      </p:sp>
      <p:sp>
        <p:nvSpPr>
          <p:cNvPr id="45" name="wm.whiteboard.72.72"/>
          <p:cNvSpPr/>
          <p:nvPr/>
        </p:nvSpPr>
        <p:spPr>
          <a:xfrm>
            <a:off x="1638300" y="1143000"/>
            <a:ext cx="38100" cy="38100"/>
          </a:xfrm>
          <a:prstGeom prst="rect">
            <a:avLst/>
          </a:prstGeom>
          <a:solidFill>
            <a:srgbClr val="CED7E6">
              <a:alpha val="65181"/>
            </a:srgbClr>
          </a:solidFill>
          <a:ln>
            <a:noFill/>
          </a:ln>
        </p:spPr>
      </p:sp>
      <p:sp>
        <p:nvSpPr>
          <p:cNvPr id="46" name="wm.whiteboard.72.90"/>
          <p:cNvSpPr/>
          <p:nvPr/>
        </p:nvSpPr>
        <p:spPr>
          <a:xfrm>
            <a:off x="1638300" y="1371600"/>
            <a:ext cx="38100" cy="38100"/>
          </a:xfrm>
          <a:prstGeom prst="rect">
            <a:avLst/>
          </a:prstGeom>
          <a:solidFill>
            <a:srgbClr val="CED7E6">
              <a:alpha val="51653"/>
            </a:srgbClr>
          </a:solidFill>
          <a:ln>
            <a:noFill/>
          </a:ln>
        </p:spPr>
      </p:sp>
      <p:sp>
        <p:nvSpPr>
          <p:cNvPr id="47" name="wm.whiteboard.72.108"/>
          <p:cNvSpPr/>
          <p:nvPr/>
        </p:nvSpPr>
        <p:spPr>
          <a:xfrm>
            <a:off x="1638300" y="1600200"/>
            <a:ext cx="38100" cy="38100"/>
          </a:xfrm>
          <a:prstGeom prst="rect">
            <a:avLst/>
          </a:prstGeom>
          <a:solidFill>
            <a:srgbClr val="CED7E6">
              <a:alpha val="37275"/>
            </a:srgbClr>
          </a:solidFill>
          <a:ln>
            <a:noFill/>
          </a:ln>
        </p:spPr>
      </p:sp>
      <p:sp>
        <p:nvSpPr>
          <p:cNvPr id="48" name="wm.whiteboard.72.126"/>
          <p:cNvSpPr/>
          <p:nvPr/>
        </p:nvSpPr>
        <p:spPr>
          <a:xfrm>
            <a:off x="1638300" y="1828800"/>
            <a:ext cx="38100" cy="38100"/>
          </a:xfrm>
          <a:prstGeom prst="rect">
            <a:avLst/>
          </a:prstGeom>
          <a:solidFill>
            <a:srgbClr val="CED7E6">
              <a:alpha val="22326"/>
            </a:srgbClr>
          </a:solidFill>
          <a:ln>
            <a:noFill/>
          </a:ln>
        </p:spPr>
      </p:sp>
      <p:sp>
        <p:nvSpPr>
          <p:cNvPr id="49" name="wm.whiteboard.72.144"/>
          <p:cNvSpPr/>
          <p:nvPr/>
        </p:nvSpPr>
        <p:spPr>
          <a:xfrm>
            <a:off x="1638300" y="2057400"/>
            <a:ext cx="38100" cy="38100"/>
          </a:xfrm>
          <a:prstGeom prst="rect">
            <a:avLst/>
          </a:prstGeom>
          <a:solidFill>
            <a:srgbClr val="CED7E6">
              <a:alpha val="6980"/>
            </a:srgbClr>
          </a:solidFill>
          <a:ln>
            <a:noFill/>
          </a:ln>
        </p:spPr>
      </p:sp>
      <p:sp>
        <p:nvSpPr>
          <p:cNvPr id="50" name="wm.whiteboard.90.0"/>
          <p:cNvSpPr/>
          <p:nvPr/>
        </p:nvSpPr>
        <p:spPr>
          <a:xfrm>
            <a:off x="1866900" y="228600"/>
            <a:ext cx="38100" cy="38100"/>
          </a:xfrm>
          <a:prstGeom prst="rect">
            <a:avLst/>
          </a:prstGeom>
          <a:solidFill>
            <a:srgbClr val="CED7E6">
              <a:alpha val="83798"/>
            </a:srgbClr>
          </a:solidFill>
          <a:ln>
            <a:noFill/>
          </a:ln>
        </p:spPr>
      </p:sp>
      <p:sp>
        <p:nvSpPr>
          <p:cNvPr id="51" name="wm.whiteboard.90.18"/>
          <p:cNvSpPr/>
          <p:nvPr/>
        </p:nvSpPr>
        <p:spPr>
          <a:xfrm>
            <a:off x="1866900" y="457200"/>
            <a:ext cx="38100" cy="38100"/>
          </a:xfrm>
          <a:prstGeom prst="rect">
            <a:avLst/>
          </a:prstGeom>
          <a:solidFill>
            <a:srgbClr val="CED7E6">
              <a:alpha val="81490"/>
            </a:srgbClr>
          </a:solidFill>
          <a:ln>
            <a:noFill/>
          </a:ln>
        </p:spPr>
      </p:sp>
      <p:sp>
        <p:nvSpPr>
          <p:cNvPr id="52" name="wm.whiteboard.90.36"/>
          <p:cNvSpPr/>
          <p:nvPr/>
        </p:nvSpPr>
        <p:spPr>
          <a:xfrm>
            <a:off x="1866900" y="685800"/>
            <a:ext cx="38100" cy="38100"/>
          </a:xfrm>
          <a:prstGeom prst="rect">
            <a:avLst/>
          </a:prstGeom>
          <a:solidFill>
            <a:srgbClr val="CED7E6">
              <a:alpha val="75569"/>
            </a:srgbClr>
          </a:solidFill>
          <a:ln>
            <a:noFill/>
          </a:ln>
        </p:spPr>
      </p:sp>
      <p:sp>
        <p:nvSpPr>
          <p:cNvPr id="53" name="wm.whiteboard.90.54"/>
          <p:cNvSpPr/>
          <p:nvPr/>
        </p:nvSpPr>
        <p:spPr>
          <a:xfrm>
            <a:off x="1866900" y="914400"/>
            <a:ext cx="38100" cy="38100"/>
          </a:xfrm>
          <a:prstGeom prst="rect">
            <a:avLst/>
          </a:prstGeom>
          <a:solidFill>
            <a:srgbClr val="CED7E6">
              <a:alpha val="66767"/>
            </a:srgbClr>
          </a:solidFill>
          <a:ln>
            <a:noFill/>
          </a:ln>
        </p:spPr>
      </p:sp>
      <p:sp>
        <p:nvSpPr>
          <p:cNvPr id="54" name="wm.whiteboard.90.72"/>
          <p:cNvSpPr/>
          <p:nvPr/>
        </p:nvSpPr>
        <p:spPr>
          <a:xfrm>
            <a:off x="1866900" y="1143000"/>
            <a:ext cx="38100" cy="38100"/>
          </a:xfrm>
          <a:prstGeom prst="rect">
            <a:avLst/>
          </a:prstGeom>
          <a:solidFill>
            <a:srgbClr val="CED7E6">
              <a:alpha val="55859"/>
            </a:srgbClr>
          </a:solidFill>
          <a:ln>
            <a:noFill/>
          </a:ln>
        </p:spPr>
      </p:sp>
      <p:sp>
        <p:nvSpPr>
          <p:cNvPr id="55" name="wm.whiteboard.90.90"/>
          <p:cNvSpPr/>
          <p:nvPr/>
        </p:nvSpPr>
        <p:spPr>
          <a:xfrm>
            <a:off x="1866900" y="1371600"/>
            <a:ext cx="38100" cy="38100"/>
          </a:xfrm>
          <a:prstGeom prst="rect">
            <a:avLst/>
          </a:prstGeom>
          <a:solidFill>
            <a:srgbClr val="CED7E6">
              <a:alpha val="43468"/>
            </a:srgbClr>
          </a:solidFill>
          <a:ln>
            <a:noFill/>
          </a:ln>
        </p:spPr>
      </p:sp>
      <p:sp>
        <p:nvSpPr>
          <p:cNvPr id="56" name="wm.whiteboard.90.108"/>
          <p:cNvSpPr/>
          <p:nvPr/>
        </p:nvSpPr>
        <p:spPr>
          <a:xfrm>
            <a:off x="1866900" y="1600200"/>
            <a:ext cx="38100" cy="38100"/>
          </a:xfrm>
          <a:prstGeom prst="rect">
            <a:avLst/>
          </a:prstGeom>
          <a:solidFill>
            <a:srgbClr val="CED7E6">
              <a:alpha val="30037"/>
            </a:srgbClr>
          </a:solidFill>
          <a:ln>
            <a:noFill/>
          </a:ln>
        </p:spPr>
      </p:sp>
      <p:sp>
        <p:nvSpPr>
          <p:cNvPr id="57" name="wm.whiteboard.90.126"/>
          <p:cNvSpPr/>
          <p:nvPr/>
        </p:nvSpPr>
        <p:spPr>
          <a:xfrm>
            <a:off x="1866900" y="1828800"/>
            <a:ext cx="38100" cy="38100"/>
          </a:xfrm>
          <a:prstGeom prst="rect">
            <a:avLst/>
          </a:prstGeom>
          <a:solidFill>
            <a:srgbClr val="CED7E6">
              <a:alpha val="15870"/>
            </a:srgbClr>
          </a:solidFill>
          <a:ln>
            <a:noFill/>
          </a:ln>
        </p:spPr>
      </p:sp>
      <p:sp>
        <p:nvSpPr>
          <p:cNvPr id="58" name="wm.whiteboard.90.144"/>
          <p:cNvSpPr/>
          <p:nvPr/>
        </p:nvSpPr>
        <p:spPr>
          <a:xfrm>
            <a:off x="1866900" y="2057400"/>
            <a:ext cx="38100" cy="38100"/>
          </a:xfrm>
          <a:prstGeom prst="rect">
            <a:avLst/>
          </a:prstGeom>
          <a:solidFill>
            <a:srgbClr val="CED7E6">
              <a:alpha val="1171"/>
            </a:srgbClr>
          </a:solidFill>
          <a:ln>
            <a:noFill/>
          </a:ln>
        </p:spPr>
      </p:sp>
      <p:sp>
        <p:nvSpPr>
          <p:cNvPr id="59" name="wm.whiteboard.108.0"/>
          <p:cNvSpPr/>
          <p:nvPr/>
        </p:nvSpPr>
        <p:spPr>
          <a:xfrm>
            <a:off x="2095500" y="228600"/>
            <a:ext cx="38100" cy="38100"/>
          </a:xfrm>
          <a:prstGeom prst="rect">
            <a:avLst/>
          </a:prstGeom>
          <a:solidFill>
            <a:srgbClr val="CED7E6">
              <a:alpha val="70023"/>
            </a:srgbClr>
          </a:solidFill>
          <a:ln>
            <a:noFill/>
          </a:ln>
        </p:spPr>
      </p:sp>
      <p:sp>
        <p:nvSpPr>
          <p:cNvPr id="60" name="wm.whiteboard.108.18"/>
          <p:cNvSpPr/>
          <p:nvPr/>
        </p:nvSpPr>
        <p:spPr>
          <a:xfrm>
            <a:off x="2095500" y="457200"/>
            <a:ext cx="38100" cy="38100"/>
          </a:xfrm>
          <a:prstGeom prst="rect">
            <a:avLst/>
          </a:prstGeom>
          <a:solidFill>
            <a:srgbClr val="CED7E6">
              <a:alpha val="68085"/>
            </a:srgbClr>
          </a:solidFill>
          <a:ln>
            <a:noFill/>
          </a:ln>
        </p:spPr>
      </p:sp>
      <p:sp>
        <p:nvSpPr>
          <p:cNvPr id="61" name="wm.whiteboard.108.36"/>
          <p:cNvSpPr/>
          <p:nvPr/>
        </p:nvSpPr>
        <p:spPr>
          <a:xfrm>
            <a:off x="2095500" y="685800"/>
            <a:ext cx="38100" cy="38100"/>
          </a:xfrm>
          <a:prstGeom prst="rect">
            <a:avLst/>
          </a:prstGeom>
          <a:solidFill>
            <a:srgbClr val="CED7E6">
              <a:alpha val="63033"/>
            </a:srgbClr>
          </a:solidFill>
          <a:ln>
            <a:noFill/>
          </a:ln>
        </p:spPr>
      </p:sp>
      <p:sp>
        <p:nvSpPr>
          <p:cNvPr id="62" name="wm.whiteboard.108.54"/>
          <p:cNvSpPr/>
          <p:nvPr/>
        </p:nvSpPr>
        <p:spPr>
          <a:xfrm>
            <a:off x="2095500" y="914400"/>
            <a:ext cx="38100" cy="38100"/>
          </a:xfrm>
          <a:prstGeom prst="rect">
            <a:avLst/>
          </a:prstGeom>
          <a:solidFill>
            <a:srgbClr val="CED7E6">
              <a:alpha val="55346"/>
            </a:srgbClr>
          </a:solidFill>
          <a:ln>
            <a:noFill/>
          </a:ln>
        </p:spPr>
      </p:sp>
      <p:sp>
        <p:nvSpPr>
          <p:cNvPr id="63" name="wm.whiteboard.108.72"/>
          <p:cNvSpPr/>
          <p:nvPr/>
        </p:nvSpPr>
        <p:spPr>
          <a:xfrm>
            <a:off x="2095500" y="1143000"/>
            <a:ext cx="38100" cy="38100"/>
          </a:xfrm>
          <a:prstGeom prst="rect">
            <a:avLst/>
          </a:prstGeom>
          <a:solidFill>
            <a:srgbClr val="CED7E6">
              <a:alpha val="45583"/>
            </a:srgbClr>
          </a:solidFill>
          <a:ln>
            <a:noFill/>
          </a:ln>
        </p:spPr>
      </p:sp>
      <p:sp>
        <p:nvSpPr>
          <p:cNvPr id="64" name="wm.whiteboard.108.90"/>
          <p:cNvSpPr/>
          <p:nvPr/>
        </p:nvSpPr>
        <p:spPr>
          <a:xfrm>
            <a:off x="2095500" y="1371600"/>
            <a:ext cx="38100" cy="38100"/>
          </a:xfrm>
          <a:prstGeom prst="rect">
            <a:avLst/>
          </a:prstGeom>
          <a:solidFill>
            <a:srgbClr val="CED7E6">
              <a:alpha val="34251"/>
            </a:srgbClr>
          </a:solidFill>
          <a:ln>
            <a:noFill/>
          </a:ln>
        </p:spPr>
      </p:sp>
      <p:sp>
        <p:nvSpPr>
          <p:cNvPr id="65" name="wm.whiteboard.108.108"/>
          <p:cNvSpPr/>
          <p:nvPr/>
        </p:nvSpPr>
        <p:spPr>
          <a:xfrm>
            <a:off x="2095500" y="1600200"/>
            <a:ext cx="38100" cy="38100"/>
          </a:xfrm>
          <a:prstGeom prst="rect">
            <a:avLst/>
          </a:prstGeom>
          <a:solidFill>
            <a:srgbClr val="CED7E6">
              <a:alpha val="21754"/>
            </a:srgbClr>
          </a:solidFill>
          <a:ln>
            <a:noFill/>
          </a:ln>
        </p:spPr>
      </p:sp>
      <p:sp>
        <p:nvSpPr>
          <p:cNvPr id="66" name="wm.whiteboard.108.126"/>
          <p:cNvSpPr/>
          <p:nvPr/>
        </p:nvSpPr>
        <p:spPr>
          <a:xfrm>
            <a:off x="2095500" y="1828800"/>
            <a:ext cx="38100" cy="38100"/>
          </a:xfrm>
          <a:prstGeom prst="rect">
            <a:avLst/>
          </a:prstGeom>
          <a:solidFill>
            <a:srgbClr val="CED7E6">
              <a:alpha val="8391"/>
            </a:srgbClr>
          </a:solidFill>
          <a:ln>
            <a:noFill/>
          </a:ln>
        </p:spPr>
      </p:sp>
      <p:sp>
        <p:nvSpPr>
          <p:cNvPr id="67" name="wm.whiteboard.126.0"/>
          <p:cNvSpPr/>
          <p:nvPr/>
        </p:nvSpPr>
        <p:spPr>
          <a:xfrm>
            <a:off x="2324100" y="228600"/>
            <a:ext cx="38100" cy="38100"/>
          </a:xfrm>
          <a:prstGeom prst="rect">
            <a:avLst/>
          </a:prstGeom>
          <a:solidFill>
            <a:srgbClr val="CED7E6">
              <a:alpha val="56247"/>
            </a:srgbClr>
          </a:solidFill>
          <a:ln>
            <a:noFill/>
          </a:ln>
        </p:spPr>
      </p:sp>
      <p:sp>
        <p:nvSpPr>
          <p:cNvPr id="68" name="wm.whiteboard.126.18"/>
          <p:cNvSpPr/>
          <p:nvPr/>
        </p:nvSpPr>
        <p:spPr>
          <a:xfrm>
            <a:off x="2324100" y="457200"/>
            <a:ext cx="38100" cy="38100"/>
          </a:xfrm>
          <a:prstGeom prst="rect">
            <a:avLst/>
          </a:prstGeom>
          <a:solidFill>
            <a:srgbClr val="CED7E6">
              <a:alpha val="54578"/>
            </a:srgbClr>
          </a:solidFill>
          <a:ln>
            <a:noFill/>
          </a:ln>
        </p:spPr>
      </p:sp>
      <p:sp>
        <p:nvSpPr>
          <p:cNvPr id="69" name="wm.whiteboard.126.36"/>
          <p:cNvSpPr/>
          <p:nvPr/>
        </p:nvSpPr>
        <p:spPr>
          <a:xfrm>
            <a:off x="2324100" y="685800"/>
            <a:ext cx="38100" cy="38100"/>
          </a:xfrm>
          <a:prstGeom prst="rect">
            <a:avLst/>
          </a:prstGeom>
          <a:solidFill>
            <a:srgbClr val="CED7E6">
              <a:alpha val="50182"/>
            </a:srgbClr>
          </a:solidFill>
          <a:ln>
            <a:noFill/>
          </a:ln>
        </p:spPr>
      </p:sp>
      <p:sp>
        <p:nvSpPr>
          <p:cNvPr id="70" name="wm.whiteboard.126.54"/>
          <p:cNvSpPr/>
          <p:nvPr/>
        </p:nvSpPr>
        <p:spPr>
          <a:xfrm>
            <a:off x="2324100" y="914400"/>
            <a:ext cx="38100" cy="38100"/>
          </a:xfrm>
          <a:prstGeom prst="rect">
            <a:avLst/>
          </a:prstGeom>
          <a:solidFill>
            <a:srgbClr val="CED7E6">
              <a:alpha val="43386"/>
            </a:srgbClr>
          </a:solidFill>
          <a:ln>
            <a:noFill/>
          </a:ln>
        </p:spPr>
      </p:sp>
      <p:sp>
        <p:nvSpPr>
          <p:cNvPr id="71" name="wm.whiteboard.126.72"/>
          <p:cNvSpPr/>
          <p:nvPr/>
        </p:nvSpPr>
        <p:spPr>
          <a:xfrm>
            <a:off x="2324100" y="1143000"/>
            <a:ext cx="38100" cy="38100"/>
          </a:xfrm>
          <a:prstGeom prst="rect">
            <a:avLst/>
          </a:prstGeom>
          <a:solidFill>
            <a:srgbClr val="CED7E6">
              <a:alpha val="34598"/>
            </a:srgbClr>
          </a:solidFill>
          <a:ln>
            <a:noFill/>
          </a:ln>
        </p:spPr>
      </p:sp>
      <p:sp>
        <p:nvSpPr>
          <p:cNvPr id="72" name="wm.whiteboard.126.90"/>
          <p:cNvSpPr/>
          <p:nvPr/>
        </p:nvSpPr>
        <p:spPr>
          <a:xfrm>
            <a:off x="2324100" y="1371600"/>
            <a:ext cx="38100" cy="38100"/>
          </a:xfrm>
          <a:prstGeom prst="rect">
            <a:avLst/>
          </a:prstGeom>
          <a:solidFill>
            <a:srgbClr val="CED7E6">
              <a:alpha val="24223"/>
            </a:srgbClr>
          </a:solidFill>
          <a:ln>
            <a:noFill/>
          </a:ln>
        </p:spPr>
      </p:sp>
      <p:sp>
        <p:nvSpPr>
          <p:cNvPr id="73" name="wm.whiteboard.126.108"/>
          <p:cNvSpPr/>
          <p:nvPr/>
        </p:nvSpPr>
        <p:spPr>
          <a:xfrm>
            <a:off x="2324100" y="1600200"/>
            <a:ext cx="38100" cy="38100"/>
          </a:xfrm>
          <a:prstGeom prst="rect">
            <a:avLst/>
          </a:prstGeom>
          <a:solidFill>
            <a:srgbClr val="CED7E6">
              <a:alpha val="12610"/>
            </a:srgbClr>
          </a:solidFill>
          <a:ln>
            <a:noFill/>
          </a:ln>
        </p:spPr>
      </p:sp>
      <p:sp>
        <p:nvSpPr>
          <p:cNvPr id="74" name="wm.whiteboard.126.126"/>
          <p:cNvSpPr/>
          <p:nvPr/>
        </p:nvSpPr>
        <p:spPr>
          <a:xfrm>
            <a:off x="2324100" y="1828800"/>
            <a:ext cx="38100" cy="38100"/>
          </a:xfrm>
          <a:prstGeom prst="rect">
            <a:avLst/>
          </a:prstGeom>
          <a:solidFill>
            <a:srgbClr val="CED7E6">
              <a:alpha val="40"/>
            </a:srgbClr>
          </a:solidFill>
          <a:ln>
            <a:noFill/>
          </a:ln>
        </p:spPr>
      </p:sp>
      <p:sp>
        <p:nvSpPr>
          <p:cNvPr id="75" name="wm.whiteboard.144.0"/>
          <p:cNvSpPr/>
          <p:nvPr/>
        </p:nvSpPr>
        <p:spPr>
          <a:xfrm>
            <a:off x="2552700" y="228600"/>
            <a:ext cx="38100" cy="38100"/>
          </a:xfrm>
          <a:prstGeom prst="rect">
            <a:avLst/>
          </a:prstGeom>
          <a:solidFill>
            <a:srgbClr val="CED7E6">
              <a:alpha val="42471"/>
            </a:srgbClr>
          </a:solidFill>
          <a:ln>
            <a:noFill/>
          </a:ln>
        </p:spPr>
      </p:sp>
      <p:sp>
        <p:nvSpPr>
          <p:cNvPr id="76" name="wm.whiteboard.144.18"/>
          <p:cNvSpPr/>
          <p:nvPr/>
        </p:nvSpPr>
        <p:spPr>
          <a:xfrm>
            <a:off x="2552700" y="457200"/>
            <a:ext cx="38100" cy="38100"/>
          </a:xfrm>
          <a:prstGeom prst="rect">
            <a:avLst/>
          </a:prstGeom>
          <a:solidFill>
            <a:srgbClr val="CED7E6">
              <a:alpha val="41005"/>
            </a:srgbClr>
          </a:solidFill>
          <a:ln>
            <a:noFill/>
          </a:ln>
        </p:spPr>
      </p:sp>
      <p:sp>
        <p:nvSpPr>
          <p:cNvPr id="77" name="wm.whiteboard.144.36"/>
          <p:cNvSpPr/>
          <p:nvPr/>
        </p:nvSpPr>
        <p:spPr>
          <a:xfrm>
            <a:off x="2552700" y="685800"/>
            <a:ext cx="38100" cy="38100"/>
          </a:xfrm>
          <a:prstGeom prst="rect">
            <a:avLst/>
          </a:prstGeom>
          <a:solidFill>
            <a:srgbClr val="CED7E6">
              <a:alpha val="37120"/>
            </a:srgbClr>
          </a:solidFill>
          <a:ln>
            <a:noFill/>
          </a:ln>
        </p:spPr>
      </p:sp>
      <p:sp>
        <p:nvSpPr>
          <p:cNvPr id="78" name="wm.whiteboard.144.54"/>
          <p:cNvSpPr/>
          <p:nvPr/>
        </p:nvSpPr>
        <p:spPr>
          <a:xfrm>
            <a:off x="2552700" y="914400"/>
            <a:ext cx="38100" cy="38100"/>
          </a:xfrm>
          <a:prstGeom prst="rect">
            <a:avLst/>
          </a:prstGeom>
          <a:solidFill>
            <a:srgbClr val="CED7E6">
              <a:alpha val="31044"/>
            </a:srgbClr>
          </a:solidFill>
          <a:ln>
            <a:noFill/>
          </a:ln>
        </p:spPr>
      </p:sp>
      <p:sp>
        <p:nvSpPr>
          <p:cNvPr id="79" name="wm.whiteboard.144.72"/>
          <p:cNvSpPr/>
          <p:nvPr/>
        </p:nvSpPr>
        <p:spPr>
          <a:xfrm>
            <a:off x="2552700" y="1143000"/>
            <a:ext cx="38100" cy="38100"/>
          </a:xfrm>
          <a:prstGeom prst="rect">
            <a:avLst/>
          </a:prstGeom>
          <a:solidFill>
            <a:srgbClr val="CED7E6">
              <a:alpha val="23083"/>
            </a:srgbClr>
          </a:solidFill>
          <a:ln>
            <a:noFill/>
          </a:ln>
        </p:spPr>
      </p:sp>
      <p:sp>
        <p:nvSpPr>
          <p:cNvPr id="80" name="wm.whiteboard.144.90"/>
          <p:cNvSpPr/>
          <p:nvPr/>
        </p:nvSpPr>
        <p:spPr>
          <a:xfrm>
            <a:off x="2552700" y="1371600"/>
            <a:ext cx="38100" cy="38100"/>
          </a:xfrm>
          <a:prstGeom prst="rect">
            <a:avLst/>
          </a:prstGeom>
          <a:solidFill>
            <a:srgbClr val="CED7E6">
              <a:alpha val="13557"/>
            </a:srgbClr>
          </a:solidFill>
          <a:ln>
            <a:noFill/>
          </a:ln>
        </p:spPr>
      </p:sp>
      <p:sp>
        <p:nvSpPr>
          <p:cNvPr id="81" name="wm.whiteboard.144.108"/>
          <p:cNvSpPr/>
          <p:nvPr/>
        </p:nvSpPr>
        <p:spPr>
          <a:xfrm>
            <a:off x="2552700" y="1600200"/>
            <a:ext cx="38100" cy="38100"/>
          </a:xfrm>
          <a:prstGeom prst="rect">
            <a:avLst/>
          </a:prstGeom>
          <a:solidFill>
            <a:srgbClr val="CED7E6">
              <a:alpha val="2762"/>
            </a:srgbClr>
          </a:solidFill>
          <a:ln>
            <a:noFill/>
          </a:ln>
        </p:spPr>
      </p:sp>
      <p:sp>
        <p:nvSpPr>
          <p:cNvPr id="82" name="wm.whiteboard.162.0"/>
          <p:cNvSpPr/>
          <p:nvPr/>
        </p:nvSpPr>
        <p:spPr>
          <a:xfrm>
            <a:off x="2781300" y="228600"/>
            <a:ext cx="38100" cy="38100"/>
          </a:xfrm>
          <a:prstGeom prst="rect">
            <a:avLst/>
          </a:prstGeom>
          <a:solidFill>
            <a:srgbClr val="CED7E6">
              <a:alpha val="28695"/>
            </a:srgbClr>
          </a:solidFill>
          <a:ln>
            <a:noFill/>
          </a:ln>
        </p:spPr>
      </p:sp>
      <p:sp>
        <p:nvSpPr>
          <p:cNvPr id="83" name="wm.whiteboard.162.18"/>
          <p:cNvSpPr/>
          <p:nvPr/>
        </p:nvSpPr>
        <p:spPr>
          <a:xfrm>
            <a:off x="2781300" y="457200"/>
            <a:ext cx="38100" cy="38100"/>
          </a:xfrm>
          <a:prstGeom prst="rect">
            <a:avLst/>
          </a:prstGeom>
          <a:solidFill>
            <a:srgbClr val="CED7E6">
              <a:alpha val="27389"/>
            </a:srgbClr>
          </a:solidFill>
          <a:ln>
            <a:noFill/>
          </a:ln>
        </p:spPr>
      </p:sp>
      <p:sp>
        <p:nvSpPr>
          <p:cNvPr id="84" name="wm.whiteboard.162.36"/>
          <p:cNvSpPr/>
          <p:nvPr/>
        </p:nvSpPr>
        <p:spPr>
          <a:xfrm>
            <a:off x="2781300" y="685800"/>
            <a:ext cx="38100" cy="38100"/>
          </a:xfrm>
          <a:prstGeom prst="rect">
            <a:avLst/>
          </a:prstGeom>
          <a:solidFill>
            <a:srgbClr val="CED7E6">
              <a:alpha val="23910"/>
            </a:srgbClr>
          </a:solidFill>
          <a:ln>
            <a:noFill/>
          </a:ln>
        </p:spPr>
      </p:sp>
      <p:sp>
        <p:nvSpPr>
          <p:cNvPr id="85" name="wm.whiteboard.162.54"/>
          <p:cNvSpPr/>
          <p:nvPr/>
        </p:nvSpPr>
        <p:spPr>
          <a:xfrm>
            <a:off x="2781300" y="914400"/>
            <a:ext cx="38100" cy="38100"/>
          </a:xfrm>
          <a:prstGeom prst="rect">
            <a:avLst/>
          </a:prstGeom>
          <a:solidFill>
            <a:srgbClr val="CED7E6">
              <a:alpha val="18425"/>
            </a:srgbClr>
          </a:solidFill>
          <a:ln>
            <a:noFill/>
          </a:ln>
        </p:spPr>
      </p:sp>
      <p:sp>
        <p:nvSpPr>
          <p:cNvPr id="86" name="wm.whiteboard.162.72"/>
          <p:cNvSpPr/>
          <p:nvPr/>
        </p:nvSpPr>
        <p:spPr>
          <a:xfrm>
            <a:off x="2781300" y="1143000"/>
            <a:ext cx="38100" cy="38100"/>
          </a:xfrm>
          <a:prstGeom prst="rect">
            <a:avLst/>
          </a:prstGeom>
          <a:solidFill>
            <a:srgbClr val="CED7E6">
              <a:alpha val="11167"/>
            </a:srgbClr>
          </a:solidFill>
          <a:ln>
            <a:noFill/>
          </a:ln>
        </p:spPr>
      </p:sp>
      <p:sp>
        <p:nvSpPr>
          <p:cNvPr id="87" name="wm.whiteboard.162.90"/>
          <p:cNvSpPr/>
          <p:nvPr/>
        </p:nvSpPr>
        <p:spPr>
          <a:xfrm>
            <a:off x="2781300" y="1371600"/>
            <a:ext cx="38100" cy="38100"/>
          </a:xfrm>
          <a:prstGeom prst="rect">
            <a:avLst/>
          </a:prstGeom>
          <a:solidFill>
            <a:srgbClr val="CED7E6">
              <a:alpha val="2388"/>
            </a:srgbClr>
          </a:solidFill>
          <a:ln>
            <a:noFill/>
          </a:ln>
        </p:spPr>
      </p:sp>
      <p:sp>
        <p:nvSpPr>
          <p:cNvPr id="88" name="wm.whiteboard.180.0"/>
          <p:cNvSpPr/>
          <p:nvPr/>
        </p:nvSpPr>
        <p:spPr>
          <a:xfrm>
            <a:off x="3009900" y="228600"/>
            <a:ext cx="38100" cy="38100"/>
          </a:xfrm>
          <a:prstGeom prst="rect">
            <a:avLst/>
          </a:prstGeom>
          <a:solidFill>
            <a:srgbClr val="CED7E6">
              <a:alpha val="14918"/>
            </a:srgbClr>
          </a:solidFill>
          <a:ln>
            <a:noFill/>
          </a:ln>
        </p:spPr>
      </p:sp>
      <p:sp>
        <p:nvSpPr>
          <p:cNvPr id="89" name="wm.whiteboard.180.18"/>
          <p:cNvSpPr/>
          <p:nvPr/>
        </p:nvSpPr>
        <p:spPr>
          <a:xfrm>
            <a:off x="3009900" y="457200"/>
            <a:ext cx="38100" cy="38100"/>
          </a:xfrm>
          <a:prstGeom prst="rect">
            <a:avLst/>
          </a:prstGeom>
          <a:solidFill>
            <a:srgbClr val="CED7E6">
              <a:alpha val="13741"/>
            </a:srgbClr>
          </a:solidFill>
          <a:ln>
            <a:noFill/>
          </a:ln>
        </p:spPr>
      </p:sp>
      <p:sp>
        <p:nvSpPr>
          <p:cNvPr id="90" name="wm.whiteboard.180.36"/>
          <p:cNvSpPr/>
          <p:nvPr/>
        </p:nvSpPr>
        <p:spPr>
          <a:xfrm>
            <a:off x="3009900" y="685800"/>
            <a:ext cx="38100" cy="38100"/>
          </a:xfrm>
          <a:prstGeom prst="rect">
            <a:avLst/>
          </a:prstGeom>
          <a:solidFill>
            <a:srgbClr val="CED7E6">
              <a:alpha val="10593"/>
            </a:srgbClr>
          </a:solidFill>
          <a:ln>
            <a:noFill/>
          </a:ln>
        </p:spPr>
      </p:sp>
      <p:sp>
        <p:nvSpPr>
          <p:cNvPr id="91" name="wm.whiteboard.180.54"/>
          <p:cNvSpPr/>
          <p:nvPr/>
        </p:nvSpPr>
        <p:spPr>
          <a:xfrm>
            <a:off x="3009900" y="914400"/>
            <a:ext cx="38100" cy="38100"/>
          </a:xfrm>
          <a:prstGeom prst="rect">
            <a:avLst/>
          </a:prstGeom>
          <a:solidFill>
            <a:srgbClr val="CED7E6">
              <a:alpha val="5600"/>
            </a:srgbClr>
          </a:solidFill>
          <a:ln>
            <a:noFill/>
          </a:ln>
        </p:spPr>
      </p:sp>
      <p:sp>
        <p:nvSpPr>
          <p:cNvPr id="92" name="wm.whiteboard.198.0"/>
          <p:cNvSpPr/>
          <p:nvPr/>
        </p:nvSpPr>
        <p:spPr>
          <a:xfrm>
            <a:off x="3238500" y="228600"/>
            <a:ext cx="38100" cy="38100"/>
          </a:xfrm>
          <a:prstGeom prst="rect">
            <a:avLst/>
          </a:prstGeom>
          <a:solidFill>
            <a:srgbClr val="CED7E6">
              <a:alpha val="1142"/>
            </a:srgbClr>
          </a:solidFill>
          <a:ln>
            <a:noFill/>
          </a:ln>
        </p:spPr>
      </p:sp>
      <p:sp>
        <p:nvSpPr>
          <p:cNvPr id="93" name="wm.whiteboard.198.18"/>
          <p:cNvSpPr/>
          <p:nvPr/>
        </p:nvSpPr>
        <p:spPr>
          <a:xfrm>
            <a:off x="3238500" y="457200"/>
            <a:ext cx="38100" cy="38100"/>
          </a:xfrm>
          <a:prstGeom prst="rect">
            <a:avLst/>
          </a:prstGeom>
          <a:solidFill>
            <a:srgbClr val="CED7E6">
              <a:alpha val="69"/>
            </a:srgbClr>
          </a:solidFill>
          <a:ln>
            <a:noFill/>
          </a:ln>
        </p:spPr>
      </p:sp>
      <p:sp>
        <p:nvSpPr>
          <p:cNvPr id="94" name="wm.header.rule"/>
          <p:cNvSpPr/>
          <p:nvPr/>
        </p:nvSpPr>
        <p:spPr>
          <a:xfrm>
            <a:off x="723900" y="1371600"/>
            <a:ext cx="10744200" cy="9525"/>
          </a:xfrm>
          <a:prstGeom prst="rect">
            <a:avLst/>
          </a:prstGeom>
          <a:solidFill>
            <a:srgbClr val="CED7E6"/>
          </a:solidFill>
          <a:ln>
            <a:noFill/>
          </a:ln>
        </p:spPr>
      </p:sp>
      <p:pic>
        <p:nvPicPr>
          <p:cNvPr id="95"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210300"/>
            <a:ext cx="729403" cy="152400"/>
          </a:xfrm>
          <a:prstGeom prst="rect">
            <a:avLst/>
          </a:prstGeom>
        </p:spPr>
      </p:pic>
      <p:sp>
        <p:nvSpPr>
          <p:cNvPr id="96" name="wm.legal"/>
          <p:cNvSpPr/>
          <p:nvPr/>
        </p:nvSpPr>
        <p:spPr>
          <a:xfrm>
            <a:off x="2171700" y="6172200"/>
            <a:ext cx="89154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wmds.frame.f3fbc78b3ea476191ebf">
    <p:bg>
      <p:bgPr>
        <a:solidFill>
          <a:srgbClr val="FFFFFF"/>
        </a:solidFill>
      </p:bgPr>
    </p:bg>
    <p:spTree>
      <p:nvGrpSpPr>
        <p:cNvPr id="1" name=""/>
        <p:cNvGrpSpPr/>
        <p:nvPr/>
      </p:nvGrpSpPr>
      <p:grpSpPr>
        <a:xfrm>
          <a:off x="0" y="0"/>
          <a:ext cx="0" cy="0"/>
          <a:chOff x="0" y="0"/>
          <a:chExt cx="0" cy="0"/>
        </a:xfrm>
      </p:grpSpPr>
      <p:sp>
        <p:nvSpPr>
          <p:cNvPr id="2" name="wm.footer.rule"/>
          <p:cNvSpPr/>
          <p:nvPr/>
        </p:nvSpPr>
        <p:spPr>
          <a:xfrm>
            <a:off x="723900" y="6286500"/>
            <a:ext cx="10744200" cy="9525"/>
          </a:xfrm>
          <a:prstGeom prst="rect">
            <a:avLst/>
          </a:prstGeom>
          <a:solidFill>
            <a:srgbClr val="CED7E6"/>
          </a:solidFill>
          <a:ln>
            <a:noFill/>
          </a:ln>
        </p:spPr>
      </p:sp>
      <p:sp>
        <p:nvSpPr>
          <p:cNvPr id="3" name="wm.whiteboard.0.0"/>
          <p:cNvSpPr/>
          <p:nvPr/>
        </p:nvSpPr>
        <p:spPr>
          <a:xfrm>
            <a:off x="7581900" y="228600"/>
            <a:ext cx="38100" cy="38100"/>
          </a:xfrm>
          <a:prstGeom prst="rect">
            <a:avLst/>
          </a:prstGeom>
          <a:solidFill>
            <a:srgbClr val="CED7E6"/>
          </a:solidFill>
          <a:ln>
            <a:noFill/>
          </a:ln>
        </p:spPr>
      </p:sp>
      <p:sp>
        <p:nvSpPr>
          <p:cNvPr id="4" name="wm.whiteboard.0.18"/>
          <p:cNvSpPr/>
          <p:nvPr/>
        </p:nvSpPr>
        <p:spPr>
          <a:xfrm>
            <a:off x="7581900" y="457200"/>
            <a:ext cx="38100" cy="38100"/>
          </a:xfrm>
          <a:prstGeom prst="rect">
            <a:avLst/>
          </a:prstGeom>
          <a:solidFill>
            <a:srgbClr val="CED7E6"/>
          </a:solidFill>
          <a:ln>
            <a:noFill/>
          </a:ln>
        </p:spPr>
      </p:sp>
      <p:sp>
        <p:nvSpPr>
          <p:cNvPr id="5" name="wm.whiteboard.0.36"/>
          <p:cNvSpPr/>
          <p:nvPr/>
        </p:nvSpPr>
        <p:spPr>
          <a:xfrm>
            <a:off x="7581900" y="685800"/>
            <a:ext cx="38100" cy="38100"/>
          </a:xfrm>
          <a:prstGeom prst="rect">
            <a:avLst/>
          </a:prstGeom>
          <a:solidFill>
            <a:srgbClr val="CED7E6"/>
          </a:solidFill>
          <a:ln>
            <a:noFill/>
          </a:ln>
        </p:spPr>
      </p:sp>
      <p:sp>
        <p:nvSpPr>
          <p:cNvPr id="6" name="wm.whiteboard.0.54"/>
          <p:cNvSpPr/>
          <p:nvPr/>
        </p:nvSpPr>
        <p:spPr>
          <a:xfrm>
            <a:off x="7581900" y="914400"/>
            <a:ext cx="38100" cy="38100"/>
          </a:xfrm>
          <a:prstGeom prst="rect">
            <a:avLst/>
          </a:prstGeom>
          <a:solidFill>
            <a:srgbClr val="CED7E6"/>
          </a:solidFill>
          <a:ln>
            <a:noFill/>
          </a:ln>
        </p:spPr>
      </p:sp>
      <p:sp>
        <p:nvSpPr>
          <p:cNvPr id="7" name="wm.whiteboard.0.72"/>
          <p:cNvSpPr/>
          <p:nvPr/>
        </p:nvSpPr>
        <p:spPr>
          <a:xfrm>
            <a:off x="7581900" y="1143000"/>
            <a:ext cx="38100" cy="38100"/>
          </a:xfrm>
          <a:prstGeom prst="rect">
            <a:avLst/>
          </a:prstGeom>
          <a:solidFill>
            <a:srgbClr val="CED7E6">
              <a:alpha val="85305"/>
            </a:srgbClr>
          </a:solidFill>
          <a:ln>
            <a:noFill/>
          </a:ln>
        </p:spPr>
      </p:sp>
      <p:sp>
        <p:nvSpPr>
          <p:cNvPr id="8" name="wm.whiteboard.0.90"/>
          <p:cNvSpPr/>
          <p:nvPr/>
        </p:nvSpPr>
        <p:spPr>
          <a:xfrm>
            <a:off x="7581900" y="1371600"/>
            <a:ext cx="38100" cy="38100"/>
          </a:xfrm>
          <a:prstGeom prst="rect">
            <a:avLst/>
          </a:prstGeom>
          <a:solidFill>
            <a:srgbClr val="CED7E6">
              <a:alpha val="68524"/>
            </a:srgbClr>
          </a:solidFill>
          <a:ln>
            <a:noFill/>
          </a:ln>
        </p:spPr>
      </p:sp>
      <p:sp>
        <p:nvSpPr>
          <p:cNvPr id="9" name="wm.whiteboard.0.108"/>
          <p:cNvSpPr/>
          <p:nvPr/>
        </p:nvSpPr>
        <p:spPr>
          <a:xfrm>
            <a:off x="7581900" y="1600200"/>
            <a:ext cx="38100" cy="38100"/>
          </a:xfrm>
          <a:prstGeom prst="rect">
            <a:avLst/>
          </a:prstGeom>
          <a:solidFill>
            <a:srgbClr val="CED7E6">
              <a:alpha val="51742"/>
            </a:srgbClr>
          </a:solidFill>
          <a:ln>
            <a:noFill/>
          </a:ln>
        </p:spPr>
      </p:sp>
      <p:sp>
        <p:nvSpPr>
          <p:cNvPr id="10" name="wm.whiteboard.0.126"/>
          <p:cNvSpPr/>
          <p:nvPr/>
        </p:nvSpPr>
        <p:spPr>
          <a:xfrm>
            <a:off x="7581900" y="1828800"/>
            <a:ext cx="38100" cy="38100"/>
          </a:xfrm>
          <a:prstGeom prst="rect">
            <a:avLst/>
          </a:prstGeom>
          <a:solidFill>
            <a:srgbClr val="CED7E6">
              <a:alpha val="34959"/>
            </a:srgbClr>
          </a:solidFill>
          <a:ln>
            <a:noFill/>
          </a:ln>
        </p:spPr>
      </p:sp>
      <p:sp>
        <p:nvSpPr>
          <p:cNvPr id="11" name="wm.whiteboard.0.144"/>
          <p:cNvSpPr/>
          <p:nvPr/>
        </p:nvSpPr>
        <p:spPr>
          <a:xfrm>
            <a:off x="7581900" y="2057400"/>
            <a:ext cx="38100" cy="38100"/>
          </a:xfrm>
          <a:prstGeom prst="rect">
            <a:avLst/>
          </a:prstGeom>
          <a:solidFill>
            <a:srgbClr val="CED7E6">
              <a:alpha val="18177"/>
            </a:srgbClr>
          </a:solidFill>
          <a:ln>
            <a:noFill/>
          </a:ln>
        </p:spPr>
      </p:sp>
      <p:sp>
        <p:nvSpPr>
          <p:cNvPr id="12" name="wm.whiteboard.0.162"/>
          <p:cNvSpPr/>
          <p:nvPr/>
        </p:nvSpPr>
        <p:spPr>
          <a:xfrm>
            <a:off x="7581900" y="2286000"/>
            <a:ext cx="38100" cy="38100"/>
          </a:xfrm>
          <a:prstGeom prst="rect">
            <a:avLst/>
          </a:prstGeom>
          <a:solidFill>
            <a:srgbClr val="CED7E6">
              <a:alpha val="1394"/>
            </a:srgbClr>
          </a:solidFill>
          <a:ln>
            <a:noFill/>
          </a:ln>
        </p:spPr>
      </p:sp>
      <p:sp>
        <p:nvSpPr>
          <p:cNvPr id="13" name="wm.whiteboard.18.0"/>
          <p:cNvSpPr/>
          <p:nvPr/>
        </p:nvSpPr>
        <p:spPr>
          <a:xfrm>
            <a:off x="7810500" y="228600"/>
            <a:ext cx="38100" cy="38100"/>
          </a:xfrm>
          <a:prstGeom prst="rect">
            <a:avLst/>
          </a:prstGeom>
          <a:solidFill>
            <a:srgbClr val="CED7E6"/>
          </a:solidFill>
          <a:ln>
            <a:noFill/>
          </a:ln>
        </p:spPr>
      </p:sp>
      <p:sp>
        <p:nvSpPr>
          <p:cNvPr id="14" name="wm.whiteboard.18.18"/>
          <p:cNvSpPr/>
          <p:nvPr/>
        </p:nvSpPr>
        <p:spPr>
          <a:xfrm>
            <a:off x="7810500" y="457200"/>
            <a:ext cx="38100" cy="38100"/>
          </a:xfrm>
          <a:prstGeom prst="rect">
            <a:avLst/>
          </a:prstGeom>
          <a:solidFill>
            <a:srgbClr val="CED7E6"/>
          </a:solidFill>
          <a:ln>
            <a:noFill/>
          </a:ln>
        </p:spPr>
      </p:sp>
      <p:sp>
        <p:nvSpPr>
          <p:cNvPr id="15" name="wm.whiteboard.18.36"/>
          <p:cNvSpPr/>
          <p:nvPr/>
        </p:nvSpPr>
        <p:spPr>
          <a:xfrm>
            <a:off x="7810500" y="685800"/>
            <a:ext cx="38100" cy="38100"/>
          </a:xfrm>
          <a:prstGeom prst="rect">
            <a:avLst/>
          </a:prstGeom>
          <a:solidFill>
            <a:srgbClr val="CED7E6"/>
          </a:solidFill>
          <a:ln>
            <a:noFill/>
          </a:ln>
        </p:spPr>
      </p:sp>
      <p:sp>
        <p:nvSpPr>
          <p:cNvPr id="16" name="wm.whiteboard.18.54"/>
          <p:cNvSpPr/>
          <p:nvPr/>
        </p:nvSpPr>
        <p:spPr>
          <a:xfrm>
            <a:off x="7810500" y="914400"/>
            <a:ext cx="38100" cy="38100"/>
          </a:xfrm>
          <a:prstGeom prst="rect">
            <a:avLst/>
          </a:prstGeom>
          <a:solidFill>
            <a:srgbClr val="CED7E6">
              <a:alpha val="99988"/>
            </a:srgbClr>
          </a:solidFill>
          <a:ln>
            <a:noFill/>
          </a:ln>
        </p:spPr>
      </p:sp>
      <p:sp>
        <p:nvSpPr>
          <p:cNvPr id="17" name="wm.whiteboard.18.72"/>
          <p:cNvSpPr/>
          <p:nvPr/>
        </p:nvSpPr>
        <p:spPr>
          <a:xfrm>
            <a:off x="7810500" y="1143000"/>
            <a:ext cx="38100" cy="38100"/>
          </a:xfrm>
          <a:prstGeom prst="rect">
            <a:avLst/>
          </a:prstGeom>
          <a:solidFill>
            <a:srgbClr val="CED7E6">
              <a:alpha val="83708"/>
            </a:srgbClr>
          </a:solidFill>
          <a:ln>
            <a:noFill/>
          </a:ln>
        </p:spPr>
      </p:sp>
      <p:sp>
        <p:nvSpPr>
          <p:cNvPr id="18" name="wm.whiteboard.18.90"/>
          <p:cNvSpPr/>
          <p:nvPr/>
        </p:nvSpPr>
        <p:spPr>
          <a:xfrm>
            <a:off x="7810500" y="1371600"/>
            <a:ext cx="38100" cy="38100"/>
          </a:xfrm>
          <a:prstGeom prst="rect">
            <a:avLst/>
          </a:prstGeom>
          <a:solidFill>
            <a:srgbClr val="CED7E6">
              <a:alpha val="67236"/>
            </a:srgbClr>
          </a:solidFill>
          <a:ln>
            <a:noFill/>
          </a:ln>
        </p:spPr>
      </p:sp>
      <p:sp>
        <p:nvSpPr>
          <p:cNvPr id="19" name="wm.whiteboard.18.108"/>
          <p:cNvSpPr/>
          <p:nvPr/>
        </p:nvSpPr>
        <p:spPr>
          <a:xfrm>
            <a:off x="7810500" y="1600200"/>
            <a:ext cx="38100" cy="38100"/>
          </a:xfrm>
          <a:prstGeom prst="rect">
            <a:avLst/>
          </a:prstGeom>
          <a:solidFill>
            <a:srgbClr val="CED7E6">
              <a:alpha val="50663"/>
            </a:srgbClr>
          </a:solidFill>
          <a:ln>
            <a:noFill/>
          </a:ln>
        </p:spPr>
      </p:sp>
      <p:sp>
        <p:nvSpPr>
          <p:cNvPr id="20" name="wm.whiteboard.18.126"/>
          <p:cNvSpPr/>
          <p:nvPr/>
        </p:nvSpPr>
        <p:spPr>
          <a:xfrm>
            <a:off x="7810500" y="1828800"/>
            <a:ext cx="38100" cy="38100"/>
          </a:xfrm>
          <a:prstGeom prst="rect">
            <a:avLst/>
          </a:prstGeom>
          <a:solidFill>
            <a:srgbClr val="CED7E6">
              <a:alpha val="34032"/>
            </a:srgbClr>
          </a:solidFill>
          <a:ln>
            <a:noFill/>
          </a:ln>
        </p:spPr>
      </p:sp>
      <p:sp>
        <p:nvSpPr>
          <p:cNvPr id="21" name="wm.whiteboard.18.144"/>
          <p:cNvSpPr/>
          <p:nvPr/>
        </p:nvSpPr>
        <p:spPr>
          <a:xfrm>
            <a:off x="7810500" y="2057400"/>
            <a:ext cx="38100" cy="38100"/>
          </a:xfrm>
          <a:prstGeom prst="rect">
            <a:avLst/>
          </a:prstGeom>
          <a:solidFill>
            <a:srgbClr val="CED7E6">
              <a:alpha val="17363"/>
            </a:srgbClr>
          </a:solidFill>
          <a:ln>
            <a:noFill/>
          </a:ln>
        </p:spPr>
      </p:sp>
      <p:sp>
        <p:nvSpPr>
          <p:cNvPr id="22" name="wm.whiteboard.18.162"/>
          <p:cNvSpPr/>
          <p:nvPr/>
        </p:nvSpPr>
        <p:spPr>
          <a:xfrm>
            <a:off x="7810500" y="2286000"/>
            <a:ext cx="38100" cy="38100"/>
          </a:xfrm>
          <a:prstGeom prst="rect">
            <a:avLst/>
          </a:prstGeom>
          <a:solidFill>
            <a:srgbClr val="CED7E6">
              <a:alpha val="670"/>
            </a:srgbClr>
          </a:solidFill>
          <a:ln>
            <a:noFill/>
          </a:ln>
        </p:spPr>
      </p:sp>
      <p:sp>
        <p:nvSpPr>
          <p:cNvPr id="23" name="wm.whiteboard.36.0"/>
          <p:cNvSpPr/>
          <p:nvPr/>
        </p:nvSpPr>
        <p:spPr>
          <a:xfrm>
            <a:off x="8039100" y="228600"/>
            <a:ext cx="38100" cy="38100"/>
          </a:xfrm>
          <a:prstGeom prst="rect">
            <a:avLst/>
          </a:prstGeom>
          <a:solidFill>
            <a:srgbClr val="CED7E6"/>
          </a:solidFill>
          <a:ln>
            <a:noFill/>
          </a:ln>
        </p:spPr>
      </p:sp>
      <p:sp>
        <p:nvSpPr>
          <p:cNvPr id="24" name="wm.whiteboard.36.18"/>
          <p:cNvSpPr/>
          <p:nvPr/>
        </p:nvSpPr>
        <p:spPr>
          <a:xfrm>
            <a:off x="8039100" y="457200"/>
            <a:ext cx="38100" cy="38100"/>
          </a:xfrm>
          <a:prstGeom prst="rect">
            <a:avLst/>
          </a:prstGeom>
          <a:solidFill>
            <a:srgbClr val="CED7E6"/>
          </a:solidFill>
          <a:ln>
            <a:noFill/>
          </a:ln>
        </p:spPr>
      </p:sp>
      <p:sp>
        <p:nvSpPr>
          <p:cNvPr id="25" name="wm.whiteboard.36.36"/>
          <p:cNvSpPr/>
          <p:nvPr/>
        </p:nvSpPr>
        <p:spPr>
          <a:xfrm>
            <a:off x="8039100" y="685800"/>
            <a:ext cx="38100" cy="38100"/>
          </a:xfrm>
          <a:prstGeom prst="rect">
            <a:avLst/>
          </a:prstGeom>
          <a:solidFill>
            <a:srgbClr val="CED7E6"/>
          </a:solidFill>
          <a:ln>
            <a:noFill/>
          </a:ln>
        </p:spPr>
      </p:sp>
      <p:sp>
        <p:nvSpPr>
          <p:cNvPr id="26" name="wm.whiteboard.36.54"/>
          <p:cNvSpPr/>
          <p:nvPr/>
        </p:nvSpPr>
        <p:spPr>
          <a:xfrm>
            <a:off x="8039100" y="914400"/>
            <a:ext cx="38100" cy="38100"/>
          </a:xfrm>
          <a:prstGeom prst="rect">
            <a:avLst/>
          </a:prstGeom>
          <a:solidFill>
            <a:srgbClr val="CED7E6">
              <a:alpha val="94671"/>
            </a:srgbClr>
          </a:solidFill>
          <a:ln>
            <a:noFill/>
          </a:ln>
        </p:spPr>
      </p:sp>
      <p:sp>
        <p:nvSpPr>
          <p:cNvPr id="27" name="wm.whiteboard.36.72"/>
          <p:cNvSpPr/>
          <p:nvPr/>
        </p:nvSpPr>
        <p:spPr>
          <a:xfrm>
            <a:off x="8039100" y="1143000"/>
            <a:ext cx="38100" cy="38100"/>
          </a:xfrm>
          <a:prstGeom prst="rect">
            <a:avLst/>
          </a:prstGeom>
          <a:solidFill>
            <a:srgbClr val="CED7E6">
              <a:alpha val="79547"/>
            </a:srgbClr>
          </a:solidFill>
          <a:ln>
            <a:noFill/>
          </a:ln>
        </p:spPr>
      </p:sp>
      <p:sp>
        <p:nvSpPr>
          <p:cNvPr id="28" name="wm.whiteboard.36.90"/>
          <p:cNvSpPr/>
          <p:nvPr/>
        </p:nvSpPr>
        <p:spPr>
          <a:xfrm>
            <a:off x="8039100" y="1371600"/>
            <a:ext cx="38100" cy="38100"/>
          </a:xfrm>
          <a:prstGeom prst="rect">
            <a:avLst/>
          </a:prstGeom>
          <a:solidFill>
            <a:srgbClr val="CED7E6">
              <a:alpha val="63833"/>
            </a:srgbClr>
          </a:solidFill>
          <a:ln>
            <a:noFill/>
          </a:ln>
        </p:spPr>
      </p:sp>
      <p:sp>
        <p:nvSpPr>
          <p:cNvPr id="29" name="wm.whiteboard.36.108"/>
          <p:cNvSpPr/>
          <p:nvPr/>
        </p:nvSpPr>
        <p:spPr>
          <a:xfrm>
            <a:off x="8039100" y="1600200"/>
            <a:ext cx="38100" cy="38100"/>
          </a:xfrm>
          <a:prstGeom prst="rect">
            <a:avLst/>
          </a:prstGeom>
          <a:solidFill>
            <a:srgbClr val="CED7E6">
              <a:alpha val="47790"/>
            </a:srgbClr>
          </a:solidFill>
          <a:ln>
            <a:noFill/>
          </a:ln>
        </p:spPr>
      </p:sp>
      <p:sp>
        <p:nvSpPr>
          <p:cNvPr id="30" name="wm.whiteboard.36.126"/>
          <p:cNvSpPr/>
          <p:nvPr/>
        </p:nvSpPr>
        <p:spPr>
          <a:xfrm>
            <a:off x="8039100" y="1828800"/>
            <a:ext cx="38100" cy="38100"/>
          </a:xfrm>
          <a:prstGeom prst="rect">
            <a:avLst/>
          </a:prstGeom>
          <a:solidFill>
            <a:srgbClr val="CED7E6">
              <a:alpha val="31549"/>
            </a:srgbClr>
          </a:solidFill>
          <a:ln>
            <a:noFill/>
          </a:ln>
        </p:spPr>
      </p:sp>
      <p:sp>
        <p:nvSpPr>
          <p:cNvPr id="31" name="wm.whiteboard.36.144"/>
          <p:cNvSpPr/>
          <p:nvPr/>
        </p:nvSpPr>
        <p:spPr>
          <a:xfrm>
            <a:off x="8039100" y="2057400"/>
            <a:ext cx="38100" cy="38100"/>
          </a:xfrm>
          <a:prstGeom prst="rect">
            <a:avLst/>
          </a:prstGeom>
          <a:solidFill>
            <a:srgbClr val="CED7E6">
              <a:alpha val="15179"/>
            </a:srgbClr>
          </a:solidFill>
          <a:ln>
            <a:noFill/>
          </a:ln>
        </p:spPr>
      </p:sp>
      <p:sp>
        <p:nvSpPr>
          <p:cNvPr id="32" name="wm.whiteboard.54.0"/>
          <p:cNvSpPr/>
          <p:nvPr/>
        </p:nvSpPr>
        <p:spPr>
          <a:xfrm>
            <a:off x="8267700" y="228600"/>
            <a:ext cx="38100" cy="38100"/>
          </a:xfrm>
          <a:prstGeom prst="rect">
            <a:avLst/>
          </a:prstGeom>
          <a:solidFill>
            <a:srgbClr val="CED7E6"/>
          </a:solidFill>
          <a:ln>
            <a:noFill/>
          </a:ln>
        </p:spPr>
      </p:sp>
      <p:sp>
        <p:nvSpPr>
          <p:cNvPr id="33" name="wm.whiteboard.54.18"/>
          <p:cNvSpPr/>
          <p:nvPr/>
        </p:nvSpPr>
        <p:spPr>
          <a:xfrm>
            <a:off x="8267700" y="457200"/>
            <a:ext cx="38100" cy="38100"/>
          </a:xfrm>
          <a:prstGeom prst="rect">
            <a:avLst/>
          </a:prstGeom>
          <a:solidFill>
            <a:srgbClr val="CED7E6"/>
          </a:solidFill>
          <a:ln>
            <a:noFill/>
          </a:ln>
        </p:spPr>
      </p:sp>
      <p:sp>
        <p:nvSpPr>
          <p:cNvPr id="34" name="wm.whiteboard.54.36"/>
          <p:cNvSpPr/>
          <p:nvPr/>
        </p:nvSpPr>
        <p:spPr>
          <a:xfrm>
            <a:off x="8267700" y="685800"/>
            <a:ext cx="38100" cy="38100"/>
          </a:xfrm>
          <a:prstGeom prst="rect">
            <a:avLst/>
          </a:prstGeom>
          <a:solidFill>
            <a:srgbClr val="CED7E6">
              <a:alpha val="98827"/>
            </a:srgbClr>
          </a:solidFill>
          <a:ln>
            <a:noFill/>
          </a:ln>
        </p:spPr>
      </p:sp>
      <p:sp>
        <p:nvSpPr>
          <p:cNvPr id="35" name="wm.whiteboard.54.54"/>
          <p:cNvSpPr/>
          <p:nvPr/>
        </p:nvSpPr>
        <p:spPr>
          <a:xfrm>
            <a:off x="8267700" y="914400"/>
            <a:ext cx="38100" cy="38100"/>
          </a:xfrm>
          <a:prstGeom prst="rect">
            <a:avLst/>
          </a:prstGeom>
          <a:solidFill>
            <a:srgbClr val="CED7E6">
              <a:alpha val="86895"/>
            </a:srgbClr>
          </a:solidFill>
          <a:ln>
            <a:noFill/>
          </a:ln>
        </p:spPr>
      </p:sp>
      <p:sp>
        <p:nvSpPr>
          <p:cNvPr id="36" name="wm.whiteboard.54.72"/>
          <p:cNvSpPr/>
          <p:nvPr/>
        </p:nvSpPr>
        <p:spPr>
          <a:xfrm>
            <a:off x="8267700" y="1143000"/>
            <a:ext cx="38100" cy="38100"/>
          </a:xfrm>
          <a:prstGeom prst="rect">
            <a:avLst/>
          </a:prstGeom>
          <a:solidFill>
            <a:srgbClr val="CED7E6">
              <a:alpha val="73217"/>
            </a:srgbClr>
          </a:solidFill>
          <a:ln>
            <a:noFill/>
          </a:ln>
        </p:spPr>
      </p:sp>
      <p:sp>
        <p:nvSpPr>
          <p:cNvPr id="37" name="wm.whiteboard.54.90"/>
          <p:cNvSpPr/>
          <p:nvPr/>
        </p:nvSpPr>
        <p:spPr>
          <a:xfrm>
            <a:off x="8267700" y="1371600"/>
            <a:ext cx="38100" cy="38100"/>
          </a:xfrm>
          <a:prstGeom prst="rect">
            <a:avLst/>
          </a:prstGeom>
          <a:solidFill>
            <a:srgbClr val="CED7E6">
              <a:alpha val="58541"/>
            </a:srgbClr>
          </a:solidFill>
          <a:ln>
            <a:noFill/>
          </a:ln>
        </p:spPr>
      </p:sp>
      <p:sp>
        <p:nvSpPr>
          <p:cNvPr id="38" name="wm.whiteboard.54.108"/>
          <p:cNvSpPr/>
          <p:nvPr/>
        </p:nvSpPr>
        <p:spPr>
          <a:xfrm>
            <a:off x="8267700" y="1600200"/>
            <a:ext cx="38100" cy="38100"/>
          </a:xfrm>
          <a:prstGeom prst="rect">
            <a:avLst/>
          </a:prstGeom>
          <a:solidFill>
            <a:srgbClr val="CED7E6">
              <a:alpha val="43263"/>
            </a:srgbClr>
          </a:solidFill>
          <a:ln>
            <a:noFill/>
          </a:ln>
        </p:spPr>
      </p:sp>
      <p:sp>
        <p:nvSpPr>
          <p:cNvPr id="39" name="wm.whiteboard.54.126"/>
          <p:cNvSpPr/>
          <p:nvPr/>
        </p:nvSpPr>
        <p:spPr>
          <a:xfrm>
            <a:off x="8267700" y="1828800"/>
            <a:ext cx="38100" cy="38100"/>
          </a:xfrm>
          <a:prstGeom prst="rect">
            <a:avLst/>
          </a:prstGeom>
          <a:solidFill>
            <a:srgbClr val="CED7E6">
              <a:alpha val="27603"/>
            </a:srgbClr>
          </a:solidFill>
          <a:ln>
            <a:noFill/>
          </a:ln>
        </p:spPr>
      </p:sp>
      <p:sp>
        <p:nvSpPr>
          <p:cNvPr id="40" name="wm.whiteboard.54.144"/>
          <p:cNvSpPr/>
          <p:nvPr/>
        </p:nvSpPr>
        <p:spPr>
          <a:xfrm>
            <a:off x="8267700" y="2057400"/>
            <a:ext cx="38100" cy="38100"/>
          </a:xfrm>
          <a:prstGeom prst="rect">
            <a:avLst/>
          </a:prstGeom>
          <a:solidFill>
            <a:srgbClr val="CED7E6">
              <a:alpha val="11687"/>
            </a:srgbClr>
          </a:solidFill>
          <a:ln>
            <a:noFill/>
          </a:ln>
        </p:spPr>
      </p:sp>
      <p:sp>
        <p:nvSpPr>
          <p:cNvPr id="41" name="wm.whiteboard.72.0"/>
          <p:cNvSpPr/>
          <p:nvPr/>
        </p:nvSpPr>
        <p:spPr>
          <a:xfrm>
            <a:off x="8496300" y="228600"/>
            <a:ext cx="38100" cy="38100"/>
          </a:xfrm>
          <a:prstGeom prst="rect">
            <a:avLst/>
          </a:prstGeom>
          <a:solidFill>
            <a:srgbClr val="CED7E6">
              <a:alpha val="97572"/>
            </a:srgbClr>
          </a:solidFill>
          <a:ln>
            <a:noFill/>
          </a:ln>
        </p:spPr>
      </p:sp>
      <p:sp>
        <p:nvSpPr>
          <p:cNvPr id="42" name="wm.whiteboard.72.18"/>
          <p:cNvSpPr/>
          <p:nvPr/>
        </p:nvSpPr>
        <p:spPr>
          <a:xfrm>
            <a:off x="8496300" y="457200"/>
            <a:ext cx="38100" cy="38100"/>
          </a:xfrm>
          <a:prstGeom prst="rect">
            <a:avLst/>
          </a:prstGeom>
          <a:solidFill>
            <a:srgbClr val="CED7E6">
              <a:alpha val="94724"/>
            </a:srgbClr>
          </a:solidFill>
          <a:ln>
            <a:noFill/>
          </a:ln>
        </p:spPr>
      </p:sp>
      <p:sp>
        <p:nvSpPr>
          <p:cNvPr id="43" name="wm.whiteboard.72.36"/>
          <p:cNvSpPr/>
          <p:nvPr/>
        </p:nvSpPr>
        <p:spPr>
          <a:xfrm>
            <a:off x="8496300" y="685800"/>
            <a:ext cx="38100" cy="38100"/>
          </a:xfrm>
          <a:prstGeom prst="rect">
            <a:avLst/>
          </a:prstGeom>
          <a:solidFill>
            <a:srgbClr val="CED7E6">
              <a:alpha val="87609"/>
            </a:srgbClr>
          </a:solidFill>
          <a:ln>
            <a:noFill/>
          </a:ln>
        </p:spPr>
      </p:sp>
      <p:sp>
        <p:nvSpPr>
          <p:cNvPr id="44" name="wm.whiteboard.72.54"/>
          <p:cNvSpPr/>
          <p:nvPr/>
        </p:nvSpPr>
        <p:spPr>
          <a:xfrm>
            <a:off x="8496300" y="914400"/>
            <a:ext cx="38100" cy="38100"/>
          </a:xfrm>
          <a:prstGeom prst="rect">
            <a:avLst/>
          </a:prstGeom>
          <a:solidFill>
            <a:srgbClr val="CED7E6">
              <a:alpha val="77408"/>
            </a:srgbClr>
          </a:solidFill>
          <a:ln>
            <a:noFill/>
          </a:ln>
        </p:spPr>
      </p:sp>
      <p:sp>
        <p:nvSpPr>
          <p:cNvPr id="45" name="wm.whiteboard.72.72"/>
          <p:cNvSpPr/>
          <p:nvPr/>
        </p:nvSpPr>
        <p:spPr>
          <a:xfrm>
            <a:off x="8496300" y="1143000"/>
            <a:ext cx="38100" cy="38100"/>
          </a:xfrm>
          <a:prstGeom prst="rect">
            <a:avLst/>
          </a:prstGeom>
          <a:solidFill>
            <a:srgbClr val="CED7E6">
              <a:alpha val="65181"/>
            </a:srgbClr>
          </a:solidFill>
          <a:ln>
            <a:noFill/>
          </a:ln>
        </p:spPr>
      </p:sp>
      <p:sp>
        <p:nvSpPr>
          <p:cNvPr id="46" name="wm.whiteboard.72.90"/>
          <p:cNvSpPr/>
          <p:nvPr/>
        </p:nvSpPr>
        <p:spPr>
          <a:xfrm>
            <a:off x="8496300" y="1371600"/>
            <a:ext cx="38100" cy="38100"/>
          </a:xfrm>
          <a:prstGeom prst="rect">
            <a:avLst/>
          </a:prstGeom>
          <a:solidFill>
            <a:srgbClr val="CED7E6">
              <a:alpha val="51653"/>
            </a:srgbClr>
          </a:solidFill>
          <a:ln>
            <a:noFill/>
          </a:ln>
        </p:spPr>
      </p:sp>
      <p:sp>
        <p:nvSpPr>
          <p:cNvPr id="47" name="wm.whiteboard.72.108"/>
          <p:cNvSpPr/>
          <p:nvPr/>
        </p:nvSpPr>
        <p:spPr>
          <a:xfrm>
            <a:off x="8496300" y="1600200"/>
            <a:ext cx="38100" cy="38100"/>
          </a:xfrm>
          <a:prstGeom prst="rect">
            <a:avLst/>
          </a:prstGeom>
          <a:solidFill>
            <a:srgbClr val="CED7E6">
              <a:alpha val="37275"/>
            </a:srgbClr>
          </a:solidFill>
          <a:ln>
            <a:noFill/>
          </a:ln>
        </p:spPr>
      </p:sp>
      <p:sp>
        <p:nvSpPr>
          <p:cNvPr id="48" name="wm.whiteboard.72.126"/>
          <p:cNvSpPr/>
          <p:nvPr/>
        </p:nvSpPr>
        <p:spPr>
          <a:xfrm>
            <a:off x="8496300" y="1828800"/>
            <a:ext cx="38100" cy="38100"/>
          </a:xfrm>
          <a:prstGeom prst="rect">
            <a:avLst/>
          </a:prstGeom>
          <a:solidFill>
            <a:srgbClr val="CED7E6">
              <a:alpha val="22326"/>
            </a:srgbClr>
          </a:solidFill>
          <a:ln>
            <a:noFill/>
          </a:ln>
        </p:spPr>
      </p:sp>
      <p:sp>
        <p:nvSpPr>
          <p:cNvPr id="49" name="wm.whiteboard.72.144"/>
          <p:cNvSpPr/>
          <p:nvPr/>
        </p:nvSpPr>
        <p:spPr>
          <a:xfrm>
            <a:off x="8496300" y="2057400"/>
            <a:ext cx="38100" cy="38100"/>
          </a:xfrm>
          <a:prstGeom prst="rect">
            <a:avLst/>
          </a:prstGeom>
          <a:solidFill>
            <a:srgbClr val="CED7E6">
              <a:alpha val="6980"/>
            </a:srgbClr>
          </a:solidFill>
          <a:ln>
            <a:noFill/>
          </a:ln>
        </p:spPr>
      </p:sp>
      <p:sp>
        <p:nvSpPr>
          <p:cNvPr id="50" name="wm.whiteboard.90.0"/>
          <p:cNvSpPr/>
          <p:nvPr/>
        </p:nvSpPr>
        <p:spPr>
          <a:xfrm>
            <a:off x="8724900" y="228600"/>
            <a:ext cx="38100" cy="38100"/>
          </a:xfrm>
          <a:prstGeom prst="rect">
            <a:avLst/>
          </a:prstGeom>
          <a:solidFill>
            <a:srgbClr val="CED7E6">
              <a:alpha val="83798"/>
            </a:srgbClr>
          </a:solidFill>
          <a:ln>
            <a:noFill/>
          </a:ln>
        </p:spPr>
      </p:sp>
      <p:sp>
        <p:nvSpPr>
          <p:cNvPr id="51" name="wm.whiteboard.90.18"/>
          <p:cNvSpPr/>
          <p:nvPr/>
        </p:nvSpPr>
        <p:spPr>
          <a:xfrm>
            <a:off x="8724900" y="457200"/>
            <a:ext cx="38100" cy="38100"/>
          </a:xfrm>
          <a:prstGeom prst="rect">
            <a:avLst/>
          </a:prstGeom>
          <a:solidFill>
            <a:srgbClr val="CED7E6">
              <a:alpha val="81490"/>
            </a:srgbClr>
          </a:solidFill>
          <a:ln>
            <a:noFill/>
          </a:ln>
        </p:spPr>
      </p:sp>
      <p:sp>
        <p:nvSpPr>
          <p:cNvPr id="52" name="wm.whiteboard.90.36"/>
          <p:cNvSpPr/>
          <p:nvPr/>
        </p:nvSpPr>
        <p:spPr>
          <a:xfrm>
            <a:off x="8724900" y="685800"/>
            <a:ext cx="38100" cy="38100"/>
          </a:xfrm>
          <a:prstGeom prst="rect">
            <a:avLst/>
          </a:prstGeom>
          <a:solidFill>
            <a:srgbClr val="CED7E6">
              <a:alpha val="75569"/>
            </a:srgbClr>
          </a:solidFill>
          <a:ln>
            <a:noFill/>
          </a:ln>
        </p:spPr>
      </p:sp>
      <p:sp>
        <p:nvSpPr>
          <p:cNvPr id="53" name="wm.whiteboard.90.54"/>
          <p:cNvSpPr/>
          <p:nvPr/>
        </p:nvSpPr>
        <p:spPr>
          <a:xfrm>
            <a:off x="8724900" y="914400"/>
            <a:ext cx="38100" cy="38100"/>
          </a:xfrm>
          <a:prstGeom prst="rect">
            <a:avLst/>
          </a:prstGeom>
          <a:solidFill>
            <a:srgbClr val="CED7E6">
              <a:alpha val="66767"/>
            </a:srgbClr>
          </a:solidFill>
          <a:ln>
            <a:noFill/>
          </a:ln>
        </p:spPr>
      </p:sp>
      <p:sp>
        <p:nvSpPr>
          <p:cNvPr id="54" name="wm.whiteboard.90.72"/>
          <p:cNvSpPr/>
          <p:nvPr/>
        </p:nvSpPr>
        <p:spPr>
          <a:xfrm>
            <a:off x="8724900" y="1143000"/>
            <a:ext cx="38100" cy="38100"/>
          </a:xfrm>
          <a:prstGeom prst="rect">
            <a:avLst/>
          </a:prstGeom>
          <a:solidFill>
            <a:srgbClr val="CED7E6">
              <a:alpha val="55859"/>
            </a:srgbClr>
          </a:solidFill>
          <a:ln>
            <a:noFill/>
          </a:ln>
        </p:spPr>
      </p:sp>
      <p:sp>
        <p:nvSpPr>
          <p:cNvPr id="55" name="wm.whiteboard.90.90"/>
          <p:cNvSpPr/>
          <p:nvPr/>
        </p:nvSpPr>
        <p:spPr>
          <a:xfrm>
            <a:off x="8724900" y="1371600"/>
            <a:ext cx="38100" cy="38100"/>
          </a:xfrm>
          <a:prstGeom prst="rect">
            <a:avLst/>
          </a:prstGeom>
          <a:solidFill>
            <a:srgbClr val="CED7E6">
              <a:alpha val="43468"/>
            </a:srgbClr>
          </a:solidFill>
          <a:ln>
            <a:noFill/>
          </a:ln>
        </p:spPr>
      </p:sp>
      <p:sp>
        <p:nvSpPr>
          <p:cNvPr id="56" name="wm.whiteboard.90.108"/>
          <p:cNvSpPr/>
          <p:nvPr/>
        </p:nvSpPr>
        <p:spPr>
          <a:xfrm>
            <a:off x="8724900" y="1600200"/>
            <a:ext cx="38100" cy="38100"/>
          </a:xfrm>
          <a:prstGeom prst="rect">
            <a:avLst/>
          </a:prstGeom>
          <a:solidFill>
            <a:srgbClr val="CED7E6">
              <a:alpha val="30037"/>
            </a:srgbClr>
          </a:solidFill>
          <a:ln>
            <a:noFill/>
          </a:ln>
        </p:spPr>
      </p:sp>
      <p:sp>
        <p:nvSpPr>
          <p:cNvPr id="57" name="wm.whiteboard.90.126"/>
          <p:cNvSpPr/>
          <p:nvPr/>
        </p:nvSpPr>
        <p:spPr>
          <a:xfrm>
            <a:off x="8724900" y="1828800"/>
            <a:ext cx="38100" cy="38100"/>
          </a:xfrm>
          <a:prstGeom prst="rect">
            <a:avLst/>
          </a:prstGeom>
          <a:solidFill>
            <a:srgbClr val="CED7E6">
              <a:alpha val="15870"/>
            </a:srgbClr>
          </a:solidFill>
          <a:ln>
            <a:noFill/>
          </a:ln>
        </p:spPr>
      </p:sp>
      <p:sp>
        <p:nvSpPr>
          <p:cNvPr id="58" name="wm.whiteboard.90.144"/>
          <p:cNvSpPr/>
          <p:nvPr/>
        </p:nvSpPr>
        <p:spPr>
          <a:xfrm>
            <a:off x="8724900" y="2057400"/>
            <a:ext cx="38100" cy="38100"/>
          </a:xfrm>
          <a:prstGeom prst="rect">
            <a:avLst/>
          </a:prstGeom>
          <a:solidFill>
            <a:srgbClr val="CED7E6">
              <a:alpha val="1171"/>
            </a:srgbClr>
          </a:solidFill>
          <a:ln>
            <a:noFill/>
          </a:ln>
        </p:spPr>
      </p:sp>
      <p:sp>
        <p:nvSpPr>
          <p:cNvPr id="59" name="wm.whiteboard.108.0"/>
          <p:cNvSpPr/>
          <p:nvPr/>
        </p:nvSpPr>
        <p:spPr>
          <a:xfrm>
            <a:off x="8953500" y="228600"/>
            <a:ext cx="38100" cy="38100"/>
          </a:xfrm>
          <a:prstGeom prst="rect">
            <a:avLst/>
          </a:prstGeom>
          <a:solidFill>
            <a:srgbClr val="CED7E6">
              <a:alpha val="70023"/>
            </a:srgbClr>
          </a:solidFill>
          <a:ln>
            <a:noFill/>
          </a:ln>
        </p:spPr>
      </p:sp>
      <p:sp>
        <p:nvSpPr>
          <p:cNvPr id="60" name="wm.whiteboard.108.18"/>
          <p:cNvSpPr/>
          <p:nvPr/>
        </p:nvSpPr>
        <p:spPr>
          <a:xfrm>
            <a:off x="8953500" y="457200"/>
            <a:ext cx="38100" cy="38100"/>
          </a:xfrm>
          <a:prstGeom prst="rect">
            <a:avLst/>
          </a:prstGeom>
          <a:solidFill>
            <a:srgbClr val="CED7E6">
              <a:alpha val="68085"/>
            </a:srgbClr>
          </a:solidFill>
          <a:ln>
            <a:noFill/>
          </a:ln>
        </p:spPr>
      </p:sp>
      <p:sp>
        <p:nvSpPr>
          <p:cNvPr id="61" name="wm.whiteboard.108.36"/>
          <p:cNvSpPr/>
          <p:nvPr/>
        </p:nvSpPr>
        <p:spPr>
          <a:xfrm>
            <a:off x="8953500" y="685800"/>
            <a:ext cx="38100" cy="38100"/>
          </a:xfrm>
          <a:prstGeom prst="rect">
            <a:avLst/>
          </a:prstGeom>
          <a:solidFill>
            <a:srgbClr val="CED7E6">
              <a:alpha val="63033"/>
            </a:srgbClr>
          </a:solidFill>
          <a:ln>
            <a:noFill/>
          </a:ln>
        </p:spPr>
      </p:sp>
      <p:sp>
        <p:nvSpPr>
          <p:cNvPr id="62" name="wm.whiteboard.108.54"/>
          <p:cNvSpPr/>
          <p:nvPr/>
        </p:nvSpPr>
        <p:spPr>
          <a:xfrm>
            <a:off x="8953500" y="914400"/>
            <a:ext cx="38100" cy="38100"/>
          </a:xfrm>
          <a:prstGeom prst="rect">
            <a:avLst/>
          </a:prstGeom>
          <a:solidFill>
            <a:srgbClr val="CED7E6">
              <a:alpha val="55346"/>
            </a:srgbClr>
          </a:solidFill>
          <a:ln>
            <a:noFill/>
          </a:ln>
        </p:spPr>
      </p:sp>
      <p:sp>
        <p:nvSpPr>
          <p:cNvPr id="63" name="wm.whiteboard.108.72"/>
          <p:cNvSpPr/>
          <p:nvPr/>
        </p:nvSpPr>
        <p:spPr>
          <a:xfrm>
            <a:off x="8953500" y="1143000"/>
            <a:ext cx="38100" cy="38100"/>
          </a:xfrm>
          <a:prstGeom prst="rect">
            <a:avLst/>
          </a:prstGeom>
          <a:solidFill>
            <a:srgbClr val="CED7E6">
              <a:alpha val="45583"/>
            </a:srgbClr>
          </a:solidFill>
          <a:ln>
            <a:noFill/>
          </a:ln>
        </p:spPr>
      </p:sp>
      <p:sp>
        <p:nvSpPr>
          <p:cNvPr id="64" name="wm.whiteboard.108.90"/>
          <p:cNvSpPr/>
          <p:nvPr/>
        </p:nvSpPr>
        <p:spPr>
          <a:xfrm>
            <a:off x="8953500" y="1371600"/>
            <a:ext cx="38100" cy="38100"/>
          </a:xfrm>
          <a:prstGeom prst="rect">
            <a:avLst/>
          </a:prstGeom>
          <a:solidFill>
            <a:srgbClr val="CED7E6">
              <a:alpha val="34251"/>
            </a:srgbClr>
          </a:solidFill>
          <a:ln>
            <a:noFill/>
          </a:ln>
        </p:spPr>
      </p:sp>
      <p:sp>
        <p:nvSpPr>
          <p:cNvPr id="65" name="wm.whiteboard.108.108"/>
          <p:cNvSpPr/>
          <p:nvPr/>
        </p:nvSpPr>
        <p:spPr>
          <a:xfrm>
            <a:off x="8953500" y="1600200"/>
            <a:ext cx="38100" cy="38100"/>
          </a:xfrm>
          <a:prstGeom prst="rect">
            <a:avLst/>
          </a:prstGeom>
          <a:solidFill>
            <a:srgbClr val="CED7E6">
              <a:alpha val="21754"/>
            </a:srgbClr>
          </a:solidFill>
          <a:ln>
            <a:noFill/>
          </a:ln>
        </p:spPr>
      </p:sp>
      <p:sp>
        <p:nvSpPr>
          <p:cNvPr id="66" name="wm.whiteboard.108.126"/>
          <p:cNvSpPr/>
          <p:nvPr/>
        </p:nvSpPr>
        <p:spPr>
          <a:xfrm>
            <a:off x="8953500" y="1828800"/>
            <a:ext cx="38100" cy="38100"/>
          </a:xfrm>
          <a:prstGeom prst="rect">
            <a:avLst/>
          </a:prstGeom>
          <a:solidFill>
            <a:srgbClr val="CED7E6">
              <a:alpha val="8391"/>
            </a:srgbClr>
          </a:solidFill>
          <a:ln>
            <a:noFill/>
          </a:ln>
        </p:spPr>
      </p:sp>
      <p:sp>
        <p:nvSpPr>
          <p:cNvPr id="67" name="wm.whiteboard.126.0"/>
          <p:cNvSpPr/>
          <p:nvPr/>
        </p:nvSpPr>
        <p:spPr>
          <a:xfrm>
            <a:off x="9182100" y="228600"/>
            <a:ext cx="38100" cy="38100"/>
          </a:xfrm>
          <a:prstGeom prst="rect">
            <a:avLst/>
          </a:prstGeom>
          <a:solidFill>
            <a:srgbClr val="CED7E6">
              <a:alpha val="56247"/>
            </a:srgbClr>
          </a:solidFill>
          <a:ln>
            <a:noFill/>
          </a:ln>
        </p:spPr>
      </p:sp>
      <p:sp>
        <p:nvSpPr>
          <p:cNvPr id="68" name="wm.whiteboard.126.18"/>
          <p:cNvSpPr/>
          <p:nvPr/>
        </p:nvSpPr>
        <p:spPr>
          <a:xfrm>
            <a:off x="9182100" y="457200"/>
            <a:ext cx="38100" cy="38100"/>
          </a:xfrm>
          <a:prstGeom prst="rect">
            <a:avLst/>
          </a:prstGeom>
          <a:solidFill>
            <a:srgbClr val="CED7E6">
              <a:alpha val="54578"/>
            </a:srgbClr>
          </a:solidFill>
          <a:ln>
            <a:noFill/>
          </a:ln>
        </p:spPr>
      </p:sp>
      <p:sp>
        <p:nvSpPr>
          <p:cNvPr id="69" name="wm.whiteboard.126.36"/>
          <p:cNvSpPr/>
          <p:nvPr/>
        </p:nvSpPr>
        <p:spPr>
          <a:xfrm>
            <a:off x="9182100" y="685800"/>
            <a:ext cx="38100" cy="38100"/>
          </a:xfrm>
          <a:prstGeom prst="rect">
            <a:avLst/>
          </a:prstGeom>
          <a:solidFill>
            <a:srgbClr val="CED7E6">
              <a:alpha val="50182"/>
            </a:srgbClr>
          </a:solidFill>
          <a:ln>
            <a:noFill/>
          </a:ln>
        </p:spPr>
      </p:sp>
      <p:sp>
        <p:nvSpPr>
          <p:cNvPr id="70" name="wm.whiteboard.126.54"/>
          <p:cNvSpPr/>
          <p:nvPr/>
        </p:nvSpPr>
        <p:spPr>
          <a:xfrm>
            <a:off x="9182100" y="914400"/>
            <a:ext cx="38100" cy="38100"/>
          </a:xfrm>
          <a:prstGeom prst="rect">
            <a:avLst/>
          </a:prstGeom>
          <a:solidFill>
            <a:srgbClr val="CED7E6">
              <a:alpha val="43386"/>
            </a:srgbClr>
          </a:solidFill>
          <a:ln>
            <a:noFill/>
          </a:ln>
        </p:spPr>
      </p:sp>
      <p:sp>
        <p:nvSpPr>
          <p:cNvPr id="71" name="wm.whiteboard.126.72"/>
          <p:cNvSpPr/>
          <p:nvPr/>
        </p:nvSpPr>
        <p:spPr>
          <a:xfrm>
            <a:off x="9182100" y="1143000"/>
            <a:ext cx="38100" cy="38100"/>
          </a:xfrm>
          <a:prstGeom prst="rect">
            <a:avLst/>
          </a:prstGeom>
          <a:solidFill>
            <a:srgbClr val="CED7E6">
              <a:alpha val="34598"/>
            </a:srgbClr>
          </a:solidFill>
          <a:ln>
            <a:noFill/>
          </a:ln>
        </p:spPr>
      </p:sp>
      <p:sp>
        <p:nvSpPr>
          <p:cNvPr id="72" name="wm.whiteboard.126.90"/>
          <p:cNvSpPr/>
          <p:nvPr/>
        </p:nvSpPr>
        <p:spPr>
          <a:xfrm>
            <a:off x="9182100" y="1371600"/>
            <a:ext cx="38100" cy="38100"/>
          </a:xfrm>
          <a:prstGeom prst="rect">
            <a:avLst/>
          </a:prstGeom>
          <a:solidFill>
            <a:srgbClr val="CED7E6">
              <a:alpha val="24223"/>
            </a:srgbClr>
          </a:solidFill>
          <a:ln>
            <a:noFill/>
          </a:ln>
        </p:spPr>
      </p:sp>
      <p:sp>
        <p:nvSpPr>
          <p:cNvPr id="73" name="wm.whiteboard.126.108"/>
          <p:cNvSpPr/>
          <p:nvPr/>
        </p:nvSpPr>
        <p:spPr>
          <a:xfrm>
            <a:off x="9182100" y="1600200"/>
            <a:ext cx="38100" cy="38100"/>
          </a:xfrm>
          <a:prstGeom prst="rect">
            <a:avLst/>
          </a:prstGeom>
          <a:solidFill>
            <a:srgbClr val="CED7E6">
              <a:alpha val="12610"/>
            </a:srgbClr>
          </a:solidFill>
          <a:ln>
            <a:noFill/>
          </a:ln>
        </p:spPr>
      </p:sp>
      <p:sp>
        <p:nvSpPr>
          <p:cNvPr id="74" name="wm.whiteboard.126.126"/>
          <p:cNvSpPr/>
          <p:nvPr/>
        </p:nvSpPr>
        <p:spPr>
          <a:xfrm>
            <a:off x="9182100" y="1828800"/>
            <a:ext cx="38100" cy="38100"/>
          </a:xfrm>
          <a:prstGeom prst="rect">
            <a:avLst/>
          </a:prstGeom>
          <a:solidFill>
            <a:srgbClr val="CED7E6">
              <a:alpha val="40"/>
            </a:srgbClr>
          </a:solidFill>
          <a:ln>
            <a:noFill/>
          </a:ln>
        </p:spPr>
      </p:sp>
      <p:sp>
        <p:nvSpPr>
          <p:cNvPr id="75" name="wm.whiteboard.144.0"/>
          <p:cNvSpPr/>
          <p:nvPr/>
        </p:nvSpPr>
        <p:spPr>
          <a:xfrm>
            <a:off x="9410700" y="228600"/>
            <a:ext cx="38100" cy="38100"/>
          </a:xfrm>
          <a:prstGeom prst="rect">
            <a:avLst/>
          </a:prstGeom>
          <a:solidFill>
            <a:srgbClr val="CED7E6">
              <a:alpha val="42471"/>
            </a:srgbClr>
          </a:solidFill>
          <a:ln>
            <a:noFill/>
          </a:ln>
        </p:spPr>
      </p:sp>
      <p:sp>
        <p:nvSpPr>
          <p:cNvPr id="76" name="wm.whiteboard.144.18"/>
          <p:cNvSpPr/>
          <p:nvPr/>
        </p:nvSpPr>
        <p:spPr>
          <a:xfrm>
            <a:off x="9410700" y="457200"/>
            <a:ext cx="38100" cy="38100"/>
          </a:xfrm>
          <a:prstGeom prst="rect">
            <a:avLst/>
          </a:prstGeom>
          <a:solidFill>
            <a:srgbClr val="CED7E6">
              <a:alpha val="41005"/>
            </a:srgbClr>
          </a:solidFill>
          <a:ln>
            <a:noFill/>
          </a:ln>
        </p:spPr>
      </p:sp>
      <p:sp>
        <p:nvSpPr>
          <p:cNvPr id="77" name="wm.whiteboard.144.36"/>
          <p:cNvSpPr/>
          <p:nvPr/>
        </p:nvSpPr>
        <p:spPr>
          <a:xfrm>
            <a:off x="9410700" y="685800"/>
            <a:ext cx="38100" cy="38100"/>
          </a:xfrm>
          <a:prstGeom prst="rect">
            <a:avLst/>
          </a:prstGeom>
          <a:solidFill>
            <a:srgbClr val="CED7E6">
              <a:alpha val="37120"/>
            </a:srgbClr>
          </a:solidFill>
          <a:ln>
            <a:noFill/>
          </a:ln>
        </p:spPr>
      </p:sp>
      <p:sp>
        <p:nvSpPr>
          <p:cNvPr id="78" name="wm.whiteboard.144.54"/>
          <p:cNvSpPr/>
          <p:nvPr/>
        </p:nvSpPr>
        <p:spPr>
          <a:xfrm>
            <a:off x="9410700" y="914400"/>
            <a:ext cx="38100" cy="38100"/>
          </a:xfrm>
          <a:prstGeom prst="rect">
            <a:avLst/>
          </a:prstGeom>
          <a:solidFill>
            <a:srgbClr val="CED7E6">
              <a:alpha val="31044"/>
            </a:srgbClr>
          </a:solidFill>
          <a:ln>
            <a:noFill/>
          </a:ln>
        </p:spPr>
      </p:sp>
      <p:sp>
        <p:nvSpPr>
          <p:cNvPr id="79" name="wm.whiteboard.144.72"/>
          <p:cNvSpPr/>
          <p:nvPr/>
        </p:nvSpPr>
        <p:spPr>
          <a:xfrm>
            <a:off x="9410700" y="1143000"/>
            <a:ext cx="38100" cy="38100"/>
          </a:xfrm>
          <a:prstGeom prst="rect">
            <a:avLst/>
          </a:prstGeom>
          <a:solidFill>
            <a:srgbClr val="CED7E6">
              <a:alpha val="23083"/>
            </a:srgbClr>
          </a:solidFill>
          <a:ln>
            <a:noFill/>
          </a:ln>
        </p:spPr>
      </p:sp>
      <p:sp>
        <p:nvSpPr>
          <p:cNvPr id="80" name="wm.whiteboard.144.90"/>
          <p:cNvSpPr/>
          <p:nvPr/>
        </p:nvSpPr>
        <p:spPr>
          <a:xfrm>
            <a:off x="9410700" y="1371600"/>
            <a:ext cx="38100" cy="38100"/>
          </a:xfrm>
          <a:prstGeom prst="rect">
            <a:avLst/>
          </a:prstGeom>
          <a:solidFill>
            <a:srgbClr val="CED7E6">
              <a:alpha val="13557"/>
            </a:srgbClr>
          </a:solidFill>
          <a:ln>
            <a:noFill/>
          </a:ln>
        </p:spPr>
      </p:sp>
      <p:sp>
        <p:nvSpPr>
          <p:cNvPr id="81" name="wm.whiteboard.144.108"/>
          <p:cNvSpPr/>
          <p:nvPr/>
        </p:nvSpPr>
        <p:spPr>
          <a:xfrm>
            <a:off x="9410700" y="1600200"/>
            <a:ext cx="38100" cy="38100"/>
          </a:xfrm>
          <a:prstGeom prst="rect">
            <a:avLst/>
          </a:prstGeom>
          <a:solidFill>
            <a:srgbClr val="CED7E6">
              <a:alpha val="2762"/>
            </a:srgbClr>
          </a:solidFill>
          <a:ln>
            <a:noFill/>
          </a:ln>
        </p:spPr>
      </p:sp>
      <p:sp>
        <p:nvSpPr>
          <p:cNvPr id="82" name="wm.whiteboard.162.0"/>
          <p:cNvSpPr/>
          <p:nvPr/>
        </p:nvSpPr>
        <p:spPr>
          <a:xfrm>
            <a:off x="9639300" y="228600"/>
            <a:ext cx="38100" cy="38100"/>
          </a:xfrm>
          <a:prstGeom prst="rect">
            <a:avLst/>
          </a:prstGeom>
          <a:solidFill>
            <a:srgbClr val="CED7E6">
              <a:alpha val="28695"/>
            </a:srgbClr>
          </a:solidFill>
          <a:ln>
            <a:noFill/>
          </a:ln>
        </p:spPr>
      </p:sp>
      <p:sp>
        <p:nvSpPr>
          <p:cNvPr id="83" name="wm.whiteboard.162.18"/>
          <p:cNvSpPr/>
          <p:nvPr/>
        </p:nvSpPr>
        <p:spPr>
          <a:xfrm>
            <a:off x="9639300" y="457200"/>
            <a:ext cx="38100" cy="38100"/>
          </a:xfrm>
          <a:prstGeom prst="rect">
            <a:avLst/>
          </a:prstGeom>
          <a:solidFill>
            <a:srgbClr val="CED7E6">
              <a:alpha val="27389"/>
            </a:srgbClr>
          </a:solidFill>
          <a:ln>
            <a:noFill/>
          </a:ln>
        </p:spPr>
      </p:sp>
      <p:sp>
        <p:nvSpPr>
          <p:cNvPr id="84" name="wm.whiteboard.162.36"/>
          <p:cNvSpPr/>
          <p:nvPr/>
        </p:nvSpPr>
        <p:spPr>
          <a:xfrm>
            <a:off x="9639300" y="685800"/>
            <a:ext cx="38100" cy="38100"/>
          </a:xfrm>
          <a:prstGeom prst="rect">
            <a:avLst/>
          </a:prstGeom>
          <a:solidFill>
            <a:srgbClr val="CED7E6">
              <a:alpha val="23910"/>
            </a:srgbClr>
          </a:solidFill>
          <a:ln>
            <a:noFill/>
          </a:ln>
        </p:spPr>
      </p:sp>
      <p:sp>
        <p:nvSpPr>
          <p:cNvPr id="85" name="wm.whiteboard.162.54"/>
          <p:cNvSpPr/>
          <p:nvPr/>
        </p:nvSpPr>
        <p:spPr>
          <a:xfrm>
            <a:off x="9639300" y="914400"/>
            <a:ext cx="38100" cy="38100"/>
          </a:xfrm>
          <a:prstGeom prst="rect">
            <a:avLst/>
          </a:prstGeom>
          <a:solidFill>
            <a:srgbClr val="CED7E6">
              <a:alpha val="18425"/>
            </a:srgbClr>
          </a:solidFill>
          <a:ln>
            <a:noFill/>
          </a:ln>
        </p:spPr>
      </p:sp>
      <p:sp>
        <p:nvSpPr>
          <p:cNvPr id="86" name="wm.whiteboard.162.72"/>
          <p:cNvSpPr/>
          <p:nvPr/>
        </p:nvSpPr>
        <p:spPr>
          <a:xfrm>
            <a:off x="9639300" y="1143000"/>
            <a:ext cx="38100" cy="38100"/>
          </a:xfrm>
          <a:prstGeom prst="rect">
            <a:avLst/>
          </a:prstGeom>
          <a:solidFill>
            <a:srgbClr val="CED7E6">
              <a:alpha val="11167"/>
            </a:srgbClr>
          </a:solidFill>
          <a:ln>
            <a:noFill/>
          </a:ln>
        </p:spPr>
      </p:sp>
      <p:sp>
        <p:nvSpPr>
          <p:cNvPr id="87" name="wm.whiteboard.162.90"/>
          <p:cNvSpPr/>
          <p:nvPr/>
        </p:nvSpPr>
        <p:spPr>
          <a:xfrm>
            <a:off x="9639300" y="1371600"/>
            <a:ext cx="38100" cy="38100"/>
          </a:xfrm>
          <a:prstGeom prst="rect">
            <a:avLst/>
          </a:prstGeom>
          <a:solidFill>
            <a:srgbClr val="CED7E6">
              <a:alpha val="2388"/>
            </a:srgbClr>
          </a:solidFill>
          <a:ln>
            <a:noFill/>
          </a:ln>
        </p:spPr>
      </p:sp>
      <p:sp>
        <p:nvSpPr>
          <p:cNvPr id="88" name="wm.whiteboard.180.0"/>
          <p:cNvSpPr/>
          <p:nvPr/>
        </p:nvSpPr>
        <p:spPr>
          <a:xfrm>
            <a:off x="9867900" y="228600"/>
            <a:ext cx="38100" cy="38100"/>
          </a:xfrm>
          <a:prstGeom prst="rect">
            <a:avLst/>
          </a:prstGeom>
          <a:solidFill>
            <a:srgbClr val="CED7E6">
              <a:alpha val="14918"/>
            </a:srgbClr>
          </a:solidFill>
          <a:ln>
            <a:noFill/>
          </a:ln>
        </p:spPr>
      </p:sp>
      <p:sp>
        <p:nvSpPr>
          <p:cNvPr id="89" name="wm.whiteboard.180.18"/>
          <p:cNvSpPr/>
          <p:nvPr/>
        </p:nvSpPr>
        <p:spPr>
          <a:xfrm>
            <a:off x="9867900" y="457200"/>
            <a:ext cx="38100" cy="38100"/>
          </a:xfrm>
          <a:prstGeom prst="rect">
            <a:avLst/>
          </a:prstGeom>
          <a:solidFill>
            <a:srgbClr val="CED7E6">
              <a:alpha val="13741"/>
            </a:srgbClr>
          </a:solidFill>
          <a:ln>
            <a:noFill/>
          </a:ln>
        </p:spPr>
      </p:sp>
      <p:sp>
        <p:nvSpPr>
          <p:cNvPr id="90" name="wm.whiteboard.180.36"/>
          <p:cNvSpPr/>
          <p:nvPr/>
        </p:nvSpPr>
        <p:spPr>
          <a:xfrm>
            <a:off x="9867900" y="685800"/>
            <a:ext cx="38100" cy="38100"/>
          </a:xfrm>
          <a:prstGeom prst="rect">
            <a:avLst/>
          </a:prstGeom>
          <a:solidFill>
            <a:srgbClr val="CED7E6">
              <a:alpha val="10593"/>
            </a:srgbClr>
          </a:solidFill>
          <a:ln>
            <a:noFill/>
          </a:ln>
        </p:spPr>
      </p:sp>
      <p:sp>
        <p:nvSpPr>
          <p:cNvPr id="91" name="wm.whiteboard.180.54"/>
          <p:cNvSpPr/>
          <p:nvPr/>
        </p:nvSpPr>
        <p:spPr>
          <a:xfrm>
            <a:off x="9867900" y="914400"/>
            <a:ext cx="38100" cy="38100"/>
          </a:xfrm>
          <a:prstGeom prst="rect">
            <a:avLst/>
          </a:prstGeom>
          <a:solidFill>
            <a:srgbClr val="CED7E6">
              <a:alpha val="5600"/>
            </a:srgbClr>
          </a:solidFill>
          <a:ln>
            <a:noFill/>
          </a:ln>
        </p:spPr>
      </p:sp>
      <p:sp>
        <p:nvSpPr>
          <p:cNvPr id="92" name="wm.whiteboard.198.0"/>
          <p:cNvSpPr/>
          <p:nvPr/>
        </p:nvSpPr>
        <p:spPr>
          <a:xfrm>
            <a:off x="10096500" y="228600"/>
            <a:ext cx="38100" cy="38100"/>
          </a:xfrm>
          <a:prstGeom prst="rect">
            <a:avLst/>
          </a:prstGeom>
          <a:solidFill>
            <a:srgbClr val="CED7E6">
              <a:alpha val="1142"/>
            </a:srgbClr>
          </a:solidFill>
          <a:ln>
            <a:noFill/>
          </a:ln>
        </p:spPr>
      </p:sp>
      <p:sp>
        <p:nvSpPr>
          <p:cNvPr id="93" name="wm.whiteboard.198.18"/>
          <p:cNvSpPr/>
          <p:nvPr/>
        </p:nvSpPr>
        <p:spPr>
          <a:xfrm>
            <a:off x="10096500" y="457200"/>
            <a:ext cx="38100" cy="38100"/>
          </a:xfrm>
          <a:prstGeom prst="rect">
            <a:avLst/>
          </a:prstGeom>
          <a:solidFill>
            <a:srgbClr val="CED7E6">
              <a:alpha val="69"/>
            </a:srgbClr>
          </a:solidFill>
          <a:ln>
            <a:noFill/>
          </a:ln>
        </p:spPr>
      </p:sp>
      <p:sp>
        <p:nvSpPr>
          <p:cNvPr id="94" name="wm.header.rule"/>
          <p:cNvSpPr/>
          <p:nvPr/>
        </p:nvSpPr>
        <p:spPr>
          <a:xfrm>
            <a:off x="8039100" y="2057400"/>
            <a:ext cx="3429000" cy="9525"/>
          </a:xfrm>
          <a:prstGeom prst="rect">
            <a:avLst/>
          </a:prstGeom>
          <a:solidFill>
            <a:srgbClr val="CED7E6"/>
          </a:solidFill>
          <a:ln>
            <a:noFill/>
          </a:ln>
        </p:spPr>
      </p:sp>
      <p:pic>
        <p:nvPicPr>
          <p:cNvPr id="95"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400800"/>
            <a:ext cx="729403" cy="152400"/>
          </a:xfrm>
          <a:prstGeom prst="rect">
            <a:avLst/>
          </a:prstGeom>
        </p:spPr>
      </p:pic>
      <p:sp>
        <p:nvSpPr>
          <p:cNvPr id="96" name="wm.legal"/>
          <p:cNvSpPr/>
          <p:nvPr/>
        </p:nvSpPr>
        <p:spPr>
          <a:xfrm>
            <a:off x="2171700" y="6419850"/>
            <a:ext cx="8915400" cy="1143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wmds.frame.c2669cbcdf22c91fddde">
    <p:bg>
      <p:bgPr>
        <a:solidFill>
          <a:srgbClr val="070154"/>
        </a:solidFill>
      </p:bgPr>
    </p:bg>
    <p:spTree>
      <p:nvGrpSpPr>
        <p:cNvPr id="1" name=""/>
        <p:cNvGrpSpPr/>
        <p:nvPr/>
      </p:nvGrpSpPr>
      <p:grpSpPr>
        <a:xfrm>
          <a:off x="0" y="0"/>
          <a:ext cx="0" cy="0"/>
          <a:chOff x="0" y="0"/>
          <a:chExt cx="0" cy="0"/>
        </a:xfrm>
      </p:grpSpPr>
      <p:sp>
        <p:nvSpPr>
          <p:cNvPr id="2" name="wm.footer.rule"/>
          <p:cNvSpPr/>
          <p:nvPr/>
        </p:nvSpPr>
        <p:spPr>
          <a:xfrm>
            <a:off x="723900" y="6057900"/>
            <a:ext cx="10744200" cy="9525"/>
          </a:xfrm>
          <a:prstGeom prst="rect">
            <a:avLst/>
          </a:prstGeom>
          <a:solidFill>
            <a:srgbClr val="50658E"/>
          </a:solidFill>
          <a:ln>
            <a:noFill/>
          </a:ln>
        </p:spPr>
      </p:sp>
      <p:sp>
        <p:nvSpPr>
          <p:cNvPr id="3" name="wm.whiteboard.0.0"/>
          <p:cNvSpPr/>
          <p:nvPr/>
        </p:nvSpPr>
        <p:spPr>
          <a:xfrm>
            <a:off x="266700" y="228600"/>
            <a:ext cx="38100" cy="38100"/>
          </a:xfrm>
          <a:prstGeom prst="rect">
            <a:avLst/>
          </a:prstGeom>
          <a:solidFill>
            <a:srgbClr val="50658E"/>
          </a:solidFill>
          <a:ln>
            <a:noFill/>
          </a:ln>
        </p:spPr>
      </p:sp>
      <p:sp>
        <p:nvSpPr>
          <p:cNvPr id="4" name="wm.whiteboard.0.18"/>
          <p:cNvSpPr/>
          <p:nvPr/>
        </p:nvSpPr>
        <p:spPr>
          <a:xfrm>
            <a:off x="266700" y="457200"/>
            <a:ext cx="38100" cy="38100"/>
          </a:xfrm>
          <a:prstGeom prst="rect">
            <a:avLst/>
          </a:prstGeom>
          <a:solidFill>
            <a:srgbClr val="50658E"/>
          </a:solidFill>
          <a:ln>
            <a:noFill/>
          </a:ln>
        </p:spPr>
      </p:sp>
      <p:sp>
        <p:nvSpPr>
          <p:cNvPr id="5" name="wm.whiteboard.0.36"/>
          <p:cNvSpPr/>
          <p:nvPr/>
        </p:nvSpPr>
        <p:spPr>
          <a:xfrm>
            <a:off x="266700" y="685800"/>
            <a:ext cx="38100" cy="38100"/>
          </a:xfrm>
          <a:prstGeom prst="rect">
            <a:avLst/>
          </a:prstGeom>
          <a:solidFill>
            <a:srgbClr val="50658E"/>
          </a:solidFill>
          <a:ln>
            <a:noFill/>
          </a:ln>
        </p:spPr>
      </p:sp>
      <p:sp>
        <p:nvSpPr>
          <p:cNvPr id="6" name="wm.whiteboard.0.54"/>
          <p:cNvSpPr/>
          <p:nvPr/>
        </p:nvSpPr>
        <p:spPr>
          <a:xfrm>
            <a:off x="266700" y="914400"/>
            <a:ext cx="38100" cy="38100"/>
          </a:xfrm>
          <a:prstGeom prst="rect">
            <a:avLst/>
          </a:prstGeom>
          <a:solidFill>
            <a:srgbClr val="50658E"/>
          </a:solidFill>
          <a:ln>
            <a:noFill/>
          </a:ln>
        </p:spPr>
      </p:sp>
      <p:sp>
        <p:nvSpPr>
          <p:cNvPr id="7" name="wm.whiteboard.0.72"/>
          <p:cNvSpPr/>
          <p:nvPr/>
        </p:nvSpPr>
        <p:spPr>
          <a:xfrm>
            <a:off x="266700" y="1143000"/>
            <a:ext cx="38100" cy="38100"/>
          </a:xfrm>
          <a:prstGeom prst="rect">
            <a:avLst/>
          </a:prstGeom>
          <a:solidFill>
            <a:srgbClr val="50658E">
              <a:alpha val="85305"/>
            </a:srgbClr>
          </a:solidFill>
          <a:ln>
            <a:noFill/>
          </a:ln>
        </p:spPr>
      </p:sp>
      <p:sp>
        <p:nvSpPr>
          <p:cNvPr id="8" name="wm.whiteboard.0.90"/>
          <p:cNvSpPr/>
          <p:nvPr/>
        </p:nvSpPr>
        <p:spPr>
          <a:xfrm>
            <a:off x="266700" y="1371600"/>
            <a:ext cx="38100" cy="38100"/>
          </a:xfrm>
          <a:prstGeom prst="rect">
            <a:avLst/>
          </a:prstGeom>
          <a:solidFill>
            <a:srgbClr val="50658E">
              <a:alpha val="68524"/>
            </a:srgbClr>
          </a:solidFill>
          <a:ln>
            <a:noFill/>
          </a:ln>
        </p:spPr>
      </p:sp>
      <p:sp>
        <p:nvSpPr>
          <p:cNvPr id="9" name="wm.whiteboard.0.108"/>
          <p:cNvSpPr/>
          <p:nvPr/>
        </p:nvSpPr>
        <p:spPr>
          <a:xfrm>
            <a:off x="266700" y="1600200"/>
            <a:ext cx="38100" cy="38100"/>
          </a:xfrm>
          <a:prstGeom prst="rect">
            <a:avLst/>
          </a:prstGeom>
          <a:solidFill>
            <a:srgbClr val="50658E">
              <a:alpha val="51742"/>
            </a:srgbClr>
          </a:solidFill>
          <a:ln>
            <a:noFill/>
          </a:ln>
        </p:spPr>
      </p:sp>
      <p:sp>
        <p:nvSpPr>
          <p:cNvPr id="10" name="wm.whiteboard.0.126"/>
          <p:cNvSpPr/>
          <p:nvPr/>
        </p:nvSpPr>
        <p:spPr>
          <a:xfrm>
            <a:off x="266700" y="1828800"/>
            <a:ext cx="38100" cy="38100"/>
          </a:xfrm>
          <a:prstGeom prst="rect">
            <a:avLst/>
          </a:prstGeom>
          <a:solidFill>
            <a:srgbClr val="50658E">
              <a:alpha val="34959"/>
            </a:srgbClr>
          </a:solidFill>
          <a:ln>
            <a:noFill/>
          </a:ln>
        </p:spPr>
      </p:sp>
      <p:sp>
        <p:nvSpPr>
          <p:cNvPr id="11" name="wm.whiteboard.0.144"/>
          <p:cNvSpPr/>
          <p:nvPr/>
        </p:nvSpPr>
        <p:spPr>
          <a:xfrm>
            <a:off x="266700" y="2057400"/>
            <a:ext cx="38100" cy="38100"/>
          </a:xfrm>
          <a:prstGeom prst="rect">
            <a:avLst/>
          </a:prstGeom>
          <a:solidFill>
            <a:srgbClr val="50658E">
              <a:alpha val="18177"/>
            </a:srgbClr>
          </a:solidFill>
          <a:ln>
            <a:noFill/>
          </a:ln>
        </p:spPr>
      </p:sp>
      <p:sp>
        <p:nvSpPr>
          <p:cNvPr id="12" name="wm.whiteboard.0.162"/>
          <p:cNvSpPr/>
          <p:nvPr/>
        </p:nvSpPr>
        <p:spPr>
          <a:xfrm>
            <a:off x="266700" y="2286000"/>
            <a:ext cx="38100" cy="38100"/>
          </a:xfrm>
          <a:prstGeom prst="rect">
            <a:avLst/>
          </a:prstGeom>
          <a:solidFill>
            <a:srgbClr val="50658E">
              <a:alpha val="1394"/>
            </a:srgbClr>
          </a:solidFill>
          <a:ln>
            <a:noFill/>
          </a:ln>
        </p:spPr>
      </p:sp>
      <p:sp>
        <p:nvSpPr>
          <p:cNvPr id="13" name="wm.whiteboard.18.0"/>
          <p:cNvSpPr/>
          <p:nvPr/>
        </p:nvSpPr>
        <p:spPr>
          <a:xfrm>
            <a:off x="495300" y="228600"/>
            <a:ext cx="38100" cy="38100"/>
          </a:xfrm>
          <a:prstGeom prst="rect">
            <a:avLst/>
          </a:prstGeom>
          <a:solidFill>
            <a:srgbClr val="50658E"/>
          </a:solidFill>
          <a:ln>
            <a:noFill/>
          </a:ln>
        </p:spPr>
      </p:sp>
      <p:sp>
        <p:nvSpPr>
          <p:cNvPr id="14" name="wm.whiteboard.18.18"/>
          <p:cNvSpPr/>
          <p:nvPr/>
        </p:nvSpPr>
        <p:spPr>
          <a:xfrm>
            <a:off x="495300" y="457200"/>
            <a:ext cx="38100" cy="38100"/>
          </a:xfrm>
          <a:prstGeom prst="rect">
            <a:avLst/>
          </a:prstGeom>
          <a:solidFill>
            <a:srgbClr val="50658E"/>
          </a:solidFill>
          <a:ln>
            <a:noFill/>
          </a:ln>
        </p:spPr>
      </p:sp>
      <p:sp>
        <p:nvSpPr>
          <p:cNvPr id="15" name="wm.whiteboard.18.36"/>
          <p:cNvSpPr/>
          <p:nvPr/>
        </p:nvSpPr>
        <p:spPr>
          <a:xfrm>
            <a:off x="495300" y="685800"/>
            <a:ext cx="38100" cy="38100"/>
          </a:xfrm>
          <a:prstGeom prst="rect">
            <a:avLst/>
          </a:prstGeom>
          <a:solidFill>
            <a:srgbClr val="50658E"/>
          </a:solidFill>
          <a:ln>
            <a:noFill/>
          </a:ln>
        </p:spPr>
      </p:sp>
      <p:sp>
        <p:nvSpPr>
          <p:cNvPr id="16" name="wm.whiteboard.18.54"/>
          <p:cNvSpPr/>
          <p:nvPr/>
        </p:nvSpPr>
        <p:spPr>
          <a:xfrm>
            <a:off x="495300" y="914400"/>
            <a:ext cx="38100" cy="38100"/>
          </a:xfrm>
          <a:prstGeom prst="rect">
            <a:avLst/>
          </a:prstGeom>
          <a:solidFill>
            <a:srgbClr val="50658E">
              <a:alpha val="99988"/>
            </a:srgbClr>
          </a:solidFill>
          <a:ln>
            <a:noFill/>
          </a:ln>
        </p:spPr>
      </p:sp>
      <p:sp>
        <p:nvSpPr>
          <p:cNvPr id="17" name="wm.whiteboard.18.72"/>
          <p:cNvSpPr/>
          <p:nvPr/>
        </p:nvSpPr>
        <p:spPr>
          <a:xfrm>
            <a:off x="495300" y="1143000"/>
            <a:ext cx="38100" cy="38100"/>
          </a:xfrm>
          <a:prstGeom prst="rect">
            <a:avLst/>
          </a:prstGeom>
          <a:solidFill>
            <a:srgbClr val="50658E">
              <a:alpha val="83708"/>
            </a:srgbClr>
          </a:solidFill>
          <a:ln>
            <a:noFill/>
          </a:ln>
        </p:spPr>
      </p:sp>
      <p:sp>
        <p:nvSpPr>
          <p:cNvPr id="18" name="wm.whiteboard.18.90"/>
          <p:cNvSpPr/>
          <p:nvPr/>
        </p:nvSpPr>
        <p:spPr>
          <a:xfrm>
            <a:off x="495300" y="1371600"/>
            <a:ext cx="38100" cy="38100"/>
          </a:xfrm>
          <a:prstGeom prst="rect">
            <a:avLst/>
          </a:prstGeom>
          <a:solidFill>
            <a:srgbClr val="50658E">
              <a:alpha val="67236"/>
            </a:srgbClr>
          </a:solidFill>
          <a:ln>
            <a:noFill/>
          </a:ln>
        </p:spPr>
      </p:sp>
      <p:sp>
        <p:nvSpPr>
          <p:cNvPr id="19" name="wm.whiteboard.18.108"/>
          <p:cNvSpPr/>
          <p:nvPr/>
        </p:nvSpPr>
        <p:spPr>
          <a:xfrm>
            <a:off x="495300" y="1600200"/>
            <a:ext cx="38100" cy="38100"/>
          </a:xfrm>
          <a:prstGeom prst="rect">
            <a:avLst/>
          </a:prstGeom>
          <a:solidFill>
            <a:srgbClr val="50658E">
              <a:alpha val="50663"/>
            </a:srgbClr>
          </a:solidFill>
          <a:ln>
            <a:noFill/>
          </a:ln>
        </p:spPr>
      </p:sp>
      <p:sp>
        <p:nvSpPr>
          <p:cNvPr id="20" name="wm.whiteboard.18.126"/>
          <p:cNvSpPr/>
          <p:nvPr/>
        </p:nvSpPr>
        <p:spPr>
          <a:xfrm>
            <a:off x="495300" y="1828800"/>
            <a:ext cx="38100" cy="38100"/>
          </a:xfrm>
          <a:prstGeom prst="rect">
            <a:avLst/>
          </a:prstGeom>
          <a:solidFill>
            <a:srgbClr val="50658E">
              <a:alpha val="34032"/>
            </a:srgbClr>
          </a:solidFill>
          <a:ln>
            <a:noFill/>
          </a:ln>
        </p:spPr>
      </p:sp>
      <p:sp>
        <p:nvSpPr>
          <p:cNvPr id="21" name="wm.whiteboard.18.144"/>
          <p:cNvSpPr/>
          <p:nvPr/>
        </p:nvSpPr>
        <p:spPr>
          <a:xfrm>
            <a:off x="495300" y="2057400"/>
            <a:ext cx="38100" cy="38100"/>
          </a:xfrm>
          <a:prstGeom prst="rect">
            <a:avLst/>
          </a:prstGeom>
          <a:solidFill>
            <a:srgbClr val="50658E">
              <a:alpha val="17363"/>
            </a:srgbClr>
          </a:solidFill>
          <a:ln>
            <a:noFill/>
          </a:ln>
        </p:spPr>
      </p:sp>
      <p:sp>
        <p:nvSpPr>
          <p:cNvPr id="22" name="wm.whiteboard.18.162"/>
          <p:cNvSpPr/>
          <p:nvPr/>
        </p:nvSpPr>
        <p:spPr>
          <a:xfrm>
            <a:off x="495300" y="2286000"/>
            <a:ext cx="38100" cy="38100"/>
          </a:xfrm>
          <a:prstGeom prst="rect">
            <a:avLst/>
          </a:prstGeom>
          <a:solidFill>
            <a:srgbClr val="50658E">
              <a:alpha val="670"/>
            </a:srgbClr>
          </a:solidFill>
          <a:ln>
            <a:noFill/>
          </a:ln>
        </p:spPr>
      </p:sp>
      <p:sp>
        <p:nvSpPr>
          <p:cNvPr id="23" name="wm.whiteboard.36.0"/>
          <p:cNvSpPr/>
          <p:nvPr/>
        </p:nvSpPr>
        <p:spPr>
          <a:xfrm>
            <a:off x="723900" y="228600"/>
            <a:ext cx="38100" cy="38100"/>
          </a:xfrm>
          <a:prstGeom prst="rect">
            <a:avLst/>
          </a:prstGeom>
          <a:solidFill>
            <a:srgbClr val="50658E"/>
          </a:solidFill>
          <a:ln>
            <a:noFill/>
          </a:ln>
        </p:spPr>
      </p:sp>
      <p:sp>
        <p:nvSpPr>
          <p:cNvPr id="24" name="wm.whiteboard.36.18"/>
          <p:cNvSpPr/>
          <p:nvPr/>
        </p:nvSpPr>
        <p:spPr>
          <a:xfrm>
            <a:off x="723900" y="457200"/>
            <a:ext cx="38100" cy="38100"/>
          </a:xfrm>
          <a:prstGeom prst="rect">
            <a:avLst/>
          </a:prstGeom>
          <a:solidFill>
            <a:srgbClr val="50658E"/>
          </a:solidFill>
          <a:ln>
            <a:noFill/>
          </a:ln>
        </p:spPr>
      </p:sp>
      <p:sp>
        <p:nvSpPr>
          <p:cNvPr id="25" name="wm.whiteboard.36.36"/>
          <p:cNvSpPr/>
          <p:nvPr/>
        </p:nvSpPr>
        <p:spPr>
          <a:xfrm>
            <a:off x="723900" y="685800"/>
            <a:ext cx="38100" cy="38100"/>
          </a:xfrm>
          <a:prstGeom prst="rect">
            <a:avLst/>
          </a:prstGeom>
          <a:solidFill>
            <a:srgbClr val="50658E"/>
          </a:solidFill>
          <a:ln>
            <a:noFill/>
          </a:ln>
        </p:spPr>
      </p:sp>
      <p:sp>
        <p:nvSpPr>
          <p:cNvPr id="26" name="wm.whiteboard.36.54"/>
          <p:cNvSpPr/>
          <p:nvPr/>
        </p:nvSpPr>
        <p:spPr>
          <a:xfrm>
            <a:off x="723900" y="914400"/>
            <a:ext cx="38100" cy="38100"/>
          </a:xfrm>
          <a:prstGeom prst="rect">
            <a:avLst/>
          </a:prstGeom>
          <a:solidFill>
            <a:srgbClr val="50658E">
              <a:alpha val="94671"/>
            </a:srgbClr>
          </a:solidFill>
          <a:ln>
            <a:noFill/>
          </a:ln>
        </p:spPr>
      </p:sp>
      <p:sp>
        <p:nvSpPr>
          <p:cNvPr id="27" name="wm.whiteboard.36.72"/>
          <p:cNvSpPr/>
          <p:nvPr/>
        </p:nvSpPr>
        <p:spPr>
          <a:xfrm>
            <a:off x="723900" y="1143000"/>
            <a:ext cx="38100" cy="38100"/>
          </a:xfrm>
          <a:prstGeom prst="rect">
            <a:avLst/>
          </a:prstGeom>
          <a:solidFill>
            <a:srgbClr val="50658E">
              <a:alpha val="79547"/>
            </a:srgbClr>
          </a:solidFill>
          <a:ln>
            <a:noFill/>
          </a:ln>
        </p:spPr>
      </p:sp>
      <p:sp>
        <p:nvSpPr>
          <p:cNvPr id="28" name="wm.whiteboard.36.90"/>
          <p:cNvSpPr/>
          <p:nvPr/>
        </p:nvSpPr>
        <p:spPr>
          <a:xfrm>
            <a:off x="723900" y="1371600"/>
            <a:ext cx="38100" cy="38100"/>
          </a:xfrm>
          <a:prstGeom prst="rect">
            <a:avLst/>
          </a:prstGeom>
          <a:solidFill>
            <a:srgbClr val="50658E">
              <a:alpha val="63833"/>
            </a:srgbClr>
          </a:solidFill>
          <a:ln>
            <a:noFill/>
          </a:ln>
        </p:spPr>
      </p:sp>
      <p:sp>
        <p:nvSpPr>
          <p:cNvPr id="29" name="wm.whiteboard.36.108"/>
          <p:cNvSpPr/>
          <p:nvPr/>
        </p:nvSpPr>
        <p:spPr>
          <a:xfrm>
            <a:off x="723900" y="1600200"/>
            <a:ext cx="38100" cy="38100"/>
          </a:xfrm>
          <a:prstGeom prst="rect">
            <a:avLst/>
          </a:prstGeom>
          <a:solidFill>
            <a:srgbClr val="50658E">
              <a:alpha val="47790"/>
            </a:srgbClr>
          </a:solidFill>
          <a:ln>
            <a:noFill/>
          </a:ln>
        </p:spPr>
      </p:sp>
      <p:sp>
        <p:nvSpPr>
          <p:cNvPr id="30" name="wm.whiteboard.36.126"/>
          <p:cNvSpPr/>
          <p:nvPr/>
        </p:nvSpPr>
        <p:spPr>
          <a:xfrm>
            <a:off x="723900" y="1828800"/>
            <a:ext cx="38100" cy="38100"/>
          </a:xfrm>
          <a:prstGeom prst="rect">
            <a:avLst/>
          </a:prstGeom>
          <a:solidFill>
            <a:srgbClr val="50658E">
              <a:alpha val="31549"/>
            </a:srgbClr>
          </a:solidFill>
          <a:ln>
            <a:noFill/>
          </a:ln>
        </p:spPr>
      </p:sp>
      <p:sp>
        <p:nvSpPr>
          <p:cNvPr id="31" name="wm.whiteboard.36.144"/>
          <p:cNvSpPr/>
          <p:nvPr/>
        </p:nvSpPr>
        <p:spPr>
          <a:xfrm>
            <a:off x="723900" y="2057400"/>
            <a:ext cx="38100" cy="38100"/>
          </a:xfrm>
          <a:prstGeom prst="rect">
            <a:avLst/>
          </a:prstGeom>
          <a:solidFill>
            <a:srgbClr val="50658E">
              <a:alpha val="15179"/>
            </a:srgbClr>
          </a:solidFill>
          <a:ln>
            <a:noFill/>
          </a:ln>
        </p:spPr>
      </p:sp>
      <p:sp>
        <p:nvSpPr>
          <p:cNvPr id="32" name="wm.whiteboard.54.0"/>
          <p:cNvSpPr/>
          <p:nvPr/>
        </p:nvSpPr>
        <p:spPr>
          <a:xfrm>
            <a:off x="952500" y="228600"/>
            <a:ext cx="38100" cy="38100"/>
          </a:xfrm>
          <a:prstGeom prst="rect">
            <a:avLst/>
          </a:prstGeom>
          <a:solidFill>
            <a:srgbClr val="50658E"/>
          </a:solidFill>
          <a:ln>
            <a:noFill/>
          </a:ln>
        </p:spPr>
      </p:sp>
      <p:sp>
        <p:nvSpPr>
          <p:cNvPr id="33" name="wm.whiteboard.54.18"/>
          <p:cNvSpPr/>
          <p:nvPr/>
        </p:nvSpPr>
        <p:spPr>
          <a:xfrm>
            <a:off x="952500" y="457200"/>
            <a:ext cx="38100" cy="38100"/>
          </a:xfrm>
          <a:prstGeom prst="rect">
            <a:avLst/>
          </a:prstGeom>
          <a:solidFill>
            <a:srgbClr val="50658E"/>
          </a:solidFill>
          <a:ln>
            <a:noFill/>
          </a:ln>
        </p:spPr>
      </p:sp>
      <p:sp>
        <p:nvSpPr>
          <p:cNvPr id="34" name="wm.whiteboard.54.36"/>
          <p:cNvSpPr/>
          <p:nvPr/>
        </p:nvSpPr>
        <p:spPr>
          <a:xfrm>
            <a:off x="952500" y="685800"/>
            <a:ext cx="38100" cy="38100"/>
          </a:xfrm>
          <a:prstGeom prst="rect">
            <a:avLst/>
          </a:prstGeom>
          <a:solidFill>
            <a:srgbClr val="50658E">
              <a:alpha val="98827"/>
            </a:srgbClr>
          </a:solidFill>
          <a:ln>
            <a:noFill/>
          </a:ln>
        </p:spPr>
      </p:sp>
      <p:sp>
        <p:nvSpPr>
          <p:cNvPr id="35" name="wm.whiteboard.54.54"/>
          <p:cNvSpPr/>
          <p:nvPr/>
        </p:nvSpPr>
        <p:spPr>
          <a:xfrm>
            <a:off x="952500" y="914400"/>
            <a:ext cx="38100" cy="38100"/>
          </a:xfrm>
          <a:prstGeom prst="rect">
            <a:avLst/>
          </a:prstGeom>
          <a:solidFill>
            <a:srgbClr val="50658E">
              <a:alpha val="86895"/>
            </a:srgbClr>
          </a:solidFill>
          <a:ln>
            <a:noFill/>
          </a:ln>
        </p:spPr>
      </p:sp>
      <p:sp>
        <p:nvSpPr>
          <p:cNvPr id="36" name="wm.whiteboard.54.72"/>
          <p:cNvSpPr/>
          <p:nvPr/>
        </p:nvSpPr>
        <p:spPr>
          <a:xfrm>
            <a:off x="952500" y="1143000"/>
            <a:ext cx="38100" cy="38100"/>
          </a:xfrm>
          <a:prstGeom prst="rect">
            <a:avLst/>
          </a:prstGeom>
          <a:solidFill>
            <a:srgbClr val="50658E">
              <a:alpha val="73217"/>
            </a:srgbClr>
          </a:solidFill>
          <a:ln>
            <a:noFill/>
          </a:ln>
        </p:spPr>
      </p:sp>
      <p:sp>
        <p:nvSpPr>
          <p:cNvPr id="37" name="wm.whiteboard.54.90"/>
          <p:cNvSpPr/>
          <p:nvPr/>
        </p:nvSpPr>
        <p:spPr>
          <a:xfrm>
            <a:off x="952500" y="1371600"/>
            <a:ext cx="38100" cy="38100"/>
          </a:xfrm>
          <a:prstGeom prst="rect">
            <a:avLst/>
          </a:prstGeom>
          <a:solidFill>
            <a:srgbClr val="50658E">
              <a:alpha val="58541"/>
            </a:srgbClr>
          </a:solidFill>
          <a:ln>
            <a:noFill/>
          </a:ln>
        </p:spPr>
      </p:sp>
      <p:sp>
        <p:nvSpPr>
          <p:cNvPr id="38" name="wm.whiteboard.54.108"/>
          <p:cNvSpPr/>
          <p:nvPr/>
        </p:nvSpPr>
        <p:spPr>
          <a:xfrm>
            <a:off x="952500" y="1600200"/>
            <a:ext cx="38100" cy="38100"/>
          </a:xfrm>
          <a:prstGeom prst="rect">
            <a:avLst/>
          </a:prstGeom>
          <a:solidFill>
            <a:srgbClr val="50658E">
              <a:alpha val="43263"/>
            </a:srgbClr>
          </a:solidFill>
          <a:ln>
            <a:noFill/>
          </a:ln>
        </p:spPr>
      </p:sp>
      <p:sp>
        <p:nvSpPr>
          <p:cNvPr id="39" name="wm.whiteboard.54.126"/>
          <p:cNvSpPr/>
          <p:nvPr/>
        </p:nvSpPr>
        <p:spPr>
          <a:xfrm>
            <a:off x="952500" y="1828800"/>
            <a:ext cx="38100" cy="38100"/>
          </a:xfrm>
          <a:prstGeom prst="rect">
            <a:avLst/>
          </a:prstGeom>
          <a:solidFill>
            <a:srgbClr val="50658E">
              <a:alpha val="27603"/>
            </a:srgbClr>
          </a:solidFill>
          <a:ln>
            <a:noFill/>
          </a:ln>
        </p:spPr>
      </p:sp>
      <p:sp>
        <p:nvSpPr>
          <p:cNvPr id="40" name="wm.whiteboard.54.144"/>
          <p:cNvSpPr/>
          <p:nvPr/>
        </p:nvSpPr>
        <p:spPr>
          <a:xfrm>
            <a:off x="952500" y="2057400"/>
            <a:ext cx="38100" cy="38100"/>
          </a:xfrm>
          <a:prstGeom prst="rect">
            <a:avLst/>
          </a:prstGeom>
          <a:solidFill>
            <a:srgbClr val="50658E">
              <a:alpha val="11687"/>
            </a:srgbClr>
          </a:solidFill>
          <a:ln>
            <a:noFill/>
          </a:ln>
        </p:spPr>
      </p:sp>
      <p:sp>
        <p:nvSpPr>
          <p:cNvPr id="41" name="wm.whiteboard.72.0"/>
          <p:cNvSpPr/>
          <p:nvPr/>
        </p:nvSpPr>
        <p:spPr>
          <a:xfrm>
            <a:off x="1181100" y="228600"/>
            <a:ext cx="38100" cy="38100"/>
          </a:xfrm>
          <a:prstGeom prst="rect">
            <a:avLst/>
          </a:prstGeom>
          <a:solidFill>
            <a:srgbClr val="50658E">
              <a:alpha val="97572"/>
            </a:srgbClr>
          </a:solidFill>
          <a:ln>
            <a:noFill/>
          </a:ln>
        </p:spPr>
      </p:sp>
      <p:sp>
        <p:nvSpPr>
          <p:cNvPr id="42" name="wm.whiteboard.72.18"/>
          <p:cNvSpPr/>
          <p:nvPr/>
        </p:nvSpPr>
        <p:spPr>
          <a:xfrm>
            <a:off x="1181100" y="457200"/>
            <a:ext cx="38100" cy="38100"/>
          </a:xfrm>
          <a:prstGeom prst="rect">
            <a:avLst/>
          </a:prstGeom>
          <a:solidFill>
            <a:srgbClr val="50658E">
              <a:alpha val="94724"/>
            </a:srgbClr>
          </a:solidFill>
          <a:ln>
            <a:noFill/>
          </a:ln>
        </p:spPr>
      </p:sp>
      <p:sp>
        <p:nvSpPr>
          <p:cNvPr id="43" name="wm.whiteboard.72.36"/>
          <p:cNvSpPr/>
          <p:nvPr/>
        </p:nvSpPr>
        <p:spPr>
          <a:xfrm>
            <a:off x="1181100" y="685800"/>
            <a:ext cx="38100" cy="38100"/>
          </a:xfrm>
          <a:prstGeom prst="rect">
            <a:avLst/>
          </a:prstGeom>
          <a:solidFill>
            <a:srgbClr val="50658E">
              <a:alpha val="87609"/>
            </a:srgbClr>
          </a:solidFill>
          <a:ln>
            <a:noFill/>
          </a:ln>
        </p:spPr>
      </p:sp>
      <p:sp>
        <p:nvSpPr>
          <p:cNvPr id="44" name="wm.whiteboard.72.54"/>
          <p:cNvSpPr/>
          <p:nvPr/>
        </p:nvSpPr>
        <p:spPr>
          <a:xfrm>
            <a:off x="1181100" y="914400"/>
            <a:ext cx="38100" cy="38100"/>
          </a:xfrm>
          <a:prstGeom prst="rect">
            <a:avLst/>
          </a:prstGeom>
          <a:solidFill>
            <a:srgbClr val="50658E">
              <a:alpha val="77408"/>
            </a:srgbClr>
          </a:solidFill>
          <a:ln>
            <a:noFill/>
          </a:ln>
        </p:spPr>
      </p:sp>
      <p:sp>
        <p:nvSpPr>
          <p:cNvPr id="45" name="wm.whiteboard.72.72"/>
          <p:cNvSpPr/>
          <p:nvPr/>
        </p:nvSpPr>
        <p:spPr>
          <a:xfrm>
            <a:off x="1181100" y="1143000"/>
            <a:ext cx="38100" cy="38100"/>
          </a:xfrm>
          <a:prstGeom prst="rect">
            <a:avLst/>
          </a:prstGeom>
          <a:solidFill>
            <a:srgbClr val="50658E">
              <a:alpha val="65181"/>
            </a:srgbClr>
          </a:solidFill>
          <a:ln>
            <a:noFill/>
          </a:ln>
        </p:spPr>
      </p:sp>
      <p:sp>
        <p:nvSpPr>
          <p:cNvPr id="46" name="wm.whiteboard.72.90"/>
          <p:cNvSpPr/>
          <p:nvPr/>
        </p:nvSpPr>
        <p:spPr>
          <a:xfrm>
            <a:off x="1181100" y="1371600"/>
            <a:ext cx="38100" cy="38100"/>
          </a:xfrm>
          <a:prstGeom prst="rect">
            <a:avLst/>
          </a:prstGeom>
          <a:solidFill>
            <a:srgbClr val="50658E">
              <a:alpha val="51653"/>
            </a:srgbClr>
          </a:solidFill>
          <a:ln>
            <a:noFill/>
          </a:ln>
        </p:spPr>
      </p:sp>
      <p:sp>
        <p:nvSpPr>
          <p:cNvPr id="47" name="wm.whiteboard.72.108"/>
          <p:cNvSpPr/>
          <p:nvPr/>
        </p:nvSpPr>
        <p:spPr>
          <a:xfrm>
            <a:off x="1181100" y="1600200"/>
            <a:ext cx="38100" cy="38100"/>
          </a:xfrm>
          <a:prstGeom prst="rect">
            <a:avLst/>
          </a:prstGeom>
          <a:solidFill>
            <a:srgbClr val="50658E">
              <a:alpha val="37275"/>
            </a:srgbClr>
          </a:solidFill>
          <a:ln>
            <a:noFill/>
          </a:ln>
        </p:spPr>
      </p:sp>
      <p:sp>
        <p:nvSpPr>
          <p:cNvPr id="48" name="wm.whiteboard.72.126"/>
          <p:cNvSpPr/>
          <p:nvPr/>
        </p:nvSpPr>
        <p:spPr>
          <a:xfrm>
            <a:off x="1181100" y="1828800"/>
            <a:ext cx="38100" cy="38100"/>
          </a:xfrm>
          <a:prstGeom prst="rect">
            <a:avLst/>
          </a:prstGeom>
          <a:solidFill>
            <a:srgbClr val="50658E">
              <a:alpha val="22326"/>
            </a:srgbClr>
          </a:solidFill>
          <a:ln>
            <a:noFill/>
          </a:ln>
        </p:spPr>
      </p:sp>
      <p:sp>
        <p:nvSpPr>
          <p:cNvPr id="49" name="wm.whiteboard.72.144"/>
          <p:cNvSpPr/>
          <p:nvPr/>
        </p:nvSpPr>
        <p:spPr>
          <a:xfrm>
            <a:off x="1181100" y="2057400"/>
            <a:ext cx="38100" cy="38100"/>
          </a:xfrm>
          <a:prstGeom prst="rect">
            <a:avLst/>
          </a:prstGeom>
          <a:solidFill>
            <a:srgbClr val="50658E">
              <a:alpha val="6980"/>
            </a:srgbClr>
          </a:solidFill>
          <a:ln>
            <a:noFill/>
          </a:ln>
        </p:spPr>
      </p:sp>
      <p:sp>
        <p:nvSpPr>
          <p:cNvPr id="50" name="wm.whiteboard.90.0"/>
          <p:cNvSpPr/>
          <p:nvPr/>
        </p:nvSpPr>
        <p:spPr>
          <a:xfrm>
            <a:off x="1409700" y="228600"/>
            <a:ext cx="38100" cy="38100"/>
          </a:xfrm>
          <a:prstGeom prst="rect">
            <a:avLst/>
          </a:prstGeom>
          <a:solidFill>
            <a:srgbClr val="50658E">
              <a:alpha val="83798"/>
            </a:srgbClr>
          </a:solidFill>
          <a:ln>
            <a:noFill/>
          </a:ln>
        </p:spPr>
      </p:sp>
      <p:sp>
        <p:nvSpPr>
          <p:cNvPr id="51" name="wm.whiteboard.90.18"/>
          <p:cNvSpPr/>
          <p:nvPr/>
        </p:nvSpPr>
        <p:spPr>
          <a:xfrm>
            <a:off x="1409700" y="457200"/>
            <a:ext cx="38100" cy="38100"/>
          </a:xfrm>
          <a:prstGeom prst="rect">
            <a:avLst/>
          </a:prstGeom>
          <a:solidFill>
            <a:srgbClr val="50658E">
              <a:alpha val="81490"/>
            </a:srgbClr>
          </a:solidFill>
          <a:ln>
            <a:noFill/>
          </a:ln>
        </p:spPr>
      </p:sp>
      <p:sp>
        <p:nvSpPr>
          <p:cNvPr id="52" name="wm.whiteboard.90.36"/>
          <p:cNvSpPr/>
          <p:nvPr/>
        </p:nvSpPr>
        <p:spPr>
          <a:xfrm>
            <a:off x="1409700" y="685800"/>
            <a:ext cx="38100" cy="38100"/>
          </a:xfrm>
          <a:prstGeom prst="rect">
            <a:avLst/>
          </a:prstGeom>
          <a:solidFill>
            <a:srgbClr val="50658E">
              <a:alpha val="75569"/>
            </a:srgbClr>
          </a:solidFill>
          <a:ln>
            <a:noFill/>
          </a:ln>
        </p:spPr>
      </p:sp>
      <p:sp>
        <p:nvSpPr>
          <p:cNvPr id="53" name="wm.whiteboard.90.54"/>
          <p:cNvSpPr/>
          <p:nvPr/>
        </p:nvSpPr>
        <p:spPr>
          <a:xfrm>
            <a:off x="1409700" y="914400"/>
            <a:ext cx="38100" cy="38100"/>
          </a:xfrm>
          <a:prstGeom prst="rect">
            <a:avLst/>
          </a:prstGeom>
          <a:solidFill>
            <a:srgbClr val="50658E">
              <a:alpha val="66767"/>
            </a:srgbClr>
          </a:solidFill>
          <a:ln>
            <a:noFill/>
          </a:ln>
        </p:spPr>
      </p:sp>
      <p:sp>
        <p:nvSpPr>
          <p:cNvPr id="54" name="wm.whiteboard.90.72"/>
          <p:cNvSpPr/>
          <p:nvPr/>
        </p:nvSpPr>
        <p:spPr>
          <a:xfrm>
            <a:off x="1409700" y="1143000"/>
            <a:ext cx="38100" cy="38100"/>
          </a:xfrm>
          <a:prstGeom prst="rect">
            <a:avLst/>
          </a:prstGeom>
          <a:solidFill>
            <a:srgbClr val="50658E">
              <a:alpha val="55859"/>
            </a:srgbClr>
          </a:solidFill>
          <a:ln>
            <a:noFill/>
          </a:ln>
        </p:spPr>
      </p:sp>
      <p:sp>
        <p:nvSpPr>
          <p:cNvPr id="55" name="wm.whiteboard.90.90"/>
          <p:cNvSpPr/>
          <p:nvPr/>
        </p:nvSpPr>
        <p:spPr>
          <a:xfrm>
            <a:off x="1409700" y="1371600"/>
            <a:ext cx="38100" cy="38100"/>
          </a:xfrm>
          <a:prstGeom prst="rect">
            <a:avLst/>
          </a:prstGeom>
          <a:solidFill>
            <a:srgbClr val="50658E">
              <a:alpha val="43468"/>
            </a:srgbClr>
          </a:solidFill>
          <a:ln>
            <a:noFill/>
          </a:ln>
        </p:spPr>
      </p:sp>
      <p:sp>
        <p:nvSpPr>
          <p:cNvPr id="56" name="wm.whiteboard.90.108"/>
          <p:cNvSpPr/>
          <p:nvPr/>
        </p:nvSpPr>
        <p:spPr>
          <a:xfrm>
            <a:off x="1409700" y="1600200"/>
            <a:ext cx="38100" cy="38100"/>
          </a:xfrm>
          <a:prstGeom prst="rect">
            <a:avLst/>
          </a:prstGeom>
          <a:solidFill>
            <a:srgbClr val="50658E">
              <a:alpha val="30037"/>
            </a:srgbClr>
          </a:solidFill>
          <a:ln>
            <a:noFill/>
          </a:ln>
        </p:spPr>
      </p:sp>
      <p:sp>
        <p:nvSpPr>
          <p:cNvPr id="57" name="wm.whiteboard.90.126"/>
          <p:cNvSpPr/>
          <p:nvPr/>
        </p:nvSpPr>
        <p:spPr>
          <a:xfrm>
            <a:off x="1409700" y="1828800"/>
            <a:ext cx="38100" cy="38100"/>
          </a:xfrm>
          <a:prstGeom prst="rect">
            <a:avLst/>
          </a:prstGeom>
          <a:solidFill>
            <a:srgbClr val="50658E">
              <a:alpha val="15870"/>
            </a:srgbClr>
          </a:solidFill>
          <a:ln>
            <a:noFill/>
          </a:ln>
        </p:spPr>
      </p:sp>
      <p:sp>
        <p:nvSpPr>
          <p:cNvPr id="58" name="wm.whiteboard.90.144"/>
          <p:cNvSpPr/>
          <p:nvPr/>
        </p:nvSpPr>
        <p:spPr>
          <a:xfrm>
            <a:off x="1409700" y="2057400"/>
            <a:ext cx="38100" cy="38100"/>
          </a:xfrm>
          <a:prstGeom prst="rect">
            <a:avLst/>
          </a:prstGeom>
          <a:solidFill>
            <a:srgbClr val="50658E">
              <a:alpha val="1171"/>
            </a:srgbClr>
          </a:solidFill>
          <a:ln>
            <a:noFill/>
          </a:ln>
        </p:spPr>
      </p:sp>
      <p:sp>
        <p:nvSpPr>
          <p:cNvPr id="59" name="wm.whiteboard.108.0"/>
          <p:cNvSpPr/>
          <p:nvPr/>
        </p:nvSpPr>
        <p:spPr>
          <a:xfrm>
            <a:off x="1638300" y="228600"/>
            <a:ext cx="38100" cy="38100"/>
          </a:xfrm>
          <a:prstGeom prst="rect">
            <a:avLst/>
          </a:prstGeom>
          <a:solidFill>
            <a:srgbClr val="50658E">
              <a:alpha val="70023"/>
            </a:srgbClr>
          </a:solidFill>
          <a:ln>
            <a:noFill/>
          </a:ln>
        </p:spPr>
      </p:sp>
      <p:sp>
        <p:nvSpPr>
          <p:cNvPr id="60" name="wm.whiteboard.108.18"/>
          <p:cNvSpPr/>
          <p:nvPr/>
        </p:nvSpPr>
        <p:spPr>
          <a:xfrm>
            <a:off x="1638300" y="457200"/>
            <a:ext cx="38100" cy="38100"/>
          </a:xfrm>
          <a:prstGeom prst="rect">
            <a:avLst/>
          </a:prstGeom>
          <a:solidFill>
            <a:srgbClr val="50658E">
              <a:alpha val="68085"/>
            </a:srgbClr>
          </a:solidFill>
          <a:ln>
            <a:noFill/>
          </a:ln>
        </p:spPr>
      </p:sp>
      <p:sp>
        <p:nvSpPr>
          <p:cNvPr id="61" name="wm.whiteboard.108.36"/>
          <p:cNvSpPr/>
          <p:nvPr/>
        </p:nvSpPr>
        <p:spPr>
          <a:xfrm>
            <a:off x="1638300" y="685800"/>
            <a:ext cx="38100" cy="38100"/>
          </a:xfrm>
          <a:prstGeom prst="rect">
            <a:avLst/>
          </a:prstGeom>
          <a:solidFill>
            <a:srgbClr val="50658E">
              <a:alpha val="63033"/>
            </a:srgbClr>
          </a:solidFill>
          <a:ln>
            <a:noFill/>
          </a:ln>
        </p:spPr>
      </p:sp>
      <p:sp>
        <p:nvSpPr>
          <p:cNvPr id="62" name="wm.whiteboard.108.54"/>
          <p:cNvSpPr/>
          <p:nvPr/>
        </p:nvSpPr>
        <p:spPr>
          <a:xfrm>
            <a:off x="1638300" y="914400"/>
            <a:ext cx="38100" cy="38100"/>
          </a:xfrm>
          <a:prstGeom prst="rect">
            <a:avLst/>
          </a:prstGeom>
          <a:solidFill>
            <a:srgbClr val="50658E">
              <a:alpha val="55346"/>
            </a:srgbClr>
          </a:solidFill>
          <a:ln>
            <a:noFill/>
          </a:ln>
        </p:spPr>
      </p:sp>
      <p:sp>
        <p:nvSpPr>
          <p:cNvPr id="63" name="wm.whiteboard.108.72"/>
          <p:cNvSpPr/>
          <p:nvPr/>
        </p:nvSpPr>
        <p:spPr>
          <a:xfrm>
            <a:off x="1638300" y="1143000"/>
            <a:ext cx="38100" cy="38100"/>
          </a:xfrm>
          <a:prstGeom prst="rect">
            <a:avLst/>
          </a:prstGeom>
          <a:solidFill>
            <a:srgbClr val="50658E">
              <a:alpha val="45583"/>
            </a:srgbClr>
          </a:solidFill>
          <a:ln>
            <a:noFill/>
          </a:ln>
        </p:spPr>
      </p:sp>
      <p:sp>
        <p:nvSpPr>
          <p:cNvPr id="64" name="wm.whiteboard.108.90"/>
          <p:cNvSpPr/>
          <p:nvPr/>
        </p:nvSpPr>
        <p:spPr>
          <a:xfrm>
            <a:off x="1638300" y="1371600"/>
            <a:ext cx="38100" cy="38100"/>
          </a:xfrm>
          <a:prstGeom prst="rect">
            <a:avLst/>
          </a:prstGeom>
          <a:solidFill>
            <a:srgbClr val="50658E">
              <a:alpha val="34251"/>
            </a:srgbClr>
          </a:solidFill>
          <a:ln>
            <a:noFill/>
          </a:ln>
        </p:spPr>
      </p:sp>
      <p:sp>
        <p:nvSpPr>
          <p:cNvPr id="65" name="wm.whiteboard.108.108"/>
          <p:cNvSpPr/>
          <p:nvPr/>
        </p:nvSpPr>
        <p:spPr>
          <a:xfrm>
            <a:off x="1638300" y="1600200"/>
            <a:ext cx="38100" cy="38100"/>
          </a:xfrm>
          <a:prstGeom prst="rect">
            <a:avLst/>
          </a:prstGeom>
          <a:solidFill>
            <a:srgbClr val="50658E">
              <a:alpha val="21754"/>
            </a:srgbClr>
          </a:solidFill>
          <a:ln>
            <a:noFill/>
          </a:ln>
        </p:spPr>
      </p:sp>
      <p:sp>
        <p:nvSpPr>
          <p:cNvPr id="66" name="wm.whiteboard.108.126"/>
          <p:cNvSpPr/>
          <p:nvPr/>
        </p:nvSpPr>
        <p:spPr>
          <a:xfrm>
            <a:off x="1638300" y="1828800"/>
            <a:ext cx="38100" cy="38100"/>
          </a:xfrm>
          <a:prstGeom prst="rect">
            <a:avLst/>
          </a:prstGeom>
          <a:solidFill>
            <a:srgbClr val="50658E">
              <a:alpha val="8391"/>
            </a:srgbClr>
          </a:solidFill>
          <a:ln>
            <a:noFill/>
          </a:ln>
        </p:spPr>
      </p:sp>
      <p:sp>
        <p:nvSpPr>
          <p:cNvPr id="67" name="wm.whiteboard.126.0"/>
          <p:cNvSpPr/>
          <p:nvPr/>
        </p:nvSpPr>
        <p:spPr>
          <a:xfrm>
            <a:off x="1866900" y="228600"/>
            <a:ext cx="38100" cy="38100"/>
          </a:xfrm>
          <a:prstGeom prst="rect">
            <a:avLst/>
          </a:prstGeom>
          <a:solidFill>
            <a:srgbClr val="50658E">
              <a:alpha val="56247"/>
            </a:srgbClr>
          </a:solidFill>
          <a:ln>
            <a:noFill/>
          </a:ln>
        </p:spPr>
      </p:sp>
      <p:sp>
        <p:nvSpPr>
          <p:cNvPr id="68" name="wm.whiteboard.126.18"/>
          <p:cNvSpPr/>
          <p:nvPr/>
        </p:nvSpPr>
        <p:spPr>
          <a:xfrm>
            <a:off x="1866900" y="457200"/>
            <a:ext cx="38100" cy="38100"/>
          </a:xfrm>
          <a:prstGeom prst="rect">
            <a:avLst/>
          </a:prstGeom>
          <a:solidFill>
            <a:srgbClr val="50658E">
              <a:alpha val="54578"/>
            </a:srgbClr>
          </a:solidFill>
          <a:ln>
            <a:noFill/>
          </a:ln>
        </p:spPr>
      </p:sp>
      <p:sp>
        <p:nvSpPr>
          <p:cNvPr id="69" name="wm.whiteboard.126.36"/>
          <p:cNvSpPr/>
          <p:nvPr/>
        </p:nvSpPr>
        <p:spPr>
          <a:xfrm>
            <a:off x="1866900" y="685800"/>
            <a:ext cx="38100" cy="38100"/>
          </a:xfrm>
          <a:prstGeom prst="rect">
            <a:avLst/>
          </a:prstGeom>
          <a:solidFill>
            <a:srgbClr val="50658E">
              <a:alpha val="50182"/>
            </a:srgbClr>
          </a:solidFill>
          <a:ln>
            <a:noFill/>
          </a:ln>
        </p:spPr>
      </p:sp>
      <p:sp>
        <p:nvSpPr>
          <p:cNvPr id="70" name="wm.whiteboard.126.54"/>
          <p:cNvSpPr/>
          <p:nvPr/>
        </p:nvSpPr>
        <p:spPr>
          <a:xfrm>
            <a:off x="1866900" y="914400"/>
            <a:ext cx="38100" cy="38100"/>
          </a:xfrm>
          <a:prstGeom prst="rect">
            <a:avLst/>
          </a:prstGeom>
          <a:solidFill>
            <a:srgbClr val="50658E">
              <a:alpha val="43386"/>
            </a:srgbClr>
          </a:solidFill>
          <a:ln>
            <a:noFill/>
          </a:ln>
        </p:spPr>
      </p:sp>
      <p:sp>
        <p:nvSpPr>
          <p:cNvPr id="71" name="wm.whiteboard.126.72"/>
          <p:cNvSpPr/>
          <p:nvPr/>
        </p:nvSpPr>
        <p:spPr>
          <a:xfrm>
            <a:off x="1866900" y="1143000"/>
            <a:ext cx="38100" cy="38100"/>
          </a:xfrm>
          <a:prstGeom prst="rect">
            <a:avLst/>
          </a:prstGeom>
          <a:solidFill>
            <a:srgbClr val="50658E">
              <a:alpha val="34598"/>
            </a:srgbClr>
          </a:solidFill>
          <a:ln>
            <a:noFill/>
          </a:ln>
        </p:spPr>
      </p:sp>
      <p:sp>
        <p:nvSpPr>
          <p:cNvPr id="72" name="wm.whiteboard.126.90"/>
          <p:cNvSpPr/>
          <p:nvPr/>
        </p:nvSpPr>
        <p:spPr>
          <a:xfrm>
            <a:off x="1866900" y="1371600"/>
            <a:ext cx="38100" cy="38100"/>
          </a:xfrm>
          <a:prstGeom prst="rect">
            <a:avLst/>
          </a:prstGeom>
          <a:solidFill>
            <a:srgbClr val="50658E">
              <a:alpha val="24223"/>
            </a:srgbClr>
          </a:solidFill>
          <a:ln>
            <a:noFill/>
          </a:ln>
        </p:spPr>
      </p:sp>
      <p:sp>
        <p:nvSpPr>
          <p:cNvPr id="73" name="wm.whiteboard.126.108"/>
          <p:cNvSpPr/>
          <p:nvPr/>
        </p:nvSpPr>
        <p:spPr>
          <a:xfrm>
            <a:off x="1866900" y="1600200"/>
            <a:ext cx="38100" cy="38100"/>
          </a:xfrm>
          <a:prstGeom prst="rect">
            <a:avLst/>
          </a:prstGeom>
          <a:solidFill>
            <a:srgbClr val="50658E">
              <a:alpha val="12610"/>
            </a:srgbClr>
          </a:solidFill>
          <a:ln>
            <a:noFill/>
          </a:ln>
        </p:spPr>
      </p:sp>
      <p:sp>
        <p:nvSpPr>
          <p:cNvPr id="74" name="wm.whiteboard.126.126"/>
          <p:cNvSpPr/>
          <p:nvPr/>
        </p:nvSpPr>
        <p:spPr>
          <a:xfrm>
            <a:off x="1866900" y="1828800"/>
            <a:ext cx="38100" cy="38100"/>
          </a:xfrm>
          <a:prstGeom prst="rect">
            <a:avLst/>
          </a:prstGeom>
          <a:solidFill>
            <a:srgbClr val="50658E">
              <a:alpha val="40"/>
            </a:srgbClr>
          </a:solidFill>
          <a:ln>
            <a:noFill/>
          </a:ln>
        </p:spPr>
      </p:sp>
      <p:sp>
        <p:nvSpPr>
          <p:cNvPr id="75" name="wm.whiteboard.144.0"/>
          <p:cNvSpPr/>
          <p:nvPr/>
        </p:nvSpPr>
        <p:spPr>
          <a:xfrm>
            <a:off x="2095500" y="228600"/>
            <a:ext cx="38100" cy="38100"/>
          </a:xfrm>
          <a:prstGeom prst="rect">
            <a:avLst/>
          </a:prstGeom>
          <a:solidFill>
            <a:srgbClr val="50658E">
              <a:alpha val="42471"/>
            </a:srgbClr>
          </a:solidFill>
          <a:ln>
            <a:noFill/>
          </a:ln>
        </p:spPr>
      </p:sp>
      <p:sp>
        <p:nvSpPr>
          <p:cNvPr id="76" name="wm.whiteboard.144.18"/>
          <p:cNvSpPr/>
          <p:nvPr/>
        </p:nvSpPr>
        <p:spPr>
          <a:xfrm>
            <a:off x="2095500" y="457200"/>
            <a:ext cx="38100" cy="38100"/>
          </a:xfrm>
          <a:prstGeom prst="rect">
            <a:avLst/>
          </a:prstGeom>
          <a:solidFill>
            <a:srgbClr val="50658E">
              <a:alpha val="41005"/>
            </a:srgbClr>
          </a:solidFill>
          <a:ln>
            <a:noFill/>
          </a:ln>
        </p:spPr>
      </p:sp>
      <p:sp>
        <p:nvSpPr>
          <p:cNvPr id="77" name="wm.whiteboard.144.36"/>
          <p:cNvSpPr/>
          <p:nvPr/>
        </p:nvSpPr>
        <p:spPr>
          <a:xfrm>
            <a:off x="2095500" y="685800"/>
            <a:ext cx="38100" cy="38100"/>
          </a:xfrm>
          <a:prstGeom prst="rect">
            <a:avLst/>
          </a:prstGeom>
          <a:solidFill>
            <a:srgbClr val="50658E">
              <a:alpha val="37120"/>
            </a:srgbClr>
          </a:solidFill>
          <a:ln>
            <a:noFill/>
          </a:ln>
        </p:spPr>
      </p:sp>
      <p:sp>
        <p:nvSpPr>
          <p:cNvPr id="78" name="wm.whiteboard.144.54"/>
          <p:cNvSpPr/>
          <p:nvPr/>
        </p:nvSpPr>
        <p:spPr>
          <a:xfrm>
            <a:off x="2095500" y="914400"/>
            <a:ext cx="38100" cy="38100"/>
          </a:xfrm>
          <a:prstGeom prst="rect">
            <a:avLst/>
          </a:prstGeom>
          <a:solidFill>
            <a:srgbClr val="50658E">
              <a:alpha val="31044"/>
            </a:srgbClr>
          </a:solidFill>
          <a:ln>
            <a:noFill/>
          </a:ln>
        </p:spPr>
      </p:sp>
      <p:sp>
        <p:nvSpPr>
          <p:cNvPr id="79" name="wm.whiteboard.144.72"/>
          <p:cNvSpPr/>
          <p:nvPr/>
        </p:nvSpPr>
        <p:spPr>
          <a:xfrm>
            <a:off x="2095500" y="1143000"/>
            <a:ext cx="38100" cy="38100"/>
          </a:xfrm>
          <a:prstGeom prst="rect">
            <a:avLst/>
          </a:prstGeom>
          <a:solidFill>
            <a:srgbClr val="50658E">
              <a:alpha val="23083"/>
            </a:srgbClr>
          </a:solidFill>
          <a:ln>
            <a:noFill/>
          </a:ln>
        </p:spPr>
      </p:sp>
      <p:sp>
        <p:nvSpPr>
          <p:cNvPr id="80" name="wm.whiteboard.144.90"/>
          <p:cNvSpPr/>
          <p:nvPr/>
        </p:nvSpPr>
        <p:spPr>
          <a:xfrm>
            <a:off x="2095500" y="1371600"/>
            <a:ext cx="38100" cy="38100"/>
          </a:xfrm>
          <a:prstGeom prst="rect">
            <a:avLst/>
          </a:prstGeom>
          <a:solidFill>
            <a:srgbClr val="50658E">
              <a:alpha val="13557"/>
            </a:srgbClr>
          </a:solidFill>
          <a:ln>
            <a:noFill/>
          </a:ln>
        </p:spPr>
      </p:sp>
      <p:sp>
        <p:nvSpPr>
          <p:cNvPr id="81" name="wm.whiteboard.144.108"/>
          <p:cNvSpPr/>
          <p:nvPr/>
        </p:nvSpPr>
        <p:spPr>
          <a:xfrm>
            <a:off x="2095500" y="1600200"/>
            <a:ext cx="38100" cy="38100"/>
          </a:xfrm>
          <a:prstGeom prst="rect">
            <a:avLst/>
          </a:prstGeom>
          <a:solidFill>
            <a:srgbClr val="50658E">
              <a:alpha val="2762"/>
            </a:srgbClr>
          </a:solidFill>
          <a:ln>
            <a:noFill/>
          </a:ln>
        </p:spPr>
      </p:sp>
      <p:sp>
        <p:nvSpPr>
          <p:cNvPr id="82" name="wm.whiteboard.162.0"/>
          <p:cNvSpPr/>
          <p:nvPr/>
        </p:nvSpPr>
        <p:spPr>
          <a:xfrm>
            <a:off x="2324100" y="228600"/>
            <a:ext cx="38100" cy="38100"/>
          </a:xfrm>
          <a:prstGeom prst="rect">
            <a:avLst/>
          </a:prstGeom>
          <a:solidFill>
            <a:srgbClr val="50658E">
              <a:alpha val="28695"/>
            </a:srgbClr>
          </a:solidFill>
          <a:ln>
            <a:noFill/>
          </a:ln>
        </p:spPr>
      </p:sp>
      <p:sp>
        <p:nvSpPr>
          <p:cNvPr id="83" name="wm.whiteboard.162.18"/>
          <p:cNvSpPr/>
          <p:nvPr/>
        </p:nvSpPr>
        <p:spPr>
          <a:xfrm>
            <a:off x="2324100" y="457200"/>
            <a:ext cx="38100" cy="38100"/>
          </a:xfrm>
          <a:prstGeom prst="rect">
            <a:avLst/>
          </a:prstGeom>
          <a:solidFill>
            <a:srgbClr val="50658E">
              <a:alpha val="27389"/>
            </a:srgbClr>
          </a:solidFill>
          <a:ln>
            <a:noFill/>
          </a:ln>
        </p:spPr>
      </p:sp>
      <p:sp>
        <p:nvSpPr>
          <p:cNvPr id="84" name="wm.whiteboard.162.36"/>
          <p:cNvSpPr/>
          <p:nvPr/>
        </p:nvSpPr>
        <p:spPr>
          <a:xfrm>
            <a:off x="2324100" y="685800"/>
            <a:ext cx="38100" cy="38100"/>
          </a:xfrm>
          <a:prstGeom prst="rect">
            <a:avLst/>
          </a:prstGeom>
          <a:solidFill>
            <a:srgbClr val="50658E">
              <a:alpha val="23910"/>
            </a:srgbClr>
          </a:solidFill>
          <a:ln>
            <a:noFill/>
          </a:ln>
        </p:spPr>
      </p:sp>
      <p:sp>
        <p:nvSpPr>
          <p:cNvPr id="85" name="wm.whiteboard.162.54"/>
          <p:cNvSpPr/>
          <p:nvPr/>
        </p:nvSpPr>
        <p:spPr>
          <a:xfrm>
            <a:off x="2324100" y="914400"/>
            <a:ext cx="38100" cy="38100"/>
          </a:xfrm>
          <a:prstGeom prst="rect">
            <a:avLst/>
          </a:prstGeom>
          <a:solidFill>
            <a:srgbClr val="50658E">
              <a:alpha val="18425"/>
            </a:srgbClr>
          </a:solidFill>
          <a:ln>
            <a:noFill/>
          </a:ln>
        </p:spPr>
      </p:sp>
      <p:sp>
        <p:nvSpPr>
          <p:cNvPr id="86" name="wm.whiteboard.162.72"/>
          <p:cNvSpPr/>
          <p:nvPr/>
        </p:nvSpPr>
        <p:spPr>
          <a:xfrm>
            <a:off x="2324100" y="1143000"/>
            <a:ext cx="38100" cy="38100"/>
          </a:xfrm>
          <a:prstGeom prst="rect">
            <a:avLst/>
          </a:prstGeom>
          <a:solidFill>
            <a:srgbClr val="50658E">
              <a:alpha val="11167"/>
            </a:srgbClr>
          </a:solidFill>
          <a:ln>
            <a:noFill/>
          </a:ln>
        </p:spPr>
      </p:sp>
      <p:sp>
        <p:nvSpPr>
          <p:cNvPr id="87" name="wm.whiteboard.162.90"/>
          <p:cNvSpPr/>
          <p:nvPr/>
        </p:nvSpPr>
        <p:spPr>
          <a:xfrm>
            <a:off x="2324100" y="1371600"/>
            <a:ext cx="38100" cy="38100"/>
          </a:xfrm>
          <a:prstGeom prst="rect">
            <a:avLst/>
          </a:prstGeom>
          <a:solidFill>
            <a:srgbClr val="50658E">
              <a:alpha val="2388"/>
            </a:srgbClr>
          </a:solidFill>
          <a:ln>
            <a:noFill/>
          </a:ln>
        </p:spPr>
      </p:sp>
      <p:sp>
        <p:nvSpPr>
          <p:cNvPr id="88" name="wm.whiteboard.180.0"/>
          <p:cNvSpPr/>
          <p:nvPr/>
        </p:nvSpPr>
        <p:spPr>
          <a:xfrm>
            <a:off x="2552700" y="228600"/>
            <a:ext cx="38100" cy="38100"/>
          </a:xfrm>
          <a:prstGeom prst="rect">
            <a:avLst/>
          </a:prstGeom>
          <a:solidFill>
            <a:srgbClr val="50658E">
              <a:alpha val="14918"/>
            </a:srgbClr>
          </a:solidFill>
          <a:ln>
            <a:noFill/>
          </a:ln>
        </p:spPr>
      </p:sp>
      <p:sp>
        <p:nvSpPr>
          <p:cNvPr id="89" name="wm.whiteboard.180.18"/>
          <p:cNvSpPr/>
          <p:nvPr/>
        </p:nvSpPr>
        <p:spPr>
          <a:xfrm>
            <a:off x="2552700" y="457200"/>
            <a:ext cx="38100" cy="38100"/>
          </a:xfrm>
          <a:prstGeom prst="rect">
            <a:avLst/>
          </a:prstGeom>
          <a:solidFill>
            <a:srgbClr val="50658E">
              <a:alpha val="13741"/>
            </a:srgbClr>
          </a:solidFill>
          <a:ln>
            <a:noFill/>
          </a:ln>
        </p:spPr>
      </p:sp>
      <p:sp>
        <p:nvSpPr>
          <p:cNvPr id="90" name="wm.whiteboard.180.36"/>
          <p:cNvSpPr/>
          <p:nvPr/>
        </p:nvSpPr>
        <p:spPr>
          <a:xfrm>
            <a:off x="2552700" y="685800"/>
            <a:ext cx="38100" cy="38100"/>
          </a:xfrm>
          <a:prstGeom prst="rect">
            <a:avLst/>
          </a:prstGeom>
          <a:solidFill>
            <a:srgbClr val="50658E">
              <a:alpha val="10593"/>
            </a:srgbClr>
          </a:solidFill>
          <a:ln>
            <a:noFill/>
          </a:ln>
        </p:spPr>
      </p:sp>
      <p:sp>
        <p:nvSpPr>
          <p:cNvPr id="91" name="wm.whiteboard.180.54"/>
          <p:cNvSpPr/>
          <p:nvPr/>
        </p:nvSpPr>
        <p:spPr>
          <a:xfrm>
            <a:off x="2552700" y="914400"/>
            <a:ext cx="38100" cy="38100"/>
          </a:xfrm>
          <a:prstGeom prst="rect">
            <a:avLst/>
          </a:prstGeom>
          <a:solidFill>
            <a:srgbClr val="50658E">
              <a:alpha val="5600"/>
            </a:srgbClr>
          </a:solidFill>
          <a:ln>
            <a:noFill/>
          </a:ln>
        </p:spPr>
      </p:sp>
      <p:sp>
        <p:nvSpPr>
          <p:cNvPr id="92" name="wm.whiteboard.198.0"/>
          <p:cNvSpPr/>
          <p:nvPr/>
        </p:nvSpPr>
        <p:spPr>
          <a:xfrm>
            <a:off x="2781300" y="228600"/>
            <a:ext cx="38100" cy="38100"/>
          </a:xfrm>
          <a:prstGeom prst="rect">
            <a:avLst/>
          </a:prstGeom>
          <a:solidFill>
            <a:srgbClr val="50658E">
              <a:alpha val="1142"/>
            </a:srgbClr>
          </a:solidFill>
          <a:ln>
            <a:noFill/>
          </a:ln>
        </p:spPr>
      </p:sp>
      <p:sp>
        <p:nvSpPr>
          <p:cNvPr id="93" name="wm.whiteboard.198.18"/>
          <p:cNvSpPr/>
          <p:nvPr/>
        </p:nvSpPr>
        <p:spPr>
          <a:xfrm>
            <a:off x="2781300" y="457200"/>
            <a:ext cx="38100" cy="38100"/>
          </a:xfrm>
          <a:prstGeom prst="rect">
            <a:avLst/>
          </a:prstGeom>
          <a:solidFill>
            <a:srgbClr val="50658E">
              <a:alpha val="69"/>
            </a:srgbClr>
          </a:solidFill>
          <a:ln>
            <a:noFill/>
          </a:ln>
        </p:spPr>
      </p:sp>
      <p:sp>
        <p:nvSpPr>
          <p:cNvPr id="94" name="wm.header.rule"/>
          <p:cNvSpPr/>
          <p:nvPr/>
        </p:nvSpPr>
        <p:spPr>
          <a:xfrm>
            <a:off x="723900" y="1371600"/>
            <a:ext cx="10744200" cy="9525"/>
          </a:xfrm>
          <a:prstGeom prst="rect">
            <a:avLst/>
          </a:prstGeom>
          <a:solidFill>
            <a:srgbClr val="50658E"/>
          </a:solidFill>
          <a:ln>
            <a:noFill/>
          </a:ln>
        </p:spPr>
      </p:sp>
      <p:pic>
        <p:nvPicPr>
          <p:cNvPr id="95"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210300"/>
            <a:ext cx="729403" cy="152400"/>
          </a:xfrm>
          <a:prstGeom prst="rect">
            <a:avLst/>
          </a:prstGeom>
        </p:spPr>
      </p:pic>
      <p:sp>
        <p:nvSpPr>
          <p:cNvPr id="96" name="wm.legal"/>
          <p:cNvSpPr/>
          <p:nvPr/>
        </p:nvSpPr>
        <p:spPr>
          <a:xfrm>
            <a:off x="2171700" y="6172200"/>
            <a:ext cx="89154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CED7E6"/>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CED7E6"/>
              </a:solidFill>
              <a:latin typeface="IBM Plex Mono"/>
              <a:ea typeface="IBM Plex Mono"/>
              <a:cs typeface="IBM Plex Mono"/>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wmds.frame.83916a8bae2ec07ee127">
    <p:bg>
      <p:bgPr>
        <a:solidFill>
          <a:srgbClr val="FFFFFF"/>
        </a:solidFill>
      </p:bgPr>
    </p:bg>
    <p:spTree>
      <p:nvGrpSpPr>
        <p:cNvPr id="1" name=""/>
        <p:cNvGrpSpPr/>
        <p:nvPr/>
      </p:nvGrpSpPr>
      <p:grpSpPr>
        <a:xfrm>
          <a:off x="0" y="0"/>
          <a:ext cx="0" cy="0"/>
          <a:chOff x="0" y="0"/>
          <a:chExt cx="0" cy="0"/>
        </a:xfrm>
      </p:grpSpPr>
      <p:sp>
        <p:nvSpPr>
          <p:cNvPr id="2" name="wm.rail"/>
          <p:cNvSpPr/>
          <p:nvPr/>
        </p:nvSpPr>
        <p:spPr>
          <a:xfrm>
            <a:off x="0" y="0"/>
            <a:ext cx="3467100" cy="6858000"/>
          </a:xfrm>
          <a:prstGeom prst="rect">
            <a:avLst/>
          </a:prstGeom>
          <a:solidFill>
            <a:srgbClr val="070154"/>
          </a:solidFill>
          <a:ln>
            <a:noFill/>
          </a:ln>
        </p:spPr>
      </p:sp>
      <p:sp>
        <p:nvSpPr>
          <p:cNvPr id="3" name="wm.footer.rule"/>
          <p:cNvSpPr/>
          <p:nvPr/>
        </p:nvSpPr>
        <p:spPr>
          <a:xfrm>
            <a:off x="4381500" y="6057900"/>
            <a:ext cx="7086600" cy="9525"/>
          </a:xfrm>
          <a:prstGeom prst="rect">
            <a:avLst/>
          </a:prstGeom>
          <a:solidFill>
            <a:srgbClr val="CED7E6"/>
          </a:solidFill>
          <a:ln>
            <a:noFill/>
          </a:ln>
        </p:spPr>
      </p:sp>
      <p:sp>
        <p:nvSpPr>
          <p:cNvPr id="4" name="wm.whiteboard.0.0"/>
          <p:cNvSpPr/>
          <p:nvPr/>
        </p:nvSpPr>
        <p:spPr>
          <a:xfrm>
            <a:off x="3695700" y="228600"/>
            <a:ext cx="38100" cy="38100"/>
          </a:xfrm>
          <a:prstGeom prst="rect">
            <a:avLst/>
          </a:prstGeom>
          <a:solidFill>
            <a:srgbClr val="CED7E6"/>
          </a:solidFill>
          <a:ln>
            <a:noFill/>
          </a:ln>
        </p:spPr>
      </p:sp>
      <p:sp>
        <p:nvSpPr>
          <p:cNvPr id="5" name="wm.whiteboard.0.18"/>
          <p:cNvSpPr/>
          <p:nvPr/>
        </p:nvSpPr>
        <p:spPr>
          <a:xfrm>
            <a:off x="3695700" y="457200"/>
            <a:ext cx="38100" cy="38100"/>
          </a:xfrm>
          <a:prstGeom prst="rect">
            <a:avLst/>
          </a:prstGeom>
          <a:solidFill>
            <a:srgbClr val="CED7E6"/>
          </a:solidFill>
          <a:ln>
            <a:noFill/>
          </a:ln>
        </p:spPr>
      </p:sp>
      <p:sp>
        <p:nvSpPr>
          <p:cNvPr id="6" name="wm.whiteboard.0.36"/>
          <p:cNvSpPr/>
          <p:nvPr/>
        </p:nvSpPr>
        <p:spPr>
          <a:xfrm>
            <a:off x="3695700" y="685800"/>
            <a:ext cx="38100" cy="38100"/>
          </a:xfrm>
          <a:prstGeom prst="rect">
            <a:avLst/>
          </a:prstGeom>
          <a:solidFill>
            <a:srgbClr val="CED7E6"/>
          </a:solidFill>
          <a:ln>
            <a:noFill/>
          </a:ln>
        </p:spPr>
      </p:sp>
      <p:sp>
        <p:nvSpPr>
          <p:cNvPr id="7" name="wm.whiteboard.0.54"/>
          <p:cNvSpPr/>
          <p:nvPr/>
        </p:nvSpPr>
        <p:spPr>
          <a:xfrm>
            <a:off x="3695700" y="914400"/>
            <a:ext cx="38100" cy="38100"/>
          </a:xfrm>
          <a:prstGeom prst="rect">
            <a:avLst/>
          </a:prstGeom>
          <a:solidFill>
            <a:srgbClr val="CED7E6"/>
          </a:solidFill>
          <a:ln>
            <a:noFill/>
          </a:ln>
        </p:spPr>
      </p:sp>
      <p:sp>
        <p:nvSpPr>
          <p:cNvPr id="8" name="wm.whiteboard.0.72"/>
          <p:cNvSpPr/>
          <p:nvPr/>
        </p:nvSpPr>
        <p:spPr>
          <a:xfrm>
            <a:off x="3695700" y="1143000"/>
            <a:ext cx="38100" cy="38100"/>
          </a:xfrm>
          <a:prstGeom prst="rect">
            <a:avLst/>
          </a:prstGeom>
          <a:solidFill>
            <a:srgbClr val="CED7E6">
              <a:alpha val="85305"/>
            </a:srgbClr>
          </a:solidFill>
          <a:ln>
            <a:noFill/>
          </a:ln>
        </p:spPr>
      </p:sp>
      <p:sp>
        <p:nvSpPr>
          <p:cNvPr id="9" name="wm.whiteboard.0.90"/>
          <p:cNvSpPr/>
          <p:nvPr/>
        </p:nvSpPr>
        <p:spPr>
          <a:xfrm>
            <a:off x="3695700" y="1371600"/>
            <a:ext cx="38100" cy="38100"/>
          </a:xfrm>
          <a:prstGeom prst="rect">
            <a:avLst/>
          </a:prstGeom>
          <a:solidFill>
            <a:srgbClr val="CED7E6">
              <a:alpha val="68524"/>
            </a:srgbClr>
          </a:solidFill>
          <a:ln>
            <a:noFill/>
          </a:ln>
        </p:spPr>
      </p:sp>
      <p:sp>
        <p:nvSpPr>
          <p:cNvPr id="10" name="wm.whiteboard.0.108"/>
          <p:cNvSpPr/>
          <p:nvPr/>
        </p:nvSpPr>
        <p:spPr>
          <a:xfrm>
            <a:off x="3695700" y="1600200"/>
            <a:ext cx="38100" cy="38100"/>
          </a:xfrm>
          <a:prstGeom prst="rect">
            <a:avLst/>
          </a:prstGeom>
          <a:solidFill>
            <a:srgbClr val="CED7E6">
              <a:alpha val="51742"/>
            </a:srgbClr>
          </a:solidFill>
          <a:ln>
            <a:noFill/>
          </a:ln>
        </p:spPr>
      </p:sp>
      <p:sp>
        <p:nvSpPr>
          <p:cNvPr id="11" name="wm.whiteboard.0.126"/>
          <p:cNvSpPr/>
          <p:nvPr/>
        </p:nvSpPr>
        <p:spPr>
          <a:xfrm>
            <a:off x="3695700" y="1828800"/>
            <a:ext cx="38100" cy="38100"/>
          </a:xfrm>
          <a:prstGeom prst="rect">
            <a:avLst/>
          </a:prstGeom>
          <a:solidFill>
            <a:srgbClr val="CED7E6">
              <a:alpha val="34959"/>
            </a:srgbClr>
          </a:solidFill>
          <a:ln>
            <a:noFill/>
          </a:ln>
        </p:spPr>
      </p:sp>
      <p:sp>
        <p:nvSpPr>
          <p:cNvPr id="12" name="wm.whiteboard.0.144"/>
          <p:cNvSpPr/>
          <p:nvPr/>
        </p:nvSpPr>
        <p:spPr>
          <a:xfrm>
            <a:off x="3695700" y="2057400"/>
            <a:ext cx="38100" cy="38100"/>
          </a:xfrm>
          <a:prstGeom prst="rect">
            <a:avLst/>
          </a:prstGeom>
          <a:solidFill>
            <a:srgbClr val="CED7E6">
              <a:alpha val="18177"/>
            </a:srgbClr>
          </a:solidFill>
          <a:ln>
            <a:noFill/>
          </a:ln>
        </p:spPr>
      </p:sp>
      <p:sp>
        <p:nvSpPr>
          <p:cNvPr id="13" name="wm.whiteboard.0.162"/>
          <p:cNvSpPr/>
          <p:nvPr/>
        </p:nvSpPr>
        <p:spPr>
          <a:xfrm>
            <a:off x="3695700" y="2286000"/>
            <a:ext cx="38100" cy="38100"/>
          </a:xfrm>
          <a:prstGeom prst="rect">
            <a:avLst/>
          </a:prstGeom>
          <a:solidFill>
            <a:srgbClr val="CED7E6">
              <a:alpha val="1394"/>
            </a:srgbClr>
          </a:solidFill>
          <a:ln>
            <a:noFill/>
          </a:ln>
        </p:spPr>
      </p:sp>
      <p:sp>
        <p:nvSpPr>
          <p:cNvPr id="14" name="wm.whiteboard.18.0"/>
          <p:cNvSpPr/>
          <p:nvPr/>
        </p:nvSpPr>
        <p:spPr>
          <a:xfrm>
            <a:off x="3924300" y="228600"/>
            <a:ext cx="38100" cy="38100"/>
          </a:xfrm>
          <a:prstGeom prst="rect">
            <a:avLst/>
          </a:prstGeom>
          <a:solidFill>
            <a:srgbClr val="CED7E6"/>
          </a:solidFill>
          <a:ln>
            <a:noFill/>
          </a:ln>
        </p:spPr>
      </p:sp>
      <p:sp>
        <p:nvSpPr>
          <p:cNvPr id="15" name="wm.whiteboard.18.18"/>
          <p:cNvSpPr/>
          <p:nvPr/>
        </p:nvSpPr>
        <p:spPr>
          <a:xfrm>
            <a:off x="3924300" y="457200"/>
            <a:ext cx="38100" cy="38100"/>
          </a:xfrm>
          <a:prstGeom prst="rect">
            <a:avLst/>
          </a:prstGeom>
          <a:solidFill>
            <a:srgbClr val="CED7E6"/>
          </a:solidFill>
          <a:ln>
            <a:noFill/>
          </a:ln>
        </p:spPr>
      </p:sp>
      <p:sp>
        <p:nvSpPr>
          <p:cNvPr id="16" name="wm.whiteboard.18.36"/>
          <p:cNvSpPr/>
          <p:nvPr/>
        </p:nvSpPr>
        <p:spPr>
          <a:xfrm>
            <a:off x="3924300" y="685800"/>
            <a:ext cx="38100" cy="38100"/>
          </a:xfrm>
          <a:prstGeom prst="rect">
            <a:avLst/>
          </a:prstGeom>
          <a:solidFill>
            <a:srgbClr val="CED7E6"/>
          </a:solidFill>
          <a:ln>
            <a:noFill/>
          </a:ln>
        </p:spPr>
      </p:sp>
      <p:sp>
        <p:nvSpPr>
          <p:cNvPr id="17" name="wm.whiteboard.18.54"/>
          <p:cNvSpPr/>
          <p:nvPr/>
        </p:nvSpPr>
        <p:spPr>
          <a:xfrm>
            <a:off x="3924300" y="914400"/>
            <a:ext cx="38100" cy="38100"/>
          </a:xfrm>
          <a:prstGeom prst="rect">
            <a:avLst/>
          </a:prstGeom>
          <a:solidFill>
            <a:srgbClr val="CED7E6">
              <a:alpha val="99988"/>
            </a:srgbClr>
          </a:solidFill>
          <a:ln>
            <a:noFill/>
          </a:ln>
        </p:spPr>
      </p:sp>
      <p:sp>
        <p:nvSpPr>
          <p:cNvPr id="18" name="wm.whiteboard.18.72"/>
          <p:cNvSpPr/>
          <p:nvPr/>
        </p:nvSpPr>
        <p:spPr>
          <a:xfrm>
            <a:off x="3924300" y="1143000"/>
            <a:ext cx="38100" cy="38100"/>
          </a:xfrm>
          <a:prstGeom prst="rect">
            <a:avLst/>
          </a:prstGeom>
          <a:solidFill>
            <a:srgbClr val="CED7E6">
              <a:alpha val="83708"/>
            </a:srgbClr>
          </a:solidFill>
          <a:ln>
            <a:noFill/>
          </a:ln>
        </p:spPr>
      </p:sp>
      <p:sp>
        <p:nvSpPr>
          <p:cNvPr id="19" name="wm.whiteboard.18.90"/>
          <p:cNvSpPr/>
          <p:nvPr/>
        </p:nvSpPr>
        <p:spPr>
          <a:xfrm>
            <a:off x="3924300" y="1371600"/>
            <a:ext cx="38100" cy="38100"/>
          </a:xfrm>
          <a:prstGeom prst="rect">
            <a:avLst/>
          </a:prstGeom>
          <a:solidFill>
            <a:srgbClr val="CED7E6">
              <a:alpha val="67236"/>
            </a:srgbClr>
          </a:solidFill>
          <a:ln>
            <a:noFill/>
          </a:ln>
        </p:spPr>
      </p:sp>
      <p:sp>
        <p:nvSpPr>
          <p:cNvPr id="20" name="wm.whiteboard.18.108"/>
          <p:cNvSpPr/>
          <p:nvPr/>
        </p:nvSpPr>
        <p:spPr>
          <a:xfrm>
            <a:off x="3924300" y="1600200"/>
            <a:ext cx="38100" cy="38100"/>
          </a:xfrm>
          <a:prstGeom prst="rect">
            <a:avLst/>
          </a:prstGeom>
          <a:solidFill>
            <a:srgbClr val="CED7E6">
              <a:alpha val="50663"/>
            </a:srgbClr>
          </a:solidFill>
          <a:ln>
            <a:noFill/>
          </a:ln>
        </p:spPr>
      </p:sp>
      <p:sp>
        <p:nvSpPr>
          <p:cNvPr id="21" name="wm.whiteboard.18.126"/>
          <p:cNvSpPr/>
          <p:nvPr/>
        </p:nvSpPr>
        <p:spPr>
          <a:xfrm>
            <a:off x="3924300" y="1828800"/>
            <a:ext cx="38100" cy="38100"/>
          </a:xfrm>
          <a:prstGeom prst="rect">
            <a:avLst/>
          </a:prstGeom>
          <a:solidFill>
            <a:srgbClr val="CED7E6">
              <a:alpha val="34032"/>
            </a:srgbClr>
          </a:solidFill>
          <a:ln>
            <a:noFill/>
          </a:ln>
        </p:spPr>
      </p:sp>
      <p:sp>
        <p:nvSpPr>
          <p:cNvPr id="22" name="wm.whiteboard.18.144"/>
          <p:cNvSpPr/>
          <p:nvPr/>
        </p:nvSpPr>
        <p:spPr>
          <a:xfrm>
            <a:off x="3924300" y="2057400"/>
            <a:ext cx="38100" cy="38100"/>
          </a:xfrm>
          <a:prstGeom prst="rect">
            <a:avLst/>
          </a:prstGeom>
          <a:solidFill>
            <a:srgbClr val="CED7E6">
              <a:alpha val="17363"/>
            </a:srgbClr>
          </a:solidFill>
          <a:ln>
            <a:noFill/>
          </a:ln>
        </p:spPr>
      </p:sp>
      <p:sp>
        <p:nvSpPr>
          <p:cNvPr id="23" name="wm.whiteboard.18.162"/>
          <p:cNvSpPr/>
          <p:nvPr/>
        </p:nvSpPr>
        <p:spPr>
          <a:xfrm>
            <a:off x="3924300" y="2286000"/>
            <a:ext cx="38100" cy="38100"/>
          </a:xfrm>
          <a:prstGeom prst="rect">
            <a:avLst/>
          </a:prstGeom>
          <a:solidFill>
            <a:srgbClr val="CED7E6">
              <a:alpha val="670"/>
            </a:srgbClr>
          </a:solidFill>
          <a:ln>
            <a:noFill/>
          </a:ln>
        </p:spPr>
      </p:sp>
      <p:sp>
        <p:nvSpPr>
          <p:cNvPr id="24" name="wm.whiteboard.36.0"/>
          <p:cNvSpPr/>
          <p:nvPr/>
        </p:nvSpPr>
        <p:spPr>
          <a:xfrm>
            <a:off x="4152900" y="228600"/>
            <a:ext cx="38100" cy="38100"/>
          </a:xfrm>
          <a:prstGeom prst="rect">
            <a:avLst/>
          </a:prstGeom>
          <a:solidFill>
            <a:srgbClr val="CED7E6"/>
          </a:solidFill>
          <a:ln>
            <a:noFill/>
          </a:ln>
        </p:spPr>
      </p:sp>
      <p:sp>
        <p:nvSpPr>
          <p:cNvPr id="25" name="wm.whiteboard.36.18"/>
          <p:cNvSpPr/>
          <p:nvPr/>
        </p:nvSpPr>
        <p:spPr>
          <a:xfrm>
            <a:off x="4152900" y="457200"/>
            <a:ext cx="38100" cy="38100"/>
          </a:xfrm>
          <a:prstGeom prst="rect">
            <a:avLst/>
          </a:prstGeom>
          <a:solidFill>
            <a:srgbClr val="CED7E6"/>
          </a:solidFill>
          <a:ln>
            <a:noFill/>
          </a:ln>
        </p:spPr>
      </p:sp>
      <p:sp>
        <p:nvSpPr>
          <p:cNvPr id="26" name="wm.whiteboard.36.36"/>
          <p:cNvSpPr/>
          <p:nvPr/>
        </p:nvSpPr>
        <p:spPr>
          <a:xfrm>
            <a:off x="4152900" y="685800"/>
            <a:ext cx="38100" cy="38100"/>
          </a:xfrm>
          <a:prstGeom prst="rect">
            <a:avLst/>
          </a:prstGeom>
          <a:solidFill>
            <a:srgbClr val="CED7E6"/>
          </a:solidFill>
          <a:ln>
            <a:noFill/>
          </a:ln>
        </p:spPr>
      </p:sp>
      <p:sp>
        <p:nvSpPr>
          <p:cNvPr id="27" name="wm.whiteboard.36.54"/>
          <p:cNvSpPr/>
          <p:nvPr/>
        </p:nvSpPr>
        <p:spPr>
          <a:xfrm>
            <a:off x="4152900" y="914400"/>
            <a:ext cx="38100" cy="38100"/>
          </a:xfrm>
          <a:prstGeom prst="rect">
            <a:avLst/>
          </a:prstGeom>
          <a:solidFill>
            <a:srgbClr val="CED7E6">
              <a:alpha val="94671"/>
            </a:srgbClr>
          </a:solidFill>
          <a:ln>
            <a:noFill/>
          </a:ln>
        </p:spPr>
      </p:sp>
      <p:sp>
        <p:nvSpPr>
          <p:cNvPr id="28" name="wm.whiteboard.36.72"/>
          <p:cNvSpPr/>
          <p:nvPr/>
        </p:nvSpPr>
        <p:spPr>
          <a:xfrm>
            <a:off x="4152900" y="1143000"/>
            <a:ext cx="38100" cy="38100"/>
          </a:xfrm>
          <a:prstGeom prst="rect">
            <a:avLst/>
          </a:prstGeom>
          <a:solidFill>
            <a:srgbClr val="CED7E6">
              <a:alpha val="79547"/>
            </a:srgbClr>
          </a:solidFill>
          <a:ln>
            <a:noFill/>
          </a:ln>
        </p:spPr>
      </p:sp>
      <p:sp>
        <p:nvSpPr>
          <p:cNvPr id="29" name="wm.whiteboard.36.90"/>
          <p:cNvSpPr/>
          <p:nvPr/>
        </p:nvSpPr>
        <p:spPr>
          <a:xfrm>
            <a:off x="4152900" y="1371600"/>
            <a:ext cx="38100" cy="38100"/>
          </a:xfrm>
          <a:prstGeom prst="rect">
            <a:avLst/>
          </a:prstGeom>
          <a:solidFill>
            <a:srgbClr val="CED7E6">
              <a:alpha val="63833"/>
            </a:srgbClr>
          </a:solidFill>
          <a:ln>
            <a:noFill/>
          </a:ln>
        </p:spPr>
      </p:sp>
      <p:sp>
        <p:nvSpPr>
          <p:cNvPr id="30" name="wm.whiteboard.36.108"/>
          <p:cNvSpPr/>
          <p:nvPr/>
        </p:nvSpPr>
        <p:spPr>
          <a:xfrm>
            <a:off x="4152900" y="1600200"/>
            <a:ext cx="38100" cy="38100"/>
          </a:xfrm>
          <a:prstGeom prst="rect">
            <a:avLst/>
          </a:prstGeom>
          <a:solidFill>
            <a:srgbClr val="CED7E6">
              <a:alpha val="47790"/>
            </a:srgbClr>
          </a:solidFill>
          <a:ln>
            <a:noFill/>
          </a:ln>
        </p:spPr>
      </p:sp>
      <p:sp>
        <p:nvSpPr>
          <p:cNvPr id="31" name="wm.whiteboard.36.126"/>
          <p:cNvSpPr/>
          <p:nvPr/>
        </p:nvSpPr>
        <p:spPr>
          <a:xfrm>
            <a:off x="4152900" y="1828800"/>
            <a:ext cx="38100" cy="38100"/>
          </a:xfrm>
          <a:prstGeom prst="rect">
            <a:avLst/>
          </a:prstGeom>
          <a:solidFill>
            <a:srgbClr val="CED7E6">
              <a:alpha val="31549"/>
            </a:srgbClr>
          </a:solidFill>
          <a:ln>
            <a:noFill/>
          </a:ln>
        </p:spPr>
      </p:sp>
      <p:sp>
        <p:nvSpPr>
          <p:cNvPr id="32" name="wm.whiteboard.36.144"/>
          <p:cNvSpPr/>
          <p:nvPr/>
        </p:nvSpPr>
        <p:spPr>
          <a:xfrm>
            <a:off x="4152900" y="2057400"/>
            <a:ext cx="38100" cy="38100"/>
          </a:xfrm>
          <a:prstGeom prst="rect">
            <a:avLst/>
          </a:prstGeom>
          <a:solidFill>
            <a:srgbClr val="CED7E6">
              <a:alpha val="15179"/>
            </a:srgbClr>
          </a:solidFill>
          <a:ln>
            <a:noFill/>
          </a:ln>
        </p:spPr>
      </p:sp>
      <p:sp>
        <p:nvSpPr>
          <p:cNvPr id="33" name="wm.whiteboard.54.0"/>
          <p:cNvSpPr/>
          <p:nvPr/>
        </p:nvSpPr>
        <p:spPr>
          <a:xfrm>
            <a:off x="4381500" y="228600"/>
            <a:ext cx="38100" cy="38100"/>
          </a:xfrm>
          <a:prstGeom prst="rect">
            <a:avLst/>
          </a:prstGeom>
          <a:solidFill>
            <a:srgbClr val="CED7E6"/>
          </a:solidFill>
          <a:ln>
            <a:noFill/>
          </a:ln>
        </p:spPr>
      </p:sp>
      <p:sp>
        <p:nvSpPr>
          <p:cNvPr id="34" name="wm.whiteboard.54.18"/>
          <p:cNvSpPr/>
          <p:nvPr/>
        </p:nvSpPr>
        <p:spPr>
          <a:xfrm>
            <a:off x="4381500" y="457200"/>
            <a:ext cx="38100" cy="38100"/>
          </a:xfrm>
          <a:prstGeom prst="rect">
            <a:avLst/>
          </a:prstGeom>
          <a:solidFill>
            <a:srgbClr val="CED7E6"/>
          </a:solidFill>
          <a:ln>
            <a:noFill/>
          </a:ln>
        </p:spPr>
      </p:sp>
      <p:sp>
        <p:nvSpPr>
          <p:cNvPr id="35" name="wm.whiteboard.54.36"/>
          <p:cNvSpPr/>
          <p:nvPr/>
        </p:nvSpPr>
        <p:spPr>
          <a:xfrm>
            <a:off x="4381500" y="685800"/>
            <a:ext cx="38100" cy="38100"/>
          </a:xfrm>
          <a:prstGeom prst="rect">
            <a:avLst/>
          </a:prstGeom>
          <a:solidFill>
            <a:srgbClr val="CED7E6">
              <a:alpha val="98827"/>
            </a:srgbClr>
          </a:solidFill>
          <a:ln>
            <a:noFill/>
          </a:ln>
        </p:spPr>
      </p:sp>
      <p:sp>
        <p:nvSpPr>
          <p:cNvPr id="36" name="wm.whiteboard.54.54"/>
          <p:cNvSpPr/>
          <p:nvPr/>
        </p:nvSpPr>
        <p:spPr>
          <a:xfrm>
            <a:off x="4381500" y="914400"/>
            <a:ext cx="38100" cy="38100"/>
          </a:xfrm>
          <a:prstGeom prst="rect">
            <a:avLst/>
          </a:prstGeom>
          <a:solidFill>
            <a:srgbClr val="CED7E6">
              <a:alpha val="86895"/>
            </a:srgbClr>
          </a:solidFill>
          <a:ln>
            <a:noFill/>
          </a:ln>
        </p:spPr>
      </p:sp>
      <p:sp>
        <p:nvSpPr>
          <p:cNvPr id="37" name="wm.whiteboard.54.72"/>
          <p:cNvSpPr/>
          <p:nvPr/>
        </p:nvSpPr>
        <p:spPr>
          <a:xfrm>
            <a:off x="4381500" y="1143000"/>
            <a:ext cx="38100" cy="38100"/>
          </a:xfrm>
          <a:prstGeom prst="rect">
            <a:avLst/>
          </a:prstGeom>
          <a:solidFill>
            <a:srgbClr val="CED7E6">
              <a:alpha val="73217"/>
            </a:srgbClr>
          </a:solidFill>
          <a:ln>
            <a:noFill/>
          </a:ln>
        </p:spPr>
      </p:sp>
      <p:sp>
        <p:nvSpPr>
          <p:cNvPr id="38" name="wm.whiteboard.54.90"/>
          <p:cNvSpPr/>
          <p:nvPr/>
        </p:nvSpPr>
        <p:spPr>
          <a:xfrm>
            <a:off x="4381500" y="1371600"/>
            <a:ext cx="38100" cy="38100"/>
          </a:xfrm>
          <a:prstGeom prst="rect">
            <a:avLst/>
          </a:prstGeom>
          <a:solidFill>
            <a:srgbClr val="CED7E6">
              <a:alpha val="58541"/>
            </a:srgbClr>
          </a:solidFill>
          <a:ln>
            <a:noFill/>
          </a:ln>
        </p:spPr>
      </p:sp>
      <p:sp>
        <p:nvSpPr>
          <p:cNvPr id="39" name="wm.whiteboard.54.108"/>
          <p:cNvSpPr/>
          <p:nvPr/>
        </p:nvSpPr>
        <p:spPr>
          <a:xfrm>
            <a:off x="4381500" y="1600200"/>
            <a:ext cx="38100" cy="38100"/>
          </a:xfrm>
          <a:prstGeom prst="rect">
            <a:avLst/>
          </a:prstGeom>
          <a:solidFill>
            <a:srgbClr val="CED7E6">
              <a:alpha val="43263"/>
            </a:srgbClr>
          </a:solidFill>
          <a:ln>
            <a:noFill/>
          </a:ln>
        </p:spPr>
      </p:sp>
      <p:sp>
        <p:nvSpPr>
          <p:cNvPr id="40" name="wm.whiteboard.54.126"/>
          <p:cNvSpPr/>
          <p:nvPr/>
        </p:nvSpPr>
        <p:spPr>
          <a:xfrm>
            <a:off x="4381500" y="1828800"/>
            <a:ext cx="38100" cy="38100"/>
          </a:xfrm>
          <a:prstGeom prst="rect">
            <a:avLst/>
          </a:prstGeom>
          <a:solidFill>
            <a:srgbClr val="CED7E6">
              <a:alpha val="27603"/>
            </a:srgbClr>
          </a:solidFill>
          <a:ln>
            <a:noFill/>
          </a:ln>
        </p:spPr>
      </p:sp>
      <p:sp>
        <p:nvSpPr>
          <p:cNvPr id="41" name="wm.whiteboard.54.144"/>
          <p:cNvSpPr/>
          <p:nvPr/>
        </p:nvSpPr>
        <p:spPr>
          <a:xfrm>
            <a:off x="4381500" y="2057400"/>
            <a:ext cx="38100" cy="38100"/>
          </a:xfrm>
          <a:prstGeom prst="rect">
            <a:avLst/>
          </a:prstGeom>
          <a:solidFill>
            <a:srgbClr val="CED7E6">
              <a:alpha val="11687"/>
            </a:srgbClr>
          </a:solidFill>
          <a:ln>
            <a:noFill/>
          </a:ln>
        </p:spPr>
      </p:sp>
      <p:sp>
        <p:nvSpPr>
          <p:cNvPr id="42" name="wm.whiteboard.72.0"/>
          <p:cNvSpPr/>
          <p:nvPr/>
        </p:nvSpPr>
        <p:spPr>
          <a:xfrm>
            <a:off x="4610100" y="228600"/>
            <a:ext cx="38100" cy="38100"/>
          </a:xfrm>
          <a:prstGeom prst="rect">
            <a:avLst/>
          </a:prstGeom>
          <a:solidFill>
            <a:srgbClr val="CED7E6">
              <a:alpha val="97572"/>
            </a:srgbClr>
          </a:solidFill>
          <a:ln>
            <a:noFill/>
          </a:ln>
        </p:spPr>
      </p:sp>
      <p:sp>
        <p:nvSpPr>
          <p:cNvPr id="43" name="wm.whiteboard.72.18"/>
          <p:cNvSpPr/>
          <p:nvPr/>
        </p:nvSpPr>
        <p:spPr>
          <a:xfrm>
            <a:off x="4610100" y="457200"/>
            <a:ext cx="38100" cy="38100"/>
          </a:xfrm>
          <a:prstGeom prst="rect">
            <a:avLst/>
          </a:prstGeom>
          <a:solidFill>
            <a:srgbClr val="CED7E6">
              <a:alpha val="94724"/>
            </a:srgbClr>
          </a:solidFill>
          <a:ln>
            <a:noFill/>
          </a:ln>
        </p:spPr>
      </p:sp>
      <p:sp>
        <p:nvSpPr>
          <p:cNvPr id="44" name="wm.whiteboard.72.36"/>
          <p:cNvSpPr/>
          <p:nvPr/>
        </p:nvSpPr>
        <p:spPr>
          <a:xfrm>
            <a:off x="4610100" y="685800"/>
            <a:ext cx="38100" cy="38100"/>
          </a:xfrm>
          <a:prstGeom prst="rect">
            <a:avLst/>
          </a:prstGeom>
          <a:solidFill>
            <a:srgbClr val="CED7E6">
              <a:alpha val="87609"/>
            </a:srgbClr>
          </a:solidFill>
          <a:ln>
            <a:noFill/>
          </a:ln>
        </p:spPr>
      </p:sp>
      <p:sp>
        <p:nvSpPr>
          <p:cNvPr id="45" name="wm.whiteboard.72.54"/>
          <p:cNvSpPr/>
          <p:nvPr/>
        </p:nvSpPr>
        <p:spPr>
          <a:xfrm>
            <a:off x="4610100" y="914400"/>
            <a:ext cx="38100" cy="38100"/>
          </a:xfrm>
          <a:prstGeom prst="rect">
            <a:avLst/>
          </a:prstGeom>
          <a:solidFill>
            <a:srgbClr val="CED7E6">
              <a:alpha val="77408"/>
            </a:srgbClr>
          </a:solidFill>
          <a:ln>
            <a:noFill/>
          </a:ln>
        </p:spPr>
      </p:sp>
      <p:sp>
        <p:nvSpPr>
          <p:cNvPr id="46" name="wm.whiteboard.72.72"/>
          <p:cNvSpPr/>
          <p:nvPr/>
        </p:nvSpPr>
        <p:spPr>
          <a:xfrm>
            <a:off x="4610100" y="1143000"/>
            <a:ext cx="38100" cy="38100"/>
          </a:xfrm>
          <a:prstGeom prst="rect">
            <a:avLst/>
          </a:prstGeom>
          <a:solidFill>
            <a:srgbClr val="CED7E6">
              <a:alpha val="65181"/>
            </a:srgbClr>
          </a:solidFill>
          <a:ln>
            <a:noFill/>
          </a:ln>
        </p:spPr>
      </p:sp>
      <p:sp>
        <p:nvSpPr>
          <p:cNvPr id="47" name="wm.whiteboard.72.90"/>
          <p:cNvSpPr/>
          <p:nvPr/>
        </p:nvSpPr>
        <p:spPr>
          <a:xfrm>
            <a:off x="4610100" y="1371600"/>
            <a:ext cx="38100" cy="38100"/>
          </a:xfrm>
          <a:prstGeom prst="rect">
            <a:avLst/>
          </a:prstGeom>
          <a:solidFill>
            <a:srgbClr val="CED7E6">
              <a:alpha val="51653"/>
            </a:srgbClr>
          </a:solidFill>
          <a:ln>
            <a:noFill/>
          </a:ln>
        </p:spPr>
      </p:sp>
      <p:sp>
        <p:nvSpPr>
          <p:cNvPr id="48" name="wm.whiteboard.72.108"/>
          <p:cNvSpPr/>
          <p:nvPr/>
        </p:nvSpPr>
        <p:spPr>
          <a:xfrm>
            <a:off x="4610100" y="1600200"/>
            <a:ext cx="38100" cy="38100"/>
          </a:xfrm>
          <a:prstGeom prst="rect">
            <a:avLst/>
          </a:prstGeom>
          <a:solidFill>
            <a:srgbClr val="CED7E6">
              <a:alpha val="37275"/>
            </a:srgbClr>
          </a:solidFill>
          <a:ln>
            <a:noFill/>
          </a:ln>
        </p:spPr>
      </p:sp>
      <p:sp>
        <p:nvSpPr>
          <p:cNvPr id="49" name="wm.whiteboard.72.126"/>
          <p:cNvSpPr/>
          <p:nvPr/>
        </p:nvSpPr>
        <p:spPr>
          <a:xfrm>
            <a:off x="4610100" y="1828800"/>
            <a:ext cx="38100" cy="38100"/>
          </a:xfrm>
          <a:prstGeom prst="rect">
            <a:avLst/>
          </a:prstGeom>
          <a:solidFill>
            <a:srgbClr val="CED7E6">
              <a:alpha val="22326"/>
            </a:srgbClr>
          </a:solidFill>
          <a:ln>
            <a:noFill/>
          </a:ln>
        </p:spPr>
      </p:sp>
      <p:sp>
        <p:nvSpPr>
          <p:cNvPr id="50" name="wm.whiteboard.72.144"/>
          <p:cNvSpPr/>
          <p:nvPr/>
        </p:nvSpPr>
        <p:spPr>
          <a:xfrm>
            <a:off x="4610100" y="2057400"/>
            <a:ext cx="38100" cy="38100"/>
          </a:xfrm>
          <a:prstGeom prst="rect">
            <a:avLst/>
          </a:prstGeom>
          <a:solidFill>
            <a:srgbClr val="CED7E6">
              <a:alpha val="6980"/>
            </a:srgbClr>
          </a:solidFill>
          <a:ln>
            <a:noFill/>
          </a:ln>
        </p:spPr>
      </p:sp>
      <p:sp>
        <p:nvSpPr>
          <p:cNvPr id="51" name="wm.whiteboard.90.0"/>
          <p:cNvSpPr/>
          <p:nvPr/>
        </p:nvSpPr>
        <p:spPr>
          <a:xfrm>
            <a:off x="4838700" y="228600"/>
            <a:ext cx="38100" cy="38100"/>
          </a:xfrm>
          <a:prstGeom prst="rect">
            <a:avLst/>
          </a:prstGeom>
          <a:solidFill>
            <a:srgbClr val="CED7E6">
              <a:alpha val="83798"/>
            </a:srgbClr>
          </a:solidFill>
          <a:ln>
            <a:noFill/>
          </a:ln>
        </p:spPr>
      </p:sp>
      <p:sp>
        <p:nvSpPr>
          <p:cNvPr id="52" name="wm.whiteboard.90.18"/>
          <p:cNvSpPr/>
          <p:nvPr/>
        </p:nvSpPr>
        <p:spPr>
          <a:xfrm>
            <a:off x="4838700" y="457200"/>
            <a:ext cx="38100" cy="38100"/>
          </a:xfrm>
          <a:prstGeom prst="rect">
            <a:avLst/>
          </a:prstGeom>
          <a:solidFill>
            <a:srgbClr val="CED7E6">
              <a:alpha val="81490"/>
            </a:srgbClr>
          </a:solidFill>
          <a:ln>
            <a:noFill/>
          </a:ln>
        </p:spPr>
      </p:sp>
      <p:sp>
        <p:nvSpPr>
          <p:cNvPr id="53" name="wm.whiteboard.90.36"/>
          <p:cNvSpPr/>
          <p:nvPr/>
        </p:nvSpPr>
        <p:spPr>
          <a:xfrm>
            <a:off x="4838700" y="685800"/>
            <a:ext cx="38100" cy="38100"/>
          </a:xfrm>
          <a:prstGeom prst="rect">
            <a:avLst/>
          </a:prstGeom>
          <a:solidFill>
            <a:srgbClr val="CED7E6">
              <a:alpha val="75569"/>
            </a:srgbClr>
          </a:solidFill>
          <a:ln>
            <a:noFill/>
          </a:ln>
        </p:spPr>
      </p:sp>
      <p:sp>
        <p:nvSpPr>
          <p:cNvPr id="54" name="wm.whiteboard.90.54"/>
          <p:cNvSpPr/>
          <p:nvPr/>
        </p:nvSpPr>
        <p:spPr>
          <a:xfrm>
            <a:off x="4838700" y="914400"/>
            <a:ext cx="38100" cy="38100"/>
          </a:xfrm>
          <a:prstGeom prst="rect">
            <a:avLst/>
          </a:prstGeom>
          <a:solidFill>
            <a:srgbClr val="CED7E6">
              <a:alpha val="66767"/>
            </a:srgbClr>
          </a:solidFill>
          <a:ln>
            <a:noFill/>
          </a:ln>
        </p:spPr>
      </p:sp>
      <p:sp>
        <p:nvSpPr>
          <p:cNvPr id="55" name="wm.whiteboard.90.72"/>
          <p:cNvSpPr/>
          <p:nvPr/>
        </p:nvSpPr>
        <p:spPr>
          <a:xfrm>
            <a:off x="4838700" y="1143000"/>
            <a:ext cx="38100" cy="38100"/>
          </a:xfrm>
          <a:prstGeom prst="rect">
            <a:avLst/>
          </a:prstGeom>
          <a:solidFill>
            <a:srgbClr val="CED7E6">
              <a:alpha val="55859"/>
            </a:srgbClr>
          </a:solidFill>
          <a:ln>
            <a:noFill/>
          </a:ln>
        </p:spPr>
      </p:sp>
      <p:sp>
        <p:nvSpPr>
          <p:cNvPr id="56" name="wm.whiteboard.90.90"/>
          <p:cNvSpPr/>
          <p:nvPr/>
        </p:nvSpPr>
        <p:spPr>
          <a:xfrm>
            <a:off x="4838700" y="1371600"/>
            <a:ext cx="38100" cy="38100"/>
          </a:xfrm>
          <a:prstGeom prst="rect">
            <a:avLst/>
          </a:prstGeom>
          <a:solidFill>
            <a:srgbClr val="CED7E6">
              <a:alpha val="43468"/>
            </a:srgbClr>
          </a:solidFill>
          <a:ln>
            <a:noFill/>
          </a:ln>
        </p:spPr>
      </p:sp>
      <p:sp>
        <p:nvSpPr>
          <p:cNvPr id="57" name="wm.whiteboard.90.108"/>
          <p:cNvSpPr/>
          <p:nvPr/>
        </p:nvSpPr>
        <p:spPr>
          <a:xfrm>
            <a:off x="4838700" y="1600200"/>
            <a:ext cx="38100" cy="38100"/>
          </a:xfrm>
          <a:prstGeom prst="rect">
            <a:avLst/>
          </a:prstGeom>
          <a:solidFill>
            <a:srgbClr val="CED7E6">
              <a:alpha val="30037"/>
            </a:srgbClr>
          </a:solidFill>
          <a:ln>
            <a:noFill/>
          </a:ln>
        </p:spPr>
      </p:sp>
      <p:sp>
        <p:nvSpPr>
          <p:cNvPr id="58" name="wm.whiteboard.90.126"/>
          <p:cNvSpPr/>
          <p:nvPr/>
        </p:nvSpPr>
        <p:spPr>
          <a:xfrm>
            <a:off x="4838700" y="1828800"/>
            <a:ext cx="38100" cy="38100"/>
          </a:xfrm>
          <a:prstGeom prst="rect">
            <a:avLst/>
          </a:prstGeom>
          <a:solidFill>
            <a:srgbClr val="CED7E6">
              <a:alpha val="15870"/>
            </a:srgbClr>
          </a:solidFill>
          <a:ln>
            <a:noFill/>
          </a:ln>
        </p:spPr>
      </p:sp>
      <p:sp>
        <p:nvSpPr>
          <p:cNvPr id="59" name="wm.whiteboard.90.144"/>
          <p:cNvSpPr/>
          <p:nvPr/>
        </p:nvSpPr>
        <p:spPr>
          <a:xfrm>
            <a:off x="4838700" y="2057400"/>
            <a:ext cx="38100" cy="38100"/>
          </a:xfrm>
          <a:prstGeom prst="rect">
            <a:avLst/>
          </a:prstGeom>
          <a:solidFill>
            <a:srgbClr val="CED7E6">
              <a:alpha val="1171"/>
            </a:srgbClr>
          </a:solidFill>
          <a:ln>
            <a:noFill/>
          </a:ln>
        </p:spPr>
      </p:sp>
      <p:sp>
        <p:nvSpPr>
          <p:cNvPr id="60" name="wm.whiteboard.108.0"/>
          <p:cNvSpPr/>
          <p:nvPr/>
        </p:nvSpPr>
        <p:spPr>
          <a:xfrm>
            <a:off x="5067300" y="228600"/>
            <a:ext cx="38100" cy="38100"/>
          </a:xfrm>
          <a:prstGeom prst="rect">
            <a:avLst/>
          </a:prstGeom>
          <a:solidFill>
            <a:srgbClr val="CED7E6">
              <a:alpha val="70023"/>
            </a:srgbClr>
          </a:solidFill>
          <a:ln>
            <a:noFill/>
          </a:ln>
        </p:spPr>
      </p:sp>
      <p:sp>
        <p:nvSpPr>
          <p:cNvPr id="61" name="wm.whiteboard.108.18"/>
          <p:cNvSpPr/>
          <p:nvPr/>
        </p:nvSpPr>
        <p:spPr>
          <a:xfrm>
            <a:off x="5067300" y="457200"/>
            <a:ext cx="38100" cy="38100"/>
          </a:xfrm>
          <a:prstGeom prst="rect">
            <a:avLst/>
          </a:prstGeom>
          <a:solidFill>
            <a:srgbClr val="CED7E6">
              <a:alpha val="68085"/>
            </a:srgbClr>
          </a:solidFill>
          <a:ln>
            <a:noFill/>
          </a:ln>
        </p:spPr>
      </p:sp>
      <p:sp>
        <p:nvSpPr>
          <p:cNvPr id="62" name="wm.whiteboard.108.36"/>
          <p:cNvSpPr/>
          <p:nvPr/>
        </p:nvSpPr>
        <p:spPr>
          <a:xfrm>
            <a:off x="5067300" y="685800"/>
            <a:ext cx="38100" cy="38100"/>
          </a:xfrm>
          <a:prstGeom prst="rect">
            <a:avLst/>
          </a:prstGeom>
          <a:solidFill>
            <a:srgbClr val="CED7E6">
              <a:alpha val="63033"/>
            </a:srgbClr>
          </a:solidFill>
          <a:ln>
            <a:noFill/>
          </a:ln>
        </p:spPr>
      </p:sp>
      <p:sp>
        <p:nvSpPr>
          <p:cNvPr id="63" name="wm.whiteboard.108.54"/>
          <p:cNvSpPr/>
          <p:nvPr/>
        </p:nvSpPr>
        <p:spPr>
          <a:xfrm>
            <a:off x="5067300" y="914400"/>
            <a:ext cx="38100" cy="38100"/>
          </a:xfrm>
          <a:prstGeom prst="rect">
            <a:avLst/>
          </a:prstGeom>
          <a:solidFill>
            <a:srgbClr val="CED7E6">
              <a:alpha val="55346"/>
            </a:srgbClr>
          </a:solidFill>
          <a:ln>
            <a:noFill/>
          </a:ln>
        </p:spPr>
      </p:sp>
      <p:sp>
        <p:nvSpPr>
          <p:cNvPr id="64" name="wm.whiteboard.108.72"/>
          <p:cNvSpPr/>
          <p:nvPr/>
        </p:nvSpPr>
        <p:spPr>
          <a:xfrm>
            <a:off x="5067300" y="1143000"/>
            <a:ext cx="38100" cy="38100"/>
          </a:xfrm>
          <a:prstGeom prst="rect">
            <a:avLst/>
          </a:prstGeom>
          <a:solidFill>
            <a:srgbClr val="CED7E6">
              <a:alpha val="45583"/>
            </a:srgbClr>
          </a:solidFill>
          <a:ln>
            <a:noFill/>
          </a:ln>
        </p:spPr>
      </p:sp>
      <p:sp>
        <p:nvSpPr>
          <p:cNvPr id="65" name="wm.whiteboard.108.90"/>
          <p:cNvSpPr/>
          <p:nvPr/>
        </p:nvSpPr>
        <p:spPr>
          <a:xfrm>
            <a:off x="5067300" y="1371600"/>
            <a:ext cx="38100" cy="38100"/>
          </a:xfrm>
          <a:prstGeom prst="rect">
            <a:avLst/>
          </a:prstGeom>
          <a:solidFill>
            <a:srgbClr val="CED7E6">
              <a:alpha val="34251"/>
            </a:srgbClr>
          </a:solidFill>
          <a:ln>
            <a:noFill/>
          </a:ln>
        </p:spPr>
      </p:sp>
      <p:sp>
        <p:nvSpPr>
          <p:cNvPr id="66" name="wm.whiteboard.108.108"/>
          <p:cNvSpPr/>
          <p:nvPr/>
        </p:nvSpPr>
        <p:spPr>
          <a:xfrm>
            <a:off x="5067300" y="1600200"/>
            <a:ext cx="38100" cy="38100"/>
          </a:xfrm>
          <a:prstGeom prst="rect">
            <a:avLst/>
          </a:prstGeom>
          <a:solidFill>
            <a:srgbClr val="CED7E6">
              <a:alpha val="21754"/>
            </a:srgbClr>
          </a:solidFill>
          <a:ln>
            <a:noFill/>
          </a:ln>
        </p:spPr>
      </p:sp>
      <p:sp>
        <p:nvSpPr>
          <p:cNvPr id="67" name="wm.whiteboard.108.126"/>
          <p:cNvSpPr/>
          <p:nvPr/>
        </p:nvSpPr>
        <p:spPr>
          <a:xfrm>
            <a:off x="5067300" y="1828800"/>
            <a:ext cx="38100" cy="38100"/>
          </a:xfrm>
          <a:prstGeom prst="rect">
            <a:avLst/>
          </a:prstGeom>
          <a:solidFill>
            <a:srgbClr val="CED7E6">
              <a:alpha val="8391"/>
            </a:srgbClr>
          </a:solidFill>
          <a:ln>
            <a:noFill/>
          </a:ln>
        </p:spPr>
      </p:sp>
      <p:sp>
        <p:nvSpPr>
          <p:cNvPr id="68" name="wm.whiteboard.126.0"/>
          <p:cNvSpPr/>
          <p:nvPr/>
        </p:nvSpPr>
        <p:spPr>
          <a:xfrm>
            <a:off x="5295900" y="228600"/>
            <a:ext cx="38100" cy="38100"/>
          </a:xfrm>
          <a:prstGeom prst="rect">
            <a:avLst/>
          </a:prstGeom>
          <a:solidFill>
            <a:srgbClr val="CED7E6">
              <a:alpha val="56247"/>
            </a:srgbClr>
          </a:solidFill>
          <a:ln>
            <a:noFill/>
          </a:ln>
        </p:spPr>
      </p:sp>
      <p:sp>
        <p:nvSpPr>
          <p:cNvPr id="69" name="wm.whiteboard.126.18"/>
          <p:cNvSpPr/>
          <p:nvPr/>
        </p:nvSpPr>
        <p:spPr>
          <a:xfrm>
            <a:off x="5295900" y="457200"/>
            <a:ext cx="38100" cy="38100"/>
          </a:xfrm>
          <a:prstGeom prst="rect">
            <a:avLst/>
          </a:prstGeom>
          <a:solidFill>
            <a:srgbClr val="CED7E6">
              <a:alpha val="54578"/>
            </a:srgbClr>
          </a:solidFill>
          <a:ln>
            <a:noFill/>
          </a:ln>
        </p:spPr>
      </p:sp>
      <p:sp>
        <p:nvSpPr>
          <p:cNvPr id="70" name="wm.whiteboard.126.36"/>
          <p:cNvSpPr/>
          <p:nvPr/>
        </p:nvSpPr>
        <p:spPr>
          <a:xfrm>
            <a:off x="5295900" y="685800"/>
            <a:ext cx="38100" cy="38100"/>
          </a:xfrm>
          <a:prstGeom prst="rect">
            <a:avLst/>
          </a:prstGeom>
          <a:solidFill>
            <a:srgbClr val="CED7E6">
              <a:alpha val="50182"/>
            </a:srgbClr>
          </a:solidFill>
          <a:ln>
            <a:noFill/>
          </a:ln>
        </p:spPr>
      </p:sp>
      <p:sp>
        <p:nvSpPr>
          <p:cNvPr id="71" name="wm.whiteboard.126.54"/>
          <p:cNvSpPr/>
          <p:nvPr/>
        </p:nvSpPr>
        <p:spPr>
          <a:xfrm>
            <a:off x="5295900" y="914400"/>
            <a:ext cx="38100" cy="38100"/>
          </a:xfrm>
          <a:prstGeom prst="rect">
            <a:avLst/>
          </a:prstGeom>
          <a:solidFill>
            <a:srgbClr val="CED7E6">
              <a:alpha val="43386"/>
            </a:srgbClr>
          </a:solidFill>
          <a:ln>
            <a:noFill/>
          </a:ln>
        </p:spPr>
      </p:sp>
      <p:sp>
        <p:nvSpPr>
          <p:cNvPr id="72" name="wm.whiteboard.126.72"/>
          <p:cNvSpPr/>
          <p:nvPr/>
        </p:nvSpPr>
        <p:spPr>
          <a:xfrm>
            <a:off x="5295900" y="1143000"/>
            <a:ext cx="38100" cy="38100"/>
          </a:xfrm>
          <a:prstGeom prst="rect">
            <a:avLst/>
          </a:prstGeom>
          <a:solidFill>
            <a:srgbClr val="CED7E6">
              <a:alpha val="34598"/>
            </a:srgbClr>
          </a:solidFill>
          <a:ln>
            <a:noFill/>
          </a:ln>
        </p:spPr>
      </p:sp>
      <p:sp>
        <p:nvSpPr>
          <p:cNvPr id="73" name="wm.whiteboard.126.90"/>
          <p:cNvSpPr/>
          <p:nvPr/>
        </p:nvSpPr>
        <p:spPr>
          <a:xfrm>
            <a:off x="5295900" y="1371600"/>
            <a:ext cx="38100" cy="38100"/>
          </a:xfrm>
          <a:prstGeom prst="rect">
            <a:avLst/>
          </a:prstGeom>
          <a:solidFill>
            <a:srgbClr val="CED7E6">
              <a:alpha val="24223"/>
            </a:srgbClr>
          </a:solidFill>
          <a:ln>
            <a:noFill/>
          </a:ln>
        </p:spPr>
      </p:sp>
      <p:sp>
        <p:nvSpPr>
          <p:cNvPr id="74" name="wm.whiteboard.126.108"/>
          <p:cNvSpPr/>
          <p:nvPr/>
        </p:nvSpPr>
        <p:spPr>
          <a:xfrm>
            <a:off x="5295900" y="1600200"/>
            <a:ext cx="38100" cy="38100"/>
          </a:xfrm>
          <a:prstGeom prst="rect">
            <a:avLst/>
          </a:prstGeom>
          <a:solidFill>
            <a:srgbClr val="CED7E6">
              <a:alpha val="12610"/>
            </a:srgbClr>
          </a:solidFill>
          <a:ln>
            <a:noFill/>
          </a:ln>
        </p:spPr>
      </p:sp>
      <p:sp>
        <p:nvSpPr>
          <p:cNvPr id="75" name="wm.whiteboard.126.126"/>
          <p:cNvSpPr/>
          <p:nvPr/>
        </p:nvSpPr>
        <p:spPr>
          <a:xfrm>
            <a:off x="5295900" y="1828800"/>
            <a:ext cx="38100" cy="38100"/>
          </a:xfrm>
          <a:prstGeom prst="rect">
            <a:avLst/>
          </a:prstGeom>
          <a:solidFill>
            <a:srgbClr val="CED7E6">
              <a:alpha val="40"/>
            </a:srgbClr>
          </a:solidFill>
          <a:ln>
            <a:noFill/>
          </a:ln>
        </p:spPr>
      </p:sp>
      <p:sp>
        <p:nvSpPr>
          <p:cNvPr id="76" name="wm.whiteboard.144.0"/>
          <p:cNvSpPr/>
          <p:nvPr/>
        </p:nvSpPr>
        <p:spPr>
          <a:xfrm>
            <a:off x="5524500" y="228600"/>
            <a:ext cx="38100" cy="38100"/>
          </a:xfrm>
          <a:prstGeom prst="rect">
            <a:avLst/>
          </a:prstGeom>
          <a:solidFill>
            <a:srgbClr val="CED7E6">
              <a:alpha val="42471"/>
            </a:srgbClr>
          </a:solidFill>
          <a:ln>
            <a:noFill/>
          </a:ln>
        </p:spPr>
      </p:sp>
      <p:sp>
        <p:nvSpPr>
          <p:cNvPr id="77" name="wm.whiteboard.144.18"/>
          <p:cNvSpPr/>
          <p:nvPr/>
        </p:nvSpPr>
        <p:spPr>
          <a:xfrm>
            <a:off x="5524500" y="457200"/>
            <a:ext cx="38100" cy="38100"/>
          </a:xfrm>
          <a:prstGeom prst="rect">
            <a:avLst/>
          </a:prstGeom>
          <a:solidFill>
            <a:srgbClr val="CED7E6">
              <a:alpha val="41005"/>
            </a:srgbClr>
          </a:solidFill>
          <a:ln>
            <a:noFill/>
          </a:ln>
        </p:spPr>
      </p:sp>
      <p:sp>
        <p:nvSpPr>
          <p:cNvPr id="78" name="wm.whiteboard.144.36"/>
          <p:cNvSpPr/>
          <p:nvPr/>
        </p:nvSpPr>
        <p:spPr>
          <a:xfrm>
            <a:off x="5524500" y="685800"/>
            <a:ext cx="38100" cy="38100"/>
          </a:xfrm>
          <a:prstGeom prst="rect">
            <a:avLst/>
          </a:prstGeom>
          <a:solidFill>
            <a:srgbClr val="CED7E6">
              <a:alpha val="37120"/>
            </a:srgbClr>
          </a:solidFill>
          <a:ln>
            <a:noFill/>
          </a:ln>
        </p:spPr>
      </p:sp>
      <p:sp>
        <p:nvSpPr>
          <p:cNvPr id="79" name="wm.whiteboard.144.54"/>
          <p:cNvSpPr/>
          <p:nvPr/>
        </p:nvSpPr>
        <p:spPr>
          <a:xfrm>
            <a:off x="5524500" y="914400"/>
            <a:ext cx="38100" cy="38100"/>
          </a:xfrm>
          <a:prstGeom prst="rect">
            <a:avLst/>
          </a:prstGeom>
          <a:solidFill>
            <a:srgbClr val="CED7E6">
              <a:alpha val="31044"/>
            </a:srgbClr>
          </a:solidFill>
          <a:ln>
            <a:noFill/>
          </a:ln>
        </p:spPr>
      </p:sp>
      <p:sp>
        <p:nvSpPr>
          <p:cNvPr id="80" name="wm.whiteboard.144.72"/>
          <p:cNvSpPr/>
          <p:nvPr/>
        </p:nvSpPr>
        <p:spPr>
          <a:xfrm>
            <a:off x="5524500" y="1143000"/>
            <a:ext cx="38100" cy="38100"/>
          </a:xfrm>
          <a:prstGeom prst="rect">
            <a:avLst/>
          </a:prstGeom>
          <a:solidFill>
            <a:srgbClr val="CED7E6">
              <a:alpha val="23083"/>
            </a:srgbClr>
          </a:solidFill>
          <a:ln>
            <a:noFill/>
          </a:ln>
        </p:spPr>
      </p:sp>
      <p:sp>
        <p:nvSpPr>
          <p:cNvPr id="81" name="wm.whiteboard.144.90"/>
          <p:cNvSpPr/>
          <p:nvPr/>
        </p:nvSpPr>
        <p:spPr>
          <a:xfrm>
            <a:off x="5524500" y="1371600"/>
            <a:ext cx="38100" cy="38100"/>
          </a:xfrm>
          <a:prstGeom prst="rect">
            <a:avLst/>
          </a:prstGeom>
          <a:solidFill>
            <a:srgbClr val="CED7E6">
              <a:alpha val="13557"/>
            </a:srgbClr>
          </a:solidFill>
          <a:ln>
            <a:noFill/>
          </a:ln>
        </p:spPr>
      </p:sp>
      <p:sp>
        <p:nvSpPr>
          <p:cNvPr id="82" name="wm.whiteboard.144.108"/>
          <p:cNvSpPr/>
          <p:nvPr/>
        </p:nvSpPr>
        <p:spPr>
          <a:xfrm>
            <a:off x="5524500" y="1600200"/>
            <a:ext cx="38100" cy="38100"/>
          </a:xfrm>
          <a:prstGeom prst="rect">
            <a:avLst/>
          </a:prstGeom>
          <a:solidFill>
            <a:srgbClr val="CED7E6">
              <a:alpha val="2762"/>
            </a:srgbClr>
          </a:solidFill>
          <a:ln>
            <a:noFill/>
          </a:ln>
        </p:spPr>
      </p:sp>
      <p:sp>
        <p:nvSpPr>
          <p:cNvPr id="83" name="wm.whiteboard.162.0"/>
          <p:cNvSpPr/>
          <p:nvPr/>
        </p:nvSpPr>
        <p:spPr>
          <a:xfrm>
            <a:off x="5753100" y="228600"/>
            <a:ext cx="38100" cy="38100"/>
          </a:xfrm>
          <a:prstGeom prst="rect">
            <a:avLst/>
          </a:prstGeom>
          <a:solidFill>
            <a:srgbClr val="CED7E6">
              <a:alpha val="28695"/>
            </a:srgbClr>
          </a:solidFill>
          <a:ln>
            <a:noFill/>
          </a:ln>
        </p:spPr>
      </p:sp>
      <p:sp>
        <p:nvSpPr>
          <p:cNvPr id="84" name="wm.whiteboard.162.18"/>
          <p:cNvSpPr/>
          <p:nvPr/>
        </p:nvSpPr>
        <p:spPr>
          <a:xfrm>
            <a:off x="5753100" y="457200"/>
            <a:ext cx="38100" cy="38100"/>
          </a:xfrm>
          <a:prstGeom prst="rect">
            <a:avLst/>
          </a:prstGeom>
          <a:solidFill>
            <a:srgbClr val="CED7E6">
              <a:alpha val="27389"/>
            </a:srgbClr>
          </a:solidFill>
          <a:ln>
            <a:noFill/>
          </a:ln>
        </p:spPr>
      </p:sp>
      <p:sp>
        <p:nvSpPr>
          <p:cNvPr id="85" name="wm.whiteboard.162.36"/>
          <p:cNvSpPr/>
          <p:nvPr/>
        </p:nvSpPr>
        <p:spPr>
          <a:xfrm>
            <a:off x="5753100" y="685800"/>
            <a:ext cx="38100" cy="38100"/>
          </a:xfrm>
          <a:prstGeom prst="rect">
            <a:avLst/>
          </a:prstGeom>
          <a:solidFill>
            <a:srgbClr val="CED7E6">
              <a:alpha val="23910"/>
            </a:srgbClr>
          </a:solidFill>
          <a:ln>
            <a:noFill/>
          </a:ln>
        </p:spPr>
      </p:sp>
      <p:sp>
        <p:nvSpPr>
          <p:cNvPr id="86" name="wm.whiteboard.162.54"/>
          <p:cNvSpPr/>
          <p:nvPr/>
        </p:nvSpPr>
        <p:spPr>
          <a:xfrm>
            <a:off x="5753100" y="914400"/>
            <a:ext cx="38100" cy="38100"/>
          </a:xfrm>
          <a:prstGeom prst="rect">
            <a:avLst/>
          </a:prstGeom>
          <a:solidFill>
            <a:srgbClr val="CED7E6">
              <a:alpha val="18425"/>
            </a:srgbClr>
          </a:solidFill>
          <a:ln>
            <a:noFill/>
          </a:ln>
        </p:spPr>
      </p:sp>
      <p:sp>
        <p:nvSpPr>
          <p:cNvPr id="87" name="wm.whiteboard.162.72"/>
          <p:cNvSpPr/>
          <p:nvPr/>
        </p:nvSpPr>
        <p:spPr>
          <a:xfrm>
            <a:off x="5753100" y="1143000"/>
            <a:ext cx="38100" cy="38100"/>
          </a:xfrm>
          <a:prstGeom prst="rect">
            <a:avLst/>
          </a:prstGeom>
          <a:solidFill>
            <a:srgbClr val="CED7E6">
              <a:alpha val="11167"/>
            </a:srgbClr>
          </a:solidFill>
          <a:ln>
            <a:noFill/>
          </a:ln>
        </p:spPr>
      </p:sp>
      <p:sp>
        <p:nvSpPr>
          <p:cNvPr id="88" name="wm.whiteboard.162.90"/>
          <p:cNvSpPr/>
          <p:nvPr/>
        </p:nvSpPr>
        <p:spPr>
          <a:xfrm>
            <a:off x="5753100" y="1371600"/>
            <a:ext cx="38100" cy="38100"/>
          </a:xfrm>
          <a:prstGeom prst="rect">
            <a:avLst/>
          </a:prstGeom>
          <a:solidFill>
            <a:srgbClr val="CED7E6">
              <a:alpha val="2388"/>
            </a:srgbClr>
          </a:solidFill>
          <a:ln>
            <a:noFill/>
          </a:ln>
        </p:spPr>
      </p:sp>
      <p:sp>
        <p:nvSpPr>
          <p:cNvPr id="89" name="wm.whiteboard.180.0"/>
          <p:cNvSpPr/>
          <p:nvPr/>
        </p:nvSpPr>
        <p:spPr>
          <a:xfrm>
            <a:off x="5981700" y="228600"/>
            <a:ext cx="38100" cy="38100"/>
          </a:xfrm>
          <a:prstGeom prst="rect">
            <a:avLst/>
          </a:prstGeom>
          <a:solidFill>
            <a:srgbClr val="CED7E6">
              <a:alpha val="14918"/>
            </a:srgbClr>
          </a:solidFill>
          <a:ln>
            <a:noFill/>
          </a:ln>
        </p:spPr>
      </p:sp>
      <p:sp>
        <p:nvSpPr>
          <p:cNvPr id="90" name="wm.whiteboard.180.18"/>
          <p:cNvSpPr/>
          <p:nvPr/>
        </p:nvSpPr>
        <p:spPr>
          <a:xfrm>
            <a:off x="5981700" y="457200"/>
            <a:ext cx="38100" cy="38100"/>
          </a:xfrm>
          <a:prstGeom prst="rect">
            <a:avLst/>
          </a:prstGeom>
          <a:solidFill>
            <a:srgbClr val="CED7E6">
              <a:alpha val="13741"/>
            </a:srgbClr>
          </a:solidFill>
          <a:ln>
            <a:noFill/>
          </a:ln>
        </p:spPr>
      </p:sp>
      <p:sp>
        <p:nvSpPr>
          <p:cNvPr id="91" name="wm.whiteboard.180.36"/>
          <p:cNvSpPr/>
          <p:nvPr/>
        </p:nvSpPr>
        <p:spPr>
          <a:xfrm>
            <a:off x="5981700" y="685800"/>
            <a:ext cx="38100" cy="38100"/>
          </a:xfrm>
          <a:prstGeom prst="rect">
            <a:avLst/>
          </a:prstGeom>
          <a:solidFill>
            <a:srgbClr val="CED7E6">
              <a:alpha val="10593"/>
            </a:srgbClr>
          </a:solidFill>
          <a:ln>
            <a:noFill/>
          </a:ln>
        </p:spPr>
      </p:sp>
      <p:sp>
        <p:nvSpPr>
          <p:cNvPr id="92" name="wm.whiteboard.180.54"/>
          <p:cNvSpPr/>
          <p:nvPr/>
        </p:nvSpPr>
        <p:spPr>
          <a:xfrm>
            <a:off x="5981700" y="914400"/>
            <a:ext cx="38100" cy="38100"/>
          </a:xfrm>
          <a:prstGeom prst="rect">
            <a:avLst/>
          </a:prstGeom>
          <a:solidFill>
            <a:srgbClr val="CED7E6">
              <a:alpha val="5600"/>
            </a:srgbClr>
          </a:solidFill>
          <a:ln>
            <a:noFill/>
          </a:ln>
        </p:spPr>
      </p:sp>
      <p:sp>
        <p:nvSpPr>
          <p:cNvPr id="93" name="wm.whiteboard.198.0"/>
          <p:cNvSpPr/>
          <p:nvPr/>
        </p:nvSpPr>
        <p:spPr>
          <a:xfrm>
            <a:off x="6210300" y="228600"/>
            <a:ext cx="38100" cy="38100"/>
          </a:xfrm>
          <a:prstGeom prst="rect">
            <a:avLst/>
          </a:prstGeom>
          <a:solidFill>
            <a:srgbClr val="CED7E6">
              <a:alpha val="1142"/>
            </a:srgbClr>
          </a:solidFill>
          <a:ln>
            <a:noFill/>
          </a:ln>
        </p:spPr>
      </p:sp>
      <p:sp>
        <p:nvSpPr>
          <p:cNvPr id="94" name="wm.whiteboard.198.18"/>
          <p:cNvSpPr/>
          <p:nvPr/>
        </p:nvSpPr>
        <p:spPr>
          <a:xfrm>
            <a:off x="6210300" y="457200"/>
            <a:ext cx="38100" cy="38100"/>
          </a:xfrm>
          <a:prstGeom prst="rect">
            <a:avLst/>
          </a:prstGeom>
          <a:solidFill>
            <a:srgbClr val="CED7E6">
              <a:alpha val="69"/>
            </a:srgbClr>
          </a:solidFill>
          <a:ln>
            <a:noFill/>
          </a:ln>
        </p:spPr>
      </p:sp>
      <p:sp>
        <p:nvSpPr>
          <p:cNvPr id="95" name="wm.header.rule"/>
          <p:cNvSpPr/>
          <p:nvPr/>
        </p:nvSpPr>
        <p:spPr>
          <a:xfrm>
            <a:off x="4381500" y="1828800"/>
            <a:ext cx="7086600" cy="9525"/>
          </a:xfrm>
          <a:prstGeom prst="rect">
            <a:avLst/>
          </a:prstGeom>
          <a:solidFill>
            <a:srgbClr val="CED7E6"/>
          </a:solidFill>
          <a:ln>
            <a:noFill/>
          </a:ln>
        </p:spPr>
      </p:sp>
      <p:pic>
        <p:nvPicPr>
          <p:cNvPr id="96"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210300"/>
            <a:ext cx="729403" cy="152400"/>
          </a:xfrm>
          <a:prstGeom prst="rect">
            <a:avLst/>
          </a:prstGeom>
        </p:spPr>
      </p:pic>
      <p:sp>
        <p:nvSpPr>
          <p:cNvPr id="97" name="wm.legal"/>
          <p:cNvSpPr/>
          <p:nvPr/>
        </p:nvSpPr>
        <p:spPr>
          <a:xfrm>
            <a:off x="4381500" y="6172200"/>
            <a:ext cx="67056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wmds.frame.c71e298a1f769e5406ea">
    <p:bg>
      <p:bgPr>
        <a:solidFill>
          <a:srgbClr val="FFFFFF"/>
        </a:solidFill>
      </p:bgPr>
    </p:bg>
    <p:spTree>
      <p:nvGrpSpPr>
        <p:cNvPr id="1" name=""/>
        <p:cNvGrpSpPr/>
        <p:nvPr/>
      </p:nvGrpSpPr>
      <p:grpSpPr>
        <a:xfrm>
          <a:off x="0" y="0"/>
          <a:ext cx="0" cy="0"/>
          <a:chOff x="0" y="0"/>
          <a:chExt cx="0" cy="0"/>
        </a:xfrm>
      </p:grpSpPr>
      <p:sp>
        <p:nvSpPr>
          <p:cNvPr id="2" name="wm.rail"/>
          <p:cNvSpPr/>
          <p:nvPr/>
        </p:nvSpPr>
        <p:spPr>
          <a:xfrm>
            <a:off x="0" y="0"/>
            <a:ext cx="3467100" cy="6858000"/>
          </a:xfrm>
          <a:prstGeom prst="rect">
            <a:avLst/>
          </a:prstGeom>
          <a:solidFill>
            <a:srgbClr val="070154"/>
          </a:solidFill>
          <a:ln>
            <a:noFill/>
          </a:ln>
        </p:spPr>
      </p:sp>
      <p:sp>
        <p:nvSpPr>
          <p:cNvPr id="3" name="wm.footer.rule"/>
          <p:cNvSpPr/>
          <p:nvPr/>
        </p:nvSpPr>
        <p:spPr>
          <a:xfrm>
            <a:off x="4381500" y="6057900"/>
            <a:ext cx="7086600" cy="9525"/>
          </a:xfrm>
          <a:prstGeom prst="rect">
            <a:avLst/>
          </a:prstGeom>
          <a:solidFill>
            <a:srgbClr val="CED7E6"/>
          </a:solidFill>
          <a:ln>
            <a:noFill/>
          </a:ln>
        </p:spPr>
      </p:sp>
      <p:sp>
        <p:nvSpPr>
          <p:cNvPr id="4" name="wm.whiteboard.0.0"/>
          <p:cNvSpPr/>
          <p:nvPr/>
        </p:nvSpPr>
        <p:spPr>
          <a:xfrm>
            <a:off x="3695700" y="228600"/>
            <a:ext cx="38100" cy="38100"/>
          </a:xfrm>
          <a:prstGeom prst="rect">
            <a:avLst/>
          </a:prstGeom>
          <a:solidFill>
            <a:srgbClr val="CED7E6"/>
          </a:solidFill>
          <a:ln>
            <a:noFill/>
          </a:ln>
        </p:spPr>
      </p:sp>
      <p:sp>
        <p:nvSpPr>
          <p:cNvPr id="5" name="wm.whiteboard.0.18"/>
          <p:cNvSpPr/>
          <p:nvPr/>
        </p:nvSpPr>
        <p:spPr>
          <a:xfrm>
            <a:off x="3695700" y="457200"/>
            <a:ext cx="38100" cy="38100"/>
          </a:xfrm>
          <a:prstGeom prst="rect">
            <a:avLst/>
          </a:prstGeom>
          <a:solidFill>
            <a:srgbClr val="CED7E6"/>
          </a:solidFill>
          <a:ln>
            <a:noFill/>
          </a:ln>
        </p:spPr>
      </p:sp>
      <p:sp>
        <p:nvSpPr>
          <p:cNvPr id="6" name="wm.whiteboard.0.36"/>
          <p:cNvSpPr/>
          <p:nvPr/>
        </p:nvSpPr>
        <p:spPr>
          <a:xfrm>
            <a:off x="3695700" y="685800"/>
            <a:ext cx="38100" cy="38100"/>
          </a:xfrm>
          <a:prstGeom prst="rect">
            <a:avLst/>
          </a:prstGeom>
          <a:solidFill>
            <a:srgbClr val="CED7E6"/>
          </a:solidFill>
          <a:ln>
            <a:noFill/>
          </a:ln>
        </p:spPr>
      </p:sp>
      <p:sp>
        <p:nvSpPr>
          <p:cNvPr id="7" name="wm.whiteboard.0.54"/>
          <p:cNvSpPr/>
          <p:nvPr/>
        </p:nvSpPr>
        <p:spPr>
          <a:xfrm>
            <a:off x="3695700" y="914400"/>
            <a:ext cx="38100" cy="38100"/>
          </a:xfrm>
          <a:prstGeom prst="rect">
            <a:avLst/>
          </a:prstGeom>
          <a:solidFill>
            <a:srgbClr val="CED7E6"/>
          </a:solidFill>
          <a:ln>
            <a:noFill/>
          </a:ln>
        </p:spPr>
      </p:sp>
      <p:sp>
        <p:nvSpPr>
          <p:cNvPr id="8" name="wm.whiteboard.0.72"/>
          <p:cNvSpPr/>
          <p:nvPr/>
        </p:nvSpPr>
        <p:spPr>
          <a:xfrm>
            <a:off x="3695700" y="1143000"/>
            <a:ext cx="38100" cy="38100"/>
          </a:xfrm>
          <a:prstGeom prst="rect">
            <a:avLst/>
          </a:prstGeom>
          <a:solidFill>
            <a:srgbClr val="CED7E6">
              <a:alpha val="85305"/>
            </a:srgbClr>
          </a:solidFill>
          <a:ln>
            <a:noFill/>
          </a:ln>
        </p:spPr>
      </p:sp>
      <p:sp>
        <p:nvSpPr>
          <p:cNvPr id="9" name="wm.whiteboard.0.90"/>
          <p:cNvSpPr/>
          <p:nvPr/>
        </p:nvSpPr>
        <p:spPr>
          <a:xfrm>
            <a:off x="3695700" y="1371600"/>
            <a:ext cx="38100" cy="38100"/>
          </a:xfrm>
          <a:prstGeom prst="rect">
            <a:avLst/>
          </a:prstGeom>
          <a:solidFill>
            <a:srgbClr val="CED7E6">
              <a:alpha val="68524"/>
            </a:srgbClr>
          </a:solidFill>
          <a:ln>
            <a:noFill/>
          </a:ln>
        </p:spPr>
      </p:sp>
      <p:sp>
        <p:nvSpPr>
          <p:cNvPr id="10" name="wm.whiteboard.0.108"/>
          <p:cNvSpPr/>
          <p:nvPr/>
        </p:nvSpPr>
        <p:spPr>
          <a:xfrm>
            <a:off x="3695700" y="1600200"/>
            <a:ext cx="38100" cy="38100"/>
          </a:xfrm>
          <a:prstGeom prst="rect">
            <a:avLst/>
          </a:prstGeom>
          <a:solidFill>
            <a:srgbClr val="CED7E6">
              <a:alpha val="51742"/>
            </a:srgbClr>
          </a:solidFill>
          <a:ln>
            <a:noFill/>
          </a:ln>
        </p:spPr>
      </p:sp>
      <p:sp>
        <p:nvSpPr>
          <p:cNvPr id="11" name="wm.whiteboard.0.126"/>
          <p:cNvSpPr/>
          <p:nvPr/>
        </p:nvSpPr>
        <p:spPr>
          <a:xfrm>
            <a:off x="3695700" y="1828800"/>
            <a:ext cx="38100" cy="38100"/>
          </a:xfrm>
          <a:prstGeom prst="rect">
            <a:avLst/>
          </a:prstGeom>
          <a:solidFill>
            <a:srgbClr val="CED7E6">
              <a:alpha val="34959"/>
            </a:srgbClr>
          </a:solidFill>
          <a:ln>
            <a:noFill/>
          </a:ln>
        </p:spPr>
      </p:sp>
      <p:sp>
        <p:nvSpPr>
          <p:cNvPr id="12" name="wm.whiteboard.0.144"/>
          <p:cNvSpPr/>
          <p:nvPr/>
        </p:nvSpPr>
        <p:spPr>
          <a:xfrm>
            <a:off x="3695700" y="2057400"/>
            <a:ext cx="38100" cy="38100"/>
          </a:xfrm>
          <a:prstGeom prst="rect">
            <a:avLst/>
          </a:prstGeom>
          <a:solidFill>
            <a:srgbClr val="CED7E6">
              <a:alpha val="18177"/>
            </a:srgbClr>
          </a:solidFill>
          <a:ln>
            <a:noFill/>
          </a:ln>
        </p:spPr>
      </p:sp>
      <p:sp>
        <p:nvSpPr>
          <p:cNvPr id="13" name="wm.whiteboard.0.162"/>
          <p:cNvSpPr/>
          <p:nvPr/>
        </p:nvSpPr>
        <p:spPr>
          <a:xfrm>
            <a:off x="3695700" y="2286000"/>
            <a:ext cx="38100" cy="38100"/>
          </a:xfrm>
          <a:prstGeom prst="rect">
            <a:avLst/>
          </a:prstGeom>
          <a:solidFill>
            <a:srgbClr val="CED7E6">
              <a:alpha val="1394"/>
            </a:srgbClr>
          </a:solidFill>
          <a:ln>
            <a:noFill/>
          </a:ln>
        </p:spPr>
      </p:sp>
      <p:sp>
        <p:nvSpPr>
          <p:cNvPr id="14" name="wm.whiteboard.18.0"/>
          <p:cNvSpPr/>
          <p:nvPr/>
        </p:nvSpPr>
        <p:spPr>
          <a:xfrm>
            <a:off x="3924300" y="228600"/>
            <a:ext cx="38100" cy="38100"/>
          </a:xfrm>
          <a:prstGeom prst="rect">
            <a:avLst/>
          </a:prstGeom>
          <a:solidFill>
            <a:srgbClr val="CED7E6"/>
          </a:solidFill>
          <a:ln>
            <a:noFill/>
          </a:ln>
        </p:spPr>
      </p:sp>
      <p:sp>
        <p:nvSpPr>
          <p:cNvPr id="15" name="wm.whiteboard.18.18"/>
          <p:cNvSpPr/>
          <p:nvPr/>
        </p:nvSpPr>
        <p:spPr>
          <a:xfrm>
            <a:off x="3924300" y="457200"/>
            <a:ext cx="38100" cy="38100"/>
          </a:xfrm>
          <a:prstGeom prst="rect">
            <a:avLst/>
          </a:prstGeom>
          <a:solidFill>
            <a:srgbClr val="CED7E6"/>
          </a:solidFill>
          <a:ln>
            <a:noFill/>
          </a:ln>
        </p:spPr>
      </p:sp>
      <p:sp>
        <p:nvSpPr>
          <p:cNvPr id="16" name="wm.whiteboard.18.36"/>
          <p:cNvSpPr/>
          <p:nvPr/>
        </p:nvSpPr>
        <p:spPr>
          <a:xfrm>
            <a:off x="3924300" y="685800"/>
            <a:ext cx="38100" cy="38100"/>
          </a:xfrm>
          <a:prstGeom prst="rect">
            <a:avLst/>
          </a:prstGeom>
          <a:solidFill>
            <a:srgbClr val="CED7E6"/>
          </a:solidFill>
          <a:ln>
            <a:noFill/>
          </a:ln>
        </p:spPr>
      </p:sp>
      <p:sp>
        <p:nvSpPr>
          <p:cNvPr id="17" name="wm.whiteboard.18.54"/>
          <p:cNvSpPr/>
          <p:nvPr/>
        </p:nvSpPr>
        <p:spPr>
          <a:xfrm>
            <a:off x="3924300" y="914400"/>
            <a:ext cx="38100" cy="38100"/>
          </a:xfrm>
          <a:prstGeom prst="rect">
            <a:avLst/>
          </a:prstGeom>
          <a:solidFill>
            <a:srgbClr val="CED7E6">
              <a:alpha val="99988"/>
            </a:srgbClr>
          </a:solidFill>
          <a:ln>
            <a:noFill/>
          </a:ln>
        </p:spPr>
      </p:sp>
      <p:sp>
        <p:nvSpPr>
          <p:cNvPr id="18" name="wm.whiteboard.18.72"/>
          <p:cNvSpPr/>
          <p:nvPr/>
        </p:nvSpPr>
        <p:spPr>
          <a:xfrm>
            <a:off x="3924300" y="1143000"/>
            <a:ext cx="38100" cy="38100"/>
          </a:xfrm>
          <a:prstGeom prst="rect">
            <a:avLst/>
          </a:prstGeom>
          <a:solidFill>
            <a:srgbClr val="CED7E6">
              <a:alpha val="83708"/>
            </a:srgbClr>
          </a:solidFill>
          <a:ln>
            <a:noFill/>
          </a:ln>
        </p:spPr>
      </p:sp>
      <p:sp>
        <p:nvSpPr>
          <p:cNvPr id="19" name="wm.whiteboard.18.90"/>
          <p:cNvSpPr/>
          <p:nvPr/>
        </p:nvSpPr>
        <p:spPr>
          <a:xfrm>
            <a:off x="3924300" y="1371600"/>
            <a:ext cx="38100" cy="38100"/>
          </a:xfrm>
          <a:prstGeom prst="rect">
            <a:avLst/>
          </a:prstGeom>
          <a:solidFill>
            <a:srgbClr val="CED7E6">
              <a:alpha val="67236"/>
            </a:srgbClr>
          </a:solidFill>
          <a:ln>
            <a:noFill/>
          </a:ln>
        </p:spPr>
      </p:sp>
      <p:sp>
        <p:nvSpPr>
          <p:cNvPr id="20" name="wm.whiteboard.18.108"/>
          <p:cNvSpPr/>
          <p:nvPr/>
        </p:nvSpPr>
        <p:spPr>
          <a:xfrm>
            <a:off x="3924300" y="1600200"/>
            <a:ext cx="38100" cy="38100"/>
          </a:xfrm>
          <a:prstGeom prst="rect">
            <a:avLst/>
          </a:prstGeom>
          <a:solidFill>
            <a:srgbClr val="CED7E6">
              <a:alpha val="50663"/>
            </a:srgbClr>
          </a:solidFill>
          <a:ln>
            <a:noFill/>
          </a:ln>
        </p:spPr>
      </p:sp>
      <p:sp>
        <p:nvSpPr>
          <p:cNvPr id="21" name="wm.whiteboard.18.126"/>
          <p:cNvSpPr/>
          <p:nvPr/>
        </p:nvSpPr>
        <p:spPr>
          <a:xfrm>
            <a:off x="3924300" y="1828800"/>
            <a:ext cx="38100" cy="38100"/>
          </a:xfrm>
          <a:prstGeom prst="rect">
            <a:avLst/>
          </a:prstGeom>
          <a:solidFill>
            <a:srgbClr val="CED7E6">
              <a:alpha val="34032"/>
            </a:srgbClr>
          </a:solidFill>
          <a:ln>
            <a:noFill/>
          </a:ln>
        </p:spPr>
      </p:sp>
      <p:sp>
        <p:nvSpPr>
          <p:cNvPr id="22" name="wm.whiteboard.18.144"/>
          <p:cNvSpPr/>
          <p:nvPr/>
        </p:nvSpPr>
        <p:spPr>
          <a:xfrm>
            <a:off x="3924300" y="2057400"/>
            <a:ext cx="38100" cy="38100"/>
          </a:xfrm>
          <a:prstGeom prst="rect">
            <a:avLst/>
          </a:prstGeom>
          <a:solidFill>
            <a:srgbClr val="CED7E6">
              <a:alpha val="17363"/>
            </a:srgbClr>
          </a:solidFill>
          <a:ln>
            <a:noFill/>
          </a:ln>
        </p:spPr>
      </p:sp>
      <p:sp>
        <p:nvSpPr>
          <p:cNvPr id="23" name="wm.whiteboard.18.162"/>
          <p:cNvSpPr/>
          <p:nvPr/>
        </p:nvSpPr>
        <p:spPr>
          <a:xfrm>
            <a:off x="3924300" y="2286000"/>
            <a:ext cx="38100" cy="38100"/>
          </a:xfrm>
          <a:prstGeom prst="rect">
            <a:avLst/>
          </a:prstGeom>
          <a:solidFill>
            <a:srgbClr val="CED7E6">
              <a:alpha val="670"/>
            </a:srgbClr>
          </a:solidFill>
          <a:ln>
            <a:noFill/>
          </a:ln>
        </p:spPr>
      </p:sp>
      <p:sp>
        <p:nvSpPr>
          <p:cNvPr id="24" name="wm.whiteboard.36.0"/>
          <p:cNvSpPr/>
          <p:nvPr/>
        </p:nvSpPr>
        <p:spPr>
          <a:xfrm>
            <a:off x="4152900" y="228600"/>
            <a:ext cx="38100" cy="38100"/>
          </a:xfrm>
          <a:prstGeom prst="rect">
            <a:avLst/>
          </a:prstGeom>
          <a:solidFill>
            <a:srgbClr val="CED7E6"/>
          </a:solidFill>
          <a:ln>
            <a:noFill/>
          </a:ln>
        </p:spPr>
      </p:sp>
      <p:sp>
        <p:nvSpPr>
          <p:cNvPr id="25" name="wm.whiteboard.36.18"/>
          <p:cNvSpPr/>
          <p:nvPr/>
        </p:nvSpPr>
        <p:spPr>
          <a:xfrm>
            <a:off x="4152900" y="457200"/>
            <a:ext cx="38100" cy="38100"/>
          </a:xfrm>
          <a:prstGeom prst="rect">
            <a:avLst/>
          </a:prstGeom>
          <a:solidFill>
            <a:srgbClr val="CED7E6"/>
          </a:solidFill>
          <a:ln>
            <a:noFill/>
          </a:ln>
        </p:spPr>
      </p:sp>
      <p:sp>
        <p:nvSpPr>
          <p:cNvPr id="26" name="wm.whiteboard.36.36"/>
          <p:cNvSpPr/>
          <p:nvPr/>
        </p:nvSpPr>
        <p:spPr>
          <a:xfrm>
            <a:off x="4152900" y="685800"/>
            <a:ext cx="38100" cy="38100"/>
          </a:xfrm>
          <a:prstGeom prst="rect">
            <a:avLst/>
          </a:prstGeom>
          <a:solidFill>
            <a:srgbClr val="CED7E6"/>
          </a:solidFill>
          <a:ln>
            <a:noFill/>
          </a:ln>
        </p:spPr>
      </p:sp>
      <p:sp>
        <p:nvSpPr>
          <p:cNvPr id="27" name="wm.whiteboard.36.54"/>
          <p:cNvSpPr/>
          <p:nvPr/>
        </p:nvSpPr>
        <p:spPr>
          <a:xfrm>
            <a:off x="4152900" y="914400"/>
            <a:ext cx="38100" cy="38100"/>
          </a:xfrm>
          <a:prstGeom prst="rect">
            <a:avLst/>
          </a:prstGeom>
          <a:solidFill>
            <a:srgbClr val="CED7E6">
              <a:alpha val="94671"/>
            </a:srgbClr>
          </a:solidFill>
          <a:ln>
            <a:noFill/>
          </a:ln>
        </p:spPr>
      </p:sp>
      <p:sp>
        <p:nvSpPr>
          <p:cNvPr id="28" name="wm.whiteboard.36.72"/>
          <p:cNvSpPr/>
          <p:nvPr/>
        </p:nvSpPr>
        <p:spPr>
          <a:xfrm>
            <a:off x="4152900" y="1143000"/>
            <a:ext cx="38100" cy="38100"/>
          </a:xfrm>
          <a:prstGeom prst="rect">
            <a:avLst/>
          </a:prstGeom>
          <a:solidFill>
            <a:srgbClr val="CED7E6">
              <a:alpha val="79547"/>
            </a:srgbClr>
          </a:solidFill>
          <a:ln>
            <a:noFill/>
          </a:ln>
        </p:spPr>
      </p:sp>
      <p:sp>
        <p:nvSpPr>
          <p:cNvPr id="29" name="wm.whiteboard.36.90"/>
          <p:cNvSpPr/>
          <p:nvPr/>
        </p:nvSpPr>
        <p:spPr>
          <a:xfrm>
            <a:off x="4152900" y="1371600"/>
            <a:ext cx="38100" cy="38100"/>
          </a:xfrm>
          <a:prstGeom prst="rect">
            <a:avLst/>
          </a:prstGeom>
          <a:solidFill>
            <a:srgbClr val="CED7E6">
              <a:alpha val="63833"/>
            </a:srgbClr>
          </a:solidFill>
          <a:ln>
            <a:noFill/>
          </a:ln>
        </p:spPr>
      </p:sp>
      <p:sp>
        <p:nvSpPr>
          <p:cNvPr id="30" name="wm.whiteboard.36.108"/>
          <p:cNvSpPr/>
          <p:nvPr/>
        </p:nvSpPr>
        <p:spPr>
          <a:xfrm>
            <a:off x="4152900" y="1600200"/>
            <a:ext cx="38100" cy="38100"/>
          </a:xfrm>
          <a:prstGeom prst="rect">
            <a:avLst/>
          </a:prstGeom>
          <a:solidFill>
            <a:srgbClr val="CED7E6">
              <a:alpha val="47790"/>
            </a:srgbClr>
          </a:solidFill>
          <a:ln>
            <a:noFill/>
          </a:ln>
        </p:spPr>
      </p:sp>
      <p:sp>
        <p:nvSpPr>
          <p:cNvPr id="31" name="wm.whiteboard.36.126"/>
          <p:cNvSpPr/>
          <p:nvPr/>
        </p:nvSpPr>
        <p:spPr>
          <a:xfrm>
            <a:off x="4152900" y="1828800"/>
            <a:ext cx="38100" cy="38100"/>
          </a:xfrm>
          <a:prstGeom prst="rect">
            <a:avLst/>
          </a:prstGeom>
          <a:solidFill>
            <a:srgbClr val="CED7E6">
              <a:alpha val="31549"/>
            </a:srgbClr>
          </a:solidFill>
          <a:ln>
            <a:noFill/>
          </a:ln>
        </p:spPr>
      </p:sp>
      <p:sp>
        <p:nvSpPr>
          <p:cNvPr id="32" name="wm.whiteboard.36.144"/>
          <p:cNvSpPr/>
          <p:nvPr/>
        </p:nvSpPr>
        <p:spPr>
          <a:xfrm>
            <a:off x="4152900" y="2057400"/>
            <a:ext cx="38100" cy="38100"/>
          </a:xfrm>
          <a:prstGeom prst="rect">
            <a:avLst/>
          </a:prstGeom>
          <a:solidFill>
            <a:srgbClr val="CED7E6">
              <a:alpha val="15179"/>
            </a:srgbClr>
          </a:solidFill>
          <a:ln>
            <a:noFill/>
          </a:ln>
        </p:spPr>
      </p:sp>
      <p:sp>
        <p:nvSpPr>
          <p:cNvPr id="33" name="wm.whiteboard.54.0"/>
          <p:cNvSpPr/>
          <p:nvPr/>
        </p:nvSpPr>
        <p:spPr>
          <a:xfrm>
            <a:off x="4381500" y="228600"/>
            <a:ext cx="38100" cy="38100"/>
          </a:xfrm>
          <a:prstGeom prst="rect">
            <a:avLst/>
          </a:prstGeom>
          <a:solidFill>
            <a:srgbClr val="CED7E6"/>
          </a:solidFill>
          <a:ln>
            <a:noFill/>
          </a:ln>
        </p:spPr>
      </p:sp>
      <p:sp>
        <p:nvSpPr>
          <p:cNvPr id="34" name="wm.whiteboard.54.18"/>
          <p:cNvSpPr/>
          <p:nvPr/>
        </p:nvSpPr>
        <p:spPr>
          <a:xfrm>
            <a:off x="4381500" y="457200"/>
            <a:ext cx="38100" cy="38100"/>
          </a:xfrm>
          <a:prstGeom prst="rect">
            <a:avLst/>
          </a:prstGeom>
          <a:solidFill>
            <a:srgbClr val="CED7E6"/>
          </a:solidFill>
          <a:ln>
            <a:noFill/>
          </a:ln>
        </p:spPr>
      </p:sp>
      <p:sp>
        <p:nvSpPr>
          <p:cNvPr id="35" name="wm.whiteboard.54.36"/>
          <p:cNvSpPr/>
          <p:nvPr/>
        </p:nvSpPr>
        <p:spPr>
          <a:xfrm>
            <a:off x="4381500" y="685800"/>
            <a:ext cx="38100" cy="38100"/>
          </a:xfrm>
          <a:prstGeom prst="rect">
            <a:avLst/>
          </a:prstGeom>
          <a:solidFill>
            <a:srgbClr val="CED7E6">
              <a:alpha val="98827"/>
            </a:srgbClr>
          </a:solidFill>
          <a:ln>
            <a:noFill/>
          </a:ln>
        </p:spPr>
      </p:sp>
      <p:sp>
        <p:nvSpPr>
          <p:cNvPr id="36" name="wm.whiteboard.54.54"/>
          <p:cNvSpPr/>
          <p:nvPr/>
        </p:nvSpPr>
        <p:spPr>
          <a:xfrm>
            <a:off x="4381500" y="914400"/>
            <a:ext cx="38100" cy="38100"/>
          </a:xfrm>
          <a:prstGeom prst="rect">
            <a:avLst/>
          </a:prstGeom>
          <a:solidFill>
            <a:srgbClr val="CED7E6">
              <a:alpha val="86895"/>
            </a:srgbClr>
          </a:solidFill>
          <a:ln>
            <a:noFill/>
          </a:ln>
        </p:spPr>
      </p:sp>
      <p:sp>
        <p:nvSpPr>
          <p:cNvPr id="37" name="wm.whiteboard.54.72"/>
          <p:cNvSpPr/>
          <p:nvPr/>
        </p:nvSpPr>
        <p:spPr>
          <a:xfrm>
            <a:off x="4381500" y="1143000"/>
            <a:ext cx="38100" cy="38100"/>
          </a:xfrm>
          <a:prstGeom prst="rect">
            <a:avLst/>
          </a:prstGeom>
          <a:solidFill>
            <a:srgbClr val="CED7E6">
              <a:alpha val="73217"/>
            </a:srgbClr>
          </a:solidFill>
          <a:ln>
            <a:noFill/>
          </a:ln>
        </p:spPr>
      </p:sp>
      <p:sp>
        <p:nvSpPr>
          <p:cNvPr id="38" name="wm.whiteboard.54.90"/>
          <p:cNvSpPr/>
          <p:nvPr/>
        </p:nvSpPr>
        <p:spPr>
          <a:xfrm>
            <a:off x="4381500" y="1371600"/>
            <a:ext cx="38100" cy="38100"/>
          </a:xfrm>
          <a:prstGeom prst="rect">
            <a:avLst/>
          </a:prstGeom>
          <a:solidFill>
            <a:srgbClr val="CED7E6">
              <a:alpha val="58541"/>
            </a:srgbClr>
          </a:solidFill>
          <a:ln>
            <a:noFill/>
          </a:ln>
        </p:spPr>
      </p:sp>
      <p:sp>
        <p:nvSpPr>
          <p:cNvPr id="39" name="wm.whiteboard.54.108"/>
          <p:cNvSpPr/>
          <p:nvPr/>
        </p:nvSpPr>
        <p:spPr>
          <a:xfrm>
            <a:off x="4381500" y="1600200"/>
            <a:ext cx="38100" cy="38100"/>
          </a:xfrm>
          <a:prstGeom prst="rect">
            <a:avLst/>
          </a:prstGeom>
          <a:solidFill>
            <a:srgbClr val="CED7E6">
              <a:alpha val="43263"/>
            </a:srgbClr>
          </a:solidFill>
          <a:ln>
            <a:noFill/>
          </a:ln>
        </p:spPr>
      </p:sp>
      <p:sp>
        <p:nvSpPr>
          <p:cNvPr id="40" name="wm.whiteboard.54.126"/>
          <p:cNvSpPr/>
          <p:nvPr/>
        </p:nvSpPr>
        <p:spPr>
          <a:xfrm>
            <a:off x="4381500" y="1828800"/>
            <a:ext cx="38100" cy="38100"/>
          </a:xfrm>
          <a:prstGeom prst="rect">
            <a:avLst/>
          </a:prstGeom>
          <a:solidFill>
            <a:srgbClr val="CED7E6">
              <a:alpha val="27603"/>
            </a:srgbClr>
          </a:solidFill>
          <a:ln>
            <a:noFill/>
          </a:ln>
        </p:spPr>
      </p:sp>
      <p:sp>
        <p:nvSpPr>
          <p:cNvPr id="41" name="wm.whiteboard.54.144"/>
          <p:cNvSpPr/>
          <p:nvPr/>
        </p:nvSpPr>
        <p:spPr>
          <a:xfrm>
            <a:off x="4381500" y="2057400"/>
            <a:ext cx="38100" cy="38100"/>
          </a:xfrm>
          <a:prstGeom prst="rect">
            <a:avLst/>
          </a:prstGeom>
          <a:solidFill>
            <a:srgbClr val="CED7E6">
              <a:alpha val="11687"/>
            </a:srgbClr>
          </a:solidFill>
          <a:ln>
            <a:noFill/>
          </a:ln>
        </p:spPr>
      </p:sp>
      <p:sp>
        <p:nvSpPr>
          <p:cNvPr id="42" name="wm.whiteboard.72.0"/>
          <p:cNvSpPr/>
          <p:nvPr/>
        </p:nvSpPr>
        <p:spPr>
          <a:xfrm>
            <a:off x="4610100" y="228600"/>
            <a:ext cx="38100" cy="38100"/>
          </a:xfrm>
          <a:prstGeom prst="rect">
            <a:avLst/>
          </a:prstGeom>
          <a:solidFill>
            <a:srgbClr val="CED7E6">
              <a:alpha val="97572"/>
            </a:srgbClr>
          </a:solidFill>
          <a:ln>
            <a:noFill/>
          </a:ln>
        </p:spPr>
      </p:sp>
      <p:sp>
        <p:nvSpPr>
          <p:cNvPr id="43" name="wm.whiteboard.72.18"/>
          <p:cNvSpPr/>
          <p:nvPr/>
        </p:nvSpPr>
        <p:spPr>
          <a:xfrm>
            <a:off x="4610100" y="457200"/>
            <a:ext cx="38100" cy="38100"/>
          </a:xfrm>
          <a:prstGeom prst="rect">
            <a:avLst/>
          </a:prstGeom>
          <a:solidFill>
            <a:srgbClr val="CED7E6">
              <a:alpha val="94724"/>
            </a:srgbClr>
          </a:solidFill>
          <a:ln>
            <a:noFill/>
          </a:ln>
        </p:spPr>
      </p:sp>
      <p:sp>
        <p:nvSpPr>
          <p:cNvPr id="44" name="wm.whiteboard.72.36"/>
          <p:cNvSpPr/>
          <p:nvPr/>
        </p:nvSpPr>
        <p:spPr>
          <a:xfrm>
            <a:off x="4610100" y="685800"/>
            <a:ext cx="38100" cy="38100"/>
          </a:xfrm>
          <a:prstGeom prst="rect">
            <a:avLst/>
          </a:prstGeom>
          <a:solidFill>
            <a:srgbClr val="CED7E6">
              <a:alpha val="87609"/>
            </a:srgbClr>
          </a:solidFill>
          <a:ln>
            <a:noFill/>
          </a:ln>
        </p:spPr>
      </p:sp>
      <p:sp>
        <p:nvSpPr>
          <p:cNvPr id="45" name="wm.whiteboard.72.54"/>
          <p:cNvSpPr/>
          <p:nvPr/>
        </p:nvSpPr>
        <p:spPr>
          <a:xfrm>
            <a:off x="4610100" y="914400"/>
            <a:ext cx="38100" cy="38100"/>
          </a:xfrm>
          <a:prstGeom prst="rect">
            <a:avLst/>
          </a:prstGeom>
          <a:solidFill>
            <a:srgbClr val="CED7E6">
              <a:alpha val="77408"/>
            </a:srgbClr>
          </a:solidFill>
          <a:ln>
            <a:noFill/>
          </a:ln>
        </p:spPr>
      </p:sp>
      <p:sp>
        <p:nvSpPr>
          <p:cNvPr id="46" name="wm.whiteboard.72.72"/>
          <p:cNvSpPr/>
          <p:nvPr/>
        </p:nvSpPr>
        <p:spPr>
          <a:xfrm>
            <a:off x="4610100" y="1143000"/>
            <a:ext cx="38100" cy="38100"/>
          </a:xfrm>
          <a:prstGeom prst="rect">
            <a:avLst/>
          </a:prstGeom>
          <a:solidFill>
            <a:srgbClr val="CED7E6">
              <a:alpha val="65181"/>
            </a:srgbClr>
          </a:solidFill>
          <a:ln>
            <a:noFill/>
          </a:ln>
        </p:spPr>
      </p:sp>
      <p:sp>
        <p:nvSpPr>
          <p:cNvPr id="47" name="wm.whiteboard.72.90"/>
          <p:cNvSpPr/>
          <p:nvPr/>
        </p:nvSpPr>
        <p:spPr>
          <a:xfrm>
            <a:off x="4610100" y="1371600"/>
            <a:ext cx="38100" cy="38100"/>
          </a:xfrm>
          <a:prstGeom prst="rect">
            <a:avLst/>
          </a:prstGeom>
          <a:solidFill>
            <a:srgbClr val="CED7E6">
              <a:alpha val="51653"/>
            </a:srgbClr>
          </a:solidFill>
          <a:ln>
            <a:noFill/>
          </a:ln>
        </p:spPr>
      </p:sp>
      <p:sp>
        <p:nvSpPr>
          <p:cNvPr id="48" name="wm.whiteboard.72.108"/>
          <p:cNvSpPr/>
          <p:nvPr/>
        </p:nvSpPr>
        <p:spPr>
          <a:xfrm>
            <a:off x="4610100" y="1600200"/>
            <a:ext cx="38100" cy="38100"/>
          </a:xfrm>
          <a:prstGeom prst="rect">
            <a:avLst/>
          </a:prstGeom>
          <a:solidFill>
            <a:srgbClr val="CED7E6">
              <a:alpha val="37275"/>
            </a:srgbClr>
          </a:solidFill>
          <a:ln>
            <a:noFill/>
          </a:ln>
        </p:spPr>
      </p:sp>
      <p:sp>
        <p:nvSpPr>
          <p:cNvPr id="49" name="wm.whiteboard.72.126"/>
          <p:cNvSpPr/>
          <p:nvPr/>
        </p:nvSpPr>
        <p:spPr>
          <a:xfrm>
            <a:off x="4610100" y="1828800"/>
            <a:ext cx="38100" cy="38100"/>
          </a:xfrm>
          <a:prstGeom prst="rect">
            <a:avLst/>
          </a:prstGeom>
          <a:solidFill>
            <a:srgbClr val="CED7E6">
              <a:alpha val="22326"/>
            </a:srgbClr>
          </a:solidFill>
          <a:ln>
            <a:noFill/>
          </a:ln>
        </p:spPr>
      </p:sp>
      <p:sp>
        <p:nvSpPr>
          <p:cNvPr id="50" name="wm.whiteboard.72.144"/>
          <p:cNvSpPr/>
          <p:nvPr/>
        </p:nvSpPr>
        <p:spPr>
          <a:xfrm>
            <a:off x="4610100" y="2057400"/>
            <a:ext cx="38100" cy="38100"/>
          </a:xfrm>
          <a:prstGeom prst="rect">
            <a:avLst/>
          </a:prstGeom>
          <a:solidFill>
            <a:srgbClr val="CED7E6">
              <a:alpha val="6980"/>
            </a:srgbClr>
          </a:solidFill>
          <a:ln>
            <a:noFill/>
          </a:ln>
        </p:spPr>
      </p:sp>
      <p:sp>
        <p:nvSpPr>
          <p:cNvPr id="51" name="wm.whiteboard.90.0"/>
          <p:cNvSpPr/>
          <p:nvPr/>
        </p:nvSpPr>
        <p:spPr>
          <a:xfrm>
            <a:off x="4838700" y="228600"/>
            <a:ext cx="38100" cy="38100"/>
          </a:xfrm>
          <a:prstGeom prst="rect">
            <a:avLst/>
          </a:prstGeom>
          <a:solidFill>
            <a:srgbClr val="CED7E6">
              <a:alpha val="83798"/>
            </a:srgbClr>
          </a:solidFill>
          <a:ln>
            <a:noFill/>
          </a:ln>
        </p:spPr>
      </p:sp>
      <p:sp>
        <p:nvSpPr>
          <p:cNvPr id="52" name="wm.whiteboard.90.18"/>
          <p:cNvSpPr/>
          <p:nvPr/>
        </p:nvSpPr>
        <p:spPr>
          <a:xfrm>
            <a:off x="4838700" y="457200"/>
            <a:ext cx="38100" cy="38100"/>
          </a:xfrm>
          <a:prstGeom prst="rect">
            <a:avLst/>
          </a:prstGeom>
          <a:solidFill>
            <a:srgbClr val="CED7E6">
              <a:alpha val="81490"/>
            </a:srgbClr>
          </a:solidFill>
          <a:ln>
            <a:noFill/>
          </a:ln>
        </p:spPr>
      </p:sp>
      <p:sp>
        <p:nvSpPr>
          <p:cNvPr id="53" name="wm.whiteboard.90.36"/>
          <p:cNvSpPr/>
          <p:nvPr/>
        </p:nvSpPr>
        <p:spPr>
          <a:xfrm>
            <a:off x="4838700" y="685800"/>
            <a:ext cx="38100" cy="38100"/>
          </a:xfrm>
          <a:prstGeom prst="rect">
            <a:avLst/>
          </a:prstGeom>
          <a:solidFill>
            <a:srgbClr val="CED7E6">
              <a:alpha val="75569"/>
            </a:srgbClr>
          </a:solidFill>
          <a:ln>
            <a:noFill/>
          </a:ln>
        </p:spPr>
      </p:sp>
      <p:sp>
        <p:nvSpPr>
          <p:cNvPr id="54" name="wm.whiteboard.90.54"/>
          <p:cNvSpPr/>
          <p:nvPr/>
        </p:nvSpPr>
        <p:spPr>
          <a:xfrm>
            <a:off x="4838700" y="914400"/>
            <a:ext cx="38100" cy="38100"/>
          </a:xfrm>
          <a:prstGeom prst="rect">
            <a:avLst/>
          </a:prstGeom>
          <a:solidFill>
            <a:srgbClr val="CED7E6">
              <a:alpha val="66767"/>
            </a:srgbClr>
          </a:solidFill>
          <a:ln>
            <a:noFill/>
          </a:ln>
        </p:spPr>
      </p:sp>
      <p:sp>
        <p:nvSpPr>
          <p:cNvPr id="55" name="wm.whiteboard.90.72"/>
          <p:cNvSpPr/>
          <p:nvPr/>
        </p:nvSpPr>
        <p:spPr>
          <a:xfrm>
            <a:off x="4838700" y="1143000"/>
            <a:ext cx="38100" cy="38100"/>
          </a:xfrm>
          <a:prstGeom prst="rect">
            <a:avLst/>
          </a:prstGeom>
          <a:solidFill>
            <a:srgbClr val="CED7E6">
              <a:alpha val="55859"/>
            </a:srgbClr>
          </a:solidFill>
          <a:ln>
            <a:noFill/>
          </a:ln>
        </p:spPr>
      </p:sp>
      <p:sp>
        <p:nvSpPr>
          <p:cNvPr id="56" name="wm.whiteboard.90.90"/>
          <p:cNvSpPr/>
          <p:nvPr/>
        </p:nvSpPr>
        <p:spPr>
          <a:xfrm>
            <a:off x="4838700" y="1371600"/>
            <a:ext cx="38100" cy="38100"/>
          </a:xfrm>
          <a:prstGeom prst="rect">
            <a:avLst/>
          </a:prstGeom>
          <a:solidFill>
            <a:srgbClr val="CED7E6">
              <a:alpha val="43468"/>
            </a:srgbClr>
          </a:solidFill>
          <a:ln>
            <a:noFill/>
          </a:ln>
        </p:spPr>
      </p:sp>
      <p:sp>
        <p:nvSpPr>
          <p:cNvPr id="57" name="wm.whiteboard.90.108"/>
          <p:cNvSpPr/>
          <p:nvPr/>
        </p:nvSpPr>
        <p:spPr>
          <a:xfrm>
            <a:off x="4838700" y="1600200"/>
            <a:ext cx="38100" cy="38100"/>
          </a:xfrm>
          <a:prstGeom prst="rect">
            <a:avLst/>
          </a:prstGeom>
          <a:solidFill>
            <a:srgbClr val="CED7E6">
              <a:alpha val="30037"/>
            </a:srgbClr>
          </a:solidFill>
          <a:ln>
            <a:noFill/>
          </a:ln>
        </p:spPr>
      </p:sp>
      <p:sp>
        <p:nvSpPr>
          <p:cNvPr id="58" name="wm.whiteboard.90.126"/>
          <p:cNvSpPr/>
          <p:nvPr/>
        </p:nvSpPr>
        <p:spPr>
          <a:xfrm>
            <a:off x="4838700" y="1828800"/>
            <a:ext cx="38100" cy="38100"/>
          </a:xfrm>
          <a:prstGeom prst="rect">
            <a:avLst/>
          </a:prstGeom>
          <a:solidFill>
            <a:srgbClr val="CED7E6">
              <a:alpha val="15870"/>
            </a:srgbClr>
          </a:solidFill>
          <a:ln>
            <a:noFill/>
          </a:ln>
        </p:spPr>
      </p:sp>
      <p:sp>
        <p:nvSpPr>
          <p:cNvPr id="59" name="wm.whiteboard.90.144"/>
          <p:cNvSpPr/>
          <p:nvPr/>
        </p:nvSpPr>
        <p:spPr>
          <a:xfrm>
            <a:off x="4838700" y="2057400"/>
            <a:ext cx="38100" cy="38100"/>
          </a:xfrm>
          <a:prstGeom prst="rect">
            <a:avLst/>
          </a:prstGeom>
          <a:solidFill>
            <a:srgbClr val="CED7E6">
              <a:alpha val="1171"/>
            </a:srgbClr>
          </a:solidFill>
          <a:ln>
            <a:noFill/>
          </a:ln>
        </p:spPr>
      </p:sp>
      <p:sp>
        <p:nvSpPr>
          <p:cNvPr id="60" name="wm.whiteboard.108.0"/>
          <p:cNvSpPr/>
          <p:nvPr/>
        </p:nvSpPr>
        <p:spPr>
          <a:xfrm>
            <a:off x="5067300" y="228600"/>
            <a:ext cx="38100" cy="38100"/>
          </a:xfrm>
          <a:prstGeom prst="rect">
            <a:avLst/>
          </a:prstGeom>
          <a:solidFill>
            <a:srgbClr val="CED7E6">
              <a:alpha val="70023"/>
            </a:srgbClr>
          </a:solidFill>
          <a:ln>
            <a:noFill/>
          </a:ln>
        </p:spPr>
      </p:sp>
      <p:sp>
        <p:nvSpPr>
          <p:cNvPr id="61" name="wm.whiteboard.108.18"/>
          <p:cNvSpPr/>
          <p:nvPr/>
        </p:nvSpPr>
        <p:spPr>
          <a:xfrm>
            <a:off x="5067300" y="457200"/>
            <a:ext cx="38100" cy="38100"/>
          </a:xfrm>
          <a:prstGeom prst="rect">
            <a:avLst/>
          </a:prstGeom>
          <a:solidFill>
            <a:srgbClr val="CED7E6">
              <a:alpha val="68085"/>
            </a:srgbClr>
          </a:solidFill>
          <a:ln>
            <a:noFill/>
          </a:ln>
        </p:spPr>
      </p:sp>
      <p:sp>
        <p:nvSpPr>
          <p:cNvPr id="62" name="wm.whiteboard.108.36"/>
          <p:cNvSpPr/>
          <p:nvPr/>
        </p:nvSpPr>
        <p:spPr>
          <a:xfrm>
            <a:off x="5067300" y="685800"/>
            <a:ext cx="38100" cy="38100"/>
          </a:xfrm>
          <a:prstGeom prst="rect">
            <a:avLst/>
          </a:prstGeom>
          <a:solidFill>
            <a:srgbClr val="CED7E6">
              <a:alpha val="63033"/>
            </a:srgbClr>
          </a:solidFill>
          <a:ln>
            <a:noFill/>
          </a:ln>
        </p:spPr>
      </p:sp>
      <p:sp>
        <p:nvSpPr>
          <p:cNvPr id="63" name="wm.whiteboard.108.54"/>
          <p:cNvSpPr/>
          <p:nvPr/>
        </p:nvSpPr>
        <p:spPr>
          <a:xfrm>
            <a:off x="5067300" y="914400"/>
            <a:ext cx="38100" cy="38100"/>
          </a:xfrm>
          <a:prstGeom prst="rect">
            <a:avLst/>
          </a:prstGeom>
          <a:solidFill>
            <a:srgbClr val="CED7E6">
              <a:alpha val="55346"/>
            </a:srgbClr>
          </a:solidFill>
          <a:ln>
            <a:noFill/>
          </a:ln>
        </p:spPr>
      </p:sp>
      <p:sp>
        <p:nvSpPr>
          <p:cNvPr id="64" name="wm.whiteboard.108.72"/>
          <p:cNvSpPr/>
          <p:nvPr/>
        </p:nvSpPr>
        <p:spPr>
          <a:xfrm>
            <a:off x="5067300" y="1143000"/>
            <a:ext cx="38100" cy="38100"/>
          </a:xfrm>
          <a:prstGeom prst="rect">
            <a:avLst/>
          </a:prstGeom>
          <a:solidFill>
            <a:srgbClr val="CED7E6">
              <a:alpha val="45583"/>
            </a:srgbClr>
          </a:solidFill>
          <a:ln>
            <a:noFill/>
          </a:ln>
        </p:spPr>
      </p:sp>
      <p:sp>
        <p:nvSpPr>
          <p:cNvPr id="65" name="wm.whiteboard.108.90"/>
          <p:cNvSpPr/>
          <p:nvPr/>
        </p:nvSpPr>
        <p:spPr>
          <a:xfrm>
            <a:off x="5067300" y="1371600"/>
            <a:ext cx="38100" cy="38100"/>
          </a:xfrm>
          <a:prstGeom prst="rect">
            <a:avLst/>
          </a:prstGeom>
          <a:solidFill>
            <a:srgbClr val="CED7E6">
              <a:alpha val="34251"/>
            </a:srgbClr>
          </a:solidFill>
          <a:ln>
            <a:noFill/>
          </a:ln>
        </p:spPr>
      </p:sp>
      <p:sp>
        <p:nvSpPr>
          <p:cNvPr id="66" name="wm.whiteboard.108.108"/>
          <p:cNvSpPr/>
          <p:nvPr/>
        </p:nvSpPr>
        <p:spPr>
          <a:xfrm>
            <a:off x="5067300" y="1600200"/>
            <a:ext cx="38100" cy="38100"/>
          </a:xfrm>
          <a:prstGeom prst="rect">
            <a:avLst/>
          </a:prstGeom>
          <a:solidFill>
            <a:srgbClr val="CED7E6">
              <a:alpha val="21754"/>
            </a:srgbClr>
          </a:solidFill>
          <a:ln>
            <a:noFill/>
          </a:ln>
        </p:spPr>
      </p:sp>
      <p:sp>
        <p:nvSpPr>
          <p:cNvPr id="67" name="wm.whiteboard.108.126"/>
          <p:cNvSpPr/>
          <p:nvPr/>
        </p:nvSpPr>
        <p:spPr>
          <a:xfrm>
            <a:off x="5067300" y="1828800"/>
            <a:ext cx="38100" cy="38100"/>
          </a:xfrm>
          <a:prstGeom prst="rect">
            <a:avLst/>
          </a:prstGeom>
          <a:solidFill>
            <a:srgbClr val="CED7E6">
              <a:alpha val="8391"/>
            </a:srgbClr>
          </a:solidFill>
          <a:ln>
            <a:noFill/>
          </a:ln>
        </p:spPr>
      </p:sp>
      <p:sp>
        <p:nvSpPr>
          <p:cNvPr id="68" name="wm.whiteboard.126.0"/>
          <p:cNvSpPr/>
          <p:nvPr/>
        </p:nvSpPr>
        <p:spPr>
          <a:xfrm>
            <a:off x="5295900" y="228600"/>
            <a:ext cx="38100" cy="38100"/>
          </a:xfrm>
          <a:prstGeom prst="rect">
            <a:avLst/>
          </a:prstGeom>
          <a:solidFill>
            <a:srgbClr val="CED7E6">
              <a:alpha val="56247"/>
            </a:srgbClr>
          </a:solidFill>
          <a:ln>
            <a:noFill/>
          </a:ln>
        </p:spPr>
      </p:sp>
      <p:sp>
        <p:nvSpPr>
          <p:cNvPr id="69" name="wm.whiteboard.126.18"/>
          <p:cNvSpPr/>
          <p:nvPr/>
        </p:nvSpPr>
        <p:spPr>
          <a:xfrm>
            <a:off x="5295900" y="457200"/>
            <a:ext cx="38100" cy="38100"/>
          </a:xfrm>
          <a:prstGeom prst="rect">
            <a:avLst/>
          </a:prstGeom>
          <a:solidFill>
            <a:srgbClr val="CED7E6">
              <a:alpha val="54578"/>
            </a:srgbClr>
          </a:solidFill>
          <a:ln>
            <a:noFill/>
          </a:ln>
        </p:spPr>
      </p:sp>
      <p:sp>
        <p:nvSpPr>
          <p:cNvPr id="70" name="wm.whiteboard.126.36"/>
          <p:cNvSpPr/>
          <p:nvPr/>
        </p:nvSpPr>
        <p:spPr>
          <a:xfrm>
            <a:off x="5295900" y="685800"/>
            <a:ext cx="38100" cy="38100"/>
          </a:xfrm>
          <a:prstGeom prst="rect">
            <a:avLst/>
          </a:prstGeom>
          <a:solidFill>
            <a:srgbClr val="CED7E6">
              <a:alpha val="50182"/>
            </a:srgbClr>
          </a:solidFill>
          <a:ln>
            <a:noFill/>
          </a:ln>
        </p:spPr>
      </p:sp>
      <p:sp>
        <p:nvSpPr>
          <p:cNvPr id="71" name="wm.whiteboard.126.54"/>
          <p:cNvSpPr/>
          <p:nvPr/>
        </p:nvSpPr>
        <p:spPr>
          <a:xfrm>
            <a:off x="5295900" y="914400"/>
            <a:ext cx="38100" cy="38100"/>
          </a:xfrm>
          <a:prstGeom prst="rect">
            <a:avLst/>
          </a:prstGeom>
          <a:solidFill>
            <a:srgbClr val="CED7E6">
              <a:alpha val="43386"/>
            </a:srgbClr>
          </a:solidFill>
          <a:ln>
            <a:noFill/>
          </a:ln>
        </p:spPr>
      </p:sp>
      <p:sp>
        <p:nvSpPr>
          <p:cNvPr id="72" name="wm.whiteboard.126.72"/>
          <p:cNvSpPr/>
          <p:nvPr/>
        </p:nvSpPr>
        <p:spPr>
          <a:xfrm>
            <a:off x="5295900" y="1143000"/>
            <a:ext cx="38100" cy="38100"/>
          </a:xfrm>
          <a:prstGeom prst="rect">
            <a:avLst/>
          </a:prstGeom>
          <a:solidFill>
            <a:srgbClr val="CED7E6">
              <a:alpha val="34598"/>
            </a:srgbClr>
          </a:solidFill>
          <a:ln>
            <a:noFill/>
          </a:ln>
        </p:spPr>
      </p:sp>
      <p:sp>
        <p:nvSpPr>
          <p:cNvPr id="73" name="wm.whiteboard.126.90"/>
          <p:cNvSpPr/>
          <p:nvPr/>
        </p:nvSpPr>
        <p:spPr>
          <a:xfrm>
            <a:off x="5295900" y="1371600"/>
            <a:ext cx="38100" cy="38100"/>
          </a:xfrm>
          <a:prstGeom prst="rect">
            <a:avLst/>
          </a:prstGeom>
          <a:solidFill>
            <a:srgbClr val="CED7E6">
              <a:alpha val="24223"/>
            </a:srgbClr>
          </a:solidFill>
          <a:ln>
            <a:noFill/>
          </a:ln>
        </p:spPr>
      </p:sp>
      <p:sp>
        <p:nvSpPr>
          <p:cNvPr id="74" name="wm.whiteboard.126.108"/>
          <p:cNvSpPr/>
          <p:nvPr/>
        </p:nvSpPr>
        <p:spPr>
          <a:xfrm>
            <a:off x="5295900" y="1600200"/>
            <a:ext cx="38100" cy="38100"/>
          </a:xfrm>
          <a:prstGeom prst="rect">
            <a:avLst/>
          </a:prstGeom>
          <a:solidFill>
            <a:srgbClr val="CED7E6">
              <a:alpha val="12610"/>
            </a:srgbClr>
          </a:solidFill>
          <a:ln>
            <a:noFill/>
          </a:ln>
        </p:spPr>
      </p:sp>
      <p:sp>
        <p:nvSpPr>
          <p:cNvPr id="75" name="wm.whiteboard.126.126"/>
          <p:cNvSpPr/>
          <p:nvPr/>
        </p:nvSpPr>
        <p:spPr>
          <a:xfrm>
            <a:off x="5295900" y="1828800"/>
            <a:ext cx="38100" cy="38100"/>
          </a:xfrm>
          <a:prstGeom prst="rect">
            <a:avLst/>
          </a:prstGeom>
          <a:solidFill>
            <a:srgbClr val="CED7E6">
              <a:alpha val="40"/>
            </a:srgbClr>
          </a:solidFill>
          <a:ln>
            <a:noFill/>
          </a:ln>
        </p:spPr>
      </p:sp>
      <p:sp>
        <p:nvSpPr>
          <p:cNvPr id="76" name="wm.whiteboard.144.0"/>
          <p:cNvSpPr/>
          <p:nvPr/>
        </p:nvSpPr>
        <p:spPr>
          <a:xfrm>
            <a:off x="5524500" y="228600"/>
            <a:ext cx="38100" cy="38100"/>
          </a:xfrm>
          <a:prstGeom prst="rect">
            <a:avLst/>
          </a:prstGeom>
          <a:solidFill>
            <a:srgbClr val="CED7E6">
              <a:alpha val="42471"/>
            </a:srgbClr>
          </a:solidFill>
          <a:ln>
            <a:noFill/>
          </a:ln>
        </p:spPr>
      </p:sp>
      <p:sp>
        <p:nvSpPr>
          <p:cNvPr id="77" name="wm.whiteboard.144.18"/>
          <p:cNvSpPr/>
          <p:nvPr/>
        </p:nvSpPr>
        <p:spPr>
          <a:xfrm>
            <a:off x="5524500" y="457200"/>
            <a:ext cx="38100" cy="38100"/>
          </a:xfrm>
          <a:prstGeom prst="rect">
            <a:avLst/>
          </a:prstGeom>
          <a:solidFill>
            <a:srgbClr val="CED7E6">
              <a:alpha val="41005"/>
            </a:srgbClr>
          </a:solidFill>
          <a:ln>
            <a:noFill/>
          </a:ln>
        </p:spPr>
      </p:sp>
      <p:sp>
        <p:nvSpPr>
          <p:cNvPr id="78" name="wm.whiteboard.144.36"/>
          <p:cNvSpPr/>
          <p:nvPr/>
        </p:nvSpPr>
        <p:spPr>
          <a:xfrm>
            <a:off x="5524500" y="685800"/>
            <a:ext cx="38100" cy="38100"/>
          </a:xfrm>
          <a:prstGeom prst="rect">
            <a:avLst/>
          </a:prstGeom>
          <a:solidFill>
            <a:srgbClr val="CED7E6">
              <a:alpha val="37120"/>
            </a:srgbClr>
          </a:solidFill>
          <a:ln>
            <a:noFill/>
          </a:ln>
        </p:spPr>
      </p:sp>
      <p:sp>
        <p:nvSpPr>
          <p:cNvPr id="79" name="wm.whiteboard.144.54"/>
          <p:cNvSpPr/>
          <p:nvPr/>
        </p:nvSpPr>
        <p:spPr>
          <a:xfrm>
            <a:off x="5524500" y="914400"/>
            <a:ext cx="38100" cy="38100"/>
          </a:xfrm>
          <a:prstGeom prst="rect">
            <a:avLst/>
          </a:prstGeom>
          <a:solidFill>
            <a:srgbClr val="CED7E6">
              <a:alpha val="31044"/>
            </a:srgbClr>
          </a:solidFill>
          <a:ln>
            <a:noFill/>
          </a:ln>
        </p:spPr>
      </p:sp>
      <p:sp>
        <p:nvSpPr>
          <p:cNvPr id="80" name="wm.whiteboard.144.72"/>
          <p:cNvSpPr/>
          <p:nvPr/>
        </p:nvSpPr>
        <p:spPr>
          <a:xfrm>
            <a:off x="5524500" y="1143000"/>
            <a:ext cx="38100" cy="38100"/>
          </a:xfrm>
          <a:prstGeom prst="rect">
            <a:avLst/>
          </a:prstGeom>
          <a:solidFill>
            <a:srgbClr val="CED7E6">
              <a:alpha val="23083"/>
            </a:srgbClr>
          </a:solidFill>
          <a:ln>
            <a:noFill/>
          </a:ln>
        </p:spPr>
      </p:sp>
      <p:sp>
        <p:nvSpPr>
          <p:cNvPr id="81" name="wm.whiteboard.144.90"/>
          <p:cNvSpPr/>
          <p:nvPr/>
        </p:nvSpPr>
        <p:spPr>
          <a:xfrm>
            <a:off x="5524500" y="1371600"/>
            <a:ext cx="38100" cy="38100"/>
          </a:xfrm>
          <a:prstGeom prst="rect">
            <a:avLst/>
          </a:prstGeom>
          <a:solidFill>
            <a:srgbClr val="CED7E6">
              <a:alpha val="13557"/>
            </a:srgbClr>
          </a:solidFill>
          <a:ln>
            <a:noFill/>
          </a:ln>
        </p:spPr>
      </p:sp>
      <p:sp>
        <p:nvSpPr>
          <p:cNvPr id="82" name="wm.whiteboard.144.108"/>
          <p:cNvSpPr/>
          <p:nvPr/>
        </p:nvSpPr>
        <p:spPr>
          <a:xfrm>
            <a:off x="5524500" y="1600200"/>
            <a:ext cx="38100" cy="38100"/>
          </a:xfrm>
          <a:prstGeom prst="rect">
            <a:avLst/>
          </a:prstGeom>
          <a:solidFill>
            <a:srgbClr val="CED7E6">
              <a:alpha val="2762"/>
            </a:srgbClr>
          </a:solidFill>
          <a:ln>
            <a:noFill/>
          </a:ln>
        </p:spPr>
      </p:sp>
      <p:sp>
        <p:nvSpPr>
          <p:cNvPr id="83" name="wm.whiteboard.162.0"/>
          <p:cNvSpPr/>
          <p:nvPr/>
        </p:nvSpPr>
        <p:spPr>
          <a:xfrm>
            <a:off x="5753100" y="228600"/>
            <a:ext cx="38100" cy="38100"/>
          </a:xfrm>
          <a:prstGeom prst="rect">
            <a:avLst/>
          </a:prstGeom>
          <a:solidFill>
            <a:srgbClr val="CED7E6">
              <a:alpha val="28695"/>
            </a:srgbClr>
          </a:solidFill>
          <a:ln>
            <a:noFill/>
          </a:ln>
        </p:spPr>
      </p:sp>
      <p:sp>
        <p:nvSpPr>
          <p:cNvPr id="84" name="wm.whiteboard.162.18"/>
          <p:cNvSpPr/>
          <p:nvPr/>
        </p:nvSpPr>
        <p:spPr>
          <a:xfrm>
            <a:off x="5753100" y="457200"/>
            <a:ext cx="38100" cy="38100"/>
          </a:xfrm>
          <a:prstGeom prst="rect">
            <a:avLst/>
          </a:prstGeom>
          <a:solidFill>
            <a:srgbClr val="CED7E6">
              <a:alpha val="27389"/>
            </a:srgbClr>
          </a:solidFill>
          <a:ln>
            <a:noFill/>
          </a:ln>
        </p:spPr>
      </p:sp>
      <p:sp>
        <p:nvSpPr>
          <p:cNvPr id="85" name="wm.whiteboard.162.36"/>
          <p:cNvSpPr/>
          <p:nvPr/>
        </p:nvSpPr>
        <p:spPr>
          <a:xfrm>
            <a:off x="5753100" y="685800"/>
            <a:ext cx="38100" cy="38100"/>
          </a:xfrm>
          <a:prstGeom prst="rect">
            <a:avLst/>
          </a:prstGeom>
          <a:solidFill>
            <a:srgbClr val="CED7E6">
              <a:alpha val="23910"/>
            </a:srgbClr>
          </a:solidFill>
          <a:ln>
            <a:noFill/>
          </a:ln>
        </p:spPr>
      </p:sp>
      <p:sp>
        <p:nvSpPr>
          <p:cNvPr id="86" name="wm.whiteboard.162.54"/>
          <p:cNvSpPr/>
          <p:nvPr/>
        </p:nvSpPr>
        <p:spPr>
          <a:xfrm>
            <a:off x="5753100" y="914400"/>
            <a:ext cx="38100" cy="38100"/>
          </a:xfrm>
          <a:prstGeom prst="rect">
            <a:avLst/>
          </a:prstGeom>
          <a:solidFill>
            <a:srgbClr val="CED7E6">
              <a:alpha val="18425"/>
            </a:srgbClr>
          </a:solidFill>
          <a:ln>
            <a:noFill/>
          </a:ln>
        </p:spPr>
      </p:sp>
      <p:sp>
        <p:nvSpPr>
          <p:cNvPr id="87" name="wm.whiteboard.162.72"/>
          <p:cNvSpPr/>
          <p:nvPr/>
        </p:nvSpPr>
        <p:spPr>
          <a:xfrm>
            <a:off x="5753100" y="1143000"/>
            <a:ext cx="38100" cy="38100"/>
          </a:xfrm>
          <a:prstGeom prst="rect">
            <a:avLst/>
          </a:prstGeom>
          <a:solidFill>
            <a:srgbClr val="CED7E6">
              <a:alpha val="11167"/>
            </a:srgbClr>
          </a:solidFill>
          <a:ln>
            <a:noFill/>
          </a:ln>
        </p:spPr>
      </p:sp>
      <p:sp>
        <p:nvSpPr>
          <p:cNvPr id="88" name="wm.whiteboard.162.90"/>
          <p:cNvSpPr/>
          <p:nvPr/>
        </p:nvSpPr>
        <p:spPr>
          <a:xfrm>
            <a:off x="5753100" y="1371600"/>
            <a:ext cx="38100" cy="38100"/>
          </a:xfrm>
          <a:prstGeom prst="rect">
            <a:avLst/>
          </a:prstGeom>
          <a:solidFill>
            <a:srgbClr val="CED7E6">
              <a:alpha val="2388"/>
            </a:srgbClr>
          </a:solidFill>
          <a:ln>
            <a:noFill/>
          </a:ln>
        </p:spPr>
      </p:sp>
      <p:sp>
        <p:nvSpPr>
          <p:cNvPr id="89" name="wm.whiteboard.180.0"/>
          <p:cNvSpPr/>
          <p:nvPr/>
        </p:nvSpPr>
        <p:spPr>
          <a:xfrm>
            <a:off x="5981700" y="228600"/>
            <a:ext cx="38100" cy="38100"/>
          </a:xfrm>
          <a:prstGeom prst="rect">
            <a:avLst/>
          </a:prstGeom>
          <a:solidFill>
            <a:srgbClr val="CED7E6">
              <a:alpha val="14918"/>
            </a:srgbClr>
          </a:solidFill>
          <a:ln>
            <a:noFill/>
          </a:ln>
        </p:spPr>
      </p:sp>
      <p:sp>
        <p:nvSpPr>
          <p:cNvPr id="90" name="wm.whiteboard.180.18"/>
          <p:cNvSpPr/>
          <p:nvPr/>
        </p:nvSpPr>
        <p:spPr>
          <a:xfrm>
            <a:off x="5981700" y="457200"/>
            <a:ext cx="38100" cy="38100"/>
          </a:xfrm>
          <a:prstGeom prst="rect">
            <a:avLst/>
          </a:prstGeom>
          <a:solidFill>
            <a:srgbClr val="CED7E6">
              <a:alpha val="13741"/>
            </a:srgbClr>
          </a:solidFill>
          <a:ln>
            <a:noFill/>
          </a:ln>
        </p:spPr>
      </p:sp>
      <p:sp>
        <p:nvSpPr>
          <p:cNvPr id="91" name="wm.whiteboard.180.36"/>
          <p:cNvSpPr/>
          <p:nvPr/>
        </p:nvSpPr>
        <p:spPr>
          <a:xfrm>
            <a:off x="5981700" y="685800"/>
            <a:ext cx="38100" cy="38100"/>
          </a:xfrm>
          <a:prstGeom prst="rect">
            <a:avLst/>
          </a:prstGeom>
          <a:solidFill>
            <a:srgbClr val="CED7E6">
              <a:alpha val="10593"/>
            </a:srgbClr>
          </a:solidFill>
          <a:ln>
            <a:noFill/>
          </a:ln>
        </p:spPr>
      </p:sp>
      <p:sp>
        <p:nvSpPr>
          <p:cNvPr id="92" name="wm.whiteboard.180.54"/>
          <p:cNvSpPr/>
          <p:nvPr/>
        </p:nvSpPr>
        <p:spPr>
          <a:xfrm>
            <a:off x="5981700" y="914400"/>
            <a:ext cx="38100" cy="38100"/>
          </a:xfrm>
          <a:prstGeom prst="rect">
            <a:avLst/>
          </a:prstGeom>
          <a:solidFill>
            <a:srgbClr val="CED7E6">
              <a:alpha val="5600"/>
            </a:srgbClr>
          </a:solidFill>
          <a:ln>
            <a:noFill/>
          </a:ln>
        </p:spPr>
      </p:sp>
      <p:sp>
        <p:nvSpPr>
          <p:cNvPr id="93" name="wm.whiteboard.198.0"/>
          <p:cNvSpPr/>
          <p:nvPr/>
        </p:nvSpPr>
        <p:spPr>
          <a:xfrm>
            <a:off x="6210300" y="228600"/>
            <a:ext cx="38100" cy="38100"/>
          </a:xfrm>
          <a:prstGeom prst="rect">
            <a:avLst/>
          </a:prstGeom>
          <a:solidFill>
            <a:srgbClr val="CED7E6">
              <a:alpha val="1142"/>
            </a:srgbClr>
          </a:solidFill>
          <a:ln>
            <a:noFill/>
          </a:ln>
        </p:spPr>
      </p:sp>
      <p:sp>
        <p:nvSpPr>
          <p:cNvPr id="94" name="wm.whiteboard.198.18"/>
          <p:cNvSpPr/>
          <p:nvPr/>
        </p:nvSpPr>
        <p:spPr>
          <a:xfrm>
            <a:off x="6210300" y="457200"/>
            <a:ext cx="38100" cy="38100"/>
          </a:xfrm>
          <a:prstGeom prst="rect">
            <a:avLst/>
          </a:prstGeom>
          <a:solidFill>
            <a:srgbClr val="CED7E6">
              <a:alpha val="69"/>
            </a:srgbClr>
          </a:solidFill>
          <a:ln>
            <a:noFill/>
          </a:ln>
        </p:spPr>
      </p:sp>
      <p:pic>
        <p:nvPicPr>
          <p:cNvPr id="95"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210300"/>
            <a:ext cx="729403" cy="152400"/>
          </a:xfrm>
          <a:prstGeom prst="rect">
            <a:avLst/>
          </a:prstGeom>
        </p:spPr>
      </p:pic>
      <p:sp>
        <p:nvSpPr>
          <p:cNvPr id="96" name="wm.legal"/>
          <p:cNvSpPr/>
          <p:nvPr/>
        </p:nvSpPr>
        <p:spPr>
          <a:xfrm>
            <a:off x="4381500" y="6172200"/>
            <a:ext cx="67056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wmds.frame.d2e087a720e70dd502ed">
    <p:bg>
      <p:bgPr>
        <a:solidFill>
          <a:srgbClr val="FFFFFF"/>
        </a:solidFill>
      </p:bgPr>
    </p:bg>
    <p:spTree>
      <p:nvGrpSpPr>
        <p:cNvPr id="1" name=""/>
        <p:cNvGrpSpPr/>
        <p:nvPr/>
      </p:nvGrpSpPr>
      <p:grpSpPr>
        <a:xfrm>
          <a:off x="0" y="0"/>
          <a:ext cx="0" cy="0"/>
          <a:chOff x="0" y="0"/>
          <a:chExt cx="0" cy="0"/>
        </a:xfrm>
      </p:grpSpPr>
      <p:sp>
        <p:nvSpPr>
          <p:cNvPr id="2" name="wm.footer.band"/>
          <p:cNvSpPr/>
          <p:nvPr/>
        </p:nvSpPr>
        <p:spPr>
          <a:xfrm>
            <a:off x="0" y="6172200"/>
            <a:ext cx="12192000" cy="685800"/>
          </a:xfrm>
          <a:prstGeom prst="rect">
            <a:avLst/>
          </a:prstGeom>
          <a:solidFill>
            <a:srgbClr val="E8EEF8"/>
          </a:solidFill>
          <a:ln>
            <a:noFill/>
          </a:ln>
        </p:spPr>
      </p:sp>
      <p:sp>
        <p:nvSpPr>
          <p:cNvPr id="3" name="wm.whiteboard.0.0"/>
          <p:cNvSpPr/>
          <p:nvPr/>
        </p:nvSpPr>
        <p:spPr>
          <a:xfrm>
            <a:off x="723900" y="228600"/>
            <a:ext cx="38100" cy="38100"/>
          </a:xfrm>
          <a:prstGeom prst="rect">
            <a:avLst/>
          </a:prstGeom>
          <a:solidFill>
            <a:srgbClr val="CED7E6"/>
          </a:solidFill>
          <a:ln>
            <a:noFill/>
          </a:ln>
        </p:spPr>
      </p:sp>
      <p:sp>
        <p:nvSpPr>
          <p:cNvPr id="4" name="wm.whiteboard.0.18"/>
          <p:cNvSpPr/>
          <p:nvPr/>
        </p:nvSpPr>
        <p:spPr>
          <a:xfrm>
            <a:off x="723900" y="457200"/>
            <a:ext cx="38100" cy="38100"/>
          </a:xfrm>
          <a:prstGeom prst="rect">
            <a:avLst/>
          </a:prstGeom>
          <a:solidFill>
            <a:srgbClr val="CED7E6"/>
          </a:solidFill>
          <a:ln>
            <a:noFill/>
          </a:ln>
        </p:spPr>
      </p:sp>
      <p:sp>
        <p:nvSpPr>
          <p:cNvPr id="5" name="wm.whiteboard.0.36"/>
          <p:cNvSpPr/>
          <p:nvPr/>
        </p:nvSpPr>
        <p:spPr>
          <a:xfrm>
            <a:off x="723900" y="685800"/>
            <a:ext cx="38100" cy="38100"/>
          </a:xfrm>
          <a:prstGeom prst="rect">
            <a:avLst/>
          </a:prstGeom>
          <a:solidFill>
            <a:srgbClr val="CED7E6"/>
          </a:solidFill>
          <a:ln>
            <a:noFill/>
          </a:ln>
        </p:spPr>
      </p:sp>
      <p:sp>
        <p:nvSpPr>
          <p:cNvPr id="6" name="wm.whiteboard.0.54"/>
          <p:cNvSpPr/>
          <p:nvPr/>
        </p:nvSpPr>
        <p:spPr>
          <a:xfrm>
            <a:off x="723900" y="914400"/>
            <a:ext cx="38100" cy="38100"/>
          </a:xfrm>
          <a:prstGeom prst="rect">
            <a:avLst/>
          </a:prstGeom>
          <a:solidFill>
            <a:srgbClr val="CED7E6"/>
          </a:solidFill>
          <a:ln>
            <a:noFill/>
          </a:ln>
        </p:spPr>
      </p:sp>
      <p:sp>
        <p:nvSpPr>
          <p:cNvPr id="7" name="wm.whiteboard.0.72"/>
          <p:cNvSpPr/>
          <p:nvPr/>
        </p:nvSpPr>
        <p:spPr>
          <a:xfrm>
            <a:off x="723900" y="1143000"/>
            <a:ext cx="38100" cy="38100"/>
          </a:xfrm>
          <a:prstGeom prst="rect">
            <a:avLst/>
          </a:prstGeom>
          <a:solidFill>
            <a:srgbClr val="CED7E6">
              <a:alpha val="85305"/>
            </a:srgbClr>
          </a:solidFill>
          <a:ln>
            <a:noFill/>
          </a:ln>
        </p:spPr>
      </p:sp>
      <p:sp>
        <p:nvSpPr>
          <p:cNvPr id="8" name="wm.whiteboard.0.90"/>
          <p:cNvSpPr/>
          <p:nvPr/>
        </p:nvSpPr>
        <p:spPr>
          <a:xfrm>
            <a:off x="723900" y="1371600"/>
            <a:ext cx="38100" cy="38100"/>
          </a:xfrm>
          <a:prstGeom prst="rect">
            <a:avLst/>
          </a:prstGeom>
          <a:solidFill>
            <a:srgbClr val="CED7E6">
              <a:alpha val="68524"/>
            </a:srgbClr>
          </a:solidFill>
          <a:ln>
            <a:noFill/>
          </a:ln>
        </p:spPr>
      </p:sp>
      <p:sp>
        <p:nvSpPr>
          <p:cNvPr id="9" name="wm.whiteboard.0.108"/>
          <p:cNvSpPr/>
          <p:nvPr/>
        </p:nvSpPr>
        <p:spPr>
          <a:xfrm>
            <a:off x="723900" y="1600200"/>
            <a:ext cx="38100" cy="38100"/>
          </a:xfrm>
          <a:prstGeom prst="rect">
            <a:avLst/>
          </a:prstGeom>
          <a:solidFill>
            <a:srgbClr val="CED7E6">
              <a:alpha val="51742"/>
            </a:srgbClr>
          </a:solidFill>
          <a:ln>
            <a:noFill/>
          </a:ln>
        </p:spPr>
      </p:sp>
      <p:sp>
        <p:nvSpPr>
          <p:cNvPr id="10" name="wm.whiteboard.0.126"/>
          <p:cNvSpPr/>
          <p:nvPr/>
        </p:nvSpPr>
        <p:spPr>
          <a:xfrm>
            <a:off x="723900" y="1828800"/>
            <a:ext cx="38100" cy="38100"/>
          </a:xfrm>
          <a:prstGeom prst="rect">
            <a:avLst/>
          </a:prstGeom>
          <a:solidFill>
            <a:srgbClr val="CED7E6">
              <a:alpha val="34959"/>
            </a:srgbClr>
          </a:solidFill>
          <a:ln>
            <a:noFill/>
          </a:ln>
        </p:spPr>
      </p:sp>
      <p:sp>
        <p:nvSpPr>
          <p:cNvPr id="11" name="wm.whiteboard.0.144"/>
          <p:cNvSpPr/>
          <p:nvPr/>
        </p:nvSpPr>
        <p:spPr>
          <a:xfrm>
            <a:off x="723900" y="2057400"/>
            <a:ext cx="38100" cy="38100"/>
          </a:xfrm>
          <a:prstGeom prst="rect">
            <a:avLst/>
          </a:prstGeom>
          <a:solidFill>
            <a:srgbClr val="CED7E6">
              <a:alpha val="18177"/>
            </a:srgbClr>
          </a:solidFill>
          <a:ln>
            <a:noFill/>
          </a:ln>
        </p:spPr>
      </p:sp>
      <p:sp>
        <p:nvSpPr>
          <p:cNvPr id="12" name="wm.whiteboard.0.162"/>
          <p:cNvSpPr/>
          <p:nvPr/>
        </p:nvSpPr>
        <p:spPr>
          <a:xfrm>
            <a:off x="723900" y="2286000"/>
            <a:ext cx="38100" cy="38100"/>
          </a:xfrm>
          <a:prstGeom prst="rect">
            <a:avLst/>
          </a:prstGeom>
          <a:solidFill>
            <a:srgbClr val="CED7E6">
              <a:alpha val="1394"/>
            </a:srgbClr>
          </a:solidFill>
          <a:ln>
            <a:noFill/>
          </a:ln>
        </p:spPr>
      </p:sp>
      <p:sp>
        <p:nvSpPr>
          <p:cNvPr id="13" name="wm.whiteboard.18.0"/>
          <p:cNvSpPr/>
          <p:nvPr/>
        </p:nvSpPr>
        <p:spPr>
          <a:xfrm>
            <a:off x="952500" y="228600"/>
            <a:ext cx="38100" cy="38100"/>
          </a:xfrm>
          <a:prstGeom prst="rect">
            <a:avLst/>
          </a:prstGeom>
          <a:solidFill>
            <a:srgbClr val="CED7E6"/>
          </a:solidFill>
          <a:ln>
            <a:noFill/>
          </a:ln>
        </p:spPr>
      </p:sp>
      <p:sp>
        <p:nvSpPr>
          <p:cNvPr id="14" name="wm.whiteboard.18.18"/>
          <p:cNvSpPr/>
          <p:nvPr/>
        </p:nvSpPr>
        <p:spPr>
          <a:xfrm>
            <a:off x="952500" y="457200"/>
            <a:ext cx="38100" cy="38100"/>
          </a:xfrm>
          <a:prstGeom prst="rect">
            <a:avLst/>
          </a:prstGeom>
          <a:solidFill>
            <a:srgbClr val="CED7E6"/>
          </a:solidFill>
          <a:ln>
            <a:noFill/>
          </a:ln>
        </p:spPr>
      </p:sp>
      <p:sp>
        <p:nvSpPr>
          <p:cNvPr id="15" name="wm.whiteboard.18.36"/>
          <p:cNvSpPr/>
          <p:nvPr/>
        </p:nvSpPr>
        <p:spPr>
          <a:xfrm>
            <a:off x="952500" y="685800"/>
            <a:ext cx="38100" cy="38100"/>
          </a:xfrm>
          <a:prstGeom prst="rect">
            <a:avLst/>
          </a:prstGeom>
          <a:solidFill>
            <a:srgbClr val="CED7E6"/>
          </a:solidFill>
          <a:ln>
            <a:noFill/>
          </a:ln>
        </p:spPr>
      </p:sp>
      <p:sp>
        <p:nvSpPr>
          <p:cNvPr id="16" name="wm.whiteboard.18.54"/>
          <p:cNvSpPr/>
          <p:nvPr/>
        </p:nvSpPr>
        <p:spPr>
          <a:xfrm>
            <a:off x="952500" y="914400"/>
            <a:ext cx="38100" cy="38100"/>
          </a:xfrm>
          <a:prstGeom prst="rect">
            <a:avLst/>
          </a:prstGeom>
          <a:solidFill>
            <a:srgbClr val="CED7E6">
              <a:alpha val="99988"/>
            </a:srgbClr>
          </a:solidFill>
          <a:ln>
            <a:noFill/>
          </a:ln>
        </p:spPr>
      </p:sp>
      <p:sp>
        <p:nvSpPr>
          <p:cNvPr id="17" name="wm.whiteboard.18.72"/>
          <p:cNvSpPr/>
          <p:nvPr/>
        </p:nvSpPr>
        <p:spPr>
          <a:xfrm>
            <a:off x="952500" y="1143000"/>
            <a:ext cx="38100" cy="38100"/>
          </a:xfrm>
          <a:prstGeom prst="rect">
            <a:avLst/>
          </a:prstGeom>
          <a:solidFill>
            <a:srgbClr val="CED7E6">
              <a:alpha val="83708"/>
            </a:srgbClr>
          </a:solidFill>
          <a:ln>
            <a:noFill/>
          </a:ln>
        </p:spPr>
      </p:sp>
      <p:sp>
        <p:nvSpPr>
          <p:cNvPr id="18" name="wm.whiteboard.18.90"/>
          <p:cNvSpPr/>
          <p:nvPr/>
        </p:nvSpPr>
        <p:spPr>
          <a:xfrm>
            <a:off x="952500" y="1371600"/>
            <a:ext cx="38100" cy="38100"/>
          </a:xfrm>
          <a:prstGeom prst="rect">
            <a:avLst/>
          </a:prstGeom>
          <a:solidFill>
            <a:srgbClr val="CED7E6">
              <a:alpha val="67236"/>
            </a:srgbClr>
          </a:solidFill>
          <a:ln>
            <a:noFill/>
          </a:ln>
        </p:spPr>
      </p:sp>
      <p:sp>
        <p:nvSpPr>
          <p:cNvPr id="19" name="wm.whiteboard.18.108"/>
          <p:cNvSpPr/>
          <p:nvPr/>
        </p:nvSpPr>
        <p:spPr>
          <a:xfrm>
            <a:off x="952500" y="1600200"/>
            <a:ext cx="38100" cy="38100"/>
          </a:xfrm>
          <a:prstGeom prst="rect">
            <a:avLst/>
          </a:prstGeom>
          <a:solidFill>
            <a:srgbClr val="CED7E6">
              <a:alpha val="50663"/>
            </a:srgbClr>
          </a:solidFill>
          <a:ln>
            <a:noFill/>
          </a:ln>
        </p:spPr>
      </p:sp>
      <p:sp>
        <p:nvSpPr>
          <p:cNvPr id="20" name="wm.whiteboard.18.126"/>
          <p:cNvSpPr/>
          <p:nvPr/>
        </p:nvSpPr>
        <p:spPr>
          <a:xfrm>
            <a:off x="952500" y="1828800"/>
            <a:ext cx="38100" cy="38100"/>
          </a:xfrm>
          <a:prstGeom prst="rect">
            <a:avLst/>
          </a:prstGeom>
          <a:solidFill>
            <a:srgbClr val="CED7E6">
              <a:alpha val="34032"/>
            </a:srgbClr>
          </a:solidFill>
          <a:ln>
            <a:noFill/>
          </a:ln>
        </p:spPr>
      </p:sp>
      <p:sp>
        <p:nvSpPr>
          <p:cNvPr id="21" name="wm.whiteboard.18.144"/>
          <p:cNvSpPr/>
          <p:nvPr/>
        </p:nvSpPr>
        <p:spPr>
          <a:xfrm>
            <a:off x="952500" y="2057400"/>
            <a:ext cx="38100" cy="38100"/>
          </a:xfrm>
          <a:prstGeom prst="rect">
            <a:avLst/>
          </a:prstGeom>
          <a:solidFill>
            <a:srgbClr val="CED7E6">
              <a:alpha val="17363"/>
            </a:srgbClr>
          </a:solidFill>
          <a:ln>
            <a:noFill/>
          </a:ln>
        </p:spPr>
      </p:sp>
      <p:sp>
        <p:nvSpPr>
          <p:cNvPr id="22" name="wm.whiteboard.18.162"/>
          <p:cNvSpPr/>
          <p:nvPr/>
        </p:nvSpPr>
        <p:spPr>
          <a:xfrm>
            <a:off x="952500" y="2286000"/>
            <a:ext cx="38100" cy="38100"/>
          </a:xfrm>
          <a:prstGeom prst="rect">
            <a:avLst/>
          </a:prstGeom>
          <a:solidFill>
            <a:srgbClr val="CED7E6">
              <a:alpha val="670"/>
            </a:srgbClr>
          </a:solidFill>
          <a:ln>
            <a:noFill/>
          </a:ln>
        </p:spPr>
      </p:sp>
      <p:sp>
        <p:nvSpPr>
          <p:cNvPr id="23" name="wm.whiteboard.36.0"/>
          <p:cNvSpPr/>
          <p:nvPr/>
        </p:nvSpPr>
        <p:spPr>
          <a:xfrm>
            <a:off x="1181100" y="228600"/>
            <a:ext cx="38100" cy="38100"/>
          </a:xfrm>
          <a:prstGeom prst="rect">
            <a:avLst/>
          </a:prstGeom>
          <a:solidFill>
            <a:srgbClr val="CED7E6"/>
          </a:solidFill>
          <a:ln>
            <a:noFill/>
          </a:ln>
        </p:spPr>
      </p:sp>
      <p:sp>
        <p:nvSpPr>
          <p:cNvPr id="24" name="wm.whiteboard.36.18"/>
          <p:cNvSpPr/>
          <p:nvPr/>
        </p:nvSpPr>
        <p:spPr>
          <a:xfrm>
            <a:off x="1181100" y="457200"/>
            <a:ext cx="38100" cy="38100"/>
          </a:xfrm>
          <a:prstGeom prst="rect">
            <a:avLst/>
          </a:prstGeom>
          <a:solidFill>
            <a:srgbClr val="CED7E6"/>
          </a:solidFill>
          <a:ln>
            <a:noFill/>
          </a:ln>
        </p:spPr>
      </p:sp>
      <p:sp>
        <p:nvSpPr>
          <p:cNvPr id="25" name="wm.whiteboard.36.36"/>
          <p:cNvSpPr/>
          <p:nvPr/>
        </p:nvSpPr>
        <p:spPr>
          <a:xfrm>
            <a:off x="1181100" y="685800"/>
            <a:ext cx="38100" cy="38100"/>
          </a:xfrm>
          <a:prstGeom prst="rect">
            <a:avLst/>
          </a:prstGeom>
          <a:solidFill>
            <a:srgbClr val="CED7E6"/>
          </a:solidFill>
          <a:ln>
            <a:noFill/>
          </a:ln>
        </p:spPr>
      </p:sp>
      <p:sp>
        <p:nvSpPr>
          <p:cNvPr id="26" name="wm.whiteboard.36.54"/>
          <p:cNvSpPr/>
          <p:nvPr/>
        </p:nvSpPr>
        <p:spPr>
          <a:xfrm>
            <a:off x="1181100" y="914400"/>
            <a:ext cx="38100" cy="38100"/>
          </a:xfrm>
          <a:prstGeom prst="rect">
            <a:avLst/>
          </a:prstGeom>
          <a:solidFill>
            <a:srgbClr val="CED7E6">
              <a:alpha val="94671"/>
            </a:srgbClr>
          </a:solidFill>
          <a:ln>
            <a:noFill/>
          </a:ln>
        </p:spPr>
      </p:sp>
      <p:sp>
        <p:nvSpPr>
          <p:cNvPr id="27" name="wm.whiteboard.36.72"/>
          <p:cNvSpPr/>
          <p:nvPr/>
        </p:nvSpPr>
        <p:spPr>
          <a:xfrm>
            <a:off x="1181100" y="1143000"/>
            <a:ext cx="38100" cy="38100"/>
          </a:xfrm>
          <a:prstGeom prst="rect">
            <a:avLst/>
          </a:prstGeom>
          <a:solidFill>
            <a:srgbClr val="CED7E6">
              <a:alpha val="79547"/>
            </a:srgbClr>
          </a:solidFill>
          <a:ln>
            <a:noFill/>
          </a:ln>
        </p:spPr>
      </p:sp>
      <p:sp>
        <p:nvSpPr>
          <p:cNvPr id="28" name="wm.whiteboard.36.90"/>
          <p:cNvSpPr/>
          <p:nvPr/>
        </p:nvSpPr>
        <p:spPr>
          <a:xfrm>
            <a:off x="1181100" y="1371600"/>
            <a:ext cx="38100" cy="38100"/>
          </a:xfrm>
          <a:prstGeom prst="rect">
            <a:avLst/>
          </a:prstGeom>
          <a:solidFill>
            <a:srgbClr val="CED7E6">
              <a:alpha val="63833"/>
            </a:srgbClr>
          </a:solidFill>
          <a:ln>
            <a:noFill/>
          </a:ln>
        </p:spPr>
      </p:sp>
      <p:sp>
        <p:nvSpPr>
          <p:cNvPr id="29" name="wm.whiteboard.36.108"/>
          <p:cNvSpPr/>
          <p:nvPr/>
        </p:nvSpPr>
        <p:spPr>
          <a:xfrm>
            <a:off x="1181100" y="1600200"/>
            <a:ext cx="38100" cy="38100"/>
          </a:xfrm>
          <a:prstGeom prst="rect">
            <a:avLst/>
          </a:prstGeom>
          <a:solidFill>
            <a:srgbClr val="CED7E6">
              <a:alpha val="47790"/>
            </a:srgbClr>
          </a:solidFill>
          <a:ln>
            <a:noFill/>
          </a:ln>
        </p:spPr>
      </p:sp>
      <p:sp>
        <p:nvSpPr>
          <p:cNvPr id="30" name="wm.whiteboard.36.126"/>
          <p:cNvSpPr/>
          <p:nvPr/>
        </p:nvSpPr>
        <p:spPr>
          <a:xfrm>
            <a:off x="1181100" y="1828800"/>
            <a:ext cx="38100" cy="38100"/>
          </a:xfrm>
          <a:prstGeom prst="rect">
            <a:avLst/>
          </a:prstGeom>
          <a:solidFill>
            <a:srgbClr val="CED7E6">
              <a:alpha val="31549"/>
            </a:srgbClr>
          </a:solidFill>
          <a:ln>
            <a:noFill/>
          </a:ln>
        </p:spPr>
      </p:sp>
      <p:sp>
        <p:nvSpPr>
          <p:cNvPr id="31" name="wm.whiteboard.36.144"/>
          <p:cNvSpPr/>
          <p:nvPr/>
        </p:nvSpPr>
        <p:spPr>
          <a:xfrm>
            <a:off x="1181100" y="2057400"/>
            <a:ext cx="38100" cy="38100"/>
          </a:xfrm>
          <a:prstGeom prst="rect">
            <a:avLst/>
          </a:prstGeom>
          <a:solidFill>
            <a:srgbClr val="CED7E6">
              <a:alpha val="15179"/>
            </a:srgbClr>
          </a:solidFill>
          <a:ln>
            <a:noFill/>
          </a:ln>
        </p:spPr>
      </p:sp>
      <p:sp>
        <p:nvSpPr>
          <p:cNvPr id="32" name="wm.whiteboard.54.0"/>
          <p:cNvSpPr/>
          <p:nvPr/>
        </p:nvSpPr>
        <p:spPr>
          <a:xfrm>
            <a:off x="1409700" y="228600"/>
            <a:ext cx="38100" cy="38100"/>
          </a:xfrm>
          <a:prstGeom prst="rect">
            <a:avLst/>
          </a:prstGeom>
          <a:solidFill>
            <a:srgbClr val="CED7E6"/>
          </a:solidFill>
          <a:ln>
            <a:noFill/>
          </a:ln>
        </p:spPr>
      </p:sp>
      <p:sp>
        <p:nvSpPr>
          <p:cNvPr id="33" name="wm.whiteboard.54.18"/>
          <p:cNvSpPr/>
          <p:nvPr/>
        </p:nvSpPr>
        <p:spPr>
          <a:xfrm>
            <a:off x="1409700" y="457200"/>
            <a:ext cx="38100" cy="38100"/>
          </a:xfrm>
          <a:prstGeom prst="rect">
            <a:avLst/>
          </a:prstGeom>
          <a:solidFill>
            <a:srgbClr val="CED7E6"/>
          </a:solidFill>
          <a:ln>
            <a:noFill/>
          </a:ln>
        </p:spPr>
      </p:sp>
      <p:sp>
        <p:nvSpPr>
          <p:cNvPr id="34" name="wm.whiteboard.54.36"/>
          <p:cNvSpPr/>
          <p:nvPr/>
        </p:nvSpPr>
        <p:spPr>
          <a:xfrm>
            <a:off x="1409700" y="685800"/>
            <a:ext cx="38100" cy="38100"/>
          </a:xfrm>
          <a:prstGeom prst="rect">
            <a:avLst/>
          </a:prstGeom>
          <a:solidFill>
            <a:srgbClr val="CED7E6">
              <a:alpha val="98827"/>
            </a:srgbClr>
          </a:solidFill>
          <a:ln>
            <a:noFill/>
          </a:ln>
        </p:spPr>
      </p:sp>
      <p:sp>
        <p:nvSpPr>
          <p:cNvPr id="35" name="wm.whiteboard.54.54"/>
          <p:cNvSpPr/>
          <p:nvPr/>
        </p:nvSpPr>
        <p:spPr>
          <a:xfrm>
            <a:off x="1409700" y="914400"/>
            <a:ext cx="38100" cy="38100"/>
          </a:xfrm>
          <a:prstGeom prst="rect">
            <a:avLst/>
          </a:prstGeom>
          <a:solidFill>
            <a:srgbClr val="CED7E6">
              <a:alpha val="86895"/>
            </a:srgbClr>
          </a:solidFill>
          <a:ln>
            <a:noFill/>
          </a:ln>
        </p:spPr>
      </p:sp>
      <p:sp>
        <p:nvSpPr>
          <p:cNvPr id="36" name="wm.whiteboard.54.72"/>
          <p:cNvSpPr/>
          <p:nvPr/>
        </p:nvSpPr>
        <p:spPr>
          <a:xfrm>
            <a:off x="1409700" y="1143000"/>
            <a:ext cx="38100" cy="38100"/>
          </a:xfrm>
          <a:prstGeom prst="rect">
            <a:avLst/>
          </a:prstGeom>
          <a:solidFill>
            <a:srgbClr val="CED7E6">
              <a:alpha val="73217"/>
            </a:srgbClr>
          </a:solidFill>
          <a:ln>
            <a:noFill/>
          </a:ln>
        </p:spPr>
      </p:sp>
      <p:sp>
        <p:nvSpPr>
          <p:cNvPr id="37" name="wm.whiteboard.54.90"/>
          <p:cNvSpPr/>
          <p:nvPr/>
        </p:nvSpPr>
        <p:spPr>
          <a:xfrm>
            <a:off x="1409700" y="1371600"/>
            <a:ext cx="38100" cy="38100"/>
          </a:xfrm>
          <a:prstGeom prst="rect">
            <a:avLst/>
          </a:prstGeom>
          <a:solidFill>
            <a:srgbClr val="CED7E6">
              <a:alpha val="58541"/>
            </a:srgbClr>
          </a:solidFill>
          <a:ln>
            <a:noFill/>
          </a:ln>
        </p:spPr>
      </p:sp>
      <p:sp>
        <p:nvSpPr>
          <p:cNvPr id="38" name="wm.whiteboard.54.108"/>
          <p:cNvSpPr/>
          <p:nvPr/>
        </p:nvSpPr>
        <p:spPr>
          <a:xfrm>
            <a:off x="1409700" y="1600200"/>
            <a:ext cx="38100" cy="38100"/>
          </a:xfrm>
          <a:prstGeom prst="rect">
            <a:avLst/>
          </a:prstGeom>
          <a:solidFill>
            <a:srgbClr val="CED7E6">
              <a:alpha val="43263"/>
            </a:srgbClr>
          </a:solidFill>
          <a:ln>
            <a:noFill/>
          </a:ln>
        </p:spPr>
      </p:sp>
      <p:sp>
        <p:nvSpPr>
          <p:cNvPr id="39" name="wm.whiteboard.54.126"/>
          <p:cNvSpPr/>
          <p:nvPr/>
        </p:nvSpPr>
        <p:spPr>
          <a:xfrm>
            <a:off x="1409700" y="1828800"/>
            <a:ext cx="38100" cy="38100"/>
          </a:xfrm>
          <a:prstGeom prst="rect">
            <a:avLst/>
          </a:prstGeom>
          <a:solidFill>
            <a:srgbClr val="CED7E6">
              <a:alpha val="27603"/>
            </a:srgbClr>
          </a:solidFill>
          <a:ln>
            <a:noFill/>
          </a:ln>
        </p:spPr>
      </p:sp>
      <p:sp>
        <p:nvSpPr>
          <p:cNvPr id="40" name="wm.whiteboard.54.144"/>
          <p:cNvSpPr/>
          <p:nvPr/>
        </p:nvSpPr>
        <p:spPr>
          <a:xfrm>
            <a:off x="1409700" y="2057400"/>
            <a:ext cx="38100" cy="38100"/>
          </a:xfrm>
          <a:prstGeom prst="rect">
            <a:avLst/>
          </a:prstGeom>
          <a:solidFill>
            <a:srgbClr val="CED7E6">
              <a:alpha val="11687"/>
            </a:srgbClr>
          </a:solidFill>
          <a:ln>
            <a:noFill/>
          </a:ln>
        </p:spPr>
      </p:sp>
      <p:sp>
        <p:nvSpPr>
          <p:cNvPr id="41" name="wm.whiteboard.72.0"/>
          <p:cNvSpPr/>
          <p:nvPr/>
        </p:nvSpPr>
        <p:spPr>
          <a:xfrm>
            <a:off x="1638300" y="228600"/>
            <a:ext cx="38100" cy="38100"/>
          </a:xfrm>
          <a:prstGeom prst="rect">
            <a:avLst/>
          </a:prstGeom>
          <a:solidFill>
            <a:srgbClr val="CED7E6">
              <a:alpha val="97572"/>
            </a:srgbClr>
          </a:solidFill>
          <a:ln>
            <a:noFill/>
          </a:ln>
        </p:spPr>
      </p:sp>
      <p:sp>
        <p:nvSpPr>
          <p:cNvPr id="42" name="wm.whiteboard.72.18"/>
          <p:cNvSpPr/>
          <p:nvPr/>
        </p:nvSpPr>
        <p:spPr>
          <a:xfrm>
            <a:off x="1638300" y="457200"/>
            <a:ext cx="38100" cy="38100"/>
          </a:xfrm>
          <a:prstGeom prst="rect">
            <a:avLst/>
          </a:prstGeom>
          <a:solidFill>
            <a:srgbClr val="CED7E6">
              <a:alpha val="94724"/>
            </a:srgbClr>
          </a:solidFill>
          <a:ln>
            <a:noFill/>
          </a:ln>
        </p:spPr>
      </p:sp>
      <p:sp>
        <p:nvSpPr>
          <p:cNvPr id="43" name="wm.whiteboard.72.36"/>
          <p:cNvSpPr/>
          <p:nvPr/>
        </p:nvSpPr>
        <p:spPr>
          <a:xfrm>
            <a:off x="1638300" y="685800"/>
            <a:ext cx="38100" cy="38100"/>
          </a:xfrm>
          <a:prstGeom prst="rect">
            <a:avLst/>
          </a:prstGeom>
          <a:solidFill>
            <a:srgbClr val="CED7E6">
              <a:alpha val="87609"/>
            </a:srgbClr>
          </a:solidFill>
          <a:ln>
            <a:noFill/>
          </a:ln>
        </p:spPr>
      </p:sp>
      <p:sp>
        <p:nvSpPr>
          <p:cNvPr id="44" name="wm.whiteboard.72.54"/>
          <p:cNvSpPr/>
          <p:nvPr/>
        </p:nvSpPr>
        <p:spPr>
          <a:xfrm>
            <a:off x="1638300" y="914400"/>
            <a:ext cx="38100" cy="38100"/>
          </a:xfrm>
          <a:prstGeom prst="rect">
            <a:avLst/>
          </a:prstGeom>
          <a:solidFill>
            <a:srgbClr val="CED7E6">
              <a:alpha val="77408"/>
            </a:srgbClr>
          </a:solidFill>
          <a:ln>
            <a:noFill/>
          </a:ln>
        </p:spPr>
      </p:sp>
      <p:sp>
        <p:nvSpPr>
          <p:cNvPr id="45" name="wm.whiteboard.72.72"/>
          <p:cNvSpPr/>
          <p:nvPr/>
        </p:nvSpPr>
        <p:spPr>
          <a:xfrm>
            <a:off x="1638300" y="1143000"/>
            <a:ext cx="38100" cy="38100"/>
          </a:xfrm>
          <a:prstGeom prst="rect">
            <a:avLst/>
          </a:prstGeom>
          <a:solidFill>
            <a:srgbClr val="CED7E6">
              <a:alpha val="65181"/>
            </a:srgbClr>
          </a:solidFill>
          <a:ln>
            <a:noFill/>
          </a:ln>
        </p:spPr>
      </p:sp>
      <p:sp>
        <p:nvSpPr>
          <p:cNvPr id="46" name="wm.whiteboard.72.90"/>
          <p:cNvSpPr/>
          <p:nvPr/>
        </p:nvSpPr>
        <p:spPr>
          <a:xfrm>
            <a:off x="1638300" y="1371600"/>
            <a:ext cx="38100" cy="38100"/>
          </a:xfrm>
          <a:prstGeom prst="rect">
            <a:avLst/>
          </a:prstGeom>
          <a:solidFill>
            <a:srgbClr val="CED7E6">
              <a:alpha val="51653"/>
            </a:srgbClr>
          </a:solidFill>
          <a:ln>
            <a:noFill/>
          </a:ln>
        </p:spPr>
      </p:sp>
      <p:sp>
        <p:nvSpPr>
          <p:cNvPr id="47" name="wm.whiteboard.72.108"/>
          <p:cNvSpPr/>
          <p:nvPr/>
        </p:nvSpPr>
        <p:spPr>
          <a:xfrm>
            <a:off x="1638300" y="1600200"/>
            <a:ext cx="38100" cy="38100"/>
          </a:xfrm>
          <a:prstGeom prst="rect">
            <a:avLst/>
          </a:prstGeom>
          <a:solidFill>
            <a:srgbClr val="CED7E6">
              <a:alpha val="37275"/>
            </a:srgbClr>
          </a:solidFill>
          <a:ln>
            <a:noFill/>
          </a:ln>
        </p:spPr>
      </p:sp>
      <p:sp>
        <p:nvSpPr>
          <p:cNvPr id="48" name="wm.whiteboard.72.126"/>
          <p:cNvSpPr/>
          <p:nvPr/>
        </p:nvSpPr>
        <p:spPr>
          <a:xfrm>
            <a:off x="1638300" y="1828800"/>
            <a:ext cx="38100" cy="38100"/>
          </a:xfrm>
          <a:prstGeom prst="rect">
            <a:avLst/>
          </a:prstGeom>
          <a:solidFill>
            <a:srgbClr val="CED7E6">
              <a:alpha val="22326"/>
            </a:srgbClr>
          </a:solidFill>
          <a:ln>
            <a:noFill/>
          </a:ln>
        </p:spPr>
      </p:sp>
      <p:sp>
        <p:nvSpPr>
          <p:cNvPr id="49" name="wm.whiteboard.72.144"/>
          <p:cNvSpPr/>
          <p:nvPr/>
        </p:nvSpPr>
        <p:spPr>
          <a:xfrm>
            <a:off x="1638300" y="2057400"/>
            <a:ext cx="38100" cy="38100"/>
          </a:xfrm>
          <a:prstGeom prst="rect">
            <a:avLst/>
          </a:prstGeom>
          <a:solidFill>
            <a:srgbClr val="CED7E6">
              <a:alpha val="6980"/>
            </a:srgbClr>
          </a:solidFill>
          <a:ln>
            <a:noFill/>
          </a:ln>
        </p:spPr>
      </p:sp>
      <p:sp>
        <p:nvSpPr>
          <p:cNvPr id="50" name="wm.whiteboard.90.0"/>
          <p:cNvSpPr/>
          <p:nvPr/>
        </p:nvSpPr>
        <p:spPr>
          <a:xfrm>
            <a:off x="1866900" y="228600"/>
            <a:ext cx="38100" cy="38100"/>
          </a:xfrm>
          <a:prstGeom prst="rect">
            <a:avLst/>
          </a:prstGeom>
          <a:solidFill>
            <a:srgbClr val="CED7E6">
              <a:alpha val="83798"/>
            </a:srgbClr>
          </a:solidFill>
          <a:ln>
            <a:noFill/>
          </a:ln>
        </p:spPr>
      </p:sp>
      <p:sp>
        <p:nvSpPr>
          <p:cNvPr id="51" name="wm.whiteboard.90.18"/>
          <p:cNvSpPr/>
          <p:nvPr/>
        </p:nvSpPr>
        <p:spPr>
          <a:xfrm>
            <a:off x="1866900" y="457200"/>
            <a:ext cx="38100" cy="38100"/>
          </a:xfrm>
          <a:prstGeom prst="rect">
            <a:avLst/>
          </a:prstGeom>
          <a:solidFill>
            <a:srgbClr val="CED7E6">
              <a:alpha val="81490"/>
            </a:srgbClr>
          </a:solidFill>
          <a:ln>
            <a:noFill/>
          </a:ln>
        </p:spPr>
      </p:sp>
      <p:sp>
        <p:nvSpPr>
          <p:cNvPr id="52" name="wm.whiteboard.90.36"/>
          <p:cNvSpPr/>
          <p:nvPr/>
        </p:nvSpPr>
        <p:spPr>
          <a:xfrm>
            <a:off x="1866900" y="685800"/>
            <a:ext cx="38100" cy="38100"/>
          </a:xfrm>
          <a:prstGeom prst="rect">
            <a:avLst/>
          </a:prstGeom>
          <a:solidFill>
            <a:srgbClr val="CED7E6">
              <a:alpha val="75569"/>
            </a:srgbClr>
          </a:solidFill>
          <a:ln>
            <a:noFill/>
          </a:ln>
        </p:spPr>
      </p:sp>
      <p:sp>
        <p:nvSpPr>
          <p:cNvPr id="53" name="wm.whiteboard.90.54"/>
          <p:cNvSpPr/>
          <p:nvPr/>
        </p:nvSpPr>
        <p:spPr>
          <a:xfrm>
            <a:off x="1866900" y="914400"/>
            <a:ext cx="38100" cy="38100"/>
          </a:xfrm>
          <a:prstGeom prst="rect">
            <a:avLst/>
          </a:prstGeom>
          <a:solidFill>
            <a:srgbClr val="CED7E6">
              <a:alpha val="66767"/>
            </a:srgbClr>
          </a:solidFill>
          <a:ln>
            <a:noFill/>
          </a:ln>
        </p:spPr>
      </p:sp>
      <p:sp>
        <p:nvSpPr>
          <p:cNvPr id="54" name="wm.whiteboard.90.72"/>
          <p:cNvSpPr/>
          <p:nvPr/>
        </p:nvSpPr>
        <p:spPr>
          <a:xfrm>
            <a:off x="1866900" y="1143000"/>
            <a:ext cx="38100" cy="38100"/>
          </a:xfrm>
          <a:prstGeom prst="rect">
            <a:avLst/>
          </a:prstGeom>
          <a:solidFill>
            <a:srgbClr val="CED7E6">
              <a:alpha val="55859"/>
            </a:srgbClr>
          </a:solidFill>
          <a:ln>
            <a:noFill/>
          </a:ln>
        </p:spPr>
      </p:sp>
      <p:sp>
        <p:nvSpPr>
          <p:cNvPr id="55" name="wm.whiteboard.90.90"/>
          <p:cNvSpPr/>
          <p:nvPr/>
        </p:nvSpPr>
        <p:spPr>
          <a:xfrm>
            <a:off x="1866900" y="1371600"/>
            <a:ext cx="38100" cy="38100"/>
          </a:xfrm>
          <a:prstGeom prst="rect">
            <a:avLst/>
          </a:prstGeom>
          <a:solidFill>
            <a:srgbClr val="CED7E6">
              <a:alpha val="43468"/>
            </a:srgbClr>
          </a:solidFill>
          <a:ln>
            <a:noFill/>
          </a:ln>
        </p:spPr>
      </p:sp>
      <p:sp>
        <p:nvSpPr>
          <p:cNvPr id="56" name="wm.whiteboard.90.108"/>
          <p:cNvSpPr/>
          <p:nvPr/>
        </p:nvSpPr>
        <p:spPr>
          <a:xfrm>
            <a:off x="1866900" y="1600200"/>
            <a:ext cx="38100" cy="38100"/>
          </a:xfrm>
          <a:prstGeom prst="rect">
            <a:avLst/>
          </a:prstGeom>
          <a:solidFill>
            <a:srgbClr val="CED7E6">
              <a:alpha val="30037"/>
            </a:srgbClr>
          </a:solidFill>
          <a:ln>
            <a:noFill/>
          </a:ln>
        </p:spPr>
      </p:sp>
      <p:sp>
        <p:nvSpPr>
          <p:cNvPr id="57" name="wm.whiteboard.90.126"/>
          <p:cNvSpPr/>
          <p:nvPr/>
        </p:nvSpPr>
        <p:spPr>
          <a:xfrm>
            <a:off x="1866900" y="1828800"/>
            <a:ext cx="38100" cy="38100"/>
          </a:xfrm>
          <a:prstGeom prst="rect">
            <a:avLst/>
          </a:prstGeom>
          <a:solidFill>
            <a:srgbClr val="CED7E6">
              <a:alpha val="15870"/>
            </a:srgbClr>
          </a:solidFill>
          <a:ln>
            <a:noFill/>
          </a:ln>
        </p:spPr>
      </p:sp>
      <p:sp>
        <p:nvSpPr>
          <p:cNvPr id="58" name="wm.whiteboard.90.144"/>
          <p:cNvSpPr/>
          <p:nvPr/>
        </p:nvSpPr>
        <p:spPr>
          <a:xfrm>
            <a:off x="1866900" y="2057400"/>
            <a:ext cx="38100" cy="38100"/>
          </a:xfrm>
          <a:prstGeom prst="rect">
            <a:avLst/>
          </a:prstGeom>
          <a:solidFill>
            <a:srgbClr val="CED7E6">
              <a:alpha val="1171"/>
            </a:srgbClr>
          </a:solidFill>
          <a:ln>
            <a:noFill/>
          </a:ln>
        </p:spPr>
      </p:sp>
      <p:sp>
        <p:nvSpPr>
          <p:cNvPr id="59" name="wm.whiteboard.108.0"/>
          <p:cNvSpPr/>
          <p:nvPr/>
        </p:nvSpPr>
        <p:spPr>
          <a:xfrm>
            <a:off x="2095500" y="228600"/>
            <a:ext cx="38100" cy="38100"/>
          </a:xfrm>
          <a:prstGeom prst="rect">
            <a:avLst/>
          </a:prstGeom>
          <a:solidFill>
            <a:srgbClr val="CED7E6">
              <a:alpha val="70023"/>
            </a:srgbClr>
          </a:solidFill>
          <a:ln>
            <a:noFill/>
          </a:ln>
        </p:spPr>
      </p:sp>
      <p:sp>
        <p:nvSpPr>
          <p:cNvPr id="60" name="wm.whiteboard.108.18"/>
          <p:cNvSpPr/>
          <p:nvPr/>
        </p:nvSpPr>
        <p:spPr>
          <a:xfrm>
            <a:off x="2095500" y="457200"/>
            <a:ext cx="38100" cy="38100"/>
          </a:xfrm>
          <a:prstGeom prst="rect">
            <a:avLst/>
          </a:prstGeom>
          <a:solidFill>
            <a:srgbClr val="CED7E6">
              <a:alpha val="68085"/>
            </a:srgbClr>
          </a:solidFill>
          <a:ln>
            <a:noFill/>
          </a:ln>
        </p:spPr>
      </p:sp>
      <p:sp>
        <p:nvSpPr>
          <p:cNvPr id="61" name="wm.whiteboard.108.36"/>
          <p:cNvSpPr/>
          <p:nvPr/>
        </p:nvSpPr>
        <p:spPr>
          <a:xfrm>
            <a:off x="2095500" y="685800"/>
            <a:ext cx="38100" cy="38100"/>
          </a:xfrm>
          <a:prstGeom prst="rect">
            <a:avLst/>
          </a:prstGeom>
          <a:solidFill>
            <a:srgbClr val="CED7E6">
              <a:alpha val="63033"/>
            </a:srgbClr>
          </a:solidFill>
          <a:ln>
            <a:noFill/>
          </a:ln>
        </p:spPr>
      </p:sp>
      <p:sp>
        <p:nvSpPr>
          <p:cNvPr id="62" name="wm.whiteboard.108.54"/>
          <p:cNvSpPr/>
          <p:nvPr/>
        </p:nvSpPr>
        <p:spPr>
          <a:xfrm>
            <a:off x="2095500" y="914400"/>
            <a:ext cx="38100" cy="38100"/>
          </a:xfrm>
          <a:prstGeom prst="rect">
            <a:avLst/>
          </a:prstGeom>
          <a:solidFill>
            <a:srgbClr val="CED7E6">
              <a:alpha val="55346"/>
            </a:srgbClr>
          </a:solidFill>
          <a:ln>
            <a:noFill/>
          </a:ln>
        </p:spPr>
      </p:sp>
      <p:sp>
        <p:nvSpPr>
          <p:cNvPr id="63" name="wm.whiteboard.108.72"/>
          <p:cNvSpPr/>
          <p:nvPr/>
        </p:nvSpPr>
        <p:spPr>
          <a:xfrm>
            <a:off x="2095500" y="1143000"/>
            <a:ext cx="38100" cy="38100"/>
          </a:xfrm>
          <a:prstGeom prst="rect">
            <a:avLst/>
          </a:prstGeom>
          <a:solidFill>
            <a:srgbClr val="CED7E6">
              <a:alpha val="45583"/>
            </a:srgbClr>
          </a:solidFill>
          <a:ln>
            <a:noFill/>
          </a:ln>
        </p:spPr>
      </p:sp>
      <p:sp>
        <p:nvSpPr>
          <p:cNvPr id="64" name="wm.whiteboard.108.90"/>
          <p:cNvSpPr/>
          <p:nvPr/>
        </p:nvSpPr>
        <p:spPr>
          <a:xfrm>
            <a:off x="2095500" y="1371600"/>
            <a:ext cx="38100" cy="38100"/>
          </a:xfrm>
          <a:prstGeom prst="rect">
            <a:avLst/>
          </a:prstGeom>
          <a:solidFill>
            <a:srgbClr val="CED7E6">
              <a:alpha val="34251"/>
            </a:srgbClr>
          </a:solidFill>
          <a:ln>
            <a:noFill/>
          </a:ln>
        </p:spPr>
      </p:sp>
      <p:sp>
        <p:nvSpPr>
          <p:cNvPr id="65" name="wm.whiteboard.108.108"/>
          <p:cNvSpPr/>
          <p:nvPr/>
        </p:nvSpPr>
        <p:spPr>
          <a:xfrm>
            <a:off x="2095500" y="1600200"/>
            <a:ext cx="38100" cy="38100"/>
          </a:xfrm>
          <a:prstGeom prst="rect">
            <a:avLst/>
          </a:prstGeom>
          <a:solidFill>
            <a:srgbClr val="CED7E6">
              <a:alpha val="21754"/>
            </a:srgbClr>
          </a:solidFill>
          <a:ln>
            <a:noFill/>
          </a:ln>
        </p:spPr>
      </p:sp>
      <p:sp>
        <p:nvSpPr>
          <p:cNvPr id="66" name="wm.whiteboard.108.126"/>
          <p:cNvSpPr/>
          <p:nvPr/>
        </p:nvSpPr>
        <p:spPr>
          <a:xfrm>
            <a:off x="2095500" y="1828800"/>
            <a:ext cx="38100" cy="38100"/>
          </a:xfrm>
          <a:prstGeom prst="rect">
            <a:avLst/>
          </a:prstGeom>
          <a:solidFill>
            <a:srgbClr val="CED7E6">
              <a:alpha val="8391"/>
            </a:srgbClr>
          </a:solidFill>
          <a:ln>
            <a:noFill/>
          </a:ln>
        </p:spPr>
      </p:sp>
      <p:sp>
        <p:nvSpPr>
          <p:cNvPr id="67" name="wm.whiteboard.126.0"/>
          <p:cNvSpPr/>
          <p:nvPr/>
        </p:nvSpPr>
        <p:spPr>
          <a:xfrm>
            <a:off x="2324100" y="228600"/>
            <a:ext cx="38100" cy="38100"/>
          </a:xfrm>
          <a:prstGeom prst="rect">
            <a:avLst/>
          </a:prstGeom>
          <a:solidFill>
            <a:srgbClr val="CED7E6">
              <a:alpha val="56247"/>
            </a:srgbClr>
          </a:solidFill>
          <a:ln>
            <a:noFill/>
          </a:ln>
        </p:spPr>
      </p:sp>
      <p:sp>
        <p:nvSpPr>
          <p:cNvPr id="68" name="wm.whiteboard.126.18"/>
          <p:cNvSpPr/>
          <p:nvPr/>
        </p:nvSpPr>
        <p:spPr>
          <a:xfrm>
            <a:off x="2324100" y="457200"/>
            <a:ext cx="38100" cy="38100"/>
          </a:xfrm>
          <a:prstGeom prst="rect">
            <a:avLst/>
          </a:prstGeom>
          <a:solidFill>
            <a:srgbClr val="CED7E6">
              <a:alpha val="54578"/>
            </a:srgbClr>
          </a:solidFill>
          <a:ln>
            <a:noFill/>
          </a:ln>
        </p:spPr>
      </p:sp>
      <p:sp>
        <p:nvSpPr>
          <p:cNvPr id="69" name="wm.whiteboard.126.36"/>
          <p:cNvSpPr/>
          <p:nvPr/>
        </p:nvSpPr>
        <p:spPr>
          <a:xfrm>
            <a:off x="2324100" y="685800"/>
            <a:ext cx="38100" cy="38100"/>
          </a:xfrm>
          <a:prstGeom prst="rect">
            <a:avLst/>
          </a:prstGeom>
          <a:solidFill>
            <a:srgbClr val="CED7E6">
              <a:alpha val="50182"/>
            </a:srgbClr>
          </a:solidFill>
          <a:ln>
            <a:noFill/>
          </a:ln>
        </p:spPr>
      </p:sp>
      <p:sp>
        <p:nvSpPr>
          <p:cNvPr id="70" name="wm.whiteboard.126.54"/>
          <p:cNvSpPr/>
          <p:nvPr/>
        </p:nvSpPr>
        <p:spPr>
          <a:xfrm>
            <a:off x="2324100" y="914400"/>
            <a:ext cx="38100" cy="38100"/>
          </a:xfrm>
          <a:prstGeom prst="rect">
            <a:avLst/>
          </a:prstGeom>
          <a:solidFill>
            <a:srgbClr val="CED7E6">
              <a:alpha val="43386"/>
            </a:srgbClr>
          </a:solidFill>
          <a:ln>
            <a:noFill/>
          </a:ln>
        </p:spPr>
      </p:sp>
      <p:sp>
        <p:nvSpPr>
          <p:cNvPr id="71" name="wm.whiteboard.126.72"/>
          <p:cNvSpPr/>
          <p:nvPr/>
        </p:nvSpPr>
        <p:spPr>
          <a:xfrm>
            <a:off x="2324100" y="1143000"/>
            <a:ext cx="38100" cy="38100"/>
          </a:xfrm>
          <a:prstGeom prst="rect">
            <a:avLst/>
          </a:prstGeom>
          <a:solidFill>
            <a:srgbClr val="CED7E6">
              <a:alpha val="34598"/>
            </a:srgbClr>
          </a:solidFill>
          <a:ln>
            <a:noFill/>
          </a:ln>
        </p:spPr>
      </p:sp>
      <p:sp>
        <p:nvSpPr>
          <p:cNvPr id="72" name="wm.whiteboard.126.90"/>
          <p:cNvSpPr/>
          <p:nvPr/>
        </p:nvSpPr>
        <p:spPr>
          <a:xfrm>
            <a:off x="2324100" y="1371600"/>
            <a:ext cx="38100" cy="38100"/>
          </a:xfrm>
          <a:prstGeom prst="rect">
            <a:avLst/>
          </a:prstGeom>
          <a:solidFill>
            <a:srgbClr val="CED7E6">
              <a:alpha val="24223"/>
            </a:srgbClr>
          </a:solidFill>
          <a:ln>
            <a:noFill/>
          </a:ln>
        </p:spPr>
      </p:sp>
      <p:sp>
        <p:nvSpPr>
          <p:cNvPr id="73" name="wm.whiteboard.126.108"/>
          <p:cNvSpPr/>
          <p:nvPr/>
        </p:nvSpPr>
        <p:spPr>
          <a:xfrm>
            <a:off x="2324100" y="1600200"/>
            <a:ext cx="38100" cy="38100"/>
          </a:xfrm>
          <a:prstGeom prst="rect">
            <a:avLst/>
          </a:prstGeom>
          <a:solidFill>
            <a:srgbClr val="CED7E6">
              <a:alpha val="12610"/>
            </a:srgbClr>
          </a:solidFill>
          <a:ln>
            <a:noFill/>
          </a:ln>
        </p:spPr>
      </p:sp>
      <p:sp>
        <p:nvSpPr>
          <p:cNvPr id="74" name="wm.whiteboard.126.126"/>
          <p:cNvSpPr/>
          <p:nvPr/>
        </p:nvSpPr>
        <p:spPr>
          <a:xfrm>
            <a:off x="2324100" y="1828800"/>
            <a:ext cx="38100" cy="38100"/>
          </a:xfrm>
          <a:prstGeom prst="rect">
            <a:avLst/>
          </a:prstGeom>
          <a:solidFill>
            <a:srgbClr val="CED7E6">
              <a:alpha val="40"/>
            </a:srgbClr>
          </a:solidFill>
          <a:ln>
            <a:noFill/>
          </a:ln>
        </p:spPr>
      </p:sp>
      <p:sp>
        <p:nvSpPr>
          <p:cNvPr id="75" name="wm.whiteboard.144.0"/>
          <p:cNvSpPr/>
          <p:nvPr/>
        </p:nvSpPr>
        <p:spPr>
          <a:xfrm>
            <a:off x="2552700" y="228600"/>
            <a:ext cx="38100" cy="38100"/>
          </a:xfrm>
          <a:prstGeom prst="rect">
            <a:avLst/>
          </a:prstGeom>
          <a:solidFill>
            <a:srgbClr val="CED7E6">
              <a:alpha val="42471"/>
            </a:srgbClr>
          </a:solidFill>
          <a:ln>
            <a:noFill/>
          </a:ln>
        </p:spPr>
      </p:sp>
      <p:sp>
        <p:nvSpPr>
          <p:cNvPr id="76" name="wm.whiteboard.144.18"/>
          <p:cNvSpPr/>
          <p:nvPr/>
        </p:nvSpPr>
        <p:spPr>
          <a:xfrm>
            <a:off x="2552700" y="457200"/>
            <a:ext cx="38100" cy="38100"/>
          </a:xfrm>
          <a:prstGeom prst="rect">
            <a:avLst/>
          </a:prstGeom>
          <a:solidFill>
            <a:srgbClr val="CED7E6">
              <a:alpha val="41005"/>
            </a:srgbClr>
          </a:solidFill>
          <a:ln>
            <a:noFill/>
          </a:ln>
        </p:spPr>
      </p:sp>
      <p:sp>
        <p:nvSpPr>
          <p:cNvPr id="77" name="wm.whiteboard.144.36"/>
          <p:cNvSpPr/>
          <p:nvPr/>
        </p:nvSpPr>
        <p:spPr>
          <a:xfrm>
            <a:off x="2552700" y="685800"/>
            <a:ext cx="38100" cy="38100"/>
          </a:xfrm>
          <a:prstGeom prst="rect">
            <a:avLst/>
          </a:prstGeom>
          <a:solidFill>
            <a:srgbClr val="CED7E6">
              <a:alpha val="37120"/>
            </a:srgbClr>
          </a:solidFill>
          <a:ln>
            <a:noFill/>
          </a:ln>
        </p:spPr>
      </p:sp>
      <p:sp>
        <p:nvSpPr>
          <p:cNvPr id="78" name="wm.whiteboard.144.54"/>
          <p:cNvSpPr/>
          <p:nvPr/>
        </p:nvSpPr>
        <p:spPr>
          <a:xfrm>
            <a:off x="2552700" y="914400"/>
            <a:ext cx="38100" cy="38100"/>
          </a:xfrm>
          <a:prstGeom prst="rect">
            <a:avLst/>
          </a:prstGeom>
          <a:solidFill>
            <a:srgbClr val="CED7E6">
              <a:alpha val="31044"/>
            </a:srgbClr>
          </a:solidFill>
          <a:ln>
            <a:noFill/>
          </a:ln>
        </p:spPr>
      </p:sp>
      <p:sp>
        <p:nvSpPr>
          <p:cNvPr id="79" name="wm.whiteboard.144.72"/>
          <p:cNvSpPr/>
          <p:nvPr/>
        </p:nvSpPr>
        <p:spPr>
          <a:xfrm>
            <a:off x="2552700" y="1143000"/>
            <a:ext cx="38100" cy="38100"/>
          </a:xfrm>
          <a:prstGeom prst="rect">
            <a:avLst/>
          </a:prstGeom>
          <a:solidFill>
            <a:srgbClr val="CED7E6">
              <a:alpha val="23083"/>
            </a:srgbClr>
          </a:solidFill>
          <a:ln>
            <a:noFill/>
          </a:ln>
        </p:spPr>
      </p:sp>
      <p:sp>
        <p:nvSpPr>
          <p:cNvPr id="80" name="wm.whiteboard.144.90"/>
          <p:cNvSpPr/>
          <p:nvPr/>
        </p:nvSpPr>
        <p:spPr>
          <a:xfrm>
            <a:off x="2552700" y="1371600"/>
            <a:ext cx="38100" cy="38100"/>
          </a:xfrm>
          <a:prstGeom prst="rect">
            <a:avLst/>
          </a:prstGeom>
          <a:solidFill>
            <a:srgbClr val="CED7E6">
              <a:alpha val="13557"/>
            </a:srgbClr>
          </a:solidFill>
          <a:ln>
            <a:noFill/>
          </a:ln>
        </p:spPr>
      </p:sp>
      <p:sp>
        <p:nvSpPr>
          <p:cNvPr id="81" name="wm.whiteboard.144.108"/>
          <p:cNvSpPr/>
          <p:nvPr/>
        </p:nvSpPr>
        <p:spPr>
          <a:xfrm>
            <a:off x="2552700" y="1600200"/>
            <a:ext cx="38100" cy="38100"/>
          </a:xfrm>
          <a:prstGeom prst="rect">
            <a:avLst/>
          </a:prstGeom>
          <a:solidFill>
            <a:srgbClr val="CED7E6">
              <a:alpha val="2762"/>
            </a:srgbClr>
          </a:solidFill>
          <a:ln>
            <a:noFill/>
          </a:ln>
        </p:spPr>
      </p:sp>
      <p:sp>
        <p:nvSpPr>
          <p:cNvPr id="82" name="wm.whiteboard.162.0"/>
          <p:cNvSpPr/>
          <p:nvPr/>
        </p:nvSpPr>
        <p:spPr>
          <a:xfrm>
            <a:off x="2781300" y="228600"/>
            <a:ext cx="38100" cy="38100"/>
          </a:xfrm>
          <a:prstGeom prst="rect">
            <a:avLst/>
          </a:prstGeom>
          <a:solidFill>
            <a:srgbClr val="CED7E6">
              <a:alpha val="28695"/>
            </a:srgbClr>
          </a:solidFill>
          <a:ln>
            <a:noFill/>
          </a:ln>
        </p:spPr>
      </p:sp>
      <p:sp>
        <p:nvSpPr>
          <p:cNvPr id="83" name="wm.whiteboard.162.18"/>
          <p:cNvSpPr/>
          <p:nvPr/>
        </p:nvSpPr>
        <p:spPr>
          <a:xfrm>
            <a:off x="2781300" y="457200"/>
            <a:ext cx="38100" cy="38100"/>
          </a:xfrm>
          <a:prstGeom prst="rect">
            <a:avLst/>
          </a:prstGeom>
          <a:solidFill>
            <a:srgbClr val="CED7E6">
              <a:alpha val="27389"/>
            </a:srgbClr>
          </a:solidFill>
          <a:ln>
            <a:noFill/>
          </a:ln>
        </p:spPr>
      </p:sp>
      <p:sp>
        <p:nvSpPr>
          <p:cNvPr id="84" name="wm.whiteboard.162.36"/>
          <p:cNvSpPr/>
          <p:nvPr/>
        </p:nvSpPr>
        <p:spPr>
          <a:xfrm>
            <a:off x="2781300" y="685800"/>
            <a:ext cx="38100" cy="38100"/>
          </a:xfrm>
          <a:prstGeom prst="rect">
            <a:avLst/>
          </a:prstGeom>
          <a:solidFill>
            <a:srgbClr val="CED7E6">
              <a:alpha val="23910"/>
            </a:srgbClr>
          </a:solidFill>
          <a:ln>
            <a:noFill/>
          </a:ln>
        </p:spPr>
      </p:sp>
      <p:sp>
        <p:nvSpPr>
          <p:cNvPr id="85" name="wm.whiteboard.162.54"/>
          <p:cNvSpPr/>
          <p:nvPr/>
        </p:nvSpPr>
        <p:spPr>
          <a:xfrm>
            <a:off x="2781300" y="914400"/>
            <a:ext cx="38100" cy="38100"/>
          </a:xfrm>
          <a:prstGeom prst="rect">
            <a:avLst/>
          </a:prstGeom>
          <a:solidFill>
            <a:srgbClr val="CED7E6">
              <a:alpha val="18425"/>
            </a:srgbClr>
          </a:solidFill>
          <a:ln>
            <a:noFill/>
          </a:ln>
        </p:spPr>
      </p:sp>
      <p:sp>
        <p:nvSpPr>
          <p:cNvPr id="86" name="wm.whiteboard.162.72"/>
          <p:cNvSpPr/>
          <p:nvPr/>
        </p:nvSpPr>
        <p:spPr>
          <a:xfrm>
            <a:off x="2781300" y="1143000"/>
            <a:ext cx="38100" cy="38100"/>
          </a:xfrm>
          <a:prstGeom prst="rect">
            <a:avLst/>
          </a:prstGeom>
          <a:solidFill>
            <a:srgbClr val="CED7E6">
              <a:alpha val="11167"/>
            </a:srgbClr>
          </a:solidFill>
          <a:ln>
            <a:noFill/>
          </a:ln>
        </p:spPr>
      </p:sp>
      <p:sp>
        <p:nvSpPr>
          <p:cNvPr id="87" name="wm.whiteboard.162.90"/>
          <p:cNvSpPr/>
          <p:nvPr/>
        </p:nvSpPr>
        <p:spPr>
          <a:xfrm>
            <a:off x="2781300" y="1371600"/>
            <a:ext cx="38100" cy="38100"/>
          </a:xfrm>
          <a:prstGeom prst="rect">
            <a:avLst/>
          </a:prstGeom>
          <a:solidFill>
            <a:srgbClr val="CED7E6">
              <a:alpha val="2388"/>
            </a:srgbClr>
          </a:solidFill>
          <a:ln>
            <a:noFill/>
          </a:ln>
        </p:spPr>
      </p:sp>
      <p:sp>
        <p:nvSpPr>
          <p:cNvPr id="88" name="wm.whiteboard.180.0"/>
          <p:cNvSpPr/>
          <p:nvPr/>
        </p:nvSpPr>
        <p:spPr>
          <a:xfrm>
            <a:off x="3009900" y="228600"/>
            <a:ext cx="38100" cy="38100"/>
          </a:xfrm>
          <a:prstGeom prst="rect">
            <a:avLst/>
          </a:prstGeom>
          <a:solidFill>
            <a:srgbClr val="CED7E6">
              <a:alpha val="14918"/>
            </a:srgbClr>
          </a:solidFill>
          <a:ln>
            <a:noFill/>
          </a:ln>
        </p:spPr>
      </p:sp>
      <p:sp>
        <p:nvSpPr>
          <p:cNvPr id="89" name="wm.whiteboard.180.18"/>
          <p:cNvSpPr/>
          <p:nvPr/>
        </p:nvSpPr>
        <p:spPr>
          <a:xfrm>
            <a:off x="3009900" y="457200"/>
            <a:ext cx="38100" cy="38100"/>
          </a:xfrm>
          <a:prstGeom prst="rect">
            <a:avLst/>
          </a:prstGeom>
          <a:solidFill>
            <a:srgbClr val="CED7E6">
              <a:alpha val="13741"/>
            </a:srgbClr>
          </a:solidFill>
          <a:ln>
            <a:noFill/>
          </a:ln>
        </p:spPr>
      </p:sp>
      <p:sp>
        <p:nvSpPr>
          <p:cNvPr id="90" name="wm.whiteboard.180.36"/>
          <p:cNvSpPr/>
          <p:nvPr/>
        </p:nvSpPr>
        <p:spPr>
          <a:xfrm>
            <a:off x="3009900" y="685800"/>
            <a:ext cx="38100" cy="38100"/>
          </a:xfrm>
          <a:prstGeom prst="rect">
            <a:avLst/>
          </a:prstGeom>
          <a:solidFill>
            <a:srgbClr val="CED7E6">
              <a:alpha val="10593"/>
            </a:srgbClr>
          </a:solidFill>
          <a:ln>
            <a:noFill/>
          </a:ln>
        </p:spPr>
      </p:sp>
      <p:sp>
        <p:nvSpPr>
          <p:cNvPr id="91" name="wm.whiteboard.180.54"/>
          <p:cNvSpPr/>
          <p:nvPr/>
        </p:nvSpPr>
        <p:spPr>
          <a:xfrm>
            <a:off x="3009900" y="914400"/>
            <a:ext cx="38100" cy="38100"/>
          </a:xfrm>
          <a:prstGeom prst="rect">
            <a:avLst/>
          </a:prstGeom>
          <a:solidFill>
            <a:srgbClr val="CED7E6">
              <a:alpha val="5600"/>
            </a:srgbClr>
          </a:solidFill>
          <a:ln>
            <a:noFill/>
          </a:ln>
        </p:spPr>
      </p:sp>
      <p:sp>
        <p:nvSpPr>
          <p:cNvPr id="92" name="wm.whiteboard.198.0"/>
          <p:cNvSpPr/>
          <p:nvPr/>
        </p:nvSpPr>
        <p:spPr>
          <a:xfrm>
            <a:off x="3238500" y="228600"/>
            <a:ext cx="38100" cy="38100"/>
          </a:xfrm>
          <a:prstGeom prst="rect">
            <a:avLst/>
          </a:prstGeom>
          <a:solidFill>
            <a:srgbClr val="CED7E6">
              <a:alpha val="1142"/>
            </a:srgbClr>
          </a:solidFill>
          <a:ln>
            <a:noFill/>
          </a:ln>
        </p:spPr>
      </p:sp>
      <p:sp>
        <p:nvSpPr>
          <p:cNvPr id="93" name="wm.whiteboard.198.18"/>
          <p:cNvSpPr/>
          <p:nvPr/>
        </p:nvSpPr>
        <p:spPr>
          <a:xfrm>
            <a:off x="3238500" y="457200"/>
            <a:ext cx="38100" cy="38100"/>
          </a:xfrm>
          <a:prstGeom prst="rect">
            <a:avLst/>
          </a:prstGeom>
          <a:solidFill>
            <a:srgbClr val="CED7E6">
              <a:alpha val="69"/>
            </a:srgbClr>
          </a:solidFill>
          <a:ln>
            <a:noFill/>
          </a:ln>
        </p:spPr>
      </p:sp>
      <p:sp>
        <p:nvSpPr>
          <p:cNvPr id="94" name="wm.header.rule"/>
          <p:cNvSpPr/>
          <p:nvPr/>
        </p:nvSpPr>
        <p:spPr>
          <a:xfrm>
            <a:off x="723900" y="1371600"/>
            <a:ext cx="10744200" cy="9525"/>
          </a:xfrm>
          <a:prstGeom prst="rect">
            <a:avLst/>
          </a:prstGeom>
          <a:solidFill>
            <a:srgbClr val="CED7E6"/>
          </a:solidFill>
          <a:ln>
            <a:noFill/>
          </a:ln>
        </p:spPr>
      </p:sp>
      <p:pic>
        <p:nvPicPr>
          <p:cNvPr id="95"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438900"/>
            <a:ext cx="729403" cy="152400"/>
          </a:xfrm>
          <a:prstGeom prst="rect">
            <a:avLst/>
          </a:prstGeom>
        </p:spPr>
      </p:pic>
      <p:sp>
        <p:nvSpPr>
          <p:cNvPr id="96" name="wm.legal"/>
          <p:cNvSpPr/>
          <p:nvPr/>
        </p:nvSpPr>
        <p:spPr>
          <a:xfrm>
            <a:off x="2171700" y="6400800"/>
            <a:ext cx="89154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wmds.frame.692319499296f1674430">
    <p:bg>
      <p:bgPr>
        <a:solidFill>
          <a:srgbClr val="FFFFFF"/>
        </a:solidFill>
      </p:bgPr>
    </p:bg>
    <p:spTree>
      <p:nvGrpSpPr>
        <p:cNvPr id="1" name=""/>
        <p:cNvGrpSpPr/>
        <p:nvPr/>
      </p:nvGrpSpPr>
      <p:grpSpPr>
        <a:xfrm>
          <a:off x="0" y="0"/>
          <a:ext cx="0" cy="0"/>
          <a:chOff x="0" y="0"/>
          <a:chExt cx="0" cy="0"/>
        </a:xfrm>
      </p:grpSpPr>
      <p:sp>
        <p:nvSpPr>
          <p:cNvPr id="2" name="wm.footer.rule"/>
          <p:cNvSpPr/>
          <p:nvPr/>
        </p:nvSpPr>
        <p:spPr>
          <a:xfrm>
            <a:off x="723900" y="6286500"/>
            <a:ext cx="10744200" cy="9525"/>
          </a:xfrm>
          <a:prstGeom prst="rect">
            <a:avLst/>
          </a:prstGeom>
          <a:solidFill>
            <a:srgbClr val="CED7E6"/>
          </a:solidFill>
          <a:ln>
            <a:noFill/>
          </a:ln>
        </p:spPr>
      </p:sp>
      <p:sp>
        <p:nvSpPr>
          <p:cNvPr id="3" name="wm.whiteboard.0.0"/>
          <p:cNvSpPr/>
          <p:nvPr/>
        </p:nvSpPr>
        <p:spPr>
          <a:xfrm>
            <a:off x="266700" y="228600"/>
            <a:ext cx="38100" cy="38100"/>
          </a:xfrm>
          <a:prstGeom prst="rect">
            <a:avLst/>
          </a:prstGeom>
          <a:solidFill>
            <a:srgbClr val="CED7E6"/>
          </a:solidFill>
          <a:ln>
            <a:noFill/>
          </a:ln>
        </p:spPr>
      </p:sp>
      <p:sp>
        <p:nvSpPr>
          <p:cNvPr id="4" name="wm.whiteboard.0.18"/>
          <p:cNvSpPr/>
          <p:nvPr/>
        </p:nvSpPr>
        <p:spPr>
          <a:xfrm>
            <a:off x="266700" y="457200"/>
            <a:ext cx="38100" cy="38100"/>
          </a:xfrm>
          <a:prstGeom prst="rect">
            <a:avLst/>
          </a:prstGeom>
          <a:solidFill>
            <a:srgbClr val="CED7E6"/>
          </a:solidFill>
          <a:ln>
            <a:noFill/>
          </a:ln>
        </p:spPr>
      </p:sp>
      <p:sp>
        <p:nvSpPr>
          <p:cNvPr id="5" name="wm.whiteboard.0.36"/>
          <p:cNvSpPr/>
          <p:nvPr/>
        </p:nvSpPr>
        <p:spPr>
          <a:xfrm>
            <a:off x="266700" y="685800"/>
            <a:ext cx="38100" cy="38100"/>
          </a:xfrm>
          <a:prstGeom prst="rect">
            <a:avLst/>
          </a:prstGeom>
          <a:solidFill>
            <a:srgbClr val="CED7E6"/>
          </a:solidFill>
          <a:ln>
            <a:noFill/>
          </a:ln>
        </p:spPr>
      </p:sp>
      <p:sp>
        <p:nvSpPr>
          <p:cNvPr id="6" name="wm.whiteboard.0.54"/>
          <p:cNvSpPr/>
          <p:nvPr/>
        </p:nvSpPr>
        <p:spPr>
          <a:xfrm>
            <a:off x="266700" y="914400"/>
            <a:ext cx="38100" cy="38100"/>
          </a:xfrm>
          <a:prstGeom prst="rect">
            <a:avLst/>
          </a:prstGeom>
          <a:solidFill>
            <a:srgbClr val="CED7E6"/>
          </a:solidFill>
          <a:ln>
            <a:noFill/>
          </a:ln>
        </p:spPr>
      </p:sp>
      <p:sp>
        <p:nvSpPr>
          <p:cNvPr id="7" name="wm.whiteboard.0.72"/>
          <p:cNvSpPr/>
          <p:nvPr/>
        </p:nvSpPr>
        <p:spPr>
          <a:xfrm>
            <a:off x="266700" y="1143000"/>
            <a:ext cx="38100" cy="38100"/>
          </a:xfrm>
          <a:prstGeom prst="rect">
            <a:avLst/>
          </a:prstGeom>
          <a:solidFill>
            <a:srgbClr val="CED7E6">
              <a:alpha val="85305"/>
            </a:srgbClr>
          </a:solidFill>
          <a:ln>
            <a:noFill/>
          </a:ln>
        </p:spPr>
      </p:sp>
      <p:sp>
        <p:nvSpPr>
          <p:cNvPr id="8" name="wm.whiteboard.0.90"/>
          <p:cNvSpPr/>
          <p:nvPr/>
        </p:nvSpPr>
        <p:spPr>
          <a:xfrm>
            <a:off x="266700" y="1371600"/>
            <a:ext cx="38100" cy="38100"/>
          </a:xfrm>
          <a:prstGeom prst="rect">
            <a:avLst/>
          </a:prstGeom>
          <a:solidFill>
            <a:srgbClr val="CED7E6">
              <a:alpha val="68524"/>
            </a:srgbClr>
          </a:solidFill>
          <a:ln>
            <a:noFill/>
          </a:ln>
        </p:spPr>
      </p:sp>
      <p:sp>
        <p:nvSpPr>
          <p:cNvPr id="9" name="wm.whiteboard.0.108"/>
          <p:cNvSpPr/>
          <p:nvPr/>
        </p:nvSpPr>
        <p:spPr>
          <a:xfrm>
            <a:off x="266700" y="1600200"/>
            <a:ext cx="38100" cy="38100"/>
          </a:xfrm>
          <a:prstGeom prst="rect">
            <a:avLst/>
          </a:prstGeom>
          <a:solidFill>
            <a:srgbClr val="CED7E6">
              <a:alpha val="51742"/>
            </a:srgbClr>
          </a:solidFill>
          <a:ln>
            <a:noFill/>
          </a:ln>
        </p:spPr>
      </p:sp>
      <p:sp>
        <p:nvSpPr>
          <p:cNvPr id="10" name="wm.whiteboard.0.126"/>
          <p:cNvSpPr/>
          <p:nvPr/>
        </p:nvSpPr>
        <p:spPr>
          <a:xfrm>
            <a:off x="266700" y="1828800"/>
            <a:ext cx="38100" cy="38100"/>
          </a:xfrm>
          <a:prstGeom prst="rect">
            <a:avLst/>
          </a:prstGeom>
          <a:solidFill>
            <a:srgbClr val="CED7E6">
              <a:alpha val="34959"/>
            </a:srgbClr>
          </a:solidFill>
          <a:ln>
            <a:noFill/>
          </a:ln>
        </p:spPr>
      </p:sp>
      <p:sp>
        <p:nvSpPr>
          <p:cNvPr id="11" name="wm.whiteboard.0.144"/>
          <p:cNvSpPr/>
          <p:nvPr/>
        </p:nvSpPr>
        <p:spPr>
          <a:xfrm>
            <a:off x="266700" y="2057400"/>
            <a:ext cx="38100" cy="38100"/>
          </a:xfrm>
          <a:prstGeom prst="rect">
            <a:avLst/>
          </a:prstGeom>
          <a:solidFill>
            <a:srgbClr val="CED7E6">
              <a:alpha val="18177"/>
            </a:srgbClr>
          </a:solidFill>
          <a:ln>
            <a:noFill/>
          </a:ln>
        </p:spPr>
      </p:sp>
      <p:sp>
        <p:nvSpPr>
          <p:cNvPr id="12" name="wm.whiteboard.0.162"/>
          <p:cNvSpPr/>
          <p:nvPr/>
        </p:nvSpPr>
        <p:spPr>
          <a:xfrm>
            <a:off x="266700" y="2286000"/>
            <a:ext cx="38100" cy="38100"/>
          </a:xfrm>
          <a:prstGeom prst="rect">
            <a:avLst/>
          </a:prstGeom>
          <a:solidFill>
            <a:srgbClr val="CED7E6">
              <a:alpha val="1394"/>
            </a:srgbClr>
          </a:solidFill>
          <a:ln>
            <a:noFill/>
          </a:ln>
        </p:spPr>
      </p:sp>
      <p:sp>
        <p:nvSpPr>
          <p:cNvPr id="13" name="wm.whiteboard.18.0"/>
          <p:cNvSpPr/>
          <p:nvPr/>
        </p:nvSpPr>
        <p:spPr>
          <a:xfrm>
            <a:off x="495300" y="228600"/>
            <a:ext cx="38100" cy="38100"/>
          </a:xfrm>
          <a:prstGeom prst="rect">
            <a:avLst/>
          </a:prstGeom>
          <a:solidFill>
            <a:srgbClr val="CED7E6"/>
          </a:solidFill>
          <a:ln>
            <a:noFill/>
          </a:ln>
        </p:spPr>
      </p:sp>
      <p:sp>
        <p:nvSpPr>
          <p:cNvPr id="14" name="wm.whiteboard.18.18"/>
          <p:cNvSpPr/>
          <p:nvPr/>
        </p:nvSpPr>
        <p:spPr>
          <a:xfrm>
            <a:off x="495300" y="457200"/>
            <a:ext cx="38100" cy="38100"/>
          </a:xfrm>
          <a:prstGeom prst="rect">
            <a:avLst/>
          </a:prstGeom>
          <a:solidFill>
            <a:srgbClr val="CED7E6"/>
          </a:solidFill>
          <a:ln>
            <a:noFill/>
          </a:ln>
        </p:spPr>
      </p:sp>
      <p:sp>
        <p:nvSpPr>
          <p:cNvPr id="15" name="wm.whiteboard.18.36"/>
          <p:cNvSpPr/>
          <p:nvPr/>
        </p:nvSpPr>
        <p:spPr>
          <a:xfrm>
            <a:off x="495300" y="685800"/>
            <a:ext cx="38100" cy="38100"/>
          </a:xfrm>
          <a:prstGeom prst="rect">
            <a:avLst/>
          </a:prstGeom>
          <a:solidFill>
            <a:srgbClr val="CED7E6"/>
          </a:solidFill>
          <a:ln>
            <a:noFill/>
          </a:ln>
        </p:spPr>
      </p:sp>
      <p:sp>
        <p:nvSpPr>
          <p:cNvPr id="16" name="wm.whiteboard.18.54"/>
          <p:cNvSpPr/>
          <p:nvPr/>
        </p:nvSpPr>
        <p:spPr>
          <a:xfrm>
            <a:off x="495300" y="914400"/>
            <a:ext cx="38100" cy="38100"/>
          </a:xfrm>
          <a:prstGeom prst="rect">
            <a:avLst/>
          </a:prstGeom>
          <a:solidFill>
            <a:srgbClr val="CED7E6">
              <a:alpha val="99988"/>
            </a:srgbClr>
          </a:solidFill>
          <a:ln>
            <a:noFill/>
          </a:ln>
        </p:spPr>
      </p:sp>
      <p:sp>
        <p:nvSpPr>
          <p:cNvPr id="17" name="wm.whiteboard.18.72"/>
          <p:cNvSpPr/>
          <p:nvPr/>
        </p:nvSpPr>
        <p:spPr>
          <a:xfrm>
            <a:off x="495300" y="1143000"/>
            <a:ext cx="38100" cy="38100"/>
          </a:xfrm>
          <a:prstGeom prst="rect">
            <a:avLst/>
          </a:prstGeom>
          <a:solidFill>
            <a:srgbClr val="CED7E6">
              <a:alpha val="83708"/>
            </a:srgbClr>
          </a:solidFill>
          <a:ln>
            <a:noFill/>
          </a:ln>
        </p:spPr>
      </p:sp>
      <p:sp>
        <p:nvSpPr>
          <p:cNvPr id="18" name="wm.whiteboard.18.90"/>
          <p:cNvSpPr/>
          <p:nvPr/>
        </p:nvSpPr>
        <p:spPr>
          <a:xfrm>
            <a:off x="495300" y="1371600"/>
            <a:ext cx="38100" cy="38100"/>
          </a:xfrm>
          <a:prstGeom prst="rect">
            <a:avLst/>
          </a:prstGeom>
          <a:solidFill>
            <a:srgbClr val="CED7E6">
              <a:alpha val="67236"/>
            </a:srgbClr>
          </a:solidFill>
          <a:ln>
            <a:noFill/>
          </a:ln>
        </p:spPr>
      </p:sp>
      <p:sp>
        <p:nvSpPr>
          <p:cNvPr id="19" name="wm.whiteboard.18.108"/>
          <p:cNvSpPr/>
          <p:nvPr/>
        </p:nvSpPr>
        <p:spPr>
          <a:xfrm>
            <a:off x="495300" y="1600200"/>
            <a:ext cx="38100" cy="38100"/>
          </a:xfrm>
          <a:prstGeom prst="rect">
            <a:avLst/>
          </a:prstGeom>
          <a:solidFill>
            <a:srgbClr val="CED7E6">
              <a:alpha val="50663"/>
            </a:srgbClr>
          </a:solidFill>
          <a:ln>
            <a:noFill/>
          </a:ln>
        </p:spPr>
      </p:sp>
      <p:sp>
        <p:nvSpPr>
          <p:cNvPr id="20" name="wm.whiteboard.18.126"/>
          <p:cNvSpPr/>
          <p:nvPr/>
        </p:nvSpPr>
        <p:spPr>
          <a:xfrm>
            <a:off x="495300" y="1828800"/>
            <a:ext cx="38100" cy="38100"/>
          </a:xfrm>
          <a:prstGeom prst="rect">
            <a:avLst/>
          </a:prstGeom>
          <a:solidFill>
            <a:srgbClr val="CED7E6">
              <a:alpha val="34032"/>
            </a:srgbClr>
          </a:solidFill>
          <a:ln>
            <a:noFill/>
          </a:ln>
        </p:spPr>
      </p:sp>
      <p:sp>
        <p:nvSpPr>
          <p:cNvPr id="21" name="wm.whiteboard.18.144"/>
          <p:cNvSpPr/>
          <p:nvPr/>
        </p:nvSpPr>
        <p:spPr>
          <a:xfrm>
            <a:off x="495300" y="2057400"/>
            <a:ext cx="38100" cy="38100"/>
          </a:xfrm>
          <a:prstGeom prst="rect">
            <a:avLst/>
          </a:prstGeom>
          <a:solidFill>
            <a:srgbClr val="CED7E6">
              <a:alpha val="17363"/>
            </a:srgbClr>
          </a:solidFill>
          <a:ln>
            <a:noFill/>
          </a:ln>
        </p:spPr>
      </p:sp>
      <p:sp>
        <p:nvSpPr>
          <p:cNvPr id="22" name="wm.whiteboard.18.162"/>
          <p:cNvSpPr/>
          <p:nvPr/>
        </p:nvSpPr>
        <p:spPr>
          <a:xfrm>
            <a:off x="495300" y="2286000"/>
            <a:ext cx="38100" cy="38100"/>
          </a:xfrm>
          <a:prstGeom prst="rect">
            <a:avLst/>
          </a:prstGeom>
          <a:solidFill>
            <a:srgbClr val="CED7E6">
              <a:alpha val="670"/>
            </a:srgbClr>
          </a:solidFill>
          <a:ln>
            <a:noFill/>
          </a:ln>
        </p:spPr>
      </p:sp>
      <p:sp>
        <p:nvSpPr>
          <p:cNvPr id="23" name="wm.whiteboard.36.0"/>
          <p:cNvSpPr/>
          <p:nvPr/>
        </p:nvSpPr>
        <p:spPr>
          <a:xfrm>
            <a:off x="723900" y="228600"/>
            <a:ext cx="38100" cy="38100"/>
          </a:xfrm>
          <a:prstGeom prst="rect">
            <a:avLst/>
          </a:prstGeom>
          <a:solidFill>
            <a:srgbClr val="CED7E6"/>
          </a:solidFill>
          <a:ln>
            <a:noFill/>
          </a:ln>
        </p:spPr>
      </p:sp>
      <p:sp>
        <p:nvSpPr>
          <p:cNvPr id="24" name="wm.whiteboard.36.18"/>
          <p:cNvSpPr/>
          <p:nvPr/>
        </p:nvSpPr>
        <p:spPr>
          <a:xfrm>
            <a:off x="723900" y="457200"/>
            <a:ext cx="38100" cy="38100"/>
          </a:xfrm>
          <a:prstGeom prst="rect">
            <a:avLst/>
          </a:prstGeom>
          <a:solidFill>
            <a:srgbClr val="CED7E6"/>
          </a:solidFill>
          <a:ln>
            <a:noFill/>
          </a:ln>
        </p:spPr>
      </p:sp>
      <p:sp>
        <p:nvSpPr>
          <p:cNvPr id="25" name="wm.whiteboard.36.36"/>
          <p:cNvSpPr/>
          <p:nvPr/>
        </p:nvSpPr>
        <p:spPr>
          <a:xfrm>
            <a:off x="723900" y="685800"/>
            <a:ext cx="38100" cy="38100"/>
          </a:xfrm>
          <a:prstGeom prst="rect">
            <a:avLst/>
          </a:prstGeom>
          <a:solidFill>
            <a:srgbClr val="CED7E6"/>
          </a:solidFill>
          <a:ln>
            <a:noFill/>
          </a:ln>
        </p:spPr>
      </p:sp>
      <p:sp>
        <p:nvSpPr>
          <p:cNvPr id="26" name="wm.whiteboard.36.54"/>
          <p:cNvSpPr/>
          <p:nvPr/>
        </p:nvSpPr>
        <p:spPr>
          <a:xfrm>
            <a:off x="723900" y="914400"/>
            <a:ext cx="38100" cy="38100"/>
          </a:xfrm>
          <a:prstGeom prst="rect">
            <a:avLst/>
          </a:prstGeom>
          <a:solidFill>
            <a:srgbClr val="CED7E6">
              <a:alpha val="94671"/>
            </a:srgbClr>
          </a:solidFill>
          <a:ln>
            <a:noFill/>
          </a:ln>
        </p:spPr>
      </p:sp>
      <p:sp>
        <p:nvSpPr>
          <p:cNvPr id="27" name="wm.whiteboard.36.72"/>
          <p:cNvSpPr/>
          <p:nvPr/>
        </p:nvSpPr>
        <p:spPr>
          <a:xfrm>
            <a:off x="723900" y="1143000"/>
            <a:ext cx="38100" cy="38100"/>
          </a:xfrm>
          <a:prstGeom prst="rect">
            <a:avLst/>
          </a:prstGeom>
          <a:solidFill>
            <a:srgbClr val="CED7E6">
              <a:alpha val="79547"/>
            </a:srgbClr>
          </a:solidFill>
          <a:ln>
            <a:noFill/>
          </a:ln>
        </p:spPr>
      </p:sp>
      <p:sp>
        <p:nvSpPr>
          <p:cNvPr id="28" name="wm.whiteboard.36.90"/>
          <p:cNvSpPr/>
          <p:nvPr/>
        </p:nvSpPr>
        <p:spPr>
          <a:xfrm>
            <a:off x="723900" y="1371600"/>
            <a:ext cx="38100" cy="38100"/>
          </a:xfrm>
          <a:prstGeom prst="rect">
            <a:avLst/>
          </a:prstGeom>
          <a:solidFill>
            <a:srgbClr val="CED7E6">
              <a:alpha val="63833"/>
            </a:srgbClr>
          </a:solidFill>
          <a:ln>
            <a:noFill/>
          </a:ln>
        </p:spPr>
      </p:sp>
      <p:sp>
        <p:nvSpPr>
          <p:cNvPr id="29" name="wm.whiteboard.36.108"/>
          <p:cNvSpPr/>
          <p:nvPr/>
        </p:nvSpPr>
        <p:spPr>
          <a:xfrm>
            <a:off x="723900" y="1600200"/>
            <a:ext cx="38100" cy="38100"/>
          </a:xfrm>
          <a:prstGeom prst="rect">
            <a:avLst/>
          </a:prstGeom>
          <a:solidFill>
            <a:srgbClr val="CED7E6">
              <a:alpha val="47790"/>
            </a:srgbClr>
          </a:solidFill>
          <a:ln>
            <a:noFill/>
          </a:ln>
        </p:spPr>
      </p:sp>
      <p:sp>
        <p:nvSpPr>
          <p:cNvPr id="30" name="wm.whiteboard.36.126"/>
          <p:cNvSpPr/>
          <p:nvPr/>
        </p:nvSpPr>
        <p:spPr>
          <a:xfrm>
            <a:off x="723900" y="1828800"/>
            <a:ext cx="38100" cy="38100"/>
          </a:xfrm>
          <a:prstGeom prst="rect">
            <a:avLst/>
          </a:prstGeom>
          <a:solidFill>
            <a:srgbClr val="CED7E6">
              <a:alpha val="31549"/>
            </a:srgbClr>
          </a:solidFill>
          <a:ln>
            <a:noFill/>
          </a:ln>
        </p:spPr>
      </p:sp>
      <p:sp>
        <p:nvSpPr>
          <p:cNvPr id="31" name="wm.whiteboard.36.144"/>
          <p:cNvSpPr/>
          <p:nvPr/>
        </p:nvSpPr>
        <p:spPr>
          <a:xfrm>
            <a:off x="723900" y="2057400"/>
            <a:ext cx="38100" cy="38100"/>
          </a:xfrm>
          <a:prstGeom prst="rect">
            <a:avLst/>
          </a:prstGeom>
          <a:solidFill>
            <a:srgbClr val="CED7E6">
              <a:alpha val="15179"/>
            </a:srgbClr>
          </a:solidFill>
          <a:ln>
            <a:noFill/>
          </a:ln>
        </p:spPr>
      </p:sp>
      <p:sp>
        <p:nvSpPr>
          <p:cNvPr id="32" name="wm.whiteboard.54.0"/>
          <p:cNvSpPr/>
          <p:nvPr/>
        </p:nvSpPr>
        <p:spPr>
          <a:xfrm>
            <a:off x="952500" y="228600"/>
            <a:ext cx="38100" cy="38100"/>
          </a:xfrm>
          <a:prstGeom prst="rect">
            <a:avLst/>
          </a:prstGeom>
          <a:solidFill>
            <a:srgbClr val="CED7E6"/>
          </a:solidFill>
          <a:ln>
            <a:noFill/>
          </a:ln>
        </p:spPr>
      </p:sp>
      <p:sp>
        <p:nvSpPr>
          <p:cNvPr id="33" name="wm.whiteboard.54.18"/>
          <p:cNvSpPr/>
          <p:nvPr/>
        </p:nvSpPr>
        <p:spPr>
          <a:xfrm>
            <a:off x="952500" y="457200"/>
            <a:ext cx="38100" cy="38100"/>
          </a:xfrm>
          <a:prstGeom prst="rect">
            <a:avLst/>
          </a:prstGeom>
          <a:solidFill>
            <a:srgbClr val="CED7E6"/>
          </a:solidFill>
          <a:ln>
            <a:noFill/>
          </a:ln>
        </p:spPr>
      </p:sp>
      <p:sp>
        <p:nvSpPr>
          <p:cNvPr id="34" name="wm.whiteboard.54.36"/>
          <p:cNvSpPr/>
          <p:nvPr/>
        </p:nvSpPr>
        <p:spPr>
          <a:xfrm>
            <a:off x="952500" y="685800"/>
            <a:ext cx="38100" cy="38100"/>
          </a:xfrm>
          <a:prstGeom prst="rect">
            <a:avLst/>
          </a:prstGeom>
          <a:solidFill>
            <a:srgbClr val="CED7E6">
              <a:alpha val="98827"/>
            </a:srgbClr>
          </a:solidFill>
          <a:ln>
            <a:noFill/>
          </a:ln>
        </p:spPr>
      </p:sp>
      <p:sp>
        <p:nvSpPr>
          <p:cNvPr id="35" name="wm.whiteboard.54.54"/>
          <p:cNvSpPr/>
          <p:nvPr/>
        </p:nvSpPr>
        <p:spPr>
          <a:xfrm>
            <a:off x="952500" y="914400"/>
            <a:ext cx="38100" cy="38100"/>
          </a:xfrm>
          <a:prstGeom prst="rect">
            <a:avLst/>
          </a:prstGeom>
          <a:solidFill>
            <a:srgbClr val="CED7E6">
              <a:alpha val="86895"/>
            </a:srgbClr>
          </a:solidFill>
          <a:ln>
            <a:noFill/>
          </a:ln>
        </p:spPr>
      </p:sp>
      <p:sp>
        <p:nvSpPr>
          <p:cNvPr id="36" name="wm.whiteboard.54.72"/>
          <p:cNvSpPr/>
          <p:nvPr/>
        </p:nvSpPr>
        <p:spPr>
          <a:xfrm>
            <a:off x="952500" y="1143000"/>
            <a:ext cx="38100" cy="38100"/>
          </a:xfrm>
          <a:prstGeom prst="rect">
            <a:avLst/>
          </a:prstGeom>
          <a:solidFill>
            <a:srgbClr val="CED7E6">
              <a:alpha val="73217"/>
            </a:srgbClr>
          </a:solidFill>
          <a:ln>
            <a:noFill/>
          </a:ln>
        </p:spPr>
      </p:sp>
      <p:sp>
        <p:nvSpPr>
          <p:cNvPr id="37" name="wm.whiteboard.54.90"/>
          <p:cNvSpPr/>
          <p:nvPr/>
        </p:nvSpPr>
        <p:spPr>
          <a:xfrm>
            <a:off x="952500" y="1371600"/>
            <a:ext cx="38100" cy="38100"/>
          </a:xfrm>
          <a:prstGeom prst="rect">
            <a:avLst/>
          </a:prstGeom>
          <a:solidFill>
            <a:srgbClr val="CED7E6">
              <a:alpha val="58541"/>
            </a:srgbClr>
          </a:solidFill>
          <a:ln>
            <a:noFill/>
          </a:ln>
        </p:spPr>
      </p:sp>
      <p:sp>
        <p:nvSpPr>
          <p:cNvPr id="38" name="wm.whiteboard.54.108"/>
          <p:cNvSpPr/>
          <p:nvPr/>
        </p:nvSpPr>
        <p:spPr>
          <a:xfrm>
            <a:off x="952500" y="1600200"/>
            <a:ext cx="38100" cy="38100"/>
          </a:xfrm>
          <a:prstGeom prst="rect">
            <a:avLst/>
          </a:prstGeom>
          <a:solidFill>
            <a:srgbClr val="CED7E6">
              <a:alpha val="43263"/>
            </a:srgbClr>
          </a:solidFill>
          <a:ln>
            <a:noFill/>
          </a:ln>
        </p:spPr>
      </p:sp>
      <p:sp>
        <p:nvSpPr>
          <p:cNvPr id="39" name="wm.whiteboard.54.126"/>
          <p:cNvSpPr/>
          <p:nvPr/>
        </p:nvSpPr>
        <p:spPr>
          <a:xfrm>
            <a:off x="952500" y="1828800"/>
            <a:ext cx="38100" cy="38100"/>
          </a:xfrm>
          <a:prstGeom prst="rect">
            <a:avLst/>
          </a:prstGeom>
          <a:solidFill>
            <a:srgbClr val="CED7E6">
              <a:alpha val="27603"/>
            </a:srgbClr>
          </a:solidFill>
          <a:ln>
            <a:noFill/>
          </a:ln>
        </p:spPr>
      </p:sp>
      <p:sp>
        <p:nvSpPr>
          <p:cNvPr id="40" name="wm.whiteboard.54.144"/>
          <p:cNvSpPr/>
          <p:nvPr/>
        </p:nvSpPr>
        <p:spPr>
          <a:xfrm>
            <a:off x="952500" y="2057400"/>
            <a:ext cx="38100" cy="38100"/>
          </a:xfrm>
          <a:prstGeom prst="rect">
            <a:avLst/>
          </a:prstGeom>
          <a:solidFill>
            <a:srgbClr val="CED7E6">
              <a:alpha val="11687"/>
            </a:srgbClr>
          </a:solidFill>
          <a:ln>
            <a:noFill/>
          </a:ln>
        </p:spPr>
      </p:sp>
      <p:sp>
        <p:nvSpPr>
          <p:cNvPr id="41" name="wm.whiteboard.72.0"/>
          <p:cNvSpPr/>
          <p:nvPr/>
        </p:nvSpPr>
        <p:spPr>
          <a:xfrm>
            <a:off x="1181100" y="228600"/>
            <a:ext cx="38100" cy="38100"/>
          </a:xfrm>
          <a:prstGeom prst="rect">
            <a:avLst/>
          </a:prstGeom>
          <a:solidFill>
            <a:srgbClr val="CED7E6">
              <a:alpha val="97572"/>
            </a:srgbClr>
          </a:solidFill>
          <a:ln>
            <a:noFill/>
          </a:ln>
        </p:spPr>
      </p:sp>
      <p:sp>
        <p:nvSpPr>
          <p:cNvPr id="42" name="wm.whiteboard.72.18"/>
          <p:cNvSpPr/>
          <p:nvPr/>
        </p:nvSpPr>
        <p:spPr>
          <a:xfrm>
            <a:off x="1181100" y="457200"/>
            <a:ext cx="38100" cy="38100"/>
          </a:xfrm>
          <a:prstGeom prst="rect">
            <a:avLst/>
          </a:prstGeom>
          <a:solidFill>
            <a:srgbClr val="CED7E6">
              <a:alpha val="94724"/>
            </a:srgbClr>
          </a:solidFill>
          <a:ln>
            <a:noFill/>
          </a:ln>
        </p:spPr>
      </p:sp>
      <p:sp>
        <p:nvSpPr>
          <p:cNvPr id="43" name="wm.whiteboard.72.36"/>
          <p:cNvSpPr/>
          <p:nvPr/>
        </p:nvSpPr>
        <p:spPr>
          <a:xfrm>
            <a:off x="1181100" y="685800"/>
            <a:ext cx="38100" cy="38100"/>
          </a:xfrm>
          <a:prstGeom prst="rect">
            <a:avLst/>
          </a:prstGeom>
          <a:solidFill>
            <a:srgbClr val="CED7E6">
              <a:alpha val="87609"/>
            </a:srgbClr>
          </a:solidFill>
          <a:ln>
            <a:noFill/>
          </a:ln>
        </p:spPr>
      </p:sp>
      <p:sp>
        <p:nvSpPr>
          <p:cNvPr id="44" name="wm.whiteboard.72.54"/>
          <p:cNvSpPr/>
          <p:nvPr/>
        </p:nvSpPr>
        <p:spPr>
          <a:xfrm>
            <a:off x="1181100" y="914400"/>
            <a:ext cx="38100" cy="38100"/>
          </a:xfrm>
          <a:prstGeom prst="rect">
            <a:avLst/>
          </a:prstGeom>
          <a:solidFill>
            <a:srgbClr val="CED7E6">
              <a:alpha val="77408"/>
            </a:srgbClr>
          </a:solidFill>
          <a:ln>
            <a:noFill/>
          </a:ln>
        </p:spPr>
      </p:sp>
      <p:sp>
        <p:nvSpPr>
          <p:cNvPr id="45" name="wm.whiteboard.72.72"/>
          <p:cNvSpPr/>
          <p:nvPr/>
        </p:nvSpPr>
        <p:spPr>
          <a:xfrm>
            <a:off x="1181100" y="1143000"/>
            <a:ext cx="38100" cy="38100"/>
          </a:xfrm>
          <a:prstGeom prst="rect">
            <a:avLst/>
          </a:prstGeom>
          <a:solidFill>
            <a:srgbClr val="CED7E6">
              <a:alpha val="65181"/>
            </a:srgbClr>
          </a:solidFill>
          <a:ln>
            <a:noFill/>
          </a:ln>
        </p:spPr>
      </p:sp>
      <p:sp>
        <p:nvSpPr>
          <p:cNvPr id="46" name="wm.whiteboard.72.90"/>
          <p:cNvSpPr/>
          <p:nvPr/>
        </p:nvSpPr>
        <p:spPr>
          <a:xfrm>
            <a:off x="1181100" y="1371600"/>
            <a:ext cx="38100" cy="38100"/>
          </a:xfrm>
          <a:prstGeom prst="rect">
            <a:avLst/>
          </a:prstGeom>
          <a:solidFill>
            <a:srgbClr val="CED7E6">
              <a:alpha val="51653"/>
            </a:srgbClr>
          </a:solidFill>
          <a:ln>
            <a:noFill/>
          </a:ln>
        </p:spPr>
      </p:sp>
      <p:sp>
        <p:nvSpPr>
          <p:cNvPr id="47" name="wm.whiteboard.72.108"/>
          <p:cNvSpPr/>
          <p:nvPr/>
        </p:nvSpPr>
        <p:spPr>
          <a:xfrm>
            <a:off x="1181100" y="1600200"/>
            <a:ext cx="38100" cy="38100"/>
          </a:xfrm>
          <a:prstGeom prst="rect">
            <a:avLst/>
          </a:prstGeom>
          <a:solidFill>
            <a:srgbClr val="CED7E6">
              <a:alpha val="37275"/>
            </a:srgbClr>
          </a:solidFill>
          <a:ln>
            <a:noFill/>
          </a:ln>
        </p:spPr>
      </p:sp>
      <p:sp>
        <p:nvSpPr>
          <p:cNvPr id="48" name="wm.whiteboard.72.126"/>
          <p:cNvSpPr/>
          <p:nvPr/>
        </p:nvSpPr>
        <p:spPr>
          <a:xfrm>
            <a:off x="1181100" y="1828800"/>
            <a:ext cx="38100" cy="38100"/>
          </a:xfrm>
          <a:prstGeom prst="rect">
            <a:avLst/>
          </a:prstGeom>
          <a:solidFill>
            <a:srgbClr val="CED7E6">
              <a:alpha val="22326"/>
            </a:srgbClr>
          </a:solidFill>
          <a:ln>
            <a:noFill/>
          </a:ln>
        </p:spPr>
      </p:sp>
      <p:sp>
        <p:nvSpPr>
          <p:cNvPr id="49" name="wm.whiteboard.72.144"/>
          <p:cNvSpPr/>
          <p:nvPr/>
        </p:nvSpPr>
        <p:spPr>
          <a:xfrm>
            <a:off x="1181100" y="2057400"/>
            <a:ext cx="38100" cy="38100"/>
          </a:xfrm>
          <a:prstGeom prst="rect">
            <a:avLst/>
          </a:prstGeom>
          <a:solidFill>
            <a:srgbClr val="CED7E6">
              <a:alpha val="6980"/>
            </a:srgbClr>
          </a:solidFill>
          <a:ln>
            <a:noFill/>
          </a:ln>
        </p:spPr>
      </p:sp>
      <p:sp>
        <p:nvSpPr>
          <p:cNvPr id="50" name="wm.whiteboard.90.0"/>
          <p:cNvSpPr/>
          <p:nvPr/>
        </p:nvSpPr>
        <p:spPr>
          <a:xfrm>
            <a:off x="1409700" y="228600"/>
            <a:ext cx="38100" cy="38100"/>
          </a:xfrm>
          <a:prstGeom prst="rect">
            <a:avLst/>
          </a:prstGeom>
          <a:solidFill>
            <a:srgbClr val="CED7E6">
              <a:alpha val="83798"/>
            </a:srgbClr>
          </a:solidFill>
          <a:ln>
            <a:noFill/>
          </a:ln>
        </p:spPr>
      </p:sp>
      <p:sp>
        <p:nvSpPr>
          <p:cNvPr id="51" name="wm.whiteboard.90.18"/>
          <p:cNvSpPr/>
          <p:nvPr/>
        </p:nvSpPr>
        <p:spPr>
          <a:xfrm>
            <a:off x="1409700" y="457200"/>
            <a:ext cx="38100" cy="38100"/>
          </a:xfrm>
          <a:prstGeom prst="rect">
            <a:avLst/>
          </a:prstGeom>
          <a:solidFill>
            <a:srgbClr val="CED7E6">
              <a:alpha val="81490"/>
            </a:srgbClr>
          </a:solidFill>
          <a:ln>
            <a:noFill/>
          </a:ln>
        </p:spPr>
      </p:sp>
      <p:sp>
        <p:nvSpPr>
          <p:cNvPr id="52" name="wm.whiteboard.90.36"/>
          <p:cNvSpPr/>
          <p:nvPr/>
        </p:nvSpPr>
        <p:spPr>
          <a:xfrm>
            <a:off x="1409700" y="685800"/>
            <a:ext cx="38100" cy="38100"/>
          </a:xfrm>
          <a:prstGeom prst="rect">
            <a:avLst/>
          </a:prstGeom>
          <a:solidFill>
            <a:srgbClr val="CED7E6">
              <a:alpha val="75569"/>
            </a:srgbClr>
          </a:solidFill>
          <a:ln>
            <a:noFill/>
          </a:ln>
        </p:spPr>
      </p:sp>
      <p:sp>
        <p:nvSpPr>
          <p:cNvPr id="53" name="wm.whiteboard.90.54"/>
          <p:cNvSpPr/>
          <p:nvPr/>
        </p:nvSpPr>
        <p:spPr>
          <a:xfrm>
            <a:off x="1409700" y="914400"/>
            <a:ext cx="38100" cy="38100"/>
          </a:xfrm>
          <a:prstGeom prst="rect">
            <a:avLst/>
          </a:prstGeom>
          <a:solidFill>
            <a:srgbClr val="CED7E6">
              <a:alpha val="66767"/>
            </a:srgbClr>
          </a:solidFill>
          <a:ln>
            <a:noFill/>
          </a:ln>
        </p:spPr>
      </p:sp>
      <p:sp>
        <p:nvSpPr>
          <p:cNvPr id="54" name="wm.whiteboard.90.72"/>
          <p:cNvSpPr/>
          <p:nvPr/>
        </p:nvSpPr>
        <p:spPr>
          <a:xfrm>
            <a:off x="1409700" y="1143000"/>
            <a:ext cx="38100" cy="38100"/>
          </a:xfrm>
          <a:prstGeom prst="rect">
            <a:avLst/>
          </a:prstGeom>
          <a:solidFill>
            <a:srgbClr val="CED7E6">
              <a:alpha val="55859"/>
            </a:srgbClr>
          </a:solidFill>
          <a:ln>
            <a:noFill/>
          </a:ln>
        </p:spPr>
      </p:sp>
      <p:sp>
        <p:nvSpPr>
          <p:cNvPr id="55" name="wm.whiteboard.90.90"/>
          <p:cNvSpPr/>
          <p:nvPr/>
        </p:nvSpPr>
        <p:spPr>
          <a:xfrm>
            <a:off x="1409700" y="1371600"/>
            <a:ext cx="38100" cy="38100"/>
          </a:xfrm>
          <a:prstGeom prst="rect">
            <a:avLst/>
          </a:prstGeom>
          <a:solidFill>
            <a:srgbClr val="CED7E6">
              <a:alpha val="43468"/>
            </a:srgbClr>
          </a:solidFill>
          <a:ln>
            <a:noFill/>
          </a:ln>
        </p:spPr>
      </p:sp>
      <p:sp>
        <p:nvSpPr>
          <p:cNvPr id="56" name="wm.whiteboard.90.108"/>
          <p:cNvSpPr/>
          <p:nvPr/>
        </p:nvSpPr>
        <p:spPr>
          <a:xfrm>
            <a:off x="1409700" y="1600200"/>
            <a:ext cx="38100" cy="38100"/>
          </a:xfrm>
          <a:prstGeom prst="rect">
            <a:avLst/>
          </a:prstGeom>
          <a:solidFill>
            <a:srgbClr val="CED7E6">
              <a:alpha val="30037"/>
            </a:srgbClr>
          </a:solidFill>
          <a:ln>
            <a:noFill/>
          </a:ln>
        </p:spPr>
      </p:sp>
      <p:sp>
        <p:nvSpPr>
          <p:cNvPr id="57" name="wm.whiteboard.90.126"/>
          <p:cNvSpPr/>
          <p:nvPr/>
        </p:nvSpPr>
        <p:spPr>
          <a:xfrm>
            <a:off x="1409700" y="1828800"/>
            <a:ext cx="38100" cy="38100"/>
          </a:xfrm>
          <a:prstGeom prst="rect">
            <a:avLst/>
          </a:prstGeom>
          <a:solidFill>
            <a:srgbClr val="CED7E6">
              <a:alpha val="15870"/>
            </a:srgbClr>
          </a:solidFill>
          <a:ln>
            <a:noFill/>
          </a:ln>
        </p:spPr>
      </p:sp>
      <p:sp>
        <p:nvSpPr>
          <p:cNvPr id="58" name="wm.whiteboard.90.144"/>
          <p:cNvSpPr/>
          <p:nvPr/>
        </p:nvSpPr>
        <p:spPr>
          <a:xfrm>
            <a:off x="1409700" y="2057400"/>
            <a:ext cx="38100" cy="38100"/>
          </a:xfrm>
          <a:prstGeom prst="rect">
            <a:avLst/>
          </a:prstGeom>
          <a:solidFill>
            <a:srgbClr val="CED7E6">
              <a:alpha val="1171"/>
            </a:srgbClr>
          </a:solidFill>
          <a:ln>
            <a:noFill/>
          </a:ln>
        </p:spPr>
      </p:sp>
      <p:sp>
        <p:nvSpPr>
          <p:cNvPr id="59" name="wm.whiteboard.108.0"/>
          <p:cNvSpPr/>
          <p:nvPr/>
        </p:nvSpPr>
        <p:spPr>
          <a:xfrm>
            <a:off x="1638300" y="228600"/>
            <a:ext cx="38100" cy="38100"/>
          </a:xfrm>
          <a:prstGeom prst="rect">
            <a:avLst/>
          </a:prstGeom>
          <a:solidFill>
            <a:srgbClr val="CED7E6">
              <a:alpha val="70023"/>
            </a:srgbClr>
          </a:solidFill>
          <a:ln>
            <a:noFill/>
          </a:ln>
        </p:spPr>
      </p:sp>
      <p:sp>
        <p:nvSpPr>
          <p:cNvPr id="60" name="wm.whiteboard.108.18"/>
          <p:cNvSpPr/>
          <p:nvPr/>
        </p:nvSpPr>
        <p:spPr>
          <a:xfrm>
            <a:off x="1638300" y="457200"/>
            <a:ext cx="38100" cy="38100"/>
          </a:xfrm>
          <a:prstGeom prst="rect">
            <a:avLst/>
          </a:prstGeom>
          <a:solidFill>
            <a:srgbClr val="CED7E6">
              <a:alpha val="68085"/>
            </a:srgbClr>
          </a:solidFill>
          <a:ln>
            <a:noFill/>
          </a:ln>
        </p:spPr>
      </p:sp>
      <p:sp>
        <p:nvSpPr>
          <p:cNvPr id="61" name="wm.whiteboard.108.36"/>
          <p:cNvSpPr/>
          <p:nvPr/>
        </p:nvSpPr>
        <p:spPr>
          <a:xfrm>
            <a:off x="1638300" y="685800"/>
            <a:ext cx="38100" cy="38100"/>
          </a:xfrm>
          <a:prstGeom prst="rect">
            <a:avLst/>
          </a:prstGeom>
          <a:solidFill>
            <a:srgbClr val="CED7E6">
              <a:alpha val="63033"/>
            </a:srgbClr>
          </a:solidFill>
          <a:ln>
            <a:noFill/>
          </a:ln>
        </p:spPr>
      </p:sp>
      <p:sp>
        <p:nvSpPr>
          <p:cNvPr id="62" name="wm.whiteboard.108.54"/>
          <p:cNvSpPr/>
          <p:nvPr/>
        </p:nvSpPr>
        <p:spPr>
          <a:xfrm>
            <a:off x="1638300" y="914400"/>
            <a:ext cx="38100" cy="38100"/>
          </a:xfrm>
          <a:prstGeom prst="rect">
            <a:avLst/>
          </a:prstGeom>
          <a:solidFill>
            <a:srgbClr val="CED7E6">
              <a:alpha val="55346"/>
            </a:srgbClr>
          </a:solidFill>
          <a:ln>
            <a:noFill/>
          </a:ln>
        </p:spPr>
      </p:sp>
      <p:sp>
        <p:nvSpPr>
          <p:cNvPr id="63" name="wm.whiteboard.108.72"/>
          <p:cNvSpPr/>
          <p:nvPr/>
        </p:nvSpPr>
        <p:spPr>
          <a:xfrm>
            <a:off x="1638300" y="1143000"/>
            <a:ext cx="38100" cy="38100"/>
          </a:xfrm>
          <a:prstGeom prst="rect">
            <a:avLst/>
          </a:prstGeom>
          <a:solidFill>
            <a:srgbClr val="CED7E6">
              <a:alpha val="45583"/>
            </a:srgbClr>
          </a:solidFill>
          <a:ln>
            <a:noFill/>
          </a:ln>
        </p:spPr>
      </p:sp>
      <p:sp>
        <p:nvSpPr>
          <p:cNvPr id="64" name="wm.whiteboard.108.90"/>
          <p:cNvSpPr/>
          <p:nvPr/>
        </p:nvSpPr>
        <p:spPr>
          <a:xfrm>
            <a:off x="1638300" y="1371600"/>
            <a:ext cx="38100" cy="38100"/>
          </a:xfrm>
          <a:prstGeom prst="rect">
            <a:avLst/>
          </a:prstGeom>
          <a:solidFill>
            <a:srgbClr val="CED7E6">
              <a:alpha val="34251"/>
            </a:srgbClr>
          </a:solidFill>
          <a:ln>
            <a:noFill/>
          </a:ln>
        </p:spPr>
      </p:sp>
      <p:sp>
        <p:nvSpPr>
          <p:cNvPr id="65" name="wm.whiteboard.108.108"/>
          <p:cNvSpPr/>
          <p:nvPr/>
        </p:nvSpPr>
        <p:spPr>
          <a:xfrm>
            <a:off x="1638300" y="1600200"/>
            <a:ext cx="38100" cy="38100"/>
          </a:xfrm>
          <a:prstGeom prst="rect">
            <a:avLst/>
          </a:prstGeom>
          <a:solidFill>
            <a:srgbClr val="CED7E6">
              <a:alpha val="21754"/>
            </a:srgbClr>
          </a:solidFill>
          <a:ln>
            <a:noFill/>
          </a:ln>
        </p:spPr>
      </p:sp>
      <p:sp>
        <p:nvSpPr>
          <p:cNvPr id="66" name="wm.whiteboard.108.126"/>
          <p:cNvSpPr/>
          <p:nvPr/>
        </p:nvSpPr>
        <p:spPr>
          <a:xfrm>
            <a:off x="1638300" y="1828800"/>
            <a:ext cx="38100" cy="38100"/>
          </a:xfrm>
          <a:prstGeom prst="rect">
            <a:avLst/>
          </a:prstGeom>
          <a:solidFill>
            <a:srgbClr val="CED7E6">
              <a:alpha val="8391"/>
            </a:srgbClr>
          </a:solidFill>
          <a:ln>
            <a:noFill/>
          </a:ln>
        </p:spPr>
      </p:sp>
      <p:sp>
        <p:nvSpPr>
          <p:cNvPr id="67" name="wm.whiteboard.126.0"/>
          <p:cNvSpPr/>
          <p:nvPr/>
        </p:nvSpPr>
        <p:spPr>
          <a:xfrm>
            <a:off x="1866900" y="228600"/>
            <a:ext cx="38100" cy="38100"/>
          </a:xfrm>
          <a:prstGeom prst="rect">
            <a:avLst/>
          </a:prstGeom>
          <a:solidFill>
            <a:srgbClr val="CED7E6">
              <a:alpha val="56247"/>
            </a:srgbClr>
          </a:solidFill>
          <a:ln>
            <a:noFill/>
          </a:ln>
        </p:spPr>
      </p:sp>
      <p:sp>
        <p:nvSpPr>
          <p:cNvPr id="68" name="wm.whiteboard.126.18"/>
          <p:cNvSpPr/>
          <p:nvPr/>
        </p:nvSpPr>
        <p:spPr>
          <a:xfrm>
            <a:off x="1866900" y="457200"/>
            <a:ext cx="38100" cy="38100"/>
          </a:xfrm>
          <a:prstGeom prst="rect">
            <a:avLst/>
          </a:prstGeom>
          <a:solidFill>
            <a:srgbClr val="CED7E6">
              <a:alpha val="54578"/>
            </a:srgbClr>
          </a:solidFill>
          <a:ln>
            <a:noFill/>
          </a:ln>
        </p:spPr>
      </p:sp>
      <p:sp>
        <p:nvSpPr>
          <p:cNvPr id="69" name="wm.whiteboard.126.36"/>
          <p:cNvSpPr/>
          <p:nvPr/>
        </p:nvSpPr>
        <p:spPr>
          <a:xfrm>
            <a:off x="1866900" y="685800"/>
            <a:ext cx="38100" cy="38100"/>
          </a:xfrm>
          <a:prstGeom prst="rect">
            <a:avLst/>
          </a:prstGeom>
          <a:solidFill>
            <a:srgbClr val="CED7E6">
              <a:alpha val="50182"/>
            </a:srgbClr>
          </a:solidFill>
          <a:ln>
            <a:noFill/>
          </a:ln>
        </p:spPr>
      </p:sp>
      <p:sp>
        <p:nvSpPr>
          <p:cNvPr id="70" name="wm.whiteboard.126.54"/>
          <p:cNvSpPr/>
          <p:nvPr/>
        </p:nvSpPr>
        <p:spPr>
          <a:xfrm>
            <a:off x="1866900" y="914400"/>
            <a:ext cx="38100" cy="38100"/>
          </a:xfrm>
          <a:prstGeom prst="rect">
            <a:avLst/>
          </a:prstGeom>
          <a:solidFill>
            <a:srgbClr val="CED7E6">
              <a:alpha val="43386"/>
            </a:srgbClr>
          </a:solidFill>
          <a:ln>
            <a:noFill/>
          </a:ln>
        </p:spPr>
      </p:sp>
      <p:sp>
        <p:nvSpPr>
          <p:cNvPr id="71" name="wm.whiteboard.126.72"/>
          <p:cNvSpPr/>
          <p:nvPr/>
        </p:nvSpPr>
        <p:spPr>
          <a:xfrm>
            <a:off x="1866900" y="1143000"/>
            <a:ext cx="38100" cy="38100"/>
          </a:xfrm>
          <a:prstGeom prst="rect">
            <a:avLst/>
          </a:prstGeom>
          <a:solidFill>
            <a:srgbClr val="CED7E6">
              <a:alpha val="34598"/>
            </a:srgbClr>
          </a:solidFill>
          <a:ln>
            <a:noFill/>
          </a:ln>
        </p:spPr>
      </p:sp>
      <p:sp>
        <p:nvSpPr>
          <p:cNvPr id="72" name="wm.whiteboard.126.90"/>
          <p:cNvSpPr/>
          <p:nvPr/>
        </p:nvSpPr>
        <p:spPr>
          <a:xfrm>
            <a:off x="1866900" y="1371600"/>
            <a:ext cx="38100" cy="38100"/>
          </a:xfrm>
          <a:prstGeom prst="rect">
            <a:avLst/>
          </a:prstGeom>
          <a:solidFill>
            <a:srgbClr val="CED7E6">
              <a:alpha val="24223"/>
            </a:srgbClr>
          </a:solidFill>
          <a:ln>
            <a:noFill/>
          </a:ln>
        </p:spPr>
      </p:sp>
      <p:sp>
        <p:nvSpPr>
          <p:cNvPr id="73" name="wm.whiteboard.126.108"/>
          <p:cNvSpPr/>
          <p:nvPr/>
        </p:nvSpPr>
        <p:spPr>
          <a:xfrm>
            <a:off x="1866900" y="1600200"/>
            <a:ext cx="38100" cy="38100"/>
          </a:xfrm>
          <a:prstGeom prst="rect">
            <a:avLst/>
          </a:prstGeom>
          <a:solidFill>
            <a:srgbClr val="CED7E6">
              <a:alpha val="12610"/>
            </a:srgbClr>
          </a:solidFill>
          <a:ln>
            <a:noFill/>
          </a:ln>
        </p:spPr>
      </p:sp>
      <p:sp>
        <p:nvSpPr>
          <p:cNvPr id="74" name="wm.whiteboard.126.126"/>
          <p:cNvSpPr/>
          <p:nvPr/>
        </p:nvSpPr>
        <p:spPr>
          <a:xfrm>
            <a:off x="1866900" y="1828800"/>
            <a:ext cx="38100" cy="38100"/>
          </a:xfrm>
          <a:prstGeom prst="rect">
            <a:avLst/>
          </a:prstGeom>
          <a:solidFill>
            <a:srgbClr val="CED7E6">
              <a:alpha val="40"/>
            </a:srgbClr>
          </a:solidFill>
          <a:ln>
            <a:noFill/>
          </a:ln>
        </p:spPr>
      </p:sp>
      <p:sp>
        <p:nvSpPr>
          <p:cNvPr id="75" name="wm.whiteboard.144.0"/>
          <p:cNvSpPr/>
          <p:nvPr/>
        </p:nvSpPr>
        <p:spPr>
          <a:xfrm>
            <a:off x="2095500" y="228600"/>
            <a:ext cx="38100" cy="38100"/>
          </a:xfrm>
          <a:prstGeom prst="rect">
            <a:avLst/>
          </a:prstGeom>
          <a:solidFill>
            <a:srgbClr val="CED7E6">
              <a:alpha val="42471"/>
            </a:srgbClr>
          </a:solidFill>
          <a:ln>
            <a:noFill/>
          </a:ln>
        </p:spPr>
      </p:sp>
      <p:sp>
        <p:nvSpPr>
          <p:cNvPr id="76" name="wm.whiteboard.144.18"/>
          <p:cNvSpPr/>
          <p:nvPr/>
        </p:nvSpPr>
        <p:spPr>
          <a:xfrm>
            <a:off x="2095500" y="457200"/>
            <a:ext cx="38100" cy="38100"/>
          </a:xfrm>
          <a:prstGeom prst="rect">
            <a:avLst/>
          </a:prstGeom>
          <a:solidFill>
            <a:srgbClr val="CED7E6">
              <a:alpha val="41005"/>
            </a:srgbClr>
          </a:solidFill>
          <a:ln>
            <a:noFill/>
          </a:ln>
        </p:spPr>
      </p:sp>
      <p:sp>
        <p:nvSpPr>
          <p:cNvPr id="77" name="wm.whiteboard.144.36"/>
          <p:cNvSpPr/>
          <p:nvPr/>
        </p:nvSpPr>
        <p:spPr>
          <a:xfrm>
            <a:off x="2095500" y="685800"/>
            <a:ext cx="38100" cy="38100"/>
          </a:xfrm>
          <a:prstGeom prst="rect">
            <a:avLst/>
          </a:prstGeom>
          <a:solidFill>
            <a:srgbClr val="CED7E6">
              <a:alpha val="37120"/>
            </a:srgbClr>
          </a:solidFill>
          <a:ln>
            <a:noFill/>
          </a:ln>
        </p:spPr>
      </p:sp>
      <p:sp>
        <p:nvSpPr>
          <p:cNvPr id="78" name="wm.whiteboard.144.54"/>
          <p:cNvSpPr/>
          <p:nvPr/>
        </p:nvSpPr>
        <p:spPr>
          <a:xfrm>
            <a:off x="2095500" y="914400"/>
            <a:ext cx="38100" cy="38100"/>
          </a:xfrm>
          <a:prstGeom prst="rect">
            <a:avLst/>
          </a:prstGeom>
          <a:solidFill>
            <a:srgbClr val="CED7E6">
              <a:alpha val="31044"/>
            </a:srgbClr>
          </a:solidFill>
          <a:ln>
            <a:noFill/>
          </a:ln>
        </p:spPr>
      </p:sp>
      <p:sp>
        <p:nvSpPr>
          <p:cNvPr id="79" name="wm.whiteboard.144.72"/>
          <p:cNvSpPr/>
          <p:nvPr/>
        </p:nvSpPr>
        <p:spPr>
          <a:xfrm>
            <a:off x="2095500" y="1143000"/>
            <a:ext cx="38100" cy="38100"/>
          </a:xfrm>
          <a:prstGeom prst="rect">
            <a:avLst/>
          </a:prstGeom>
          <a:solidFill>
            <a:srgbClr val="CED7E6">
              <a:alpha val="23083"/>
            </a:srgbClr>
          </a:solidFill>
          <a:ln>
            <a:noFill/>
          </a:ln>
        </p:spPr>
      </p:sp>
      <p:sp>
        <p:nvSpPr>
          <p:cNvPr id="80" name="wm.whiteboard.144.90"/>
          <p:cNvSpPr/>
          <p:nvPr/>
        </p:nvSpPr>
        <p:spPr>
          <a:xfrm>
            <a:off x="2095500" y="1371600"/>
            <a:ext cx="38100" cy="38100"/>
          </a:xfrm>
          <a:prstGeom prst="rect">
            <a:avLst/>
          </a:prstGeom>
          <a:solidFill>
            <a:srgbClr val="CED7E6">
              <a:alpha val="13557"/>
            </a:srgbClr>
          </a:solidFill>
          <a:ln>
            <a:noFill/>
          </a:ln>
        </p:spPr>
      </p:sp>
      <p:sp>
        <p:nvSpPr>
          <p:cNvPr id="81" name="wm.whiteboard.144.108"/>
          <p:cNvSpPr/>
          <p:nvPr/>
        </p:nvSpPr>
        <p:spPr>
          <a:xfrm>
            <a:off x="2095500" y="1600200"/>
            <a:ext cx="38100" cy="38100"/>
          </a:xfrm>
          <a:prstGeom prst="rect">
            <a:avLst/>
          </a:prstGeom>
          <a:solidFill>
            <a:srgbClr val="CED7E6">
              <a:alpha val="2762"/>
            </a:srgbClr>
          </a:solidFill>
          <a:ln>
            <a:noFill/>
          </a:ln>
        </p:spPr>
      </p:sp>
      <p:sp>
        <p:nvSpPr>
          <p:cNvPr id="82" name="wm.whiteboard.162.0"/>
          <p:cNvSpPr/>
          <p:nvPr/>
        </p:nvSpPr>
        <p:spPr>
          <a:xfrm>
            <a:off x="2324100" y="228600"/>
            <a:ext cx="38100" cy="38100"/>
          </a:xfrm>
          <a:prstGeom prst="rect">
            <a:avLst/>
          </a:prstGeom>
          <a:solidFill>
            <a:srgbClr val="CED7E6">
              <a:alpha val="28695"/>
            </a:srgbClr>
          </a:solidFill>
          <a:ln>
            <a:noFill/>
          </a:ln>
        </p:spPr>
      </p:sp>
      <p:sp>
        <p:nvSpPr>
          <p:cNvPr id="83" name="wm.whiteboard.162.18"/>
          <p:cNvSpPr/>
          <p:nvPr/>
        </p:nvSpPr>
        <p:spPr>
          <a:xfrm>
            <a:off x="2324100" y="457200"/>
            <a:ext cx="38100" cy="38100"/>
          </a:xfrm>
          <a:prstGeom prst="rect">
            <a:avLst/>
          </a:prstGeom>
          <a:solidFill>
            <a:srgbClr val="CED7E6">
              <a:alpha val="27389"/>
            </a:srgbClr>
          </a:solidFill>
          <a:ln>
            <a:noFill/>
          </a:ln>
        </p:spPr>
      </p:sp>
      <p:sp>
        <p:nvSpPr>
          <p:cNvPr id="84" name="wm.whiteboard.162.36"/>
          <p:cNvSpPr/>
          <p:nvPr/>
        </p:nvSpPr>
        <p:spPr>
          <a:xfrm>
            <a:off x="2324100" y="685800"/>
            <a:ext cx="38100" cy="38100"/>
          </a:xfrm>
          <a:prstGeom prst="rect">
            <a:avLst/>
          </a:prstGeom>
          <a:solidFill>
            <a:srgbClr val="CED7E6">
              <a:alpha val="23910"/>
            </a:srgbClr>
          </a:solidFill>
          <a:ln>
            <a:noFill/>
          </a:ln>
        </p:spPr>
      </p:sp>
      <p:sp>
        <p:nvSpPr>
          <p:cNvPr id="85" name="wm.whiteboard.162.54"/>
          <p:cNvSpPr/>
          <p:nvPr/>
        </p:nvSpPr>
        <p:spPr>
          <a:xfrm>
            <a:off x="2324100" y="914400"/>
            <a:ext cx="38100" cy="38100"/>
          </a:xfrm>
          <a:prstGeom prst="rect">
            <a:avLst/>
          </a:prstGeom>
          <a:solidFill>
            <a:srgbClr val="CED7E6">
              <a:alpha val="18425"/>
            </a:srgbClr>
          </a:solidFill>
          <a:ln>
            <a:noFill/>
          </a:ln>
        </p:spPr>
      </p:sp>
      <p:sp>
        <p:nvSpPr>
          <p:cNvPr id="86" name="wm.whiteboard.162.72"/>
          <p:cNvSpPr/>
          <p:nvPr/>
        </p:nvSpPr>
        <p:spPr>
          <a:xfrm>
            <a:off x="2324100" y="1143000"/>
            <a:ext cx="38100" cy="38100"/>
          </a:xfrm>
          <a:prstGeom prst="rect">
            <a:avLst/>
          </a:prstGeom>
          <a:solidFill>
            <a:srgbClr val="CED7E6">
              <a:alpha val="11167"/>
            </a:srgbClr>
          </a:solidFill>
          <a:ln>
            <a:noFill/>
          </a:ln>
        </p:spPr>
      </p:sp>
      <p:sp>
        <p:nvSpPr>
          <p:cNvPr id="87" name="wm.whiteboard.162.90"/>
          <p:cNvSpPr/>
          <p:nvPr/>
        </p:nvSpPr>
        <p:spPr>
          <a:xfrm>
            <a:off x="2324100" y="1371600"/>
            <a:ext cx="38100" cy="38100"/>
          </a:xfrm>
          <a:prstGeom prst="rect">
            <a:avLst/>
          </a:prstGeom>
          <a:solidFill>
            <a:srgbClr val="CED7E6">
              <a:alpha val="2388"/>
            </a:srgbClr>
          </a:solidFill>
          <a:ln>
            <a:noFill/>
          </a:ln>
        </p:spPr>
      </p:sp>
      <p:sp>
        <p:nvSpPr>
          <p:cNvPr id="88" name="wm.whiteboard.180.0"/>
          <p:cNvSpPr/>
          <p:nvPr/>
        </p:nvSpPr>
        <p:spPr>
          <a:xfrm>
            <a:off x="2552700" y="228600"/>
            <a:ext cx="38100" cy="38100"/>
          </a:xfrm>
          <a:prstGeom prst="rect">
            <a:avLst/>
          </a:prstGeom>
          <a:solidFill>
            <a:srgbClr val="CED7E6">
              <a:alpha val="14918"/>
            </a:srgbClr>
          </a:solidFill>
          <a:ln>
            <a:noFill/>
          </a:ln>
        </p:spPr>
      </p:sp>
      <p:sp>
        <p:nvSpPr>
          <p:cNvPr id="89" name="wm.whiteboard.180.18"/>
          <p:cNvSpPr/>
          <p:nvPr/>
        </p:nvSpPr>
        <p:spPr>
          <a:xfrm>
            <a:off x="2552700" y="457200"/>
            <a:ext cx="38100" cy="38100"/>
          </a:xfrm>
          <a:prstGeom prst="rect">
            <a:avLst/>
          </a:prstGeom>
          <a:solidFill>
            <a:srgbClr val="CED7E6">
              <a:alpha val="13741"/>
            </a:srgbClr>
          </a:solidFill>
          <a:ln>
            <a:noFill/>
          </a:ln>
        </p:spPr>
      </p:sp>
      <p:sp>
        <p:nvSpPr>
          <p:cNvPr id="90" name="wm.whiteboard.180.36"/>
          <p:cNvSpPr/>
          <p:nvPr/>
        </p:nvSpPr>
        <p:spPr>
          <a:xfrm>
            <a:off x="2552700" y="685800"/>
            <a:ext cx="38100" cy="38100"/>
          </a:xfrm>
          <a:prstGeom prst="rect">
            <a:avLst/>
          </a:prstGeom>
          <a:solidFill>
            <a:srgbClr val="CED7E6">
              <a:alpha val="10593"/>
            </a:srgbClr>
          </a:solidFill>
          <a:ln>
            <a:noFill/>
          </a:ln>
        </p:spPr>
      </p:sp>
      <p:sp>
        <p:nvSpPr>
          <p:cNvPr id="91" name="wm.whiteboard.180.54"/>
          <p:cNvSpPr/>
          <p:nvPr/>
        </p:nvSpPr>
        <p:spPr>
          <a:xfrm>
            <a:off x="2552700" y="914400"/>
            <a:ext cx="38100" cy="38100"/>
          </a:xfrm>
          <a:prstGeom prst="rect">
            <a:avLst/>
          </a:prstGeom>
          <a:solidFill>
            <a:srgbClr val="CED7E6">
              <a:alpha val="5600"/>
            </a:srgbClr>
          </a:solidFill>
          <a:ln>
            <a:noFill/>
          </a:ln>
        </p:spPr>
      </p:sp>
      <p:sp>
        <p:nvSpPr>
          <p:cNvPr id="92" name="wm.whiteboard.198.0"/>
          <p:cNvSpPr/>
          <p:nvPr/>
        </p:nvSpPr>
        <p:spPr>
          <a:xfrm>
            <a:off x="2781300" y="228600"/>
            <a:ext cx="38100" cy="38100"/>
          </a:xfrm>
          <a:prstGeom prst="rect">
            <a:avLst/>
          </a:prstGeom>
          <a:solidFill>
            <a:srgbClr val="CED7E6">
              <a:alpha val="1142"/>
            </a:srgbClr>
          </a:solidFill>
          <a:ln>
            <a:noFill/>
          </a:ln>
        </p:spPr>
      </p:sp>
      <p:sp>
        <p:nvSpPr>
          <p:cNvPr id="93" name="wm.whiteboard.198.18"/>
          <p:cNvSpPr/>
          <p:nvPr/>
        </p:nvSpPr>
        <p:spPr>
          <a:xfrm>
            <a:off x="2781300" y="457200"/>
            <a:ext cx="38100" cy="38100"/>
          </a:xfrm>
          <a:prstGeom prst="rect">
            <a:avLst/>
          </a:prstGeom>
          <a:solidFill>
            <a:srgbClr val="CED7E6">
              <a:alpha val="69"/>
            </a:srgbClr>
          </a:solidFill>
          <a:ln>
            <a:noFill/>
          </a:ln>
        </p:spPr>
      </p:sp>
      <p:sp>
        <p:nvSpPr>
          <p:cNvPr id="94" name="wm.header.rule"/>
          <p:cNvSpPr/>
          <p:nvPr/>
        </p:nvSpPr>
        <p:spPr>
          <a:xfrm>
            <a:off x="723900" y="1371600"/>
            <a:ext cx="10744200" cy="9525"/>
          </a:xfrm>
          <a:prstGeom prst="rect">
            <a:avLst/>
          </a:prstGeom>
          <a:solidFill>
            <a:srgbClr val="CED7E6"/>
          </a:solidFill>
          <a:ln>
            <a:noFill/>
          </a:ln>
        </p:spPr>
      </p:sp>
      <p:pic>
        <p:nvPicPr>
          <p:cNvPr id="95"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400800"/>
            <a:ext cx="729403" cy="152400"/>
          </a:xfrm>
          <a:prstGeom prst="rect">
            <a:avLst/>
          </a:prstGeom>
        </p:spPr>
      </p:pic>
      <p:sp>
        <p:nvSpPr>
          <p:cNvPr id="96" name="wm.legal"/>
          <p:cNvSpPr/>
          <p:nvPr/>
        </p:nvSpPr>
        <p:spPr>
          <a:xfrm>
            <a:off x="2171700" y="6419850"/>
            <a:ext cx="8915400" cy="1143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wmds.frame.36729c3c09d4ab875fae">
    <p:bg>
      <p:bgPr>
        <a:solidFill>
          <a:srgbClr val="FFFFFF"/>
        </a:solidFill>
      </p:bgPr>
    </p:bg>
    <p:spTree>
      <p:nvGrpSpPr>
        <p:cNvPr id="1" name=""/>
        <p:cNvGrpSpPr/>
        <p:nvPr/>
      </p:nvGrpSpPr>
      <p:grpSpPr>
        <a:xfrm>
          <a:off x="0" y="0"/>
          <a:ext cx="0" cy="0"/>
          <a:chOff x="0" y="0"/>
          <a:chExt cx="0" cy="0"/>
        </a:xfrm>
      </p:grpSpPr>
      <p:sp>
        <p:nvSpPr>
          <p:cNvPr id="2" name="wm.footer.rule"/>
          <p:cNvSpPr/>
          <p:nvPr/>
        </p:nvSpPr>
        <p:spPr>
          <a:xfrm>
            <a:off x="723900" y="6286500"/>
            <a:ext cx="10744200" cy="9525"/>
          </a:xfrm>
          <a:prstGeom prst="rect">
            <a:avLst/>
          </a:prstGeom>
          <a:solidFill>
            <a:srgbClr val="CED7E6"/>
          </a:solidFill>
          <a:ln>
            <a:noFill/>
          </a:ln>
        </p:spPr>
      </p:sp>
      <p:sp>
        <p:nvSpPr>
          <p:cNvPr id="3" name="wm.whiteboard.0.0"/>
          <p:cNvSpPr/>
          <p:nvPr/>
        </p:nvSpPr>
        <p:spPr>
          <a:xfrm>
            <a:off x="723900" y="228600"/>
            <a:ext cx="38100" cy="38100"/>
          </a:xfrm>
          <a:prstGeom prst="rect">
            <a:avLst/>
          </a:prstGeom>
          <a:solidFill>
            <a:srgbClr val="CED7E6"/>
          </a:solidFill>
          <a:ln>
            <a:noFill/>
          </a:ln>
        </p:spPr>
      </p:sp>
      <p:sp>
        <p:nvSpPr>
          <p:cNvPr id="4" name="wm.whiteboard.0.18"/>
          <p:cNvSpPr/>
          <p:nvPr/>
        </p:nvSpPr>
        <p:spPr>
          <a:xfrm>
            <a:off x="723900" y="457200"/>
            <a:ext cx="38100" cy="38100"/>
          </a:xfrm>
          <a:prstGeom prst="rect">
            <a:avLst/>
          </a:prstGeom>
          <a:solidFill>
            <a:srgbClr val="CED7E6"/>
          </a:solidFill>
          <a:ln>
            <a:noFill/>
          </a:ln>
        </p:spPr>
      </p:sp>
      <p:sp>
        <p:nvSpPr>
          <p:cNvPr id="5" name="wm.whiteboard.0.36"/>
          <p:cNvSpPr/>
          <p:nvPr/>
        </p:nvSpPr>
        <p:spPr>
          <a:xfrm>
            <a:off x="723900" y="685800"/>
            <a:ext cx="38100" cy="38100"/>
          </a:xfrm>
          <a:prstGeom prst="rect">
            <a:avLst/>
          </a:prstGeom>
          <a:solidFill>
            <a:srgbClr val="CED7E6"/>
          </a:solidFill>
          <a:ln>
            <a:noFill/>
          </a:ln>
        </p:spPr>
      </p:sp>
      <p:sp>
        <p:nvSpPr>
          <p:cNvPr id="6" name="wm.whiteboard.0.54"/>
          <p:cNvSpPr/>
          <p:nvPr/>
        </p:nvSpPr>
        <p:spPr>
          <a:xfrm>
            <a:off x="723900" y="914400"/>
            <a:ext cx="38100" cy="38100"/>
          </a:xfrm>
          <a:prstGeom prst="rect">
            <a:avLst/>
          </a:prstGeom>
          <a:solidFill>
            <a:srgbClr val="CED7E6"/>
          </a:solidFill>
          <a:ln>
            <a:noFill/>
          </a:ln>
        </p:spPr>
      </p:sp>
      <p:sp>
        <p:nvSpPr>
          <p:cNvPr id="7" name="wm.whiteboard.0.72"/>
          <p:cNvSpPr/>
          <p:nvPr/>
        </p:nvSpPr>
        <p:spPr>
          <a:xfrm>
            <a:off x="723900" y="1143000"/>
            <a:ext cx="38100" cy="38100"/>
          </a:xfrm>
          <a:prstGeom prst="rect">
            <a:avLst/>
          </a:prstGeom>
          <a:solidFill>
            <a:srgbClr val="CED7E6">
              <a:alpha val="85305"/>
            </a:srgbClr>
          </a:solidFill>
          <a:ln>
            <a:noFill/>
          </a:ln>
        </p:spPr>
      </p:sp>
      <p:sp>
        <p:nvSpPr>
          <p:cNvPr id="8" name="wm.whiteboard.0.90"/>
          <p:cNvSpPr/>
          <p:nvPr/>
        </p:nvSpPr>
        <p:spPr>
          <a:xfrm>
            <a:off x="723900" y="1371600"/>
            <a:ext cx="38100" cy="38100"/>
          </a:xfrm>
          <a:prstGeom prst="rect">
            <a:avLst/>
          </a:prstGeom>
          <a:solidFill>
            <a:srgbClr val="CED7E6">
              <a:alpha val="68524"/>
            </a:srgbClr>
          </a:solidFill>
          <a:ln>
            <a:noFill/>
          </a:ln>
        </p:spPr>
      </p:sp>
      <p:sp>
        <p:nvSpPr>
          <p:cNvPr id="9" name="wm.whiteboard.0.108"/>
          <p:cNvSpPr/>
          <p:nvPr/>
        </p:nvSpPr>
        <p:spPr>
          <a:xfrm>
            <a:off x="723900" y="1600200"/>
            <a:ext cx="38100" cy="38100"/>
          </a:xfrm>
          <a:prstGeom prst="rect">
            <a:avLst/>
          </a:prstGeom>
          <a:solidFill>
            <a:srgbClr val="CED7E6">
              <a:alpha val="51742"/>
            </a:srgbClr>
          </a:solidFill>
          <a:ln>
            <a:noFill/>
          </a:ln>
        </p:spPr>
      </p:sp>
      <p:sp>
        <p:nvSpPr>
          <p:cNvPr id="10" name="wm.whiteboard.0.126"/>
          <p:cNvSpPr/>
          <p:nvPr/>
        </p:nvSpPr>
        <p:spPr>
          <a:xfrm>
            <a:off x="723900" y="1828800"/>
            <a:ext cx="38100" cy="38100"/>
          </a:xfrm>
          <a:prstGeom prst="rect">
            <a:avLst/>
          </a:prstGeom>
          <a:solidFill>
            <a:srgbClr val="CED7E6">
              <a:alpha val="34959"/>
            </a:srgbClr>
          </a:solidFill>
          <a:ln>
            <a:noFill/>
          </a:ln>
        </p:spPr>
      </p:sp>
      <p:sp>
        <p:nvSpPr>
          <p:cNvPr id="11" name="wm.whiteboard.0.144"/>
          <p:cNvSpPr/>
          <p:nvPr/>
        </p:nvSpPr>
        <p:spPr>
          <a:xfrm>
            <a:off x="723900" y="2057400"/>
            <a:ext cx="38100" cy="38100"/>
          </a:xfrm>
          <a:prstGeom prst="rect">
            <a:avLst/>
          </a:prstGeom>
          <a:solidFill>
            <a:srgbClr val="CED7E6">
              <a:alpha val="18177"/>
            </a:srgbClr>
          </a:solidFill>
          <a:ln>
            <a:noFill/>
          </a:ln>
        </p:spPr>
      </p:sp>
      <p:sp>
        <p:nvSpPr>
          <p:cNvPr id="12" name="wm.whiteboard.0.162"/>
          <p:cNvSpPr/>
          <p:nvPr/>
        </p:nvSpPr>
        <p:spPr>
          <a:xfrm>
            <a:off x="723900" y="2286000"/>
            <a:ext cx="38100" cy="38100"/>
          </a:xfrm>
          <a:prstGeom prst="rect">
            <a:avLst/>
          </a:prstGeom>
          <a:solidFill>
            <a:srgbClr val="CED7E6">
              <a:alpha val="1394"/>
            </a:srgbClr>
          </a:solidFill>
          <a:ln>
            <a:noFill/>
          </a:ln>
        </p:spPr>
      </p:sp>
      <p:sp>
        <p:nvSpPr>
          <p:cNvPr id="13" name="wm.whiteboard.18.0"/>
          <p:cNvSpPr/>
          <p:nvPr/>
        </p:nvSpPr>
        <p:spPr>
          <a:xfrm>
            <a:off x="952500" y="228600"/>
            <a:ext cx="38100" cy="38100"/>
          </a:xfrm>
          <a:prstGeom prst="rect">
            <a:avLst/>
          </a:prstGeom>
          <a:solidFill>
            <a:srgbClr val="CED7E6"/>
          </a:solidFill>
          <a:ln>
            <a:noFill/>
          </a:ln>
        </p:spPr>
      </p:sp>
      <p:sp>
        <p:nvSpPr>
          <p:cNvPr id="14" name="wm.whiteboard.18.18"/>
          <p:cNvSpPr/>
          <p:nvPr/>
        </p:nvSpPr>
        <p:spPr>
          <a:xfrm>
            <a:off x="952500" y="457200"/>
            <a:ext cx="38100" cy="38100"/>
          </a:xfrm>
          <a:prstGeom prst="rect">
            <a:avLst/>
          </a:prstGeom>
          <a:solidFill>
            <a:srgbClr val="CED7E6"/>
          </a:solidFill>
          <a:ln>
            <a:noFill/>
          </a:ln>
        </p:spPr>
      </p:sp>
      <p:sp>
        <p:nvSpPr>
          <p:cNvPr id="15" name="wm.whiteboard.18.36"/>
          <p:cNvSpPr/>
          <p:nvPr/>
        </p:nvSpPr>
        <p:spPr>
          <a:xfrm>
            <a:off x="952500" y="685800"/>
            <a:ext cx="38100" cy="38100"/>
          </a:xfrm>
          <a:prstGeom prst="rect">
            <a:avLst/>
          </a:prstGeom>
          <a:solidFill>
            <a:srgbClr val="CED7E6"/>
          </a:solidFill>
          <a:ln>
            <a:noFill/>
          </a:ln>
        </p:spPr>
      </p:sp>
      <p:sp>
        <p:nvSpPr>
          <p:cNvPr id="16" name="wm.whiteboard.18.54"/>
          <p:cNvSpPr/>
          <p:nvPr/>
        </p:nvSpPr>
        <p:spPr>
          <a:xfrm>
            <a:off x="952500" y="914400"/>
            <a:ext cx="38100" cy="38100"/>
          </a:xfrm>
          <a:prstGeom prst="rect">
            <a:avLst/>
          </a:prstGeom>
          <a:solidFill>
            <a:srgbClr val="CED7E6">
              <a:alpha val="99988"/>
            </a:srgbClr>
          </a:solidFill>
          <a:ln>
            <a:noFill/>
          </a:ln>
        </p:spPr>
      </p:sp>
      <p:sp>
        <p:nvSpPr>
          <p:cNvPr id="17" name="wm.whiteboard.18.72"/>
          <p:cNvSpPr/>
          <p:nvPr/>
        </p:nvSpPr>
        <p:spPr>
          <a:xfrm>
            <a:off x="952500" y="1143000"/>
            <a:ext cx="38100" cy="38100"/>
          </a:xfrm>
          <a:prstGeom prst="rect">
            <a:avLst/>
          </a:prstGeom>
          <a:solidFill>
            <a:srgbClr val="CED7E6">
              <a:alpha val="83708"/>
            </a:srgbClr>
          </a:solidFill>
          <a:ln>
            <a:noFill/>
          </a:ln>
        </p:spPr>
      </p:sp>
      <p:sp>
        <p:nvSpPr>
          <p:cNvPr id="18" name="wm.whiteboard.18.90"/>
          <p:cNvSpPr/>
          <p:nvPr/>
        </p:nvSpPr>
        <p:spPr>
          <a:xfrm>
            <a:off x="952500" y="1371600"/>
            <a:ext cx="38100" cy="38100"/>
          </a:xfrm>
          <a:prstGeom prst="rect">
            <a:avLst/>
          </a:prstGeom>
          <a:solidFill>
            <a:srgbClr val="CED7E6">
              <a:alpha val="67236"/>
            </a:srgbClr>
          </a:solidFill>
          <a:ln>
            <a:noFill/>
          </a:ln>
        </p:spPr>
      </p:sp>
      <p:sp>
        <p:nvSpPr>
          <p:cNvPr id="19" name="wm.whiteboard.18.108"/>
          <p:cNvSpPr/>
          <p:nvPr/>
        </p:nvSpPr>
        <p:spPr>
          <a:xfrm>
            <a:off x="952500" y="1600200"/>
            <a:ext cx="38100" cy="38100"/>
          </a:xfrm>
          <a:prstGeom prst="rect">
            <a:avLst/>
          </a:prstGeom>
          <a:solidFill>
            <a:srgbClr val="CED7E6">
              <a:alpha val="50663"/>
            </a:srgbClr>
          </a:solidFill>
          <a:ln>
            <a:noFill/>
          </a:ln>
        </p:spPr>
      </p:sp>
      <p:sp>
        <p:nvSpPr>
          <p:cNvPr id="20" name="wm.whiteboard.18.126"/>
          <p:cNvSpPr/>
          <p:nvPr/>
        </p:nvSpPr>
        <p:spPr>
          <a:xfrm>
            <a:off x="952500" y="1828800"/>
            <a:ext cx="38100" cy="38100"/>
          </a:xfrm>
          <a:prstGeom prst="rect">
            <a:avLst/>
          </a:prstGeom>
          <a:solidFill>
            <a:srgbClr val="CED7E6">
              <a:alpha val="34032"/>
            </a:srgbClr>
          </a:solidFill>
          <a:ln>
            <a:noFill/>
          </a:ln>
        </p:spPr>
      </p:sp>
      <p:sp>
        <p:nvSpPr>
          <p:cNvPr id="21" name="wm.whiteboard.18.144"/>
          <p:cNvSpPr/>
          <p:nvPr/>
        </p:nvSpPr>
        <p:spPr>
          <a:xfrm>
            <a:off x="952500" y="2057400"/>
            <a:ext cx="38100" cy="38100"/>
          </a:xfrm>
          <a:prstGeom prst="rect">
            <a:avLst/>
          </a:prstGeom>
          <a:solidFill>
            <a:srgbClr val="CED7E6">
              <a:alpha val="17363"/>
            </a:srgbClr>
          </a:solidFill>
          <a:ln>
            <a:noFill/>
          </a:ln>
        </p:spPr>
      </p:sp>
      <p:sp>
        <p:nvSpPr>
          <p:cNvPr id="22" name="wm.whiteboard.18.162"/>
          <p:cNvSpPr/>
          <p:nvPr/>
        </p:nvSpPr>
        <p:spPr>
          <a:xfrm>
            <a:off x="952500" y="2286000"/>
            <a:ext cx="38100" cy="38100"/>
          </a:xfrm>
          <a:prstGeom prst="rect">
            <a:avLst/>
          </a:prstGeom>
          <a:solidFill>
            <a:srgbClr val="CED7E6">
              <a:alpha val="670"/>
            </a:srgbClr>
          </a:solidFill>
          <a:ln>
            <a:noFill/>
          </a:ln>
        </p:spPr>
      </p:sp>
      <p:sp>
        <p:nvSpPr>
          <p:cNvPr id="23" name="wm.whiteboard.36.0"/>
          <p:cNvSpPr/>
          <p:nvPr/>
        </p:nvSpPr>
        <p:spPr>
          <a:xfrm>
            <a:off x="1181100" y="228600"/>
            <a:ext cx="38100" cy="38100"/>
          </a:xfrm>
          <a:prstGeom prst="rect">
            <a:avLst/>
          </a:prstGeom>
          <a:solidFill>
            <a:srgbClr val="CED7E6"/>
          </a:solidFill>
          <a:ln>
            <a:noFill/>
          </a:ln>
        </p:spPr>
      </p:sp>
      <p:sp>
        <p:nvSpPr>
          <p:cNvPr id="24" name="wm.whiteboard.36.18"/>
          <p:cNvSpPr/>
          <p:nvPr/>
        </p:nvSpPr>
        <p:spPr>
          <a:xfrm>
            <a:off x="1181100" y="457200"/>
            <a:ext cx="38100" cy="38100"/>
          </a:xfrm>
          <a:prstGeom prst="rect">
            <a:avLst/>
          </a:prstGeom>
          <a:solidFill>
            <a:srgbClr val="CED7E6"/>
          </a:solidFill>
          <a:ln>
            <a:noFill/>
          </a:ln>
        </p:spPr>
      </p:sp>
      <p:sp>
        <p:nvSpPr>
          <p:cNvPr id="25" name="wm.whiteboard.36.36"/>
          <p:cNvSpPr/>
          <p:nvPr/>
        </p:nvSpPr>
        <p:spPr>
          <a:xfrm>
            <a:off x="1181100" y="685800"/>
            <a:ext cx="38100" cy="38100"/>
          </a:xfrm>
          <a:prstGeom prst="rect">
            <a:avLst/>
          </a:prstGeom>
          <a:solidFill>
            <a:srgbClr val="CED7E6"/>
          </a:solidFill>
          <a:ln>
            <a:noFill/>
          </a:ln>
        </p:spPr>
      </p:sp>
      <p:sp>
        <p:nvSpPr>
          <p:cNvPr id="26" name="wm.whiteboard.36.54"/>
          <p:cNvSpPr/>
          <p:nvPr/>
        </p:nvSpPr>
        <p:spPr>
          <a:xfrm>
            <a:off x="1181100" y="914400"/>
            <a:ext cx="38100" cy="38100"/>
          </a:xfrm>
          <a:prstGeom prst="rect">
            <a:avLst/>
          </a:prstGeom>
          <a:solidFill>
            <a:srgbClr val="CED7E6">
              <a:alpha val="94671"/>
            </a:srgbClr>
          </a:solidFill>
          <a:ln>
            <a:noFill/>
          </a:ln>
        </p:spPr>
      </p:sp>
      <p:sp>
        <p:nvSpPr>
          <p:cNvPr id="27" name="wm.whiteboard.36.72"/>
          <p:cNvSpPr/>
          <p:nvPr/>
        </p:nvSpPr>
        <p:spPr>
          <a:xfrm>
            <a:off x="1181100" y="1143000"/>
            <a:ext cx="38100" cy="38100"/>
          </a:xfrm>
          <a:prstGeom prst="rect">
            <a:avLst/>
          </a:prstGeom>
          <a:solidFill>
            <a:srgbClr val="CED7E6">
              <a:alpha val="79547"/>
            </a:srgbClr>
          </a:solidFill>
          <a:ln>
            <a:noFill/>
          </a:ln>
        </p:spPr>
      </p:sp>
      <p:sp>
        <p:nvSpPr>
          <p:cNvPr id="28" name="wm.whiteboard.36.90"/>
          <p:cNvSpPr/>
          <p:nvPr/>
        </p:nvSpPr>
        <p:spPr>
          <a:xfrm>
            <a:off x="1181100" y="1371600"/>
            <a:ext cx="38100" cy="38100"/>
          </a:xfrm>
          <a:prstGeom prst="rect">
            <a:avLst/>
          </a:prstGeom>
          <a:solidFill>
            <a:srgbClr val="CED7E6">
              <a:alpha val="63833"/>
            </a:srgbClr>
          </a:solidFill>
          <a:ln>
            <a:noFill/>
          </a:ln>
        </p:spPr>
      </p:sp>
      <p:sp>
        <p:nvSpPr>
          <p:cNvPr id="29" name="wm.whiteboard.36.108"/>
          <p:cNvSpPr/>
          <p:nvPr/>
        </p:nvSpPr>
        <p:spPr>
          <a:xfrm>
            <a:off x="1181100" y="1600200"/>
            <a:ext cx="38100" cy="38100"/>
          </a:xfrm>
          <a:prstGeom prst="rect">
            <a:avLst/>
          </a:prstGeom>
          <a:solidFill>
            <a:srgbClr val="CED7E6">
              <a:alpha val="47790"/>
            </a:srgbClr>
          </a:solidFill>
          <a:ln>
            <a:noFill/>
          </a:ln>
        </p:spPr>
      </p:sp>
      <p:sp>
        <p:nvSpPr>
          <p:cNvPr id="30" name="wm.whiteboard.36.126"/>
          <p:cNvSpPr/>
          <p:nvPr/>
        </p:nvSpPr>
        <p:spPr>
          <a:xfrm>
            <a:off x="1181100" y="1828800"/>
            <a:ext cx="38100" cy="38100"/>
          </a:xfrm>
          <a:prstGeom prst="rect">
            <a:avLst/>
          </a:prstGeom>
          <a:solidFill>
            <a:srgbClr val="CED7E6">
              <a:alpha val="31549"/>
            </a:srgbClr>
          </a:solidFill>
          <a:ln>
            <a:noFill/>
          </a:ln>
        </p:spPr>
      </p:sp>
      <p:sp>
        <p:nvSpPr>
          <p:cNvPr id="31" name="wm.whiteboard.36.144"/>
          <p:cNvSpPr/>
          <p:nvPr/>
        </p:nvSpPr>
        <p:spPr>
          <a:xfrm>
            <a:off x="1181100" y="2057400"/>
            <a:ext cx="38100" cy="38100"/>
          </a:xfrm>
          <a:prstGeom prst="rect">
            <a:avLst/>
          </a:prstGeom>
          <a:solidFill>
            <a:srgbClr val="CED7E6">
              <a:alpha val="15179"/>
            </a:srgbClr>
          </a:solidFill>
          <a:ln>
            <a:noFill/>
          </a:ln>
        </p:spPr>
      </p:sp>
      <p:sp>
        <p:nvSpPr>
          <p:cNvPr id="32" name="wm.whiteboard.54.0"/>
          <p:cNvSpPr/>
          <p:nvPr/>
        </p:nvSpPr>
        <p:spPr>
          <a:xfrm>
            <a:off x="1409700" y="228600"/>
            <a:ext cx="38100" cy="38100"/>
          </a:xfrm>
          <a:prstGeom prst="rect">
            <a:avLst/>
          </a:prstGeom>
          <a:solidFill>
            <a:srgbClr val="CED7E6"/>
          </a:solidFill>
          <a:ln>
            <a:noFill/>
          </a:ln>
        </p:spPr>
      </p:sp>
      <p:sp>
        <p:nvSpPr>
          <p:cNvPr id="33" name="wm.whiteboard.54.18"/>
          <p:cNvSpPr/>
          <p:nvPr/>
        </p:nvSpPr>
        <p:spPr>
          <a:xfrm>
            <a:off x="1409700" y="457200"/>
            <a:ext cx="38100" cy="38100"/>
          </a:xfrm>
          <a:prstGeom prst="rect">
            <a:avLst/>
          </a:prstGeom>
          <a:solidFill>
            <a:srgbClr val="CED7E6"/>
          </a:solidFill>
          <a:ln>
            <a:noFill/>
          </a:ln>
        </p:spPr>
      </p:sp>
      <p:sp>
        <p:nvSpPr>
          <p:cNvPr id="34" name="wm.whiteboard.54.36"/>
          <p:cNvSpPr/>
          <p:nvPr/>
        </p:nvSpPr>
        <p:spPr>
          <a:xfrm>
            <a:off x="1409700" y="685800"/>
            <a:ext cx="38100" cy="38100"/>
          </a:xfrm>
          <a:prstGeom prst="rect">
            <a:avLst/>
          </a:prstGeom>
          <a:solidFill>
            <a:srgbClr val="CED7E6">
              <a:alpha val="98827"/>
            </a:srgbClr>
          </a:solidFill>
          <a:ln>
            <a:noFill/>
          </a:ln>
        </p:spPr>
      </p:sp>
      <p:sp>
        <p:nvSpPr>
          <p:cNvPr id="35" name="wm.whiteboard.54.54"/>
          <p:cNvSpPr/>
          <p:nvPr/>
        </p:nvSpPr>
        <p:spPr>
          <a:xfrm>
            <a:off x="1409700" y="914400"/>
            <a:ext cx="38100" cy="38100"/>
          </a:xfrm>
          <a:prstGeom prst="rect">
            <a:avLst/>
          </a:prstGeom>
          <a:solidFill>
            <a:srgbClr val="CED7E6">
              <a:alpha val="86895"/>
            </a:srgbClr>
          </a:solidFill>
          <a:ln>
            <a:noFill/>
          </a:ln>
        </p:spPr>
      </p:sp>
      <p:sp>
        <p:nvSpPr>
          <p:cNvPr id="36" name="wm.whiteboard.54.72"/>
          <p:cNvSpPr/>
          <p:nvPr/>
        </p:nvSpPr>
        <p:spPr>
          <a:xfrm>
            <a:off x="1409700" y="1143000"/>
            <a:ext cx="38100" cy="38100"/>
          </a:xfrm>
          <a:prstGeom prst="rect">
            <a:avLst/>
          </a:prstGeom>
          <a:solidFill>
            <a:srgbClr val="CED7E6">
              <a:alpha val="73217"/>
            </a:srgbClr>
          </a:solidFill>
          <a:ln>
            <a:noFill/>
          </a:ln>
        </p:spPr>
      </p:sp>
      <p:sp>
        <p:nvSpPr>
          <p:cNvPr id="37" name="wm.whiteboard.54.90"/>
          <p:cNvSpPr/>
          <p:nvPr/>
        </p:nvSpPr>
        <p:spPr>
          <a:xfrm>
            <a:off x="1409700" y="1371600"/>
            <a:ext cx="38100" cy="38100"/>
          </a:xfrm>
          <a:prstGeom prst="rect">
            <a:avLst/>
          </a:prstGeom>
          <a:solidFill>
            <a:srgbClr val="CED7E6">
              <a:alpha val="58541"/>
            </a:srgbClr>
          </a:solidFill>
          <a:ln>
            <a:noFill/>
          </a:ln>
        </p:spPr>
      </p:sp>
      <p:sp>
        <p:nvSpPr>
          <p:cNvPr id="38" name="wm.whiteboard.54.108"/>
          <p:cNvSpPr/>
          <p:nvPr/>
        </p:nvSpPr>
        <p:spPr>
          <a:xfrm>
            <a:off x="1409700" y="1600200"/>
            <a:ext cx="38100" cy="38100"/>
          </a:xfrm>
          <a:prstGeom prst="rect">
            <a:avLst/>
          </a:prstGeom>
          <a:solidFill>
            <a:srgbClr val="CED7E6">
              <a:alpha val="43263"/>
            </a:srgbClr>
          </a:solidFill>
          <a:ln>
            <a:noFill/>
          </a:ln>
        </p:spPr>
      </p:sp>
      <p:sp>
        <p:nvSpPr>
          <p:cNvPr id="39" name="wm.whiteboard.54.126"/>
          <p:cNvSpPr/>
          <p:nvPr/>
        </p:nvSpPr>
        <p:spPr>
          <a:xfrm>
            <a:off x="1409700" y="1828800"/>
            <a:ext cx="38100" cy="38100"/>
          </a:xfrm>
          <a:prstGeom prst="rect">
            <a:avLst/>
          </a:prstGeom>
          <a:solidFill>
            <a:srgbClr val="CED7E6">
              <a:alpha val="27603"/>
            </a:srgbClr>
          </a:solidFill>
          <a:ln>
            <a:noFill/>
          </a:ln>
        </p:spPr>
      </p:sp>
      <p:sp>
        <p:nvSpPr>
          <p:cNvPr id="40" name="wm.whiteboard.54.144"/>
          <p:cNvSpPr/>
          <p:nvPr/>
        </p:nvSpPr>
        <p:spPr>
          <a:xfrm>
            <a:off x="1409700" y="2057400"/>
            <a:ext cx="38100" cy="38100"/>
          </a:xfrm>
          <a:prstGeom prst="rect">
            <a:avLst/>
          </a:prstGeom>
          <a:solidFill>
            <a:srgbClr val="CED7E6">
              <a:alpha val="11687"/>
            </a:srgbClr>
          </a:solidFill>
          <a:ln>
            <a:noFill/>
          </a:ln>
        </p:spPr>
      </p:sp>
      <p:sp>
        <p:nvSpPr>
          <p:cNvPr id="41" name="wm.whiteboard.72.0"/>
          <p:cNvSpPr/>
          <p:nvPr/>
        </p:nvSpPr>
        <p:spPr>
          <a:xfrm>
            <a:off x="1638300" y="228600"/>
            <a:ext cx="38100" cy="38100"/>
          </a:xfrm>
          <a:prstGeom prst="rect">
            <a:avLst/>
          </a:prstGeom>
          <a:solidFill>
            <a:srgbClr val="CED7E6">
              <a:alpha val="97572"/>
            </a:srgbClr>
          </a:solidFill>
          <a:ln>
            <a:noFill/>
          </a:ln>
        </p:spPr>
      </p:sp>
      <p:sp>
        <p:nvSpPr>
          <p:cNvPr id="42" name="wm.whiteboard.72.18"/>
          <p:cNvSpPr/>
          <p:nvPr/>
        </p:nvSpPr>
        <p:spPr>
          <a:xfrm>
            <a:off x="1638300" y="457200"/>
            <a:ext cx="38100" cy="38100"/>
          </a:xfrm>
          <a:prstGeom prst="rect">
            <a:avLst/>
          </a:prstGeom>
          <a:solidFill>
            <a:srgbClr val="CED7E6">
              <a:alpha val="94724"/>
            </a:srgbClr>
          </a:solidFill>
          <a:ln>
            <a:noFill/>
          </a:ln>
        </p:spPr>
      </p:sp>
      <p:sp>
        <p:nvSpPr>
          <p:cNvPr id="43" name="wm.whiteboard.72.36"/>
          <p:cNvSpPr/>
          <p:nvPr/>
        </p:nvSpPr>
        <p:spPr>
          <a:xfrm>
            <a:off x="1638300" y="685800"/>
            <a:ext cx="38100" cy="38100"/>
          </a:xfrm>
          <a:prstGeom prst="rect">
            <a:avLst/>
          </a:prstGeom>
          <a:solidFill>
            <a:srgbClr val="CED7E6">
              <a:alpha val="87609"/>
            </a:srgbClr>
          </a:solidFill>
          <a:ln>
            <a:noFill/>
          </a:ln>
        </p:spPr>
      </p:sp>
      <p:sp>
        <p:nvSpPr>
          <p:cNvPr id="44" name="wm.whiteboard.72.54"/>
          <p:cNvSpPr/>
          <p:nvPr/>
        </p:nvSpPr>
        <p:spPr>
          <a:xfrm>
            <a:off x="1638300" y="914400"/>
            <a:ext cx="38100" cy="38100"/>
          </a:xfrm>
          <a:prstGeom prst="rect">
            <a:avLst/>
          </a:prstGeom>
          <a:solidFill>
            <a:srgbClr val="CED7E6">
              <a:alpha val="77408"/>
            </a:srgbClr>
          </a:solidFill>
          <a:ln>
            <a:noFill/>
          </a:ln>
        </p:spPr>
      </p:sp>
      <p:sp>
        <p:nvSpPr>
          <p:cNvPr id="45" name="wm.whiteboard.72.72"/>
          <p:cNvSpPr/>
          <p:nvPr/>
        </p:nvSpPr>
        <p:spPr>
          <a:xfrm>
            <a:off x="1638300" y="1143000"/>
            <a:ext cx="38100" cy="38100"/>
          </a:xfrm>
          <a:prstGeom prst="rect">
            <a:avLst/>
          </a:prstGeom>
          <a:solidFill>
            <a:srgbClr val="CED7E6">
              <a:alpha val="65181"/>
            </a:srgbClr>
          </a:solidFill>
          <a:ln>
            <a:noFill/>
          </a:ln>
        </p:spPr>
      </p:sp>
      <p:sp>
        <p:nvSpPr>
          <p:cNvPr id="46" name="wm.whiteboard.72.90"/>
          <p:cNvSpPr/>
          <p:nvPr/>
        </p:nvSpPr>
        <p:spPr>
          <a:xfrm>
            <a:off x="1638300" y="1371600"/>
            <a:ext cx="38100" cy="38100"/>
          </a:xfrm>
          <a:prstGeom prst="rect">
            <a:avLst/>
          </a:prstGeom>
          <a:solidFill>
            <a:srgbClr val="CED7E6">
              <a:alpha val="51653"/>
            </a:srgbClr>
          </a:solidFill>
          <a:ln>
            <a:noFill/>
          </a:ln>
        </p:spPr>
      </p:sp>
      <p:sp>
        <p:nvSpPr>
          <p:cNvPr id="47" name="wm.whiteboard.72.108"/>
          <p:cNvSpPr/>
          <p:nvPr/>
        </p:nvSpPr>
        <p:spPr>
          <a:xfrm>
            <a:off x="1638300" y="1600200"/>
            <a:ext cx="38100" cy="38100"/>
          </a:xfrm>
          <a:prstGeom prst="rect">
            <a:avLst/>
          </a:prstGeom>
          <a:solidFill>
            <a:srgbClr val="CED7E6">
              <a:alpha val="37275"/>
            </a:srgbClr>
          </a:solidFill>
          <a:ln>
            <a:noFill/>
          </a:ln>
        </p:spPr>
      </p:sp>
      <p:sp>
        <p:nvSpPr>
          <p:cNvPr id="48" name="wm.whiteboard.72.126"/>
          <p:cNvSpPr/>
          <p:nvPr/>
        </p:nvSpPr>
        <p:spPr>
          <a:xfrm>
            <a:off x="1638300" y="1828800"/>
            <a:ext cx="38100" cy="38100"/>
          </a:xfrm>
          <a:prstGeom prst="rect">
            <a:avLst/>
          </a:prstGeom>
          <a:solidFill>
            <a:srgbClr val="CED7E6">
              <a:alpha val="22326"/>
            </a:srgbClr>
          </a:solidFill>
          <a:ln>
            <a:noFill/>
          </a:ln>
        </p:spPr>
      </p:sp>
      <p:sp>
        <p:nvSpPr>
          <p:cNvPr id="49" name="wm.whiteboard.72.144"/>
          <p:cNvSpPr/>
          <p:nvPr/>
        </p:nvSpPr>
        <p:spPr>
          <a:xfrm>
            <a:off x="1638300" y="2057400"/>
            <a:ext cx="38100" cy="38100"/>
          </a:xfrm>
          <a:prstGeom prst="rect">
            <a:avLst/>
          </a:prstGeom>
          <a:solidFill>
            <a:srgbClr val="CED7E6">
              <a:alpha val="6980"/>
            </a:srgbClr>
          </a:solidFill>
          <a:ln>
            <a:noFill/>
          </a:ln>
        </p:spPr>
      </p:sp>
      <p:sp>
        <p:nvSpPr>
          <p:cNvPr id="50" name="wm.whiteboard.90.0"/>
          <p:cNvSpPr/>
          <p:nvPr/>
        </p:nvSpPr>
        <p:spPr>
          <a:xfrm>
            <a:off x="1866900" y="228600"/>
            <a:ext cx="38100" cy="38100"/>
          </a:xfrm>
          <a:prstGeom prst="rect">
            <a:avLst/>
          </a:prstGeom>
          <a:solidFill>
            <a:srgbClr val="CED7E6">
              <a:alpha val="83798"/>
            </a:srgbClr>
          </a:solidFill>
          <a:ln>
            <a:noFill/>
          </a:ln>
        </p:spPr>
      </p:sp>
      <p:sp>
        <p:nvSpPr>
          <p:cNvPr id="51" name="wm.whiteboard.90.18"/>
          <p:cNvSpPr/>
          <p:nvPr/>
        </p:nvSpPr>
        <p:spPr>
          <a:xfrm>
            <a:off x="1866900" y="457200"/>
            <a:ext cx="38100" cy="38100"/>
          </a:xfrm>
          <a:prstGeom prst="rect">
            <a:avLst/>
          </a:prstGeom>
          <a:solidFill>
            <a:srgbClr val="CED7E6">
              <a:alpha val="81490"/>
            </a:srgbClr>
          </a:solidFill>
          <a:ln>
            <a:noFill/>
          </a:ln>
        </p:spPr>
      </p:sp>
      <p:sp>
        <p:nvSpPr>
          <p:cNvPr id="52" name="wm.whiteboard.90.36"/>
          <p:cNvSpPr/>
          <p:nvPr/>
        </p:nvSpPr>
        <p:spPr>
          <a:xfrm>
            <a:off x="1866900" y="685800"/>
            <a:ext cx="38100" cy="38100"/>
          </a:xfrm>
          <a:prstGeom prst="rect">
            <a:avLst/>
          </a:prstGeom>
          <a:solidFill>
            <a:srgbClr val="CED7E6">
              <a:alpha val="75569"/>
            </a:srgbClr>
          </a:solidFill>
          <a:ln>
            <a:noFill/>
          </a:ln>
        </p:spPr>
      </p:sp>
      <p:sp>
        <p:nvSpPr>
          <p:cNvPr id="53" name="wm.whiteboard.90.54"/>
          <p:cNvSpPr/>
          <p:nvPr/>
        </p:nvSpPr>
        <p:spPr>
          <a:xfrm>
            <a:off x="1866900" y="914400"/>
            <a:ext cx="38100" cy="38100"/>
          </a:xfrm>
          <a:prstGeom prst="rect">
            <a:avLst/>
          </a:prstGeom>
          <a:solidFill>
            <a:srgbClr val="CED7E6">
              <a:alpha val="66767"/>
            </a:srgbClr>
          </a:solidFill>
          <a:ln>
            <a:noFill/>
          </a:ln>
        </p:spPr>
      </p:sp>
      <p:sp>
        <p:nvSpPr>
          <p:cNvPr id="54" name="wm.whiteboard.90.72"/>
          <p:cNvSpPr/>
          <p:nvPr/>
        </p:nvSpPr>
        <p:spPr>
          <a:xfrm>
            <a:off x="1866900" y="1143000"/>
            <a:ext cx="38100" cy="38100"/>
          </a:xfrm>
          <a:prstGeom prst="rect">
            <a:avLst/>
          </a:prstGeom>
          <a:solidFill>
            <a:srgbClr val="CED7E6">
              <a:alpha val="55859"/>
            </a:srgbClr>
          </a:solidFill>
          <a:ln>
            <a:noFill/>
          </a:ln>
        </p:spPr>
      </p:sp>
      <p:sp>
        <p:nvSpPr>
          <p:cNvPr id="55" name="wm.whiteboard.90.90"/>
          <p:cNvSpPr/>
          <p:nvPr/>
        </p:nvSpPr>
        <p:spPr>
          <a:xfrm>
            <a:off x="1866900" y="1371600"/>
            <a:ext cx="38100" cy="38100"/>
          </a:xfrm>
          <a:prstGeom prst="rect">
            <a:avLst/>
          </a:prstGeom>
          <a:solidFill>
            <a:srgbClr val="CED7E6">
              <a:alpha val="43468"/>
            </a:srgbClr>
          </a:solidFill>
          <a:ln>
            <a:noFill/>
          </a:ln>
        </p:spPr>
      </p:sp>
      <p:sp>
        <p:nvSpPr>
          <p:cNvPr id="56" name="wm.whiteboard.90.108"/>
          <p:cNvSpPr/>
          <p:nvPr/>
        </p:nvSpPr>
        <p:spPr>
          <a:xfrm>
            <a:off x="1866900" y="1600200"/>
            <a:ext cx="38100" cy="38100"/>
          </a:xfrm>
          <a:prstGeom prst="rect">
            <a:avLst/>
          </a:prstGeom>
          <a:solidFill>
            <a:srgbClr val="CED7E6">
              <a:alpha val="30037"/>
            </a:srgbClr>
          </a:solidFill>
          <a:ln>
            <a:noFill/>
          </a:ln>
        </p:spPr>
      </p:sp>
      <p:sp>
        <p:nvSpPr>
          <p:cNvPr id="57" name="wm.whiteboard.90.126"/>
          <p:cNvSpPr/>
          <p:nvPr/>
        </p:nvSpPr>
        <p:spPr>
          <a:xfrm>
            <a:off x="1866900" y="1828800"/>
            <a:ext cx="38100" cy="38100"/>
          </a:xfrm>
          <a:prstGeom prst="rect">
            <a:avLst/>
          </a:prstGeom>
          <a:solidFill>
            <a:srgbClr val="CED7E6">
              <a:alpha val="15870"/>
            </a:srgbClr>
          </a:solidFill>
          <a:ln>
            <a:noFill/>
          </a:ln>
        </p:spPr>
      </p:sp>
      <p:sp>
        <p:nvSpPr>
          <p:cNvPr id="58" name="wm.whiteboard.90.144"/>
          <p:cNvSpPr/>
          <p:nvPr/>
        </p:nvSpPr>
        <p:spPr>
          <a:xfrm>
            <a:off x="1866900" y="2057400"/>
            <a:ext cx="38100" cy="38100"/>
          </a:xfrm>
          <a:prstGeom prst="rect">
            <a:avLst/>
          </a:prstGeom>
          <a:solidFill>
            <a:srgbClr val="CED7E6">
              <a:alpha val="1171"/>
            </a:srgbClr>
          </a:solidFill>
          <a:ln>
            <a:noFill/>
          </a:ln>
        </p:spPr>
      </p:sp>
      <p:sp>
        <p:nvSpPr>
          <p:cNvPr id="59" name="wm.whiteboard.108.0"/>
          <p:cNvSpPr/>
          <p:nvPr/>
        </p:nvSpPr>
        <p:spPr>
          <a:xfrm>
            <a:off x="2095500" y="228600"/>
            <a:ext cx="38100" cy="38100"/>
          </a:xfrm>
          <a:prstGeom prst="rect">
            <a:avLst/>
          </a:prstGeom>
          <a:solidFill>
            <a:srgbClr val="CED7E6">
              <a:alpha val="70023"/>
            </a:srgbClr>
          </a:solidFill>
          <a:ln>
            <a:noFill/>
          </a:ln>
        </p:spPr>
      </p:sp>
      <p:sp>
        <p:nvSpPr>
          <p:cNvPr id="60" name="wm.whiteboard.108.18"/>
          <p:cNvSpPr/>
          <p:nvPr/>
        </p:nvSpPr>
        <p:spPr>
          <a:xfrm>
            <a:off x="2095500" y="457200"/>
            <a:ext cx="38100" cy="38100"/>
          </a:xfrm>
          <a:prstGeom prst="rect">
            <a:avLst/>
          </a:prstGeom>
          <a:solidFill>
            <a:srgbClr val="CED7E6">
              <a:alpha val="68085"/>
            </a:srgbClr>
          </a:solidFill>
          <a:ln>
            <a:noFill/>
          </a:ln>
        </p:spPr>
      </p:sp>
      <p:sp>
        <p:nvSpPr>
          <p:cNvPr id="61" name="wm.whiteboard.108.36"/>
          <p:cNvSpPr/>
          <p:nvPr/>
        </p:nvSpPr>
        <p:spPr>
          <a:xfrm>
            <a:off x="2095500" y="685800"/>
            <a:ext cx="38100" cy="38100"/>
          </a:xfrm>
          <a:prstGeom prst="rect">
            <a:avLst/>
          </a:prstGeom>
          <a:solidFill>
            <a:srgbClr val="CED7E6">
              <a:alpha val="63033"/>
            </a:srgbClr>
          </a:solidFill>
          <a:ln>
            <a:noFill/>
          </a:ln>
        </p:spPr>
      </p:sp>
      <p:sp>
        <p:nvSpPr>
          <p:cNvPr id="62" name="wm.whiteboard.108.54"/>
          <p:cNvSpPr/>
          <p:nvPr/>
        </p:nvSpPr>
        <p:spPr>
          <a:xfrm>
            <a:off x="2095500" y="914400"/>
            <a:ext cx="38100" cy="38100"/>
          </a:xfrm>
          <a:prstGeom prst="rect">
            <a:avLst/>
          </a:prstGeom>
          <a:solidFill>
            <a:srgbClr val="CED7E6">
              <a:alpha val="55346"/>
            </a:srgbClr>
          </a:solidFill>
          <a:ln>
            <a:noFill/>
          </a:ln>
        </p:spPr>
      </p:sp>
      <p:sp>
        <p:nvSpPr>
          <p:cNvPr id="63" name="wm.whiteboard.108.72"/>
          <p:cNvSpPr/>
          <p:nvPr/>
        </p:nvSpPr>
        <p:spPr>
          <a:xfrm>
            <a:off x="2095500" y="1143000"/>
            <a:ext cx="38100" cy="38100"/>
          </a:xfrm>
          <a:prstGeom prst="rect">
            <a:avLst/>
          </a:prstGeom>
          <a:solidFill>
            <a:srgbClr val="CED7E6">
              <a:alpha val="45583"/>
            </a:srgbClr>
          </a:solidFill>
          <a:ln>
            <a:noFill/>
          </a:ln>
        </p:spPr>
      </p:sp>
      <p:sp>
        <p:nvSpPr>
          <p:cNvPr id="64" name="wm.whiteboard.108.90"/>
          <p:cNvSpPr/>
          <p:nvPr/>
        </p:nvSpPr>
        <p:spPr>
          <a:xfrm>
            <a:off x="2095500" y="1371600"/>
            <a:ext cx="38100" cy="38100"/>
          </a:xfrm>
          <a:prstGeom prst="rect">
            <a:avLst/>
          </a:prstGeom>
          <a:solidFill>
            <a:srgbClr val="CED7E6">
              <a:alpha val="34251"/>
            </a:srgbClr>
          </a:solidFill>
          <a:ln>
            <a:noFill/>
          </a:ln>
        </p:spPr>
      </p:sp>
      <p:sp>
        <p:nvSpPr>
          <p:cNvPr id="65" name="wm.whiteboard.108.108"/>
          <p:cNvSpPr/>
          <p:nvPr/>
        </p:nvSpPr>
        <p:spPr>
          <a:xfrm>
            <a:off x="2095500" y="1600200"/>
            <a:ext cx="38100" cy="38100"/>
          </a:xfrm>
          <a:prstGeom prst="rect">
            <a:avLst/>
          </a:prstGeom>
          <a:solidFill>
            <a:srgbClr val="CED7E6">
              <a:alpha val="21754"/>
            </a:srgbClr>
          </a:solidFill>
          <a:ln>
            <a:noFill/>
          </a:ln>
        </p:spPr>
      </p:sp>
      <p:sp>
        <p:nvSpPr>
          <p:cNvPr id="66" name="wm.whiteboard.108.126"/>
          <p:cNvSpPr/>
          <p:nvPr/>
        </p:nvSpPr>
        <p:spPr>
          <a:xfrm>
            <a:off x="2095500" y="1828800"/>
            <a:ext cx="38100" cy="38100"/>
          </a:xfrm>
          <a:prstGeom prst="rect">
            <a:avLst/>
          </a:prstGeom>
          <a:solidFill>
            <a:srgbClr val="CED7E6">
              <a:alpha val="8391"/>
            </a:srgbClr>
          </a:solidFill>
          <a:ln>
            <a:noFill/>
          </a:ln>
        </p:spPr>
      </p:sp>
      <p:sp>
        <p:nvSpPr>
          <p:cNvPr id="67" name="wm.whiteboard.126.0"/>
          <p:cNvSpPr/>
          <p:nvPr/>
        </p:nvSpPr>
        <p:spPr>
          <a:xfrm>
            <a:off x="2324100" y="228600"/>
            <a:ext cx="38100" cy="38100"/>
          </a:xfrm>
          <a:prstGeom prst="rect">
            <a:avLst/>
          </a:prstGeom>
          <a:solidFill>
            <a:srgbClr val="CED7E6">
              <a:alpha val="56247"/>
            </a:srgbClr>
          </a:solidFill>
          <a:ln>
            <a:noFill/>
          </a:ln>
        </p:spPr>
      </p:sp>
      <p:sp>
        <p:nvSpPr>
          <p:cNvPr id="68" name="wm.whiteboard.126.18"/>
          <p:cNvSpPr/>
          <p:nvPr/>
        </p:nvSpPr>
        <p:spPr>
          <a:xfrm>
            <a:off x="2324100" y="457200"/>
            <a:ext cx="38100" cy="38100"/>
          </a:xfrm>
          <a:prstGeom prst="rect">
            <a:avLst/>
          </a:prstGeom>
          <a:solidFill>
            <a:srgbClr val="CED7E6">
              <a:alpha val="54578"/>
            </a:srgbClr>
          </a:solidFill>
          <a:ln>
            <a:noFill/>
          </a:ln>
        </p:spPr>
      </p:sp>
      <p:sp>
        <p:nvSpPr>
          <p:cNvPr id="69" name="wm.whiteboard.126.36"/>
          <p:cNvSpPr/>
          <p:nvPr/>
        </p:nvSpPr>
        <p:spPr>
          <a:xfrm>
            <a:off x="2324100" y="685800"/>
            <a:ext cx="38100" cy="38100"/>
          </a:xfrm>
          <a:prstGeom prst="rect">
            <a:avLst/>
          </a:prstGeom>
          <a:solidFill>
            <a:srgbClr val="CED7E6">
              <a:alpha val="50182"/>
            </a:srgbClr>
          </a:solidFill>
          <a:ln>
            <a:noFill/>
          </a:ln>
        </p:spPr>
      </p:sp>
      <p:sp>
        <p:nvSpPr>
          <p:cNvPr id="70" name="wm.whiteboard.126.54"/>
          <p:cNvSpPr/>
          <p:nvPr/>
        </p:nvSpPr>
        <p:spPr>
          <a:xfrm>
            <a:off x="2324100" y="914400"/>
            <a:ext cx="38100" cy="38100"/>
          </a:xfrm>
          <a:prstGeom prst="rect">
            <a:avLst/>
          </a:prstGeom>
          <a:solidFill>
            <a:srgbClr val="CED7E6">
              <a:alpha val="43386"/>
            </a:srgbClr>
          </a:solidFill>
          <a:ln>
            <a:noFill/>
          </a:ln>
        </p:spPr>
      </p:sp>
      <p:sp>
        <p:nvSpPr>
          <p:cNvPr id="71" name="wm.whiteboard.126.72"/>
          <p:cNvSpPr/>
          <p:nvPr/>
        </p:nvSpPr>
        <p:spPr>
          <a:xfrm>
            <a:off x="2324100" y="1143000"/>
            <a:ext cx="38100" cy="38100"/>
          </a:xfrm>
          <a:prstGeom prst="rect">
            <a:avLst/>
          </a:prstGeom>
          <a:solidFill>
            <a:srgbClr val="CED7E6">
              <a:alpha val="34598"/>
            </a:srgbClr>
          </a:solidFill>
          <a:ln>
            <a:noFill/>
          </a:ln>
        </p:spPr>
      </p:sp>
      <p:sp>
        <p:nvSpPr>
          <p:cNvPr id="72" name="wm.whiteboard.126.90"/>
          <p:cNvSpPr/>
          <p:nvPr/>
        </p:nvSpPr>
        <p:spPr>
          <a:xfrm>
            <a:off x="2324100" y="1371600"/>
            <a:ext cx="38100" cy="38100"/>
          </a:xfrm>
          <a:prstGeom prst="rect">
            <a:avLst/>
          </a:prstGeom>
          <a:solidFill>
            <a:srgbClr val="CED7E6">
              <a:alpha val="24223"/>
            </a:srgbClr>
          </a:solidFill>
          <a:ln>
            <a:noFill/>
          </a:ln>
        </p:spPr>
      </p:sp>
      <p:sp>
        <p:nvSpPr>
          <p:cNvPr id="73" name="wm.whiteboard.126.108"/>
          <p:cNvSpPr/>
          <p:nvPr/>
        </p:nvSpPr>
        <p:spPr>
          <a:xfrm>
            <a:off x="2324100" y="1600200"/>
            <a:ext cx="38100" cy="38100"/>
          </a:xfrm>
          <a:prstGeom prst="rect">
            <a:avLst/>
          </a:prstGeom>
          <a:solidFill>
            <a:srgbClr val="CED7E6">
              <a:alpha val="12610"/>
            </a:srgbClr>
          </a:solidFill>
          <a:ln>
            <a:noFill/>
          </a:ln>
        </p:spPr>
      </p:sp>
      <p:sp>
        <p:nvSpPr>
          <p:cNvPr id="74" name="wm.whiteboard.126.126"/>
          <p:cNvSpPr/>
          <p:nvPr/>
        </p:nvSpPr>
        <p:spPr>
          <a:xfrm>
            <a:off x="2324100" y="1828800"/>
            <a:ext cx="38100" cy="38100"/>
          </a:xfrm>
          <a:prstGeom prst="rect">
            <a:avLst/>
          </a:prstGeom>
          <a:solidFill>
            <a:srgbClr val="CED7E6">
              <a:alpha val="40"/>
            </a:srgbClr>
          </a:solidFill>
          <a:ln>
            <a:noFill/>
          </a:ln>
        </p:spPr>
      </p:sp>
      <p:sp>
        <p:nvSpPr>
          <p:cNvPr id="75" name="wm.whiteboard.144.0"/>
          <p:cNvSpPr/>
          <p:nvPr/>
        </p:nvSpPr>
        <p:spPr>
          <a:xfrm>
            <a:off x="2552700" y="228600"/>
            <a:ext cx="38100" cy="38100"/>
          </a:xfrm>
          <a:prstGeom prst="rect">
            <a:avLst/>
          </a:prstGeom>
          <a:solidFill>
            <a:srgbClr val="CED7E6">
              <a:alpha val="42471"/>
            </a:srgbClr>
          </a:solidFill>
          <a:ln>
            <a:noFill/>
          </a:ln>
        </p:spPr>
      </p:sp>
      <p:sp>
        <p:nvSpPr>
          <p:cNvPr id="76" name="wm.whiteboard.144.18"/>
          <p:cNvSpPr/>
          <p:nvPr/>
        </p:nvSpPr>
        <p:spPr>
          <a:xfrm>
            <a:off x="2552700" y="457200"/>
            <a:ext cx="38100" cy="38100"/>
          </a:xfrm>
          <a:prstGeom prst="rect">
            <a:avLst/>
          </a:prstGeom>
          <a:solidFill>
            <a:srgbClr val="CED7E6">
              <a:alpha val="41005"/>
            </a:srgbClr>
          </a:solidFill>
          <a:ln>
            <a:noFill/>
          </a:ln>
        </p:spPr>
      </p:sp>
      <p:sp>
        <p:nvSpPr>
          <p:cNvPr id="77" name="wm.whiteboard.144.36"/>
          <p:cNvSpPr/>
          <p:nvPr/>
        </p:nvSpPr>
        <p:spPr>
          <a:xfrm>
            <a:off x="2552700" y="685800"/>
            <a:ext cx="38100" cy="38100"/>
          </a:xfrm>
          <a:prstGeom prst="rect">
            <a:avLst/>
          </a:prstGeom>
          <a:solidFill>
            <a:srgbClr val="CED7E6">
              <a:alpha val="37120"/>
            </a:srgbClr>
          </a:solidFill>
          <a:ln>
            <a:noFill/>
          </a:ln>
        </p:spPr>
      </p:sp>
      <p:sp>
        <p:nvSpPr>
          <p:cNvPr id="78" name="wm.whiteboard.144.54"/>
          <p:cNvSpPr/>
          <p:nvPr/>
        </p:nvSpPr>
        <p:spPr>
          <a:xfrm>
            <a:off x="2552700" y="914400"/>
            <a:ext cx="38100" cy="38100"/>
          </a:xfrm>
          <a:prstGeom prst="rect">
            <a:avLst/>
          </a:prstGeom>
          <a:solidFill>
            <a:srgbClr val="CED7E6">
              <a:alpha val="31044"/>
            </a:srgbClr>
          </a:solidFill>
          <a:ln>
            <a:noFill/>
          </a:ln>
        </p:spPr>
      </p:sp>
      <p:sp>
        <p:nvSpPr>
          <p:cNvPr id="79" name="wm.whiteboard.144.72"/>
          <p:cNvSpPr/>
          <p:nvPr/>
        </p:nvSpPr>
        <p:spPr>
          <a:xfrm>
            <a:off x="2552700" y="1143000"/>
            <a:ext cx="38100" cy="38100"/>
          </a:xfrm>
          <a:prstGeom prst="rect">
            <a:avLst/>
          </a:prstGeom>
          <a:solidFill>
            <a:srgbClr val="CED7E6">
              <a:alpha val="23083"/>
            </a:srgbClr>
          </a:solidFill>
          <a:ln>
            <a:noFill/>
          </a:ln>
        </p:spPr>
      </p:sp>
      <p:sp>
        <p:nvSpPr>
          <p:cNvPr id="80" name="wm.whiteboard.144.90"/>
          <p:cNvSpPr/>
          <p:nvPr/>
        </p:nvSpPr>
        <p:spPr>
          <a:xfrm>
            <a:off x="2552700" y="1371600"/>
            <a:ext cx="38100" cy="38100"/>
          </a:xfrm>
          <a:prstGeom prst="rect">
            <a:avLst/>
          </a:prstGeom>
          <a:solidFill>
            <a:srgbClr val="CED7E6">
              <a:alpha val="13557"/>
            </a:srgbClr>
          </a:solidFill>
          <a:ln>
            <a:noFill/>
          </a:ln>
        </p:spPr>
      </p:sp>
      <p:sp>
        <p:nvSpPr>
          <p:cNvPr id="81" name="wm.whiteboard.144.108"/>
          <p:cNvSpPr/>
          <p:nvPr/>
        </p:nvSpPr>
        <p:spPr>
          <a:xfrm>
            <a:off x="2552700" y="1600200"/>
            <a:ext cx="38100" cy="38100"/>
          </a:xfrm>
          <a:prstGeom prst="rect">
            <a:avLst/>
          </a:prstGeom>
          <a:solidFill>
            <a:srgbClr val="CED7E6">
              <a:alpha val="2762"/>
            </a:srgbClr>
          </a:solidFill>
          <a:ln>
            <a:noFill/>
          </a:ln>
        </p:spPr>
      </p:sp>
      <p:sp>
        <p:nvSpPr>
          <p:cNvPr id="82" name="wm.whiteboard.162.0"/>
          <p:cNvSpPr/>
          <p:nvPr/>
        </p:nvSpPr>
        <p:spPr>
          <a:xfrm>
            <a:off x="2781300" y="228600"/>
            <a:ext cx="38100" cy="38100"/>
          </a:xfrm>
          <a:prstGeom prst="rect">
            <a:avLst/>
          </a:prstGeom>
          <a:solidFill>
            <a:srgbClr val="CED7E6">
              <a:alpha val="28695"/>
            </a:srgbClr>
          </a:solidFill>
          <a:ln>
            <a:noFill/>
          </a:ln>
        </p:spPr>
      </p:sp>
      <p:sp>
        <p:nvSpPr>
          <p:cNvPr id="83" name="wm.whiteboard.162.18"/>
          <p:cNvSpPr/>
          <p:nvPr/>
        </p:nvSpPr>
        <p:spPr>
          <a:xfrm>
            <a:off x="2781300" y="457200"/>
            <a:ext cx="38100" cy="38100"/>
          </a:xfrm>
          <a:prstGeom prst="rect">
            <a:avLst/>
          </a:prstGeom>
          <a:solidFill>
            <a:srgbClr val="CED7E6">
              <a:alpha val="27389"/>
            </a:srgbClr>
          </a:solidFill>
          <a:ln>
            <a:noFill/>
          </a:ln>
        </p:spPr>
      </p:sp>
      <p:sp>
        <p:nvSpPr>
          <p:cNvPr id="84" name="wm.whiteboard.162.36"/>
          <p:cNvSpPr/>
          <p:nvPr/>
        </p:nvSpPr>
        <p:spPr>
          <a:xfrm>
            <a:off x="2781300" y="685800"/>
            <a:ext cx="38100" cy="38100"/>
          </a:xfrm>
          <a:prstGeom prst="rect">
            <a:avLst/>
          </a:prstGeom>
          <a:solidFill>
            <a:srgbClr val="CED7E6">
              <a:alpha val="23910"/>
            </a:srgbClr>
          </a:solidFill>
          <a:ln>
            <a:noFill/>
          </a:ln>
        </p:spPr>
      </p:sp>
      <p:sp>
        <p:nvSpPr>
          <p:cNvPr id="85" name="wm.whiteboard.162.54"/>
          <p:cNvSpPr/>
          <p:nvPr/>
        </p:nvSpPr>
        <p:spPr>
          <a:xfrm>
            <a:off x="2781300" y="914400"/>
            <a:ext cx="38100" cy="38100"/>
          </a:xfrm>
          <a:prstGeom prst="rect">
            <a:avLst/>
          </a:prstGeom>
          <a:solidFill>
            <a:srgbClr val="CED7E6">
              <a:alpha val="18425"/>
            </a:srgbClr>
          </a:solidFill>
          <a:ln>
            <a:noFill/>
          </a:ln>
        </p:spPr>
      </p:sp>
      <p:sp>
        <p:nvSpPr>
          <p:cNvPr id="86" name="wm.whiteboard.162.72"/>
          <p:cNvSpPr/>
          <p:nvPr/>
        </p:nvSpPr>
        <p:spPr>
          <a:xfrm>
            <a:off x="2781300" y="1143000"/>
            <a:ext cx="38100" cy="38100"/>
          </a:xfrm>
          <a:prstGeom prst="rect">
            <a:avLst/>
          </a:prstGeom>
          <a:solidFill>
            <a:srgbClr val="CED7E6">
              <a:alpha val="11167"/>
            </a:srgbClr>
          </a:solidFill>
          <a:ln>
            <a:noFill/>
          </a:ln>
        </p:spPr>
      </p:sp>
      <p:sp>
        <p:nvSpPr>
          <p:cNvPr id="87" name="wm.whiteboard.162.90"/>
          <p:cNvSpPr/>
          <p:nvPr/>
        </p:nvSpPr>
        <p:spPr>
          <a:xfrm>
            <a:off x="2781300" y="1371600"/>
            <a:ext cx="38100" cy="38100"/>
          </a:xfrm>
          <a:prstGeom prst="rect">
            <a:avLst/>
          </a:prstGeom>
          <a:solidFill>
            <a:srgbClr val="CED7E6">
              <a:alpha val="2388"/>
            </a:srgbClr>
          </a:solidFill>
          <a:ln>
            <a:noFill/>
          </a:ln>
        </p:spPr>
      </p:sp>
      <p:sp>
        <p:nvSpPr>
          <p:cNvPr id="88" name="wm.whiteboard.180.0"/>
          <p:cNvSpPr/>
          <p:nvPr/>
        </p:nvSpPr>
        <p:spPr>
          <a:xfrm>
            <a:off x="3009900" y="228600"/>
            <a:ext cx="38100" cy="38100"/>
          </a:xfrm>
          <a:prstGeom prst="rect">
            <a:avLst/>
          </a:prstGeom>
          <a:solidFill>
            <a:srgbClr val="CED7E6">
              <a:alpha val="14918"/>
            </a:srgbClr>
          </a:solidFill>
          <a:ln>
            <a:noFill/>
          </a:ln>
        </p:spPr>
      </p:sp>
      <p:sp>
        <p:nvSpPr>
          <p:cNvPr id="89" name="wm.whiteboard.180.18"/>
          <p:cNvSpPr/>
          <p:nvPr/>
        </p:nvSpPr>
        <p:spPr>
          <a:xfrm>
            <a:off x="3009900" y="457200"/>
            <a:ext cx="38100" cy="38100"/>
          </a:xfrm>
          <a:prstGeom prst="rect">
            <a:avLst/>
          </a:prstGeom>
          <a:solidFill>
            <a:srgbClr val="CED7E6">
              <a:alpha val="13741"/>
            </a:srgbClr>
          </a:solidFill>
          <a:ln>
            <a:noFill/>
          </a:ln>
        </p:spPr>
      </p:sp>
      <p:sp>
        <p:nvSpPr>
          <p:cNvPr id="90" name="wm.whiteboard.180.36"/>
          <p:cNvSpPr/>
          <p:nvPr/>
        </p:nvSpPr>
        <p:spPr>
          <a:xfrm>
            <a:off x="3009900" y="685800"/>
            <a:ext cx="38100" cy="38100"/>
          </a:xfrm>
          <a:prstGeom prst="rect">
            <a:avLst/>
          </a:prstGeom>
          <a:solidFill>
            <a:srgbClr val="CED7E6">
              <a:alpha val="10593"/>
            </a:srgbClr>
          </a:solidFill>
          <a:ln>
            <a:noFill/>
          </a:ln>
        </p:spPr>
      </p:sp>
      <p:sp>
        <p:nvSpPr>
          <p:cNvPr id="91" name="wm.whiteboard.180.54"/>
          <p:cNvSpPr/>
          <p:nvPr/>
        </p:nvSpPr>
        <p:spPr>
          <a:xfrm>
            <a:off x="3009900" y="914400"/>
            <a:ext cx="38100" cy="38100"/>
          </a:xfrm>
          <a:prstGeom prst="rect">
            <a:avLst/>
          </a:prstGeom>
          <a:solidFill>
            <a:srgbClr val="CED7E6">
              <a:alpha val="5600"/>
            </a:srgbClr>
          </a:solidFill>
          <a:ln>
            <a:noFill/>
          </a:ln>
        </p:spPr>
      </p:sp>
      <p:sp>
        <p:nvSpPr>
          <p:cNvPr id="92" name="wm.whiteboard.198.0"/>
          <p:cNvSpPr/>
          <p:nvPr/>
        </p:nvSpPr>
        <p:spPr>
          <a:xfrm>
            <a:off x="3238500" y="228600"/>
            <a:ext cx="38100" cy="38100"/>
          </a:xfrm>
          <a:prstGeom prst="rect">
            <a:avLst/>
          </a:prstGeom>
          <a:solidFill>
            <a:srgbClr val="CED7E6">
              <a:alpha val="1142"/>
            </a:srgbClr>
          </a:solidFill>
          <a:ln>
            <a:noFill/>
          </a:ln>
        </p:spPr>
      </p:sp>
      <p:sp>
        <p:nvSpPr>
          <p:cNvPr id="93" name="wm.whiteboard.198.18"/>
          <p:cNvSpPr/>
          <p:nvPr/>
        </p:nvSpPr>
        <p:spPr>
          <a:xfrm>
            <a:off x="3238500" y="457200"/>
            <a:ext cx="38100" cy="38100"/>
          </a:xfrm>
          <a:prstGeom prst="rect">
            <a:avLst/>
          </a:prstGeom>
          <a:solidFill>
            <a:srgbClr val="CED7E6">
              <a:alpha val="69"/>
            </a:srgbClr>
          </a:solidFill>
          <a:ln>
            <a:noFill/>
          </a:ln>
        </p:spPr>
      </p:sp>
      <p:sp>
        <p:nvSpPr>
          <p:cNvPr id="94" name="wm.header.rule"/>
          <p:cNvSpPr/>
          <p:nvPr/>
        </p:nvSpPr>
        <p:spPr>
          <a:xfrm>
            <a:off x="723900" y="1371600"/>
            <a:ext cx="10744200" cy="9525"/>
          </a:xfrm>
          <a:prstGeom prst="rect">
            <a:avLst/>
          </a:prstGeom>
          <a:solidFill>
            <a:srgbClr val="CED7E6"/>
          </a:solidFill>
          <a:ln>
            <a:noFill/>
          </a:ln>
        </p:spPr>
      </p:sp>
      <p:pic>
        <p:nvPicPr>
          <p:cNvPr id="95"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400800"/>
            <a:ext cx="729403" cy="152400"/>
          </a:xfrm>
          <a:prstGeom prst="rect">
            <a:avLst/>
          </a:prstGeom>
        </p:spPr>
      </p:pic>
      <p:sp>
        <p:nvSpPr>
          <p:cNvPr id="96" name="wm.legal"/>
          <p:cNvSpPr/>
          <p:nvPr/>
        </p:nvSpPr>
        <p:spPr>
          <a:xfrm>
            <a:off x="2171700" y="6419850"/>
            <a:ext cx="8915400" cy="1143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wmds.frame.35f4ac6a035d68d48d30">
    <p:bg>
      <p:bgPr>
        <a:solidFill>
          <a:srgbClr val="FFFFFF"/>
        </a:solidFill>
      </p:bgPr>
    </p:bg>
    <p:spTree>
      <p:nvGrpSpPr>
        <p:cNvPr id="1" name=""/>
        <p:cNvGrpSpPr/>
        <p:nvPr/>
      </p:nvGrpSpPr>
      <p:grpSpPr>
        <a:xfrm>
          <a:off x="0" y="0"/>
          <a:ext cx="0" cy="0"/>
          <a:chOff x="0" y="0"/>
          <a:chExt cx="0" cy="0"/>
        </a:xfrm>
      </p:grpSpPr>
      <p:sp>
        <p:nvSpPr>
          <p:cNvPr id="2" name="wm.footer.rule"/>
          <p:cNvSpPr/>
          <p:nvPr/>
        </p:nvSpPr>
        <p:spPr>
          <a:xfrm>
            <a:off x="723900" y="6057900"/>
            <a:ext cx="10744200" cy="9525"/>
          </a:xfrm>
          <a:prstGeom prst="rect">
            <a:avLst/>
          </a:prstGeom>
          <a:solidFill>
            <a:srgbClr val="CED7E6"/>
          </a:solidFill>
          <a:ln>
            <a:noFill/>
          </a:ln>
        </p:spPr>
      </p:sp>
      <p:sp>
        <p:nvSpPr>
          <p:cNvPr id="3" name="wm.whiteboard.0.0"/>
          <p:cNvSpPr/>
          <p:nvPr/>
        </p:nvSpPr>
        <p:spPr>
          <a:xfrm>
            <a:off x="266700" y="228600"/>
            <a:ext cx="38100" cy="38100"/>
          </a:xfrm>
          <a:prstGeom prst="rect">
            <a:avLst/>
          </a:prstGeom>
          <a:solidFill>
            <a:srgbClr val="CED7E6"/>
          </a:solidFill>
          <a:ln>
            <a:noFill/>
          </a:ln>
        </p:spPr>
      </p:sp>
      <p:sp>
        <p:nvSpPr>
          <p:cNvPr id="4" name="wm.whiteboard.0.18"/>
          <p:cNvSpPr/>
          <p:nvPr/>
        </p:nvSpPr>
        <p:spPr>
          <a:xfrm>
            <a:off x="266700" y="457200"/>
            <a:ext cx="38100" cy="38100"/>
          </a:xfrm>
          <a:prstGeom prst="rect">
            <a:avLst/>
          </a:prstGeom>
          <a:solidFill>
            <a:srgbClr val="CED7E6"/>
          </a:solidFill>
          <a:ln>
            <a:noFill/>
          </a:ln>
        </p:spPr>
      </p:sp>
      <p:sp>
        <p:nvSpPr>
          <p:cNvPr id="5" name="wm.whiteboard.0.36"/>
          <p:cNvSpPr/>
          <p:nvPr/>
        </p:nvSpPr>
        <p:spPr>
          <a:xfrm>
            <a:off x="266700" y="685800"/>
            <a:ext cx="38100" cy="38100"/>
          </a:xfrm>
          <a:prstGeom prst="rect">
            <a:avLst/>
          </a:prstGeom>
          <a:solidFill>
            <a:srgbClr val="CED7E6"/>
          </a:solidFill>
          <a:ln>
            <a:noFill/>
          </a:ln>
        </p:spPr>
      </p:sp>
      <p:sp>
        <p:nvSpPr>
          <p:cNvPr id="6" name="wm.whiteboard.0.54"/>
          <p:cNvSpPr/>
          <p:nvPr/>
        </p:nvSpPr>
        <p:spPr>
          <a:xfrm>
            <a:off x="266700" y="914400"/>
            <a:ext cx="38100" cy="38100"/>
          </a:xfrm>
          <a:prstGeom prst="rect">
            <a:avLst/>
          </a:prstGeom>
          <a:solidFill>
            <a:srgbClr val="CED7E6"/>
          </a:solidFill>
          <a:ln>
            <a:noFill/>
          </a:ln>
        </p:spPr>
      </p:sp>
      <p:sp>
        <p:nvSpPr>
          <p:cNvPr id="7" name="wm.whiteboard.0.72"/>
          <p:cNvSpPr/>
          <p:nvPr/>
        </p:nvSpPr>
        <p:spPr>
          <a:xfrm>
            <a:off x="266700" y="1143000"/>
            <a:ext cx="38100" cy="38100"/>
          </a:xfrm>
          <a:prstGeom prst="rect">
            <a:avLst/>
          </a:prstGeom>
          <a:solidFill>
            <a:srgbClr val="CED7E6">
              <a:alpha val="85305"/>
            </a:srgbClr>
          </a:solidFill>
          <a:ln>
            <a:noFill/>
          </a:ln>
        </p:spPr>
      </p:sp>
      <p:sp>
        <p:nvSpPr>
          <p:cNvPr id="8" name="wm.whiteboard.0.90"/>
          <p:cNvSpPr/>
          <p:nvPr/>
        </p:nvSpPr>
        <p:spPr>
          <a:xfrm>
            <a:off x="266700" y="1371600"/>
            <a:ext cx="38100" cy="38100"/>
          </a:xfrm>
          <a:prstGeom prst="rect">
            <a:avLst/>
          </a:prstGeom>
          <a:solidFill>
            <a:srgbClr val="CED7E6">
              <a:alpha val="68524"/>
            </a:srgbClr>
          </a:solidFill>
          <a:ln>
            <a:noFill/>
          </a:ln>
        </p:spPr>
      </p:sp>
      <p:sp>
        <p:nvSpPr>
          <p:cNvPr id="9" name="wm.whiteboard.0.108"/>
          <p:cNvSpPr/>
          <p:nvPr/>
        </p:nvSpPr>
        <p:spPr>
          <a:xfrm>
            <a:off x="266700" y="1600200"/>
            <a:ext cx="38100" cy="38100"/>
          </a:xfrm>
          <a:prstGeom prst="rect">
            <a:avLst/>
          </a:prstGeom>
          <a:solidFill>
            <a:srgbClr val="CED7E6">
              <a:alpha val="51742"/>
            </a:srgbClr>
          </a:solidFill>
          <a:ln>
            <a:noFill/>
          </a:ln>
        </p:spPr>
      </p:sp>
      <p:sp>
        <p:nvSpPr>
          <p:cNvPr id="10" name="wm.whiteboard.0.126"/>
          <p:cNvSpPr/>
          <p:nvPr/>
        </p:nvSpPr>
        <p:spPr>
          <a:xfrm>
            <a:off x="266700" y="1828800"/>
            <a:ext cx="38100" cy="38100"/>
          </a:xfrm>
          <a:prstGeom prst="rect">
            <a:avLst/>
          </a:prstGeom>
          <a:solidFill>
            <a:srgbClr val="CED7E6">
              <a:alpha val="34959"/>
            </a:srgbClr>
          </a:solidFill>
          <a:ln>
            <a:noFill/>
          </a:ln>
        </p:spPr>
      </p:sp>
      <p:sp>
        <p:nvSpPr>
          <p:cNvPr id="11" name="wm.whiteboard.0.144"/>
          <p:cNvSpPr/>
          <p:nvPr/>
        </p:nvSpPr>
        <p:spPr>
          <a:xfrm>
            <a:off x="266700" y="2057400"/>
            <a:ext cx="38100" cy="38100"/>
          </a:xfrm>
          <a:prstGeom prst="rect">
            <a:avLst/>
          </a:prstGeom>
          <a:solidFill>
            <a:srgbClr val="CED7E6">
              <a:alpha val="18177"/>
            </a:srgbClr>
          </a:solidFill>
          <a:ln>
            <a:noFill/>
          </a:ln>
        </p:spPr>
      </p:sp>
      <p:sp>
        <p:nvSpPr>
          <p:cNvPr id="12" name="wm.whiteboard.0.162"/>
          <p:cNvSpPr/>
          <p:nvPr/>
        </p:nvSpPr>
        <p:spPr>
          <a:xfrm>
            <a:off x="266700" y="2286000"/>
            <a:ext cx="38100" cy="38100"/>
          </a:xfrm>
          <a:prstGeom prst="rect">
            <a:avLst/>
          </a:prstGeom>
          <a:solidFill>
            <a:srgbClr val="CED7E6">
              <a:alpha val="1394"/>
            </a:srgbClr>
          </a:solidFill>
          <a:ln>
            <a:noFill/>
          </a:ln>
        </p:spPr>
      </p:sp>
      <p:sp>
        <p:nvSpPr>
          <p:cNvPr id="13" name="wm.whiteboard.18.0"/>
          <p:cNvSpPr/>
          <p:nvPr/>
        </p:nvSpPr>
        <p:spPr>
          <a:xfrm>
            <a:off x="495300" y="228600"/>
            <a:ext cx="38100" cy="38100"/>
          </a:xfrm>
          <a:prstGeom prst="rect">
            <a:avLst/>
          </a:prstGeom>
          <a:solidFill>
            <a:srgbClr val="CED7E6"/>
          </a:solidFill>
          <a:ln>
            <a:noFill/>
          </a:ln>
        </p:spPr>
      </p:sp>
      <p:sp>
        <p:nvSpPr>
          <p:cNvPr id="14" name="wm.whiteboard.18.18"/>
          <p:cNvSpPr/>
          <p:nvPr/>
        </p:nvSpPr>
        <p:spPr>
          <a:xfrm>
            <a:off x="495300" y="457200"/>
            <a:ext cx="38100" cy="38100"/>
          </a:xfrm>
          <a:prstGeom prst="rect">
            <a:avLst/>
          </a:prstGeom>
          <a:solidFill>
            <a:srgbClr val="CED7E6"/>
          </a:solidFill>
          <a:ln>
            <a:noFill/>
          </a:ln>
        </p:spPr>
      </p:sp>
      <p:sp>
        <p:nvSpPr>
          <p:cNvPr id="15" name="wm.whiteboard.18.36"/>
          <p:cNvSpPr/>
          <p:nvPr/>
        </p:nvSpPr>
        <p:spPr>
          <a:xfrm>
            <a:off x="495300" y="685800"/>
            <a:ext cx="38100" cy="38100"/>
          </a:xfrm>
          <a:prstGeom prst="rect">
            <a:avLst/>
          </a:prstGeom>
          <a:solidFill>
            <a:srgbClr val="CED7E6"/>
          </a:solidFill>
          <a:ln>
            <a:noFill/>
          </a:ln>
        </p:spPr>
      </p:sp>
      <p:sp>
        <p:nvSpPr>
          <p:cNvPr id="16" name="wm.whiteboard.18.54"/>
          <p:cNvSpPr/>
          <p:nvPr/>
        </p:nvSpPr>
        <p:spPr>
          <a:xfrm>
            <a:off x="495300" y="914400"/>
            <a:ext cx="38100" cy="38100"/>
          </a:xfrm>
          <a:prstGeom prst="rect">
            <a:avLst/>
          </a:prstGeom>
          <a:solidFill>
            <a:srgbClr val="CED7E6">
              <a:alpha val="99988"/>
            </a:srgbClr>
          </a:solidFill>
          <a:ln>
            <a:noFill/>
          </a:ln>
        </p:spPr>
      </p:sp>
      <p:sp>
        <p:nvSpPr>
          <p:cNvPr id="17" name="wm.whiteboard.18.72"/>
          <p:cNvSpPr/>
          <p:nvPr/>
        </p:nvSpPr>
        <p:spPr>
          <a:xfrm>
            <a:off x="495300" y="1143000"/>
            <a:ext cx="38100" cy="38100"/>
          </a:xfrm>
          <a:prstGeom prst="rect">
            <a:avLst/>
          </a:prstGeom>
          <a:solidFill>
            <a:srgbClr val="CED7E6">
              <a:alpha val="83708"/>
            </a:srgbClr>
          </a:solidFill>
          <a:ln>
            <a:noFill/>
          </a:ln>
        </p:spPr>
      </p:sp>
      <p:sp>
        <p:nvSpPr>
          <p:cNvPr id="18" name="wm.whiteboard.18.90"/>
          <p:cNvSpPr/>
          <p:nvPr/>
        </p:nvSpPr>
        <p:spPr>
          <a:xfrm>
            <a:off x="495300" y="1371600"/>
            <a:ext cx="38100" cy="38100"/>
          </a:xfrm>
          <a:prstGeom prst="rect">
            <a:avLst/>
          </a:prstGeom>
          <a:solidFill>
            <a:srgbClr val="CED7E6">
              <a:alpha val="67236"/>
            </a:srgbClr>
          </a:solidFill>
          <a:ln>
            <a:noFill/>
          </a:ln>
        </p:spPr>
      </p:sp>
      <p:sp>
        <p:nvSpPr>
          <p:cNvPr id="19" name="wm.whiteboard.18.108"/>
          <p:cNvSpPr/>
          <p:nvPr/>
        </p:nvSpPr>
        <p:spPr>
          <a:xfrm>
            <a:off x="495300" y="1600200"/>
            <a:ext cx="38100" cy="38100"/>
          </a:xfrm>
          <a:prstGeom prst="rect">
            <a:avLst/>
          </a:prstGeom>
          <a:solidFill>
            <a:srgbClr val="CED7E6">
              <a:alpha val="50663"/>
            </a:srgbClr>
          </a:solidFill>
          <a:ln>
            <a:noFill/>
          </a:ln>
        </p:spPr>
      </p:sp>
      <p:sp>
        <p:nvSpPr>
          <p:cNvPr id="20" name="wm.whiteboard.18.126"/>
          <p:cNvSpPr/>
          <p:nvPr/>
        </p:nvSpPr>
        <p:spPr>
          <a:xfrm>
            <a:off x="495300" y="1828800"/>
            <a:ext cx="38100" cy="38100"/>
          </a:xfrm>
          <a:prstGeom prst="rect">
            <a:avLst/>
          </a:prstGeom>
          <a:solidFill>
            <a:srgbClr val="CED7E6">
              <a:alpha val="34032"/>
            </a:srgbClr>
          </a:solidFill>
          <a:ln>
            <a:noFill/>
          </a:ln>
        </p:spPr>
      </p:sp>
      <p:sp>
        <p:nvSpPr>
          <p:cNvPr id="21" name="wm.whiteboard.18.144"/>
          <p:cNvSpPr/>
          <p:nvPr/>
        </p:nvSpPr>
        <p:spPr>
          <a:xfrm>
            <a:off x="495300" y="2057400"/>
            <a:ext cx="38100" cy="38100"/>
          </a:xfrm>
          <a:prstGeom prst="rect">
            <a:avLst/>
          </a:prstGeom>
          <a:solidFill>
            <a:srgbClr val="CED7E6">
              <a:alpha val="17363"/>
            </a:srgbClr>
          </a:solidFill>
          <a:ln>
            <a:noFill/>
          </a:ln>
        </p:spPr>
      </p:sp>
      <p:sp>
        <p:nvSpPr>
          <p:cNvPr id="22" name="wm.whiteboard.18.162"/>
          <p:cNvSpPr/>
          <p:nvPr/>
        </p:nvSpPr>
        <p:spPr>
          <a:xfrm>
            <a:off x="495300" y="2286000"/>
            <a:ext cx="38100" cy="38100"/>
          </a:xfrm>
          <a:prstGeom prst="rect">
            <a:avLst/>
          </a:prstGeom>
          <a:solidFill>
            <a:srgbClr val="CED7E6">
              <a:alpha val="670"/>
            </a:srgbClr>
          </a:solidFill>
          <a:ln>
            <a:noFill/>
          </a:ln>
        </p:spPr>
      </p:sp>
      <p:sp>
        <p:nvSpPr>
          <p:cNvPr id="23" name="wm.whiteboard.36.0"/>
          <p:cNvSpPr/>
          <p:nvPr/>
        </p:nvSpPr>
        <p:spPr>
          <a:xfrm>
            <a:off x="723900" y="228600"/>
            <a:ext cx="38100" cy="38100"/>
          </a:xfrm>
          <a:prstGeom prst="rect">
            <a:avLst/>
          </a:prstGeom>
          <a:solidFill>
            <a:srgbClr val="CED7E6"/>
          </a:solidFill>
          <a:ln>
            <a:noFill/>
          </a:ln>
        </p:spPr>
      </p:sp>
      <p:sp>
        <p:nvSpPr>
          <p:cNvPr id="24" name="wm.whiteboard.36.18"/>
          <p:cNvSpPr/>
          <p:nvPr/>
        </p:nvSpPr>
        <p:spPr>
          <a:xfrm>
            <a:off x="723900" y="457200"/>
            <a:ext cx="38100" cy="38100"/>
          </a:xfrm>
          <a:prstGeom prst="rect">
            <a:avLst/>
          </a:prstGeom>
          <a:solidFill>
            <a:srgbClr val="CED7E6"/>
          </a:solidFill>
          <a:ln>
            <a:noFill/>
          </a:ln>
        </p:spPr>
      </p:sp>
      <p:sp>
        <p:nvSpPr>
          <p:cNvPr id="25" name="wm.whiteboard.36.36"/>
          <p:cNvSpPr/>
          <p:nvPr/>
        </p:nvSpPr>
        <p:spPr>
          <a:xfrm>
            <a:off x="723900" y="685800"/>
            <a:ext cx="38100" cy="38100"/>
          </a:xfrm>
          <a:prstGeom prst="rect">
            <a:avLst/>
          </a:prstGeom>
          <a:solidFill>
            <a:srgbClr val="CED7E6"/>
          </a:solidFill>
          <a:ln>
            <a:noFill/>
          </a:ln>
        </p:spPr>
      </p:sp>
      <p:sp>
        <p:nvSpPr>
          <p:cNvPr id="26" name="wm.whiteboard.36.54"/>
          <p:cNvSpPr/>
          <p:nvPr/>
        </p:nvSpPr>
        <p:spPr>
          <a:xfrm>
            <a:off x="723900" y="914400"/>
            <a:ext cx="38100" cy="38100"/>
          </a:xfrm>
          <a:prstGeom prst="rect">
            <a:avLst/>
          </a:prstGeom>
          <a:solidFill>
            <a:srgbClr val="CED7E6">
              <a:alpha val="94671"/>
            </a:srgbClr>
          </a:solidFill>
          <a:ln>
            <a:noFill/>
          </a:ln>
        </p:spPr>
      </p:sp>
      <p:sp>
        <p:nvSpPr>
          <p:cNvPr id="27" name="wm.whiteboard.36.72"/>
          <p:cNvSpPr/>
          <p:nvPr/>
        </p:nvSpPr>
        <p:spPr>
          <a:xfrm>
            <a:off x="723900" y="1143000"/>
            <a:ext cx="38100" cy="38100"/>
          </a:xfrm>
          <a:prstGeom prst="rect">
            <a:avLst/>
          </a:prstGeom>
          <a:solidFill>
            <a:srgbClr val="CED7E6">
              <a:alpha val="79547"/>
            </a:srgbClr>
          </a:solidFill>
          <a:ln>
            <a:noFill/>
          </a:ln>
        </p:spPr>
      </p:sp>
      <p:sp>
        <p:nvSpPr>
          <p:cNvPr id="28" name="wm.whiteboard.36.90"/>
          <p:cNvSpPr/>
          <p:nvPr/>
        </p:nvSpPr>
        <p:spPr>
          <a:xfrm>
            <a:off x="723900" y="1371600"/>
            <a:ext cx="38100" cy="38100"/>
          </a:xfrm>
          <a:prstGeom prst="rect">
            <a:avLst/>
          </a:prstGeom>
          <a:solidFill>
            <a:srgbClr val="CED7E6">
              <a:alpha val="63833"/>
            </a:srgbClr>
          </a:solidFill>
          <a:ln>
            <a:noFill/>
          </a:ln>
        </p:spPr>
      </p:sp>
      <p:sp>
        <p:nvSpPr>
          <p:cNvPr id="29" name="wm.whiteboard.36.108"/>
          <p:cNvSpPr/>
          <p:nvPr/>
        </p:nvSpPr>
        <p:spPr>
          <a:xfrm>
            <a:off x="723900" y="1600200"/>
            <a:ext cx="38100" cy="38100"/>
          </a:xfrm>
          <a:prstGeom prst="rect">
            <a:avLst/>
          </a:prstGeom>
          <a:solidFill>
            <a:srgbClr val="CED7E6">
              <a:alpha val="47790"/>
            </a:srgbClr>
          </a:solidFill>
          <a:ln>
            <a:noFill/>
          </a:ln>
        </p:spPr>
      </p:sp>
      <p:sp>
        <p:nvSpPr>
          <p:cNvPr id="30" name="wm.whiteboard.36.126"/>
          <p:cNvSpPr/>
          <p:nvPr/>
        </p:nvSpPr>
        <p:spPr>
          <a:xfrm>
            <a:off x="723900" y="1828800"/>
            <a:ext cx="38100" cy="38100"/>
          </a:xfrm>
          <a:prstGeom prst="rect">
            <a:avLst/>
          </a:prstGeom>
          <a:solidFill>
            <a:srgbClr val="CED7E6">
              <a:alpha val="31549"/>
            </a:srgbClr>
          </a:solidFill>
          <a:ln>
            <a:noFill/>
          </a:ln>
        </p:spPr>
      </p:sp>
      <p:sp>
        <p:nvSpPr>
          <p:cNvPr id="31" name="wm.whiteboard.36.144"/>
          <p:cNvSpPr/>
          <p:nvPr/>
        </p:nvSpPr>
        <p:spPr>
          <a:xfrm>
            <a:off x="723900" y="2057400"/>
            <a:ext cx="38100" cy="38100"/>
          </a:xfrm>
          <a:prstGeom prst="rect">
            <a:avLst/>
          </a:prstGeom>
          <a:solidFill>
            <a:srgbClr val="CED7E6">
              <a:alpha val="15179"/>
            </a:srgbClr>
          </a:solidFill>
          <a:ln>
            <a:noFill/>
          </a:ln>
        </p:spPr>
      </p:sp>
      <p:sp>
        <p:nvSpPr>
          <p:cNvPr id="32" name="wm.whiteboard.54.0"/>
          <p:cNvSpPr/>
          <p:nvPr/>
        </p:nvSpPr>
        <p:spPr>
          <a:xfrm>
            <a:off x="952500" y="228600"/>
            <a:ext cx="38100" cy="38100"/>
          </a:xfrm>
          <a:prstGeom prst="rect">
            <a:avLst/>
          </a:prstGeom>
          <a:solidFill>
            <a:srgbClr val="CED7E6"/>
          </a:solidFill>
          <a:ln>
            <a:noFill/>
          </a:ln>
        </p:spPr>
      </p:sp>
      <p:sp>
        <p:nvSpPr>
          <p:cNvPr id="33" name="wm.whiteboard.54.18"/>
          <p:cNvSpPr/>
          <p:nvPr/>
        </p:nvSpPr>
        <p:spPr>
          <a:xfrm>
            <a:off x="952500" y="457200"/>
            <a:ext cx="38100" cy="38100"/>
          </a:xfrm>
          <a:prstGeom prst="rect">
            <a:avLst/>
          </a:prstGeom>
          <a:solidFill>
            <a:srgbClr val="CED7E6"/>
          </a:solidFill>
          <a:ln>
            <a:noFill/>
          </a:ln>
        </p:spPr>
      </p:sp>
      <p:sp>
        <p:nvSpPr>
          <p:cNvPr id="34" name="wm.whiteboard.54.36"/>
          <p:cNvSpPr/>
          <p:nvPr/>
        </p:nvSpPr>
        <p:spPr>
          <a:xfrm>
            <a:off x="952500" y="685800"/>
            <a:ext cx="38100" cy="38100"/>
          </a:xfrm>
          <a:prstGeom prst="rect">
            <a:avLst/>
          </a:prstGeom>
          <a:solidFill>
            <a:srgbClr val="CED7E6">
              <a:alpha val="98827"/>
            </a:srgbClr>
          </a:solidFill>
          <a:ln>
            <a:noFill/>
          </a:ln>
        </p:spPr>
      </p:sp>
      <p:sp>
        <p:nvSpPr>
          <p:cNvPr id="35" name="wm.whiteboard.54.54"/>
          <p:cNvSpPr/>
          <p:nvPr/>
        </p:nvSpPr>
        <p:spPr>
          <a:xfrm>
            <a:off x="952500" y="914400"/>
            <a:ext cx="38100" cy="38100"/>
          </a:xfrm>
          <a:prstGeom prst="rect">
            <a:avLst/>
          </a:prstGeom>
          <a:solidFill>
            <a:srgbClr val="CED7E6">
              <a:alpha val="86895"/>
            </a:srgbClr>
          </a:solidFill>
          <a:ln>
            <a:noFill/>
          </a:ln>
        </p:spPr>
      </p:sp>
      <p:sp>
        <p:nvSpPr>
          <p:cNvPr id="36" name="wm.whiteboard.54.72"/>
          <p:cNvSpPr/>
          <p:nvPr/>
        </p:nvSpPr>
        <p:spPr>
          <a:xfrm>
            <a:off x="952500" y="1143000"/>
            <a:ext cx="38100" cy="38100"/>
          </a:xfrm>
          <a:prstGeom prst="rect">
            <a:avLst/>
          </a:prstGeom>
          <a:solidFill>
            <a:srgbClr val="CED7E6">
              <a:alpha val="73217"/>
            </a:srgbClr>
          </a:solidFill>
          <a:ln>
            <a:noFill/>
          </a:ln>
        </p:spPr>
      </p:sp>
      <p:sp>
        <p:nvSpPr>
          <p:cNvPr id="37" name="wm.whiteboard.54.90"/>
          <p:cNvSpPr/>
          <p:nvPr/>
        </p:nvSpPr>
        <p:spPr>
          <a:xfrm>
            <a:off x="952500" y="1371600"/>
            <a:ext cx="38100" cy="38100"/>
          </a:xfrm>
          <a:prstGeom prst="rect">
            <a:avLst/>
          </a:prstGeom>
          <a:solidFill>
            <a:srgbClr val="CED7E6">
              <a:alpha val="58541"/>
            </a:srgbClr>
          </a:solidFill>
          <a:ln>
            <a:noFill/>
          </a:ln>
        </p:spPr>
      </p:sp>
      <p:sp>
        <p:nvSpPr>
          <p:cNvPr id="38" name="wm.whiteboard.54.108"/>
          <p:cNvSpPr/>
          <p:nvPr/>
        </p:nvSpPr>
        <p:spPr>
          <a:xfrm>
            <a:off x="952500" y="1600200"/>
            <a:ext cx="38100" cy="38100"/>
          </a:xfrm>
          <a:prstGeom prst="rect">
            <a:avLst/>
          </a:prstGeom>
          <a:solidFill>
            <a:srgbClr val="CED7E6">
              <a:alpha val="43263"/>
            </a:srgbClr>
          </a:solidFill>
          <a:ln>
            <a:noFill/>
          </a:ln>
        </p:spPr>
      </p:sp>
      <p:sp>
        <p:nvSpPr>
          <p:cNvPr id="39" name="wm.whiteboard.54.126"/>
          <p:cNvSpPr/>
          <p:nvPr/>
        </p:nvSpPr>
        <p:spPr>
          <a:xfrm>
            <a:off x="952500" y="1828800"/>
            <a:ext cx="38100" cy="38100"/>
          </a:xfrm>
          <a:prstGeom prst="rect">
            <a:avLst/>
          </a:prstGeom>
          <a:solidFill>
            <a:srgbClr val="CED7E6">
              <a:alpha val="27603"/>
            </a:srgbClr>
          </a:solidFill>
          <a:ln>
            <a:noFill/>
          </a:ln>
        </p:spPr>
      </p:sp>
      <p:sp>
        <p:nvSpPr>
          <p:cNvPr id="40" name="wm.whiteboard.54.144"/>
          <p:cNvSpPr/>
          <p:nvPr/>
        </p:nvSpPr>
        <p:spPr>
          <a:xfrm>
            <a:off x="952500" y="2057400"/>
            <a:ext cx="38100" cy="38100"/>
          </a:xfrm>
          <a:prstGeom prst="rect">
            <a:avLst/>
          </a:prstGeom>
          <a:solidFill>
            <a:srgbClr val="CED7E6">
              <a:alpha val="11687"/>
            </a:srgbClr>
          </a:solidFill>
          <a:ln>
            <a:noFill/>
          </a:ln>
        </p:spPr>
      </p:sp>
      <p:sp>
        <p:nvSpPr>
          <p:cNvPr id="41" name="wm.whiteboard.72.0"/>
          <p:cNvSpPr/>
          <p:nvPr/>
        </p:nvSpPr>
        <p:spPr>
          <a:xfrm>
            <a:off x="1181100" y="228600"/>
            <a:ext cx="38100" cy="38100"/>
          </a:xfrm>
          <a:prstGeom prst="rect">
            <a:avLst/>
          </a:prstGeom>
          <a:solidFill>
            <a:srgbClr val="CED7E6">
              <a:alpha val="97572"/>
            </a:srgbClr>
          </a:solidFill>
          <a:ln>
            <a:noFill/>
          </a:ln>
        </p:spPr>
      </p:sp>
      <p:sp>
        <p:nvSpPr>
          <p:cNvPr id="42" name="wm.whiteboard.72.18"/>
          <p:cNvSpPr/>
          <p:nvPr/>
        </p:nvSpPr>
        <p:spPr>
          <a:xfrm>
            <a:off x="1181100" y="457200"/>
            <a:ext cx="38100" cy="38100"/>
          </a:xfrm>
          <a:prstGeom prst="rect">
            <a:avLst/>
          </a:prstGeom>
          <a:solidFill>
            <a:srgbClr val="CED7E6">
              <a:alpha val="94724"/>
            </a:srgbClr>
          </a:solidFill>
          <a:ln>
            <a:noFill/>
          </a:ln>
        </p:spPr>
      </p:sp>
      <p:sp>
        <p:nvSpPr>
          <p:cNvPr id="43" name="wm.whiteboard.72.36"/>
          <p:cNvSpPr/>
          <p:nvPr/>
        </p:nvSpPr>
        <p:spPr>
          <a:xfrm>
            <a:off x="1181100" y="685800"/>
            <a:ext cx="38100" cy="38100"/>
          </a:xfrm>
          <a:prstGeom prst="rect">
            <a:avLst/>
          </a:prstGeom>
          <a:solidFill>
            <a:srgbClr val="CED7E6">
              <a:alpha val="87609"/>
            </a:srgbClr>
          </a:solidFill>
          <a:ln>
            <a:noFill/>
          </a:ln>
        </p:spPr>
      </p:sp>
      <p:sp>
        <p:nvSpPr>
          <p:cNvPr id="44" name="wm.whiteboard.72.54"/>
          <p:cNvSpPr/>
          <p:nvPr/>
        </p:nvSpPr>
        <p:spPr>
          <a:xfrm>
            <a:off x="1181100" y="914400"/>
            <a:ext cx="38100" cy="38100"/>
          </a:xfrm>
          <a:prstGeom prst="rect">
            <a:avLst/>
          </a:prstGeom>
          <a:solidFill>
            <a:srgbClr val="CED7E6">
              <a:alpha val="77408"/>
            </a:srgbClr>
          </a:solidFill>
          <a:ln>
            <a:noFill/>
          </a:ln>
        </p:spPr>
      </p:sp>
      <p:sp>
        <p:nvSpPr>
          <p:cNvPr id="45" name="wm.whiteboard.72.72"/>
          <p:cNvSpPr/>
          <p:nvPr/>
        </p:nvSpPr>
        <p:spPr>
          <a:xfrm>
            <a:off x="1181100" y="1143000"/>
            <a:ext cx="38100" cy="38100"/>
          </a:xfrm>
          <a:prstGeom prst="rect">
            <a:avLst/>
          </a:prstGeom>
          <a:solidFill>
            <a:srgbClr val="CED7E6">
              <a:alpha val="65181"/>
            </a:srgbClr>
          </a:solidFill>
          <a:ln>
            <a:noFill/>
          </a:ln>
        </p:spPr>
      </p:sp>
      <p:sp>
        <p:nvSpPr>
          <p:cNvPr id="46" name="wm.whiteboard.72.90"/>
          <p:cNvSpPr/>
          <p:nvPr/>
        </p:nvSpPr>
        <p:spPr>
          <a:xfrm>
            <a:off x="1181100" y="1371600"/>
            <a:ext cx="38100" cy="38100"/>
          </a:xfrm>
          <a:prstGeom prst="rect">
            <a:avLst/>
          </a:prstGeom>
          <a:solidFill>
            <a:srgbClr val="CED7E6">
              <a:alpha val="51653"/>
            </a:srgbClr>
          </a:solidFill>
          <a:ln>
            <a:noFill/>
          </a:ln>
        </p:spPr>
      </p:sp>
      <p:sp>
        <p:nvSpPr>
          <p:cNvPr id="47" name="wm.whiteboard.72.108"/>
          <p:cNvSpPr/>
          <p:nvPr/>
        </p:nvSpPr>
        <p:spPr>
          <a:xfrm>
            <a:off x="1181100" y="1600200"/>
            <a:ext cx="38100" cy="38100"/>
          </a:xfrm>
          <a:prstGeom prst="rect">
            <a:avLst/>
          </a:prstGeom>
          <a:solidFill>
            <a:srgbClr val="CED7E6">
              <a:alpha val="37275"/>
            </a:srgbClr>
          </a:solidFill>
          <a:ln>
            <a:noFill/>
          </a:ln>
        </p:spPr>
      </p:sp>
      <p:sp>
        <p:nvSpPr>
          <p:cNvPr id="48" name="wm.whiteboard.72.126"/>
          <p:cNvSpPr/>
          <p:nvPr/>
        </p:nvSpPr>
        <p:spPr>
          <a:xfrm>
            <a:off x="1181100" y="1828800"/>
            <a:ext cx="38100" cy="38100"/>
          </a:xfrm>
          <a:prstGeom prst="rect">
            <a:avLst/>
          </a:prstGeom>
          <a:solidFill>
            <a:srgbClr val="CED7E6">
              <a:alpha val="22326"/>
            </a:srgbClr>
          </a:solidFill>
          <a:ln>
            <a:noFill/>
          </a:ln>
        </p:spPr>
      </p:sp>
      <p:sp>
        <p:nvSpPr>
          <p:cNvPr id="49" name="wm.whiteboard.72.144"/>
          <p:cNvSpPr/>
          <p:nvPr/>
        </p:nvSpPr>
        <p:spPr>
          <a:xfrm>
            <a:off x="1181100" y="2057400"/>
            <a:ext cx="38100" cy="38100"/>
          </a:xfrm>
          <a:prstGeom prst="rect">
            <a:avLst/>
          </a:prstGeom>
          <a:solidFill>
            <a:srgbClr val="CED7E6">
              <a:alpha val="6980"/>
            </a:srgbClr>
          </a:solidFill>
          <a:ln>
            <a:noFill/>
          </a:ln>
        </p:spPr>
      </p:sp>
      <p:sp>
        <p:nvSpPr>
          <p:cNvPr id="50" name="wm.whiteboard.90.0"/>
          <p:cNvSpPr/>
          <p:nvPr/>
        </p:nvSpPr>
        <p:spPr>
          <a:xfrm>
            <a:off x="1409700" y="228600"/>
            <a:ext cx="38100" cy="38100"/>
          </a:xfrm>
          <a:prstGeom prst="rect">
            <a:avLst/>
          </a:prstGeom>
          <a:solidFill>
            <a:srgbClr val="CED7E6">
              <a:alpha val="83798"/>
            </a:srgbClr>
          </a:solidFill>
          <a:ln>
            <a:noFill/>
          </a:ln>
        </p:spPr>
      </p:sp>
      <p:sp>
        <p:nvSpPr>
          <p:cNvPr id="51" name="wm.whiteboard.90.18"/>
          <p:cNvSpPr/>
          <p:nvPr/>
        </p:nvSpPr>
        <p:spPr>
          <a:xfrm>
            <a:off x="1409700" y="457200"/>
            <a:ext cx="38100" cy="38100"/>
          </a:xfrm>
          <a:prstGeom prst="rect">
            <a:avLst/>
          </a:prstGeom>
          <a:solidFill>
            <a:srgbClr val="CED7E6">
              <a:alpha val="81490"/>
            </a:srgbClr>
          </a:solidFill>
          <a:ln>
            <a:noFill/>
          </a:ln>
        </p:spPr>
      </p:sp>
      <p:sp>
        <p:nvSpPr>
          <p:cNvPr id="52" name="wm.whiteboard.90.36"/>
          <p:cNvSpPr/>
          <p:nvPr/>
        </p:nvSpPr>
        <p:spPr>
          <a:xfrm>
            <a:off x="1409700" y="685800"/>
            <a:ext cx="38100" cy="38100"/>
          </a:xfrm>
          <a:prstGeom prst="rect">
            <a:avLst/>
          </a:prstGeom>
          <a:solidFill>
            <a:srgbClr val="CED7E6">
              <a:alpha val="75569"/>
            </a:srgbClr>
          </a:solidFill>
          <a:ln>
            <a:noFill/>
          </a:ln>
        </p:spPr>
      </p:sp>
      <p:sp>
        <p:nvSpPr>
          <p:cNvPr id="53" name="wm.whiteboard.90.54"/>
          <p:cNvSpPr/>
          <p:nvPr/>
        </p:nvSpPr>
        <p:spPr>
          <a:xfrm>
            <a:off x="1409700" y="914400"/>
            <a:ext cx="38100" cy="38100"/>
          </a:xfrm>
          <a:prstGeom prst="rect">
            <a:avLst/>
          </a:prstGeom>
          <a:solidFill>
            <a:srgbClr val="CED7E6">
              <a:alpha val="66767"/>
            </a:srgbClr>
          </a:solidFill>
          <a:ln>
            <a:noFill/>
          </a:ln>
        </p:spPr>
      </p:sp>
      <p:sp>
        <p:nvSpPr>
          <p:cNvPr id="54" name="wm.whiteboard.90.72"/>
          <p:cNvSpPr/>
          <p:nvPr/>
        </p:nvSpPr>
        <p:spPr>
          <a:xfrm>
            <a:off x="1409700" y="1143000"/>
            <a:ext cx="38100" cy="38100"/>
          </a:xfrm>
          <a:prstGeom prst="rect">
            <a:avLst/>
          </a:prstGeom>
          <a:solidFill>
            <a:srgbClr val="CED7E6">
              <a:alpha val="55859"/>
            </a:srgbClr>
          </a:solidFill>
          <a:ln>
            <a:noFill/>
          </a:ln>
        </p:spPr>
      </p:sp>
      <p:sp>
        <p:nvSpPr>
          <p:cNvPr id="55" name="wm.whiteboard.90.90"/>
          <p:cNvSpPr/>
          <p:nvPr/>
        </p:nvSpPr>
        <p:spPr>
          <a:xfrm>
            <a:off x="1409700" y="1371600"/>
            <a:ext cx="38100" cy="38100"/>
          </a:xfrm>
          <a:prstGeom prst="rect">
            <a:avLst/>
          </a:prstGeom>
          <a:solidFill>
            <a:srgbClr val="CED7E6">
              <a:alpha val="43468"/>
            </a:srgbClr>
          </a:solidFill>
          <a:ln>
            <a:noFill/>
          </a:ln>
        </p:spPr>
      </p:sp>
      <p:sp>
        <p:nvSpPr>
          <p:cNvPr id="56" name="wm.whiteboard.90.108"/>
          <p:cNvSpPr/>
          <p:nvPr/>
        </p:nvSpPr>
        <p:spPr>
          <a:xfrm>
            <a:off x="1409700" y="1600200"/>
            <a:ext cx="38100" cy="38100"/>
          </a:xfrm>
          <a:prstGeom prst="rect">
            <a:avLst/>
          </a:prstGeom>
          <a:solidFill>
            <a:srgbClr val="CED7E6">
              <a:alpha val="30037"/>
            </a:srgbClr>
          </a:solidFill>
          <a:ln>
            <a:noFill/>
          </a:ln>
        </p:spPr>
      </p:sp>
      <p:sp>
        <p:nvSpPr>
          <p:cNvPr id="57" name="wm.whiteboard.90.126"/>
          <p:cNvSpPr/>
          <p:nvPr/>
        </p:nvSpPr>
        <p:spPr>
          <a:xfrm>
            <a:off x="1409700" y="1828800"/>
            <a:ext cx="38100" cy="38100"/>
          </a:xfrm>
          <a:prstGeom prst="rect">
            <a:avLst/>
          </a:prstGeom>
          <a:solidFill>
            <a:srgbClr val="CED7E6">
              <a:alpha val="15870"/>
            </a:srgbClr>
          </a:solidFill>
          <a:ln>
            <a:noFill/>
          </a:ln>
        </p:spPr>
      </p:sp>
      <p:sp>
        <p:nvSpPr>
          <p:cNvPr id="58" name="wm.whiteboard.90.144"/>
          <p:cNvSpPr/>
          <p:nvPr/>
        </p:nvSpPr>
        <p:spPr>
          <a:xfrm>
            <a:off x="1409700" y="2057400"/>
            <a:ext cx="38100" cy="38100"/>
          </a:xfrm>
          <a:prstGeom prst="rect">
            <a:avLst/>
          </a:prstGeom>
          <a:solidFill>
            <a:srgbClr val="CED7E6">
              <a:alpha val="1171"/>
            </a:srgbClr>
          </a:solidFill>
          <a:ln>
            <a:noFill/>
          </a:ln>
        </p:spPr>
      </p:sp>
      <p:sp>
        <p:nvSpPr>
          <p:cNvPr id="59" name="wm.whiteboard.108.0"/>
          <p:cNvSpPr/>
          <p:nvPr/>
        </p:nvSpPr>
        <p:spPr>
          <a:xfrm>
            <a:off x="1638300" y="228600"/>
            <a:ext cx="38100" cy="38100"/>
          </a:xfrm>
          <a:prstGeom prst="rect">
            <a:avLst/>
          </a:prstGeom>
          <a:solidFill>
            <a:srgbClr val="CED7E6">
              <a:alpha val="70023"/>
            </a:srgbClr>
          </a:solidFill>
          <a:ln>
            <a:noFill/>
          </a:ln>
        </p:spPr>
      </p:sp>
      <p:sp>
        <p:nvSpPr>
          <p:cNvPr id="60" name="wm.whiteboard.108.18"/>
          <p:cNvSpPr/>
          <p:nvPr/>
        </p:nvSpPr>
        <p:spPr>
          <a:xfrm>
            <a:off x="1638300" y="457200"/>
            <a:ext cx="38100" cy="38100"/>
          </a:xfrm>
          <a:prstGeom prst="rect">
            <a:avLst/>
          </a:prstGeom>
          <a:solidFill>
            <a:srgbClr val="CED7E6">
              <a:alpha val="68085"/>
            </a:srgbClr>
          </a:solidFill>
          <a:ln>
            <a:noFill/>
          </a:ln>
        </p:spPr>
      </p:sp>
      <p:sp>
        <p:nvSpPr>
          <p:cNvPr id="61" name="wm.whiteboard.108.36"/>
          <p:cNvSpPr/>
          <p:nvPr/>
        </p:nvSpPr>
        <p:spPr>
          <a:xfrm>
            <a:off x="1638300" y="685800"/>
            <a:ext cx="38100" cy="38100"/>
          </a:xfrm>
          <a:prstGeom prst="rect">
            <a:avLst/>
          </a:prstGeom>
          <a:solidFill>
            <a:srgbClr val="CED7E6">
              <a:alpha val="63033"/>
            </a:srgbClr>
          </a:solidFill>
          <a:ln>
            <a:noFill/>
          </a:ln>
        </p:spPr>
      </p:sp>
      <p:sp>
        <p:nvSpPr>
          <p:cNvPr id="62" name="wm.whiteboard.108.54"/>
          <p:cNvSpPr/>
          <p:nvPr/>
        </p:nvSpPr>
        <p:spPr>
          <a:xfrm>
            <a:off x="1638300" y="914400"/>
            <a:ext cx="38100" cy="38100"/>
          </a:xfrm>
          <a:prstGeom prst="rect">
            <a:avLst/>
          </a:prstGeom>
          <a:solidFill>
            <a:srgbClr val="CED7E6">
              <a:alpha val="55346"/>
            </a:srgbClr>
          </a:solidFill>
          <a:ln>
            <a:noFill/>
          </a:ln>
        </p:spPr>
      </p:sp>
      <p:sp>
        <p:nvSpPr>
          <p:cNvPr id="63" name="wm.whiteboard.108.72"/>
          <p:cNvSpPr/>
          <p:nvPr/>
        </p:nvSpPr>
        <p:spPr>
          <a:xfrm>
            <a:off x="1638300" y="1143000"/>
            <a:ext cx="38100" cy="38100"/>
          </a:xfrm>
          <a:prstGeom prst="rect">
            <a:avLst/>
          </a:prstGeom>
          <a:solidFill>
            <a:srgbClr val="CED7E6">
              <a:alpha val="45583"/>
            </a:srgbClr>
          </a:solidFill>
          <a:ln>
            <a:noFill/>
          </a:ln>
        </p:spPr>
      </p:sp>
      <p:sp>
        <p:nvSpPr>
          <p:cNvPr id="64" name="wm.whiteboard.108.90"/>
          <p:cNvSpPr/>
          <p:nvPr/>
        </p:nvSpPr>
        <p:spPr>
          <a:xfrm>
            <a:off x="1638300" y="1371600"/>
            <a:ext cx="38100" cy="38100"/>
          </a:xfrm>
          <a:prstGeom prst="rect">
            <a:avLst/>
          </a:prstGeom>
          <a:solidFill>
            <a:srgbClr val="CED7E6">
              <a:alpha val="34251"/>
            </a:srgbClr>
          </a:solidFill>
          <a:ln>
            <a:noFill/>
          </a:ln>
        </p:spPr>
      </p:sp>
      <p:sp>
        <p:nvSpPr>
          <p:cNvPr id="65" name="wm.whiteboard.108.108"/>
          <p:cNvSpPr/>
          <p:nvPr/>
        </p:nvSpPr>
        <p:spPr>
          <a:xfrm>
            <a:off x="1638300" y="1600200"/>
            <a:ext cx="38100" cy="38100"/>
          </a:xfrm>
          <a:prstGeom prst="rect">
            <a:avLst/>
          </a:prstGeom>
          <a:solidFill>
            <a:srgbClr val="CED7E6">
              <a:alpha val="21754"/>
            </a:srgbClr>
          </a:solidFill>
          <a:ln>
            <a:noFill/>
          </a:ln>
        </p:spPr>
      </p:sp>
      <p:sp>
        <p:nvSpPr>
          <p:cNvPr id="66" name="wm.whiteboard.108.126"/>
          <p:cNvSpPr/>
          <p:nvPr/>
        </p:nvSpPr>
        <p:spPr>
          <a:xfrm>
            <a:off x="1638300" y="1828800"/>
            <a:ext cx="38100" cy="38100"/>
          </a:xfrm>
          <a:prstGeom prst="rect">
            <a:avLst/>
          </a:prstGeom>
          <a:solidFill>
            <a:srgbClr val="CED7E6">
              <a:alpha val="8391"/>
            </a:srgbClr>
          </a:solidFill>
          <a:ln>
            <a:noFill/>
          </a:ln>
        </p:spPr>
      </p:sp>
      <p:sp>
        <p:nvSpPr>
          <p:cNvPr id="67" name="wm.whiteboard.126.0"/>
          <p:cNvSpPr/>
          <p:nvPr/>
        </p:nvSpPr>
        <p:spPr>
          <a:xfrm>
            <a:off x="1866900" y="228600"/>
            <a:ext cx="38100" cy="38100"/>
          </a:xfrm>
          <a:prstGeom prst="rect">
            <a:avLst/>
          </a:prstGeom>
          <a:solidFill>
            <a:srgbClr val="CED7E6">
              <a:alpha val="56247"/>
            </a:srgbClr>
          </a:solidFill>
          <a:ln>
            <a:noFill/>
          </a:ln>
        </p:spPr>
      </p:sp>
      <p:sp>
        <p:nvSpPr>
          <p:cNvPr id="68" name="wm.whiteboard.126.18"/>
          <p:cNvSpPr/>
          <p:nvPr/>
        </p:nvSpPr>
        <p:spPr>
          <a:xfrm>
            <a:off x="1866900" y="457200"/>
            <a:ext cx="38100" cy="38100"/>
          </a:xfrm>
          <a:prstGeom prst="rect">
            <a:avLst/>
          </a:prstGeom>
          <a:solidFill>
            <a:srgbClr val="CED7E6">
              <a:alpha val="54578"/>
            </a:srgbClr>
          </a:solidFill>
          <a:ln>
            <a:noFill/>
          </a:ln>
        </p:spPr>
      </p:sp>
      <p:sp>
        <p:nvSpPr>
          <p:cNvPr id="69" name="wm.whiteboard.126.36"/>
          <p:cNvSpPr/>
          <p:nvPr/>
        </p:nvSpPr>
        <p:spPr>
          <a:xfrm>
            <a:off x="1866900" y="685800"/>
            <a:ext cx="38100" cy="38100"/>
          </a:xfrm>
          <a:prstGeom prst="rect">
            <a:avLst/>
          </a:prstGeom>
          <a:solidFill>
            <a:srgbClr val="CED7E6">
              <a:alpha val="50182"/>
            </a:srgbClr>
          </a:solidFill>
          <a:ln>
            <a:noFill/>
          </a:ln>
        </p:spPr>
      </p:sp>
      <p:sp>
        <p:nvSpPr>
          <p:cNvPr id="70" name="wm.whiteboard.126.54"/>
          <p:cNvSpPr/>
          <p:nvPr/>
        </p:nvSpPr>
        <p:spPr>
          <a:xfrm>
            <a:off x="1866900" y="914400"/>
            <a:ext cx="38100" cy="38100"/>
          </a:xfrm>
          <a:prstGeom prst="rect">
            <a:avLst/>
          </a:prstGeom>
          <a:solidFill>
            <a:srgbClr val="CED7E6">
              <a:alpha val="43386"/>
            </a:srgbClr>
          </a:solidFill>
          <a:ln>
            <a:noFill/>
          </a:ln>
        </p:spPr>
      </p:sp>
      <p:sp>
        <p:nvSpPr>
          <p:cNvPr id="71" name="wm.whiteboard.126.72"/>
          <p:cNvSpPr/>
          <p:nvPr/>
        </p:nvSpPr>
        <p:spPr>
          <a:xfrm>
            <a:off x="1866900" y="1143000"/>
            <a:ext cx="38100" cy="38100"/>
          </a:xfrm>
          <a:prstGeom prst="rect">
            <a:avLst/>
          </a:prstGeom>
          <a:solidFill>
            <a:srgbClr val="CED7E6">
              <a:alpha val="34598"/>
            </a:srgbClr>
          </a:solidFill>
          <a:ln>
            <a:noFill/>
          </a:ln>
        </p:spPr>
      </p:sp>
      <p:sp>
        <p:nvSpPr>
          <p:cNvPr id="72" name="wm.whiteboard.126.90"/>
          <p:cNvSpPr/>
          <p:nvPr/>
        </p:nvSpPr>
        <p:spPr>
          <a:xfrm>
            <a:off x="1866900" y="1371600"/>
            <a:ext cx="38100" cy="38100"/>
          </a:xfrm>
          <a:prstGeom prst="rect">
            <a:avLst/>
          </a:prstGeom>
          <a:solidFill>
            <a:srgbClr val="CED7E6">
              <a:alpha val="24223"/>
            </a:srgbClr>
          </a:solidFill>
          <a:ln>
            <a:noFill/>
          </a:ln>
        </p:spPr>
      </p:sp>
      <p:sp>
        <p:nvSpPr>
          <p:cNvPr id="73" name="wm.whiteboard.126.108"/>
          <p:cNvSpPr/>
          <p:nvPr/>
        </p:nvSpPr>
        <p:spPr>
          <a:xfrm>
            <a:off x="1866900" y="1600200"/>
            <a:ext cx="38100" cy="38100"/>
          </a:xfrm>
          <a:prstGeom prst="rect">
            <a:avLst/>
          </a:prstGeom>
          <a:solidFill>
            <a:srgbClr val="CED7E6">
              <a:alpha val="12610"/>
            </a:srgbClr>
          </a:solidFill>
          <a:ln>
            <a:noFill/>
          </a:ln>
        </p:spPr>
      </p:sp>
      <p:sp>
        <p:nvSpPr>
          <p:cNvPr id="74" name="wm.whiteboard.126.126"/>
          <p:cNvSpPr/>
          <p:nvPr/>
        </p:nvSpPr>
        <p:spPr>
          <a:xfrm>
            <a:off x="1866900" y="1828800"/>
            <a:ext cx="38100" cy="38100"/>
          </a:xfrm>
          <a:prstGeom prst="rect">
            <a:avLst/>
          </a:prstGeom>
          <a:solidFill>
            <a:srgbClr val="CED7E6">
              <a:alpha val="40"/>
            </a:srgbClr>
          </a:solidFill>
          <a:ln>
            <a:noFill/>
          </a:ln>
        </p:spPr>
      </p:sp>
      <p:sp>
        <p:nvSpPr>
          <p:cNvPr id="75" name="wm.whiteboard.144.0"/>
          <p:cNvSpPr/>
          <p:nvPr/>
        </p:nvSpPr>
        <p:spPr>
          <a:xfrm>
            <a:off x="2095500" y="228600"/>
            <a:ext cx="38100" cy="38100"/>
          </a:xfrm>
          <a:prstGeom prst="rect">
            <a:avLst/>
          </a:prstGeom>
          <a:solidFill>
            <a:srgbClr val="CED7E6">
              <a:alpha val="42471"/>
            </a:srgbClr>
          </a:solidFill>
          <a:ln>
            <a:noFill/>
          </a:ln>
        </p:spPr>
      </p:sp>
      <p:sp>
        <p:nvSpPr>
          <p:cNvPr id="76" name="wm.whiteboard.144.18"/>
          <p:cNvSpPr/>
          <p:nvPr/>
        </p:nvSpPr>
        <p:spPr>
          <a:xfrm>
            <a:off x="2095500" y="457200"/>
            <a:ext cx="38100" cy="38100"/>
          </a:xfrm>
          <a:prstGeom prst="rect">
            <a:avLst/>
          </a:prstGeom>
          <a:solidFill>
            <a:srgbClr val="CED7E6">
              <a:alpha val="41005"/>
            </a:srgbClr>
          </a:solidFill>
          <a:ln>
            <a:noFill/>
          </a:ln>
        </p:spPr>
      </p:sp>
      <p:sp>
        <p:nvSpPr>
          <p:cNvPr id="77" name="wm.whiteboard.144.36"/>
          <p:cNvSpPr/>
          <p:nvPr/>
        </p:nvSpPr>
        <p:spPr>
          <a:xfrm>
            <a:off x="2095500" y="685800"/>
            <a:ext cx="38100" cy="38100"/>
          </a:xfrm>
          <a:prstGeom prst="rect">
            <a:avLst/>
          </a:prstGeom>
          <a:solidFill>
            <a:srgbClr val="CED7E6">
              <a:alpha val="37120"/>
            </a:srgbClr>
          </a:solidFill>
          <a:ln>
            <a:noFill/>
          </a:ln>
        </p:spPr>
      </p:sp>
      <p:sp>
        <p:nvSpPr>
          <p:cNvPr id="78" name="wm.whiteboard.144.54"/>
          <p:cNvSpPr/>
          <p:nvPr/>
        </p:nvSpPr>
        <p:spPr>
          <a:xfrm>
            <a:off x="2095500" y="914400"/>
            <a:ext cx="38100" cy="38100"/>
          </a:xfrm>
          <a:prstGeom prst="rect">
            <a:avLst/>
          </a:prstGeom>
          <a:solidFill>
            <a:srgbClr val="CED7E6">
              <a:alpha val="31044"/>
            </a:srgbClr>
          </a:solidFill>
          <a:ln>
            <a:noFill/>
          </a:ln>
        </p:spPr>
      </p:sp>
      <p:sp>
        <p:nvSpPr>
          <p:cNvPr id="79" name="wm.whiteboard.144.72"/>
          <p:cNvSpPr/>
          <p:nvPr/>
        </p:nvSpPr>
        <p:spPr>
          <a:xfrm>
            <a:off x="2095500" y="1143000"/>
            <a:ext cx="38100" cy="38100"/>
          </a:xfrm>
          <a:prstGeom prst="rect">
            <a:avLst/>
          </a:prstGeom>
          <a:solidFill>
            <a:srgbClr val="CED7E6">
              <a:alpha val="23083"/>
            </a:srgbClr>
          </a:solidFill>
          <a:ln>
            <a:noFill/>
          </a:ln>
        </p:spPr>
      </p:sp>
      <p:sp>
        <p:nvSpPr>
          <p:cNvPr id="80" name="wm.whiteboard.144.90"/>
          <p:cNvSpPr/>
          <p:nvPr/>
        </p:nvSpPr>
        <p:spPr>
          <a:xfrm>
            <a:off x="2095500" y="1371600"/>
            <a:ext cx="38100" cy="38100"/>
          </a:xfrm>
          <a:prstGeom prst="rect">
            <a:avLst/>
          </a:prstGeom>
          <a:solidFill>
            <a:srgbClr val="CED7E6">
              <a:alpha val="13557"/>
            </a:srgbClr>
          </a:solidFill>
          <a:ln>
            <a:noFill/>
          </a:ln>
        </p:spPr>
      </p:sp>
      <p:sp>
        <p:nvSpPr>
          <p:cNvPr id="81" name="wm.whiteboard.144.108"/>
          <p:cNvSpPr/>
          <p:nvPr/>
        </p:nvSpPr>
        <p:spPr>
          <a:xfrm>
            <a:off x="2095500" y="1600200"/>
            <a:ext cx="38100" cy="38100"/>
          </a:xfrm>
          <a:prstGeom prst="rect">
            <a:avLst/>
          </a:prstGeom>
          <a:solidFill>
            <a:srgbClr val="CED7E6">
              <a:alpha val="2762"/>
            </a:srgbClr>
          </a:solidFill>
          <a:ln>
            <a:noFill/>
          </a:ln>
        </p:spPr>
      </p:sp>
      <p:sp>
        <p:nvSpPr>
          <p:cNvPr id="82" name="wm.whiteboard.162.0"/>
          <p:cNvSpPr/>
          <p:nvPr/>
        </p:nvSpPr>
        <p:spPr>
          <a:xfrm>
            <a:off x="2324100" y="228600"/>
            <a:ext cx="38100" cy="38100"/>
          </a:xfrm>
          <a:prstGeom prst="rect">
            <a:avLst/>
          </a:prstGeom>
          <a:solidFill>
            <a:srgbClr val="CED7E6">
              <a:alpha val="28695"/>
            </a:srgbClr>
          </a:solidFill>
          <a:ln>
            <a:noFill/>
          </a:ln>
        </p:spPr>
      </p:sp>
      <p:sp>
        <p:nvSpPr>
          <p:cNvPr id="83" name="wm.whiteboard.162.18"/>
          <p:cNvSpPr/>
          <p:nvPr/>
        </p:nvSpPr>
        <p:spPr>
          <a:xfrm>
            <a:off x="2324100" y="457200"/>
            <a:ext cx="38100" cy="38100"/>
          </a:xfrm>
          <a:prstGeom prst="rect">
            <a:avLst/>
          </a:prstGeom>
          <a:solidFill>
            <a:srgbClr val="CED7E6">
              <a:alpha val="27389"/>
            </a:srgbClr>
          </a:solidFill>
          <a:ln>
            <a:noFill/>
          </a:ln>
        </p:spPr>
      </p:sp>
      <p:sp>
        <p:nvSpPr>
          <p:cNvPr id="84" name="wm.whiteboard.162.36"/>
          <p:cNvSpPr/>
          <p:nvPr/>
        </p:nvSpPr>
        <p:spPr>
          <a:xfrm>
            <a:off x="2324100" y="685800"/>
            <a:ext cx="38100" cy="38100"/>
          </a:xfrm>
          <a:prstGeom prst="rect">
            <a:avLst/>
          </a:prstGeom>
          <a:solidFill>
            <a:srgbClr val="CED7E6">
              <a:alpha val="23910"/>
            </a:srgbClr>
          </a:solidFill>
          <a:ln>
            <a:noFill/>
          </a:ln>
        </p:spPr>
      </p:sp>
      <p:sp>
        <p:nvSpPr>
          <p:cNvPr id="85" name="wm.whiteboard.162.54"/>
          <p:cNvSpPr/>
          <p:nvPr/>
        </p:nvSpPr>
        <p:spPr>
          <a:xfrm>
            <a:off x="2324100" y="914400"/>
            <a:ext cx="38100" cy="38100"/>
          </a:xfrm>
          <a:prstGeom prst="rect">
            <a:avLst/>
          </a:prstGeom>
          <a:solidFill>
            <a:srgbClr val="CED7E6">
              <a:alpha val="18425"/>
            </a:srgbClr>
          </a:solidFill>
          <a:ln>
            <a:noFill/>
          </a:ln>
        </p:spPr>
      </p:sp>
      <p:sp>
        <p:nvSpPr>
          <p:cNvPr id="86" name="wm.whiteboard.162.72"/>
          <p:cNvSpPr/>
          <p:nvPr/>
        </p:nvSpPr>
        <p:spPr>
          <a:xfrm>
            <a:off x="2324100" y="1143000"/>
            <a:ext cx="38100" cy="38100"/>
          </a:xfrm>
          <a:prstGeom prst="rect">
            <a:avLst/>
          </a:prstGeom>
          <a:solidFill>
            <a:srgbClr val="CED7E6">
              <a:alpha val="11167"/>
            </a:srgbClr>
          </a:solidFill>
          <a:ln>
            <a:noFill/>
          </a:ln>
        </p:spPr>
      </p:sp>
      <p:sp>
        <p:nvSpPr>
          <p:cNvPr id="87" name="wm.whiteboard.162.90"/>
          <p:cNvSpPr/>
          <p:nvPr/>
        </p:nvSpPr>
        <p:spPr>
          <a:xfrm>
            <a:off x="2324100" y="1371600"/>
            <a:ext cx="38100" cy="38100"/>
          </a:xfrm>
          <a:prstGeom prst="rect">
            <a:avLst/>
          </a:prstGeom>
          <a:solidFill>
            <a:srgbClr val="CED7E6">
              <a:alpha val="2388"/>
            </a:srgbClr>
          </a:solidFill>
          <a:ln>
            <a:noFill/>
          </a:ln>
        </p:spPr>
      </p:sp>
      <p:sp>
        <p:nvSpPr>
          <p:cNvPr id="88" name="wm.whiteboard.180.0"/>
          <p:cNvSpPr/>
          <p:nvPr/>
        </p:nvSpPr>
        <p:spPr>
          <a:xfrm>
            <a:off x="2552700" y="228600"/>
            <a:ext cx="38100" cy="38100"/>
          </a:xfrm>
          <a:prstGeom prst="rect">
            <a:avLst/>
          </a:prstGeom>
          <a:solidFill>
            <a:srgbClr val="CED7E6">
              <a:alpha val="14918"/>
            </a:srgbClr>
          </a:solidFill>
          <a:ln>
            <a:noFill/>
          </a:ln>
        </p:spPr>
      </p:sp>
      <p:sp>
        <p:nvSpPr>
          <p:cNvPr id="89" name="wm.whiteboard.180.18"/>
          <p:cNvSpPr/>
          <p:nvPr/>
        </p:nvSpPr>
        <p:spPr>
          <a:xfrm>
            <a:off x="2552700" y="457200"/>
            <a:ext cx="38100" cy="38100"/>
          </a:xfrm>
          <a:prstGeom prst="rect">
            <a:avLst/>
          </a:prstGeom>
          <a:solidFill>
            <a:srgbClr val="CED7E6">
              <a:alpha val="13741"/>
            </a:srgbClr>
          </a:solidFill>
          <a:ln>
            <a:noFill/>
          </a:ln>
        </p:spPr>
      </p:sp>
      <p:sp>
        <p:nvSpPr>
          <p:cNvPr id="90" name="wm.whiteboard.180.36"/>
          <p:cNvSpPr/>
          <p:nvPr/>
        </p:nvSpPr>
        <p:spPr>
          <a:xfrm>
            <a:off x="2552700" y="685800"/>
            <a:ext cx="38100" cy="38100"/>
          </a:xfrm>
          <a:prstGeom prst="rect">
            <a:avLst/>
          </a:prstGeom>
          <a:solidFill>
            <a:srgbClr val="CED7E6">
              <a:alpha val="10593"/>
            </a:srgbClr>
          </a:solidFill>
          <a:ln>
            <a:noFill/>
          </a:ln>
        </p:spPr>
      </p:sp>
      <p:sp>
        <p:nvSpPr>
          <p:cNvPr id="91" name="wm.whiteboard.180.54"/>
          <p:cNvSpPr/>
          <p:nvPr/>
        </p:nvSpPr>
        <p:spPr>
          <a:xfrm>
            <a:off x="2552700" y="914400"/>
            <a:ext cx="38100" cy="38100"/>
          </a:xfrm>
          <a:prstGeom prst="rect">
            <a:avLst/>
          </a:prstGeom>
          <a:solidFill>
            <a:srgbClr val="CED7E6">
              <a:alpha val="5600"/>
            </a:srgbClr>
          </a:solidFill>
          <a:ln>
            <a:noFill/>
          </a:ln>
        </p:spPr>
      </p:sp>
      <p:sp>
        <p:nvSpPr>
          <p:cNvPr id="92" name="wm.whiteboard.198.0"/>
          <p:cNvSpPr/>
          <p:nvPr/>
        </p:nvSpPr>
        <p:spPr>
          <a:xfrm>
            <a:off x="2781300" y="228600"/>
            <a:ext cx="38100" cy="38100"/>
          </a:xfrm>
          <a:prstGeom prst="rect">
            <a:avLst/>
          </a:prstGeom>
          <a:solidFill>
            <a:srgbClr val="CED7E6">
              <a:alpha val="1142"/>
            </a:srgbClr>
          </a:solidFill>
          <a:ln>
            <a:noFill/>
          </a:ln>
        </p:spPr>
      </p:sp>
      <p:sp>
        <p:nvSpPr>
          <p:cNvPr id="93" name="wm.whiteboard.198.18"/>
          <p:cNvSpPr/>
          <p:nvPr/>
        </p:nvSpPr>
        <p:spPr>
          <a:xfrm>
            <a:off x="2781300" y="457200"/>
            <a:ext cx="38100" cy="38100"/>
          </a:xfrm>
          <a:prstGeom prst="rect">
            <a:avLst/>
          </a:prstGeom>
          <a:solidFill>
            <a:srgbClr val="CED7E6">
              <a:alpha val="69"/>
            </a:srgbClr>
          </a:solidFill>
          <a:ln>
            <a:noFill/>
          </a:ln>
        </p:spPr>
      </p:sp>
      <p:sp>
        <p:nvSpPr>
          <p:cNvPr id="94" name="wm.header.rule"/>
          <p:cNvSpPr/>
          <p:nvPr/>
        </p:nvSpPr>
        <p:spPr>
          <a:xfrm>
            <a:off x="723900" y="1600200"/>
            <a:ext cx="3429000" cy="9525"/>
          </a:xfrm>
          <a:prstGeom prst="rect">
            <a:avLst/>
          </a:prstGeom>
          <a:solidFill>
            <a:srgbClr val="CED7E6"/>
          </a:solidFill>
          <a:ln>
            <a:noFill/>
          </a:ln>
        </p:spPr>
      </p:sp>
      <p:pic>
        <p:nvPicPr>
          <p:cNvPr id="95"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210300"/>
            <a:ext cx="729403" cy="152400"/>
          </a:xfrm>
          <a:prstGeom prst="rect">
            <a:avLst/>
          </a:prstGeom>
        </p:spPr>
      </p:pic>
      <p:sp>
        <p:nvSpPr>
          <p:cNvPr id="96" name="wm.legal"/>
          <p:cNvSpPr/>
          <p:nvPr/>
        </p:nvSpPr>
        <p:spPr>
          <a:xfrm>
            <a:off x="2171700" y="6172200"/>
            <a:ext cx="89154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wmds.frame.7882cf158b4c90ffe0fd">
    <p:bg>
      <p:bgPr>
        <a:solidFill>
          <a:srgbClr val="FFFFFF"/>
        </a:solidFill>
      </p:bgPr>
    </p:bg>
    <p:spTree>
      <p:nvGrpSpPr>
        <p:cNvPr id="1" name=""/>
        <p:cNvGrpSpPr/>
        <p:nvPr/>
      </p:nvGrpSpPr>
      <p:grpSpPr>
        <a:xfrm>
          <a:off x="0" y="0"/>
          <a:ext cx="0" cy="0"/>
          <a:chOff x="0" y="0"/>
          <a:chExt cx="0" cy="0"/>
        </a:xfrm>
      </p:grpSpPr>
      <p:sp>
        <p:nvSpPr>
          <p:cNvPr id="2" name="wm.footer.rule"/>
          <p:cNvSpPr/>
          <p:nvPr/>
        </p:nvSpPr>
        <p:spPr>
          <a:xfrm>
            <a:off x="723900" y="6057900"/>
            <a:ext cx="10744200" cy="9525"/>
          </a:xfrm>
          <a:prstGeom prst="rect">
            <a:avLst/>
          </a:prstGeom>
          <a:solidFill>
            <a:srgbClr val="CED7E6"/>
          </a:solidFill>
          <a:ln>
            <a:noFill/>
          </a:ln>
        </p:spPr>
      </p:sp>
      <p:sp>
        <p:nvSpPr>
          <p:cNvPr id="3" name="wm.whiteboard.0.0"/>
          <p:cNvSpPr/>
          <p:nvPr/>
        </p:nvSpPr>
        <p:spPr>
          <a:xfrm>
            <a:off x="723900" y="228600"/>
            <a:ext cx="38100" cy="38100"/>
          </a:xfrm>
          <a:prstGeom prst="rect">
            <a:avLst/>
          </a:prstGeom>
          <a:solidFill>
            <a:srgbClr val="CED7E6"/>
          </a:solidFill>
          <a:ln>
            <a:noFill/>
          </a:ln>
        </p:spPr>
      </p:sp>
      <p:sp>
        <p:nvSpPr>
          <p:cNvPr id="4" name="wm.whiteboard.0.18"/>
          <p:cNvSpPr/>
          <p:nvPr/>
        </p:nvSpPr>
        <p:spPr>
          <a:xfrm>
            <a:off x="723900" y="457200"/>
            <a:ext cx="38100" cy="38100"/>
          </a:xfrm>
          <a:prstGeom prst="rect">
            <a:avLst/>
          </a:prstGeom>
          <a:solidFill>
            <a:srgbClr val="CED7E6"/>
          </a:solidFill>
          <a:ln>
            <a:noFill/>
          </a:ln>
        </p:spPr>
      </p:sp>
      <p:sp>
        <p:nvSpPr>
          <p:cNvPr id="5" name="wm.whiteboard.0.36"/>
          <p:cNvSpPr/>
          <p:nvPr/>
        </p:nvSpPr>
        <p:spPr>
          <a:xfrm>
            <a:off x="723900" y="685800"/>
            <a:ext cx="38100" cy="38100"/>
          </a:xfrm>
          <a:prstGeom prst="rect">
            <a:avLst/>
          </a:prstGeom>
          <a:solidFill>
            <a:srgbClr val="CED7E6"/>
          </a:solidFill>
          <a:ln>
            <a:noFill/>
          </a:ln>
        </p:spPr>
      </p:sp>
      <p:sp>
        <p:nvSpPr>
          <p:cNvPr id="6" name="wm.whiteboard.0.54"/>
          <p:cNvSpPr/>
          <p:nvPr/>
        </p:nvSpPr>
        <p:spPr>
          <a:xfrm>
            <a:off x="723900" y="914400"/>
            <a:ext cx="38100" cy="38100"/>
          </a:xfrm>
          <a:prstGeom prst="rect">
            <a:avLst/>
          </a:prstGeom>
          <a:solidFill>
            <a:srgbClr val="CED7E6"/>
          </a:solidFill>
          <a:ln>
            <a:noFill/>
          </a:ln>
        </p:spPr>
      </p:sp>
      <p:sp>
        <p:nvSpPr>
          <p:cNvPr id="7" name="wm.whiteboard.0.72"/>
          <p:cNvSpPr/>
          <p:nvPr/>
        </p:nvSpPr>
        <p:spPr>
          <a:xfrm>
            <a:off x="723900" y="1143000"/>
            <a:ext cx="38100" cy="38100"/>
          </a:xfrm>
          <a:prstGeom prst="rect">
            <a:avLst/>
          </a:prstGeom>
          <a:solidFill>
            <a:srgbClr val="CED7E6">
              <a:alpha val="85305"/>
            </a:srgbClr>
          </a:solidFill>
          <a:ln>
            <a:noFill/>
          </a:ln>
        </p:spPr>
      </p:sp>
      <p:sp>
        <p:nvSpPr>
          <p:cNvPr id="8" name="wm.whiteboard.0.90"/>
          <p:cNvSpPr/>
          <p:nvPr/>
        </p:nvSpPr>
        <p:spPr>
          <a:xfrm>
            <a:off x="723900" y="1371600"/>
            <a:ext cx="38100" cy="38100"/>
          </a:xfrm>
          <a:prstGeom prst="rect">
            <a:avLst/>
          </a:prstGeom>
          <a:solidFill>
            <a:srgbClr val="CED7E6">
              <a:alpha val="68524"/>
            </a:srgbClr>
          </a:solidFill>
          <a:ln>
            <a:noFill/>
          </a:ln>
        </p:spPr>
      </p:sp>
      <p:sp>
        <p:nvSpPr>
          <p:cNvPr id="9" name="wm.whiteboard.0.108"/>
          <p:cNvSpPr/>
          <p:nvPr/>
        </p:nvSpPr>
        <p:spPr>
          <a:xfrm>
            <a:off x="723900" y="1600200"/>
            <a:ext cx="38100" cy="38100"/>
          </a:xfrm>
          <a:prstGeom prst="rect">
            <a:avLst/>
          </a:prstGeom>
          <a:solidFill>
            <a:srgbClr val="CED7E6">
              <a:alpha val="51742"/>
            </a:srgbClr>
          </a:solidFill>
          <a:ln>
            <a:noFill/>
          </a:ln>
        </p:spPr>
      </p:sp>
      <p:sp>
        <p:nvSpPr>
          <p:cNvPr id="10" name="wm.whiteboard.0.126"/>
          <p:cNvSpPr/>
          <p:nvPr/>
        </p:nvSpPr>
        <p:spPr>
          <a:xfrm>
            <a:off x="723900" y="1828800"/>
            <a:ext cx="38100" cy="38100"/>
          </a:xfrm>
          <a:prstGeom prst="rect">
            <a:avLst/>
          </a:prstGeom>
          <a:solidFill>
            <a:srgbClr val="CED7E6">
              <a:alpha val="34959"/>
            </a:srgbClr>
          </a:solidFill>
          <a:ln>
            <a:noFill/>
          </a:ln>
        </p:spPr>
      </p:sp>
      <p:sp>
        <p:nvSpPr>
          <p:cNvPr id="11" name="wm.whiteboard.0.144"/>
          <p:cNvSpPr/>
          <p:nvPr/>
        </p:nvSpPr>
        <p:spPr>
          <a:xfrm>
            <a:off x="723900" y="2057400"/>
            <a:ext cx="38100" cy="38100"/>
          </a:xfrm>
          <a:prstGeom prst="rect">
            <a:avLst/>
          </a:prstGeom>
          <a:solidFill>
            <a:srgbClr val="CED7E6">
              <a:alpha val="18177"/>
            </a:srgbClr>
          </a:solidFill>
          <a:ln>
            <a:noFill/>
          </a:ln>
        </p:spPr>
      </p:sp>
      <p:sp>
        <p:nvSpPr>
          <p:cNvPr id="12" name="wm.whiteboard.0.162"/>
          <p:cNvSpPr/>
          <p:nvPr/>
        </p:nvSpPr>
        <p:spPr>
          <a:xfrm>
            <a:off x="723900" y="2286000"/>
            <a:ext cx="38100" cy="38100"/>
          </a:xfrm>
          <a:prstGeom prst="rect">
            <a:avLst/>
          </a:prstGeom>
          <a:solidFill>
            <a:srgbClr val="CED7E6">
              <a:alpha val="1394"/>
            </a:srgbClr>
          </a:solidFill>
          <a:ln>
            <a:noFill/>
          </a:ln>
        </p:spPr>
      </p:sp>
      <p:sp>
        <p:nvSpPr>
          <p:cNvPr id="13" name="wm.whiteboard.18.0"/>
          <p:cNvSpPr/>
          <p:nvPr/>
        </p:nvSpPr>
        <p:spPr>
          <a:xfrm>
            <a:off x="952500" y="228600"/>
            <a:ext cx="38100" cy="38100"/>
          </a:xfrm>
          <a:prstGeom prst="rect">
            <a:avLst/>
          </a:prstGeom>
          <a:solidFill>
            <a:srgbClr val="CED7E6"/>
          </a:solidFill>
          <a:ln>
            <a:noFill/>
          </a:ln>
        </p:spPr>
      </p:sp>
      <p:sp>
        <p:nvSpPr>
          <p:cNvPr id="14" name="wm.whiteboard.18.18"/>
          <p:cNvSpPr/>
          <p:nvPr/>
        </p:nvSpPr>
        <p:spPr>
          <a:xfrm>
            <a:off x="952500" y="457200"/>
            <a:ext cx="38100" cy="38100"/>
          </a:xfrm>
          <a:prstGeom prst="rect">
            <a:avLst/>
          </a:prstGeom>
          <a:solidFill>
            <a:srgbClr val="CED7E6"/>
          </a:solidFill>
          <a:ln>
            <a:noFill/>
          </a:ln>
        </p:spPr>
      </p:sp>
      <p:sp>
        <p:nvSpPr>
          <p:cNvPr id="15" name="wm.whiteboard.18.36"/>
          <p:cNvSpPr/>
          <p:nvPr/>
        </p:nvSpPr>
        <p:spPr>
          <a:xfrm>
            <a:off x="952500" y="685800"/>
            <a:ext cx="38100" cy="38100"/>
          </a:xfrm>
          <a:prstGeom prst="rect">
            <a:avLst/>
          </a:prstGeom>
          <a:solidFill>
            <a:srgbClr val="CED7E6"/>
          </a:solidFill>
          <a:ln>
            <a:noFill/>
          </a:ln>
        </p:spPr>
      </p:sp>
      <p:sp>
        <p:nvSpPr>
          <p:cNvPr id="16" name="wm.whiteboard.18.54"/>
          <p:cNvSpPr/>
          <p:nvPr/>
        </p:nvSpPr>
        <p:spPr>
          <a:xfrm>
            <a:off x="952500" y="914400"/>
            <a:ext cx="38100" cy="38100"/>
          </a:xfrm>
          <a:prstGeom prst="rect">
            <a:avLst/>
          </a:prstGeom>
          <a:solidFill>
            <a:srgbClr val="CED7E6">
              <a:alpha val="99988"/>
            </a:srgbClr>
          </a:solidFill>
          <a:ln>
            <a:noFill/>
          </a:ln>
        </p:spPr>
      </p:sp>
      <p:sp>
        <p:nvSpPr>
          <p:cNvPr id="17" name="wm.whiteboard.18.72"/>
          <p:cNvSpPr/>
          <p:nvPr/>
        </p:nvSpPr>
        <p:spPr>
          <a:xfrm>
            <a:off x="952500" y="1143000"/>
            <a:ext cx="38100" cy="38100"/>
          </a:xfrm>
          <a:prstGeom prst="rect">
            <a:avLst/>
          </a:prstGeom>
          <a:solidFill>
            <a:srgbClr val="CED7E6">
              <a:alpha val="83708"/>
            </a:srgbClr>
          </a:solidFill>
          <a:ln>
            <a:noFill/>
          </a:ln>
        </p:spPr>
      </p:sp>
      <p:sp>
        <p:nvSpPr>
          <p:cNvPr id="18" name="wm.whiteboard.18.90"/>
          <p:cNvSpPr/>
          <p:nvPr/>
        </p:nvSpPr>
        <p:spPr>
          <a:xfrm>
            <a:off x="952500" y="1371600"/>
            <a:ext cx="38100" cy="38100"/>
          </a:xfrm>
          <a:prstGeom prst="rect">
            <a:avLst/>
          </a:prstGeom>
          <a:solidFill>
            <a:srgbClr val="CED7E6">
              <a:alpha val="67236"/>
            </a:srgbClr>
          </a:solidFill>
          <a:ln>
            <a:noFill/>
          </a:ln>
        </p:spPr>
      </p:sp>
      <p:sp>
        <p:nvSpPr>
          <p:cNvPr id="19" name="wm.whiteboard.18.108"/>
          <p:cNvSpPr/>
          <p:nvPr/>
        </p:nvSpPr>
        <p:spPr>
          <a:xfrm>
            <a:off x="952500" y="1600200"/>
            <a:ext cx="38100" cy="38100"/>
          </a:xfrm>
          <a:prstGeom prst="rect">
            <a:avLst/>
          </a:prstGeom>
          <a:solidFill>
            <a:srgbClr val="CED7E6">
              <a:alpha val="50663"/>
            </a:srgbClr>
          </a:solidFill>
          <a:ln>
            <a:noFill/>
          </a:ln>
        </p:spPr>
      </p:sp>
      <p:sp>
        <p:nvSpPr>
          <p:cNvPr id="20" name="wm.whiteboard.18.126"/>
          <p:cNvSpPr/>
          <p:nvPr/>
        </p:nvSpPr>
        <p:spPr>
          <a:xfrm>
            <a:off x="952500" y="1828800"/>
            <a:ext cx="38100" cy="38100"/>
          </a:xfrm>
          <a:prstGeom prst="rect">
            <a:avLst/>
          </a:prstGeom>
          <a:solidFill>
            <a:srgbClr val="CED7E6">
              <a:alpha val="34032"/>
            </a:srgbClr>
          </a:solidFill>
          <a:ln>
            <a:noFill/>
          </a:ln>
        </p:spPr>
      </p:sp>
      <p:sp>
        <p:nvSpPr>
          <p:cNvPr id="21" name="wm.whiteboard.18.144"/>
          <p:cNvSpPr/>
          <p:nvPr/>
        </p:nvSpPr>
        <p:spPr>
          <a:xfrm>
            <a:off x="952500" y="2057400"/>
            <a:ext cx="38100" cy="38100"/>
          </a:xfrm>
          <a:prstGeom prst="rect">
            <a:avLst/>
          </a:prstGeom>
          <a:solidFill>
            <a:srgbClr val="CED7E6">
              <a:alpha val="17363"/>
            </a:srgbClr>
          </a:solidFill>
          <a:ln>
            <a:noFill/>
          </a:ln>
        </p:spPr>
      </p:sp>
      <p:sp>
        <p:nvSpPr>
          <p:cNvPr id="22" name="wm.whiteboard.18.162"/>
          <p:cNvSpPr/>
          <p:nvPr/>
        </p:nvSpPr>
        <p:spPr>
          <a:xfrm>
            <a:off x="952500" y="2286000"/>
            <a:ext cx="38100" cy="38100"/>
          </a:xfrm>
          <a:prstGeom prst="rect">
            <a:avLst/>
          </a:prstGeom>
          <a:solidFill>
            <a:srgbClr val="CED7E6">
              <a:alpha val="670"/>
            </a:srgbClr>
          </a:solidFill>
          <a:ln>
            <a:noFill/>
          </a:ln>
        </p:spPr>
      </p:sp>
      <p:sp>
        <p:nvSpPr>
          <p:cNvPr id="23" name="wm.whiteboard.36.0"/>
          <p:cNvSpPr/>
          <p:nvPr/>
        </p:nvSpPr>
        <p:spPr>
          <a:xfrm>
            <a:off x="1181100" y="228600"/>
            <a:ext cx="38100" cy="38100"/>
          </a:xfrm>
          <a:prstGeom prst="rect">
            <a:avLst/>
          </a:prstGeom>
          <a:solidFill>
            <a:srgbClr val="CED7E6"/>
          </a:solidFill>
          <a:ln>
            <a:noFill/>
          </a:ln>
        </p:spPr>
      </p:sp>
      <p:sp>
        <p:nvSpPr>
          <p:cNvPr id="24" name="wm.whiteboard.36.18"/>
          <p:cNvSpPr/>
          <p:nvPr/>
        </p:nvSpPr>
        <p:spPr>
          <a:xfrm>
            <a:off x="1181100" y="457200"/>
            <a:ext cx="38100" cy="38100"/>
          </a:xfrm>
          <a:prstGeom prst="rect">
            <a:avLst/>
          </a:prstGeom>
          <a:solidFill>
            <a:srgbClr val="CED7E6"/>
          </a:solidFill>
          <a:ln>
            <a:noFill/>
          </a:ln>
        </p:spPr>
      </p:sp>
      <p:sp>
        <p:nvSpPr>
          <p:cNvPr id="25" name="wm.whiteboard.36.36"/>
          <p:cNvSpPr/>
          <p:nvPr/>
        </p:nvSpPr>
        <p:spPr>
          <a:xfrm>
            <a:off x="1181100" y="685800"/>
            <a:ext cx="38100" cy="38100"/>
          </a:xfrm>
          <a:prstGeom prst="rect">
            <a:avLst/>
          </a:prstGeom>
          <a:solidFill>
            <a:srgbClr val="CED7E6"/>
          </a:solidFill>
          <a:ln>
            <a:noFill/>
          </a:ln>
        </p:spPr>
      </p:sp>
      <p:sp>
        <p:nvSpPr>
          <p:cNvPr id="26" name="wm.whiteboard.36.54"/>
          <p:cNvSpPr/>
          <p:nvPr/>
        </p:nvSpPr>
        <p:spPr>
          <a:xfrm>
            <a:off x="1181100" y="914400"/>
            <a:ext cx="38100" cy="38100"/>
          </a:xfrm>
          <a:prstGeom prst="rect">
            <a:avLst/>
          </a:prstGeom>
          <a:solidFill>
            <a:srgbClr val="CED7E6">
              <a:alpha val="94671"/>
            </a:srgbClr>
          </a:solidFill>
          <a:ln>
            <a:noFill/>
          </a:ln>
        </p:spPr>
      </p:sp>
      <p:sp>
        <p:nvSpPr>
          <p:cNvPr id="27" name="wm.whiteboard.36.72"/>
          <p:cNvSpPr/>
          <p:nvPr/>
        </p:nvSpPr>
        <p:spPr>
          <a:xfrm>
            <a:off x="1181100" y="1143000"/>
            <a:ext cx="38100" cy="38100"/>
          </a:xfrm>
          <a:prstGeom prst="rect">
            <a:avLst/>
          </a:prstGeom>
          <a:solidFill>
            <a:srgbClr val="CED7E6">
              <a:alpha val="79547"/>
            </a:srgbClr>
          </a:solidFill>
          <a:ln>
            <a:noFill/>
          </a:ln>
        </p:spPr>
      </p:sp>
      <p:sp>
        <p:nvSpPr>
          <p:cNvPr id="28" name="wm.whiteboard.36.90"/>
          <p:cNvSpPr/>
          <p:nvPr/>
        </p:nvSpPr>
        <p:spPr>
          <a:xfrm>
            <a:off x="1181100" y="1371600"/>
            <a:ext cx="38100" cy="38100"/>
          </a:xfrm>
          <a:prstGeom prst="rect">
            <a:avLst/>
          </a:prstGeom>
          <a:solidFill>
            <a:srgbClr val="CED7E6">
              <a:alpha val="63833"/>
            </a:srgbClr>
          </a:solidFill>
          <a:ln>
            <a:noFill/>
          </a:ln>
        </p:spPr>
      </p:sp>
      <p:sp>
        <p:nvSpPr>
          <p:cNvPr id="29" name="wm.whiteboard.36.108"/>
          <p:cNvSpPr/>
          <p:nvPr/>
        </p:nvSpPr>
        <p:spPr>
          <a:xfrm>
            <a:off x="1181100" y="1600200"/>
            <a:ext cx="38100" cy="38100"/>
          </a:xfrm>
          <a:prstGeom prst="rect">
            <a:avLst/>
          </a:prstGeom>
          <a:solidFill>
            <a:srgbClr val="CED7E6">
              <a:alpha val="47790"/>
            </a:srgbClr>
          </a:solidFill>
          <a:ln>
            <a:noFill/>
          </a:ln>
        </p:spPr>
      </p:sp>
      <p:sp>
        <p:nvSpPr>
          <p:cNvPr id="30" name="wm.whiteboard.36.126"/>
          <p:cNvSpPr/>
          <p:nvPr/>
        </p:nvSpPr>
        <p:spPr>
          <a:xfrm>
            <a:off x="1181100" y="1828800"/>
            <a:ext cx="38100" cy="38100"/>
          </a:xfrm>
          <a:prstGeom prst="rect">
            <a:avLst/>
          </a:prstGeom>
          <a:solidFill>
            <a:srgbClr val="CED7E6">
              <a:alpha val="31549"/>
            </a:srgbClr>
          </a:solidFill>
          <a:ln>
            <a:noFill/>
          </a:ln>
        </p:spPr>
      </p:sp>
      <p:sp>
        <p:nvSpPr>
          <p:cNvPr id="31" name="wm.whiteboard.36.144"/>
          <p:cNvSpPr/>
          <p:nvPr/>
        </p:nvSpPr>
        <p:spPr>
          <a:xfrm>
            <a:off x="1181100" y="2057400"/>
            <a:ext cx="38100" cy="38100"/>
          </a:xfrm>
          <a:prstGeom prst="rect">
            <a:avLst/>
          </a:prstGeom>
          <a:solidFill>
            <a:srgbClr val="CED7E6">
              <a:alpha val="15179"/>
            </a:srgbClr>
          </a:solidFill>
          <a:ln>
            <a:noFill/>
          </a:ln>
        </p:spPr>
      </p:sp>
      <p:sp>
        <p:nvSpPr>
          <p:cNvPr id="32" name="wm.whiteboard.54.0"/>
          <p:cNvSpPr/>
          <p:nvPr/>
        </p:nvSpPr>
        <p:spPr>
          <a:xfrm>
            <a:off x="1409700" y="228600"/>
            <a:ext cx="38100" cy="38100"/>
          </a:xfrm>
          <a:prstGeom prst="rect">
            <a:avLst/>
          </a:prstGeom>
          <a:solidFill>
            <a:srgbClr val="CED7E6"/>
          </a:solidFill>
          <a:ln>
            <a:noFill/>
          </a:ln>
        </p:spPr>
      </p:sp>
      <p:sp>
        <p:nvSpPr>
          <p:cNvPr id="33" name="wm.whiteboard.54.18"/>
          <p:cNvSpPr/>
          <p:nvPr/>
        </p:nvSpPr>
        <p:spPr>
          <a:xfrm>
            <a:off x="1409700" y="457200"/>
            <a:ext cx="38100" cy="38100"/>
          </a:xfrm>
          <a:prstGeom prst="rect">
            <a:avLst/>
          </a:prstGeom>
          <a:solidFill>
            <a:srgbClr val="CED7E6"/>
          </a:solidFill>
          <a:ln>
            <a:noFill/>
          </a:ln>
        </p:spPr>
      </p:sp>
      <p:sp>
        <p:nvSpPr>
          <p:cNvPr id="34" name="wm.whiteboard.54.36"/>
          <p:cNvSpPr/>
          <p:nvPr/>
        </p:nvSpPr>
        <p:spPr>
          <a:xfrm>
            <a:off x="1409700" y="685800"/>
            <a:ext cx="38100" cy="38100"/>
          </a:xfrm>
          <a:prstGeom prst="rect">
            <a:avLst/>
          </a:prstGeom>
          <a:solidFill>
            <a:srgbClr val="CED7E6">
              <a:alpha val="98827"/>
            </a:srgbClr>
          </a:solidFill>
          <a:ln>
            <a:noFill/>
          </a:ln>
        </p:spPr>
      </p:sp>
      <p:sp>
        <p:nvSpPr>
          <p:cNvPr id="35" name="wm.whiteboard.54.54"/>
          <p:cNvSpPr/>
          <p:nvPr/>
        </p:nvSpPr>
        <p:spPr>
          <a:xfrm>
            <a:off x="1409700" y="914400"/>
            <a:ext cx="38100" cy="38100"/>
          </a:xfrm>
          <a:prstGeom prst="rect">
            <a:avLst/>
          </a:prstGeom>
          <a:solidFill>
            <a:srgbClr val="CED7E6">
              <a:alpha val="86895"/>
            </a:srgbClr>
          </a:solidFill>
          <a:ln>
            <a:noFill/>
          </a:ln>
        </p:spPr>
      </p:sp>
      <p:sp>
        <p:nvSpPr>
          <p:cNvPr id="36" name="wm.whiteboard.54.72"/>
          <p:cNvSpPr/>
          <p:nvPr/>
        </p:nvSpPr>
        <p:spPr>
          <a:xfrm>
            <a:off x="1409700" y="1143000"/>
            <a:ext cx="38100" cy="38100"/>
          </a:xfrm>
          <a:prstGeom prst="rect">
            <a:avLst/>
          </a:prstGeom>
          <a:solidFill>
            <a:srgbClr val="CED7E6">
              <a:alpha val="73217"/>
            </a:srgbClr>
          </a:solidFill>
          <a:ln>
            <a:noFill/>
          </a:ln>
        </p:spPr>
      </p:sp>
      <p:sp>
        <p:nvSpPr>
          <p:cNvPr id="37" name="wm.whiteboard.54.90"/>
          <p:cNvSpPr/>
          <p:nvPr/>
        </p:nvSpPr>
        <p:spPr>
          <a:xfrm>
            <a:off x="1409700" y="1371600"/>
            <a:ext cx="38100" cy="38100"/>
          </a:xfrm>
          <a:prstGeom prst="rect">
            <a:avLst/>
          </a:prstGeom>
          <a:solidFill>
            <a:srgbClr val="CED7E6">
              <a:alpha val="58541"/>
            </a:srgbClr>
          </a:solidFill>
          <a:ln>
            <a:noFill/>
          </a:ln>
        </p:spPr>
      </p:sp>
      <p:sp>
        <p:nvSpPr>
          <p:cNvPr id="38" name="wm.whiteboard.54.108"/>
          <p:cNvSpPr/>
          <p:nvPr/>
        </p:nvSpPr>
        <p:spPr>
          <a:xfrm>
            <a:off x="1409700" y="1600200"/>
            <a:ext cx="38100" cy="38100"/>
          </a:xfrm>
          <a:prstGeom prst="rect">
            <a:avLst/>
          </a:prstGeom>
          <a:solidFill>
            <a:srgbClr val="CED7E6">
              <a:alpha val="43263"/>
            </a:srgbClr>
          </a:solidFill>
          <a:ln>
            <a:noFill/>
          </a:ln>
        </p:spPr>
      </p:sp>
      <p:sp>
        <p:nvSpPr>
          <p:cNvPr id="39" name="wm.whiteboard.54.126"/>
          <p:cNvSpPr/>
          <p:nvPr/>
        </p:nvSpPr>
        <p:spPr>
          <a:xfrm>
            <a:off x="1409700" y="1828800"/>
            <a:ext cx="38100" cy="38100"/>
          </a:xfrm>
          <a:prstGeom prst="rect">
            <a:avLst/>
          </a:prstGeom>
          <a:solidFill>
            <a:srgbClr val="CED7E6">
              <a:alpha val="27603"/>
            </a:srgbClr>
          </a:solidFill>
          <a:ln>
            <a:noFill/>
          </a:ln>
        </p:spPr>
      </p:sp>
      <p:sp>
        <p:nvSpPr>
          <p:cNvPr id="40" name="wm.whiteboard.54.144"/>
          <p:cNvSpPr/>
          <p:nvPr/>
        </p:nvSpPr>
        <p:spPr>
          <a:xfrm>
            <a:off x="1409700" y="2057400"/>
            <a:ext cx="38100" cy="38100"/>
          </a:xfrm>
          <a:prstGeom prst="rect">
            <a:avLst/>
          </a:prstGeom>
          <a:solidFill>
            <a:srgbClr val="CED7E6">
              <a:alpha val="11687"/>
            </a:srgbClr>
          </a:solidFill>
          <a:ln>
            <a:noFill/>
          </a:ln>
        </p:spPr>
      </p:sp>
      <p:sp>
        <p:nvSpPr>
          <p:cNvPr id="41" name="wm.whiteboard.72.0"/>
          <p:cNvSpPr/>
          <p:nvPr/>
        </p:nvSpPr>
        <p:spPr>
          <a:xfrm>
            <a:off x="1638300" y="228600"/>
            <a:ext cx="38100" cy="38100"/>
          </a:xfrm>
          <a:prstGeom prst="rect">
            <a:avLst/>
          </a:prstGeom>
          <a:solidFill>
            <a:srgbClr val="CED7E6">
              <a:alpha val="97572"/>
            </a:srgbClr>
          </a:solidFill>
          <a:ln>
            <a:noFill/>
          </a:ln>
        </p:spPr>
      </p:sp>
      <p:sp>
        <p:nvSpPr>
          <p:cNvPr id="42" name="wm.whiteboard.72.18"/>
          <p:cNvSpPr/>
          <p:nvPr/>
        </p:nvSpPr>
        <p:spPr>
          <a:xfrm>
            <a:off x="1638300" y="457200"/>
            <a:ext cx="38100" cy="38100"/>
          </a:xfrm>
          <a:prstGeom prst="rect">
            <a:avLst/>
          </a:prstGeom>
          <a:solidFill>
            <a:srgbClr val="CED7E6">
              <a:alpha val="94724"/>
            </a:srgbClr>
          </a:solidFill>
          <a:ln>
            <a:noFill/>
          </a:ln>
        </p:spPr>
      </p:sp>
      <p:sp>
        <p:nvSpPr>
          <p:cNvPr id="43" name="wm.whiteboard.72.36"/>
          <p:cNvSpPr/>
          <p:nvPr/>
        </p:nvSpPr>
        <p:spPr>
          <a:xfrm>
            <a:off x="1638300" y="685800"/>
            <a:ext cx="38100" cy="38100"/>
          </a:xfrm>
          <a:prstGeom prst="rect">
            <a:avLst/>
          </a:prstGeom>
          <a:solidFill>
            <a:srgbClr val="CED7E6">
              <a:alpha val="87609"/>
            </a:srgbClr>
          </a:solidFill>
          <a:ln>
            <a:noFill/>
          </a:ln>
        </p:spPr>
      </p:sp>
      <p:sp>
        <p:nvSpPr>
          <p:cNvPr id="44" name="wm.whiteboard.72.54"/>
          <p:cNvSpPr/>
          <p:nvPr/>
        </p:nvSpPr>
        <p:spPr>
          <a:xfrm>
            <a:off x="1638300" y="914400"/>
            <a:ext cx="38100" cy="38100"/>
          </a:xfrm>
          <a:prstGeom prst="rect">
            <a:avLst/>
          </a:prstGeom>
          <a:solidFill>
            <a:srgbClr val="CED7E6">
              <a:alpha val="77408"/>
            </a:srgbClr>
          </a:solidFill>
          <a:ln>
            <a:noFill/>
          </a:ln>
        </p:spPr>
      </p:sp>
      <p:sp>
        <p:nvSpPr>
          <p:cNvPr id="45" name="wm.whiteboard.72.72"/>
          <p:cNvSpPr/>
          <p:nvPr/>
        </p:nvSpPr>
        <p:spPr>
          <a:xfrm>
            <a:off x="1638300" y="1143000"/>
            <a:ext cx="38100" cy="38100"/>
          </a:xfrm>
          <a:prstGeom prst="rect">
            <a:avLst/>
          </a:prstGeom>
          <a:solidFill>
            <a:srgbClr val="CED7E6">
              <a:alpha val="65181"/>
            </a:srgbClr>
          </a:solidFill>
          <a:ln>
            <a:noFill/>
          </a:ln>
        </p:spPr>
      </p:sp>
      <p:sp>
        <p:nvSpPr>
          <p:cNvPr id="46" name="wm.whiteboard.72.90"/>
          <p:cNvSpPr/>
          <p:nvPr/>
        </p:nvSpPr>
        <p:spPr>
          <a:xfrm>
            <a:off x="1638300" y="1371600"/>
            <a:ext cx="38100" cy="38100"/>
          </a:xfrm>
          <a:prstGeom prst="rect">
            <a:avLst/>
          </a:prstGeom>
          <a:solidFill>
            <a:srgbClr val="CED7E6">
              <a:alpha val="51653"/>
            </a:srgbClr>
          </a:solidFill>
          <a:ln>
            <a:noFill/>
          </a:ln>
        </p:spPr>
      </p:sp>
      <p:sp>
        <p:nvSpPr>
          <p:cNvPr id="47" name="wm.whiteboard.72.108"/>
          <p:cNvSpPr/>
          <p:nvPr/>
        </p:nvSpPr>
        <p:spPr>
          <a:xfrm>
            <a:off x="1638300" y="1600200"/>
            <a:ext cx="38100" cy="38100"/>
          </a:xfrm>
          <a:prstGeom prst="rect">
            <a:avLst/>
          </a:prstGeom>
          <a:solidFill>
            <a:srgbClr val="CED7E6">
              <a:alpha val="37275"/>
            </a:srgbClr>
          </a:solidFill>
          <a:ln>
            <a:noFill/>
          </a:ln>
        </p:spPr>
      </p:sp>
      <p:sp>
        <p:nvSpPr>
          <p:cNvPr id="48" name="wm.whiteboard.72.126"/>
          <p:cNvSpPr/>
          <p:nvPr/>
        </p:nvSpPr>
        <p:spPr>
          <a:xfrm>
            <a:off x="1638300" y="1828800"/>
            <a:ext cx="38100" cy="38100"/>
          </a:xfrm>
          <a:prstGeom prst="rect">
            <a:avLst/>
          </a:prstGeom>
          <a:solidFill>
            <a:srgbClr val="CED7E6">
              <a:alpha val="22326"/>
            </a:srgbClr>
          </a:solidFill>
          <a:ln>
            <a:noFill/>
          </a:ln>
        </p:spPr>
      </p:sp>
      <p:sp>
        <p:nvSpPr>
          <p:cNvPr id="49" name="wm.whiteboard.72.144"/>
          <p:cNvSpPr/>
          <p:nvPr/>
        </p:nvSpPr>
        <p:spPr>
          <a:xfrm>
            <a:off x="1638300" y="2057400"/>
            <a:ext cx="38100" cy="38100"/>
          </a:xfrm>
          <a:prstGeom prst="rect">
            <a:avLst/>
          </a:prstGeom>
          <a:solidFill>
            <a:srgbClr val="CED7E6">
              <a:alpha val="6980"/>
            </a:srgbClr>
          </a:solidFill>
          <a:ln>
            <a:noFill/>
          </a:ln>
        </p:spPr>
      </p:sp>
      <p:sp>
        <p:nvSpPr>
          <p:cNvPr id="50" name="wm.whiteboard.90.0"/>
          <p:cNvSpPr/>
          <p:nvPr/>
        </p:nvSpPr>
        <p:spPr>
          <a:xfrm>
            <a:off x="1866900" y="228600"/>
            <a:ext cx="38100" cy="38100"/>
          </a:xfrm>
          <a:prstGeom prst="rect">
            <a:avLst/>
          </a:prstGeom>
          <a:solidFill>
            <a:srgbClr val="CED7E6">
              <a:alpha val="83798"/>
            </a:srgbClr>
          </a:solidFill>
          <a:ln>
            <a:noFill/>
          </a:ln>
        </p:spPr>
      </p:sp>
      <p:sp>
        <p:nvSpPr>
          <p:cNvPr id="51" name="wm.whiteboard.90.18"/>
          <p:cNvSpPr/>
          <p:nvPr/>
        </p:nvSpPr>
        <p:spPr>
          <a:xfrm>
            <a:off x="1866900" y="457200"/>
            <a:ext cx="38100" cy="38100"/>
          </a:xfrm>
          <a:prstGeom prst="rect">
            <a:avLst/>
          </a:prstGeom>
          <a:solidFill>
            <a:srgbClr val="CED7E6">
              <a:alpha val="81490"/>
            </a:srgbClr>
          </a:solidFill>
          <a:ln>
            <a:noFill/>
          </a:ln>
        </p:spPr>
      </p:sp>
      <p:sp>
        <p:nvSpPr>
          <p:cNvPr id="52" name="wm.whiteboard.90.36"/>
          <p:cNvSpPr/>
          <p:nvPr/>
        </p:nvSpPr>
        <p:spPr>
          <a:xfrm>
            <a:off x="1866900" y="685800"/>
            <a:ext cx="38100" cy="38100"/>
          </a:xfrm>
          <a:prstGeom prst="rect">
            <a:avLst/>
          </a:prstGeom>
          <a:solidFill>
            <a:srgbClr val="CED7E6">
              <a:alpha val="75569"/>
            </a:srgbClr>
          </a:solidFill>
          <a:ln>
            <a:noFill/>
          </a:ln>
        </p:spPr>
      </p:sp>
      <p:sp>
        <p:nvSpPr>
          <p:cNvPr id="53" name="wm.whiteboard.90.54"/>
          <p:cNvSpPr/>
          <p:nvPr/>
        </p:nvSpPr>
        <p:spPr>
          <a:xfrm>
            <a:off x="1866900" y="914400"/>
            <a:ext cx="38100" cy="38100"/>
          </a:xfrm>
          <a:prstGeom prst="rect">
            <a:avLst/>
          </a:prstGeom>
          <a:solidFill>
            <a:srgbClr val="CED7E6">
              <a:alpha val="66767"/>
            </a:srgbClr>
          </a:solidFill>
          <a:ln>
            <a:noFill/>
          </a:ln>
        </p:spPr>
      </p:sp>
      <p:sp>
        <p:nvSpPr>
          <p:cNvPr id="54" name="wm.whiteboard.90.72"/>
          <p:cNvSpPr/>
          <p:nvPr/>
        </p:nvSpPr>
        <p:spPr>
          <a:xfrm>
            <a:off x="1866900" y="1143000"/>
            <a:ext cx="38100" cy="38100"/>
          </a:xfrm>
          <a:prstGeom prst="rect">
            <a:avLst/>
          </a:prstGeom>
          <a:solidFill>
            <a:srgbClr val="CED7E6">
              <a:alpha val="55859"/>
            </a:srgbClr>
          </a:solidFill>
          <a:ln>
            <a:noFill/>
          </a:ln>
        </p:spPr>
      </p:sp>
      <p:sp>
        <p:nvSpPr>
          <p:cNvPr id="55" name="wm.whiteboard.90.90"/>
          <p:cNvSpPr/>
          <p:nvPr/>
        </p:nvSpPr>
        <p:spPr>
          <a:xfrm>
            <a:off x="1866900" y="1371600"/>
            <a:ext cx="38100" cy="38100"/>
          </a:xfrm>
          <a:prstGeom prst="rect">
            <a:avLst/>
          </a:prstGeom>
          <a:solidFill>
            <a:srgbClr val="CED7E6">
              <a:alpha val="43468"/>
            </a:srgbClr>
          </a:solidFill>
          <a:ln>
            <a:noFill/>
          </a:ln>
        </p:spPr>
      </p:sp>
      <p:sp>
        <p:nvSpPr>
          <p:cNvPr id="56" name="wm.whiteboard.90.108"/>
          <p:cNvSpPr/>
          <p:nvPr/>
        </p:nvSpPr>
        <p:spPr>
          <a:xfrm>
            <a:off x="1866900" y="1600200"/>
            <a:ext cx="38100" cy="38100"/>
          </a:xfrm>
          <a:prstGeom prst="rect">
            <a:avLst/>
          </a:prstGeom>
          <a:solidFill>
            <a:srgbClr val="CED7E6">
              <a:alpha val="30037"/>
            </a:srgbClr>
          </a:solidFill>
          <a:ln>
            <a:noFill/>
          </a:ln>
        </p:spPr>
      </p:sp>
      <p:sp>
        <p:nvSpPr>
          <p:cNvPr id="57" name="wm.whiteboard.90.126"/>
          <p:cNvSpPr/>
          <p:nvPr/>
        </p:nvSpPr>
        <p:spPr>
          <a:xfrm>
            <a:off x="1866900" y="1828800"/>
            <a:ext cx="38100" cy="38100"/>
          </a:xfrm>
          <a:prstGeom prst="rect">
            <a:avLst/>
          </a:prstGeom>
          <a:solidFill>
            <a:srgbClr val="CED7E6">
              <a:alpha val="15870"/>
            </a:srgbClr>
          </a:solidFill>
          <a:ln>
            <a:noFill/>
          </a:ln>
        </p:spPr>
      </p:sp>
      <p:sp>
        <p:nvSpPr>
          <p:cNvPr id="58" name="wm.whiteboard.90.144"/>
          <p:cNvSpPr/>
          <p:nvPr/>
        </p:nvSpPr>
        <p:spPr>
          <a:xfrm>
            <a:off x="1866900" y="2057400"/>
            <a:ext cx="38100" cy="38100"/>
          </a:xfrm>
          <a:prstGeom prst="rect">
            <a:avLst/>
          </a:prstGeom>
          <a:solidFill>
            <a:srgbClr val="CED7E6">
              <a:alpha val="1171"/>
            </a:srgbClr>
          </a:solidFill>
          <a:ln>
            <a:noFill/>
          </a:ln>
        </p:spPr>
      </p:sp>
      <p:sp>
        <p:nvSpPr>
          <p:cNvPr id="59" name="wm.whiteboard.108.0"/>
          <p:cNvSpPr/>
          <p:nvPr/>
        </p:nvSpPr>
        <p:spPr>
          <a:xfrm>
            <a:off x="2095500" y="228600"/>
            <a:ext cx="38100" cy="38100"/>
          </a:xfrm>
          <a:prstGeom prst="rect">
            <a:avLst/>
          </a:prstGeom>
          <a:solidFill>
            <a:srgbClr val="CED7E6">
              <a:alpha val="70023"/>
            </a:srgbClr>
          </a:solidFill>
          <a:ln>
            <a:noFill/>
          </a:ln>
        </p:spPr>
      </p:sp>
      <p:sp>
        <p:nvSpPr>
          <p:cNvPr id="60" name="wm.whiteboard.108.18"/>
          <p:cNvSpPr/>
          <p:nvPr/>
        </p:nvSpPr>
        <p:spPr>
          <a:xfrm>
            <a:off x="2095500" y="457200"/>
            <a:ext cx="38100" cy="38100"/>
          </a:xfrm>
          <a:prstGeom prst="rect">
            <a:avLst/>
          </a:prstGeom>
          <a:solidFill>
            <a:srgbClr val="CED7E6">
              <a:alpha val="68085"/>
            </a:srgbClr>
          </a:solidFill>
          <a:ln>
            <a:noFill/>
          </a:ln>
        </p:spPr>
      </p:sp>
      <p:sp>
        <p:nvSpPr>
          <p:cNvPr id="61" name="wm.whiteboard.108.36"/>
          <p:cNvSpPr/>
          <p:nvPr/>
        </p:nvSpPr>
        <p:spPr>
          <a:xfrm>
            <a:off x="2095500" y="685800"/>
            <a:ext cx="38100" cy="38100"/>
          </a:xfrm>
          <a:prstGeom prst="rect">
            <a:avLst/>
          </a:prstGeom>
          <a:solidFill>
            <a:srgbClr val="CED7E6">
              <a:alpha val="63033"/>
            </a:srgbClr>
          </a:solidFill>
          <a:ln>
            <a:noFill/>
          </a:ln>
        </p:spPr>
      </p:sp>
      <p:sp>
        <p:nvSpPr>
          <p:cNvPr id="62" name="wm.whiteboard.108.54"/>
          <p:cNvSpPr/>
          <p:nvPr/>
        </p:nvSpPr>
        <p:spPr>
          <a:xfrm>
            <a:off x="2095500" y="914400"/>
            <a:ext cx="38100" cy="38100"/>
          </a:xfrm>
          <a:prstGeom prst="rect">
            <a:avLst/>
          </a:prstGeom>
          <a:solidFill>
            <a:srgbClr val="CED7E6">
              <a:alpha val="55346"/>
            </a:srgbClr>
          </a:solidFill>
          <a:ln>
            <a:noFill/>
          </a:ln>
        </p:spPr>
      </p:sp>
      <p:sp>
        <p:nvSpPr>
          <p:cNvPr id="63" name="wm.whiteboard.108.72"/>
          <p:cNvSpPr/>
          <p:nvPr/>
        </p:nvSpPr>
        <p:spPr>
          <a:xfrm>
            <a:off x="2095500" y="1143000"/>
            <a:ext cx="38100" cy="38100"/>
          </a:xfrm>
          <a:prstGeom prst="rect">
            <a:avLst/>
          </a:prstGeom>
          <a:solidFill>
            <a:srgbClr val="CED7E6">
              <a:alpha val="45583"/>
            </a:srgbClr>
          </a:solidFill>
          <a:ln>
            <a:noFill/>
          </a:ln>
        </p:spPr>
      </p:sp>
      <p:sp>
        <p:nvSpPr>
          <p:cNvPr id="64" name="wm.whiteboard.108.90"/>
          <p:cNvSpPr/>
          <p:nvPr/>
        </p:nvSpPr>
        <p:spPr>
          <a:xfrm>
            <a:off x="2095500" y="1371600"/>
            <a:ext cx="38100" cy="38100"/>
          </a:xfrm>
          <a:prstGeom prst="rect">
            <a:avLst/>
          </a:prstGeom>
          <a:solidFill>
            <a:srgbClr val="CED7E6">
              <a:alpha val="34251"/>
            </a:srgbClr>
          </a:solidFill>
          <a:ln>
            <a:noFill/>
          </a:ln>
        </p:spPr>
      </p:sp>
      <p:sp>
        <p:nvSpPr>
          <p:cNvPr id="65" name="wm.whiteboard.108.108"/>
          <p:cNvSpPr/>
          <p:nvPr/>
        </p:nvSpPr>
        <p:spPr>
          <a:xfrm>
            <a:off x="2095500" y="1600200"/>
            <a:ext cx="38100" cy="38100"/>
          </a:xfrm>
          <a:prstGeom prst="rect">
            <a:avLst/>
          </a:prstGeom>
          <a:solidFill>
            <a:srgbClr val="CED7E6">
              <a:alpha val="21754"/>
            </a:srgbClr>
          </a:solidFill>
          <a:ln>
            <a:noFill/>
          </a:ln>
        </p:spPr>
      </p:sp>
      <p:sp>
        <p:nvSpPr>
          <p:cNvPr id="66" name="wm.whiteboard.108.126"/>
          <p:cNvSpPr/>
          <p:nvPr/>
        </p:nvSpPr>
        <p:spPr>
          <a:xfrm>
            <a:off x="2095500" y="1828800"/>
            <a:ext cx="38100" cy="38100"/>
          </a:xfrm>
          <a:prstGeom prst="rect">
            <a:avLst/>
          </a:prstGeom>
          <a:solidFill>
            <a:srgbClr val="CED7E6">
              <a:alpha val="8391"/>
            </a:srgbClr>
          </a:solidFill>
          <a:ln>
            <a:noFill/>
          </a:ln>
        </p:spPr>
      </p:sp>
      <p:sp>
        <p:nvSpPr>
          <p:cNvPr id="67" name="wm.whiteboard.126.0"/>
          <p:cNvSpPr/>
          <p:nvPr/>
        </p:nvSpPr>
        <p:spPr>
          <a:xfrm>
            <a:off x="2324100" y="228600"/>
            <a:ext cx="38100" cy="38100"/>
          </a:xfrm>
          <a:prstGeom prst="rect">
            <a:avLst/>
          </a:prstGeom>
          <a:solidFill>
            <a:srgbClr val="CED7E6">
              <a:alpha val="56247"/>
            </a:srgbClr>
          </a:solidFill>
          <a:ln>
            <a:noFill/>
          </a:ln>
        </p:spPr>
      </p:sp>
      <p:sp>
        <p:nvSpPr>
          <p:cNvPr id="68" name="wm.whiteboard.126.18"/>
          <p:cNvSpPr/>
          <p:nvPr/>
        </p:nvSpPr>
        <p:spPr>
          <a:xfrm>
            <a:off x="2324100" y="457200"/>
            <a:ext cx="38100" cy="38100"/>
          </a:xfrm>
          <a:prstGeom prst="rect">
            <a:avLst/>
          </a:prstGeom>
          <a:solidFill>
            <a:srgbClr val="CED7E6">
              <a:alpha val="54578"/>
            </a:srgbClr>
          </a:solidFill>
          <a:ln>
            <a:noFill/>
          </a:ln>
        </p:spPr>
      </p:sp>
      <p:sp>
        <p:nvSpPr>
          <p:cNvPr id="69" name="wm.whiteboard.126.36"/>
          <p:cNvSpPr/>
          <p:nvPr/>
        </p:nvSpPr>
        <p:spPr>
          <a:xfrm>
            <a:off x="2324100" y="685800"/>
            <a:ext cx="38100" cy="38100"/>
          </a:xfrm>
          <a:prstGeom prst="rect">
            <a:avLst/>
          </a:prstGeom>
          <a:solidFill>
            <a:srgbClr val="CED7E6">
              <a:alpha val="50182"/>
            </a:srgbClr>
          </a:solidFill>
          <a:ln>
            <a:noFill/>
          </a:ln>
        </p:spPr>
      </p:sp>
      <p:sp>
        <p:nvSpPr>
          <p:cNvPr id="70" name="wm.whiteboard.126.54"/>
          <p:cNvSpPr/>
          <p:nvPr/>
        </p:nvSpPr>
        <p:spPr>
          <a:xfrm>
            <a:off x="2324100" y="914400"/>
            <a:ext cx="38100" cy="38100"/>
          </a:xfrm>
          <a:prstGeom prst="rect">
            <a:avLst/>
          </a:prstGeom>
          <a:solidFill>
            <a:srgbClr val="CED7E6">
              <a:alpha val="43386"/>
            </a:srgbClr>
          </a:solidFill>
          <a:ln>
            <a:noFill/>
          </a:ln>
        </p:spPr>
      </p:sp>
      <p:sp>
        <p:nvSpPr>
          <p:cNvPr id="71" name="wm.whiteboard.126.72"/>
          <p:cNvSpPr/>
          <p:nvPr/>
        </p:nvSpPr>
        <p:spPr>
          <a:xfrm>
            <a:off x="2324100" y="1143000"/>
            <a:ext cx="38100" cy="38100"/>
          </a:xfrm>
          <a:prstGeom prst="rect">
            <a:avLst/>
          </a:prstGeom>
          <a:solidFill>
            <a:srgbClr val="CED7E6">
              <a:alpha val="34598"/>
            </a:srgbClr>
          </a:solidFill>
          <a:ln>
            <a:noFill/>
          </a:ln>
        </p:spPr>
      </p:sp>
      <p:sp>
        <p:nvSpPr>
          <p:cNvPr id="72" name="wm.whiteboard.126.90"/>
          <p:cNvSpPr/>
          <p:nvPr/>
        </p:nvSpPr>
        <p:spPr>
          <a:xfrm>
            <a:off x="2324100" y="1371600"/>
            <a:ext cx="38100" cy="38100"/>
          </a:xfrm>
          <a:prstGeom prst="rect">
            <a:avLst/>
          </a:prstGeom>
          <a:solidFill>
            <a:srgbClr val="CED7E6">
              <a:alpha val="24223"/>
            </a:srgbClr>
          </a:solidFill>
          <a:ln>
            <a:noFill/>
          </a:ln>
        </p:spPr>
      </p:sp>
      <p:sp>
        <p:nvSpPr>
          <p:cNvPr id="73" name="wm.whiteboard.126.108"/>
          <p:cNvSpPr/>
          <p:nvPr/>
        </p:nvSpPr>
        <p:spPr>
          <a:xfrm>
            <a:off x="2324100" y="1600200"/>
            <a:ext cx="38100" cy="38100"/>
          </a:xfrm>
          <a:prstGeom prst="rect">
            <a:avLst/>
          </a:prstGeom>
          <a:solidFill>
            <a:srgbClr val="CED7E6">
              <a:alpha val="12610"/>
            </a:srgbClr>
          </a:solidFill>
          <a:ln>
            <a:noFill/>
          </a:ln>
        </p:spPr>
      </p:sp>
      <p:sp>
        <p:nvSpPr>
          <p:cNvPr id="74" name="wm.whiteboard.126.126"/>
          <p:cNvSpPr/>
          <p:nvPr/>
        </p:nvSpPr>
        <p:spPr>
          <a:xfrm>
            <a:off x="2324100" y="1828800"/>
            <a:ext cx="38100" cy="38100"/>
          </a:xfrm>
          <a:prstGeom prst="rect">
            <a:avLst/>
          </a:prstGeom>
          <a:solidFill>
            <a:srgbClr val="CED7E6">
              <a:alpha val="40"/>
            </a:srgbClr>
          </a:solidFill>
          <a:ln>
            <a:noFill/>
          </a:ln>
        </p:spPr>
      </p:sp>
      <p:sp>
        <p:nvSpPr>
          <p:cNvPr id="75" name="wm.whiteboard.144.0"/>
          <p:cNvSpPr/>
          <p:nvPr/>
        </p:nvSpPr>
        <p:spPr>
          <a:xfrm>
            <a:off x="2552700" y="228600"/>
            <a:ext cx="38100" cy="38100"/>
          </a:xfrm>
          <a:prstGeom prst="rect">
            <a:avLst/>
          </a:prstGeom>
          <a:solidFill>
            <a:srgbClr val="CED7E6">
              <a:alpha val="42471"/>
            </a:srgbClr>
          </a:solidFill>
          <a:ln>
            <a:noFill/>
          </a:ln>
        </p:spPr>
      </p:sp>
      <p:sp>
        <p:nvSpPr>
          <p:cNvPr id="76" name="wm.whiteboard.144.18"/>
          <p:cNvSpPr/>
          <p:nvPr/>
        </p:nvSpPr>
        <p:spPr>
          <a:xfrm>
            <a:off x="2552700" y="457200"/>
            <a:ext cx="38100" cy="38100"/>
          </a:xfrm>
          <a:prstGeom prst="rect">
            <a:avLst/>
          </a:prstGeom>
          <a:solidFill>
            <a:srgbClr val="CED7E6">
              <a:alpha val="41005"/>
            </a:srgbClr>
          </a:solidFill>
          <a:ln>
            <a:noFill/>
          </a:ln>
        </p:spPr>
      </p:sp>
      <p:sp>
        <p:nvSpPr>
          <p:cNvPr id="77" name="wm.whiteboard.144.36"/>
          <p:cNvSpPr/>
          <p:nvPr/>
        </p:nvSpPr>
        <p:spPr>
          <a:xfrm>
            <a:off x="2552700" y="685800"/>
            <a:ext cx="38100" cy="38100"/>
          </a:xfrm>
          <a:prstGeom prst="rect">
            <a:avLst/>
          </a:prstGeom>
          <a:solidFill>
            <a:srgbClr val="CED7E6">
              <a:alpha val="37120"/>
            </a:srgbClr>
          </a:solidFill>
          <a:ln>
            <a:noFill/>
          </a:ln>
        </p:spPr>
      </p:sp>
      <p:sp>
        <p:nvSpPr>
          <p:cNvPr id="78" name="wm.whiteboard.144.54"/>
          <p:cNvSpPr/>
          <p:nvPr/>
        </p:nvSpPr>
        <p:spPr>
          <a:xfrm>
            <a:off x="2552700" y="914400"/>
            <a:ext cx="38100" cy="38100"/>
          </a:xfrm>
          <a:prstGeom prst="rect">
            <a:avLst/>
          </a:prstGeom>
          <a:solidFill>
            <a:srgbClr val="CED7E6">
              <a:alpha val="31044"/>
            </a:srgbClr>
          </a:solidFill>
          <a:ln>
            <a:noFill/>
          </a:ln>
        </p:spPr>
      </p:sp>
      <p:sp>
        <p:nvSpPr>
          <p:cNvPr id="79" name="wm.whiteboard.144.72"/>
          <p:cNvSpPr/>
          <p:nvPr/>
        </p:nvSpPr>
        <p:spPr>
          <a:xfrm>
            <a:off x="2552700" y="1143000"/>
            <a:ext cx="38100" cy="38100"/>
          </a:xfrm>
          <a:prstGeom prst="rect">
            <a:avLst/>
          </a:prstGeom>
          <a:solidFill>
            <a:srgbClr val="CED7E6">
              <a:alpha val="23083"/>
            </a:srgbClr>
          </a:solidFill>
          <a:ln>
            <a:noFill/>
          </a:ln>
        </p:spPr>
      </p:sp>
      <p:sp>
        <p:nvSpPr>
          <p:cNvPr id="80" name="wm.whiteboard.144.90"/>
          <p:cNvSpPr/>
          <p:nvPr/>
        </p:nvSpPr>
        <p:spPr>
          <a:xfrm>
            <a:off x="2552700" y="1371600"/>
            <a:ext cx="38100" cy="38100"/>
          </a:xfrm>
          <a:prstGeom prst="rect">
            <a:avLst/>
          </a:prstGeom>
          <a:solidFill>
            <a:srgbClr val="CED7E6">
              <a:alpha val="13557"/>
            </a:srgbClr>
          </a:solidFill>
          <a:ln>
            <a:noFill/>
          </a:ln>
        </p:spPr>
      </p:sp>
      <p:sp>
        <p:nvSpPr>
          <p:cNvPr id="81" name="wm.whiteboard.144.108"/>
          <p:cNvSpPr/>
          <p:nvPr/>
        </p:nvSpPr>
        <p:spPr>
          <a:xfrm>
            <a:off x="2552700" y="1600200"/>
            <a:ext cx="38100" cy="38100"/>
          </a:xfrm>
          <a:prstGeom prst="rect">
            <a:avLst/>
          </a:prstGeom>
          <a:solidFill>
            <a:srgbClr val="CED7E6">
              <a:alpha val="2762"/>
            </a:srgbClr>
          </a:solidFill>
          <a:ln>
            <a:noFill/>
          </a:ln>
        </p:spPr>
      </p:sp>
      <p:sp>
        <p:nvSpPr>
          <p:cNvPr id="82" name="wm.whiteboard.162.0"/>
          <p:cNvSpPr/>
          <p:nvPr/>
        </p:nvSpPr>
        <p:spPr>
          <a:xfrm>
            <a:off x="2781300" y="228600"/>
            <a:ext cx="38100" cy="38100"/>
          </a:xfrm>
          <a:prstGeom prst="rect">
            <a:avLst/>
          </a:prstGeom>
          <a:solidFill>
            <a:srgbClr val="CED7E6">
              <a:alpha val="28695"/>
            </a:srgbClr>
          </a:solidFill>
          <a:ln>
            <a:noFill/>
          </a:ln>
        </p:spPr>
      </p:sp>
      <p:sp>
        <p:nvSpPr>
          <p:cNvPr id="83" name="wm.whiteboard.162.18"/>
          <p:cNvSpPr/>
          <p:nvPr/>
        </p:nvSpPr>
        <p:spPr>
          <a:xfrm>
            <a:off x="2781300" y="457200"/>
            <a:ext cx="38100" cy="38100"/>
          </a:xfrm>
          <a:prstGeom prst="rect">
            <a:avLst/>
          </a:prstGeom>
          <a:solidFill>
            <a:srgbClr val="CED7E6">
              <a:alpha val="27389"/>
            </a:srgbClr>
          </a:solidFill>
          <a:ln>
            <a:noFill/>
          </a:ln>
        </p:spPr>
      </p:sp>
      <p:sp>
        <p:nvSpPr>
          <p:cNvPr id="84" name="wm.whiteboard.162.36"/>
          <p:cNvSpPr/>
          <p:nvPr/>
        </p:nvSpPr>
        <p:spPr>
          <a:xfrm>
            <a:off x="2781300" y="685800"/>
            <a:ext cx="38100" cy="38100"/>
          </a:xfrm>
          <a:prstGeom prst="rect">
            <a:avLst/>
          </a:prstGeom>
          <a:solidFill>
            <a:srgbClr val="CED7E6">
              <a:alpha val="23910"/>
            </a:srgbClr>
          </a:solidFill>
          <a:ln>
            <a:noFill/>
          </a:ln>
        </p:spPr>
      </p:sp>
      <p:sp>
        <p:nvSpPr>
          <p:cNvPr id="85" name="wm.whiteboard.162.54"/>
          <p:cNvSpPr/>
          <p:nvPr/>
        </p:nvSpPr>
        <p:spPr>
          <a:xfrm>
            <a:off x="2781300" y="914400"/>
            <a:ext cx="38100" cy="38100"/>
          </a:xfrm>
          <a:prstGeom prst="rect">
            <a:avLst/>
          </a:prstGeom>
          <a:solidFill>
            <a:srgbClr val="CED7E6">
              <a:alpha val="18425"/>
            </a:srgbClr>
          </a:solidFill>
          <a:ln>
            <a:noFill/>
          </a:ln>
        </p:spPr>
      </p:sp>
      <p:sp>
        <p:nvSpPr>
          <p:cNvPr id="86" name="wm.whiteboard.162.72"/>
          <p:cNvSpPr/>
          <p:nvPr/>
        </p:nvSpPr>
        <p:spPr>
          <a:xfrm>
            <a:off x="2781300" y="1143000"/>
            <a:ext cx="38100" cy="38100"/>
          </a:xfrm>
          <a:prstGeom prst="rect">
            <a:avLst/>
          </a:prstGeom>
          <a:solidFill>
            <a:srgbClr val="CED7E6">
              <a:alpha val="11167"/>
            </a:srgbClr>
          </a:solidFill>
          <a:ln>
            <a:noFill/>
          </a:ln>
        </p:spPr>
      </p:sp>
      <p:sp>
        <p:nvSpPr>
          <p:cNvPr id="87" name="wm.whiteboard.162.90"/>
          <p:cNvSpPr/>
          <p:nvPr/>
        </p:nvSpPr>
        <p:spPr>
          <a:xfrm>
            <a:off x="2781300" y="1371600"/>
            <a:ext cx="38100" cy="38100"/>
          </a:xfrm>
          <a:prstGeom prst="rect">
            <a:avLst/>
          </a:prstGeom>
          <a:solidFill>
            <a:srgbClr val="CED7E6">
              <a:alpha val="2388"/>
            </a:srgbClr>
          </a:solidFill>
          <a:ln>
            <a:noFill/>
          </a:ln>
        </p:spPr>
      </p:sp>
      <p:sp>
        <p:nvSpPr>
          <p:cNvPr id="88" name="wm.whiteboard.180.0"/>
          <p:cNvSpPr/>
          <p:nvPr/>
        </p:nvSpPr>
        <p:spPr>
          <a:xfrm>
            <a:off x="3009900" y="228600"/>
            <a:ext cx="38100" cy="38100"/>
          </a:xfrm>
          <a:prstGeom prst="rect">
            <a:avLst/>
          </a:prstGeom>
          <a:solidFill>
            <a:srgbClr val="CED7E6">
              <a:alpha val="14918"/>
            </a:srgbClr>
          </a:solidFill>
          <a:ln>
            <a:noFill/>
          </a:ln>
        </p:spPr>
      </p:sp>
      <p:sp>
        <p:nvSpPr>
          <p:cNvPr id="89" name="wm.whiteboard.180.18"/>
          <p:cNvSpPr/>
          <p:nvPr/>
        </p:nvSpPr>
        <p:spPr>
          <a:xfrm>
            <a:off x="3009900" y="457200"/>
            <a:ext cx="38100" cy="38100"/>
          </a:xfrm>
          <a:prstGeom prst="rect">
            <a:avLst/>
          </a:prstGeom>
          <a:solidFill>
            <a:srgbClr val="CED7E6">
              <a:alpha val="13741"/>
            </a:srgbClr>
          </a:solidFill>
          <a:ln>
            <a:noFill/>
          </a:ln>
        </p:spPr>
      </p:sp>
      <p:sp>
        <p:nvSpPr>
          <p:cNvPr id="90" name="wm.whiteboard.180.36"/>
          <p:cNvSpPr/>
          <p:nvPr/>
        </p:nvSpPr>
        <p:spPr>
          <a:xfrm>
            <a:off x="3009900" y="685800"/>
            <a:ext cx="38100" cy="38100"/>
          </a:xfrm>
          <a:prstGeom prst="rect">
            <a:avLst/>
          </a:prstGeom>
          <a:solidFill>
            <a:srgbClr val="CED7E6">
              <a:alpha val="10593"/>
            </a:srgbClr>
          </a:solidFill>
          <a:ln>
            <a:noFill/>
          </a:ln>
        </p:spPr>
      </p:sp>
      <p:sp>
        <p:nvSpPr>
          <p:cNvPr id="91" name="wm.whiteboard.180.54"/>
          <p:cNvSpPr/>
          <p:nvPr/>
        </p:nvSpPr>
        <p:spPr>
          <a:xfrm>
            <a:off x="3009900" y="914400"/>
            <a:ext cx="38100" cy="38100"/>
          </a:xfrm>
          <a:prstGeom prst="rect">
            <a:avLst/>
          </a:prstGeom>
          <a:solidFill>
            <a:srgbClr val="CED7E6">
              <a:alpha val="5600"/>
            </a:srgbClr>
          </a:solidFill>
          <a:ln>
            <a:noFill/>
          </a:ln>
        </p:spPr>
      </p:sp>
      <p:sp>
        <p:nvSpPr>
          <p:cNvPr id="92" name="wm.whiteboard.198.0"/>
          <p:cNvSpPr/>
          <p:nvPr/>
        </p:nvSpPr>
        <p:spPr>
          <a:xfrm>
            <a:off x="3238500" y="228600"/>
            <a:ext cx="38100" cy="38100"/>
          </a:xfrm>
          <a:prstGeom prst="rect">
            <a:avLst/>
          </a:prstGeom>
          <a:solidFill>
            <a:srgbClr val="CED7E6">
              <a:alpha val="1142"/>
            </a:srgbClr>
          </a:solidFill>
          <a:ln>
            <a:noFill/>
          </a:ln>
        </p:spPr>
      </p:sp>
      <p:sp>
        <p:nvSpPr>
          <p:cNvPr id="93" name="wm.whiteboard.198.18"/>
          <p:cNvSpPr/>
          <p:nvPr/>
        </p:nvSpPr>
        <p:spPr>
          <a:xfrm>
            <a:off x="3238500" y="457200"/>
            <a:ext cx="38100" cy="38100"/>
          </a:xfrm>
          <a:prstGeom prst="rect">
            <a:avLst/>
          </a:prstGeom>
          <a:solidFill>
            <a:srgbClr val="CED7E6">
              <a:alpha val="69"/>
            </a:srgbClr>
          </a:solidFill>
          <a:ln>
            <a:noFill/>
          </a:ln>
        </p:spPr>
      </p:sp>
      <p:sp>
        <p:nvSpPr>
          <p:cNvPr id="94" name="wm.header.rule"/>
          <p:cNvSpPr/>
          <p:nvPr/>
        </p:nvSpPr>
        <p:spPr>
          <a:xfrm>
            <a:off x="723900" y="1828800"/>
            <a:ext cx="10744200" cy="9525"/>
          </a:xfrm>
          <a:prstGeom prst="rect">
            <a:avLst/>
          </a:prstGeom>
          <a:solidFill>
            <a:srgbClr val="CED7E6"/>
          </a:solidFill>
          <a:ln>
            <a:noFill/>
          </a:ln>
        </p:spPr>
      </p:sp>
      <p:pic>
        <p:nvPicPr>
          <p:cNvPr id="95"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210300"/>
            <a:ext cx="729403" cy="152400"/>
          </a:xfrm>
          <a:prstGeom prst="rect">
            <a:avLst/>
          </a:prstGeom>
        </p:spPr>
      </p:pic>
      <p:sp>
        <p:nvSpPr>
          <p:cNvPr id="96" name="wm.legal"/>
          <p:cNvSpPr/>
          <p:nvPr/>
        </p:nvSpPr>
        <p:spPr>
          <a:xfrm>
            <a:off x="2171700" y="6172200"/>
            <a:ext cx="89154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wmds.frame.22f012b31fe33558fd46">
    <p:bg>
      <p:bgPr>
        <a:solidFill>
          <a:srgbClr val="FFFFFF"/>
        </a:solidFill>
      </p:bgPr>
    </p:bg>
    <p:spTree>
      <p:nvGrpSpPr>
        <p:cNvPr id="1" name=""/>
        <p:cNvGrpSpPr/>
        <p:nvPr/>
      </p:nvGrpSpPr>
      <p:grpSpPr>
        <a:xfrm>
          <a:off x="0" y="0"/>
          <a:ext cx="0" cy="0"/>
          <a:chOff x="0" y="0"/>
          <a:chExt cx="0" cy="0"/>
        </a:xfrm>
      </p:grpSpPr>
      <p:sp>
        <p:nvSpPr>
          <p:cNvPr id="2" name="wm.footer.band"/>
          <p:cNvSpPr/>
          <p:nvPr/>
        </p:nvSpPr>
        <p:spPr>
          <a:xfrm>
            <a:off x="0" y="6172200"/>
            <a:ext cx="12192000" cy="685800"/>
          </a:xfrm>
          <a:prstGeom prst="rect">
            <a:avLst/>
          </a:prstGeom>
          <a:solidFill>
            <a:srgbClr val="E8EEF8"/>
          </a:solidFill>
          <a:ln>
            <a:noFill/>
          </a:ln>
        </p:spPr>
      </p:sp>
      <p:sp>
        <p:nvSpPr>
          <p:cNvPr id="3" name="wm.whiteboard.0.0"/>
          <p:cNvSpPr/>
          <p:nvPr/>
        </p:nvSpPr>
        <p:spPr>
          <a:xfrm>
            <a:off x="723900" y="228600"/>
            <a:ext cx="38100" cy="38100"/>
          </a:xfrm>
          <a:prstGeom prst="rect">
            <a:avLst/>
          </a:prstGeom>
          <a:solidFill>
            <a:srgbClr val="CED7E6"/>
          </a:solidFill>
          <a:ln>
            <a:noFill/>
          </a:ln>
        </p:spPr>
      </p:sp>
      <p:sp>
        <p:nvSpPr>
          <p:cNvPr id="4" name="wm.whiteboard.0.18"/>
          <p:cNvSpPr/>
          <p:nvPr/>
        </p:nvSpPr>
        <p:spPr>
          <a:xfrm>
            <a:off x="723900" y="457200"/>
            <a:ext cx="38100" cy="38100"/>
          </a:xfrm>
          <a:prstGeom prst="rect">
            <a:avLst/>
          </a:prstGeom>
          <a:solidFill>
            <a:srgbClr val="CED7E6"/>
          </a:solidFill>
          <a:ln>
            <a:noFill/>
          </a:ln>
        </p:spPr>
      </p:sp>
      <p:sp>
        <p:nvSpPr>
          <p:cNvPr id="5" name="wm.whiteboard.0.36"/>
          <p:cNvSpPr/>
          <p:nvPr/>
        </p:nvSpPr>
        <p:spPr>
          <a:xfrm>
            <a:off x="723900" y="685800"/>
            <a:ext cx="38100" cy="38100"/>
          </a:xfrm>
          <a:prstGeom prst="rect">
            <a:avLst/>
          </a:prstGeom>
          <a:solidFill>
            <a:srgbClr val="CED7E6"/>
          </a:solidFill>
          <a:ln>
            <a:noFill/>
          </a:ln>
        </p:spPr>
      </p:sp>
      <p:sp>
        <p:nvSpPr>
          <p:cNvPr id="6" name="wm.whiteboard.0.54"/>
          <p:cNvSpPr/>
          <p:nvPr/>
        </p:nvSpPr>
        <p:spPr>
          <a:xfrm>
            <a:off x="723900" y="914400"/>
            <a:ext cx="38100" cy="38100"/>
          </a:xfrm>
          <a:prstGeom prst="rect">
            <a:avLst/>
          </a:prstGeom>
          <a:solidFill>
            <a:srgbClr val="CED7E6"/>
          </a:solidFill>
          <a:ln>
            <a:noFill/>
          </a:ln>
        </p:spPr>
      </p:sp>
      <p:sp>
        <p:nvSpPr>
          <p:cNvPr id="7" name="wm.whiteboard.0.72"/>
          <p:cNvSpPr/>
          <p:nvPr/>
        </p:nvSpPr>
        <p:spPr>
          <a:xfrm>
            <a:off x="723900" y="1143000"/>
            <a:ext cx="38100" cy="38100"/>
          </a:xfrm>
          <a:prstGeom prst="rect">
            <a:avLst/>
          </a:prstGeom>
          <a:solidFill>
            <a:srgbClr val="CED7E6">
              <a:alpha val="85305"/>
            </a:srgbClr>
          </a:solidFill>
          <a:ln>
            <a:noFill/>
          </a:ln>
        </p:spPr>
      </p:sp>
      <p:sp>
        <p:nvSpPr>
          <p:cNvPr id="8" name="wm.whiteboard.0.90"/>
          <p:cNvSpPr/>
          <p:nvPr/>
        </p:nvSpPr>
        <p:spPr>
          <a:xfrm>
            <a:off x="723900" y="1371600"/>
            <a:ext cx="38100" cy="38100"/>
          </a:xfrm>
          <a:prstGeom prst="rect">
            <a:avLst/>
          </a:prstGeom>
          <a:solidFill>
            <a:srgbClr val="CED7E6">
              <a:alpha val="68524"/>
            </a:srgbClr>
          </a:solidFill>
          <a:ln>
            <a:noFill/>
          </a:ln>
        </p:spPr>
      </p:sp>
      <p:sp>
        <p:nvSpPr>
          <p:cNvPr id="9" name="wm.whiteboard.0.108"/>
          <p:cNvSpPr/>
          <p:nvPr/>
        </p:nvSpPr>
        <p:spPr>
          <a:xfrm>
            <a:off x="723900" y="1600200"/>
            <a:ext cx="38100" cy="38100"/>
          </a:xfrm>
          <a:prstGeom prst="rect">
            <a:avLst/>
          </a:prstGeom>
          <a:solidFill>
            <a:srgbClr val="CED7E6">
              <a:alpha val="51742"/>
            </a:srgbClr>
          </a:solidFill>
          <a:ln>
            <a:noFill/>
          </a:ln>
        </p:spPr>
      </p:sp>
      <p:sp>
        <p:nvSpPr>
          <p:cNvPr id="10" name="wm.whiteboard.0.126"/>
          <p:cNvSpPr/>
          <p:nvPr/>
        </p:nvSpPr>
        <p:spPr>
          <a:xfrm>
            <a:off x="723900" y="1828800"/>
            <a:ext cx="38100" cy="38100"/>
          </a:xfrm>
          <a:prstGeom prst="rect">
            <a:avLst/>
          </a:prstGeom>
          <a:solidFill>
            <a:srgbClr val="CED7E6">
              <a:alpha val="34959"/>
            </a:srgbClr>
          </a:solidFill>
          <a:ln>
            <a:noFill/>
          </a:ln>
        </p:spPr>
      </p:sp>
      <p:sp>
        <p:nvSpPr>
          <p:cNvPr id="11" name="wm.whiteboard.0.144"/>
          <p:cNvSpPr/>
          <p:nvPr/>
        </p:nvSpPr>
        <p:spPr>
          <a:xfrm>
            <a:off x="723900" y="2057400"/>
            <a:ext cx="38100" cy="38100"/>
          </a:xfrm>
          <a:prstGeom prst="rect">
            <a:avLst/>
          </a:prstGeom>
          <a:solidFill>
            <a:srgbClr val="CED7E6">
              <a:alpha val="18177"/>
            </a:srgbClr>
          </a:solidFill>
          <a:ln>
            <a:noFill/>
          </a:ln>
        </p:spPr>
      </p:sp>
      <p:sp>
        <p:nvSpPr>
          <p:cNvPr id="12" name="wm.whiteboard.0.162"/>
          <p:cNvSpPr/>
          <p:nvPr/>
        </p:nvSpPr>
        <p:spPr>
          <a:xfrm>
            <a:off x="723900" y="2286000"/>
            <a:ext cx="38100" cy="38100"/>
          </a:xfrm>
          <a:prstGeom prst="rect">
            <a:avLst/>
          </a:prstGeom>
          <a:solidFill>
            <a:srgbClr val="CED7E6">
              <a:alpha val="1394"/>
            </a:srgbClr>
          </a:solidFill>
          <a:ln>
            <a:noFill/>
          </a:ln>
        </p:spPr>
      </p:sp>
      <p:sp>
        <p:nvSpPr>
          <p:cNvPr id="13" name="wm.whiteboard.18.0"/>
          <p:cNvSpPr/>
          <p:nvPr/>
        </p:nvSpPr>
        <p:spPr>
          <a:xfrm>
            <a:off x="952500" y="228600"/>
            <a:ext cx="38100" cy="38100"/>
          </a:xfrm>
          <a:prstGeom prst="rect">
            <a:avLst/>
          </a:prstGeom>
          <a:solidFill>
            <a:srgbClr val="CED7E6"/>
          </a:solidFill>
          <a:ln>
            <a:noFill/>
          </a:ln>
        </p:spPr>
      </p:sp>
      <p:sp>
        <p:nvSpPr>
          <p:cNvPr id="14" name="wm.whiteboard.18.18"/>
          <p:cNvSpPr/>
          <p:nvPr/>
        </p:nvSpPr>
        <p:spPr>
          <a:xfrm>
            <a:off x="952500" y="457200"/>
            <a:ext cx="38100" cy="38100"/>
          </a:xfrm>
          <a:prstGeom prst="rect">
            <a:avLst/>
          </a:prstGeom>
          <a:solidFill>
            <a:srgbClr val="CED7E6"/>
          </a:solidFill>
          <a:ln>
            <a:noFill/>
          </a:ln>
        </p:spPr>
      </p:sp>
      <p:sp>
        <p:nvSpPr>
          <p:cNvPr id="15" name="wm.whiteboard.18.36"/>
          <p:cNvSpPr/>
          <p:nvPr/>
        </p:nvSpPr>
        <p:spPr>
          <a:xfrm>
            <a:off x="952500" y="685800"/>
            <a:ext cx="38100" cy="38100"/>
          </a:xfrm>
          <a:prstGeom prst="rect">
            <a:avLst/>
          </a:prstGeom>
          <a:solidFill>
            <a:srgbClr val="CED7E6"/>
          </a:solidFill>
          <a:ln>
            <a:noFill/>
          </a:ln>
        </p:spPr>
      </p:sp>
      <p:sp>
        <p:nvSpPr>
          <p:cNvPr id="16" name="wm.whiteboard.18.54"/>
          <p:cNvSpPr/>
          <p:nvPr/>
        </p:nvSpPr>
        <p:spPr>
          <a:xfrm>
            <a:off x="952500" y="914400"/>
            <a:ext cx="38100" cy="38100"/>
          </a:xfrm>
          <a:prstGeom prst="rect">
            <a:avLst/>
          </a:prstGeom>
          <a:solidFill>
            <a:srgbClr val="CED7E6">
              <a:alpha val="99988"/>
            </a:srgbClr>
          </a:solidFill>
          <a:ln>
            <a:noFill/>
          </a:ln>
        </p:spPr>
      </p:sp>
      <p:sp>
        <p:nvSpPr>
          <p:cNvPr id="17" name="wm.whiteboard.18.72"/>
          <p:cNvSpPr/>
          <p:nvPr/>
        </p:nvSpPr>
        <p:spPr>
          <a:xfrm>
            <a:off x="952500" y="1143000"/>
            <a:ext cx="38100" cy="38100"/>
          </a:xfrm>
          <a:prstGeom prst="rect">
            <a:avLst/>
          </a:prstGeom>
          <a:solidFill>
            <a:srgbClr val="CED7E6">
              <a:alpha val="83708"/>
            </a:srgbClr>
          </a:solidFill>
          <a:ln>
            <a:noFill/>
          </a:ln>
        </p:spPr>
      </p:sp>
      <p:sp>
        <p:nvSpPr>
          <p:cNvPr id="18" name="wm.whiteboard.18.90"/>
          <p:cNvSpPr/>
          <p:nvPr/>
        </p:nvSpPr>
        <p:spPr>
          <a:xfrm>
            <a:off x="952500" y="1371600"/>
            <a:ext cx="38100" cy="38100"/>
          </a:xfrm>
          <a:prstGeom prst="rect">
            <a:avLst/>
          </a:prstGeom>
          <a:solidFill>
            <a:srgbClr val="CED7E6">
              <a:alpha val="67236"/>
            </a:srgbClr>
          </a:solidFill>
          <a:ln>
            <a:noFill/>
          </a:ln>
        </p:spPr>
      </p:sp>
      <p:sp>
        <p:nvSpPr>
          <p:cNvPr id="19" name="wm.whiteboard.18.108"/>
          <p:cNvSpPr/>
          <p:nvPr/>
        </p:nvSpPr>
        <p:spPr>
          <a:xfrm>
            <a:off x="952500" y="1600200"/>
            <a:ext cx="38100" cy="38100"/>
          </a:xfrm>
          <a:prstGeom prst="rect">
            <a:avLst/>
          </a:prstGeom>
          <a:solidFill>
            <a:srgbClr val="CED7E6">
              <a:alpha val="50663"/>
            </a:srgbClr>
          </a:solidFill>
          <a:ln>
            <a:noFill/>
          </a:ln>
        </p:spPr>
      </p:sp>
      <p:sp>
        <p:nvSpPr>
          <p:cNvPr id="20" name="wm.whiteboard.18.126"/>
          <p:cNvSpPr/>
          <p:nvPr/>
        </p:nvSpPr>
        <p:spPr>
          <a:xfrm>
            <a:off x="952500" y="1828800"/>
            <a:ext cx="38100" cy="38100"/>
          </a:xfrm>
          <a:prstGeom prst="rect">
            <a:avLst/>
          </a:prstGeom>
          <a:solidFill>
            <a:srgbClr val="CED7E6">
              <a:alpha val="34032"/>
            </a:srgbClr>
          </a:solidFill>
          <a:ln>
            <a:noFill/>
          </a:ln>
        </p:spPr>
      </p:sp>
      <p:sp>
        <p:nvSpPr>
          <p:cNvPr id="21" name="wm.whiteboard.18.144"/>
          <p:cNvSpPr/>
          <p:nvPr/>
        </p:nvSpPr>
        <p:spPr>
          <a:xfrm>
            <a:off x="952500" y="2057400"/>
            <a:ext cx="38100" cy="38100"/>
          </a:xfrm>
          <a:prstGeom prst="rect">
            <a:avLst/>
          </a:prstGeom>
          <a:solidFill>
            <a:srgbClr val="CED7E6">
              <a:alpha val="17363"/>
            </a:srgbClr>
          </a:solidFill>
          <a:ln>
            <a:noFill/>
          </a:ln>
        </p:spPr>
      </p:sp>
      <p:sp>
        <p:nvSpPr>
          <p:cNvPr id="22" name="wm.whiteboard.18.162"/>
          <p:cNvSpPr/>
          <p:nvPr/>
        </p:nvSpPr>
        <p:spPr>
          <a:xfrm>
            <a:off x="952500" y="2286000"/>
            <a:ext cx="38100" cy="38100"/>
          </a:xfrm>
          <a:prstGeom prst="rect">
            <a:avLst/>
          </a:prstGeom>
          <a:solidFill>
            <a:srgbClr val="CED7E6">
              <a:alpha val="670"/>
            </a:srgbClr>
          </a:solidFill>
          <a:ln>
            <a:noFill/>
          </a:ln>
        </p:spPr>
      </p:sp>
      <p:sp>
        <p:nvSpPr>
          <p:cNvPr id="23" name="wm.whiteboard.36.0"/>
          <p:cNvSpPr/>
          <p:nvPr/>
        </p:nvSpPr>
        <p:spPr>
          <a:xfrm>
            <a:off x="1181100" y="228600"/>
            <a:ext cx="38100" cy="38100"/>
          </a:xfrm>
          <a:prstGeom prst="rect">
            <a:avLst/>
          </a:prstGeom>
          <a:solidFill>
            <a:srgbClr val="CED7E6"/>
          </a:solidFill>
          <a:ln>
            <a:noFill/>
          </a:ln>
        </p:spPr>
      </p:sp>
      <p:sp>
        <p:nvSpPr>
          <p:cNvPr id="24" name="wm.whiteboard.36.18"/>
          <p:cNvSpPr/>
          <p:nvPr/>
        </p:nvSpPr>
        <p:spPr>
          <a:xfrm>
            <a:off x="1181100" y="457200"/>
            <a:ext cx="38100" cy="38100"/>
          </a:xfrm>
          <a:prstGeom prst="rect">
            <a:avLst/>
          </a:prstGeom>
          <a:solidFill>
            <a:srgbClr val="CED7E6"/>
          </a:solidFill>
          <a:ln>
            <a:noFill/>
          </a:ln>
        </p:spPr>
      </p:sp>
      <p:sp>
        <p:nvSpPr>
          <p:cNvPr id="25" name="wm.whiteboard.36.36"/>
          <p:cNvSpPr/>
          <p:nvPr/>
        </p:nvSpPr>
        <p:spPr>
          <a:xfrm>
            <a:off x="1181100" y="685800"/>
            <a:ext cx="38100" cy="38100"/>
          </a:xfrm>
          <a:prstGeom prst="rect">
            <a:avLst/>
          </a:prstGeom>
          <a:solidFill>
            <a:srgbClr val="CED7E6"/>
          </a:solidFill>
          <a:ln>
            <a:noFill/>
          </a:ln>
        </p:spPr>
      </p:sp>
      <p:sp>
        <p:nvSpPr>
          <p:cNvPr id="26" name="wm.whiteboard.36.54"/>
          <p:cNvSpPr/>
          <p:nvPr/>
        </p:nvSpPr>
        <p:spPr>
          <a:xfrm>
            <a:off x="1181100" y="914400"/>
            <a:ext cx="38100" cy="38100"/>
          </a:xfrm>
          <a:prstGeom prst="rect">
            <a:avLst/>
          </a:prstGeom>
          <a:solidFill>
            <a:srgbClr val="CED7E6">
              <a:alpha val="94671"/>
            </a:srgbClr>
          </a:solidFill>
          <a:ln>
            <a:noFill/>
          </a:ln>
        </p:spPr>
      </p:sp>
      <p:sp>
        <p:nvSpPr>
          <p:cNvPr id="27" name="wm.whiteboard.36.72"/>
          <p:cNvSpPr/>
          <p:nvPr/>
        </p:nvSpPr>
        <p:spPr>
          <a:xfrm>
            <a:off x="1181100" y="1143000"/>
            <a:ext cx="38100" cy="38100"/>
          </a:xfrm>
          <a:prstGeom prst="rect">
            <a:avLst/>
          </a:prstGeom>
          <a:solidFill>
            <a:srgbClr val="CED7E6">
              <a:alpha val="79547"/>
            </a:srgbClr>
          </a:solidFill>
          <a:ln>
            <a:noFill/>
          </a:ln>
        </p:spPr>
      </p:sp>
      <p:sp>
        <p:nvSpPr>
          <p:cNvPr id="28" name="wm.whiteboard.36.90"/>
          <p:cNvSpPr/>
          <p:nvPr/>
        </p:nvSpPr>
        <p:spPr>
          <a:xfrm>
            <a:off x="1181100" y="1371600"/>
            <a:ext cx="38100" cy="38100"/>
          </a:xfrm>
          <a:prstGeom prst="rect">
            <a:avLst/>
          </a:prstGeom>
          <a:solidFill>
            <a:srgbClr val="CED7E6">
              <a:alpha val="63833"/>
            </a:srgbClr>
          </a:solidFill>
          <a:ln>
            <a:noFill/>
          </a:ln>
        </p:spPr>
      </p:sp>
      <p:sp>
        <p:nvSpPr>
          <p:cNvPr id="29" name="wm.whiteboard.36.108"/>
          <p:cNvSpPr/>
          <p:nvPr/>
        </p:nvSpPr>
        <p:spPr>
          <a:xfrm>
            <a:off x="1181100" y="1600200"/>
            <a:ext cx="38100" cy="38100"/>
          </a:xfrm>
          <a:prstGeom prst="rect">
            <a:avLst/>
          </a:prstGeom>
          <a:solidFill>
            <a:srgbClr val="CED7E6">
              <a:alpha val="47790"/>
            </a:srgbClr>
          </a:solidFill>
          <a:ln>
            <a:noFill/>
          </a:ln>
        </p:spPr>
      </p:sp>
      <p:sp>
        <p:nvSpPr>
          <p:cNvPr id="30" name="wm.whiteboard.36.126"/>
          <p:cNvSpPr/>
          <p:nvPr/>
        </p:nvSpPr>
        <p:spPr>
          <a:xfrm>
            <a:off x="1181100" y="1828800"/>
            <a:ext cx="38100" cy="38100"/>
          </a:xfrm>
          <a:prstGeom prst="rect">
            <a:avLst/>
          </a:prstGeom>
          <a:solidFill>
            <a:srgbClr val="CED7E6">
              <a:alpha val="31549"/>
            </a:srgbClr>
          </a:solidFill>
          <a:ln>
            <a:noFill/>
          </a:ln>
        </p:spPr>
      </p:sp>
      <p:sp>
        <p:nvSpPr>
          <p:cNvPr id="31" name="wm.whiteboard.36.144"/>
          <p:cNvSpPr/>
          <p:nvPr/>
        </p:nvSpPr>
        <p:spPr>
          <a:xfrm>
            <a:off x="1181100" y="2057400"/>
            <a:ext cx="38100" cy="38100"/>
          </a:xfrm>
          <a:prstGeom prst="rect">
            <a:avLst/>
          </a:prstGeom>
          <a:solidFill>
            <a:srgbClr val="CED7E6">
              <a:alpha val="15179"/>
            </a:srgbClr>
          </a:solidFill>
          <a:ln>
            <a:noFill/>
          </a:ln>
        </p:spPr>
      </p:sp>
      <p:sp>
        <p:nvSpPr>
          <p:cNvPr id="32" name="wm.whiteboard.54.0"/>
          <p:cNvSpPr/>
          <p:nvPr/>
        </p:nvSpPr>
        <p:spPr>
          <a:xfrm>
            <a:off x="1409700" y="228600"/>
            <a:ext cx="38100" cy="38100"/>
          </a:xfrm>
          <a:prstGeom prst="rect">
            <a:avLst/>
          </a:prstGeom>
          <a:solidFill>
            <a:srgbClr val="CED7E6"/>
          </a:solidFill>
          <a:ln>
            <a:noFill/>
          </a:ln>
        </p:spPr>
      </p:sp>
      <p:sp>
        <p:nvSpPr>
          <p:cNvPr id="33" name="wm.whiteboard.54.18"/>
          <p:cNvSpPr/>
          <p:nvPr/>
        </p:nvSpPr>
        <p:spPr>
          <a:xfrm>
            <a:off x="1409700" y="457200"/>
            <a:ext cx="38100" cy="38100"/>
          </a:xfrm>
          <a:prstGeom prst="rect">
            <a:avLst/>
          </a:prstGeom>
          <a:solidFill>
            <a:srgbClr val="CED7E6"/>
          </a:solidFill>
          <a:ln>
            <a:noFill/>
          </a:ln>
        </p:spPr>
      </p:sp>
      <p:sp>
        <p:nvSpPr>
          <p:cNvPr id="34" name="wm.whiteboard.54.36"/>
          <p:cNvSpPr/>
          <p:nvPr/>
        </p:nvSpPr>
        <p:spPr>
          <a:xfrm>
            <a:off x="1409700" y="685800"/>
            <a:ext cx="38100" cy="38100"/>
          </a:xfrm>
          <a:prstGeom prst="rect">
            <a:avLst/>
          </a:prstGeom>
          <a:solidFill>
            <a:srgbClr val="CED7E6">
              <a:alpha val="98827"/>
            </a:srgbClr>
          </a:solidFill>
          <a:ln>
            <a:noFill/>
          </a:ln>
        </p:spPr>
      </p:sp>
      <p:sp>
        <p:nvSpPr>
          <p:cNvPr id="35" name="wm.whiteboard.54.54"/>
          <p:cNvSpPr/>
          <p:nvPr/>
        </p:nvSpPr>
        <p:spPr>
          <a:xfrm>
            <a:off x="1409700" y="914400"/>
            <a:ext cx="38100" cy="38100"/>
          </a:xfrm>
          <a:prstGeom prst="rect">
            <a:avLst/>
          </a:prstGeom>
          <a:solidFill>
            <a:srgbClr val="CED7E6">
              <a:alpha val="86895"/>
            </a:srgbClr>
          </a:solidFill>
          <a:ln>
            <a:noFill/>
          </a:ln>
        </p:spPr>
      </p:sp>
      <p:sp>
        <p:nvSpPr>
          <p:cNvPr id="36" name="wm.whiteboard.54.72"/>
          <p:cNvSpPr/>
          <p:nvPr/>
        </p:nvSpPr>
        <p:spPr>
          <a:xfrm>
            <a:off x="1409700" y="1143000"/>
            <a:ext cx="38100" cy="38100"/>
          </a:xfrm>
          <a:prstGeom prst="rect">
            <a:avLst/>
          </a:prstGeom>
          <a:solidFill>
            <a:srgbClr val="CED7E6">
              <a:alpha val="73217"/>
            </a:srgbClr>
          </a:solidFill>
          <a:ln>
            <a:noFill/>
          </a:ln>
        </p:spPr>
      </p:sp>
      <p:sp>
        <p:nvSpPr>
          <p:cNvPr id="37" name="wm.whiteboard.54.90"/>
          <p:cNvSpPr/>
          <p:nvPr/>
        </p:nvSpPr>
        <p:spPr>
          <a:xfrm>
            <a:off x="1409700" y="1371600"/>
            <a:ext cx="38100" cy="38100"/>
          </a:xfrm>
          <a:prstGeom prst="rect">
            <a:avLst/>
          </a:prstGeom>
          <a:solidFill>
            <a:srgbClr val="CED7E6">
              <a:alpha val="58541"/>
            </a:srgbClr>
          </a:solidFill>
          <a:ln>
            <a:noFill/>
          </a:ln>
        </p:spPr>
      </p:sp>
      <p:sp>
        <p:nvSpPr>
          <p:cNvPr id="38" name="wm.whiteboard.54.108"/>
          <p:cNvSpPr/>
          <p:nvPr/>
        </p:nvSpPr>
        <p:spPr>
          <a:xfrm>
            <a:off x="1409700" y="1600200"/>
            <a:ext cx="38100" cy="38100"/>
          </a:xfrm>
          <a:prstGeom prst="rect">
            <a:avLst/>
          </a:prstGeom>
          <a:solidFill>
            <a:srgbClr val="CED7E6">
              <a:alpha val="43263"/>
            </a:srgbClr>
          </a:solidFill>
          <a:ln>
            <a:noFill/>
          </a:ln>
        </p:spPr>
      </p:sp>
      <p:sp>
        <p:nvSpPr>
          <p:cNvPr id="39" name="wm.whiteboard.54.126"/>
          <p:cNvSpPr/>
          <p:nvPr/>
        </p:nvSpPr>
        <p:spPr>
          <a:xfrm>
            <a:off x="1409700" y="1828800"/>
            <a:ext cx="38100" cy="38100"/>
          </a:xfrm>
          <a:prstGeom prst="rect">
            <a:avLst/>
          </a:prstGeom>
          <a:solidFill>
            <a:srgbClr val="CED7E6">
              <a:alpha val="27603"/>
            </a:srgbClr>
          </a:solidFill>
          <a:ln>
            <a:noFill/>
          </a:ln>
        </p:spPr>
      </p:sp>
      <p:sp>
        <p:nvSpPr>
          <p:cNvPr id="40" name="wm.whiteboard.54.144"/>
          <p:cNvSpPr/>
          <p:nvPr/>
        </p:nvSpPr>
        <p:spPr>
          <a:xfrm>
            <a:off x="1409700" y="2057400"/>
            <a:ext cx="38100" cy="38100"/>
          </a:xfrm>
          <a:prstGeom prst="rect">
            <a:avLst/>
          </a:prstGeom>
          <a:solidFill>
            <a:srgbClr val="CED7E6">
              <a:alpha val="11687"/>
            </a:srgbClr>
          </a:solidFill>
          <a:ln>
            <a:noFill/>
          </a:ln>
        </p:spPr>
      </p:sp>
      <p:sp>
        <p:nvSpPr>
          <p:cNvPr id="41" name="wm.whiteboard.72.0"/>
          <p:cNvSpPr/>
          <p:nvPr/>
        </p:nvSpPr>
        <p:spPr>
          <a:xfrm>
            <a:off x="1638300" y="228600"/>
            <a:ext cx="38100" cy="38100"/>
          </a:xfrm>
          <a:prstGeom prst="rect">
            <a:avLst/>
          </a:prstGeom>
          <a:solidFill>
            <a:srgbClr val="CED7E6">
              <a:alpha val="97572"/>
            </a:srgbClr>
          </a:solidFill>
          <a:ln>
            <a:noFill/>
          </a:ln>
        </p:spPr>
      </p:sp>
      <p:sp>
        <p:nvSpPr>
          <p:cNvPr id="42" name="wm.whiteboard.72.18"/>
          <p:cNvSpPr/>
          <p:nvPr/>
        </p:nvSpPr>
        <p:spPr>
          <a:xfrm>
            <a:off x="1638300" y="457200"/>
            <a:ext cx="38100" cy="38100"/>
          </a:xfrm>
          <a:prstGeom prst="rect">
            <a:avLst/>
          </a:prstGeom>
          <a:solidFill>
            <a:srgbClr val="CED7E6">
              <a:alpha val="94724"/>
            </a:srgbClr>
          </a:solidFill>
          <a:ln>
            <a:noFill/>
          </a:ln>
        </p:spPr>
      </p:sp>
      <p:sp>
        <p:nvSpPr>
          <p:cNvPr id="43" name="wm.whiteboard.72.36"/>
          <p:cNvSpPr/>
          <p:nvPr/>
        </p:nvSpPr>
        <p:spPr>
          <a:xfrm>
            <a:off x="1638300" y="685800"/>
            <a:ext cx="38100" cy="38100"/>
          </a:xfrm>
          <a:prstGeom prst="rect">
            <a:avLst/>
          </a:prstGeom>
          <a:solidFill>
            <a:srgbClr val="CED7E6">
              <a:alpha val="87609"/>
            </a:srgbClr>
          </a:solidFill>
          <a:ln>
            <a:noFill/>
          </a:ln>
        </p:spPr>
      </p:sp>
      <p:sp>
        <p:nvSpPr>
          <p:cNvPr id="44" name="wm.whiteboard.72.54"/>
          <p:cNvSpPr/>
          <p:nvPr/>
        </p:nvSpPr>
        <p:spPr>
          <a:xfrm>
            <a:off x="1638300" y="914400"/>
            <a:ext cx="38100" cy="38100"/>
          </a:xfrm>
          <a:prstGeom prst="rect">
            <a:avLst/>
          </a:prstGeom>
          <a:solidFill>
            <a:srgbClr val="CED7E6">
              <a:alpha val="77408"/>
            </a:srgbClr>
          </a:solidFill>
          <a:ln>
            <a:noFill/>
          </a:ln>
        </p:spPr>
      </p:sp>
      <p:sp>
        <p:nvSpPr>
          <p:cNvPr id="45" name="wm.whiteboard.72.72"/>
          <p:cNvSpPr/>
          <p:nvPr/>
        </p:nvSpPr>
        <p:spPr>
          <a:xfrm>
            <a:off x="1638300" y="1143000"/>
            <a:ext cx="38100" cy="38100"/>
          </a:xfrm>
          <a:prstGeom prst="rect">
            <a:avLst/>
          </a:prstGeom>
          <a:solidFill>
            <a:srgbClr val="CED7E6">
              <a:alpha val="65181"/>
            </a:srgbClr>
          </a:solidFill>
          <a:ln>
            <a:noFill/>
          </a:ln>
        </p:spPr>
      </p:sp>
      <p:sp>
        <p:nvSpPr>
          <p:cNvPr id="46" name="wm.whiteboard.72.90"/>
          <p:cNvSpPr/>
          <p:nvPr/>
        </p:nvSpPr>
        <p:spPr>
          <a:xfrm>
            <a:off x="1638300" y="1371600"/>
            <a:ext cx="38100" cy="38100"/>
          </a:xfrm>
          <a:prstGeom prst="rect">
            <a:avLst/>
          </a:prstGeom>
          <a:solidFill>
            <a:srgbClr val="CED7E6">
              <a:alpha val="51653"/>
            </a:srgbClr>
          </a:solidFill>
          <a:ln>
            <a:noFill/>
          </a:ln>
        </p:spPr>
      </p:sp>
      <p:sp>
        <p:nvSpPr>
          <p:cNvPr id="47" name="wm.whiteboard.72.108"/>
          <p:cNvSpPr/>
          <p:nvPr/>
        </p:nvSpPr>
        <p:spPr>
          <a:xfrm>
            <a:off x="1638300" y="1600200"/>
            <a:ext cx="38100" cy="38100"/>
          </a:xfrm>
          <a:prstGeom prst="rect">
            <a:avLst/>
          </a:prstGeom>
          <a:solidFill>
            <a:srgbClr val="CED7E6">
              <a:alpha val="37275"/>
            </a:srgbClr>
          </a:solidFill>
          <a:ln>
            <a:noFill/>
          </a:ln>
        </p:spPr>
      </p:sp>
      <p:sp>
        <p:nvSpPr>
          <p:cNvPr id="48" name="wm.whiteboard.72.126"/>
          <p:cNvSpPr/>
          <p:nvPr/>
        </p:nvSpPr>
        <p:spPr>
          <a:xfrm>
            <a:off x="1638300" y="1828800"/>
            <a:ext cx="38100" cy="38100"/>
          </a:xfrm>
          <a:prstGeom prst="rect">
            <a:avLst/>
          </a:prstGeom>
          <a:solidFill>
            <a:srgbClr val="CED7E6">
              <a:alpha val="22326"/>
            </a:srgbClr>
          </a:solidFill>
          <a:ln>
            <a:noFill/>
          </a:ln>
        </p:spPr>
      </p:sp>
      <p:sp>
        <p:nvSpPr>
          <p:cNvPr id="49" name="wm.whiteboard.72.144"/>
          <p:cNvSpPr/>
          <p:nvPr/>
        </p:nvSpPr>
        <p:spPr>
          <a:xfrm>
            <a:off x="1638300" y="2057400"/>
            <a:ext cx="38100" cy="38100"/>
          </a:xfrm>
          <a:prstGeom prst="rect">
            <a:avLst/>
          </a:prstGeom>
          <a:solidFill>
            <a:srgbClr val="CED7E6">
              <a:alpha val="6980"/>
            </a:srgbClr>
          </a:solidFill>
          <a:ln>
            <a:noFill/>
          </a:ln>
        </p:spPr>
      </p:sp>
      <p:sp>
        <p:nvSpPr>
          <p:cNvPr id="50" name="wm.whiteboard.90.0"/>
          <p:cNvSpPr/>
          <p:nvPr/>
        </p:nvSpPr>
        <p:spPr>
          <a:xfrm>
            <a:off x="1866900" y="228600"/>
            <a:ext cx="38100" cy="38100"/>
          </a:xfrm>
          <a:prstGeom prst="rect">
            <a:avLst/>
          </a:prstGeom>
          <a:solidFill>
            <a:srgbClr val="CED7E6">
              <a:alpha val="83798"/>
            </a:srgbClr>
          </a:solidFill>
          <a:ln>
            <a:noFill/>
          </a:ln>
        </p:spPr>
      </p:sp>
      <p:sp>
        <p:nvSpPr>
          <p:cNvPr id="51" name="wm.whiteboard.90.18"/>
          <p:cNvSpPr/>
          <p:nvPr/>
        </p:nvSpPr>
        <p:spPr>
          <a:xfrm>
            <a:off x="1866900" y="457200"/>
            <a:ext cx="38100" cy="38100"/>
          </a:xfrm>
          <a:prstGeom prst="rect">
            <a:avLst/>
          </a:prstGeom>
          <a:solidFill>
            <a:srgbClr val="CED7E6">
              <a:alpha val="81490"/>
            </a:srgbClr>
          </a:solidFill>
          <a:ln>
            <a:noFill/>
          </a:ln>
        </p:spPr>
      </p:sp>
      <p:sp>
        <p:nvSpPr>
          <p:cNvPr id="52" name="wm.whiteboard.90.36"/>
          <p:cNvSpPr/>
          <p:nvPr/>
        </p:nvSpPr>
        <p:spPr>
          <a:xfrm>
            <a:off x="1866900" y="685800"/>
            <a:ext cx="38100" cy="38100"/>
          </a:xfrm>
          <a:prstGeom prst="rect">
            <a:avLst/>
          </a:prstGeom>
          <a:solidFill>
            <a:srgbClr val="CED7E6">
              <a:alpha val="75569"/>
            </a:srgbClr>
          </a:solidFill>
          <a:ln>
            <a:noFill/>
          </a:ln>
        </p:spPr>
      </p:sp>
      <p:sp>
        <p:nvSpPr>
          <p:cNvPr id="53" name="wm.whiteboard.90.54"/>
          <p:cNvSpPr/>
          <p:nvPr/>
        </p:nvSpPr>
        <p:spPr>
          <a:xfrm>
            <a:off x="1866900" y="914400"/>
            <a:ext cx="38100" cy="38100"/>
          </a:xfrm>
          <a:prstGeom prst="rect">
            <a:avLst/>
          </a:prstGeom>
          <a:solidFill>
            <a:srgbClr val="CED7E6">
              <a:alpha val="66767"/>
            </a:srgbClr>
          </a:solidFill>
          <a:ln>
            <a:noFill/>
          </a:ln>
        </p:spPr>
      </p:sp>
      <p:sp>
        <p:nvSpPr>
          <p:cNvPr id="54" name="wm.whiteboard.90.72"/>
          <p:cNvSpPr/>
          <p:nvPr/>
        </p:nvSpPr>
        <p:spPr>
          <a:xfrm>
            <a:off x="1866900" y="1143000"/>
            <a:ext cx="38100" cy="38100"/>
          </a:xfrm>
          <a:prstGeom prst="rect">
            <a:avLst/>
          </a:prstGeom>
          <a:solidFill>
            <a:srgbClr val="CED7E6">
              <a:alpha val="55859"/>
            </a:srgbClr>
          </a:solidFill>
          <a:ln>
            <a:noFill/>
          </a:ln>
        </p:spPr>
      </p:sp>
      <p:sp>
        <p:nvSpPr>
          <p:cNvPr id="55" name="wm.whiteboard.90.90"/>
          <p:cNvSpPr/>
          <p:nvPr/>
        </p:nvSpPr>
        <p:spPr>
          <a:xfrm>
            <a:off x="1866900" y="1371600"/>
            <a:ext cx="38100" cy="38100"/>
          </a:xfrm>
          <a:prstGeom prst="rect">
            <a:avLst/>
          </a:prstGeom>
          <a:solidFill>
            <a:srgbClr val="CED7E6">
              <a:alpha val="43468"/>
            </a:srgbClr>
          </a:solidFill>
          <a:ln>
            <a:noFill/>
          </a:ln>
        </p:spPr>
      </p:sp>
      <p:sp>
        <p:nvSpPr>
          <p:cNvPr id="56" name="wm.whiteboard.90.108"/>
          <p:cNvSpPr/>
          <p:nvPr/>
        </p:nvSpPr>
        <p:spPr>
          <a:xfrm>
            <a:off x="1866900" y="1600200"/>
            <a:ext cx="38100" cy="38100"/>
          </a:xfrm>
          <a:prstGeom prst="rect">
            <a:avLst/>
          </a:prstGeom>
          <a:solidFill>
            <a:srgbClr val="CED7E6">
              <a:alpha val="30037"/>
            </a:srgbClr>
          </a:solidFill>
          <a:ln>
            <a:noFill/>
          </a:ln>
        </p:spPr>
      </p:sp>
      <p:sp>
        <p:nvSpPr>
          <p:cNvPr id="57" name="wm.whiteboard.90.126"/>
          <p:cNvSpPr/>
          <p:nvPr/>
        </p:nvSpPr>
        <p:spPr>
          <a:xfrm>
            <a:off x="1866900" y="1828800"/>
            <a:ext cx="38100" cy="38100"/>
          </a:xfrm>
          <a:prstGeom prst="rect">
            <a:avLst/>
          </a:prstGeom>
          <a:solidFill>
            <a:srgbClr val="CED7E6">
              <a:alpha val="15870"/>
            </a:srgbClr>
          </a:solidFill>
          <a:ln>
            <a:noFill/>
          </a:ln>
        </p:spPr>
      </p:sp>
      <p:sp>
        <p:nvSpPr>
          <p:cNvPr id="58" name="wm.whiteboard.90.144"/>
          <p:cNvSpPr/>
          <p:nvPr/>
        </p:nvSpPr>
        <p:spPr>
          <a:xfrm>
            <a:off x="1866900" y="2057400"/>
            <a:ext cx="38100" cy="38100"/>
          </a:xfrm>
          <a:prstGeom prst="rect">
            <a:avLst/>
          </a:prstGeom>
          <a:solidFill>
            <a:srgbClr val="CED7E6">
              <a:alpha val="1171"/>
            </a:srgbClr>
          </a:solidFill>
          <a:ln>
            <a:noFill/>
          </a:ln>
        </p:spPr>
      </p:sp>
      <p:sp>
        <p:nvSpPr>
          <p:cNvPr id="59" name="wm.whiteboard.108.0"/>
          <p:cNvSpPr/>
          <p:nvPr/>
        </p:nvSpPr>
        <p:spPr>
          <a:xfrm>
            <a:off x="2095500" y="228600"/>
            <a:ext cx="38100" cy="38100"/>
          </a:xfrm>
          <a:prstGeom prst="rect">
            <a:avLst/>
          </a:prstGeom>
          <a:solidFill>
            <a:srgbClr val="CED7E6">
              <a:alpha val="70023"/>
            </a:srgbClr>
          </a:solidFill>
          <a:ln>
            <a:noFill/>
          </a:ln>
        </p:spPr>
      </p:sp>
      <p:sp>
        <p:nvSpPr>
          <p:cNvPr id="60" name="wm.whiteboard.108.18"/>
          <p:cNvSpPr/>
          <p:nvPr/>
        </p:nvSpPr>
        <p:spPr>
          <a:xfrm>
            <a:off x="2095500" y="457200"/>
            <a:ext cx="38100" cy="38100"/>
          </a:xfrm>
          <a:prstGeom prst="rect">
            <a:avLst/>
          </a:prstGeom>
          <a:solidFill>
            <a:srgbClr val="CED7E6">
              <a:alpha val="68085"/>
            </a:srgbClr>
          </a:solidFill>
          <a:ln>
            <a:noFill/>
          </a:ln>
        </p:spPr>
      </p:sp>
      <p:sp>
        <p:nvSpPr>
          <p:cNvPr id="61" name="wm.whiteboard.108.36"/>
          <p:cNvSpPr/>
          <p:nvPr/>
        </p:nvSpPr>
        <p:spPr>
          <a:xfrm>
            <a:off x="2095500" y="685800"/>
            <a:ext cx="38100" cy="38100"/>
          </a:xfrm>
          <a:prstGeom prst="rect">
            <a:avLst/>
          </a:prstGeom>
          <a:solidFill>
            <a:srgbClr val="CED7E6">
              <a:alpha val="63033"/>
            </a:srgbClr>
          </a:solidFill>
          <a:ln>
            <a:noFill/>
          </a:ln>
        </p:spPr>
      </p:sp>
      <p:sp>
        <p:nvSpPr>
          <p:cNvPr id="62" name="wm.whiteboard.108.54"/>
          <p:cNvSpPr/>
          <p:nvPr/>
        </p:nvSpPr>
        <p:spPr>
          <a:xfrm>
            <a:off x="2095500" y="914400"/>
            <a:ext cx="38100" cy="38100"/>
          </a:xfrm>
          <a:prstGeom prst="rect">
            <a:avLst/>
          </a:prstGeom>
          <a:solidFill>
            <a:srgbClr val="CED7E6">
              <a:alpha val="55346"/>
            </a:srgbClr>
          </a:solidFill>
          <a:ln>
            <a:noFill/>
          </a:ln>
        </p:spPr>
      </p:sp>
      <p:sp>
        <p:nvSpPr>
          <p:cNvPr id="63" name="wm.whiteboard.108.72"/>
          <p:cNvSpPr/>
          <p:nvPr/>
        </p:nvSpPr>
        <p:spPr>
          <a:xfrm>
            <a:off x="2095500" y="1143000"/>
            <a:ext cx="38100" cy="38100"/>
          </a:xfrm>
          <a:prstGeom prst="rect">
            <a:avLst/>
          </a:prstGeom>
          <a:solidFill>
            <a:srgbClr val="CED7E6">
              <a:alpha val="45583"/>
            </a:srgbClr>
          </a:solidFill>
          <a:ln>
            <a:noFill/>
          </a:ln>
        </p:spPr>
      </p:sp>
      <p:sp>
        <p:nvSpPr>
          <p:cNvPr id="64" name="wm.whiteboard.108.90"/>
          <p:cNvSpPr/>
          <p:nvPr/>
        </p:nvSpPr>
        <p:spPr>
          <a:xfrm>
            <a:off x="2095500" y="1371600"/>
            <a:ext cx="38100" cy="38100"/>
          </a:xfrm>
          <a:prstGeom prst="rect">
            <a:avLst/>
          </a:prstGeom>
          <a:solidFill>
            <a:srgbClr val="CED7E6">
              <a:alpha val="34251"/>
            </a:srgbClr>
          </a:solidFill>
          <a:ln>
            <a:noFill/>
          </a:ln>
        </p:spPr>
      </p:sp>
      <p:sp>
        <p:nvSpPr>
          <p:cNvPr id="65" name="wm.whiteboard.108.108"/>
          <p:cNvSpPr/>
          <p:nvPr/>
        </p:nvSpPr>
        <p:spPr>
          <a:xfrm>
            <a:off x="2095500" y="1600200"/>
            <a:ext cx="38100" cy="38100"/>
          </a:xfrm>
          <a:prstGeom prst="rect">
            <a:avLst/>
          </a:prstGeom>
          <a:solidFill>
            <a:srgbClr val="CED7E6">
              <a:alpha val="21754"/>
            </a:srgbClr>
          </a:solidFill>
          <a:ln>
            <a:noFill/>
          </a:ln>
        </p:spPr>
      </p:sp>
      <p:sp>
        <p:nvSpPr>
          <p:cNvPr id="66" name="wm.whiteboard.108.126"/>
          <p:cNvSpPr/>
          <p:nvPr/>
        </p:nvSpPr>
        <p:spPr>
          <a:xfrm>
            <a:off x="2095500" y="1828800"/>
            <a:ext cx="38100" cy="38100"/>
          </a:xfrm>
          <a:prstGeom prst="rect">
            <a:avLst/>
          </a:prstGeom>
          <a:solidFill>
            <a:srgbClr val="CED7E6">
              <a:alpha val="8391"/>
            </a:srgbClr>
          </a:solidFill>
          <a:ln>
            <a:noFill/>
          </a:ln>
        </p:spPr>
      </p:sp>
      <p:sp>
        <p:nvSpPr>
          <p:cNvPr id="67" name="wm.whiteboard.126.0"/>
          <p:cNvSpPr/>
          <p:nvPr/>
        </p:nvSpPr>
        <p:spPr>
          <a:xfrm>
            <a:off x="2324100" y="228600"/>
            <a:ext cx="38100" cy="38100"/>
          </a:xfrm>
          <a:prstGeom prst="rect">
            <a:avLst/>
          </a:prstGeom>
          <a:solidFill>
            <a:srgbClr val="CED7E6">
              <a:alpha val="56247"/>
            </a:srgbClr>
          </a:solidFill>
          <a:ln>
            <a:noFill/>
          </a:ln>
        </p:spPr>
      </p:sp>
      <p:sp>
        <p:nvSpPr>
          <p:cNvPr id="68" name="wm.whiteboard.126.18"/>
          <p:cNvSpPr/>
          <p:nvPr/>
        </p:nvSpPr>
        <p:spPr>
          <a:xfrm>
            <a:off x="2324100" y="457200"/>
            <a:ext cx="38100" cy="38100"/>
          </a:xfrm>
          <a:prstGeom prst="rect">
            <a:avLst/>
          </a:prstGeom>
          <a:solidFill>
            <a:srgbClr val="CED7E6">
              <a:alpha val="54578"/>
            </a:srgbClr>
          </a:solidFill>
          <a:ln>
            <a:noFill/>
          </a:ln>
        </p:spPr>
      </p:sp>
      <p:sp>
        <p:nvSpPr>
          <p:cNvPr id="69" name="wm.whiteboard.126.36"/>
          <p:cNvSpPr/>
          <p:nvPr/>
        </p:nvSpPr>
        <p:spPr>
          <a:xfrm>
            <a:off x="2324100" y="685800"/>
            <a:ext cx="38100" cy="38100"/>
          </a:xfrm>
          <a:prstGeom prst="rect">
            <a:avLst/>
          </a:prstGeom>
          <a:solidFill>
            <a:srgbClr val="CED7E6">
              <a:alpha val="50182"/>
            </a:srgbClr>
          </a:solidFill>
          <a:ln>
            <a:noFill/>
          </a:ln>
        </p:spPr>
      </p:sp>
      <p:sp>
        <p:nvSpPr>
          <p:cNvPr id="70" name="wm.whiteboard.126.54"/>
          <p:cNvSpPr/>
          <p:nvPr/>
        </p:nvSpPr>
        <p:spPr>
          <a:xfrm>
            <a:off x="2324100" y="914400"/>
            <a:ext cx="38100" cy="38100"/>
          </a:xfrm>
          <a:prstGeom prst="rect">
            <a:avLst/>
          </a:prstGeom>
          <a:solidFill>
            <a:srgbClr val="CED7E6">
              <a:alpha val="43386"/>
            </a:srgbClr>
          </a:solidFill>
          <a:ln>
            <a:noFill/>
          </a:ln>
        </p:spPr>
      </p:sp>
      <p:sp>
        <p:nvSpPr>
          <p:cNvPr id="71" name="wm.whiteboard.126.72"/>
          <p:cNvSpPr/>
          <p:nvPr/>
        </p:nvSpPr>
        <p:spPr>
          <a:xfrm>
            <a:off x="2324100" y="1143000"/>
            <a:ext cx="38100" cy="38100"/>
          </a:xfrm>
          <a:prstGeom prst="rect">
            <a:avLst/>
          </a:prstGeom>
          <a:solidFill>
            <a:srgbClr val="CED7E6">
              <a:alpha val="34598"/>
            </a:srgbClr>
          </a:solidFill>
          <a:ln>
            <a:noFill/>
          </a:ln>
        </p:spPr>
      </p:sp>
      <p:sp>
        <p:nvSpPr>
          <p:cNvPr id="72" name="wm.whiteboard.126.90"/>
          <p:cNvSpPr/>
          <p:nvPr/>
        </p:nvSpPr>
        <p:spPr>
          <a:xfrm>
            <a:off x="2324100" y="1371600"/>
            <a:ext cx="38100" cy="38100"/>
          </a:xfrm>
          <a:prstGeom prst="rect">
            <a:avLst/>
          </a:prstGeom>
          <a:solidFill>
            <a:srgbClr val="CED7E6">
              <a:alpha val="24223"/>
            </a:srgbClr>
          </a:solidFill>
          <a:ln>
            <a:noFill/>
          </a:ln>
        </p:spPr>
      </p:sp>
      <p:sp>
        <p:nvSpPr>
          <p:cNvPr id="73" name="wm.whiteboard.126.108"/>
          <p:cNvSpPr/>
          <p:nvPr/>
        </p:nvSpPr>
        <p:spPr>
          <a:xfrm>
            <a:off x="2324100" y="1600200"/>
            <a:ext cx="38100" cy="38100"/>
          </a:xfrm>
          <a:prstGeom prst="rect">
            <a:avLst/>
          </a:prstGeom>
          <a:solidFill>
            <a:srgbClr val="CED7E6">
              <a:alpha val="12610"/>
            </a:srgbClr>
          </a:solidFill>
          <a:ln>
            <a:noFill/>
          </a:ln>
        </p:spPr>
      </p:sp>
      <p:sp>
        <p:nvSpPr>
          <p:cNvPr id="74" name="wm.whiteboard.126.126"/>
          <p:cNvSpPr/>
          <p:nvPr/>
        </p:nvSpPr>
        <p:spPr>
          <a:xfrm>
            <a:off x="2324100" y="1828800"/>
            <a:ext cx="38100" cy="38100"/>
          </a:xfrm>
          <a:prstGeom prst="rect">
            <a:avLst/>
          </a:prstGeom>
          <a:solidFill>
            <a:srgbClr val="CED7E6">
              <a:alpha val="40"/>
            </a:srgbClr>
          </a:solidFill>
          <a:ln>
            <a:noFill/>
          </a:ln>
        </p:spPr>
      </p:sp>
      <p:sp>
        <p:nvSpPr>
          <p:cNvPr id="75" name="wm.whiteboard.144.0"/>
          <p:cNvSpPr/>
          <p:nvPr/>
        </p:nvSpPr>
        <p:spPr>
          <a:xfrm>
            <a:off x="2552700" y="228600"/>
            <a:ext cx="38100" cy="38100"/>
          </a:xfrm>
          <a:prstGeom prst="rect">
            <a:avLst/>
          </a:prstGeom>
          <a:solidFill>
            <a:srgbClr val="CED7E6">
              <a:alpha val="42471"/>
            </a:srgbClr>
          </a:solidFill>
          <a:ln>
            <a:noFill/>
          </a:ln>
        </p:spPr>
      </p:sp>
      <p:sp>
        <p:nvSpPr>
          <p:cNvPr id="76" name="wm.whiteboard.144.18"/>
          <p:cNvSpPr/>
          <p:nvPr/>
        </p:nvSpPr>
        <p:spPr>
          <a:xfrm>
            <a:off x="2552700" y="457200"/>
            <a:ext cx="38100" cy="38100"/>
          </a:xfrm>
          <a:prstGeom prst="rect">
            <a:avLst/>
          </a:prstGeom>
          <a:solidFill>
            <a:srgbClr val="CED7E6">
              <a:alpha val="41005"/>
            </a:srgbClr>
          </a:solidFill>
          <a:ln>
            <a:noFill/>
          </a:ln>
        </p:spPr>
      </p:sp>
      <p:sp>
        <p:nvSpPr>
          <p:cNvPr id="77" name="wm.whiteboard.144.36"/>
          <p:cNvSpPr/>
          <p:nvPr/>
        </p:nvSpPr>
        <p:spPr>
          <a:xfrm>
            <a:off x="2552700" y="685800"/>
            <a:ext cx="38100" cy="38100"/>
          </a:xfrm>
          <a:prstGeom prst="rect">
            <a:avLst/>
          </a:prstGeom>
          <a:solidFill>
            <a:srgbClr val="CED7E6">
              <a:alpha val="37120"/>
            </a:srgbClr>
          </a:solidFill>
          <a:ln>
            <a:noFill/>
          </a:ln>
        </p:spPr>
      </p:sp>
      <p:sp>
        <p:nvSpPr>
          <p:cNvPr id="78" name="wm.whiteboard.144.54"/>
          <p:cNvSpPr/>
          <p:nvPr/>
        </p:nvSpPr>
        <p:spPr>
          <a:xfrm>
            <a:off x="2552700" y="914400"/>
            <a:ext cx="38100" cy="38100"/>
          </a:xfrm>
          <a:prstGeom prst="rect">
            <a:avLst/>
          </a:prstGeom>
          <a:solidFill>
            <a:srgbClr val="CED7E6">
              <a:alpha val="31044"/>
            </a:srgbClr>
          </a:solidFill>
          <a:ln>
            <a:noFill/>
          </a:ln>
        </p:spPr>
      </p:sp>
      <p:sp>
        <p:nvSpPr>
          <p:cNvPr id="79" name="wm.whiteboard.144.72"/>
          <p:cNvSpPr/>
          <p:nvPr/>
        </p:nvSpPr>
        <p:spPr>
          <a:xfrm>
            <a:off x="2552700" y="1143000"/>
            <a:ext cx="38100" cy="38100"/>
          </a:xfrm>
          <a:prstGeom prst="rect">
            <a:avLst/>
          </a:prstGeom>
          <a:solidFill>
            <a:srgbClr val="CED7E6">
              <a:alpha val="23083"/>
            </a:srgbClr>
          </a:solidFill>
          <a:ln>
            <a:noFill/>
          </a:ln>
        </p:spPr>
      </p:sp>
      <p:sp>
        <p:nvSpPr>
          <p:cNvPr id="80" name="wm.whiteboard.144.90"/>
          <p:cNvSpPr/>
          <p:nvPr/>
        </p:nvSpPr>
        <p:spPr>
          <a:xfrm>
            <a:off x="2552700" y="1371600"/>
            <a:ext cx="38100" cy="38100"/>
          </a:xfrm>
          <a:prstGeom prst="rect">
            <a:avLst/>
          </a:prstGeom>
          <a:solidFill>
            <a:srgbClr val="CED7E6">
              <a:alpha val="13557"/>
            </a:srgbClr>
          </a:solidFill>
          <a:ln>
            <a:noFill/>
          </a:ln>
        </p:spPr>
      </p:sp>
      <p:sp>
        <p:nvSpPr>
          <p:cNvPr id="81" name="wm.whiteboard.144.108"/>
          <p:cNvSpPr/>
          <p:nvPr/>
        </p:nvSpPr>
        <p:spPr>
          <a:xfrm>
            <a:off x="2552700" y="1600200"/>
            <a:ext cx="38100" cy="38100"/>
          </a:xfrm>
          <a:prstGeom prst="rect">
            <a:avLst/>
          </a:prstGeom>
          <a:solidFill>
            <a:srgbClr val="CED7E6">
              <a:alpha val="2762"/>
            </a:srgbClr>
          </a:solidFill>
          <a:ln>
            <a:noFill/>
          </a:ln>
        </p:spPr>
      </p:sp>
      <p:sp>
        <p:nvSpPr>
          <p:cNvPr id="82" name="wm.whiteboard.162.0"/>
          <p:cNvSpPr/>
          <p:nvPr/>
        </p:nvSpPr>
        <p:spPr>
          <a:xfrm>
            <a:off x="2781300" y="228600"/>
            <a:ext cx="38100" cy="38100"/>
          </a:xfrm>
          <a:prstGeom prst="rect">
            <a:avLst/>
          </a:prstGeom>
          <a:solidFill>
            <a:srgbClr val="CED7E6">
              <a:alpha val="28695"/>
            </a:srgbClr>
          </a:solidFill>
          <a:ln>
            <a:noFill/>
          </a:ln>
        </p:spPr>
      </p:sp>
      <p:sp>
        <p:nvSpPr>
          <p:cNvPr id="83" name="wm.whiteboard.162.18"/>
          <p:cNvSpPr/>
          <p:nvPr/>
        </p:nvSpPr>
        <p:spPr>
          <a:xfrm>
            <a:off x="2781300" y="457200"/>
            <a:ext cx="38100" cy="38100"/>
          </a:xfrm>
          <a:prstGeom prst="rect">
            <a:avLst/>
          </a:prstGeom>
          <a:solidFill>
            <a:srgbClr val="CED7E6">
              <a:alpha val="27389"/>
            </a:srgbClr>
          </a:solidFill>
          <a:ln>
            <a:noFill/>
          </a:ln>
        </p:spPr>
      </p:sp>
      <p:sp>
        <p:nvSpPr>
          <p:cNvPr id="84" name="wm.whiteboard.162.36"/>
          <p:cNvSpPr/>
          <p:nvPr/>
        </p:nvSpPr>
        <p:spPr>
          <a:xfrm>
            <a:off x="2781300" y="685800"/>
            <a:ext cx="38100" cy="38100"/>
          </a:xfrm>
          <a:prstGeom prst="rect">
            <a:avLst/>
          </a:prstGeom>
          <a:solidFill>
            <a:srgbClr val="CED7E6">
              <a:alpha val="23910"/>
            </a:srgbClr>
          </a:solidFill>
          <a:ln>
            <a:noFill/>
          </a:ln>
        </p:spPr>
      </p:sp>
      <p:sp>
        <p:nvSpPr>
          <p:cNvPr id="85" name="wm.whiteboard.162.54"/>
          <p:cNvSpPr/>
          <p:nvPr/>
        </p:nvSpPr>
        <p:spPr>
          <a:xfrm>
            <a:off x="2781300" y="914400"/>
            <a:ext cx="38100" cy="38100"/>
          </a:xfrm>
          <a:prstGeom prst="rect">
            <a:avLst/>
          </a:prstGeom>
          <a:solidFill>
            <a:srgbClr val="CED7E6">
              <a:alpha val="18425"/>
            </a:srgbClr>
          </a:solidFill>
          <a:ln>
            <a:noFill/>
          </a:ln>
        </p:spPr>
      </p:sp>
      <p:sp>
        <p:nvSpPr>
          <p:cNvPr id="86" name="wm.whiteboard.162.72"/>
          <p:cNvSpPr/>
          <p:nvPr/>
        </p:nvSpPr>
        <p:spPr>
          <a:xfrm>
            <a:off x="2781300" y="1143000"/>
            <a:ext cx="38100" cy="38100"/>
          </a:xfrm>
          <a:prstGeom prst="rect">
            <a:avLst/>
          </a:prstGeom>
          <a:solidFill>
            <a:srgbClr val="CED7E6">
              <a:alpha val="11167"/>
            </a:srgbClr>
          </a:solidFill>
          <a:ln>
            <a:noFill/>
          </a:ln>
        </p:spPr>
      </p:sp>
      <p:sp>
        <p:nvSpPr>
          <p:cNvPr id="87" name="wm.whiteboard.162.90"/>
          <p:cNvSpPr/>
          <p:nvPr/>
        </p:nvSpPr>
        <p:spPr>
          <a:xfrm>
            <a:off x="2781300" y="1371600"/>
            <a:ext cx="38100" cy="38100"/>
          </a:xfrm>
          <a:prstGeom prst="rect">
            <a:avLst/>
          </a:prstGeom>
          <a:solidFill>
            <a:srgbClr val="CED7E6">
              <a:alpha val="2388"/>
            </a:srgbClr>
          </a:solidFill>
          <a:ln>
            <a:noFill/>
          </a:ln>
        </p:spPr>
      </p:sp>
      <p:sp>
        <p:nvSpPr>
          <p:cNvPr id="88" name="wm.whiteboard.180.0"/>
          <p:cNvSpPr/>
          <p:nvPr/>
        </p:nvSpPr>
        <p:spPr>
          <a:xfrm>
            <a:off x="3009900" y="228600"/>
            <a:ext cx="38100" cy="38100"/>
          </a:xfrm>
          <a:prstGeom prst="rect">
            <a:avLst/>
          </a:prstGeom>
          <a:solidFill>
            <a:srgbClr val="CED7E6">
              <a:alpha val="14918"/>
            </a:srgbClr>
          </a:solidFill>
          <a:ln>
            <a:noFill/>
          </a:ln>
        </p:spPr>
      </p:sp>
      <p:sp>
        <p:nvSpPr>
          <p:cNvPr id="89" name="wm.whiteboard.180.18"/>
          <p:cNvSpPr/>
          <p:nvPr/>
        </p:nvSpPr>
        <p:spPr>
          <a:xfrm>
            <a:off x="3009900" y="457200"/>
            <a:ext cx="38100" cy="38100"/>
          </a:xfrm>
          <a:prstGeom prst="rect">
            <a:avLst/>
          </a:prstGeom>
          <a:solidFill>
            <a:srgbClr val="CED7E6">
              <a:alpha val="13741"/>
            </a:srgbClr>
          </a:solidFill>
          <a:ln>
            <a:noFill/>
          </a:ln>
        </p:spPr>
      </p:sp>
      <p:sp>
        <p:nvSpPr>
          <p:cNvPr id="90" name="wm.whiteboard.180.36"/>
          <p:cNvSpPr/>
          <p:nvPr/>
        </p:nvSpPr>
        <p:spPr>
          <a:xfrm>
            <a:off x="3009900" y="685800"/>
            <a:ext cx="38100" cy="38100"/>
          </a:xfrm>
          <a:prstGeom prst="rect">
            <a:avLst/>
          </a:prstGeom>
          <a:solidFill>
            <a:srgbClr val="CED7E6">
              <a:alpha val="10593"/>
            </a:srgbClr>
          </a:solidFill>
          <a:ln>
            <a:noFill/>
          </a:ln>
        </p:spPr>
      </p:sp>
      <p:sp>
        <p:nvSpPr>
          <p:cNvPr id="91" name="wm.whiteboard.180.54"/>
          <p:cNvSpPr/>
          <p:nvPr/>
        </p:nvSpPr>
        <p:spPr>
          <a:xfrm>
            <a:off x="3009900" y="914400"/>
            <a:ext cx="38100" cy="38100"/>
          </a:xfrm>
          <a:prstGeom prst="rect">
            <a:avLst/>
          </a:prstGeom>
          <a:solidFill>
            <a:srgbClr val="CED7E6">
              <a:alpha val="5600"/>
            </a:srgbClr>
          </a:solidFill>
          <a:ln>
            <a:noFill/>
          </a:ln>
        </p:spPr>
      </p:sp>
      <p:sp>
        <p:nvSpPr>
          <p:cNvPr id="92" name="wm.whiteboard.198.0"/>
          <p:cNvSpPr/>
          <p:nvPr/>
        </p:nvSpPr>
        <p:spPr>
          <a:xfrm>
            <a:off x="3238500" y="228600"/>
            <a:ext cx="38100" cy="38100"/>
          </a:xfrm>
          <a:prstGeom prst="rect">
            <a:avLst/>
          </a:prstGeom>
          <a:solidFill>
            <a:srgbClr val="CED7E6">
              <a:alpha val="1142"/>
            </a:srgbClr>
          </a:solidFill>
          <a:ln>
            <a:noFill/>
          </a:ln>
        </p:spPr>
      </p:sp>
      <p:sp>
        <p:nvSpPr>
          <p:cNvPr id="93" name="wm.whiteboard.198.18"/>
          <p:cNvSpPr/>
          <p:nvPr/>
        </p:nvSpPr>
        <p:spPr>
          <a:xfrm>
            <a:off x="3238500" y="457200"/>
            <a:ext cx="38100" cy="38100"/>
          </a:xfrm>
          <a:prstGeom prst="rect">
            <a:avLst/>
          </a:prstGeom>
          <a:solidFill>
            <a:srgbClr val="CED7E6">
              <a:alpha val="69"/>
            </a:srgbClr>
          </a:solidFill>
          <a:ln>
            <a:noFill/>
          </a:ln>
        </p:spPr>
      </p:sp>
      <p:sp>
        <p:nvSpPr>
          <p:cNvPr id="94" name="wm.header.rule"/>
          <p:cNvSpPr/>
          <p:nvPr/>
        </p:nvSpPr>
        <p:spPr>
          <a:xfrm>
            <a:off x="723900" y="1371600"/>
            <a:ext cx="10744200" cy="9525"/>
          </a:xfrm>
          <a:prstGeom prst="rect">
            <a:avLst/>
          </a:prstGeom>
          <a:solidFill>
            <a:srgbClr val="CED7E6"/>
          </a:solidFill>
          <a:ln>
            <a:noFill/>
          </a:ln>
        </p:spPr>
      </p:sp>
      <p:pic>
        <p:nvPicPr>
          <p:cNvPr id="95"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438900"/>
            <a:ext cx="729403" cy="152400"/>
          </a:xfrm>
          <a:prstGeom prst="rect">
            <a:avLst/>
          </a:prstGeom>
        </p:spPr>
      </p:pic>
      <p:sp>
        <p:nvSpPr>
          <p:cNvPr id="96" name="wm.legal"/>
          <p:cNvSpPr/>
          <p:nvPr/>
        </p:nvSpPr>
        <p:spPr>
          <a:xfrm>
            <a:off x="2171700" y="6400800"/>
            <a:ext cx="89154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wmds.frame.7c73e94ddf913d9b3a8d">
    <p:bg>
      <p:bgPr>
        <a:solidFill>
          <a:srgbClr val="FFFFFF"/>
        </a:solidFill>
      </p:bgPr>
    </p:bg>
    <p:spTree>
      <p:nvGrpSpPr>
        <p:cNvPr id="1" name=""/>
        <p:cNvGrpSpPr/>
        <p:nvPr/>
      </p:nvGrpSpPr>
      <p:grpSpPr>
        <a:xfrm>
          <a:off x="0" y="0"/>
          <a:ext cx="0" cy="0"/>
          <a:chOff x="0" y="0"/>
          <a:chExt cx="0" cy="0"/>
        </a:xfrm>
      </p:grpSpPr>
      <p:sp>
        <p:nvSpPr>
          <p:cNvPr id="2" name="wm.footer.band"/>
          <p:cNvSpPr/>
          <p:nvPr/>
        </p:nvSpPr>
        <p:spPr>
          <a:xfrm>
            <a:off x="0" y="6172200"/>
            <a:ext cx="12192000" cy="685800"/>
          </a:xfrm>
          <a:prstGeom prst="rect">
            <a:avLst/>
          </a:prstGeom>
          <a:solidFill>
            <a:srgbClr val="E8EEF8"/>
          </a:solidFill>
          <a:ln>
            <a:noFill/>
          </a:ln>
        </p:spPr>
      </p:sp>
      <p:sp>
        <p:nvSpPr>
          <p:cNvPr id="3" name="wm.whiteboard.0.0"/>
          <p:cNvSpPr/>
          <p:nvPr/>
        </p:nvSpPr>
        <p:spPr>
          <a:xfrm>
            <a:off x="723900" y="228600"/>
            <a:ext cx="38100" cy="38100"/>
          </a:xfrm>
          <a:prstGeom prst="rect">
            <a:avLst/>
          </a:prstGeom>
          <a:solidFill>
            <a:srgbClr val="CED7E6"/>
          </a:solidFill>
          <a:ln>
            <a:noFill/>
          </a:ln>
        </p:spPr>
      </p:sp>
      <p:sp>
        <p:nvSpPr>
          <p:cNvPr id="4" name="wm.whiteboard.0.18"/>
          <p:cNvSpPr/>
          <p:nvPr/>
        </p:nvSpPr>
        <p:spPr>
          <a:xfrm>
            <a:off x="723900" y="457200"/>
            <a:ext cx="38100" cy="38100"/>
          </a:xfrm>
          <a:prstGeom prst="rect">
            <a:avLst/>
          </a:prstGeom>
          <a:solidFill>
            <a:srgbClr val="CED7E6"/>
          </a:solidFill>
          <a:ln>
            <a:noFill/>
          </a:ln>
        </p:spPr>
      </p:sp>
      <p:sp>
        <p:nvSpPr>
          <p:cNvPr id="5" name="wm.whiteboard.0.36"/>
          <p:cNvSpPr/>
          <p:nvPr/>
        </p:nvSpPr>
        <p:spPr>
          <a:xfrm>
            <a:off x="723900" y="685800"/>
            <a:ext cx="38100" cy="38100"/>
          </a:xfrm>
          <a:prstGeom prst="rect">
            <a:avLst/>
          </a:prstGeom>
          <a:solidFill>
            <a:srgbClr val="CED7E6"/>
          </a:solidFill>
          <a:ln>
            <a:noFill/>
          </a:ln>
        </p:spPr>
      </p:sp>
      <p:sp>
        <p:nvSpPr>
          <p:cNvPr id="6" name="wm.whiteboard.0.54"/>
          <p:cNvSpPr/>
          <p:nvPr/>
        </p:nvSpPr>
        <p:spPr>
          <a:xfrm>
            <a:off x="723900" y="914400"/>
            <a:ext cx="38100" cy="38100"/>
          </a:xfrm>
          <a:prstGeom prst="rect">
            <a:avLst/>
          </a:prstGeom>
          <a:solidFill>
            <a:srgbClr val="CED7E6"/>
          </a:solidFill>
          <a:ln>
            <a:noFill/>
          </a:ln>
        </p:spPr>
      </p:sp>
      <p:sp>
        <p:nvSpPr>
          <p:cNvPr id="7" name="wm.whiteboard.0.72"/>
          <p:cNvSpPr/>
          <p:nvPr/>
        </p:nvSpPr>
        <p:spPr>
          <a:xfrm>
            <a:off x="723900" y="1143000"/>
            <a:ext cx="38100" cy="38100"/>
          </a:xfrm>
          <a:prstGeom prst="rect">
            <a:avLst/>
          </a:prstGeom>
          <a:solidFill>
            <a:srgbClr val="CED7E6">
              <a:alpha val="85305"/>
            </a:srgbClr>
          </a:solidFill>
          <a:ln>
            <a:noFill/>
          </a:ln>
        </p:spPr>
      </p:sp>
      <p:sp>
        <p:nvSpPr>
          <p:cNvPr id="8" name="wm.whiteboard.0.90"/>
          <p:cNvSpPr/>
          <p:nvPr/>
        </p:nvSpPr>
        <p:spPr>
          <a:xfrm>
            <a:off x="723900" y="1371600"/>
            <a:ext cx="38100" cy="38100"/>
          </a:xfrm>
          <a:prstGeom prst="rect">
            <a:avLst/>
          </a:prstGeom>
          <a:solidFill>
            <a:srgbClr val="CED7E6">
              <a:alpha val="68524"/>
            </a:srgbClr>
          </a:solidFill>
          <a:ln>
            <a:noFill/>
          </a:ln>
        </p:spPr>
      </p:sp>
      <p:sp>
        <p:nvSpPr>
          <p:cNvPr id="9" name="wm.whiteboard.0.108"/>
          <p:cNvSpPr/>
          <p:nvPr/>
        </p:nvSpPr>
        <p:spPr>
          <a:xfrm>
            <a:off x="723900" y="1600200"/>
            <a:ext cx="38100" cy="38100"/>
          </a:xfrm>
          <a:prstGeom prst="rect">
            <a:avLst/>
          </a:prstGeom>
          <a:solidFill>
            <a:srgbClr val="CED7E6">
              <a:alpha val="51742"/>
            </a:srgbClr>
          </a:solidFill>
          <a:ln>
            <a:noFill/>
          </a:ln>
        </p:spPr>
      </p:sp>
      <p:sp>
        <p:nvSpPr>
          <p:cNvPr id="10" name="wm.whiteboard.0.126"/>
          <p:cNvSpPr/>
          <p:nvPr/>
        </p:nvSpPr>
        <p:spPr>
          <a:xfrm>
            <a:off x="723900" y="1828800"/>
            <a:ext cx="38100" cy="38100"/>
          </a:xfrm>
          <a:prstGeom prst="rect">
            <a:avLst/>
          </a:prstGeom>
          <a:solidFill>
            <a:srgbClr val="CED7E6">
              <a:alpha val="34959"/>
            </a:srgbClr>
          </a:solidFill>
          <a:ln>
            <a:noFill/>
          </a:ln>
        </p:spPr>
      </p:sp>
      <p:sp>
        <p:nvSpPr>
          <p:cNvPr id="11" name="wm.whiteboard.0.144"/>
          <p:cNvSpPr/>
          <p:nvPr/>
        </p:nvSpPr>
        <p:spPr>
          <a:xfrm>
            <a:off x="723900" y="2057400"/>
            <a:ext cx="38100" cy="38100"/>
          </a:xfrm>
          <a:prstGeom prst="rect">
            <a:avLst/>
          </a:prstGeom>
          <a:solidFill>
            <a:srgbClr val="CED7E6">
              <a:alpha val="18177"/>
            </a:srgbClr>
          </a:solidFill>
          <a:ln>
            <a:noFill/>
          </a:ln>
        </p:spPr>
      </p:sp>
      <p:sp>
        <p:nvSpPr>
          <p:cNvPr id="12" name="wm.whiteboard.0.162"/>
          <p:cNvSpPr/>
          <p:nvPr/>
        </p:nvSpPr>
        <p:spPr>
          <a:xfrm>
            <a:off x="723900" y="2286000"/>
            <a:ext cx="38100" cy="38100"/>
          </a:xfrm>
          <a:prstGeom prst="rect">
            <a:avLst/>
          </a:prstGeom>
          <a:solidFill>
            <a:srgbClr val="CED7E6">
              <a:alpha val="1394"/>
            </a:srgbClr>
          </a:solidFill>
          <a:ln>
            <a:noFill/>
          </a:ln>
        </p:spPr>
      </p:sp>
      <p:sp>
        <p:nvSpPr>
          <p:cNvPr id="13" name="wm.whiteboard.18.0"/>
          <p:cNvSpPr/>
          <p:nvPr/>
        </p:nvSpPr>
        <p:spPr>
          <a:xfrm>
            <a:off x="952500" y="228600"/>
            <a:ext cx="38100" cy="38100"/>
          </a:xfrm>
          <a:prstGeom prst="rect">
            <a:avLst/>
          </a:prstGeom>
          <a:solidFill>
            <a:srgbClr val="CED7E6"/>
          </a:solidFill>
          <a:ln>
            <a:noFill/>
          </a:ln>
        </p:spPr>
      </p:sp>
      <p:sp>
        <p:nvSpPr>
          <p:cNvPr id="14" name="wm.whiteboard.18.18"/>
          <p:cNvSpPr/>
          <p:nvPr/>
        </p:nvSpPr>
        <p:spPr>
          <a:xfrm>
            <a:off x="952500" y="457200"/>
            <a:ext cx="38100" cy="38100"/>
          </a:xfrm>
          <a:prstGeom prst="rect">
            <a:avLst/>
          </a:prstGeom>
          <a:solidFill>
            <a:srgbClr val="CED7E6"/>
          </a:solidFill>
          <a:ln>
            <a:noFill/>
          </a:ln>
        </p:spPr>
      </p:sp>
      <p:sp>
        <p:nvSpPr>
          <p:cNvPr id="15" name="wm.whiteboard.18.36"/>
          <p:cNvSpPr/>
          <p:nvPr/>
        </p:nvSpPr>
        <p:spPr>
          <a:xfrm>
            <a:off x="952500" y="685800"/>
            <a:ext cx="38100" cy="38100"/>
          </a:xfrm>
          <a:prstGeom prst="rect">
            <a:avLst/>
          </a:prstGeom>
          <a:solidFill>
            <a:srgbClr val="CED7E6"/>
          </a:solidFill>
          <a:ln>
            <a:noFill/>
          </a:ln>
        </p:spPr>
      </p:sp>
      <p:sp>
        <p:nvSpPr>
          <p:cNvPr id="16" name="wm.whiteboard.18.54"/>
          <p:cNvSpPr/>
          <p:nvPr/>
        </p:nvSpPr>
        <p:spPr>
          <a:xfrm>
            <a:off x="952500" y="914400"/>
            <a:ext cx="38100" cy="38100"/>
          </a:xfrm>
          <a:prstGeom prst="rect">
            <a:avLst/>
          </a:prstGeom>
          <a:solidFill>
            <a:srgbClr val="CED7E6">
              <a:alpha val="99988"/>
            </a:srgbClr>
          </a:solidFill>
          <a:ln>
            <a:noFill/>
          </a:ln>
        </p:spPr>
      </p:sp>
      <p:sp>
        <p:nvSpPr>
          <p:cNvPr id="17" name="wm.whiteboard.18.72"/>
          <p:cNvSpPr/>
          <p:nvPr/>
        </p:nvSpPr>
        <p:spPr>
          <a:xfrm>
            <a:off x="952500" y="1143000"/>
            <a:ext cx="38100" cy="38100"/>
          </a:xfrm>
          <a:prstGeom prst="rect">
            <a:avLst/>
          </a:prstGeom>
          <a:solidFill>
            <a:srgbClr val="CED7E6">
              <a:alpha val="83708"/>
            </a:srgbClr>
          </a:solidFill>
          <a:ln>
            <a:noFill/>
          </a:ln>
        </p:spPr>
      </p:sp>
      <p:sp>
        <p:nvSpPr>
          <p:cNvPr id="18" name="wm.whiteboard.18.90"/>
          <p:cNvSpPr/>
          <p:nvPr/>
        </p:nvSpPr>
        <p:spPr>
          <a:xfrm>
            <a:off x="952500" y="1371600"/>
            <a:ext cx="38100" cy="38100"/>
          </a:xfrm>
          <a:prstGeom prst="rect">
            <a:avLst/>
          </a:prstGeom>
          <a:solidFill>
            <a:srgbClr val="CED7E6">
              <a:alpha val="67236"/>
            </a:srgbClr>
          </a:solidFill>
          <a:ln>
            <a:noFill/>
          </a:ln>
        </p:spPr>
      </p:sp>
      <p:sp>
        <p:nvSpPr>
          <p:cNvPr id="19" name="wm.whiteboard.18.108"/>
          <p:cNvSpPr/>
          <p:nvPr/>
        </p:nvSpPr>
        <p:spPr>
          <a:xfrm>
            <a:off x="952500" y="1600200"/>
            <a:ext cx="38100" cy="38100"/>
          </a:xfrm>
          <a:prstGeom prst="rect">
            <a:avLst/>
          </a:prstGeom>
          <a:solidFill>
            <a:srgbClr val="CED7E6">
              <a:alpha val="50663"/>
            </a:srgbClr>
          </a:solidFill>
          <a:ln>
            <a:noFill/>
          </a:ln>
        </p:spPr>
      </p:sp>
      <p:sp>
        <p:nvSpPr>
          <p:cNvPr id="20" name="wm.whiteboard.18.126"/>
          <p:cNvSpPr/>
          <p:nvPr/>
        </p:nvSpPr>
        <p:spPr>
          <a:xfrm>
            <a:off x="952500" y="1828800"/>
            <a:ext cx="38100" cy="38100"/>
          </a:xfrm>
          <a:prstGeom prst="rect">
            <a:avLst/>
          </a:prstGeom>
          <a:solidFill>
            <a:srgbClr val="CED7E6">
              <a:alpha val="34032"/>
            </a:srgbClr>
          </a:solidFill>
          <a:ln>
            <a:noFill/>
          </a:ln>
        </p:spPr>
      </p:sp>
      <p:sp>
        <p:nvSpPr>
          <p:cNvPr id="21" name="wm.whiteboard.18.144"/>
          <p:cNvSpPr/>
          <p:nvPr/>
        </p:nvSpPr>
        <p:spPr>
          <a:xfrm>
            <a:off x="952500" y="2057400"/>
            <a:ext cx="38100" cy="38100"/>
          </a:xfrm>
          <a:prstGeom prst="rect">
            <a:avLst/>
          </a:prstGeom>
          <a:solidFill>
            <a:srgbClr val="CED7E6">
              <a:alpha val="17363"/>
            </a:srgbClr>
          </a:solidFill>
          <a:ln>
            <a:noFill/>
          </a:ln>
        </p:spPr>
      </p:sp>
      <p:sp>
        <p:nvSpPr>
          <p:cNvPr id="22" name="wm.whiteboard.18.162"/>
          <p:cNvSpPr/>
          <p:nvPr/>
        </p:nvSpPr>
        <p:spPr>
          <a:xfrm>
            <a:off x="952500" y="2286000"/>
            <a:ext cx="38100" cy="38100"/>
          </a:xfrm>
          <a:prstGeom prst="rect">
            <a:avLst/>
          </a:prstGeom>
          <a:solidFill>
            <a:srgbClr val="CED7E6">
              <a:alpha val="670"/>
            </a:srgbClr>
          </a:solidFill>
          <a:ln>
            <a:noFill/>
          </a:ln>
        </p:spPr>
      </p:sp>
      <p:sp>
        <p:nvSpPr>
          <p:cNvPr id="23" name="wm.whiteboard.36.0"/>
          <p:cNvSpPr/>
          <p:nvPr/>
        </p:nvSpPr>
        <p:spPr>
          <a:xfrm>
            <a:off x="1181100" y="228600"/>
            <a:ext cx="38100" cy="38100"/>
          </a:xfrm>
          <a:prstGeom prst="rect">
            <a:avLst/>
          </a:prstGeom>
          <a:solidFill>
            <a:srgbClr val="CED7E6"/>
          </a:solidFill>
          <a:ln>
            <a:noFill/>
          </a:ln>
        </p:spPr>
      </p:sp>
      <p:sp>
        <p:nvSpPr>
          <p:cNvPr id="24" name="wm.whiteboard.36.18"/>
          <p:cNvSpPr/>
          <p:nvPr/>
        </p:nvSpPr>
        <p:spPr>
          <a:xfrm>
            <a:off x="1181100" y="457200"/>
            <a:ext cx="38100" cy="38100"/>
          </a:xfrm>
          <a:prstGeom prst="rect">
            <a:avLst/>
          </a:prstGeom>
          <a:solidFill>
            <a:srgbClr val="CED7E6"/>
          </a:solidFill>
          <a:ln>
            <a:noFill/>
          </a:ln>
        </p:spPr>
      </p:sp>
      <p:sp>
        <p:nvSpPr>
          <p:cNvPr id="25" name="wm.whiteboard.36.36"/>
          <p:cNvSpPr/>
          <p:nvPr/>
        </p:nvSpPr>
        <p:spPr>
          <a:xfrm>
            <a:off x="1181100" y="685800"/>
            <a:ext cx="38100" cy="38100"/>
          </a:xfrm>
          <a:prstGeom prst="rect">
            <a:avLst/>
          </a:prstGeom>
          <a:solidFill>
            <a:srgbClr val="CED7E6"/>
          </a:solidFill>
          <a:ln>
            <a:noFill/>
          </a:ln>
        </p:spPr>
      </p:sp>
      <p:sp>
        <p:nvSpPr>
          <p:cNvPr id="26" name="wm.whiteboard.36.54"/>
          <p:cNvSpPr/>
          <p:nvPr/>
        </p:nvSpPr>
        <p:spPr>
          <a:xfrm>
            <a:off x="1181100" y="914400"/>
            <a:ext cx="38100" cy="38100"/>
          </a:xfrm>
          <a:prstGeom prst="rect">
            <a:avLst/>
          </a:prstGeom>
          <a:solidFill>
            <a:srgbClr val="CED7E6">
              <a:alpha val="94671"/>
            </a:srgbClr>
          </a:solidFill>
          <a:ln>
            <a:noFill/>
          </a:ln>
        </p:spPr>
      </p:sp>
      <p:sp>
        <p:nvSpPr>
          <p:cNvPr id="27" name="wm.whiteboard.36.72"/>
          <p:cNvSpPr/>
          <p:nvPr/>
        </p:nvSpPr>
        <p:spPr>
          <a:xfrm>
            <a:off x="1181100" y="1143000"/>
            <a:ext cx="38100" cy="38100"/>
          </a:xfrm>
          <a:prstGeom prst="rect">
            <a:avLst/>
          </a:prstGeom>
          <a:solidFill>
            <a:srgbClr val="CED7E6">
              <a:alpha val="79547"/>
            </a:srgbClr>
          </a:solidFill>
          <a:ln>
            <a:noFill/>
          </a:ln>
        </p:spPr>
      </p:sp>
      <p:sp>
        <p:nvSpPr>
          <p:cNvPr id="28" name="wm.whiteboard.36.90"/>
          <p:cNvSpPr/>
          <p:nvPr/>
        </p:nvSpPr>
        <p:spPr>
          <a:xfrm>
            <a:off x="1181100" y="1371600"/>
            <a:ext cx="38100" cy="38100"/>
          </a:xfrm>
          <a:prstGeom prst="rect">
            <a:avLst/>
          </a:prstGeom>
          <a:solidFill>
            <a:srgbClr val="CED7E6">
              <a:alpha val="63833"/>
            </a:srgbClr>
          </a:solidFill>
          <a:ln>
            <a:noFill/>
          </a:ln>
        </p:spPr>
      </p:sp>
      <p:sp>
        <p:nvSpPr>
          <p:cNvPr id="29" name="wm.whiteboard.36.108"/>
          <p:cNvSpPr/>
          <p:nvPr/>
        </p:nvSpPr>
        <p:spPr>
          <a:xfrm>
            <a:off x="1181100" y="1600200"/>
            <a:ext cx="38100" cy="38100"/>
          </a:xfrm>
          <a:prstGeom prst="rect">
            <a:avLst/>
          </a:prstGeom>
          <a:solidFill>
            <a:srgbClr val="CED7E6">
              <a:alpha val="47790"/>
            </a:srgbClr>
          </a:solidFill>
          <a:ln>
            <a:noFill/>
          </a:ln>
        </p:spPr>
      </p:sp>
      <p:sp>
        <p:nvSpPr>
          <p:cNvPr id="30" name="wm.whiteboard.36.126"/>
          <p:cNvSpPr/>
          <p:nvPr/>
        </p:nvSpPr>
        <p:spPr>
          <a:xfrm>
            <a:off x="1181100" y="1828800"/>
            <a:ext cx="38100" cy="38100"/>
          </a:xfrm>
          <a:prstGeom prst="rect">
            <a:avLst/>
          </a:prstGeom>
          <a:solidFill>
            <a:srgbClr val="CED7E6">
              <a:alpha val="31549"/>
            </a:srgbClr>
          </a:solidFill>
          <a:ln>
            <a:noFill/>
          </a:ln>
        </p:spPr>
      </p:sp>
      <p:sp>
        <p:nvSpPr>
          <p:cNvPr id="31" name="wm.whiteboard.36.144"/>
          <p:cNvSpPr/>
          <p:nvPr/>
        </p:nvSpPr>
        <p:spPr>
          <a:xfrm>
            <a:off x="1181100" y="2057400"/>
            <a:ext cx="38100" cy="38100"/>
          </a:xfrm>
          <a:prstGeom prst="rect">
            <a:avLst/>
          </a:prstGeom>
          <a:solidFill>
            <a:srgbClr val="CED7E6">
              <a:alpha val="15179"/>
            </a:srgbClr>
          </a:solidFill>
          <a:ln>
            <a:noFill/>
          </a:ln>
        </p:spPr>
      </p:sp>
      <p:sp>
        <p:nvSpPr>
          <p:cNvPr id="32" name="wm.whiteboard.54.0"/>
          <p:cNvSpPr/>
          <p:nvPr/>
        </p:nvSpPr>
        <p:spPr>
          <a:xfrm>
            <a:off x="1409700" y="228600"/>
            <a:ext cx="38100" cy="38100"/>
          </a:xfrm>
          <a:prstGeom prst="rect">
            <a:avLst/>
          </a:prstGeom>
          <a:solidFill>
            <a:srgbClr val="CED7E6"/>
          </a:solidFill>
          <a:ln>
            <a:noFill/>
          </a:ln>
        </p:spPr>
      </p:sp>
      <p:sp>
        <p:nvSpPr>
          <p:cNvPr id="33" name="wm.whiteboard.54.18"/>
          <p:cNvSpPr/>
          <p:nvPr/>
        </p:nvSpPr>
        <p:spPr>
          <a:xfrm>
            <a:off x="1409700" y="457200"/>
            <a:ext cx="38100" cy="38100"/>
          </a:xfrm>
          <a:prstGeom prst="rect">
            <a:avLst/>
          </a:prstGeom>
          <a:solidFill>
            <a:srgbClr val="CED7E6"/>
          </a:solidFill>
          <a:ln>
            <a:noFill/>
          </a:ln>
        </p:spPr>
      </p:sp>
      <p:sp>
        <p:nvSpPr>
          <p:cNvPr id="34" name="wm.whiteboard.54.36"/>
          <p:cNvSpPr/>
          <p:nvPr/>
        </p:nvSpPr>
        <p:spPr>
          <a:xfrm>
            <a:off x="1409700" y="685800"/>
            <a:ext cx="38100" cy="38100"/>
          </a:xfrm>
          <a:prstGeom prst="rect">
            <a:avLst/>
          </a:prstGeom>
          <a:solidFill>
            <a:srgbClr val="CED7E6">
              <a:alpha val="98827"/>
            </a:srgbClr>
          </a:solidFill>
          <a:ln>
            <a:noFill/>
          </a:ln>
        </p:spPr>
      </p:sp>
      <p:sp>
        <p:nvSpPr>
          <p:cNvPr id="35" name="wm.whiteboard.54.54"/>
          <p:cNvSpPr/>
          <p:nvPr/>
        </p:nvSpPr>
        <p:spPr>
          <a:xfrm>
            <a:off x="1409700" y="914400"/>
            <a:ext cx="38100" cy="38100"/>
          </a:xfrm>
          <a:prstGeom prst="rect">
            <a:avLst/>
          </a:prstGeom>
          <a:solidFill>
            <a:srgbClr val="CED7E6">
              <a:alpha val="86895"/>
            </a:srgbClr>
          </a:solidFill>
          <a:ln>
            <a:noFill/>
          </a:ln>
        </p:spPr>
      </p:sp>
      <p:sp>
        <p:nvSpPr>
          <p:cNvPr id="36" name="wm.whiteboard.54.72"/>
          <p:cNvSpPr/>
          <p:nvPr/>
        </p:nvSpPr>
        <p:spPr>
          <a:xfrm>
            <a:off x="1409700" y="1143000"/>
            <a:ext cx="38100" cy="38100"/>
          </a:xfrm>
          <a:prstGeom prst="rect">
            <a:avLst/>
          </a:prstGeom>
          <a:solidFill>
            <a:srgbClr val="CED7E6">
              <a:alpha val="73217"/>
            </a:srgbClr>
          </a:solidFill>
          <a:ln>
            <a:noFill/>
          </a:ln>
        </p:spPr>
      </p:sp>
      <p:sp>
        <p:nvSpPr>
          <p:cNvPr id="37" name="wm.whiteboard.54.90"/>
          <p:cNvSpPr/>
          <p:nvPr/>
        </p:nvSpPr>
        <p:spPr>
          <a:xfrm>
            <a:off x="1409700" y="1371600"/>
            <a:ext cx="38100" cy="38100"/>
          </a:xfrm>
          <a:prstGeom prst="rect">
            <a:avLst/>
          </a:prstGeom>
          <a:solidFill>
            <a:srgbClr val="CED7E6">
              <a:alpha val="58541"/>
            </a:srgbClr>
          </a:solidFill>
          <a:ln>
            <a:noFill/>
          </a:ln>
        </p:spPr>
      </p:sp>
      <p:sp>
        <p:nvSpPr>
          <p:cNvPr id="38" name="wm.whiteboard.54.108"/>
          <p:cNvSpPr/>
          <p:nvPr/>
        </p:nvSpPr>
        <p:spPr>
          <a:xfrm>
            <a:off x="1409700" y="1600200"/>
            <a:ext cx="38100" cy="38100"/>
          </a:xfrm>
          <a:prstGeom prst="rect">
            <a:avLst/>
          </a:prstGeom>
          <a:solidFill>
            <a:srgbClr val="CED7E6">
              <a:alpha val="43263"/>
            </a:srgbClr>
          </a:solidFill>
          <a:ln>
            <a:noFill/>
          </a:ln>
        </p:spPr>
      </p:sp>
      <p:sp>
        <p:nvSpPr>
          <p:cNvPr id="39" name="wm.whiteboard.54.126"/>
          <p:cNvSpPr/>
          <p:nvPr/>
        </p:nvSpPr>
        <p:spPr>
          <a:xfrm>
            <a:off x="1409700" y="1828800"/>
            <a:ext cx="38100" cy="38100"/>
          </a:xfrm>
          <a:prstGeom prst="rect">
            <a:avLst/>
          </a:prstGeom>
          <a:solidFill>
            <a:srgbClr val="CED7E6">
              <a:alpha val="27603"/>
            </a:srgbClr>
          </a:solidFill>
          <a:ln>
            <a:noFill/>
          </a:ln>
        </p:spPr>
      </p:sp>
      <p:sp>
        <p:nvSpPr>
          <p:cNvPr id="40" name="wm.whiteboard.54.144"/>
          <p:cNvSpPr/>
          <p:nvPr/>
        </p:nvSpPr>
        <p:spPr>
          <a:xfrm>
            <a:off x="1409700" y="2057400"/>
            <a:ext cx="38100" cy="38100"/>
          </a:xfrm>
          <a:prstGeom prst="rect">
            <a:avLst/>
          </a:prstGeom>
          <a:solidFill>
            <a:srgbClr val="CED7E6">
              <a:alpha val="11687"/>
            </a:srgbClr>
          </a:solidFill>
          <a:ln>
            <a:noFill/>
          </a:ln>
        </p:spPr>
      </p:sp>
      <p:sp>
        <p:nvSpPr>
          <p:cNvPr id="41" name="wm.whiteboard.72.0"/>
          <p:cNvSpPr/>
          <p:nvPr/>
        </p:nvSpPr>
        <p:spPr>
          <a:xfrm>
            <a:off x="1638300" y="228600"/>
            <a:ext cx="38100" cy="38100"/>
          </a:xfrm>
          <a:prstGeom prst="rect">
            <a:avLst/>
          </a:prstGeom>
          <a:solidFill>
            <a:srgbClr val="CED7E6">
              <a:alpha val="97572"/>
            </a:srgbClr>
          </a:solidFill>
          <a:ln>
            <a:noFill/>
          </a:ln>
        </p:spPr>
      </p:sp>
      <p:sp>
        <p:nvSpPr>
          <p:cNvPr id="42" name="wm.whiteboard.72.18"/>
          <p:cNvSpPr/>
          <p:nvPr/>
        </p:nvSpPr>
        <p:spPr>
          <a:xfrm>
            <a:off x="1638300" y="457200"/>
            <a:ext cx="38100" cy="38100"/>
          </a:xfrm>
          <a:prstGeom prst="rect">
            <a:avLst/>
          </a:prstGeom>
          <a:solidFill>
            <a:srgbClr val="CED7E6">
              <a:alpha val="94724"/>
            </a:srgbClr>
          </a:solidFill>
          <a:ln>
            <a:noFill/>
          </a:ln>
        </p:spPr>
      </p:sp>
      <p:sp>
        <p:nvSpPr>
          <p:cNvPr id="43" name="wm.whiteboard.72.36"/>
          <p:cNvSpPr/>
          <p:nvPr/>
        </p:nvSpPr>
        <p:spPr>
          <a:xfrm>
            <a:off x="1638300" y="685800"/>
            <a:ext cx="38100" cy="38100"/>
          </a:xfrm>
          <a:prstGeom prst="rect">
            <a:avLst/>
          </a:prstGeom>
          <a:solidFill>
            <a:srgbClr val="CED7E6">
              <a:alpha val="87609"/>
            </a:srgbClr>
          </a:solidFill>
          <a:ln>
            <a:noFill/>
          </a:ln>
        </p:spPr>
      </p:sp>
      <p:sp>
        <p:nvSpPr>
          <p:cNvPr id="44" name="wm.whiteboard.72.54"/>
          <p:cNvSpPr/>
          <p:nvPr/>
        </p:nvSpPr>
        <p:spPr>
          <a:xfrm>
            <a:off x="1638300" y="914400"/>
            <a:ext cx="38100" cy="38100"/>
          </a:xfrm>
          <a:prstGeom prst="rect">
            <a:avLst/>
          </a:prstGeom>
          <a:solidFill>
            <a:srgbClr val="CED7E6">
              <a:alpha val="77408"/>
            </a:srgbClr>
          </a:solidFill>
          <a:ln>
            <a:noFill/>
          </a:ln>
        </p:spPr>
      </p:sp>
      <p:sp>
        <p:nvSpPr>
          <p:cNvPr id="45" name="wm.whiteboard.72.72"/>
          <p:cNvSpPr/>
          <p:nvPr/>
        </p:nvSpPr>
        <p:spPr>
          <a:xfrm>
            <a:off x="1638300" y="1143000"/>
            <a:ext cx="38100" cy="38100"/>
          </a:xfrm>
          <a:prstGeom prst="rect">
            <a:avLst/>
          </a:prstGeom>
          <a:solidFill>
            <a:srgbClr val="CED7E6">
              <a:alpha val="65181"/>
            </a:srgbClr>
          </a:solidFill>
          <a:ln>
            <a:noFill/>
          </a:ln>
        </p:spPr>
      </p:sp>
      <p:sp>
        <p:nvSpPr>
          <p:cNvPr id="46" name="wm.whiteboard.72.90"/>
          <p:cNvSpPr/>
          <p:nvPr/>
        </p:nvSpPr>
        <p:spPr>
          <a:xfrm>
            <a:off x="1638300" y="1371600"/>
            <a:ext cx="38100" cy="38100"/>
          </a:xfrm>
          <a:prstGeom prst="rect">
            <a:avLst/>
          </a:prstGeom>
          <a:solidFill>
            <a:srgbClr val="CED7E6">
              <a:alpha val="51653"/>
            </a:srgbClr>
          </a:solidFill>
          <a:ln>
            <a:noFill/>
          </a:ln>
        </p:spPr>
      </p:sp>
      <p:sp>
        <p:nvSpPr>
          <p:cNvPr id="47" name="wm.whiteboard.72.108"/>
          <p:cNvSpPr/>
          <p:nvPr/>
        </p:nvSpPr>
        <p:spPr>
          <a:xfrm>
            <a:off x="1638300" y="1600200"/>
            <a:ext cx="38100" cy="38100"/>
          </a:xfrm>
          <a:prstGeom prst="rect">
            <a:avLst/>
          </a:prstGeom>
          <a:solidFill>
            <a:srgbClr val="CED7E6">
              <a:alpha val="37275"/>
            </a:srgbClr>
          </a:solidFill>
          <a:ln>
            <a:noFill/>
          </a:ln>
        </p:spPr>
      </p:sp>
      <p:sp>
        <p:nvSpPr>
          <p:cNvPr id="48" name="wm.whiteboard.72.126"/>
          <p:cNvSpPr/>
          <p:nvPr/>
        </p:nvSpPr>
        <p:spPr>
          <a:xfrm>
            <a:off x="1638300" y="1828800"/>
            <a:ext cx="38100" cy="38100"/>
          </a:xfrm>
          <a:prstGeom prst="rect">
            <a:avLst/>
          </a:prstGeom>
          <a:solidFill>
            <a:srgbClr val="CED7E6">
              <a:alpha val="22326"/>
            </a:srgbClr>
          </a:solidFill>
          <a:ln>
            <a:noFill/>
          </a:ln>
        </p:spPr>
      </p:sp>
      <p:sp>
        <p:nvSpPr>
          <p:cNvPr id="49" name="wm.whiteboard.72.144"/>
          <p:cNvSpPr/>
          <p:nvPr/>
        </p:nvSpPr>
        <p:spPr>
          <a:xfrm>
            <a:off x="1638300" y="2057400"/>
            <a:ext cx="38100" cy="38100"/>
          </a:xfrm>
          <a:prstGeom prst="rect">
            <a:avLst/>
          </a:prstGeom>
          <a:solidFill>
            <a:srgbClr val="CED7E6">
              <a:alpha val="6980"/>
            </a:srgbClr>
          </a:solidFill>
          <a:ln>
            <a:noFill/>
          </a:ln>
        </p:spPr>
      </p:sp>
      <p:sp>
        <p:nvSpPr>
          <p:cNvPr id="50" name="wm.whiteboard.90.0"/>
          <p:cNvSpPr/>
          <p:nvPr/>
        </p:nvSpPr>
        <p:spPr>
          <a:xfrm>
            <a:off x="1866900" y="228600"/>
            <a:ext cx="38100" cy="38100"/>
          </a:xfrm>
          <a:prstGeom prst="rect">
            <a:avLst/>
          </a:prstGeom>
          <a:solidFill>
            <a:srgbClr val="CED7E6">
              <a:alpha val="83798"/>
            </a:srgbClr>
          </a:solidFill>
          <a:ln>
            <a:noFill/>
          </a:ln>
        </p:spPr>
      </p:sp>
      <p:sp>
        <p:nvSpPr>
          <p:cNvPr id="51" name="wm.whiteboard.90.18"/>
          <p:cNvSpPr/>
          <p:nvPr/>
        </p:nvSpPr>
        <p:spPr>
          <a:xfrm>
            <a:off x="1866900" y="457200"/>
            <a:ext cx="38100" cy="38100"/>
          </a:xfrm>
          <a:prstGeom prst="rect">
            <a:avLst/>
          </a:prstGeom>
          <a:solidFill>
            <a:srgbClr val="CED7E6">
              <a:alpha val="81490"/>
            </a:srgbClr>
          </a:solidFill>
          <a:ln>
            <a:noFill/>
          </a:ln>
        </p:spPr>
      </p:sp>
      <p:sp>
        <p:nvSpPr>
          <p:cNvPr id="52" name="wm.whiteboard.90.36"/>
          <p:cNvSpPr/>
          <p:nvPr/>
        </p:nvSpPr>
        <p:spPr>
          <a:xfrm>
            <a:off x="1866900" y="685800"/>
            <a:ext cx="38100" cy="38100"/>
          </a:xfrm>
          <a:prstGeom prst="rect">
            <a:avLst/>
          </a:prstGeom>
          <a:solidFill>
            <a:srgbClr val="CED7E6">
              <a:alpha val="75569"/>
            </a:srgbClr>
          </a:solidFill>
          <a:ln>
            <a:noFill/>
          </a:ln>
        </p:spPr>
      </p:sp>
      <p:sp>
        <p:nvSpPr>
          <p:cNvPr id="53" name="wm.whiteboard.90.54"/>
          <p:cNvSpPr/>
          <p:nvPr/>
        </p:nvSpPr>
        <p:spPr>
          <a:xfrm>
            <a:off x="1866900" y="914400"/>
            <a:ext cx="38100" cy="38100"/>
          </a:xfrm>
          <a:prstGeom prst="rect">
            <a:avLst/>
          </a:prstGeom>
          <a:solidFill>
            <a:srgbClr val="CED7E6">
              <a:alpha val="66767"/>
            </a:srgbClr>
          </a:solidFill>
          <a:ln>
            <a:noFill/>
          </a:ln>
        </p:spPr>
      </p:sp>
      <p:sp>
        <p:nvSpPr>
          <p:cNvPr id="54" name="wm.whiteboard.90.72"/>
          <p:cNvSpPr/>
          <p:nvPr/>
        </p:nvSpPr>
        <p:spPr>
          <a:xfrm>
            <a:off x="1866900" y="1143000"/>
            <a:ext cx="38100" cy="38100"/>
          </a:xfrm>
          <a:prstGeom prst="rect">
            <a:avLst/>
          </a:prstGeom>
          <a:solidFill>
            <a:srgbClr val="CED7E6">
              <a:alpha val="55859"/>
            </a:srgbClr>
          </a:solidFill>
          <a:ln>
            <a:noFill/>
          </a:ln>
        </p:spPr>
      </p:sp>
      <p:sp>
        <p:nvSpPr>
          <p:cNvPr id="55" name="wm.whiteboard.90.90"/>
          <p:cNvSpPr/>
          <p:nvPr/>
        </p:nvSpPr>
        <p:spPr>
          <a:xfrm>
            <a:off x="1866900" y="1371600"/>
            <a:ext cx="38100" cy="38100"/>
          </a:xfrm>
          <a:prstGeom prst="rect">
            <a:avLst/>
          </a:prstGeom>
          <a:solidFill>
            <a:srgbClr val="CED7E6">
              <a:alpha val="43468"/>
            </a:srgbClr>
          </a:solidFill>
          <a:ln>
            <a:noFill/>
          </a:ln>
        </p:spPr>
      </p:sp>
      <p:sp>
        <p:nvSpPr>
          <p:cNvPr id="56" name="wm.whiteboard.90.108"/>
          <p:cNvSpPr/>
          <p:nvPr/>
        </p:nvSpPr>
        <p:spPr>
          <a:xfrm>
            <a:off x="1866900" y="1600200"/>
            <a:ext cx="38100" cy="38100"/>
          </a:xfrm>
          <a:prstGeom prst="rect">
            <a:avLst/>
          </a:prstGeom>
          <a:solidFill>
            <a:srgbClr val="CED7E6">
              <a:alpha val="30037"/>
            </a:srgbClr>
          </a:solidFill>
          <a:ln>
            <a:noFill/>
          </a:ln>
        </p:spPr>
      </p:sp>
      <p:sp>
        <p:nvSpPr>
          <p:cNvPr id="57" name="wm.whiteboard.90.126"/>
          <p:cNvSpPr/>
          <p:nvPr/>
        </p:nvSpPr>
        <p:spPr>
          <a:xfrm>
            <a:off x="1866900" y="1828800"/>
            <a:ext cx="38100" cy="38100"/>
          </a:xfrm>
          <a:prstGeom prst="rect">
            <a:avLst/>
          </a:prstGeom>
          <a:solidFill>
            <a:srgbClr val="CED7E6">
              <a:alpha val="15870"/>
            </a:srgbClr>
          </a:solidFill>
          <a:ln>
            <a:noFill/>
          </a:ln>
        </p:spPr>
      </p:sp>
      <p:sp>
        <p:nvSpPr>
          <p:cNvPr id="58" name="wm.whiteboard.90.144"/>
          <p:cNvSpPr/>
          <p:nvPr/>
        </p:nvSpPr>
        <p:spPr>
          <a:xfrm>
            <a:off x="1866900" y="2057400"/>
            <a:ext cx="38100" cy="38100"/>
          </a:xfrm>
          <a:prstGeom prst="rect">
            <a:avLst/>
          </a:prstGeom>
          <a:solidFill>
            <a:srgbClr val="CED7E6">
              <a:alpha val="1171"/>
            </a:srgbClr>
          </a:solidFill>
          <a:ln>
            <a:noFill/>
          </a:ln>
        </p:spPr>
      </p:sp>
      <p:sp>
        <p:nvSpPr>
          <p:cNvPr id="59" name="wm.whiteboard.108.0"/>
          <p:cNvSpPr/>
          <p:nvPr/>
        </p:nvSpPr>
        <p:spPr>
          <a:xfrm>
            <a:off x="2095500" y="228600"/>
            <a:ext cx="38100" cy="38100"/>
          </a:xfrm>
          <a:prstGeom prst="rect">
            <a:avLst/>
          </a:prstGeom>
          <a:solidFill>
            <a:srgbClr val="CED7E6">
              <a:alpha val="70023"/>
            </a:srgbClr>
          </a:solidFill>
          <a:ln>
            <a:noFill/>
          </a:ln>
        </p:spPr>
      </p:sp>
      <p:sp>
        <p:nvSpPr>
          <p:cNvPr id="60" name="wm.whiteboard.108.18"/>
          <p:cNvSpPr/>
          <p:nvPr/>
        </p:nvSpPr>
        <p:spPr>
          <a:xfrm>
            <a:off x="2095500" y="457200"/>
            <a:ext cx="38100" cy="38100"/>
          </a:xfrm>
          <a:prstGeom prst="rect">
            <a:avLst/>
          </a:prstGeom>
          <a:solidFill>
            <a:srgbClr val="CED7E6">
              <a:alpha val="68085"/>
            </a:srgbClr>
          </a:solidFill>
          <a:ln>
            <a:noFill/>
          </a:ln>
        </p:spPr>
      </p:sp>
      <p:sp>
        <p:nvSpPr>
          <p:cNvPr id="61" name="wm.whiteboard.108.36"/>
          <p:cNvSpPr/>
          <p:nvPr/>
        </p:nvSpPr>
        <p:spPr>
          <a:xfrm>
            <a:off x="2095500" y="685800"/>
            <a:ext cx="38100" cy="38100"/>
          </a:xfrm>
          <a:prstGeom prst="rect">
            <a:avLst/>
          </a:prstGeom>
          <a:solidFill>
            <a:srgbClr val="CED7E6">
              <a:alpha val="63033"/>
            </a:srgbClr>
          </a:solidFill>
          <a:ln>
            <a:noFill/>
          </a:ln>
        </p:spPr>
      </p:sp>
      <p:sp>
        <p:nvSpPr>
          <p:cNvPr id="62" name="wm.whiteboard.108.54"/>
          <p:cNvSpPr/>
          <p:nvPr/>
        </p:nvSpPr>
        <p:spPr>
          <a:xfrm>
            <a:off x="2095500" y="914400"/>
            <a:ext cx="38100" cy="38100"/>
          </a:xfrm>
          <a:prstGeom prst="rect">
            <a:avLst/>
          </a:prstGeom>
          <a:solidFill>
            <a:srgbClr val="CED7E6">
              <a:alpha val="55346"/>
            </a:srgbClr>
          </a:solidFill>
          <a:ln>
            <a:noFill/>
          </a:ln>
        </p:spPr>
      </p:sp>
      <p:sp>
        <p:nvSpPr>
          <p:cNvPr id="63" name="wm.whiteboard.108.72"/>
          <p:cNvSpPr/>
          <p:nvPr/>
        </p:nvSpPr>
        <p:spPr>
          <a:xfrm>
            <a:off x="2095500" y="1143000"/>
            <a:ext cx="38100" cy="38100"/>
          </a:xfrm>
          <a:prstGeom prst="rect">
            <a:avLst/>
          </a:prstGeom>
          <a:solidFill>
            <a:srgbClr val="CED7E6">
              <a:alpha val="45583"/>
            </a:srgbClr>
          </a:solidFill>
          <a:ln>
            <a:noFill/>
          </a:ln>
        </p:spPr>
      </p:sp>
      <p:sp>
        <p:nvSpPr>
          <p:cNvPr id="64" name="wm.whiteboard.108.90"/>
          <p:cNvSpPr/>
          <p:nvPr/>
        </p:nvSpPr>
        <p:spPr>
          <a:xfrm>
            <a:off x="2095500" y="1371600"/>
            <a:ext cx="38100" cy="38100"/>
          </a:xfrm>
          <a:prstGeom prst="rect">
            <a:avLst/>
          </a:prstGeom>
          <a:solidFill>
            <a:srgbClr val="CED7E6">
              <a:alpha val="34251"/>
            </a:srgbClr>
          </a:solidFill>
          <a:ln>
            <a:noFill/>
          </a:ln>
        </p:spPr>
      </p:sp>
      <p:sp>
        <p:nvSpPr>
          <p:cNvPr id="65" name="wm.whiteboard.108.108"/>
          <p:cNvSpPr/>
          <p:nvPr/>
        </p:nvSpPr>
        <p:spPr>
          <a:xfrm>
            <a:off x="2095500" y="1600200"/>
            <a:ext cx="38100" cy="38100"/>
          </a:xfrm>
          <a:prstGeom prst="rect">
            <a:avLst/>
          </a:prstGeom>
          <a:solidFill>
            <a:srgbClr val="CED7E6">
              <a:alpha val="21754"/>
            </a:srgbClr>
          </a:solidFill>
          <a:ln>
            <a:noFill/>
          </a:ln>
        </p:spPr>
      </p:sp>
      <p:sp>
        <p:nvSpPr>
          <p:cNvPr id="66" name="wm.whiteboard.108.126"/>
          <p:cNvSpPr/>
          <p:nvPr/>
        </p:nvSpPr>
        <p:spPr>
          <a:xfrm>
            <a:off x="2095500" y="1828800"/>
            <a:ext cx="38100" cy="38100"/>
          </a:xfrm>
          <a:prstGeom prst="rect">
            <a:avLst/>
          </a:prstGeom>
          <a:solidFill>
            <a:srgbClr val="CED7E6">
              <a:alpha val="8391"/>
            </a:srgbClr>
          </a:solidFill>
          <a:ln>
            <a:noFill/>
          </a:ln>
        </p:spPr>
      </p:sp>
      <p:sp>
        <p:nvSpPr>
          <p:cNvPr id="67" name="wm.whiteboard.126.0"/>
          <p:cNvSpPr/>
          <p:nvPr/>
        </p:nvSpPr>
        <p:spPr>
          <a:xfrm>
            <a:off x="2324100" y="228600"/>
            <a:ext cx="38100" cy="38100"/>
          </a:xfrm>
          <a:prstGeom prst="rect">
            <a:avLst/>
          </a:prstGeom>
          <a:solidFill>
            <a:srgbClr val="CED7E6">
              <a:alpha val="56247"/>
            </a:srgbClr>
          </a:solidFill>
          <a:ln>
            <a:noFill/>
          </a:ln>
        </p:spPr>
      </p:sp>
      <p:sp>
        <p:nvSpPr>
          <p:cNvPr id="68" name="wm.whiteboard.126.18"/>
          <p:cNvSpPr/>
          <p:nvPr/>
        </p:nvSpPr>
        <p:spPr>
          <a:xfrm>
            <a:off x="2324100" y="457200"/>
            <a:ext cx="38100" cy="38100"/>
          </a:xfrm>
          <a:prstGeom prst="rect">
            <a:avLst/>
          </a:prstGeom>
          <a:solidFill>
            <a:srgbClr val="CED7E6">
              <a:alpha val="54578"/>
            </a:srgbClr>
          </a:solidFill>
          <a:ln>
            <a:noFill/>
          </a:ln>
        </p:spPr>
      </p:sp>
      <p:sp>
        <p:nvSpPr>
          <p:cNvPr id="69" name="wm.whiteboard.126.36"/>
          <p:cNvSpPr/>
          <p:nvPr/>
        </p:nvSpPr>
        <p:spPr>
          <a:xfrm>
            <a:off x="2324100" y="685800"/>
            <a:ext cx="38100" cy="38100"/>
          </a:xfrm>
          <a:prstGeom prst="rect">
            <a:avLst/>
          </a:prstGeom>
          <a:solidFill>
            <a:srgbClr val="CED7E6">
              <a:alpha val="50182"/>
            </a:srgbClr>
          </a:solidFill>
          <a:ln>
            <a:noFill/>
          </a:ln>
        </p:spPr>
      </p:sp>
      <p:sp>
        <p:nvSpPr>
          <p:cNvPr id="70" name="wm.whiteboard.126.54"/>
          <p:cNvSpPr/>
          <p:nvPr/>
        </p:nvSpPr>
        <p:spPr>
          <a:xfrm>
            <a:off x="2324100" y="914400"/>
            <a:ext cx="38100" cy="38100"/>
          </a:xfrm>
          <a:prstGeom prst="rect">
            <a:avLst/>
          </a:prstGeom>
          <a:solidFill>
            <a:srgbClr val="CED7E6">
              <a:alpha val="43386"/>
            </a:srgbClr>
          </a:solidFill>
          <a:ln>
            <a:noFill/>
          </a:ln>
        </p:spPr>
      </p:sp>
      <p:sp>
        <p:nvSpPr>
          <p:cNvPr id="71" name="wm.whiteboard.126.72"/>
          <p:cNvSpPr/>
          <p:nvPr/>
        </p:nvSpPr>
        <p:spPr>
          <a:xfrm>
            <a:off x="2324100" y="1143000"/>
            <a:ext cx="38100" cy="38100"/>
          </a:xfrm>
          <a:prstGeom prst="rect">
            <a:avLst/>
          </a:prstGeom>
          <a:solidFill>
            <a:srgbClr val="CED7E6">
              <a:alpha val="34598"/>
            </a:srgbClr>
          </a:solidFill>
          <a:ln>
            <a:noFill/>
          </a:ln>
        </p:spPr>
      </p:sp>
      <p:sp>
        <p:nvSpPr>
          <p:cNvPr id="72" name="wm.whiteboard.126.90"/>
          <p:cNvSpPr/>
          <p:nvPr/>
        </p:nvSpPr>
        <p:spPr>
          <a:xfrm>
            <a:off x="2324100" y="1371600"/>
            <a:ext cx="38100" cy="38100"/>
          </a:xfrm>
          <a:prstGeom prst="rect">
            <a:avLst/>
          </a:prstGeom>
          <a:solidFill>
            <a:srgbClr val="CED7E6">
              <a:alpha val="24223"/>
            </a:srgbClr>
          </a:solidFill>
          <a:ln>
            <a:noFill/>
          </a:ln>
        </p:spPr>
      </p:sp>
      <p:sp>
        <p:nvSpPr>
          <p:cNvPr id="73" name="wm.whiteboard.126.108"/>
          <p:cNvSpPr/>
          <p:nvPr/>
        </p:nvSpPr>
        <p:spPr>
          <a:xfrm>
            <a:off x="2324100" y="1600200"/>
            <a:ext cx="38100" cy="38100"/>
          </a:xfrm>
          <a:prstGeom prst="rect">
            <a:avLst/>
          </a:prstGeom>
          <a:solidFill>
            <a:srgbClr val="CED7E6">
              <a:alpha val="12610"/>
            </a:srgbClr>
          </a:solidFill>
          <a:ln>
            <a:noFill/>
          </a:ln>
        </p:spPr>
      </p:sp>
      <p:sp>
        <p:nvSpPr>
          <p:cNvPr id="74" name="wm.whiteboard.126.126"/>
          <p:cNvSpPr/>
          <p:nvPr/>
        </p:nvSpPr>
        <p:spPr>
          <a:xfrm>
            <a:off x="2324100" y="1828800"/>
            <a:ext cx="38100" cy="38100"/>
          </a:xfrm>
          <a:prstGeom prst="rect">
            <a:avLst/>
          </a:prstGeom>
          <a:solidFill>
            <a:srgbClr val="CED7E6">
              <a:alpha val="40"/>
            </a:srgbClr>
          </a:solidFill>
          <a:ln>
            <a:noFill/>
          </a:ln>
        </p:spPr>
      </p:sp>
      <p:sp>
        <p:nvSpPr>
          <p:cNvPr id="75" name="wm.whiteboard.144.0"/>
          <p:cNvSpPr/>
          <p:nvPr/>
        </p:nvSpPr>
        <p:spPr>
          <a:xfrm>
            <a:off x="2552700" y="228600"/>
            <a:ext cx="38100" cy="38100"/>
          </a:xfrm>
          <a:prstGeom prst="rect">
            <a:avLst/>
          </a:prstGeom>
          <a:solidFill>
            <a:srgbClr val="CED7E6">
              <a:alpha val="42471"/>
            </a:srgbClr>
          </a:solidFill>
          <a:ln>
            <a:noFill/>
          </a:ln>
        </p:spPr>
      </p:sp>
      <p:sp>
        <p:nvSpPr>
          <p:cNvPr id="76" name="wm.whiteboard.144.18"/>
          <p:cNvSpPr/>
          <p:nvPr/>
        </p:nvSpPr>
        <p:spPr>
          <a:xfrm>
            <a:off x="2552700" y="457200"/>
            <a:ext cx="38100" cy="38100"/>
          </a:xfrm>
          <a:prstGeom prst="rect">
            <a:avLst/>
          </a:prstGeom>
          <a:solidFill>
            <a:srgbClr val="CED7E6">
              <a:alpha val="41005"/>
            </a:srgbClr>
          </a:solidFill>
          <a:ln>
            <a:noFill/>
          </a:ln>
        </p:spPr>
      </p:sp>
      <p:sp>
        <p:nvSpPr>
          <p:cNvPr id="77" name="wm.whiteboard.144.36"/>
          <p:cNvSpPr/>
          <p:nvPr/>
        </p:nvSpPr>
        <p:spPr>
          <a:xfrm>
            <a:off x="2552700" y="685800"/>
            <a:ext cx="38100" cy="38100"/>
          </a:xfrm>
          <a:prstGeom prst="rect">
            <a:avLst/>
          </a:prstGeom>
          <a:solidFill>
            <a:srgbClr val="CED7E6">
              <a:alpha val="37120"/>
            </a:srgbClr>
          </a:solidFill>
          <a:ln>
            <a:noFill/>
          </a:ln>
        </p:spPr>
      </p:sp>
      <p:sp>
        <p:nvSpPr>
          <p:cNvPr id="78" name="wm.whiteboard.144.54"/>
          <p:cNvSpPr/>
          <p:nvPr/>
        </p:nvSpPr>
        <p:spPr>
          <a:xfrm>
            <a:off x="2552700" y="914400"/>
            <a:ext cx="38100" cy="38100"/>
          </a:xfrm>
          <a:prstGeom prst="rect">
            <a:avLst/>
          </a:prstGeom>
          <a:solidFill>
            <a:srgbClr val="CED7E6">
              <a:alpha val="31044"/>
            </a:srgbClr>
          </a:solidFill>
          <a:ln>
            <a:noFill/>
          </a:ln>
        </p:spPr>
      </p:sp>
      <p:sp>
        <p:nvSpPr>
          <p:cNvPr id="79" name="wm.whiteboard.144.72"/>
          <p:cNvSpPr/>
          <p:nvPr/>
        </p:nvSpPr>
        <p:spPr>
          <a:xfrm>
            <a:off x="2552700" y="1143000"/>
            <a:ext cx="38100" cy="38100"/>
          </a:xfrm>
          <a:prstGeom prst="rect">
            <a:avLst/>
          </a:prstGeom>
          <a:solidFill>
            <a:srgbClr val="CED7E6">
              <a:alpha val="23083"/>
            </a:srgbClr>
          </a:solidFill>
          <a:ln>
            <a:noFill/>
          </a:ln>
        </p:spPr>
      </p:sp>
      <p:sp>
        <p:nvSpPr>
          <p:cNvPr id="80" name="wm.whiteboard.144.90"/>
          <p:cNvSpPr/>
          <p:nvPr/>
        </p:nvSpPr>
        <p:spPr>
          <a:xfrm>
            <a:off x="2552700" y="1371600"/>
            <a:ext cx="38100" cy="38100"/>
          </a:xfrm>
          <a:prstGeom prst="rect">
            <a:avLst/>
          </a:prstGeom>
          <a:solidFill>
            <a:srgbClr val="CED7E6">
              <a:alpha val="13557"/>
            </a:srgbClr>
          </a:solidFill>
          <a:ln>
            <a:noFill/>
          </a:ln>
        </p:spPr>
      </p:sp>
      <p:sp>
        <p:nvSpPr>
          <p:cNvPr id="81" name="wm.whiteboard.144.108"/>
          <p:cNvSpPr/>
          <p:nvPr/>
        </p:nvSpPr>
        <p:spPr>
          <a:xfrm>
            <a:off x="2552700" y="1600200"/>
            <a:ext cx="38100" cy="38100"/>
          </a:xfrm>
          <a:prstGeom prst="rect">
            <a:avLst/>
          </a:prstGeom>
          <a:solidFill>
            <a:srgbClr val="CED7E6">
              <a:alpha val="2762"/>
            </a:srgbClr>
          </a:solidFill>
          <a:ln>
            <a:noFill/>
          </a:ln>
        </p:spPr>
      </p:sp>
      <p:sp>
        <p:nvSpPr>
          <p:cNvPr id="82" name="wm.whiteboard.162.0"/>
          <p:cNvSpPr/>
          <p:nvPr/>
        </p:nvSpPr>
        <p:spPr>
          <a:xfrm>
            <a:off x="2781300" y="228600"/>
            <a:ext cx="38100" cy="38100"/>
          </a:xfrm>
          <a:prstGeom prst="rect">
            <a:avLst/>
          </a:prstGeom>
          <a:solidFill>
            <a:srgbClr val="CED7E6">
              <a:alpha val="28695"/>
            </a:srgbClr>
          </a:solidFill>
          <a:ln>
            <a:noFill/>
          </a:ln>
        </p:spPr>
      </p:sp>
      <p:sp>
        <p:nvSpPr>
          <p:cNvPr id="83" name="wm.whiteboard.162.18"/>
          <p:cNvSpPr/>
          <p:nvPr/>
        </p:nvSpPr>
        <p:spPr>
          <a:xfrm>
            <a:off x="2781300" y="457200"/>
            <a:ext cx="38100" cy="38100"/>
          </a:xfrm>
          <a:prstGeom prst="rect">
            <a:avLst/>
          </a:prstGeom>
          <a:solidFill>
            <a:srgbClr val="CED7E6">
              <a:alpha val="27389"/>
            </a:srgbClr>
          </a:solidFill>
          <a:ln>
            <a:noFill/>
          </a:ln>
        </p:spPr>
      </p:sp>
      <p:sp>
        <p:nvSpPr>
          <p:cNvPr id="84" name="wm.whiteboard.162.36"/>
          <p:cNvSpPr/>
          <p:nvPr/>
        </p:nvSpPr>
        <p:spPr>
          <a:xfrm>
            <a:off x="2781300" y="685800"/>
            <a:ext cx="38100" cy="38100"/>
          </a:xfrm>
          <a:prstGeom prst="rect">
            <a:avLst/>
          </a:prstGeom>
          <a:solidFill>
            <a:srgbClr val="CED7E6">
              <a:alpha val="23910"/>
            </a:srgbClr>
          </a:solidFill>
          <a:ln>
            <a:noFill/>
          </a:ln>
        </p:spPr>
      </p:sp>
      <p:sp>
        <p:nvSpPr>
          <p:cNvPr id="85" name="wm.whiteboard.162.54"/>
          <p:cNvSpPr/>
          <p:nvPr/>
        </p:nvSpPr>
        <p:spPr>
          <a:xfrm>
            <a:off x="2781300" y="914400"/>
            <a:ext cx="38100" cy="38100"/>
          </a:xfrm>
          <a:prstGeom prst="rect">
            <a:avLst/>
          </a:prstGeom>
          <a:solidFill>
            <a:srgbClr val="CED7E6">
              <a:alpha val="18425"/>
            </a:srgbClr>
          </a:solidFill>
          <a:ln>
            <a:noFill/>
          </a:ln>
        </p:spPr>
      </p:sp>
      <p:sp>
        <p:nvSpPr>
          <p:cNvPr id="86" name="wm.whiteboard.162.72"/>
          <p:cNvSpPr/>
          <p:nvPr/>
        </p:nvSpPr>
        <p:spPr>
          <a:xfrm>
            <a:off x="2781300" y="1143000"/>
            <a:ext cx="38100" cy="38100"/>
          </a:xfrm>
          <a:prstGeom prst="rect">
            <a:avLst/>
          </a:prstGeom>
          <a:solidFill>
            <a:srgbClr val="CED7E6">
              <a:alpha val="11167"/>
            </a:srgbClr>
          </a:solidFill>
          <a:ln>
            <a:noFill/>
          </a:ln>
        </p:spPr>
      </p:sp>
      <p:sp>
        <p:nvSpPr>
          <p:cNvPr id="87" name="wm.whiteboard.162.90"/>
          <p:cNvSpPr/>
          <p:nvPr/>
        </p:nvSpPr>
        <p:spPr>
          <a:xfrm>
            <a:off x="2781300" y="1371600"/>
            <a:ext cx="38100" cy="38100"/>
          </a:xfrm>
          <a:prstGeom prst="rect">
            <a:avLst/>
          </a:prstGeom>
          <a:solidFill>
            <a:srgbClr val="CED7E6">
              <a:alpha val="2388"/>
            </a:srgbClr>
          </a:solidFill>
          <a:ln>
            <a:noFill/>
          </a:ln>
        </p:spPr>
      </p:sp>
      <p:sp>
        <p:nvSpPr>
          <p:cNvPr id="88" name="wm.whiteboard.180.0"/>
          <p:cNvSpPr/>
          <p:nvPr/>
        </p:nvSpPr>
        <p:spPr>
          <a:xfrm>
            <a:off x="3009900" y="228600"/>
            <a:ext cx="38100" cy="38100"/>
          </a:xfrm>
          <a:prstGeom prst="rect">
            <a:avLst/>
          </a:prstGeom>
          <a:solidFill>
            <a:srgbClr val="CED7E6">
              <a:alpha val="14918"/>
            </a:srgbClr>
          </a:solidFill>
          <a:ln>
            <a:noFill/>
          </a:ln>
        </p:spPr>
      </p:sp>
      <p:sp>
        <p:nvSpPr>
          <p:cNvPr id="89" name="wm.whiteboard.180.18"/>
          <p:cNvSpPr/>
          <p:nvPr/>
        </p:nvSpPr>
        <p:spPr>
          <a:xfrm>
            <a:off x="3009900" y="457200"/>
            <a:ext cx="38100" cy="38100"/>
          </a:xfrm>
          <a:prstGeom prst="rect">
            <a:avLst/>
          </a:prstGeom>
          <a:solidFill>
            <a:srgbClr val="CED7E6">
              <a:alpha val="13741"/>
            </a:srgbClr>
          </a:solidFill>
          <a:ln>
            <a:noFill/>
          </a:ln>
        </p:spPr>
      </p:sp>
      <p:sp>
        <p:nvSpPr>
          <p:cNvPr id="90" name="wm.whiteboard.180.36"/>
          <p:cNvSpPr/>
          <p:nvPr/>
        </p:nvSpPr>
        <p:spPr>
          <a:xfrm>
            <a:off x="3009900" y="685800"/>
            <a:ext cx="38100" cy="38100"/>
          </a:xfrm>
          <a:prstGeom prst="rect">
            <a:avLst/>
          </a:prstGeom>
          <a:solidFill>
            <a:srgbClr val="CED7E6">
              <a:alpha val="10593"/>
            </a:srgbClr>
          </a:solidFill>
          <a:ln>
            <a:noFill/>
          </a:ln>
        </p:spPr>
      </p:sp>
      <p:sp>
        <p:nvSpPr>
          <p:cNvPr id="91" name="wm.whiteboard.180.54"/>
          <p:cNvSpPr/>
          <p:nvPr/>
        </p:nvSpPr>
        <p:spPr>
          <a:xfrm>
            <a:off x="3009900" y="914400"/>
            <a:ext cx="38100" cy="38100"/>
          </a:xfrm>
          <a:prstGeom prst="rect">
            <a:avLst/>
          </a:prstGeom>
          <a:solidFill>
            <a:srgbClr val="CED7E6">
              <a:alpha val="5600"/>
            </a:srgbClr>
          </a:solidFill>
          <a:ln>
            <a:noFill/>
          </a:ln>
        </p:spPr>
      </p:sp>
      <p:sp>
        <p:nvSpPr>
          <p:cNvPr id="92" name="wm.whiteboard.198.0"/>
          <p:cNvSpPr/>
          <p:nvPr/>
        </p:nvSpPr>
        <p:spPr>
          <a:xfrm>
            <a:off x="3238500" y="228600"/>
            <a:ext cx="38100" cy="38100"/>
          </a:xfrm>
          <a:prstGeom prst="rect">
            <a:avLst/>
          </a:prstGeom>
          <a:solidFill>
            <a:srgbClr val="CED7E6">
              <a:alpha val="1142"/>
            </a:srgbClr>
          </a:solidFill>
          <a:ln>
            <a:noFill/>
          </a:ln>
        </p:spPr>
      </p:sp>
      <p:sp>
        <p:nvSpPr>
          <p:cNvPr id="93" name="wm.whiteboard.198.18"/>
          <p:cNvSpPr/>
          <p:nvPr/>
        </p:nvSpPr>
        <p:spPr>
          <a:xfrm>
            <a:off x="3238500" y="457200"/>
            <a:ext cx="38100" cy="38100"/>
          </a:xfrm>
          <a:prstGeom prst="rect">
            <a:avLst/>
          </a:prstGeom>
          <a:solidFill>
            <a:srgbClr val="CED7E6">
              <a:alpha val="69"/>
            </a:srgbClr>
          </a:solidFill>
          <a:ln>
            <a:noFill/>
          </a:ln>
        </p:spPr>
      </p:sp>
      <p:sp>
        <p:nvSpPr>
          <p:cNvPr id="94" name="wm.header.rule"/>
          <p:cNvSpPr/>
          <p:nvPr/>
        </p:nvSpPr>
        <p:spPr>
          <a:xfrm>
            <a:off x="723900" y="1371600"/>
            <a:ext cx="10744200" cy="9525"/>
          </a:xfrm>
          <a:prstGeom prst="rect">
            <a:avLst/>
          </a:prstGeom>
          <a:solidFill>
            <a:srgbClr val="CED7E6"/>
          </a:solidFill>
          <a:ln>
            <a:noFill/>
          </a:ln>
        </p:spPr>
      </p:sp>
      <p:pic>
        <p:nvPicPr>
          <p:cNvPr id="95"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438900"/>
            <a:ext cx="729403" cy="152400"/>
          </a:xfrm>
          <a:prstGeom prst="rect">
            <a:avLst/>
          </a:prstGeom>
        </p:spPr>
      </p:pic>
      <p:sp>
        <p:nvSpPr>
          <p:cNvPr id="96" name="wm.legal"/>
          <p:cNvSpPr/>
          <p:nvPr/>
        </p:nvSpPr>
        <p:spPr>
          <a:xfrm>
            <a:off x="2171700" y="6400800"/>
            <a:ext cx="89154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wmds.frame.15d0f612804654f79f21">
    <p:bg>
      <p:bgPr>
        <a:solidFill>
          <a:srgbClr val="FFFFFF"/>
        </a:solidFill>
      </p:bgPr>
    </p:bg>
    <p:spTree>
      <p:nvGrpSpPr>
        <p:cNvPr id="1" name=""/>
        <p:cNvGrpSpPr/>
        <p:nvPr/>
      </p:nvGrpSpPr>
      <p:grpSpPr>
        <a:xfrm>
          <a:off x="0" y="0"/>
          <a:ext cx="0" cy="0"/>
          <a:chOff x="0" y="0"/>
          <a:chExt cx="0" cy="0"/>
        </a:xfrm>
      </p:grpSpPr>
      <p:sp>
        <p:nvSpPr>
          <p:cNvPr id="2" name="wm.footer.rule"/>
          <p:cNvSpPr/>
          <p:nvPr/>
        </p:nvSpPr>
        <p:spPr>
          <a:xfrm>
            <a:off x="723900" y="6057900"/>
            <a:ext cx="10744200" cy="9525"/>
          </a:xfrm>
          <a:prstGeom prst="rect">
            <a:avLst/>
          </a:prstGeom>
          <a:solidFill>
            <a:srgbClr val="CED7E6"/>
          </a:solidFill>
          <a:ln>
            <a:noFill/>
          </a:ln>
        </p:spPr>
      </p:sp>
      <p:sp>
        <p:nvSpPr>
          <p:cNvPr id="3" name="wm.whiteboard.0.0"/>
          <p:cNvSpPr/>
          <p:nvPr/>
        </p:nvSpPr>
        <p:spPr>
          <a:xfrm>
            <a:off x="266700" y="228600"/>
            <a:ext cx="38100" cy="38100"/>
          </a:xfrm>
          <a:prstGeom prst="rect">
            <a:avLst/>
          </a:prstGeom>
          <a:solidFill>
            <a:srgbClr val="CED7E6"/>
          </a:solidFill>
          <a:ln>
            <a:noFill/>
          </a:ln>
        </p:spPr>
      </p:sp>
      <p:sp>
        <p:nvSpPr>
          <p:cNvPr id="4" name="wm.whiteboard.0.18"/>
          <p:cNvSpPr/>
          <p:nvPr/>
        </p:nvSpPr>
        <p:spPr>
          <a:xfrm>
            <a:off x="266700" y="457200"/>
            <a:ext cx="38100" cy="38100"/>
          </a:xfrm>
          <a:prstGeom prst="rect">
            <a:avLst/>
          </a:prstGeom>
          <a:solidFill>
            <a:srgbClr val="CED7E6"/>
          </a:solidFill>
          <a:ln>
            <a:noFill/>
          </a:ln>
        </p:spPr>
      </p:sp>
      <p:sp>
        <p:nvSpPr>
          <p:cNvPr id="5" name="wm.whiteboard.0.36"/>
          <p:cNvSpPr/>
          <p:nvPr/>
        </p:nvSpPr>
        <p:spPr>
          <a:xfrm>
            <a:off x="266700" y="685800"/>
            <a:ext cx="38100" cy="38100"/>
          </a:xfrm>
          <a:prstGeom prst="rect">
            <a:avLst/>
          </a:prstGeom>
          <a:solidFill>
            <a:srgbClr val="CED7E6"/>
          </a:solidFill>
          <a:ln>
            <a:noFill/>
          </a:ln>
        </p:spPr>
      </p:sp>
      <p:sp>
        <p:nvSpPr>
          <p:cNvPr id="6" name="wm.whiteboard.0.54"/>
          <p:cNvSpPr/>
          <p:nvPr/>
        </p:nvSpPr>
        <p:spPr>
          <a:xfrm>
            <a:off x="266700" y="914400"/>
            <a:ext cx="38100" cy="38100"/>
          </a:xfrm>
          <a:prstGeom prst="rect">
            <a:avLst/>
          </a:prstGeom>
          <a:solidFill>
            <a:srgbClr val="CED7E6"/>
          </a:solidFill>
          <a:ln>
            <a:noFill/>
          </a:ln>
        </p:spPr>
      </p:sp>
      <p:sp>
        <p:nvSpPr>
          <p:cNvPr id="7" name="wm.whiteboard.0.72"/>
          <p:cNvSpPr/>
          <p:nvPr/>
        </p:nvSpPr>
        <p:spPr>
          <a:xfrm>
            <a:off x="266700" y="1143000"/>
            <a:ext cx="38100" cy="38100"/>
          </a:xfrm>
          <a:prstGeom prst="rect">
            <a:avLst/>
          </a:prstGeom>
          <a:solidFill>
            <a:srgbClr val="CED7E6">
              <a:alpha val="85305"/>
            </a:srgbClr>
          </a:solidFill>
          <a:ln>
            <a:noFill/>
          </a:ln>
        </p:spPr>
      </p:sp>
      <p:sp>
        <p:nvSpPr>
          <p:cNvPr id="8" name="wm.whiteboard.0.90"/>
          <p:cNvSpPr/>
          <p:nvPr/>
        </p:nvSpPr>
        <p:spPr>
          <a:xfrm>
            <a:off x="266700" y="1371600"/>
            <a:ext cx="38100" cy="38100"/>
          </a:xfrm>
          <a:prstGeom prst="rect">
            <a:avLst/>
          </a:prstGeom>
          <a:solidFill>
            <a:srgbClr val="CED7E6">
              <a:alpha val="68524"/>
            </a:srgbClr>
          </a:solidFill>
          <a:ln>
            <a:noFill/>
          </a:ln>
        </p:spPr>
      </p:sp>
      <p:sp>
        <p:nvSpPr>
          <p:cNvPr id="9" name="wm.whiteboard.0.108"/>
          <p:cNvSpPr/>
          <p:nvPr/>
        </p:nvSpPr>
        <p:spPr>
          <a:xfrm>
            <a:off x="266700" y="1600200"/>
            <a:ext cx="38100" cy="38100"/>
          </a:xfrm>
          <a:prstGeom prst="rect">
            <a:avLst/>
          </a:prstGeom>
          <a:solidFill>
            <a:srgbClr val="CED7E6">
              <a:alpha val="51742"/>
            </a:srgbClr>
          </a:solidFill>
          <a:ln>
            <a:noFill/>
          </a:ln>
        </p:spPr>
      </p:sp>
      <p:sp>
        <p:nvSpPr>
          <p:cNvPr id="10" name="wm.whiteboard.0.126"/>
          <p:cNvSpPr/>
          <p:nvPr/>
        </p:nvSpPr>
        <p:spPr>
          <a:xfrm>
            <a:off x="266700" y="1828800"/>
            <a:ext cx="38100" cy="38100"/>
          </a:xfrm>
          <a:prstGeom prst="rect">
            <a:avLst/>
          </a:prstGeom>
          <a:solidFill>
            <a:srgbClr val="CED7E6">
              <a:alpha val="34959"/>
            </a:srgbClr>
          </a:solidFill>
          <a:ln>
            <a:noFill/>
          </a:ln>
        </p:spPr>
      </p:sp>
      <p:sp>
        <p:nvSpPr>
          <p:cNvPr id="11" name="wm.whiteboard.0.144"/>
          <p:cNvSpPr/>
          <p:nvPr/>
        </p:nvSpPr>
        <p:spPr>
          <a:xfrm>
            <a:off x="266700" y="2057400"/>
            <a:ext cx="38100" cy="38100"/>
          </a:xfrm>
          <a:prstGeom prst="rect">
            <a:avLst/>
          </a:prstGeom>
          <a:solidFill>
            <a:srgbClr val="CED7E6">
              <a:alpha val="18177"/>
            </a:srgbClr>
          </a:solidFill>
          <a:ln>
            <a:noFill/>
          </a:ln>
        </p:spPr>
      </p:sp>
      <p:sp>
        <p:nvSpPr>
          <p:cNvPr id="12" name="wm.whiteboard.0.162"/>
          <p:cNvSpPr/>
          <p:nvPr/>
        </p:nvSpPr>
        <p:spPr>
          <a:xfrm>
            <a:off x="266700" y="2286000"/>
            <a:ext cx="38100" cy="38100"/>
          </a:xfrm>
          <a:prstGeom prst="rect">
            <a:avLst/>
          </a:prstGeom>
          <a:solidFill>
            <a:srgbClr val="CED7E6">
              <a:alpha val="1394"/>
            </a:srgbClr>
          </a:solidFill>
          <a:ln>
            <a:noFill/>
          </a:ln>
        </p:spPr>
      </p:sp>
      <p:sp>
        <p:nvSpPr>
          <p:cNvPr id="13" name="wm.whiteboard.18.0"/>
          <p:cNvSpPr/>
          <p:nvPr/>
        </p:nvSpPr>
        <p:spPr>
          <a:xfrm>
            <a:off x="495300" y="228600"/>
            <a:ext cx="38100" cy="38100"/>
          </a:xfrm>
          <a:prstGeom prst="rect">
            <a:avLst/>
          </a:prstGeom>
          <a:solidFill>
            <a:srgbClr val="CED7E6"/>
          </a:solidFill>
          <a:ln>
            <a:noFill/>
          </a:ln>
        </p:spPr>
      </p:sp>
      <p:sp>
        <p:nvSpPr>
          <p:cNvPr id="14" name="wm.whiteboard.18.18"/>
          <p:cNvSpPr/>
          <p:nvPr/>
        </p:nvSpPr>
        <p:spPr>
          <a:xfrm>
            <a:off x="495300" y="457200"/>
            <a:ext cx="38100" cy="38100"/>
          </a:xfrm>
          <a:prstGeom prst="rect">
            <a:avLst/>
          </a:prstGeom>
          <a:solidFill>
            <a:srgbClr val="CED7E6"/>
          </a:solidFill>
          <a:ln>
            <a:noFill/>
          </a:ln>
        </p:spPr>
      </p:sp>
      <p:sp>
        <p:nvSpPr>
          <p:cNvPr id="15" name="wm.whiteboard.18.36"/>
          <p:cNvSpPr/>
          <p:nvPr/>
        </p:nvSpPr>
        <p:spPr>
          <a:xfrm>
            <a:off x="495300" y="685800"/>
            <a:ext cx="38100" cy="38100"/>
          </a:xfrm>
          <a:prstGeom prst="rect">
            <a:avLst/>
          </a:prstGeom>
          <a:solidFill>
            <a:srgbClr val="CED7E6"/>
          </a:solidFill>
          <a:ln>
            <a:noFill/>
          </a:ln>
        </p:spPr>
      </p:sp>
      <p:sp>
        <p:nvSpPr>
          <p:cNvPr id="16" name="wm.whiteboard.18.54"/>
          <p:cNvSpPr/>
          <p:nvPr/>
        </p:nvSpPr>
        <p:spPr>
          <a:xfrm>
            <a:off x="495300" y="914400"/>
            <a:ext cx="38100" cy="38100"/>
          </a:xfrm>
          <a:prstGeom prst="rect">
            <a:avLst/>
          </a:prstGeom>
          <a:solidFill>
            <a:srgbClr val="CED7E6">
              <a:alpha val="99988"/>
            </a:srgbClr>
          </a:solidFill>
          <a:ln>
            <a:noFill/>
          </a:ln>
        </p:spPr>
      </p:sp>
      <p:sp>
        <p:nvSpPr>
          <p:cNvPr id="17" name="wm.whiteboard.18.72"/>
          <p:cNvSpPr/>
          <p:nvPr/>
        </p:nvSpPr>
        <p:spPr>
          <a:xfrm>
            <a:off x="495300" y="1143000"/>
            <a:ext cx="38100" cy="38100"/>
          </a:xfrm>
          <a:prstGeom prst="rect">
            <a:avLst/>
          </a:prstGeom>
          <a:solidFill>
            <a:srgbClr val="CED7E6">
              <a:alpha val="83708"/>
            </a:srgbClr>
          </a:solidFill>
          <a:ln>
            <a:noFill/>
          </a:ln>
        </p:spPr>
      </p:sp>
      <p:sp>
        <p:nvSpPr>
          <p:cNvPr id="18" name="wm.whiteboard.18.90"/>
          <p:cNvSpPr/>
          <p:nvPr/>
        </p:nvSpPr>
        <p:spPr>
          <a:xfrm>
            <a:off x="495300" y="1371600"/>
            <a:ext cx="38100" cy="38100"/>
          </a:xfrm>
          <a:prstGeom prst="rect">
            <a:avLst/>
          </a:prstGeom>
          <a:solidFill>
            <a:srgbClr val="CED7E6">
              <a:alpha val="67236"/>
            </a:srgbClr>
          </a:solidFill>
          <a:ln>
            <a:noFill/>
          </a:ln>
        </p:spPr>
      </p:sp>
      <p:sp>
        <p:nvSpPr>
          <p:cNvPr id="19" name="wm.whiteboard.18.108"/>
          <p:cNvSpPr/>
          <p:nvPr/>
        </p:nvSpPr>
        <p:spPr>
          <a:xfrm>
            <a:off x="495300" y="1600200"/>
            <a:ext cx="38100" cy="38100"/>
          </a:xfrm>
          <a:prstGeom prst="rect">
            <a:avLst/>
          </a:prstGeom>
          <a:solidFill>
            <a:srgbClr val="CED7E6">
              <a:alpha val="50663"/>
            </a:srgbClr>
          </a:solidFill>
          <a:ln>
            <a:noFill/>
          </a:ln>
        </p:spPr>
      </p:sp>
      <p:sp>
        <p:nvSpPr>
          <p:cNvPr id="20" name="wm.whiteboard.18.126"/>
          <p:cNvSpPr/>
          <p:nvPr/>
        </p:nvSpPr>
        <p:spPr>
          <a:xfrm>
            <a:off x="495300" y="1828800"/>
            <a:ext cx="38100" cy="38100"/>
          </a:xfrm>
          <a:prstGeom prst="rect">
            <a:avLst/>
          </a:prstGeom>
          <a:solidFill>
            <a:srgbClr val="CED7E6">
              <a:alpha val="34032"/>
            </a:srgbClr>
          </a:solidFill>
          <a:ln>
            <a:noFill/>
          </a:ln>
        </p:spPr>
      </p:sp>
      <p:sp>
        <p:nvSpPr>
          <p:cNvPr id="21" name="wm.whiteboard.18.144"/>
          <p:cNvSpPr/>
          <p:nvPr/>
        </p:nvSpPr>
        <p:spPr>
          <a:xfrm>
            <a:off x="495300" y="2057400"/>
            <a:ext cx="38100" cy="38100"/>
          </a:xfrm>
          <a:prstGeom prst="rect">
            <a:avLst/>
          </a:prstGeom>
          <a:solidFill>
            <a:srgbClr val="CED7E6">
              <a:alpha val="17363"/>
            </a:srgbClr>
          </a:solidFill>
          <a:ln>
            <a:noFill/>
          </a:ln>
        </p:spPr>
      </p:sp>
      <p:sp>
        <p:nvSpPr>
          <p:cNvPr id="22" name="wm.whiteboard.18.162"/>
          <p:cNvSpPr/>
          <p:nvPr/>
        </p:nvSpPr>
        <p:spPr>
          <a:xfrm>
            <a:off x="495300" y="2286000"/>
            <a:ext cx="38100" cy="38100"/>
          </a:xfrm>
          <a:prstGeom prst="rect">
            <a:avLst/>
          </a:prstGeom>
          <a:solidFill>
            <a:srgbClr val="CED7E6">
              <a:alpha val="670"/>
            </a:srgbClr>
          </a:solidFill>
          <a:ln>
            <a:noFill/>
          </a:ln>
        </p:spPr>
      </p:sp>
      <p:sp>
        <p:nvSpPr>
          <p:cNvPr id="23" name="wm.whiteboard.36.0"/>
          <p:cNvSpPr/>
          <p:nvPr/>
        </p:nvSpPr>
        <p:spPr>
          <a:xfrm>
            <a:off x="723900" y="228600"/>
            <a:ext cx="38100" cy="38100"/>
          </a:xfrm>
          <a:prstGeom prst="rect">
            <a:avLst/>
          </a:prstGeom>
          <a:solidFill>
            <a:srgbClr val="CED7E6"/>
          </a:solidFill>
          <a:ln>
            <a:noFill/>
          </a:ln>
        </p:spPr>
      </p:sp>
      <p:sp>
        <p:nvSpPr>
          <p:cNvPr id="24" name="wm.whiteboard.36.18"/>
          <p:cNvSpPr/>
          <p:nvPr/>
        </p:nvSpPr>
        <p:spPr>
          <a:xfrm>
            <a:off x="723900" y="457200"/>
            <a:ext cx="38100" cy="38100"/>
          </a:xfrm>
          <a:prstGeom prst="rect">
            <a:avLst/>
          </a:prstGeom>
          <a:solidFill>
            <a:srgbClr val="CED7E6"/>
          </a:solidFill>
          <a:ln>
            <a:noFill/>
          </a:ln>
        </p:spPr>
      </p:sp>
      <p:sp>
        <p:nvSpPr>
          <p:cNvPr id="25" name="wm.whiteboard.36.36"/>
          <p:cNvSpPr/>
          <p:nvPr/>
        </p:nvSpPr>
        <p:spPr>
          <a:xfrm>
            <a:off x="723900" y="685800"/>
            <a:ext cx="38100" cy="38100"/>
          </a:xfrm>
          <a:prstGeom prst="rect">
            <a:avLst/>
          </a:prstGeom>
          <a:solidFill>
            <a:srgbClr val="CED7E6"/>
          </a:solidFill>
          <a:ln>
            <a:noFill/>
          </a:ln>
        </p:spPr>
      </p:sp>
      <p:sp>
        <p:nvSpPr>
          <p:cNvPr id="26" name="wm.whiteboard.36.54"/>
          <p:cNvSpPr/>
          <p:nvPr/>
        </p:nvSpPr>
        <p:spPr>
          <a:xfrm>
            <a:off x="723900" y="914400"/>
            <a:ext cx="38100" cy="38100"/>
          </a:xfrm>
          <a:prstGeom prst="rect">
            <a:avLst/>
          </a:prstGeom>
          <a:solidFill>
            <a:srgbClr val="CED7E6">
              <a:alpha val="94671"/>
            </a:srgbClr>
          </a:solidFill>
          <a:ln>
            <a:noFill/>
          </a:ln>
        </p:spPr>
      </p:sp>
      <p:sp>
        <p:nvSpPr>
          <p:cNvPr id="27" name="wm.whiteboard.36.72"/>
          <p:cNvSpPr/>
          <p:nvPr/>
        </p:nvSpPr>
        <p:spPr>
          <a:xfrm>
            <a:off x="723900" y="1143000"/>
            <a:ext cx="38100" cy="38100"/>
          </a:xfrm>
          <a:prstGeom prst="rect">
            <a:avLst/>
          </a:prstGeom>
          <a:solidFill>
            <a:srgbClr val="CED7E6">
              <a:alpha val="79547"/>
            </a:srgbClr>
          </a:solidFill>
          <a:ln>
            <a:noFill/>
          </a:ln>
        </p:spPr>
      </p:sp>
      <p:sp>
        <p:nvSpPr>
          <p:cNvPr id="28" name="wm.whiteboard.36.90"/>
          <p:cNvSpPr/>
          <p:nvPr/>
        </p:nvSpPr>
        <p:spPr>
          <a:xfrm>
            <a:off x="723900" y="1371600"/>
            <a:ext cx="38100" cy="38100"/>
          </a:xfrm>
          <a:prstGeom prst="rect">
            <a:avLst/>
          </a:prstGeom>
          <a:solidFill>
            <a:srgbClr val="CED7E6">
              <a:alpha val="63833"/>
            </a:srgbClr>
          </a:solidFill>
          <a:ln>
            <a:noFill/>
          </a:ln>
        </p:spPr>
      </p:sp>
      <p:sp>
        <p:nvSpPr>
          <p:cNvPr id="29" name="wm.whiteboard.36.108"/>
          <p:cNvSpPr/>
          <p:nvPr/>
        </p:nvSpPr>
        <p:spPr>
          <a:xfrm>
            <a:off x="723900" y="1600200"/>
            <a:ext cx="38100" cy="38100"/>
          </a:xfrm>
          <a:prstGeom prst="rect">
            <a:avLst/>
          </a:prstGeom>
          <a:solidFill>
            <a:srgbClr val="CED7E6">
              <a:alpha val="47790"/>
            </a:srgbClr>
          </a:solidFill>
          <a:ln>
            <a:noFill/>
          </a:ln>
        </p:spPr>
      </p:sp>
      <p:sp>
        <p:nvSpPr>
          <p:cNvPr id="30" name="wm.whiteboard.36.126"/>
          <p:cNvSpPr/>
          <p:nvPr/>
        </p:nvSpPr>
        <p:spPr>
          <a:xfrm>
            <a:off x="723900" y="1828800"/>
            <a:ext cx="38100" cy="38100"/>
          </a:xfrm>
          <a:prstGeom prst="rect">
            <a:avLst/>
          </a:prstGeom>
          <a:solidFill>
            <a:srgbClr val="CED7E6">
              <a:alpha val="31549"/>
            </a:srgbClr>
          </a:solidFill>
          <a:ln>
            <a:noFill/>
          </a:ln>
        </p:spPr>
      </p:sp>
      <p:sp>
        <p:nvSpPr>
          <p:cNvPr id="31" name="wm.whiteboard.36.144"/>
          <p:cNvSpPr/>
          <p:nvPr/>
        </p:nvSpPr>
        <p:spPr>
          <a:xfrm>
            <a:off x="723900" y="2057400"/>
            <a:ext cx="38100" cy="38100"/>
          </a:xfrm>
          <a:prstGeom prst="rect">
            <a:avLst/>
          </a:prstGeom>
          <a:solidFill>
            <a:srgbClr val="CED7E6">
              <a:alpha val="15179"/>
            </a:srgbClr>
          </a:solidFill>
          <a:ln>
            <a:noFill/>
          </a:ln>
        </p:spPr>
      </p:sp>
      <p:sp>
        <p:nvSpPr>
          <p:cNvPr id="32" name="wm.whiteboard.54.0"/>
          <p:cNvSpPr/>
          <p:nvPr/>
        </p:nvSpPr>
        <p:spPr>
          <a:xfrm>
            <a:off x="952500" y="228600"/>
            <a:ext cx="38100" cy="38100"/>
          </a:xfrm>
          <a:prstGeom prst="rect">
            <a:avLst/>
          </a:prstGeom>
          <a:solidFill>
            <a:srgbClr val="CED7E6"/>
          </a:solidFill>
          <a:ln>
            <a:noFill/>
          </a:ln>
        </p:spPr>
      </p:sp>
      <p:sp>
        <p:nvSpPr>
          <p:cNvPr id="33" name="wm.whiteboard.54.18"/>
          <p:cNvSpPr/>
          <p:nvPr/>
        </p:nvSpPr>
        <p:spPr>
          <a:xfrm>
            <a:off x="952500" y="457200"/>
            <a:ext cx="38100" cy="38100"/>
          </a:xfrm>
          <a:prstGeom prst="rect">
            <a:avLst/>
          </a:prstGeom>
          <a:solidFill>
            <a:srgbClr val="CED7E6"/>
          </a:solidFill>
          <a:ln>
            <a:noFill/>
          </a:ln>
        </p:spPr>
      </p:sp>
      <p:sp>
        <p:nvSpPr>
          <p:cNvPr id="34" name="wm.whiteboard.54.36"/>
          <p:cNvSpPr/>
          <p:nvPr/>
        </p:nvSpPr>
        <p:spPr>
          <a:xfrm>
            <a:off x="952500" y="685800"/>
            <a:ext cx="38100" cy="38100"/>
          </a:xfrm>
          <a:prstGeom prst="rect">
            <a:avLst/>
          </a:prstGeom>
          <a:solidFill>
            <a:srgbClr val="CED7E6">
              <a:alpha val="98827"/>
            </a:srgbClr>
          </a:solidFill>
          <a:ln>
            <a:noFill/>
          </a:ln>
        </p:spPr>
      </p:sp>
      <p:sp>
        <p:nvSpPr>
          <p:cNvPr id="35" name="wm.whiteboard.54.54"/>
          <p:cNvSpPr/>
          <p:nvPr/>
        </p:nvSpPr>
        <p:spPr>
          <a:xfrm>
            <a:off x="952500" y="914400"/>
            <a:ext cx="38100" cy="38100"/>
          </a:xfrm>
          <a:prstGeom prst="rect">
            <a:avLst/>
          </a:prstGeom>
          <a:solidFill>
            <a:srgbClr val="CED7E6">
              <a:alpha val="86895"/>
            </a:srgbClr>
          </a:solidFill>
          <a:ln>
            <a:noFill/>
          </a:ln>
        </p:spPr>
      </p:sp>
      <p:sp>
        <p:nvSpPr>
          <p:cNvPr id="36" name="wm.whiteboard.54.72"/>
          <p:cNvSpPr/>
          <p:nvPr/>
        </p:nvSpPr>
        <p:spPr>
          <a:xfrm>
            <a:off x="952500" y="1143000"/>
            <a:ext cx="38100" cy="38100"/>
          </a:xfrm>
          <a:prstGeom prst="rect">
            <a:avLst/>
          </a:prstGeom>
          <a:solidFill>
            <a:srgbClr val="CED7E6">
              <a:alpha val="73217"/>
            </a:srgbClr>
          </a:solidFill>
          <a:ln>
            <a:noFill/>
          </a:ln>
        </p:spPr>
      </p:sp>
      <p:sp>
        <p:nvSpPr>
          <p:cNvPr id="37" name="wm.whiteboard.54.90"/>
          <p:cNvSpPr/>
          <p:nvPr/>
        </p:nvSpPr>
        <p:spPr>
          <a:xfrm>
            <a:off x="952500" y="1371600"/>
            <a:ext cx="38100" cy="38100"/>
          </a:xfrm>
          <a:prstGeom prst="rect">
            <a:avLst/>
          </a:prstGeom>
          <a:solidFill>
            <a:srgbClr val="CED7E6">
              <a:alpha val="58541"/>
            </a:srgbClr>
          </a:solidFill>
          <a:ln>
            <a:noFill/>
          </a:ln>
        </p:spPr>
      </p:sp>
      <p:sp>
        <p:nvSpPr>
          <p:cNvPr id="38" name="wm.whiteboard.54.108"/>
          <p:cNvSpPr/>
          <p:nvPr/>
        </p:nvSpPr>
        <p:spPr>
          <a:xfrm>
            <a:off x="952500" y="1600200"/>
            <a:ext cx="38100" cy="38100"/>
          </a:xfrm>
          <a:prstGeom prst="rect">
            <a:avLst/>
          </a:prstGeom>
          <a:solidFill>
            <a:srgbClr val="CED7E6">
              <a:alpha val="43263"/>
            </a:srgbClr>
          </a:solidFill>
          <a:ln>
            <a:noFill/>
          </a:ln>
        </p:spPr>
      </p:sp>
      <p:sp>
        <p:nvSpPr>
          <p:cNvPr id="39" name="wm.whiteboard.54.126"/>
          <p:cNvSpPr/>
          <p:nvPr/>
        </p:nvSpPr>
        <p:spPr>
          <a:xfrm>
            <a:off x="952500" y="1828800"/>
            <a:ext cx="38100" cy="38100"/>
          </a:xfrm>
          <a:prstGeom prst="rect">
            <a:avLst/>
          </a:prstGeom>
          <a:solidFill>
            <a:srgbClr val="CED7E6">
              <a:alpha val="27603"/>
            </a:srgbClr>
          </a:solidFill>
          <a:ln>
            <a:noFill/>
          </a:ln>
        </p:spPr>
      </p:sp>
      <p:sp>
        <p:nvSpPr>
          <p:cNvPr id="40" name="wm.whiteboard.54.144"/>
          <p:cNvSpPr/>
          <p:nvPr/>
        </p:nvSpPr>
        <p:spPr>
          <a:xfrm>
            <a:off x="952500" y="2057400"/>
            <a:ext cx="38100" cy="38100"/>
          </a:xfrm>
          <a:prstGeom prst="rect">
            <a:avLst/>
          </a:prstGeom>
          <a:solidFill>
            <a:srgbClr val="CED7E6">
              <a:alpha val="11687"/>
            </a:srgbClr>
          </a:solidFill>
          <a:ln>
            <a:noFill/>
          </a:ln>
        </p:spPr>
      </p:sp>
      <p:sp>
        <p:nvSpPr>
          <p:cNvPr id="41" name="wm.whiteboard.72.0"/>
          <p:cNvSpPr/>
          <p:nvPr/>
        </p:nvSpPr>
        <p:spPr>
          <a:xfrm>
            <a:off x="1181100" y="228600"/>
            <a:ext cx="38100" cy="38100"/>
          </a:xfrm>
          <a:prstGeom prst="rect">
            <a:avLst/>
          </a:prstGeom>
          <a:solidFill>
            <a:srgbClr val="CED7E6">
              <a:alpha val="97572"/>
            </a:srgbClr>
          </a:solidFill>
          <a:ln>
            <a:noFill/>
          </a:ln>
        </p:spPr>
      </p:sp>
      <p:sp>
        <p:nvSpPr>
          <p:cNvPr id="42" name="wm.whiteboard.72.18"/>
          <p:cNvSpPr/>
          <p:nvPr/>
        </p:nvSpPr>
        <p:spPr>
          <a:xfrm>
            <a:off x="1181100" y="457200"/>
            <a:ext cx="38100" cy="38100"/>
          </a:xfrm>
          <a:prstGeom prst="rect">
            <a:avLst/>
          </a:prstGeom>
          <a:solidFill>
            <a:srgbClr val="CED7E6">
              <a:alpha val="94724"/>
            </a:srgbClr>
          </a:solidFill>
          <a:ln>
            <a:noFill/>
          </a:ln>
        </p:spPr>
      </p:sp>
      <p:sp>
        <p:nvSpPr>
          <p:cNvPr id="43" name="wm.whiteboard.72.36"/>
          <p:cNvSpPr/>
          <p:nvPr/>
        </p:nvSpPr>
        <p:spPr>
          <a:xfrm>
            <a:off x="1181100" y="685800"/>
            <a:ext cx="38100" cy="38100"/>
          </a:xfrm>
          <a:prstGeom prst="rect">
            <a:avLst/>
          </a:prstGeom>
          <a:solidFill>
            <a:srgbClr val="CED7E6">
              <a:alpha val="87609"/>
            </a:srgbClr>
          </a:solidFill>
          <a:ln>
            <a:noFill/>
          </a:ln>
        </p:spPr>
      </p:sp>
      <p:sp>
        <p:nvSpPr>
          <p:cNvPr id="44" name="wm.whiteboard.72.54"/>
          <p:cNvSpPr/>
          <p:nvPr/>
        </p:nvSpPr>
        <p:spPr>
          <a:xfrm>
            <a:off x="1181100" y="914400"/>
            <a:ext cx="38100" cy="38100"/>
          </a:xfrm>
          <a:prstGeom prst="rect">
            <a:avLst/>
          </a:prstGeom>
          <a:solidFill>
            <a:srgbClr val="CED7E6">
              <a:alpha val="77408"/>
            </a:srgbClr>
          </a:solidFill>
          <a:ln>
            <a:noFill/>
          </a:ln>
        </p:spPr>
      </p:sp>
      <p:sp>
        <p:nvSpPr>
          <p:cNvPr id="45" name="wm.whiteboard.72.72"/>
          <p:cNvSpPr/>
          <p:nvPr/>
        </p:nvSpPr>
        <p:spPr>
          <a:xfrm>
            <a:off x="1181100" y="1143000"/>
            <a:ext cx="38100" cy="38100"/>
          </a:xfrm>
          <a:prstGeom prst="rect">
            <a:avLst/>
          </a:prstGeom>
          <a:solidFill>
            <a:srgbClr val="CED7E6">
              <a:alpha val="65181"/>
            </a:srgbClr>
          </a:solidFill>
          <a:ln>
            <a:noFill/>
          </a:ln>
        </p:spPr>
      </p:sp>
      <p:sp>
        <p:nvSpPr>
          <p:cNvPr id="46" name="wm.whiteboard.72.90"/>
          <p:cNvSpPr/>
          <p:nvPr/>
        </p:nvSpPr>
        <p:spPr>
          <a:xfrm>
            <a:off x="1181100" y="1371600"/>
            <a:ext cx="38100" cy="38100"/>
          </a:xfrm>
          <a:prstGeom prst="rect">
            <a:avLst/>
          </a:prstGeom>
          <a:solidFill>
            <a:srgbClr val="CED7E6">
              <a:alpha val="51653"/>
            </a:srgbClr>
          </a:solidFill>
          <a:ln>
            <a:noFill/>
          </a:ln>
        </p:spPr>
      </p:sp>
      <p:sp>
        <p:nvSpPr>
          <p:cNvPr id="47" name="wm.whiteboard.72.108"/>
          <p:cNvSpPr/>
          <p:nvPr/>
        </p:nvSpPr>
        <p:spPr>
          <a:xfrm>
            <a:off x="1181100" y="1600200"/>
            <a:ext cx="38100" cy="38100"/>
          </a:xfrm>
          <a:prstGeom prst="rect">
            <a:avLst/>
          </a:prstGeom>
          <a:solidFill>
            <a:srgbClr val="CED7E6">
              <a:alpha val="37275"/>
            </a:srgbClr>
          </a:solidFill>
          <a:ln>
            <a:noFill/>
          </a:ln>
        </p:spPr>
      </p:sp>
      <p:sp>
        <p:nvSpPr>
          <p:cNvPr id="48" name="wm.whiteboard.72.126"/>
          <p:cNvSpPr/>
          <p:nvPr/>
        </p:nvSpPr>
        <p:spPr>
          <a:xfrm>
            <a:off x="1181100" y="1828800"/>
            <a:ext cx="38100" cy="38100"/>
          </a:xfrm>
          <a:prstGeom prst="rect">
            <a:avLst/>
          </a:prstGeom>
          <a:solidFill>
            <a:srgbClr val="CED7E6">
              <a:alpha val="22326"/>
            </a:srgbClr>
          </a:solidFill>
          <a:ln>
            <a:noFill/>
          </a:ln>
        </p:spPr>
      </p:sp>
      <p:sp>
        <p:nvSpPr>
          <p:cNvPr id="49" name="wm.whiteboard.72.144"/>
          <p:cNvSpPr/>
          <p:nvPr/>
        </p:nvSpPr>
        <p:spPr>
          <a:xfrm>
            <a:off x="1181100" y="2057400"/>
            <a:ext cx="38100" cy="38100"/>
          </a:xfrm>
          <a:prstGeom prst="rect">
            <a:avLst/>
          </a:prstGeom>
          <a:solidFill>
            <a:srgbClr val="CED7E6">
              <a:alpha val="6980"/>
            </a:srgbClr>
          </a:solidFill>
          <a:ln>
            <a:noFill/>
          </a:ln>
        </p:spPr>
      </p:sp>
      <p:sp>
        <p:nvSpPr>
          <p:cNvPr id="50" name="wm.whiteboard.90.0"/>
          <p:cNvSpPr/>
          <p:nvPr/>
        </p:nvSpPr>
        <p:spPr>
          <a:xfrm>
            <a:off x="1409700" y="228600"/>
            <a:ext cx="38100" cy="38100"/>
          </a:xfrm>
          <a:prstGeom prst="rect">
            <a:avLst/>
          </a:prstGeom>
          <a:solidFill>
            <a:srgbClr val="CED7E6">
              <a:alpha val="83798"/>
            </a:srgbClr>
          </a:solidFill>
          <a:ln>
            <a:noFill/>
          </a:ln>
        </p:spPr>
      </p:sp>
      <p:sp>
        <p:nvSpPr>
          <p:cNvPr id="51" name="wm.whiteboard.90.18"/>
          <p:cNvSpPr/>
          <p:nvPr/>
        </p:nvSpPr>
        <p:spPr>
          <a:xfrm>
            <a:off x="1409700" y="457200"/>
            <a:ext cx="38100" cy="38100"/>
          </a:xfrm>
          <a:prstGeom prst="rect">
            <a:avLst/>
          </a:prstGeom>
          <a:solidFill>
            <a:srgbClr val="CED7E6">
              <a:alpha val="81490"/>
            </a:srgbClr>
          </a:solidFill>
          <a:ln>
            <a:noFill/>
          </a:ln>
        </p:spPr>
      </p:sp>
      <p:sp>
        <p:nvSpPr>
          <p:cNvPr id="52" name="wm.whiteboard.90.36"/>
          <p:cNvSpPr/>
          <p:nvPr/>
        </p:nvSpPr>
        <p:spPr>
          <a:xfrm>
            <a:off x="1409700" y="685800"/>
            <a:ext cx="38100" cy="38100"/>
          </a:xfrm>
          <a:prstGeom prst="rect">
            <a:avLst/>
          </a:prstGeom>
          <a:solidFill>
            <a:srgbClr val="CED7E6">
              <a:alpha val="75569"/>
            </a:srgbClr>
          </a:solidFill>
          <a:ln>
            <a:noFill/>
          </a:ln>
        </p:spPr>
      </p:sp>
      <p:sp>
        <p:nvSpPr>
          <p:cNvPr id="53" name="wm.whiteboard.90.54"/>
          <p:cNvSpPr/>
          <p:nvPr/>
        </p:nvSpPr>
        <p:spPr>
          <a:xfrm>
            <a:off x="1409700" y="914400"/>
            <a:ext cx="38100" cy="38100"/>
          </a:xfrm>
          <a:prstGeom prst="rect">
            <a:avLst/>
          </a:prstGeom>
          <a:solidFill>
            <a:srgbClr val="CED7E6">
              <a:alpha val="66767"/>
            </a:srgbClr>
          </a:solidFill>
          <a:ln>
            <a:noFill/>
          </a:ln>
        </p:spPr>
      </p:sp>
      <p:sp>
        <p:nvSpPr>
          <p:cNvPr id="54" name="wm.whiteboard.90.72"/>
          <p:cNvSpPr/>
          <p:nvPr/>
        </p:nvSpPr>
        <p:spPr>
          <a:xfrm>
            <a:off x="1409700" y="1143000"/>
            <a:ext cx="38100" cy="38100"/>
          </a:xfrm>
          <a:prstGeom prst="rect">
            <a:avLst/>
          </a:prstGeom>
          <a:solidFill>
            <a:srgbClr val="CED7E6">
              <a:alpha val="55859"/>
            </a:srgbClr>
          </a:solidFill>
          <a:ln>
            <a:noFill/>
          </a:ln>
        </p:spPr>
      </p:sp>
      <p:sp>
        <p:nvSpPr>
          <p:cNvPr id="55" name="wm.whiteboard.90.90"/>
          <p:cNvSpPr/>
          <p:nvPr/>
        </p:nvSpPr>
        <p:spPr>
          <a:xfrm>
            <a:off x="1409700" y="1371600"/>
            <a:ext cx="38100" cy="38100"/>
          </a:xfrm>
          <a:prstGeom prst="rect">
            <a:avLst/>
          </a:prstGeom>
          <a:solidFill>
            <a:srgbClr val="CED7E6">
              <a:alpha val="43468"/>
            </a:srgbClr>
          </a:solidFill>
          <a:ln>
            <a:noFill/>
          </a:ln>
        </p:spPr>
      </p:sp>
      <p:sp>
        <p:nvSpPr>
          <p:cNvPr id="56" name="wm.whiteboard.90.108"/>
          <p:cNvSpPr/>
          <p:nvPr/>
        </p:nvSpPr>
        <p:spPr>
          <a:xfrm>
            <a:off x="1409700" y="1600200"/>
            <a:ext cx="38100" cy="38100"/>
          </a:xfrm>
          <a:prstGeom prst="rect">
            <a:avLst/>
          </a:prstGeom>
          <a:solidFill>
            <a:srgbClr val="CED7E6">
              <a:alpha val="30037"/>
            </a:srgbClr>
          </a:solidFill>
          <a:ln>
            <a:noFill/>
          </a:ln>
        </p:spPr>
      </p:sp>
      <p:sp>
        <p:nvSpPr>
          <p:cNvPr id="57" name="wm.whiteboard.90.126"/>
          <p:cNvSpPr/>
          <p:nvPr/>
        </p:nvSpPr>
        <p:spPr>
          <a:xfrm>
            <a:off x="1409700" y="1828800"/>
            <a:ext cx="38100" cy="38100"/>
          </a:xfrm>
          <a:prstGeom prst="rect">
            <a:avLst/>
          </a:prstGeom>
          <a:solidFill>
            <a:srgbClr val="CED7E6">
              <a:alpha val="15870"/>
            </a:srgbClr>
          </a:solidFill>
          <a:ln>
            <a:noFill/>
          </a:ln>
        </p:spPr>
      </p:sp>
      <p:sp>
        <p:nvSpPr>
          <p:cNvPr id="58" name="wm.whiteboard.90.144"/>
          <p:cNvSpPr/>
          <p:nvPr/>
        </p:nvSpPr>
        <p:spPr>
          <a:xfrm>
            <a:off x="1409700" y="2057400"/>
            <a:ext cx="38100" cy="38100"/>
          </a:xfrm>
          <a:prstGeom prst="rect">
            <a:avLst/>
          </a:prstGeom>
          <a:solidFill>
            <a:srgbClr val="CED7E6">
              <a:alpha val="1171"/>
            </a:srgbClr>
          </a:solidFill>
          <a:ln>
            <a:noFill/>
          </a:ln>
        </p:spPr>
      </p:sp>
      <p:sp>
        <p:nvSpPr>
          <p:cNvPr id="59" name="wm.whiteboard.108.0"/>
          <p:cNvSpPr/>
          <p:nvPr/>
        </p:nvSpPr>
        <p:spPr>
          <a:xfrm>
            <a:off x="1638300" y="228600"/>
            <a:ext cx="38100" cy="38100"/>
          </a:xfrm>
          <a:prstGeom prst="rect">
            <a:avLst/>
          </a:prstGeom>
          <a:solidFill>
            <a:srgbClr val="CED7E6">
              <a:alpha val="70023"/>
            </a:srgbClr>
          </a:solidFill>
          <a:ln>
            <a:noFill/>
          </a:ln>
        </p:spPr>
      </p:sp>
      <p:sp>
        <p:nvSpPr>
          <p:cNvPr id="60" name="wm.whiteboard.108.18"/>
          <p:cNvSpPr/>
          <p:nvPr/>
        </p:nvSpPr>
        <p:spPr>
          <a:xfrm>
            <a:off x="1638300" y="457200"/>
            <a:ext cx="38100" cy="38100"/>
          </a:xfrm>
          <a:prstGeom prst="rect">
            <a:avLst/>
          </a:prstGeom>
          <a:solidFill>
            <a:srgbClr val="CED7E6">
              <a:alpha val="68085"/>
            </a:srgbClr>
          </a:solidFill>
          <a:ln>
            <a:noFill/>
          </a:ln>
        </p:spPr>
      </p:sp>
      <p:sp>
        <p:nvSpPr>
          <p:cNvPr id="61" name="wm.whiteboard.108.36"/>
          <p:cNvSpPr/>
          <p:nvPr/>
        </p:nvSpPr>
        <p:spPr>
          <a:xfrm>
            <a:off x="1638300" y="685800"/>
            <a:ext cx="38100" cy="38100"/>
          </a:xfrm>
          <a:prstGeom prst="rect">
            <a:avLst/>
          </a:prstGeom>
          <a:solidFill>
            <a:srgbClr val="CED7E6">
              <a:alpha val="63033"/>
            </a:srgbClr>
          </a:solidFill>
          <a:ln>
            <a:noFill/>
          </a:ln>
        </p:spPr>
      </p:sp>
      <p:sp>
        <p:nvSpPr>
          <p:cNvPr id="62" name="wm.whiteboard.108.54"/>
          <p:cNvSpPr/>
          <p:nvPr/>
        </p:nvSpPr>
        <p:spPr>
          <a:xfrm>
            <a:off x="1638300" y="914400"/>
            <a:ext cx="38100" cy="38100"/>
          </a:xfrm>
          <a:prstGeom prst="rect">
            <a:avLst/>
          </a:prstGeom>
          <a:solidFill>
            <a:srgbClr val="CED7E6">
              <a:alpha val="55346"/>
            </a:srgbClr>
          </a:solidFill>
          <a:ln>
            <a:noFill/>
          </a:ln>
        </p:spPr>
      </p:sp>
      <p:sp>
        <p:nvSpPr>
          <p:cNvPr id="63" name="wm.whiteboard.108.72"/>
          <p:cNvSpPr/>
          <p:nvPr/>
        </p:nvSpPr>
        <p:spPr>
          <a:xfrm>
            <a:off x="1638300" y="1143000"/>
            <a:ext cx="38100" cy="38100"/>
          </a:xfrm>
          <a:prstGeom prst="rect">
            <a:avLst/>
          </a:prstGeom>
          <a:solidFill>
            <a:srgbClr val="CED7E6">
              <a:alpha val="45583"/>
            </a:srgbClr>
          </a:solidFill>
          <a:ln>
            <a:noFill/>
          </a:ln>
        </p:spPr>
      </p:sp>
      <p:sp>
        <p:nvSpPr>
          <p:cNvPr id="64" name="wm.whiteboard.108.90"/>
          <p:cNvSpPr/>
          <p:nvPr/>
        </p:nvSpPr>
        <p:spPr>
          <a:xfrm>
            <a:off x="1638300" y="1371600"/>
            <a:ext cx="38100" cy="38100"/>
          </a:xfrm>
          <a:prstGeom prst="rect">
            <a:avLst/>
          </a:prstGeom>
          <a:solidFill>
            <a:srgbClr val="CED7E6">
              <a:alpha val="34251"/>
            </a:srgbClr>
          </a:solidFill>
          <a:ln>
            <a:noFill/>
          </a:ln>
        </p:spPr>
      </p:sp>
      <p:sp>
        <p:nvSpPr>
          <p:cNvPr id="65" name="wm.whiteboard.108.108"/>
          <p:cNvSpPr/>
          <p:nvPr/>
        </p:nvSpPr>
        <p:spPr>
          <a:xfrm>
            <a:off x="1638300" y="1600200"/>
            <a:ext cx="38100" cy="38100"/>
          </a:xfrm>
          <a:prstGeom prst="rect">
            <a:avLst/>
          </a:prstGeom>
          <a:solidFill>
            <a:srgbClr val="CED7E6">
              <a:alpha val="21754"/>
            </a:srgbClr>
          </a:solidFill>
          <a:ln>
            <a:noFill/>
          </a:ln>
        </p:spPr>
      </p:sp>
      <p:sp>
        <p:nvSpPr>
          <p:cNvPr id="66" name="wm.whiteboard.108.126"/>
          <p:cNvSpPr/>
          <p:nvPr/>
        </p:nvSpPr>
        <p:spPr>
          <a:xfrm>
            <a:off x="1638300" y="1828800"/>
            <a:ext cx="38100" cy="38100"/>
          </a:xfrm>
          <a:prstGeom prst="rect">
            <a:avLst/>
          </a:prstGeom>
          <a:solidFill>
            <a:srgbClr val="CED7E6">
              <a:alpha val="8391"/>
            </a:srgbClr>
          </a:solidFill>
          <a:ln>
            <a:noFill/>
          </a:ln>
        </p:spPr>
      </p:sp>
      <p:sp>
        <p:nvSpPr>
          <p:cNvPr id="67" name="wm.whiteboard.126.0"/>
          <p:cNvSpPr/>
          <p:nvPr/>
        </p:nvSpPr>
        <p:spPr>
          <a:xfrm>
            <a:off x="1866900" y="228600"/>
            <a:ext cx="38100" cy="38100"/>
          </a:xfrm>
          <a:prstGeom prst="rect">
            <a:avLst/>
          </a:prstGeom>
          <a:solidFill>
            <a:srgbClr val="CED7E6">
              <a:alpha val="56247"/>
            </a:srgbClr>
          </a:solidFill>
          <a:ln>
            <a:noFill/>
          </a:ln>
        </p:spPr>
      </p:sp>
      <p:sp>
        <p:nvSpPr>
          <p:cNvPr id="68" name="wm.whiteboard.126.18"/>
          <p:cNvSpPr/>
          <p:nvPr/>
        </p:nvSpPr>
        <p:spPr>
          <a:xfrm>
            <a:off x="1866900" y="457200"/>
            <a:ext cx="38100" cy="38100"/>
          </a:xfrm>
          <a:prstGeom prst="rect">
            <a:avLst/>
          </a:prstGeom>
          <a:solidFill>
            <a:srgbClr val="CED7E6">
              <a:alpha val="54578"/>
            </a:srgbClr>
          </a:solidFill>
          <a:ln>
            <a:noFill/>
          </a:ln>
        </p:spPr>
      </p:sp>
      <p:sp>
        <p:nvSpPr>
          <p:cNvPr id="69" name="wm.whiteboard.126.36"/>
          <p:cNvSpPr/>
          <p:nvPr/>
        </p:nvSpPr>
        <p:spPr>
          <a:xfrm>
            <a:off x="1866900" y="685800"/>
            <a:ext cx="38100" cy="38100"/>
          </a:xfrm>
          <a:prstGeom prst="rect">
            <a:avLst/>
          </a:prstGeom>
          <a:solidFill>
            <a:srgbClr val="CED7E6">
              <a:alpha val="50182"/>
            </a:srgbClr>
          </a:solidFill>
          <a:ln>
            <a:noFill/>
          </a:ln>
        </p:spPr>
      </p:sp>
      <p:sp>
        <p:nvSpPr>
          <p:cNvPr id="70" name="wm.whiteboard.126.54"/>
          <p:cNvSpPr/>
          <p:nvPr/>
        </p:nvSpPr>
        <p:spPr>
          <a:xfrm>
            <a:off x="1866900" y="914400"/>
            <a:ext cx="38100" cy="38100"/>
          </a:xfrm>
          <a:prstGeom prst="rect">
            <a:avLst/>
          </a:prstGeom>
          <a:solidFill>
            <a:srgbClr val="CED7E6">
              <a:alpha val="43386"/>
            </a:srgbClr>
          </a:solidFill>
          <a:ln>
            <a:noFill/>
          </a:ln>
        </p:spPr>
      </p:sp>
      <p:sp>
        <p:nvSpPr>
          <p:cNvPr id="71" name="wm.whiteboard.126.72"/>
          <p:cNvSpPr/>
          <p:nvPr/>
        </p:nvSpPr>
        <p:spPr>
          <a:xfrm>
            <a:off x="1866900" y="1143000"/>
            <a:ext cx="38100" cy="38100"/>
          </a:xfrm>
          <a:prstGeom prst="rect">
            <a:avLst/>
          </a:prstGeom>
          <a:solidFill>
            <a:srgbClr val="CED7E6">
              <a:alpha val="34598"/>
            </a:srgbClr>
          </a:solidFill>
          <a:ln>
            <a:noFill/>
          </a:ln>
        </p:spPr>
      </p:sp>
      <p:sp>
        <p:nvSpPr>
          <p:cNvPr id="72" name="wm.whiteboard.126.90"/>
          <p:cNvSpPr/>
          <p:nvPr/>
        </p:nvSpPr>
        <p:spPr>
          <a:xfrm>
            <a:off x="1866900" y="1371600"/>
            <a:ext cx="38100" cy="38100"/>
          </a:xfrm>
          <a:prstGeom prst="rect">
            <a:avLst/>
          </a:prstGeom>
          <a:solidFill>
            <a:srgbClr val="CED7E6">
              <a:alpha val="24223"/>
            </a:srgbClr>
          </a:solidFill>
          <a:ln>
            <a:noFill/>
          </a:ln>
        </p:spPr>
      </p:sp>
      <p:sp>
        <p:nvSpPr>
          <p:cNvPr id="73" name="wm.whiteboard.126.108"/>
          <p:cNvSpPr/>
          <p:nvPr/>
        </p:nvSpPr>
        <p:spPr>
          <a:xfrm>
            <a:off x="1866900" y="1600200"/>
            <a:ext cx="38100" cy="38100"/>
          </a:xfrm>
          <a:prstGeom prst="rect">
            <a:avLst/>
          </a:prstGeom>
          <a:solidFill>
            <a:srgbClr val="CED7E6">
              <a:alpha val="12610"/>
            </a:srgbClr>
          </a:solidFill>
          <a:ln>
            <a:noFill/>
          </a:ln>
        </p:spPr>
      </p:sp>
      <p:sp>
        <p:nvSpPr>
          <p:cNvPr id="74" name="wm.whiteboard.126.126"/>
          <p:cNvSpPr/>
          <p:nvPr/>
        </p:nvSpPr>
        <p:spPr>
          <a:xfrm>
            <a:off x="1866900" y="1828800"/>
            <a:ext cx="38100" cy="38100"/>
          </a:xfrm>
          <a:prstGeom prst="rect">
            <a:avLst/>
          </a:prstGeom>
          <a:solidFill>
            <a:srgbClr val="CED7E6">
              <a:alpha val="40"/>
            </a:srgbClr>
          </a:solidFill>
          <a:ln>
            <a:noFill/>
          </a:ln>
        </p:spPr>
      </p:sp>
      <p:sp>
        <p:nvSpPr>
          <p:cNvPr id="75" name="wm.whiteboard.144.0"/>
          <p:cNvSpPr/>
          <p:nvPr/>
        </p:nvSpPr>
        <p:spPr>
          <a:xfrm>
            <a:off x="2095500" y="228600"/>
            <a:ext cx="38100" cy="38100"/>
          </a:xfrm>
          <a:prstGeom prst="rect">
            <a:avLst/>
          </a:prstGeom>
          <a:solidFill>
            <a:srgbClr val="CED7E6">
              <a:alpha val="42471"/>
            </a:srgbClr>
          </a:solidFill>
          <a:ln>
            <a:noFill/>
          </a:ln>
        </p:spPr>
      </p:sp>
      <p:sp>
        <p:nvSpPr>
          <p:cNvPr id="76" name="wm.whiteboard.144.18"/>
          <p:cNvSpPr/>
          <p:nvPr/>
        </p:nvSpPr>
        <p:spPr>
          <a:xfrm>
            <a:off x="2095500" y="457200"/>
            <a:ext cx="38100" cy="38100"/>
          </a:xfrm>
          <a:prstGeom prst="rect">
            <a:avLst/>
          </a:prstGeom>
          <a:solidFill>
            <a:srgbClr val="CED7E6">
              <a:alpha val="41005"/>
            </a:srgbClr>
          </a:solidFill>
          <a:ln>
            <a:noFill/>
          </a:ln>
        </p:spPr>
      </p:sp>
      <p:sp>
        <p:nvSpPr>
          <p:cNvPr id="77" name="wm.whiteboard.144.36"/>
          <p:cNvSpPr/>
          <p:nvPr/>
        </p:nvSpPr>
        <p:spPr>
          <a:xfrm>
            <a:off x="2095500" y="685800"/>
            <a:ext cx="38100" cy="38100"/>
          </a:xfrm>
          <a:prstGeom prst="rect">
            <a:avLst/>
          </a:prstGeom>
          <a:solidFill>
            <a:srgbClr val="CED7E6">
              <a:alpha val="37120"/>
            </a:srgbClr>
          </a:solidFill>
          <a:ln>
            <a:noFill/>
          </a:ln>
        </p:spPr>
      </p:sp>
      <p:sp>
        <p:nvSpPr>
          <p:cNvPr id="78" name="wm.whiteboard.144.54"/>
          <p:cNvSpPr/>
          <p:nvPr/>
        </p:nvSpPr>
        <p:spPr>
          <a:xfrm>
            <a:off x="2095500" y="914400"/>
            <a:ext cx="38100" cy="38100"/>
          </a:xfrm>
          <a:prstGeom prst="rect">
            <a:avLst/>
          </a:prstGeom>
          <a:solidFill>
            <a:srgbClr val="CED7E6">
              <a:alpha val="31044"/>
            </a:srgbClr>
          </a:solidFill>
          <a:ln>
            <a:noFill/>
          </a:ln>
        </p:spPr>
      </p:sp>
      <p:sp>
        <p:nvSpPr>
          <p:cNvPr id="79" name="wm.whiteboard.144.72"/>
          <p:cNvSpPr/>
          <p:nvPr/>
        </p:nvSpPr>
        <p:spPr>
          <a:xfrm>
            <a:off x="2095500" y="1143000"/>
            <a:ext cx="38100" cy="38100"/>
          </a:xfrm>
          <a:prstGeom prst="rect">
            <a:avLst/>
          </a:prstGeom>
          <a:solidFill>
            <a:srgbClr val="CED7E6">
              <a:alpha val="23083"/>
            </a:srgbClr>
          </a:solidFill>
          <a:ln>
            <a:noFill/>
          </a:ln>
        </p:spPr>
      </p:sp>
      <p:sp>
        <p:nvSpPr>
          <p:cNvPr id="80" name="wm.whiteboard.144.90"/>
          <p:cNvSpPr/>
          <p:nvPr/>
        </p:nvSpPr>
        <p:spPr>
          <a:xfrm>
            <a:off x="2095500" y="1371600"/>
            <a:ext cx="38100" cy="38100"/>
          </a:xfrm>
          <a:prstGeom prst="rect">
            <a:avLst/>
          </a:prstGeom>
          <a:solidFill>
            <a:srgbClr val="CED7E6">
              <a:alpha val="13557"/>
            </a:srgbClr>
          </a:solidFill>
          <a:ln>
            <a:noFill/>
          </a:ln>
        </p:spPr>
      </p:sp>
      <p:sp>
        <p:nvSpPr>
          <p:cNvPr id="81" name="wm.whiteboard.144.108"/>
          <p:cNvSpPr/>
          <p:nvPr/>
        </p:nvSpPr>
        <p:spPr>
          <a:xfrm>
            <a:off x="2095500" y="1600200"/>
            <a:ext cx="38100" cy="38100"/>
          </a:xfrm>
          <a:prstGeom prst="rect">
            <a:avLst/>
          </a:prstGeom>
          <a:solidFill>
            <a:srgbClr val="CED7E6">
              <a:alpha val="2762"/>
            </a:srgbClr>
          </a:solidFill>
          <a:ln>
            <a:noFill/>
          </a:ln>
        </p:spPr>
      </p:sp>
      <p:sp>
        <p:nvSpPr>
          <p:cNvPr id="82" name="wm.whiteboard.162.0"/>
          <p:cNvSpPr/>
          <p:nvPr/>
        </p:nvSpPr>
        <p:spPr>
          <a:xfrm>
            <a:off x="2324100" y="228600"/>
            <a:ext cx="38100" cy="38100"/>
          </a:xfrm>
          <a:prstGeom prst="rect">
            <a:avLst/>
          </a:prstGeom>
          <a:solidFill>
            <a:srgbClr val="CED7E6">
              <a:alpha val="28695"/>
            </a:srgbClr>
          </a:solidFill>
          <a:ln>
            <a:noFill/>
          </a:ln>
        </p:spPr>
      </p:sp>
      <p:sp>
        <p:nvSpPr>
          <p:cNvPr id="83" name="wm.whiteboard.162.18"/>
          <p:cNvSpPr/>
          <p:nvPr/>
        </p:nvSpPr>
        <p:spPr>
          <a:xfrm>
            <a:off x="2324100" y="457200"/>
            <a:ext cx="38100" cy="38100"/>
          </a:xfrm>
          <a:prstGeom prst="rect">
            <a:avLst/>
          </a:prstGeom>
          <a:solidFill>
            <a:srgbClr val="CED7E6">
              <a:alpha val="27389"/>
            </a:srgbClr>
          </a:solidFill>
          <a:ln>
            <a:noFill/>
          </a:ln>
        </p:spPr>
      </p:sp>
      <p:sp>
        <p:nvSpPr>
          <p:cNvPr id="84" name="wm.whiteboard.162.36"/>
          <p:cNvSpPr/>
          <p:nvPr/>
        </p:nvSpPr>
        <p:spPr>
          <a:xfrm>
            <a:off x="2324100" y="685800"/>
            <a:ext cx="38100" cy="38100"/>
          </a:xfrm>
          <a:prstGeom prst="rect">
            <a:avLst/>
          </a:prstGeom>
          <a:solidFill>
            <a:srgbClr val="CED7E6">
              <a:alpha val="23910"/>
            </a:srgbClr>
          </a:solidFill>
          <a:ln>
            <a:noFill/>
          </a:ln>
        </p:spPr>
      </p:sp>
      <p:sp>
        <p:nvSpPr>
          <p:cNvPr id="85" name="wm.whiteboard.162.54"/>
          <p:cNvSpPr/>
          <p:nvPr/>
        </p:nvSpPr>
        <p:spPr>
          <a:xfrm>
            <a:off x="2324100" y="914400"/>
            <a:ext cx="38100" cy="38100"/>
          </a:xfrm>
          <a:prstGeom prst="rect">
            <a:avLst/>
          </a:prstGeom>
          <a:solidFill>
            <a:srgbClr val="CED7E6">
              <a:alpha val="18425"/>
            </a:srgbClr>
          </a:solidFill>
          <a:ln>
            <a:noFill/>
          </a:ln>
        </p:spPr>
      </p:sp>
      <p:sp>
        <p:nvSpPr>
          <p:cNvPr id="86" name="wm.whiteboard.162.72"/>
          <p:cNvSpPr/>
          <p:nvPr/>
        </p:nvSpPr>
        <p:spPr>
          <a:xfrm>
            <a:off x="2324100" y="1143000"/>
            <a:ext cx="38100" cy="38100"/>
          </a:xfrm>
          <a:prstGeom prst="rect">
            <a:avLst/>
          </a:prstGeom>
          <a:solidFill>
            <a:srgbClr val="CED7E6">
              <a:alpha val="11167"/>
            </a:srgbClr>
          </a:solidFill>
          <a:ln>
            <a:noFill/>
          </a:ln>
        </p:spPr>
      </p:sp>
      <p:sp>
        <p:nvSpPr>
          <p:cNvPr id="87" name="wm.whiteboard.162.90"/>
          <p:cNvSpPr/>
          <p:nvPr/>
        </p:nvSpPr>
        <p:spPr>
          <a:xfrm>
            <a:off x="2324100" y="1371600"/>
            <a:ext cx="38100" cy="38100"/>
          </a:xfrm>
          <a:prstGeom prst="rect">
            <a:avLst/>
          </a:prstGeom>
          <a:solidFill>
            <a:srgbClr val="CED7E6">
              <a:alpha val="2388"/>
            </a:srgbClr>
          </a:solidFill>
          <a:ln>
            <a:noFill/>
          </a:ln>
        </p:spPr>
      </p:sp>
      <p:sp>
        <p:nvSpPr>
          <p:cNvPr id="88" name="wm.whiteboard.180.0"/>
          <p:cNvSpPr/>
          <p:nvPr/>
        </p:nvSpPr>
        <p:spPr>
          <a:xfrm>
            <a:off x="2552700" y="228600"/>
            <a:ext cx="38100" cy="38100"/>
          </a:xfrm>
          <a:prstGeom prst="rect">
            <a:avLst/>
          </a:prstGeom>
          <a:solidFill>
            <a:srgbClr val="CED7E6">
              <a:alpha val="14918"/>
            </a:srgbClr>
          </a:solidFill>
          <a:ln>
            <a:noFill/>
          </a:ln>
        </p:spPr>
      </p:sp>
      <p:sp>
        <p:nvSpPr>
          <p:cNvPr id="89" name="wm.whiteboard.180.18"/>
          <p:cNvSpPr/>
          <p:nvPr/>
        </p:nvSpPr>
        <p:spPr>
          <a:xfrm>
            <a:off x="2552700" y="457200"/>
            <a:ext cx="38100" cy="38100"/>
          </a:xfrm>
          <a:prstGeom prst="rect">
            <a:avLst/>
          </a:prstGeom>
          <a:solidFill>
            <a:srgbClr val="CED7E6">
              <a:alpha val="13741"/>
            </a:srgbClr>
          </a:solidFill>
          <a:ln>
            <a:noFill/>
          </a:ln>
        </p:spPr>
      </p:sp>
      <p:sp>
        <p:nvSpPr>
          <p:cNvPr id="90" name="wm.whiteboard.180.36"/>
          <p:cNvSpPr/>
          <p:nvPr/>
        </p:nvSpPr>
        <p:spPr>
          <a:xfrm>
            <a:off x="2552700" y="685800"/>
            <a:ext cx="38100" cy="38100"/>
          </a:xfrm>
          <a:prstGeom prst="rect">
            <a:avLst/>
          </a:prstGeom>
          <a:solidFill>
            <a:srgbClr val="CED7E6">
              <a:alpha val="10593"/>
            </a:srgbClr>
          </a:solidFill>
          <a:ln>
            <a:noFill/>
          </a:ln>
        </p:spPr>
      </p:sp>
      <p:sp>
        <p:nvSpPr>
          <p:cNvPr id="91" name="wm.whiteboard.180.54"/>
          <p:cNvSpPr/>
          <p:nvPr/>
        </p:nvSpPr>
        <p:spPr>
          <a:xfrm>
            <a:off x="2552700" y="914400"/>
            <a:ext cx="38100" cy="38100"/>
          </a:xfrm>
          <a:prstGeom prst="rect">
            <a:avLst/>
          </a:prstGeom>
          <a:solidFill>
            <a:srgbClr val="CED7E6">
              <a:alpha val="5600"/>
            </a:srgbClr>
          </a:solidFill>
          <a:ln>
            <a:noFill/>
          </a:ln>
        </p:spPr>
      </p:sp>
      <p:sp>
        <p:nvSpPr>
          <p:cNvPr id="92" name="wm.whiteboard.198.0"/>
          <p:cNvSpPr/>
          <p:nvPr/>
        </p:nvSpPr>
        <p:spPr>
          <a:xfrm>
            <a:off x="2781300" y="228600"/>
            <a:ext cx="38100" cy="38100"/>
          </a:xfrm>
          <a:prstGeom prst="rect">
            <a:avLst/>
          </a:prstGeom>
          <a:solidFill>
            <a:srgbClr val="CED7E6">
              <a:alpha val="1142"/>
            </a:srgbClr>
          </a:solidFill>
          <a:ln>
            <a:noFill/>
          </a:ln>
        </p:spPr>
      </p:sp>
      <p:sp>
        <p:nvSpPr>
          <p:cNvPr id="93" name="wm.whiteboard.198.18"/>
          <p:cNvSpPr/>
          <p:nvPr/>
        </p:nvSpPr>
        <p:spPr>
          <a:xfrm>
            <a:off x="2781300" y="457200"/>
            <a:ext cx="38100" cy="38100"/>
          </a:xfrm>
          <a:prstGeom prst="rect">
            <a:avLst/>
          </a:prstGeom>
          <a:solidFill>
            <a:srgbClr val="CED7E6">
              <a:alpha val="69"/>
            </a:srgbClr>
          </a:solidFill>
          <a:ln>
            <a:noFill/>
          </a:ln>
        </p:spPr>
      </p:sp>
      <p:sp>
        <p:nvSpPr>
          <p:cNvPr id="94" name="wm.header.rule"/>
          <p:cNvSpPr/>
          <p:nvPr/>
        </p:nvSpPr>
        <p:spPr>
          <a:xfrm>
            <a:off x="723900" y="1371600"/>
            <a:ext cx="7086600" cy="9525"/>
          </a:xfrm>
          <a:prstGeom prst="rect">
            <a:avLst/>
          </a:prstGeom>
          <a:solidFill>
            <a:srgbClr val="CED7E6"/>
          </a:solidFill>
          <a:ln>
            <a:noFill/>
          </a:ln>
        </p:spPr>
      </p:sp>
      <p:pic>
        <p:nvPicPr>
          <p:cNvPr id="95"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210300"/>
            <a:ext cx="729403" cy="152400"/>
          </a:xfrm>
          <a:prstGeom prst="rect">
            <a:avLst/>
          </a:prstGeom>
        </p:spPr>
      </p:pic>
      <p:sp>
        <p:nvSpPr>
          <p:cNvPr id="96" name="wm.legal"/>
          <p:cNvSpPr/>
          <p:nvPr/>
        </p:nvSpPr>
        <p:spPr>
          <a:xfrm>
            <a:off x="2171700" y="6172200"/>
            <a:ext cx="89154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wmds.frame.6d0283f5686f2906b435">
    <p:bg>
      <p:bgPr>
        <a:solidFill>
          <a:srgbClr val="FFFFFF"/>
        </a:solidFill>
      </p:bgPr>
    </p:bg>
    <p:spTree>
      <p:nvGrpSpPr>
        <p:cNvPr id="1" name=""/>
        <p:cNvGrpSpPr/>
        <p:nvPr/>
      </p:nvGrpSpPr>
      <p:grpSpPr>
        <a:xfrm>
          <a:off x="0" y="0"/>
          <a:ext cx="0" cy="0"/>
          <a:chOff x="0" y="0"/>
          <a:chExt cx="0" cy="0"/>
        </a:xfrm>
      </p:grpSpPr>
      <p:sp>
        <p:nvSpPr>
          <p:cNvPr id="2" name="wm.footer.rule"/>
          <p:cNvSpPr/>
          <p:nvPr/>
        </p:nvSpPr>
        <p:spPr>
          <a:xfrm>
            <a:off x="723900" y="6057900"/>
            <a:ext cx="10744200" cy="9525"/>
          </a:xfrm>
          <a:prstGeom prst="rect">
            <a:avLst/>
          </a:prstGeom>
          <a:solidFill>
            <a:srgbClr val="CED7E6"/>
          </a:solidFill>
          <a:ln>
            <a:noFill/>
          </a:ln>
        </p:spPr>
      </p:sp>
      <p:sp>
        <p:nvSpPr>
          <p:cNvPr id="3" name="wm.whiteboard.0.0"/>
          <p:cNvSpPr/>
          <p:nvPr/>
        </p:nvSpPr>
        <p:spPr>
          <a:xfrm>
            <a:off x="3924300" y="228600"/>
            <a:ext cx="38100" cy="38100"/>
          </a:xfrm>
          <a:prstGeom prst="rect">
            <a:avLst/>
          </a:prstGeom>
          <a:solidFill>
            <a:srgbClr val="CED7E6"/>
          </a:solidFill>
          <a:ln>
            <a:noFill/>
          </a:ln>
        </p:spPr>
      </p:sp>
      <p:sp>
        <p:nvSpPr>
          <p:cNvPr id="4" name="wm.whiteboard.0.18"/>
          <p:cNvSpPr/>
          <p:nvPr/>
        </p:nvSpPr>
        <p:spPr>
          <a:xfrm>
            <a:off x="3924300" y="457200"/>
            <a:ext cx="38100" cy="38100"/>
          </a:xfrm>
          <a:prstGeom prst="rect">
            <a:avLst/>
          </a:prstGeom>
          <a:solidFill>
            <a:srgbClr val="CED7E6"/>
          </a:solidFill>
          <a:ln>
            <a:noFill/>
          </a:ln>
        </p:spPr>
      </p:sp>
      <p:sp>
        <p:nvSpPr>
          <p:cNvPr id="5" name="wm.whiteboard.0.36"/>
          <p:cNvSpPr/>
          <p:nvPr/>
        </p:nvSpPr>
        <p:spPr>
          <a:xfrm>
            <a:off x="3924300" y="685800"/>
            <a:ext cx="38100" cy="38100"/>
          </a:xfrm>
          <a:prstGeom prst="rect">
            <a:avLst/>
          </a:prstGeom>
          <a:solidFill>
            <a:srgbClr val="CED7E6"/>
          </a:solidFill>
          <a:ln>
            <a:noFill/>
          </a:ln>
        </p:spPr>
      </p:sp>
      <p:sp>
        <p:nvSpPr>
          <p:cNvPr id="6" name="wm.whiteboard.0.54"/>
          <p:cNvSpPr/>
          <p:nvPr/>
        </p:nvSpPr>
        <p:spPr>
          <a:xfrm>
            <a:off x="3924300" y="914400"/>
            <a:ext cx="38100" cy="38100"/>
          </a:xfrm>
          <a:prstGeom prst="rect">
            <a:avLst/>
          </a:prstGeom>
          <a:solidFill>
            <a:srgbClr val="CED7E6"/>
          </a:solidFill>
          <a:ln>
            <a:noFill/>
          </a:ln>
        </p:spPr>
      </p:sp>
      <p:sp>
        <p:nvSpPr>
          <p:cNvPr id="7" name="wm.whiteboard.0.72"/>
          <p:cNvSpPr/>
          <p:nvPr/>
        </p:nvSpPr>
        <p:spPr>
          <a:xfrm>
            <a:off x="3924300" y="1143000"/>
            <a:ext cx="38100" cy="38100"/>
          </a:xfrm>
          <a:prstGeom prst="rect">
            <a:avLst/>
          </a:prstGeom>
          <a:solidFill>
            <a:srgbClr val="CED7E6">
              <a:alpha val="85305"/>
            </a:srgbClr>
          </a:solidFill>
          <a:ln>
            <a:noFill/>
          </a:ln>
        </p:spPr>
      </p:sp>
      <p:sp>
        <p:nvSpPr>
          <p:cNvPr id="8" name="wm.whiteboard.0.90"/>
          <p:cNvSpPr/>
          <p:nvPr/>
        </p:nvSpPr>
        <p:spPr>
          <a:xfrm>
            <a:off x="3924300" y="1371600"/>
            <a:ext cx="38100" cy="38100"/>
          </a:xfrm>
          <a:prstGeom prst="rect">
            <a:avLst/>
          </a:prstGeom>
          <a:solidFill>
            <a:srgbClr val="CED7E6">
              <a:alpha val="68524"/>
            </a:srgbClr>
          </a:solidFill>
          <a:ln>
            <a:noFill/>
          </a:ln>
        </p:spPr>
      </p:sp>
      <p:sp>
        <p:nvSpPr>
          <p:cNvPr id="9" name="wm.whiteboard.0.108"/>
          <p:cNvSpPr/>
          <p:nvPr/>
        </p:nvSpPr>
        <p:spPr>
          <a:xfrm>
            <a:off x="3924300" y="1600200"/>
            <a:ext cx="38100" cy="38100"/>
          </a:xfrm>
          <a:prstGeom prst="rect">
            <a:avLst/>
          </a:prstGeom>
          <a:solidFill>
            <a:srgbClr val="CED7E6">
              <a:alpha val="51742"/>
            </a:srgbClr>
          </a:solidFill>
          <a:ln>
            <a:noFill/>
          </a:ln>
        </p:spPr>
      </p:sp>
      <p:sp>
        <p:nvSpPr>
          <p:cNvPr id="10" name="wm.whiteboard.0.126"/>
          <p:cNvSpPr/>
          <p:nvPr/>
        </p:nvSpPr>
        <p:spPr>
          <a:xfrm>
            <a:off x="3924300" y="1828800"/>
            <a:ext cx="38100" cy="38100"/>
          </a:xfrm>
          <a:prstGeom prst="rect">
            <a:avLst/>
          </a:prstGeom>
          <a:solidFill>
            <a:srgbClr val="CED7E6">
              <a:alpha val="34959"/>
            </a:srgbClr>
          </a:solidFill>
          <a:ln>
            <a:noFill/>
          </a:ln>
        </p:spPr>
      </p:sp>
      <p:sp>
        <p:nvSpPr>
          <p:cNvPr id="11" name="wm.whiteboard.0.144"/>
          <p:cNvSpPr/>
          <p:nvPr/>
        </p:nvSpPr>
        <p:spPr>
          <a:xfrm>
            <a:off x="3924300" y="2057400"/>
            <a:ext cx="38100" cy="38100"/>
          </a:xfrm>
          <a:prstGeom prst="rect">
            <a:avLst/>
          </a:prstGeom>
          <a:solidFill>
            <a:srgbClr val="CED7E6">
              <a:alpha val="18177"/>
            </a:srgbClr>
          </a:solidFill>
          <a:ln>
            <a:noFill/>
          </a:ln>
        </p:spPr>
      </p:sp>
      <p:sp>
        <p:nvSpPr>
          <p:cNvPr id="12" name="wm.whiteboard.0.162"/>
          <p:cNvSpPr/>
          <p:nvPr/>
        </p:nvSpPr>
        <p:spPr>
          <a:xfrm>
            <a:off x="3924300" y="2286000"/>
            <a:ext cx="38100" cy="38100"/>
          </a:xfrm>
          <a:prstGeom prst="rect">
            <a:avLst/>
          </a:prstGeom>
          <a:solidFill>
            <a:srgbClr val="CED7E6">
              <a:alpha val="1394"/>
            </a:srgbClr>
          </a:solidFill>
          <a:ln>
            <a:noFill/>
          </a:ln>
        </p:spPr>
      </p:sp>
      <p:sp>
        <p:nvSpPr>
          <p:cNvPr id="13" name="wm.whiteboard.18.0"/>
          <p:cNvSpPr/>
          <p:nvPr/>
        </p:nvSpPr>
        <p:spPr>
          <a:xfrm>
            <a:off x="4152900" y="228600"/>
            <a:ext cx="38100" cy="38100"/>
          </a:xfrm>
          <a:prstGeom prst="rect">
            <a:avLst/>
          </a:prstGeom>
          <a:solidFill>
            <a:srgbClr val="CED7E6"/>
          </a:solidFill>
          <a:ln>
            <a:noFill/>
          </a:ln>
        </p:spPr>
      </p:sp>
      <p:sp>
        <p:nvSpPr>
          <p:cNvPr id="14" name="wm.whiteboard.18.18"/>
          <p:cNvSpPr/>
          <p:nvPr/>
        </p:nvSpPr>
        <p:spPr>
          <a:xfrm>
            <a:off x="4152900" y="457200"/>
            <a:ext cx="38100" cy="38100"/>
          </a:xfrm>
          <a:prstGeom prst="rect">
            <a:avLst/>
          </a:prstGeom>
          <a:solidFill>
            <a:srgbClr val="CED7E6"/>
          </a:solidFill>
          <a:ln>
            <a:noFill/>
          </a:ln>
        </p:spPr>
      </p:sp>
      <p:sp>
        <p:nvSpPr>
          <p:cNvPr id="15" name="wm.whiteboard.18.36"/>
          <p:cNvSpPr/>
          <p:nvPr/>
        </p:nvSpPr>
        <p:spPr>
          <a:xfrm>
            <a:off x="4152900" y="685800"/>
            <a:ext cx="38100" cy="38100"/>
          </a:xfrm>
          <a:prstGeom prst="rect">
            <a:avLst/>
          </a:prstGeom>
          <a:solidFill>
            <a:srgbClr val="CED7E6"/>
          </a:solidFill>
          <a:ln>
            <a:noFill/>
          </a:ln>
        </p:spPr>
      </p:sp>
      <p:sp>
        <p:nvSpPr>
          <p:cNvPr id="16" name="wm.whiteboard.18.54"/>
          <p:cNvSpPr/>
          <p:nvPr/>
        </p:nvSpPr>
        <p:spPr>
          <a:xfrm>
            <a:off x="4152900" y="914400"/>
            <a:ext cx="38100" cy="38100"/>
          </a:xfrm>
          <a:prstGeom prst="rect">
            <a:avLst/>
          </a:prstGeom>
          <a:solidFill>
            <a:srgbClr val="CED7E6">
              <a:alpha val="99988"/>
            </a:srgbClr>
          </a:solidFill>
          <a:ln>
            <a:noFill/>
          </a:ln>
        </p:spPr>
      </p:sp>
      <p:sp>
        <p:nvSpPr>
          <p:cNvPr id="17" name="wm.whiteboard.18.72"/>
          <p:cNvSpPr/>
          <p:nvPr/>
        </p:nvSpPr>
        <p:spPr>
          <a:xfrm>
            <a:off x="4152900" y="1143000"/>
            <a:ext cx="38100" cy="38100"/>
          </a:xfrm>
          <a:prstGeom prst="rect">
            <a:avLst/>
          </a:prstGeom>
          <a:solidFill>
            <a:srgbClr val="CED7E6">
              <a:alpha val="83708"/>
            </a:srgbClr>
          </a:solidFill>
          <a:ln>
            <a:noFill/>
          </a:ln>
        </p:spPr>
      </p:sp>
      <p:sp>
        <p:nvSpPr>
          <p:cNvPr id="18" name="wm.whiteboard.18.90"/>
          <p:cNvSpPr/>
          <p:nvPr/>
        </p:nvSpPr>
        <p:spPr>
          <a:xfrm>
            <a:off x="4152900" y="1371600"/>
            <a:ext cx="38100" cy="38100"/>
          </a:xfrm>
          <a:prstGeom prst="rect">
            <a:avLst/>
          </a:prstGeom>
          <a:solidFill>
            <a:srgbClr val="CED7E6">
              <a:alpha val="67236"/>
            </a:srgbClr>
          </a:solidFill>
          <a:ln>
            <a:noFill/>
          </a:ln>
        </p:spPr>
      </p:sp>
      <p:sp>
        <p:nvSpPr>
          <p:cNvPr id="19" name="wm.whiteboard.18.108"/>
          <p:cNvSpPr/>
          <p:nvPr/>
        </p:nvSpPr>
        <p:spPr>
          <a:xfrm>
            <a:off x="4152900" y="1600200"/>
            <a:ext cx="38100" cy="38100"/>
          </a:xfrm>
          <a:prstGeom prst="rect">
            <a:avLst/>
          </a:prstGeom>
          <a:solidFill>
            <a:srgbClr val="CED7E6">
              <a:alpha val="50663"/>
            </a:srgbClr>
          </a:solidFill>
          <a:ln>
            <a:noFill/>
          </a:ln>
        </p:spPr>
      </p:sp>
      <p:sp>
        <p:nvSpPr>
          <p:cNvPr id="20" name="wm.whiteboard.18.126"/>
          <p:cNvSpPr/>
          <p:nvPr/>
        </p:nvSpPr>
        <p:spPr>
          <a:xfrm>
            <a:off x="4152900" y="1828800"/>
            <a:ext cx="38100" cy="38100"/>
          </a:xfrm>
          <a:prstGeom prst="rect">
            <a:avLst/>
          </a:prstGeom>
          <a:solidFill>
            <a:srgbClr val="CED7E6">
              <a:alpha val="34032"/>
            </a:srgbClr>
          </a:solidFill>
          <a:ln>
            <a:noFill/>
          </a:ln>
        </p:spPr>
      </p:sp>
      <p:sp>
        <p:nvSpPr>
          <p:cNvPr id="21" name="wm.whiteboard.18.144"/>
          <p:cNvSpPr/>
          <p:nvPr/>
        </p:nvSpPr>
        <p:spPr>
          <a:xfrm>
            <a:off x="4152900" y="2057400"/>
            <a:ext cx="38100" cy="38100"/>
          </a:xfrm>
          <a:prstGeom prst="rect">
            <a:avLst/>
          </a:prstGeom>
          <a:solidFill>
            <a:srgbClr val="CED7E6">
              <a:alpha val="17363"/>
            </a:srgbClr>
          </a:solidFill>
          <a:ln>
            <a:noFill/>
          </a:ln>
        </p:spPr>
      </p:sp>
      <p:sp>
        <p:nvSpPr>
          <p:cNvPr id="22" name="wm.whiteboard.18.162"/>
          <p:cNvSpPr/>
          <p:nvPr/>
        </p:nvSpPr>
        <p:spPr>
          <a:xfrm>
            <a:off x="4152900" y="2286000"/>
            <a:ext cx="38100" cy="38100"/>
          </a:xfrm>
          <a:prstGeom prst="rect">
            <a:avLst/>
          </a:prstGeom>
          <a:solidFill>
            <a:srgbClr val="CED7E6">
              <a:alpha val="670"/>
            </a:srgbClr>
          </a:solidFill>
          <a:ln>
            <a:noFill/>
          </a:ln>
        </p:spPr>
      </p:sp>
      <p:sp>
        <p:nvSpPr>
          <p:cNvPr id="23" name="wm.whiteboard.36.0"/>
          <p:cNvSpPr/>
          <p:nvPr/>
        </p:nvSpPr>
        <p:spPr>
          <a:xfrm>
            <a:off x="4381500" y="228600"/>
            <a:ext cx="38100" cy="38100"/>
          </a:xfrm>
          <a:prstGeom prst="rect">
            <a:avLst/>
          </a:prstGeom>
          <a:solidFill>
            <a:srgbClr val="CED7E6"/>
          </a:solidFill>
          <a:ln>
            <a:noFill/>
          </a:ln>
        </p:spPr>
      </p:sp>
      <p:sp>
        <p:nvSpPr>
          <p:cNvPr id="24" name="wm.whiteboard.36.18"/>
          <p:cNvSpPr/>
          <p:nvPr/>
        </p:nvSpPr>
        <p:spPr>
          <a:xfrm>
            <a:off x="4381500" y="457200"/>
            <a:ext cx="38100" cy="38100"/>
          </a:xfrm>
          <a:prstGeom prst="rect">
            <a:avLst/>
          </a:prstGeom>
          <a:solidFill>
            <a:srgbClr val="CED7E6"/>
          </a:solidFill>
          <a:ln>
            <a:noFill/>
          </a:ln>
        </p:spPr>
      </p:sp>
      <p:sp>
        <p:nvSpPr>
          <p:cNvPr id="25" name="wm.whiteboard.36.36"/>
          <p:cNvSpPr/>
          <p:nvPr/>
        </p:nvSpPr>
        <p:spPr>
          <a:xfrm>
            <a:off x="4381500" y="685800"/>
            <a:ext cx="38100" cy="38100"/>
          </a:xfrm>
          <a:prstGeom prst="rect">
            <a:avLst/>
          </a:prstGeom>
          <a:solidFill>
            <a:srgbClr val="CED7E6"/>
          </a:solidFill>
          <a:ln>
            <a:noFill/>
          </a:ln>
        </p:spPr>
      </p:sp>
      <p:sp>
        <p:nvSpPr>
          <p:cNvPr id="26" name="wm.whiteboard.36.54"/>
          <p:cNvSpPr/>
          <p:nvPr/>
        </p:nvSpPr>
        <p:spPr>
          <a:xfrm>
            <a:off x="4381500" y="914400"/>
            <a:ext cx="38100" cy="38100"/>
          </a:xfrm>
          <a:prstGeom prst="rect">
            <a:avLst/>
          </a:prstGeom>
          <a:solidFill>
            <a:srgbClr val="CED7E6">
              <a:alpha val="94671"/>
            </a:srgbClr>
          </a:solidFill>
          <a:ln>
            <a:noFill/>
          </a:ln>
        </p:spPr>
      </p:sp>
      <p:sp>
        <p:nvSpPr>
          <p:cNvPr id="27" name="wm.whiteboard.36.72"/>
          <p:cNvSpPr/>
          <p:nvPr/>
        </p:nvSpPr>
        <p:spPr>
          <a:xfrm>
            <a:off x="4381500" y="1143000"/>
            <a:ext cx="38100" cy="38100"/>
          </a:xfrm>
          <a:prstGeom prst="rect">
            <a:avLst/>
          </a:prstGeom>
          <a:solidFill>
            <a:srgbClr val="CED7E6">
              <a:alpha val="79547"/>
            </a:srgbClr>
          </a:solidFill>
          <a:ln>
            <a:noFill/>
          </a:ln>
        </p:spPr>
      </p:sp>
      <p:sp>
        <p:nvSpPr>
          <p:cNvPr id="28" name="wm.whiteboard.36.90"/>
          <p:cNvSpPr/>
          <p:nvPr/>
        </p:nvSpPr>
        <p:spPr>
          <a:xfrm>
            <a:off x="4381500" y="1371600"/>
            <a:ext cx="38100" cy="38100"/>
          </a:xfrm>
          <a:prstGeom prst="rect">
            <a:avLst/>
          </a:prstGeom>
          <a:solidFill>
            <a:srgbClr val="CED7E6">
              <a:alpha val="63833"/>
            </a:srgbClr>
          </a:solidFill>
          <a:ln>
            <a:noFill/>
          </a:ln>
        </p:spPr>
      </p:sp>
      <p:sp>
        <p:nvSpPr>
          <p:cNvPr id="29" name="wm.whiteboard.36.108"/>
          <p:cNvSpPr/>
          <p:nvPr/>
        </p:nvSpPr>
        <p:spPr>
          <a:xfrm>
            <a:off x="4381500" y="1600200"/>
            <a:ext cx="38100" cy="38100"/>
          </a:xfrm>
          <a:prstGeom prst="rect">
            <a:avLst/>
          </a:prstGeom>
          <a:solidFill>
            <a:srgbClr val="CED7E6">
              <a:alpha val="47790"/>
            </a:srgbClr>
          </a:solidFill>
          <a:ln>
            <a:noFill/>
          </a:ln>
        </p:spPr>
      </p:sp>
      <p:sp>
        <p:nvSpPr>
          <p:cNvPr id="30" name="wm.whiteboard.36.126"/>
          <p:cNvSpPr/>
          <p:nvPr/>
        </p:nvSpPr>
        <p:spPr>
          <a:xfrm>
            <a:off x="4381500" y="1828800"/>
            <a:ext cx="38100" cy="38100"/>
          </a:xfrm>
          <a:prstGeom prst="rect">
            <a:avLst/>
          </a:prstGeom>
          <a:solidFill>
            <a:srgbClr val="CED7E6">
              <a:alpha val="31549"/>
            </a:srgbClr>
          </a:solidFill>
          <a:ln>
            <a:noFill/>
          </a:ln>
        </p:spPr>
      </p:sp>
      <p:sp>
        <p:nvSpPr>
          <p:cNvPr id="31" name="wm.whiteboard.36.144"/>
          <p:cNvSpPr/>
          <p:nvPr/>
        </p:nvSpPr>
        <p:spPr>
          <a:xfrm>
            <a:off x="4381500" y="2057400"/>
            <a:ext cx="38100" cy="38100"/>
          </a:xfrm>
          <a:prstGeom prst="rect">
            <a:avLst/>
          </a:prstGeom>
          <a:solidFill>
            <a:srgbClr val="CED7E6">
              <a:alpha val="15179"/>
            </a:srgbClr>
          </a:solidFill>
          <a:ln>
            <a:noFill/>
          </a:ln>
        </p:spPr>
      </p:sp>
      <p:sp>
        <p:nvSpPr>
          <p:cNvPr id="32" name="wm.whiteboard.54.0"/>
          <p:cNvSpPr/>
          <p:nvPr/>
        </p:nvSpPr>
        <p:spPr>
          <a:xfrm>
            <a:off x="4610100" y="228600"/>
            <a:ext cx="38100" cy="38100"/>
          </a:xfrm>
          <a:prstGeom prst="rect">
            <a:avLst/>
          </a:prstGeom>
          <a:solidFill>
            <a:srgbClr val="CED7E6"/>
          </a:solidFill>
          <a:ln>
            <a:noFill/>
          </a:ln>
        </p:spPr>
      </p:sp>
      <p:sp>
        <p:nvSpPr>
          <p:cNvPr id="33" name="wm.whiteboard.54.18"/>
          <p:cNvSpPr/>
          <p:nvPr/>
        </p:nvSpPr>
        <p:spPr>
          <a:xfrm>
            <a:off x="4610100" y="457200"/>
            <a:ext cx="38100" cy="38100"/>
          </a:xfrm>
          <a:prstGeom prst="rect">
            <a:avLst/>
          </a:prstGeom>
          <a:solidFill>
            <a:srgbClr val="CED7E6"/>
          </a:solidFill>
          <a:ln>
            <a:noFill/>
          </a:ln>
        </p:spPr>
      </p:sp>
      <p:sp>
        <p:nvSpPr>
          <p:cNvPr id="34" name="wm.whiteboard.54.36"/>
          <p:cNvSpPr/>
          <p:nvPr/>
        </p:nvSpPr>
        <p:spPr>
          <a:xfrm>
            <a:off x="4610100" y="685800"/>
            <a:ext cx="38100" cy="38100"/>
          </a:xfrm>
          <a:prstGeom prst="rect">
            <a:avLst/>
          </a:prstGeom>
          <a:solidFill>
            <a:srgbClr val="CED7E6">
              <a:alpha val="98827"/>
            </a:srgbClr>
          </a:solidFill>
          <a:ln>
            <a:noFill/>
          </a:ln>
        </p:spPr>
      </p:sp>
      <p:sp>
        <p:nvSpPr>
          <p:cNvPr id="35" name="wm.whiteboard.54.54"/>
          <p:cNvSpPr/>
          <p:nvPr/>
        </p:nvSpPr>
        <p:spPr>
          <a:xfrm>
            <a:off x="4610100" y="914400"/>
            <a:ext cx="38100" cy="38100"/>
          </a:xfrm>
          <a:prstGeom prst="rect">
            <a:avLst/>
          </a:prstGeom>
          <a:solidFill>
            <a:srgbClr val="CED7E6">
              <a:alpha val="86895"/>
            </a:srgbClr>
          </a:solidFill>
          <a:ln>
            <a:noFill/>
          </a:ln>
        </p:spPr>
      </p:sp>
      <p:sp>
        <p:nvSpPr>
          <p:cNvPr id="36" name="wm.whiteboard.54.72"/>
          <p:cNvSpPr/>
          <p:nvPr/>
        </p:nvSpPr>
        <p:spPr>
          <a:xfrm>
            <a:off x="4610100" y="1143000"/>
            <a:ext cx="38100" cy="38100"/>
          </a:xfrm>
          <a:prstGeom prst="rect">
            <a:avLst/>
          </a:prstGeom>
          <a:solidFill>
            <a:srgbClr val="CED7E6">
              <a:alpha val="73217"/>
            </a:srgbClr>
          </a:solidFill>
          <a:ln>
            <a:noFill/>
          </a:ln>
        </p:spPr>
      </p:sp>
      <p:sp>
        <p:nvSpPr>
          <p:cNvPr id="37" name="wm.whiteboard.54.90"/>
          <p:cNvSpPr/>
          <p:nvPr/>
        </p:nvSpPr>
        <p:spPr>
          <a:xfrm>
            <a:off x="4610100" y="1371600"/>
            <a:ext cx="38100" cy="38100"/>
          </a:xfrm>
          <a:prstGeom prst="rect">
            <a:avLst/>
          </a:prstGeom>
          <a:solidFill>
            <a:srgbClr val="CED7E6">
              <a:alpha val="58541"/>
            </a:srgbClr>
          </a:solidFill>
          <a:ln>
            <a:noFill/>
          </a:ln>
        </p:spPr>
      </p:sp>
      <p:sp>
        <p:nvSpPr>
          <p:cNvPr id="38" name="wm.whiteboard.54.108"/>
          <p:cNvSpPr/>
          <p:nvPr/>
        </p:nvSpPr>
        <p:spPr>
          <a:xfrm>
            <a:off x="4610100" y="1600200"/>
            <a:ext cx="38100" cy="38100"/>
          </a:xfrm>
          <a:prstGeom prst="rect">
            <a:avLst/>
          </a:prstGeom>
          <a:solidFill>
            <a:srgbClr val="CED7E6">
              <a:alpha val="43263"/>
            </a:srgbClr>
          </a:solidFill>
          <a:ln>
            <a:noFill/>
          </a:ln>
        </p:spPr>
      </p:sp>
      <p:sp>
        <p:nvSpPr>
          <p:cNvPr id="39" name="wm.whiteboard.54.126"/>
          <p:cNvSpPr/>
          <p:nvPr/>
        </p:nvSpPr>
        <p:spPr>
          <a:xfrm>
            <a:off x="4610100" y="1828800"/>
            <a:ext cx="38100" cy="38100"/>
          </a:xfrm>
          <a:prstGeom prst="rect">
            <a:avLst/>
          </a:prstGeom>
          <a:solidFill>
            <a:srgbClr val="CED7E6">
              <a:alpha val="27603"/>
            </a:srgbClr>
          </a:solidFill>
          <a:ln>
            <a:noFill/>
          </a:ln>
        </p:spPr>
      </p:sp>
      <p:sp>
        <p:nvSpPr>
          <p:cNvPr id="40" name="wm.whiteboard.54.144"/>
          <p:cNvSpPr/>
          <p:nvPr/>
        </p:nvSpPr>
        <p:spPr>
          <a:xfrm>
            <a:off x="4610100" y="2057400"/>
            <a:ext cx="38100" cy="38100"/>
          </a:xfrm>
          <a:prstGeom prst="rect">
            <a:avLst/>
          </a:prstGeom>
          <a:solidFill>
            <a:srgbClr val="CED7E6">
              <a:alpha val="11687"/>
            </a:srgbClr>
          </a:solidFill>
          <a:ln>
            <a:noFill/>
          </a:ln>
        </p:spPr>
      </p:sp>
      <p:sp>
        <p:nvSpPr>
          <p:cNvPr id="41" name="wm.whiteboard.72.0"/>
          <p:cNvSpPr/>
          <p:nvPr/>
        </p:nvSpPr>
        <p:spPr>
          <a:xfrm>
            <a:off x="4838700" y="228600"/>
            <a:ext cx="38100" cy="38100"/>
          </a:xfrm>
          <a:prstGeom prst="rect">
            <a:avLst/>
          </a:prstGeom>
          <a:solidFill>
            <a:srgbClr val="CED7E6">
              <a:alpha val="97572"/>
            </a:srgbClr>
          </a:solidFill>
          <a:ln>
            <a:noFill/>
          </a:ln>
        </p:spPr>
      </p:sp>
      <p:sp>
        <p:nvSpPr>
          <p:cNvPr id="42" name="wm.whiteboard.72.18"/>
          <p:cNvSpPr/>
          <p:nvPr/>
        </p:nvSpPr>
        <p:spPr>
          <a:xfrm>
            <a:off x="4838700" y="457200"/>
            <a:ext cx="38100" cy="38100"/>
          </a:xfrm>
          <a:prstGeom prst="rect">
            <a:avLst/>
          </a:prstGeom>
          <a:solidFill>
            <a:srgbClr val="CED7E6">
              <a:alpha val="94724"/>
            </a:srgbClr>
          </a:solidFill>
          <a:ln>
            <a:noFill/>
          </a:ln>
        </p:spPr>
      </p:sp>
      <p:sp>
        <p:nvSpPr>
          <p:cNvPr id="43" name="wm.whiteboard.72.36"/>
          <p:cNvSpPr/>
          <p:nvPr/>
        </p:nvSpPr>
        <p:spPr>
          <a:xfrm>
            <a:off x="4838700" y="685800"/>
            <a:ext cx="38100" cy="38100"/>
          </a:xfrm>
          <a:prstGeom prst="rect">
            <a:avLst/>
          </a:prstGeom>
          <a:solidFill>
            <a:srgbClr val="CED7E6">
              <a:alpha val="87609"/>
            </a:srgbClr>
          </a:solidFill>
          <a:ln>
            <a:noFill/>
          </a:ln>
        </p:spPr>
      </p:sp>
      <p:sp>
        <p:nvSpPr>
          <p:cNvPr id="44" name="wm.whiteboard.72.54"/>
          <p:cNvSpPr/>
          <p:nvPr/>
        </p:nvSpPr>
        <p:spPr>
          <a:xfrm>
            <a:off x="4838700" y="914400"/>
            <a:ext cx="38100" cy="38100"/>
          </a:xfrm>
          <a:prstGeom prst="rect">
            <a:avLst/>
          </a:prstGeom>
          <a:solidFill>
            <a:srgbClr val="CED7E6">
              <a:alpha val="77408"/>
            </a:srgbClr>
          </a:solidFill>
          <a:ln>
            <a:noFill/>
          </a:ln>
        </p:spPr>
      </p:sp>
      <p:sp>
        <p:nvSpPr>
          <p:cNvPr id="45" name="wm.whiteboard.72.72"/>
          <p:cNvSpPr/>
          <p:nvPr/>
        </p:nvSpPr>
        <p:spPr>
          <a:xfrm>
            <a:off x="4838700" y="1143000"/>
            <a:ext cx="38100" cy="38100"/>
          </a:xfrm>
          <a:prstGeom prst="rect">
            <a:avLst/>
          </a:prstGeom>
          <a:solidFill>
            <a:srgbClr val="CED7E6">
              <a:alpha val="65181"/>
            </a:srgbClr>
          </a:solidFill>
          <a:ln>
            <a:noFill/>
          </a:ln>
        </p:spPr>
      </p:sp>
      <p:sp>
        <p:nvSpPr>
          <p:cNvPr id="46" name="wm.whiteboard.72.90"/>
          <p:cNvSpPr/>
          <p:nvPr/>
        </p:nvSpPr>
        <p:spPr>
          <a:xfrm>
            <a:off x="4838700" y="1371600"/>
            <a:ext cx="38100" cy="38100"/>
          </a:xfrm>
          <a:prstGeom prst="rect">
            <a:avLst/>
          </a:prstGeom>
          <a:solidFill>
            <a:srgbClr val="CED7E6">
              <a:alpha val="51653"/>
            </a:srgbClr>
          </a:solidFill>
          <a:ln>
            <a:noFill/>
          </a:ln>
        </p:spPr>
      </p:sp>
      <p:sp>
        <p:nvSpPr>
          <p:cNvPr id="47" name="wm.whiteboard.72.108"/>
          <p:cNvSpPr/>
          <p:nvPr/>
        </p:nvSpPr>
        <p:spPr>
          <a:xfrm>
            <a:off x="4838700" y="1600200"/>
            <a:ext cx="38100" cy="38100"/>
          </a:xfrm>
          <a:prstGeom prst="rect">
            <a:avLst/>
          </a:prstGeom>
          <a:solidFill>
            <a:srgbClr val="CED7E6">
              <a:alpha val="37275"/>
            </a:srgbClr>
          </a:solidFill>
          <a:ln>
            <a:noFill/>
          </a:ln>
        </p:spPr>
      </p:sp>
      <p:sp>
        <p:nvSpPr>
          <p:cNvPr id="48" name="wm.whiteboard.72.126"/>
          <p:cNvSpPr/>
          <p:nvPr/>
        </p:nvSpPr>
        <p:spPr>
          <a:xfrm>
            <a:off x="4838700" y="1828800"/>
            <a:ext cx="38100" cy="38100"/>
          </a:xfrm>
          <a:prstGeom prst="rect">
            <a:avLst/>
          </a:prstGeom>
          <a:solidFill>
            <a:srgbClr val="CED7E6">
              <a:alpha val="22326"/>
            </a:srgbClr>
          </a:solidFill>
          <a:ln>
            <a:noFill/>
          </a:ln>
        </p:spPr>
      </p:sp>
      <p:sp>
        <p:nvSpPr>
          <p:cNvPr id="49" name="wm.whiteboard.72.144"/>
          <p:cNvSpPr/>
          <p:nvPr/>
        </p:nvSpPr>
        <p:spPr>
          <a:xfrm>
            <a:off x="4838700" y="2057400"/>
            <a:ext cx="38100" cy="38100"/>
          </a:xfrm>
          <a:prstGeom prst="rect">
            <a:avLst/>
          </a:prstGeom>
          <a:solidFill>
            <a:srgbClr val="CED7E6">
              <a:alpha val="6980"/>
            </a:srgbClr>
          </a:solidFill>
          <a:ln>
            <a:noFill/>
          </a:ln>
        </p:spPr>
      </p:sp>
      <p:sp>
        <p:nvSpPr>
          <p:cNvPr id="50" name="wm.whiteboard.90.0"/>
          <p:cNvSpPr/>
          <p:nvPr/>
        </p:nvSpPr>
        <p:spPr>
          <a:xfrm>
            <a:off x="5067300" y="228600"/>
            <a:ext cx="38100" cy="38100"/>
          </a:xfrm>
          <a:prstGeom prst="rect">
            <a:avLst/>
          </a:prstGeom>
          <a:solidFill>
            <a:srgbClr val="CED7E6">
              <a:alpha val="83798"/>
            </a:srgbClr>
          </a:solidFill>
          <a:ln>
            <a:noFill/>
          </a:ln>
        </p:spPr>
      </p:sp>
      <p:sp>
        <p:nvSpPr>
          <p:cNvPr id="51" name="wm.whiteboard.90.18"/>
          <p:cNvSpPr/>
          <p:nvPr/>
        </p:nvSpPr>
        <p:spPr>
          <a:xfrm>
            <a:off x="5067300" y="457200"/>
            <a:ext cx="38100" cy="38100"/>
          </a:xfrm>
          <a:prstGeom prst="rect">
            <a:avLst/>
          </a:prstGeom>
          <a:solidFill>
            <a:srgbClr val="CED7E6">
              <a:alpha val="81490"/>
            </a:srgbClr>
          </a:solidFill>
          <a:ln>
            <a:noFill/>
          </a:ln>
        </p:spPr>
      </p:sp>
      <p:sp>
        <p:nvSpPr>
          <p:cNvPr id="52" name="wm.whiteboard.90.36"/>
          <p:cNvSpPr/>
          <p:nvPr/>
        </p:nvSpPr>
        <p:spPr>
          <a:xfrm>
            <a:off x="5067300" y="685800"/>
            <a:ext cx="38100" cy="38100"/>
          </a:xfrm>
          <a:prstGeom prst="rect">
            <a:avLst/>
          </a:prstGeom>
          <a:solidFill>
            <a:srgbClr val="CED7E6">
              <a:alpha val="75569"/>
            </a:srgbClr>
          </a:solidFill>
          <a:ln>
            <a:noFill/>
          </a:ln>
        </p:spPr>
      </p:sp>
      <p:sp>
        <p:nvSpPr>
          <p:cNvPr id="53" name="wm.whiteboard.90.54"/>
          <p:cNvSpPr/>
          <p:nvPr/>
        </p:nvSpPr>
        <p:spPr>
          <a:xfrm>
            <a:off x="5067300" y="914400"/>
            <a:ext cx="38100" cy="38100"/>
          </a:xfrm>
          <a:prstGeom prst="rect">
            <a:avLst/>
          </a:prstGeom>
          <a:solidFill>
            <a:srgbClr val="CED7E6">
              <a:alpha val="66767"/>
            </a:srgbClr>
          </a:solidFill>
          <a:ln>
            <a:noFill/>
          </a:ln>
        </p:spPr>
      </p:sp>
      <p:sp>
        <p:nvSpPr>
          <p:cNvPr id="54" name="wm.whiteboard.90.72"/>
          <p:cNvSpPr/>
          <p:nvPr/>
        </p:nvSpPr>
        <p:spPr>
          <a:xfrm>
            <a:off x="5067300" y="1143000"/>
            <a:ext cx="38100" cy="38100"/>
          </a:xfrm>
          <a:prstGeom prst="rect">
            <a:avLst/>
          </a:prstGeom>
          <a:solidFill>
            <a:srgbClr val="CED7E6">
              <a:alpha val="55859"/>
            </a:srgbClr>
          </a:solidFill>
          <a:ln>
            <a:noFill/>
          </a:ln>
        </p:spPr>
      </p:sp>
      <p:sp>
        <p:nvSpPr>
          <p:cNvPr id="55" name="wm.whiteboard.90.90"/>
          <p:cNvSpPr/>
          <p:nvPr/>
        </p:nvSpPr>
        <p:spPr>
          <a:xfrm>
            <a:off x="5067300" y="1371600"/>
            <a:ext cx="38100" cy="38100"/>
          </a:xfrm>
          <a:prstGeom prst="rect">
            <a:avLst/>
          </a:prstGeom>
          <a:solidFill>
            <a:srgbClr val="CED7E6">
              <a:alpha val="43468"/>
            </a:srgbClr>
          </a:solidFill>
          <a:ln>
            <a:noFill/>
          </a:ln>
        </p:spPr>
      </p:sp>
      <p:sp>
        <p:nvSpPr>
          <p:cNvPr id="56" name="wm.whiteboard.90.108"/>
          <p:cNvSpPr/>
          <p:nvPr/>
        </p:nvSpPr>
        <p:spPr>
          <a:xfrm>
            <a:off x="5067300" y="1600200"/>
            <a:ext cx="38100" cy="38100"/>
          </a:xfrm>
          <a:prstGeom prst="rect">
            <a:avLst/>
          </a:prstGeom>
          <a:solidFill>
            <a:srgbClr val="CED7E6">
              <a:alpha val="30037"/>
            </a:srgbClr>
          </a:solidFill>
          <a:ln>
            <a:noFill/>
          </a:ln>
        </p:spPr>
      </p:sp>
      <p:sp>
        <p:nvSpPr>
          <p:cNvPr id="57" name="wm.whiteboard.90.126"/>
          <p:cNvSpPr/>
          <p:nvPr/>
        </p:nvSpPr>
        <p:spPr>
          <a:xfrm>
            <a:off x="5067300" y="1828800"/>
            <a:ext cx="38100" cy="38100"/>
          </a:xfrm>
          <a:prstGeom prst="rect">
            <a:avLst/>
          </a:prstGeom>
          <a:solidFill>
            <a:srgbClr val="CED7E6">
              <a:alpha val="15870"/>
            </a:srgbClr>
          </a:solidFill>
          <a:ln>
            <a:noFill/>
          </a:ln>
        </p:spPr>
      </p:sp>
      <p:sp>
        <p:nvSpPr>
          <p:cNvPr id="58" name="wm.whiteboard.90.144"/>
          <p:cNvSpPr/>
          <p:nvPr/>
        </p:nvSpPr>
        <p:spPr>
          <a:xfrm>
            <a:off x="5067300" y="2057400"/>
            <a:ext cx="38100" cy="38100"/>
          </a:xfrm>
          <a:prstGeom prst="rect">
            <a:avLst/>
          </a:prstGeom>
          <a:solidFill>
            <a:srgbClr val="CED7E6">
              <a:alpha val="1171"/>
            </a:srgbClr>
          </a:solidFill>
          <a:ln>
            <a:noFill/>
          </a:ln>
        </p:spPr>
      </p:sp>
      <p:sp>
        <p:nvSpPr>
          <p:cNvPr id="59" name="wm.whiteboard.108.0"/>
          <p:cNvSpPr/>
          <p:nvPr/>
        </p:nvSpPr>
        <p:spPr>
          <a:xfrm>
            <a:off x="5295900" y="228600"/>
            <a:ext cx="38100" cy="38100"/>
          </a:xfrm>
          <a:prstGeom prst="rect">
            <a:avLst/>
          </a:prstGeom>
          <a:solidFill>
            <a:srgbClr val="CED7E6">
              <a:alpha val="70023"/>
            </a:srgbClr>
          </a:solidFill>
          <a:ln>
            <a:noFill/>
          </a:ln>
        </p:spPr>
      </p:sp>
      <p:sp>
        <p:nvSpPr>
          <p:cNvPr id="60" name="wm.whiteboard.108.18"/>
          <p:cNvSpPr/>
          <p:nvPr/>
        </p:nvSpPr>
        <p:spPr>
          <a:xfrm>
            <a:off x="5295900" y="457200"/>
            <a:ext cx="38100" cy="38100"/>
          </a:xfrm>
          <a:prstGeom prst="rect">
            <a:avLst/>
          </a:prstGeom>
          <a:solidFill>
            <a:srgbClr val="CED7E6">
              <a:alpha val="68085"/>
            </a:srgbClr>
          </a:solidFill>
          <a:ln>
            <a:noFill/>
          </a:ln>
        </p:spPr>
      </p:sp>
      <p:sp>
        <p:nvSpPr>
          <p:cNvPr id="61" name="wm.whiteboard.108.36"/>
          <p:cNvSpPr/>
          <p:nvPr/>
        </p:nvSpPr>
        <p:spPr>
          <a:xfrm>
            <a:off x="5295900" y="685800"/>
            <a:ext cx="38100" cy="38100"/>
          </a:xfrm>
          <a:prstGeom prst="rect">
            <a:avLst/>
          </a:prstGeom>
          <a:solidFill>
            <a:srgbClr val="CED7E6">
              <a:alpha val="63033"/>
            </a:srgbClr>
          </a:solidFill>
          <a:ln>
            <a:noFill/>
          </a:ln>
        </p:spPr>
      </p:sp>
      <p:sp>
        <p:nvSpPr>
          <p:cNvPr id="62" name="wm.whiteboard.108.54"/>
          <p:cNvSpPr/>
          <p:nvPr/>
        </p:nvSpPr>
        <p:spPr>
          <a:xfrm>
            <a:off x="5295900" y="914400"/>
            <a:ext cx="38100" cy="38100"/>
          </a:xfrm>
          <a:prstGeom prst="rect">
            <a:avLst/>
          </a:prstGeom>
          <a:solidFill>
            <a:srgbClr val="CED7E6">
              <a:alpha val="55346"/>
            </a:srgbClr>
          </a:solidFill>
          <a:ln>
            <a:noFill/>
          </a:ln>
        </p:spPr>
      </p:sp>
      <p:sp>
        <p:nvSpPr>
          <p:cNvPr id="63" name="wm.whiteboard.108.72"/>
          <p:cNvSpPr/>
          <p:nvPr/>
        </p:nvSpPr>
        <p:spPr>
          <a:xfrm>
            <a:off x="5295900" y="1143000"/>
            <a:ext cx="38100" cy="38100"/>
          </a:xfrm>
          <a:prstGeom prst="rect">
            <a:avLst/>
          </a:prstGeom>
          <a:solidFill>
            <a:srgbClr val="CED7E6">
              <a:alpha val="45583"/>
            </a:srgbClr>
          </a:solidFill>
          <a:ln>
            <a:noFill/>
          </a:ln>
        </p:spPr>
      </p:sp>
      <p:sp>
        <p:nvSpPr>
          <p:cNvPr id="64" name="wm.whiteboard.108.90"/>
          <p:cNvSpPr/>
          <p:nvPr/>
        </p:nvSpPr>
        <p:spPr>
          <a:xfrm>
            <a:off x="5295900" y="1371600"/>
            <a:ext cx="38100" cy="38100"/>
          </a:xfrm>
          <a:prstGeom prst="rect">
            <a:avLst/>
          </a:prstGeom>
          <a:solidFill>
            <a:srgbClr val="CED7E6">
              <a:alpha val="34251"/>
            </a:srgbClr>
          </a:solidFill>
          <a:ln>
            <a:noFill/>
          </a:ln>
        </p:spPr>
      </p:sp>
      <p:sp>
        <p:nvSpPr>
          <p:cNvPr id="65" name="wm.whiteboard.108.108"/>
          <p:cNvSpPr/>
          <p:nvPr/>
        </p:nvSpPr>
        <p:spPr>
          <a:xfrm>
            <a:off x="5295900" y="1600200"/>
            <a:ext cx="38100" cy="38100"/>
          </a:xfrm>
          <a:prstGeom prst="rect">
            <a:avLst/>
          </a:prstGeom>
          <a:solidFill>
            <a:srgbClr val="CED7E6">
              <a:alpha val="21754"/>
            </a:srgbClr>
          </a:solidFill>
          <a:ln>
            <a:noFill/>
          </a:ln>
        </p:spPr>
      </p:sp>
      <p:sp>
        <p:nvSpPr>
          <p:cNvPr id="66" name="wm.whiteboard.108.126"/>
          <p:cNvSpPr/>
          <p:nvPr/>
        </p:nvSpPr>
        <p:spPr>
          <a:xfrm>
            <a:off x="5295900" y="1828800"/>
            <a:ext cx="38100" cy="38100"/>
          </a:xfrm>
          <a:prstGeom prst="rect">
            <a:avLst/>
          </a:prstGeom>
          <a:solidFill>
            <a:srgbClr val="CED7E6">
              <a:alpha val="8391"/>
            </a:srgbClr>
          </a:solidFill>
          <a:ln>
            <a:noFill/>
          </a:ln>
        </p:spPr>
      </p:sp>
      <p:sp>
        <p:nvSpPr>
          <p:cNvPr id="67" name="wm.whiteboard.126.0"/>
          <p:cNvSpPr/>
          <p:nvPr/>
        </p:nvSpPr>
        <p:spPr>
          <a:xfrm>
            <a:off x="5524500" y="228600"/>
            <a:ext cx="38100" cy="38100"/>
          </a:xfrm>
          <a:prstGeom prst="rect">
            <a:avLst/>
          </a:prstGeom>
          <a:solidFill>
            <a:srgbClr val="CED7E6">
              <a:alpha val="56247"/>
            </a:srgbClr>
          </a:solidFill>
          <a:ln>
            <a:noFill/>
          </a:ln>
        </p:spPr>
      </p:sp>
      <p:sp>
        <p:nvSpPr>
          <p:cNvPr id="68" name="wm.whiteboard.126.18"/>
          <p:cNvSpPr/>
          <p:nvPr/>
        </p:nvSpPr>
        <p:spPr>
          <a:xfrm>
            <a:off x="5524500" y="457200"/>
            <a:ext cx="38100" cy="38100"/>
          </a:xfrm>
          <a:prstGeom prst="rect">
            <a:avLst/>
          </a:prstGeom>
          <a:solidFill>
            <a:srgbClr val="CED7E6">
              <a:alpha val="54578"/>
            </a:srgbClr>
          </a:solidFill>
          <a:ln>
            <a:noFill/>
          </a:ln>
        </p:spPr>
      </p:sp>
      <p:sp>
        <p:nvSpPr>
          <p:cNvPr id="69" name="wm.whiteboard.126.36"/>
          <p:cNvSpPr/>
          <p:nvPr/>
        </p:nvSpPr>
        <p:spPr>
          <a:xfrm>
            <a:off x="5524500" y="685800"/>
            <a:ext cx="38100" cy="38100"/>
          </a:xfrm>
          <a:prstGeom prst="rect">
            <a:avLst/>
          </a:prstGeom>
          <a:solidFill>
            <a:srgbClr val="CED7E6">
              <a:alpha val="50182"/>
            </a:srgbClr>
          </a:solidFill>
          <a:ln>
            <a:noFill/>
          </a:ln>
        </p:spPr>
      </p:sp>
      <p:sp>
        <p:nvSpPr>
          <p:cNvPr id="70" name="wm.whiteboard.126.54"/>
          <p:cNvSpPr/>
          <p:nvPr/>
        </p:nvSpPr>
        <p:spPr>
          <a:xfrm>
            <a:off x="5524500" y="914400"/>
            <a:ext cx="38100" cy="38100"/>
          </a:xfrm>
          <a:prstGeom prst="rect">
            <a:avLst/>
          </a:prstGeom>
          <a:solidFill>
            <a:srgbClr val="CED7E6">
              <a:alpha val="43386"/>
            </a:srgbClr>
          </a:solidFill>
          <a:ln>
            <a:noFill/>
          </a:ln>
        </p:spPr>
      </p:sp>
      <p:sp>
        <p:nvSpPr>
          <p:cNvPr id="71" name="wm.whiteboard.126.72"/>
          <p:cNvSpPr/>
          <p:nvPr/>
        </p:nvSpPr>
        <p:spPr>
          <a:xfrm>
            <a:off x="5524500" y="1143000"/>
            <a:ext cx="38100" cy="38100"/>
          </a:xfrm>
          <a:prstGeom prst="rect">
            <a:avLst/>
          </a:prstGeom>
          <a:solidFill>
            <a:srgbClr val="CED7E6">
              <a:alpha val="34598"/>
            </a:srgbClr>
          </a:solidFill>
          <a:ln>
            <a:noFill/>
          </a:ln>
        </p:spPr>
      </p:sp>
      <p:sp>
        <p:nvSpPr>
          <p:cNvPr id="72" name="wm.whiteboard.126.90"/>
          <p:cNvSpPr/>
          <p:nvPr/>
        </p:nvSpPr>
        <p:spPr>
          <a:xfrm>
            <a:off x="5524500" y="1371600"/>
            <a:ext cx="38100" cy="38100"/>
          </a:xfrm>
          <a:prstGeom prst="rect">
            <a:avLst/>
          </a:prstGeom>
          <a:solidFill>
            <a:srgbClr val="CED7E6">
              <a:alpha val="24223"/>
            </a:srgbClr>
          </a:solidFill>
          <a:ln>
            <a:noFill/>
          </a:ln>
        </p:spPr>
      </p:sp>
      <p:sp>
        <p:nvSpPr>
          <p:cNvPr id="73" name="wm.whiteboard.126.108"/>
          <p:cNvSpPr/>
          <p:nvPr/>
        </p:nvSpPr>
        <p:spPr>
          <a:xfrm>
            <a:off x="5524500" y="1600200"/>
            <a:ext cx="38100" cy="38100"/>
          </a:xfrm>
          <a:prstGeom prst="rect">
            <a:avLst/>
          </a:prstGeom>
          <a:solidFill>
            <a:srgbClr val="CED7E6">
              <a:alpha val="12610"/>
            </a:srgbClr>
          </a:solidFill>
          <a:ln>
            <a:noFill/>
          </a:ln>
        </p:spPr>
      </p:sp>
      <p:sp>
        <p:nvSpPr>
          <p:cNvPr id="74" name="wm.whiteboard.126.126"/>
          <p:cNvSpPr/>
          <p:nvPr/>
        </p:nvSpPr>
        <p:spPr>
          <a:xfrm>
            <a:off x="5524500" y="1828800"/>
            <a:ext cx="38100" cy="38100"/>
          </a:xfrm>
          <a:prstGeom prst="rect">
            <a:avLst/>
          </a:prstGeom>
          <a:solidFill>
            <a:srgbClr val="CED7E6">
              <a:alpha val="40"/>
            </a:srgbClr>
          </a:solidFill>
          <a:ln>
            <a:noFill/>
          </a:ln>
        </p:spPr>
      </p:sp>
      <p:sp>
        <p:nvSpPr>
          <p:cNvPr id="75" name="wm.whiteboard.144.0"/>
          <p:cNvSpPr/>
          <p:nvPr/>
        </p:nvSpPr>
        <p:spPr>
          <a:xfrm>
            <a:off x="5753100" y="228600"/>
            <a:ext cx="38100" cy="38100"/>
          </a:xfrm>
          <a:prstGeom prst="rect">
            <a:avLst/>
          </a:prstGeom>
          <a:solidFill>
            <a:srgbClr val="CED7E6">
              <a:alpha val="42471"/>
            </a:srgbClr>
          </a:solidFill>
          <a:ln>
            <a:noFill/>
          </a:ln>
        </p:spPr>
      </p:sp>
      <p:sp>
        <p:nvSpPr>
          <p:cNvPr id="76" name="wm.whiteboard.144.18"/>
          <p:cNvSpPr/>
          <p:nvPr/>
        </p:nvSpPr>
        <p:spPr>
          <a:xfrm>
            <a:off x="5753100" y="457200"/>
            <a:ext cx="38100" cy="38100"/>
          </a:xfrm>
          <a:prstGeom prst="rect">
            <a:avLst/>
          </a:prstGeom>
          <a:solidFill>
            <a:srgbClr val="CED7E6">
              <a:alpha val="41005"/>
            </a:srgbClr>
          </a:solidFill>
          <a:ln>
            <a:noFill/>
          </a:ln>
        </p:spPr>
      </p:sp>
      <p:sp>
        <p:nvSpPr>
          <p:cNvPr id="77" name="wm.whiteboard.144.36"/>
          <p:cNvSpPr/>
          <p:nvPr/>
        </p:nvSpPr>
        <p:spPr>
          <a:xfrm>
            <a:off x="5753100" y="685800"/>
            <a:ext cx="38100" cy="38100"/>
          </a:xfrm>
          <a:prstGeom prst="rect">
            <a:avLst/>
          </a:prstGeom>
          <a:solidFill>
            <a:srgbClr val="CED7E6">
              <a:alpha val="37120"/>
            </a:srgbClr>
          </a:solidFill>
          <a:ln>
            <a:noFill/>
          </a:ln>
        </p:spPr>
      </p:sp>
      <p:sp>
        <p:nvSpPr>
          <p:cNvPr id="78" name="wm.whiteboard.144.54"/>
          <p:cNvSpPr/>
          <p:nvPr/>
        </p:nvSpPr>
        <p:spPr>
          <a:xfrm>
            <a:off x="5753100" y="914400"/>
            <a:ext cx="38100" cy="38100"/>
          </a:xfrm>
          <a:prstGeom prst="rect">
            <a:avLst/>
          </a:prstGeom>
          <a:solidFill>
            <a:srgbClr val="CED7E6">
              <a:alpha val="31044"/>
            </a:srgbClr>
          </a:solidFill>
          <a:ln>
            <a:noFill/>
          </a:ln>
        </p:spPr>
      </p:sp>
      <p:sp>
        <p:nvSpPr>
          <p:cNvPr id="79" name="wm.whiteboard.144.72"/>
          <p:cNvSpPr/>
          <p:nvPr/>
        </p:nvSpPr>
        <p:spPr>
          <a:xfrm>
            <a:off x="5753100" y="1143000"/>
            <a:ext cx="38100" cy="38100"/>
          </a:xfrm>
          <a:prstGeom prst="rect">
            <a:avLst/>
          </a:prstGeom>
          <a:solidFill>
            <a:srgbClr val="CED7E6">
              <a:alpha val="23083"/>
            </a:srgbClr>
          </a:solidFill>
          <a:ln>
            <a:noFill/>
          </a:ln>
        </p:spPr>
      </p:sp>
      <p:sp>
        <p:nvSpPr>
          <p:cNvPr id="80" name="wm.whiteboard.144.90"/>
          <p:cNvSpPr/>
          <p:nvPr/>
        </p:nvSpPr>
        <p:spPr>
          <a:xfrm>
            <a:off x="5753100" y="1371600"/>
            <a:ext cx="38100" cy="38100"/>
          </a:xfrm>
          <a:prstGeom prst="rect">
            <a:avLst/>
          </a:prstGeom>
          <a:solidFill>
            <a:srgbClr val="CED7E6">
              <a:alpha val="13557"/>
            </a:srgbClr>
          </a:solidFill>
          <a:ln>
            <a:noFill/>
          </a:ln>
        </p:spPr>
      </p:sp>
      <p:sp>
        <p:nvSpPr>
          <p:cNvPr id="81" name="wm.whiteboard.144.108"/>
          <p:cNvSpPr/>
          <p:nvPr/>
        </p:nvSpPr>
        <p:spPr>
          <a:xfrm>
            <a:off x="5753100" y="1600200"/>
            <a:ext cx="38100" cy="38100"/>
          </a:xfrm>
          <a:prstGeom prst="rect">
            <a:avLst/>
          </a:prstGeom>
          <a:solidFill>
            <a:srgbClr val="CED7E6">
              <a:alpha val="2762"/>
            </a:srgbClr>
          </a:solidFill>
          <a:ln>
            <a:noFill/>
          </a:ln>
        </p:spPr>
      </p:sp>
      <p:sp>
        <p:nvSpPr>
          <p:cNvPr id="82" name="wm.whiteboard.162.0"/>
          <p:cNvSpPr/>
          <p:nvPr/>
        </p:nvSpPr>
        <p:spPr>
          <a:xfrm>
            <a:off x="5981700" y="228600"/>
            <a:ext cx="38100" cy="38100"/>
          </a:xfrm>
          <a:prstGeom prst="rect">
            <a:avLst/>
          </a:prstGeom>
          <a:solidFill>
            <a:srgbClr val="CED7E6">
              <a:alpha val="28695"/>
            </a:srgbClr>
          </a:solidFill>
          <a:ln>
            <a:noFill/>
          </a:ln>
        </p:spPr>
      </p:sp>
      <p:sp>
        <p:nvSpPr>
          <p:cNvPr id="83" name="wm.whiteboard.162.18"/>
          <p:cNvSpPr/>
          <p:nvPr/>
        </p:nvSpPr>
        <p:spPr>
          <a:xfrm>
            <a:off x="5981700" y="457200"/>
            <a:ext cx="38100" cy="38100"/>
          </a:xfrm>
          <a:prstGeom prst="rect">
            <a:avLst/>
          </a:prstGeom>
          <a:solidFill>
            <a:srgbClr val="CED7E6">
              <a:alpha val="27389"/>
            </a:srgbClr>
          </a:solidFill>
          <a:ln>
            <a:noFill/>
          </a:ln>
        </p:spPr>
      </p:sp>
      <p:sp>
        <p:nvSpPr>
          <p:cNvPr id="84" name="wm.whiteboard.162.36"/>
          <p:cNvSpPr/>
          <p:nvPr/>
        </p:nvSpPr>
        <p:spPr>
          <a:xfrm>
            <a:off x="5981700" y="685800"/>
            <a:ext cx="38100" cy="38100"/>
          </a:xfrm>
          <a:prstGeom prst="rect">
            <a:avLst/>
          </a:prstGeom>
          <a:solidFill>
            <a:srgbClr val="CED7E6">
              <a:alpha val="23910"/>
            </a:srgbClr>
          </a:solidFill>
          <a:ln>
            <a:noFill/>
          </a:ln>
        </p:spPr>
      </p:sp>
      <p:sp>
        <p:nvSpPr>
          <p:cNvPr id="85" name="wm.whiteboard.162.54"/>
          <p:cNvSpPr/>
          <p:nvPr/>
        </p:nvSpPr>
        <p:spPr>
          <a:xfrm>
            <a:off x="5981700" y="914400"/>
            <a:ext cx="38100" cy="38100"/>
          </a:xfrm>
          <a:prstGeom prst="rect">
            <a:avLst/>
          </a:prstGeom>
          <a:solidFill>
            <a:srgbClr val="CED7E6">
              <a:alpha val="18425"/>
            </a:srgbClr>
          </a:solidFill>
          <a:ln>
            <a:noFill/>
          </a:ln>
        </p:spPr>
      </p:sp>
      <p:sp>
        <p:nvSpPr>
          <p:cNvPr id="86" name="wm.whiteboard.162.72"/>
          <p:cNvSpPr/>
          <p:nvPr/>
        </p:nvSpPr>
        <p:spPr>
          <a:xfrm>
            <a:off x="5981700" y="1143000"/>
            <a:ext cx="38100" cy="38100"/>
          </a:xfrm>
          <a:prstGeom prst="rect">
            <a:avLst/>
          </a:prstGeom>
          <a:solidFill>
            <a:srgbClr val="CED7E6">
              <a:alpha val="11167"/>
            </a:srgbClr>
          </a:solidFill>
          <a:ln>
            <a:noFill/>
          </a:ln>
        </p:spPr>
      </p:sp>
      <p:sp>
        <p:nvSpPr>
          <p:cNvPr id="87" name="wm.whiteboard.162.90"/>
          <p:cNvSpPr/>
          <p:nvPr/>
        </p:nvSpPr>
        <p:spPr>
          <a:xfrm>
            <a:off x="5981700" y="1371600"/>
            <a:ext cx="38100" cy="38100"/>
          </a:xfrm>
          <a:prstGeom prst="rect">
            <a:avLst/>
          </a:prstGeom>
          <a:solidFill>
            <a:srgbClr val="CED7E6">
              <a:alpha val="2388"/>
            </a:srgbClr>
          </a:solidFill>
          <a:ln>
            <a:noFill/>
          </a:ln>
        </p:spPr>
      </p:sp>
      <p:sp>
        <p:nvSpPr>
          <p:cNvPr id="88" name="wm.whiteboard.180.0"/>
          <p:cNvSpPr/>
          <p:nvPr/>
        </p:nvSpPr>
        <p:spPr>
          <a:xfrm>
            <a:off x="6210300" y="228600"/>
            <a:ext cx="38100" cy="38100"/>
          </a:xfrm>
          <a:prstGeom prst="rect">
            <a:avLst/>
          </a:prstGeom>
          <a:solidFill>
            <a:srgbClr val="CED7E6">
              <a:alpha val="14918"/>
            </a:srgbClr>
          </a:solidFill>
          <a:ln>
            <a:noFill/>
          </a:ln>
        </p:spPr>
      </p:sp>
      <p:sp>
        <p:nvSpPr>
          <p:cNvPr id="89" name="wm.whiteboard.180.18"/>
          <p:cNvSpPr/>
          <p:nvPr/>
        </p:nvSpPr>
        <p:spPr>
          <a:xfrm>
            <a:off x="6210300" y="457200"/>
            <a:ext cx="38100" cy="38100"/>
          </a:xfrm>
          <a:prstGeom prst="rect">
            <a:avLst/>
          </a:prstGeom>
          <a:solidFill>
            <a:srgbClr val="CED7E6">
              <a:alpha val="13741"/>
            </a:srgbClr>
          </a:solidFill>
          <a:ln>
            <a:noFill/>
          </a:ln>
        </p:spPr>
      </p:sp>
      <p:sp>
        <p:nvSpPr>
          <p:cNvPr id="90" name="wm.whiteboard.180.36"/>
          <p:cNvSpPr/>
          <p:nvPr/>
        </p:nvSpPr>
        <p:spPr>
          <a:xfrm>
            <a:off x="6210300" y="685800"/>
            <a:ext cx="38100" cy="38100"/>
          </a:xfrm>
          <a:prstGeom prst="rect">
            <a:avLst/>
          </a:prstGeom>
          <a:solidFill>
            <a:srgbClr val="CED7E6">
              <a:alpha val="10593"/>
            </a:srgbClr>
          </a:solidFill>
          <a:ln>
            <a:noFill/>
          </a:ln>
        </p:spPr>
      </p:sp>
      <p:sp>
        <p:nvSpPr>
          <p:cNvPr id="91" name="wm.whiteboard.180.54"/>
          <p:cNvSpPr/>
          <p:nvPr/>
        </p:nvSpPr>
        <p:spPr>
          <a:xfrm>
            <a:off x="6210300" y="914400"/>
            <a:ext cx="38100" cy="38100"/>
          </a:xfrm>
          <a:prstGeom prst="rect">
            <a:avLst/>
          </a:prstGeom>
          <a:solidFill>
            <a:srgbClr val="CED7E6">
              <a:alpha val="5600"/>
            </a:srgbClr>
          </a:solidFill>
          <a:ln>
            <a:noFill/>
          </a:ln>
        </p:spPr>
      </p:sp>
      <p:sp>
        <p:nvSpPr>
          <p:cNvPr id="92" name="wm.whiteboard.198.0"/>
          <p:cNvSpPr/>
          <p:nvPr/>
        </p:nvSpPr>
        <p:spPr>
          <a:xfrm>
            <a:off x="6438900" y="228600"/>
            <a:ext cx="38100" cy="38100"/>
          </a:xfrm>
          <a:prstGeom prst="rect">
            <a:avLst/>
          </a:prstGeom>
          <a:solidFill>
            <a:srgbClr val="CED7E6">
              <a:alpha val="1142"/>
            </a:srgbClr>
          </a:solidFill>
          <a:ln>
            <a:noFill/>
          </a:ln>
        </p:spPr>
      </p:sp>
      <p:sp>
        <p:nvSpPr>
          <p:cNvPr id="93" name="wm.whiteboard.198.18"/>
          <p:cNvSpPr/>
          <p:nvPr/>
        </p:nvSpPr>
        <p:spPr>
          <a:xfrm>
            <a:off x="6438900" y="457200"/>
            <a:ext cx="38100" cy="38100"/>
          </a:xfrm>
          <a:prstGeom prst="rect">
            <a:avLst/>
          </a:prstGeom>
          <a:solidFill>
            <a:srgbClr val="CED7E6">
              <a:alpha val="69"/>
            </a:srgbClr>
          </a:solidFill>
          <a:ln>
            <a:noFill/>
          </a:ln>
        </p:spPr>
      </p:sp>
      <p:sp>
        <p:nvSpPr>
          <p:cNvPr id="94" name="wm.header.rule"/>
          <p:cNvSpPr/>
          <p:nvPr/>
        </p:nvSpPr>
        <p:spPr>
          <a:xfrm>
            <a:off x="4381500" y="1828800"/>
            <a:ext cx="7086600" cy="9525"/>
          </a:xfrm>
          <a:prstGeom prst="rect">
            <a:avLst/>
          </a:prstGeom>
          <a:solidFill>
            <a:srgbClr val="CED7E6"/>
          </a:solidFill>
          <a:ln>
            <a:noFill/>
          </a:ln>
        </p:spPr>
      </p:sp>
      <p:pic>
        <p:nvPicPr>
          <p:cNvPr id="95"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210300"/>
            <a:ext cx="729403" cy="152400"/>
          </a:xfrm>
          <a:prstGeom prst="rect">
            <a:avLst/>
          </a:prstGeom>
        </p:spPr>
      </p:pic>
      <p:sp>
        <p:nvSpPr>
          <p:cNvPr id="96" name="wm.legal"/>
          <p:cNvSpPr/>
          <p:nvPr/>
        </p:nvSpPr>
        <p:spPr>
          <a:xfrm>
            <a:off x="2171700" y="6172200"/>
            <a:ext cx="89154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wmds.frame.353fa72a79c66aca8fe6">
    <p:bg>
      <p:bgPr>
        <a:solidFill>
          <a:srgbClr val="FFFFFF"/>
        </a:solidFill>
      </p:bgPr>
    </p:bg>
    <p:spTree>
      <p:nvGrpSpPr>
        <p:cNvPr id="1" name=""/>
        <p:cNvGrpSpPr/>
        <p:nvPr/>
      </p:nvGrpSpPr>
      <p:grpSpPr>
        <a:xfrm>
          <a:off x="0" y="0"/>
          <a:ext cx="0" cy="0"/>
          <a:chOff x="0" y="0"/>
          <a:chExt cx="0" cy="0"/>
        </a:xfrm>
      </p:grpSpPr>
      <p:sp>
        <p:nvSpPr>
          <p:cNvPr id="2" name="wm.footer.rule"/>
          <p:cNvSpPr/>
          <p:nvPr/>
        </p:nvSpPr>
        <p:spPr>
          <a:xfrm>
            <a:off x="723900" y="6057900"/>
            <a:ext cx="10744200" cy="9525"/>
          </a:xfrm>
          <a:prstGeom prst="rect">
            <a:avLst/>
          </a:prstGeom>
          <a:solidFill>
            <a:srgbClr val="CED7E6"/>
          </a:solidFill>
          <a:ln>
            <a:noFill/>
          </a:ln>
        </p:spPr>
      </p:sp>
      <p:sp>
        <p:nvSpPr>
          <p:cNvPr id="3" name="wm.whiteboard.0.0"/>
          <p:cNvSpPr/>
          <p:nvPr/>
        </p:nvSpPr>
        <p:spPr>
          <a:xfrm>
            <a:off x="266700" y="228600"/>
            <a:ext cx="38100" cy="38100"/>
          </a:xfrm>
          <a:prstGeom prst="rect">
            <a:avLst/>
          </a:prstGeom>
          <a:solidFill>
            <a:srgbClr val="CED7E6"/>
          </a:solidFill>
          <a:ln>
            <a:noFill/>
          </a:ln>
        </p:spPr>
      </p:sp>
      <p:sp>
        <p:nvSpPr>
          <p:cNvPr id="4" name="wm.whiteboard.0.18"/>
          <p:cNvSpPr/>
          <p:nvPr/>
        </p:nvSpPr>
        <p:spPr>
          <a:xfrm>
            <a:off x="266700" y="457200"/>
            <a:ext cx="38100" cy="38100"/>
          </a:xfrm>
          <a:prstGeom prst="rect">
            <a:avLst/>
          </a:prstGeom>
          <a:solidFill>
            <a:srgbClr val="CED7E6"/>
          </a:solidFill>
          <a:ln>
            <a:noFill/>
          </a:ln>
        </p:spPr>
      </p:sp>
      <p:sp>
        <p:nvSpPr>
          <p:cNvPr id="5" name="wm.whiteboard.0.36"/>
          <p:cNvSpPr/>
          <p:nvPr/>
        </p:nvSpPr>
        <p:spPr>
          <a:xfrm>
            <a:off x="266700" y="685800"/>
            <a:ext cx="38100" cy="38100"/>
          </a:xfrm>
          <a:prstGeom prst="rect">
            <a:avLst/>
          </a:prstGeom>
          <a:solidFill>
            <a:srgbClr val="CED7E6"/>
          </a:solidFill>
          <a:ln>
            <a:noFill/>
          </a:ln>
        </p:spPr>
      </p:sp>
      <p:sp>
        <p:nvSpPr>
          <p:cNvPr id="6" name="wm.whiteboard.0.54"/>
          <p:cNvSpPr/>
          <p:nvPr/>
        </p:nvSpPr>
        <p:spPr>
          <a:xfrm>
            <a:off x="266700" y="914400"/>
            <a:ext cx="38100" cy="38100"/>
          </a:xfrm>
          <a:prstGeom prst="rect">
            <a:avLst/>
          </a:prstGeom>
          <a:solidFill>
            <a:srgbClr val="CED7E6"/>
          </a:solidFill>
          <a:ln>
            <a:noFill/>
          </a:ln>
        </p:spPr>
      </p:sp>
      <p:sp>
        <p:nvSpPr>
          <p:cNvPr id="7" name="wm.whiteboard.0.72"/>
          <p:cNvSpPr/>
          <p:nvPr/>
        </p:nvSpPr>
        <p:spPr>
          <a:xfrm>
            <a:off x="266700" y="1143000"/>
            <a:ext cx="38100" cy="38100"/>
          </a:xfrm>
          <a:prstGeom prst="rect">
            <a:avLst/>
          </a:prstGeom>
          <a:solidFill>
            <a:srgbClr val="CED7E6">
              <a:alpha val="85305"/>
            </a:srgbClr>
          </a:solidFill>
          <a:ln>
            <a:noFill/>
          </a:ln>
        </p:spPr>
      </p:sp>
      <p:sp>
        <p:nvSpPr>
          <p:cNvPr id="8" name="wm.whiteboard.0.90"/>
          <p:cNvSpPr/>
          <p:nvPr/>
        </p:nvSpPr>
        <p:spPr>
          <a:xfrm>
            <a:off x="266700" y="1371600"/>
            <a:ext cx="38100" cy="38100"/>
          </a:xfrm>
          <a:prstGeom prst="rect">
            <a:avLst/>
          </a:prstGeom>
          <a:solidFill>
            <a:srgbClr val="CED7E6">
              <a:alpha val="68524"/>
            </a:srgbClr>
          </a:solidFill>
          <a:ln>
            <a:noFill/>
          </a:ln>
        </p:spPr>
      </p:sp>
      <p:sp>
        <p:nvSpPr>
          <p:cNvPr id="9" name="wm.whiteboard.0.108"/>
          <p:cNvSpPr/>
          <p:nvPr/>
        </p:nvSpPr>
        <p:spPr>
          <a:xfrm>
            <a:off x="266700" y="1600200"/>
            <a:ext cx="38100" cy="38100"/>
          </a:xfrm>
          <a:prstGeom prst="rect">
            <a:avLst/>
          </a:prstGeom>
          <a:solidFill>
            <a:srgbClr val="CED7E6">
              <a:alpha val="51742"/>
            </a:srgbClr>
          </a:solidFill>
          <a:ln>
            <a:noFill/>
          </a:ln>
        </p:spPr>
      </p:sp>
      <p:sp>
        <p:nvSpPr>
          <p:cNvPr id="10" name="wm.whiteboard.0.126"/>
          <p:cNvSpPr/>
          <p:nvPr/>
        </p:nvSpPr>
        <p:spPr>
          <a:xfrm>
            <a:off x="266700" y="1828800"/>
            <a:ext cx="38100" cy="38100"/>
          </a:xfrm>
          <a:prstGeom prst="rect">
            <a:avLst/>
          </a:prstGeom>
          <a:solidFill>
            <a:srgbClr val="CED7E6">
              <a:alpha val="34959"/>
            </a:srgbClr>
          </a:solidFill>
          <a:ln>
            <a:noFill/>
          </a:ln>
        </p:spPr>
      </p:sp>
      <p:sp>
        <p:nvSpPr>
          <p:cNvPr id="11" name="wm.whiteboard.0.144"/>
          <p:cNvSpPr/>
          <p:nvPr/>
        </p:nvSpPr>
        <p:spPr>
          <a:xfrm>
            <a:off x="266700" y="2057400"/>
            <a:ext cx="38100" cy="38100"/>
          </a:xfrm>
          <a:prstGeom prst="rect">
            <a:avLst/>
          </a:prstGeom>
          <a:solidFill>
            <a:srgbClr val="CED7E6">
              <a:alpha val="18177"/>
            </a:srgbClr>
          </a:solidFill>
          <a:ln>
            <a:noFill/>
          </a:ln>
        </p:spPr>
      </p:sp>
      <p:sp>
        <p:nvSpPr>
          <p:cNvPr id="12" name="wm.whiteboard.0.162"/>
          <p:cNvSpPr/>
          <p:nvPr/>
        </p:nvSpPr>
        <p:spPr>
          <a:xfrm>
            <a:off x="266700" y="2286000"/>
            <a:ext cx="38100" cy="38100"/>
          </a:xfrm>
          <a:prstGeom prst="rect">
            <a:avLst/>
          </a:prstGeom>
          <a:solidFill>
            <a:srgbClr val="CED7E6">
              <a:alpha val="1394"/>
            </a:srgbClr>
          </a:solidFill>
          <a:ln>
            <a:noFill/>
          </a:ln>
        </p:spPr>
      </p:sp>
      <p:sp>
        <p:nvSpPr>
          <p:cNvPr id="13" name="wm.whiteboard.18.0"/>
          <p:cNvSpPr/>
          <p:nvPr/>
        </p:nvSpPr>
        <p:spPr>
          <a:xfrm>
            <a:off x="495300" y="228600"/>
            <a:ext cx="38100" cy="38100"/>
          </a:xfrm>
          <a:prstGeom prst="rect">
            <a:avLst/>
          </a:prstGeom>
          <a:solidFill>
            <a:srgbClr val="CED7E6"/>
          </a:solidFill>
          <a:ln>
            <a:noFill/>
          </a:ln>
        </p:spPr>
      </p:sp>
      <p:sp>
        <p:nvSpPr>
          <p:cNvPr id="14" name="wm.whiteboard.18.18"/>
          <p:cNvSpPr/>
          <p:nvPr/>
        </p:nvSpPr>
        <p:spPr>
          <a:xfrm>
            <a:off x="495300" y="457200"/>
            <a:ext cx="38100" cy="38100"/>
          </a:xfrm>
          <a:prstGeom prst="rect">
            <a:avLst/>
          </a:prstGeom>
          <a:solidFill>
            <a:srgbClr val="CED7E6"/>
          </a:solidFill>
          <a:ln>
            <a:noFill/>
          </a:ln>
        </p:spPr>
      </p:sp>
      <p:sp>
        <p:nvSpPr>
          <p:cNvPr id="15" name="wm.whiteboard.18.36"/>
          <p:cNvSpPr/>
          <p:nvPr/>
        </p:nvSpPr>
        <p:spPr>
          <a:xfrm>
            <a:off x="495300" y="685800"/>
            <a:ext cx="38100" cy="38100"/>
          </a:xfrm>
          <a:prstGeom prst="rect">
            <a:avLst/>
          </a:prstGeom>
          <a:solidFill>
            <a:srgbClr val="CED7E6"/>
          </a:solidFill>
          <a:ln>
            <a:noFill/>
          </a:ln>
        </p:spPr>
      </p:sp>
      <p:sp>
        <p:nvSpPr>
          <p:cNvPr id="16" name="wm.whiteboard.18.54"/>
          <p:cNvSpPr/>
          <p:nvPr/>
        </p:nvSpPr>
        <p:spPr>
          <a:xfrm>
            <a:off x="495300" y="914400"/>
            <a:ext cx="38100" cy="38100"/>
          </a:xfrm>
          <a:prstGeom prst="rect">
            <a:avLst/>
          </a:prstGeom>
          <a:solidFill>
            <a:srgbClr val="CED7E6">
              <a:alpha val="99988"/>
            </a:srgbClr>
          </a:solidFill>
          <a:ln>
            <a:noFill/>
          </a:ln>
        </p:spPr>
      </p:sp>
      <p:sp>
        <p:nvSpPr>
          <p:cNvPr id="17" name="wm.whiteboard.18.72"/>
          <p:cNvSpPr/>
          <p:nvPr/>
        </p:nvSpPr>
        <p:spPr>
          <a:xfrm>
            <a:off x="495300" y="1143000"/>
            <a:ext cx="38100" cy="38100"/>
          </a:xfrm>
          <a:prstGeom prst="rect">
            <a:avLst/>
          </a:prstGeom>
          <a:solidFill>
            <a:srgbClr val="CED7E6">
              <a:alpha val="83708"/>
            </a:srgbClr>
          </a:solidFill>
          <a:ln>
            <a:noFill/>
          </a:ln>
        </p:spPr>
      </p:sp>
      <p:sp>
        <p:nvSpPr>
          <p:cNvPr id="18" name="wm.whiteboard.18.90"/>
          <p:cNvSpPr/>
          <p:nvPr/>
        </p:nvSpPr>
        <p:spPr>
          <a:xfrm>
            <a:off x="495300" y="1371600"/>
            <a:ext cx="38100" cy="38100"/>
          </a:xfrm>
          <a:prstGeom prst="rect">
            <a:avLst/>
          </a:prstGeom>
          <a:solidFill>
            <a:srgbClr val="CED7E6">
              <a:alpha val="67236"/>
            </a:srgbClr>
          </a:solidFill>
          <a:ln>
            <a:noFill/>
          </a:ln>
        </p:spPr>
      </p:sp>
      <p:sp>
        <p:nvSpPr>
          <p:cNvPr id="19" name="wm.whiteboard.18.108"/>
          <p:cNvSpPr/>
          <p:nvPr/>
        </p:nvSpPr>
        <p:spPr>
          <a:xfrm>
            <a:off x="495300" y="1600200"/>
            <a:ext cx="38100" cy="38100"/>
          </a:xfrm>
          <a:prstGeom prst="rect">
            <a:avLst/>
          </a:prstGeom>
          <a:solidFill>
            <a:srgbClr val="CED7E6">
              <a:alpha val="50663"/>
            </a:srgbClr>
          </a:solidFill>
          <a:ln>
            <a:noFill/>
          </a:ln>
        </p:spPr>
      </p:sp>
      <p:sp>
        <p:nvSpPr>
          <p:cNvPr id="20" name="wm.whiteboard.18.126"/>
          <p:cNvSpPr/>
          <p:nvPr/>
        </p:nvSpPr>
        <p:spPr>
          <a:xfrm>
            <a:off x="495300" y="1828800"/>
            <a:ext cx="38100" cy="38100"/>
          </a:xfrm>
          <a:prstGeom prst="rect">
            <a:avLst/>
          </a:prstGeom>
          <a:solidFill>
            <a:srgbClr val="CED7E6">
              <a:alpha val="34032"/>
            </a:srgbClr>
          </a:solidFill>
          <a:ln>
            <a:noFill/>
          </a:ln>
        </p:spPr>
      </p:sp>
      <p:sp>
        <p:nvSpPr>
          <p:cNvPr id="21" name="wm.whiteboard.18.144"/>
          <p:cNvSpPr/>
          <p:nvPr/>
        </p:nvSpPr>
        <p:spPr>
          <a:xfrm>
            <a:off x="495300" y="2057400"/>
            <a:ext cx="38100" cy="38100"/>
          </a:xfrm>
          <a:prstGeom prst="rect">
            <a:avLst/>
          </a:prstGeom>
          <a:solidFill>
            <a:srgbClr val="CED7E6">
              <a:alpha val="17363"/>
            </a:srgbClr>
          </a:solidFill>
          <a:ln>
            <a:noFill/>
          </a:ln>
        </p:spPr>
      </p:sp>
      <p:sp>
        <p:nvSpPr>
          <p:cNvPr id="22" name="wm.whiteboard.18.162"/>
          <p:cNvSpPr/>
          <p:nvPr/>
        </p:nvSpPr>
        <p:spPr>
          <a:xfrm>
            <a:off x="495300" y="2286000"/>
            <a:ext cx="38100" cy="38100"/>
          </a:xfrm>
          <a:prstGeom prst="rect">
            <a:avLst/>
          </a:prstGeom>
          <a:solidFill>
            <a:srgbClr val="CED7E6">
              <a:alpha val="670"/>
            </a:srgbClr>
          </a:solidFill>
          <a:ln>
            <a:noFill/>
          </a:ln>
        </p:spPr>
      </p:sp>
      <p:sp>
        <p:nvSpPr>
          <p:cNvPr id="23" name="wm.whiteboard.36.0"/>
          <p:cNvSpPr/>
          <p:nvPr/>
        </p:nvSpPr>
        <p:spPr>
          <a:xfrm>
            <a:off x="723900" y="228600"/>
            <a:ext cx="38100" cy="38100"/>
          </a:xfrm>
          <a:prstGeom prst="rect">
            <a:avLst/>
          </a:prstGeom>
          <a:solidFill>
            <a:srgbClr val="CED7E6"/>
          </a:solidFill>
          <a:ln>
            <a:noFill/>
          </a:ln>
        </p:spPr>
      </p:sp>
      <p:sp>
        <p:nvSpPr>
          <p:cNvPr id="24" name="wm.whiteboard.36.18"/>
          <p:cNvSpPr/>
          <p:nvPr/>
        </p:nvSpPr>
        <p:spPr>
          <a:xfrm>
            <a:off x="723900" y="457200"/>
            <a:ext cx="38100" cy="38100"/>
          </a:xfrm>
          <a:prstGeom prst="rect">
            <a:avLst/>
          </a:prstGeom>
          <a:solidFill>
            <a:srgbClr val="CED7E6"/>
          </a:solidFill>
          <a:ln>
            <a:noFill/>
          </a:ln>
        </p:spPr>
      </p:sp>
      <p:sp>
        <p:nvSpPr>
          <p:cNvPr id="25" name="wm.whiteboard.36.36"/>
          <p:cNvSpPr/>
          <p:nvPr/>
        </p:nvSpPr>
        <p:spPr>
          <a:xfrm>
            <a:off x="723900" y="685800"/>
            <a:ext cx="38100" cy="38100"/>
          </a:xfrm>
          <a:prstGeom prst="rect">
            <a:avLst/>
          </a:prstGeom>
          <a:solidFill>
            <a:srgbClr val="CED7E6"/>
          </a:solidFill>
          <a:ln>
            <a:noFill/>
          </a:ln>
        </p:spPr>
      </p:sp>
      <p:sp>
        <p:nvSpPr>
          <p:cNvPr id="26" name="wm.whiteboard.36.54"/>
          <p:cNvSpPr/>
          <p:nvPr/>
        </p:nvSpPr>
        <p:spPr>
          <a:xfrm>
            <a:off x="723900" y="914400"/>
            <a:ext cx="38100" cy="38100"/>
          </a:xfrm>
          <a:prstGeom prst="rect">
            <a:avLst/>
          </a:prstGeom>
          <a:solidFill>
            <a:srgbClr val="CED7E6">
              <a:alpha val="94671"/>
            </a:srgbClr>
          </a:solidFill>
          <a:ln>
            <a:noFill/>
          </a:ln>
        </p:spPr>
      </p:sp>
      <p:sp>
        <p:nvSpPr>
          <p:cNvPr id="27" name="wm.whiteboard.36.72"/>
          <p:cNvSpPr/>
          <p:nvPr/>
        </p:nvSpPr>
        <p:spPr>
          <a:xfrm>
            <a:off x="723900" y="1143000"/>
            <a:ext cx="38100" cy="38100"/>
          </a:xfrm>
          <a:prstGeom prst="rect">
            <a:avLst/>
          </a:prstGeom>
          <a:solidFill>
            <a:srgbClr val="CED7E6">
              <a:alpha val="79547"/>
            </a:srgbClr>
          </a:solidFill>
          <a:ln>
            <a:noFill/>
          </a:ln>
        </p:spPr>
      </p:sp>
      <p:sp>
        <p:nvSpPr>
          <p:cNvPr id="28" name="wm.whiteboard.36.90"/>
          <p:cNvSpPr/>
          <p:nvPr/>
        </p:nvSpPr>
        <p:spPr>
          <a:xfrm>
            <a:off x="723900" y="1371600"/>
            <a:ext cx="38100" cy="38100"/>
          </a:xfrm>
          <a:prstGeom prst="rect">
            <a:avLst/>
          </a:prstGeom>
          <a:solidFill>
            <a:srgbClr val="CED7E6">
              <a:alpha val="63833"/>
            </a:srgbClr>
          </a:solidFill>
          <a:ln>
            <a:noFill/>
          </a:ln>
        </p:spPr>
      </p:sp>
      <p:sp>
        <p:nvSpPr>
          <p:cNvPr id="29" name="wm.whiteboard.36.108"/>
          <p:cNvSpPr/>
          <p:nvPr/>
        </p:nvSpPr>
        <p:spPr>
          <a:xfrm>
            <a:off x="723900" y="1600200"/>
            <a:ext cx="38100" cy="38100"/>
          </a:xfrm>
          <a:prstGeom prst="rect">
            <a:avLst/>
          </a:prstGeom>
          <a:solidFill>
            <a:srgbClr val="CED7E6">
              <a:alpha val="47790"/>
            </a:srgbClr>
          </a:solidFill>
          <a:ln>
            <a:noFill/>
          </a:ln>
        </p:spPr>
      </p:sp>
      <p:sp>
        <p:nvSpPr>
          <p:cNvPr id="30" name="wm.whiteboard.36.126"/>
          <p:cNvSpPr/>
          <p:nvPr/>
        </p:nvSpPr>
        <p:spPr>
          <a:xfrm>
            <a:off x="723900" y="1828800"/>
            <a:ext cx="38100" cy="38100"/>
          </a:xfrm>
          <a:prstGeom prst="rect">
            <a:avLst/>
          </a:prstGeom>
          <a:solidFill>
            <a:srgbClr val="CED7E6">
              <a:alpha val="31549"/>
            </a:srgbClr>
          </a:solidFill>
          <a:ln>
            <a:noFill/>
          </a:ln>
        </p:spPr>
      </p:sp>
      <p:sp>
        <p:nvSpPr>
          <p:cNvPr id="31" name="wm.whiteboard.36.144"/>
          <p:cNvSpPr/>
          <p:nvPr/>
        </p:nvSpPr>
        <p:spPr>
          <a:xfrm>
            <a:off x="723900" y="2057400"/>
            <a:ext cx="38100" cy="38100"/>
          </a:xfrm>
          <a:prstGeom prst="rect">
            <a:avLst/>
          </a:prstGeom>
          <a:solidFill>
            <a:srgbClr val="CED7E6">
              <a:alpha val="15179"/>
            </a:srgbClr>
          </a:solidFill>
          <a:ln>
            <a:noFill/>
          </a:ln>
        </p:spPr>
      </p:sp>
      <p:sp>
        <p:nvSpPr>
          <p:cNvPr id="32" name="wm.whiteboard.54.0"/>
          <p:cNvSpPr/>
          <p:nvPr/>
        </p:nvSpPr>
        <p:spPr>
          <a:xfrm>
            <a:off x="952500" y="228600"/>
            <a:ext cx="38100" cy="38100"/>
          </a:xfrm>
          <a:prstGeom prst="rect">
            <a:avLst/>
          </a:prstGeom>
          <a:solidFill>
            <a:srgbClr val="CED7E6"/>
          </a:solidFill>
          <a:ln>
            <a:noFill/>
          </a:ln>
        </p:spPr>
      </p:sp>
      <p:sp>
        <p:nvSpPr>
          <p:cNvPr id="33" name="wm.whiteboard.54.18"/>
          <p:cNvSpPr/>
          <p:nvPr/>
        </p:nvSpPr>
        <p:spPr>
          <a:xfrm>
            <a:off x="952500" y="457200"/>
            <a:ext cx="38100" cy="38100"/>
          </a:xfrm>
          <a:prstGeom prst="rect">
            <a:avLst/>
          </a:prstGeom>
          <a:solidFill>
            <a:srgbClr val="CED7E6"/>
          </a:solidFill>
          <a:ln>
            <a:noFill/>
          </a:ln>
        </p:spPr>
      </p:sp>
      <p:sp>
        <p:nvSpPr>
          <p:cNvPr id="34" name="wm.whiteboard.54.36"/>
          <p:cNvSpPr/>
          <p:nvPr/>
        </p:nvSpPr>
        <p:spPr>
          <a:xfrm>
            <a:off x="952500" y="685800"/>
            <a:ext cx="38100" cy="38100"/>
          </a:xfrm>
          <a:prstGeom prst="rect">
            <a:avLst/>
          </a:prstGeom>
          <a:solidFill>
            <a:srgbClr val="CED7E6">
              <a:alpha val="98827"/>
            </a:srgbClr>
          </a:solidFill>
          <a:ln>
            <a:noFill/>
          </a:ln>
        </p:spPr>
      </p:sp>
      <p:sp>
        <p:nvSpPr>
          <p:cNvPr id="35" name="wm.whiteboard.54.54"/>
          <p:cNvSpPr/>
          <p:nvPr/>
        </p:nvSpPr>
        <p:spPr>
          <a:xfrm>
            <a:off x="952500" y="914400"/>
            <a:ext cx="38100" cy="38100"/>
          </a:xfrm>
          <a:prstGeom prst="rect">
            <a:avLst/>
          </a:prstGeom>
          <a:solidFill>
            <a:srgbClr val="CED7E6">
              <a:alpha val="86895"/>
            </a:srgbClr>
          </a:solidFill>
          <a:ln>
            <a:noFill/>
          </a:ln>
        </p:spPr>
      </p:sp>
      <p:sp>
        <p:nvSpPr>
          <p:cNvPr id="36" name="wm.whiteboard.54.72"/>
          <p:cNvSpPr/>
          <p:nvPr/>
        </p:nvSpPr>
        <p:spPr>
          <a:xfrm>
            <a:off x="952500" y="1143000"/>
            <a:ext cx="38100" cy="38100"/>
          </a:xfrm>
          <a:prstGeom prst="rect">
            <a:avLst/>
          </a:prstGeom>
          <a:solidFill>
            <a:srgbClr val="CED7E6">
              <a:alpha val="73217"/>
            </a:srgbClr>
          </a:solidFill>
          <a:ln>
            <a:noFill/>
          </a:ln>
        </p:spPr>
      </p:sp>
      <p:sp>
        <p:nvSpPr>
          <p:cNvPr id="37" name="wm.whiteboard.54.90"/>
          <p:cNvSpPr/>
          <p:nvPr/>
        </p:nvSpPr>
        <p:spPr>
          <a:xfrm>
            <a:off x="952500" y="1371600"/>
            <a:ext cx="38100" cy="38100"/>
          </a:xfrm>
          <a:prstGeom prst="rect">
            <a:avLst/>
          </a:prstGeom>
          <a:solidFill>
            <a:srgbClr val="CED7E6">
              <a:alpha val="58541"/>
            </a:srgbClr>
          </a:solidFill>
          <a:ln>
            <a:noFill/>
          </a:ln>
        </p:spPr>
      </p:sp>
      <p:sp>
        <p:nvSpPr>
          <p:cNvPr id="38" name="wm.whiteboard.54.108"/>
          <p:cNvSpPr/>
          <p:nvPr/>
        </p:nvSpPr>
        <p:spPr>
          <a:xfrm>
            <a:off x="952500" y="1600200"/>
            <a:ext cx="38100" cy="38100"/>
          </a:xfrm>
          <a:prstGeom prst="rect">
            <a:avLst/>
          </a:prstGeom>
          <a:solidFill>
            <a:srgbClr val="CED7E6">
              <a:alpha val="43263"/>
            </a:srgbClr>
          </a:solidFill>
          <a:ln>
            <a:noFill/>
          </a:ln>
        </p:spPr>
      </p:sp>
      <p:sp>
        <p:nvSpPr>
          <p:cNvPr id="39" name="wm.whiteboard.54.126"/>
          <p:cNvSpPr/>
          <p:nvPr/>
        </p:nvSpPr>
        <p:spPr>
          <a:xfrm>
            <a:off x="952500" y="1828800"/>
            <a:ext cx="38100" cy="38100"/>
          </a:xfrm>
          <a:prstGeom prst="rect">
            <a:avLst/>
          </a:prstGeom>
          <a:solidFill>
            <a:srgbClr val="CED7E6">
              <a:alpha val="27603"/>
            </a:srgbClr>
          </a:solidFill>
          <a:ln>
            <a:noFill/>
          </a:ln>
        </p:spPr>
      </p:sp>
      <p:sp>
        <p:nvSpPr>
          <p:cNvPr id="40" name="wm.whiteboard.54.144"/>
          <p:cNvSpPr/>
          <p:nvPr/>
        </p:nvSpPr>
        <p:spPr>
          <a:xfrm>
            <a:off x="952500" y="2057400"/>
            <a:ext cx="38100" cy="38100"/>
          </a:xfrm>
          <a:prstGeom prst="rect">
            <a:avLst/>
          </a:prstGeom>
          <a:solidFill>
            <a:srgbClr val="CED7E6">
              <a:alpha val="11687"/>
            </a:srgbClr>
          </a:solidFill>
          <a:ln>
            <a:noFill/>
          </a:ln>
        </p:spPr>
      </p:sp>
      <p:sp>
        <p:nvSpPr>
          <p:cNvPr id="41" name="wm.whiteboard.72.0"/>
          <p:cNvSpPr/>
          <p:nvPr/>
        </p:nvSpPr>
        <p:spPr>
          <a:xfrm>
            <a:off x="1181100" y="228600"/>
            <a:ext cx="38100" cy="38100"/>
          </a:xfrm>
          <a:prstGeom prst="rect">
            <a:avLst/>
          </a:prstGeom>
          <a:solidFill>
            <a:srgbClr val="CED7E6">
              <a:alpha val="97572"/>
            </a:srgbClr>
          </a:solidFill>
          <a:ln>
            <a:noFill/>
          </a:ln>
        </p:spPr>
      </p:sp>
      <p:sp>
        <p:nvSpPr>
          <p:cNvPr id="42" name="wm.whiteboard.72.18"/>
          <p:cNvSpPr/>
          <p:nvPr/>
        </p:nvSpPr>
        <p:spPr>
          <a:xfrm>
            <a:off x="1181100" y="457200"/>
            <a:ext cx="38100" cy="38100"/>
          </a:xfrm>
          <a:prstGeom prst="rect">
            <a:avLst/>
          </a:prstGeom>
          <a:solidFill>
            <a:srgbClr val="CED7E6">
              <a:alpha val="94724"/>
            </a:srgbClr>
          </a:solidFill>
          <a:ln>
            <a:noFill/>
          </a:ln>
        </p:spPr>
      </p:sp>
      <p:sp>
        <p:nvSpPr>
          <p:cNvPr id="43" name="wm.whiteboard.72.36"/>
          <p:cNvSpPr/>
          <p:nvPr/>
        </p:nvSpPr>
        <p:spPr>
          <a:xfrm>
            <a:off x="1181100" y="685800"/>
            <a:ext cx="38100" cy="38100"/>
          </a:xfrm>
          <a:prstGeom prst="rect">
            <a:avLst/>
          </a:prstGeom>
          <a:solidFill>
            <a:srgbClr val="CED7E6">
              <a:alpha val="87609"/>
            </a:srgbClr>
          </a:solidFill>
          <a:ln>
            <a:noFill/>
          </a:ln>
        </p:spPr>
      </p:sp>
      <p:sp>
        <p:nvSpPr>
          <p:cNvPr id="44" name="wm.whiteboard.72.54"/>
          <p:cNvSpPr/>
          <p:nvPr/>
        </p:nvSpPr>
        <p:spPr>
          <a:xfrm>
            <a:off x="1181100" y="914400"/>
            <a:ext cx="38100" cy="38100"/>
          </a:xfrm>
          <a:prstGeom prst="rect">
            <a:avLst/>
          </a:prstGeom>
          <a:solidFill>
            <a:srgbClr val="CED7E6">
              <a:alpha val="77408"/>
            </a:srgbClr>
          </a:solidFill>
          <a:ln>
            <a:noFill/>
          </a:ln>
        </p:spPr>
      </p:sp>
      <p:sp>
        <p:nvSpPr>
          <p:cNvPr id="45" name="wm.whiteboard.72.72"/>
          <p:cNvSpPr/>
          <p:nvPr/>
        </p:nvSpPr>
        <p:spPr>
          <a:xfrm>
            <a:off x="1181100" y="1143000"/>
            <a:ext cx="38100" cy="38100"/>
          </a:xfrm>
          <a:prstGeom prst="rect">
            <a:avLst/>
          </a:prstGeom>
          <a:solidFill>
            <a:srgbClr val="CED7E6">
              <a:alpha val="65181"/>
            </a:srgbClr>
          </a:solidFill>
          <a:ln>
            <a:noFill/>
          </a:ln>
        </p:spPr>
      </p:sp>
      <p:sp>
        <p:nvSpPr>
          <p:cNvPr id="46" name="wm.whiteboard.72.90"/>
          <p:cNvSpPr/>
          <p:nvPr/>
        </p:nvSpPr>
        <p:spPr>
          <a:xfrm>
            <a:off x="1181100" y="1371600"/>
            <a:ext cx="38100" cy="38100"/>
          </a:xfrm>
          <a:prstGeom prst="rect">
            <a:avLst/>
          </a:prstGeom>
          <a:solidFill>
            <a:srgbClr val="CED7E6">
              <a:alpha val="51653"/>
            </a:srgbClr>
          </a:solidFill>
          <a:ln>
            <a:noFill/>
          </a:ln>
        </p:spPr>
      </p:sp>
      <p:sp>
        <p:nvSpPr>
          <p:cNvPr id="47" name="wm.whiteboard.72.108"/>
          <p:cNvSpPr/>
          <p:nvPr/>
        </p:nvSpPr>
        <p:spPr>
          <a:xfrm>
            <a:off x="1181100" y="1600200"/>
            <a:ext cx="38100" cy="38100"/>
          </a:xfrm>
          <a:prstGeom prst="rect">
            <a:avLst/>
          </a:prstGeom>
          <a:solidFill>
            <a:srgbClr val="CED7E6">
              <a:alpha val="37275"/>
            </a:srgbClr>
          </a:solidFill>
          <a:ln>
            <a:noFill/>
          </a:ln>
        </p:spPr>
      </p:sp>
      <p:sp>
        <p:nvSpPr>
          <p:cNvPr id="48" name="wm.whiteboard.72.126"/>
          <p:cNvSpPr/>
          <p:nvPr/>
        </p:nvSpPr>
        <p:spPr>
          <a:xfrm>
            <a:off x="1181100" y="1828800"/>
            <a:ext cx="38100" cy="38100"/>
          </a:xfrm>
          <a:prstGeom prst="rect">
            <a:avLst/>
          </a:prstGeom>
          <a:solidFill>
            <a:srgbClr val="CED7E6">
              <a:alpha val="22326"/>
            </a:srgbClr>
          </a:solidFill>
          <a:ln>
            <a:noFill/>
          </a:ln>
        </p:spPr>
      </p:sp>
      <p:sp>
        <p:nvSpPr>
          <p:cNvPr id="49" name="wm.whiteboard.72.144"/>
          <p:cNvSpPr/>
          <p:nvPr/>
        </p:nvSpPr>
        <p:spPr>
          <a:xfrm>
            <a:off x="1181100" y="2057400"/>
            <a:ext cx="38100" cy="38100"/>
          </a:xfrm>
          <a:prstGeom prst="rect">
            <a:avLst/>
          </a:prstGeom>
          <a:solidFill>
            <a:srgbClr val="CED7E6">
              <a:alpha val="6980"/>
            </a:srgbClr>
          </a:solidFill>
          <a:ln>
            <a:noFill/>
          </a:ln>
        </p:spPr>
      </p:sp>
      <p:sp>
        <p:nvSpPr>
          <p:cNvPr id="50" name="wm.whiteboard.90.0"/>
          <p:cNvSpPr/>
          <p:nvPr/>
        </p:nvSpPr>
        <p:spPr>
          <a:xfrm>
            <a:off x="1409700" y="228600"/>
            <a:ext cx="38100" cy="38100"/>
          </a:xfrm>
          <a:prstGeom prst="rect">
            <a:avLst/>
          </a:prstGeom>
          <a:solidFill>
            <a:srgbClr val="CED7E6">
              <a:alpha val="83798"/>
            </a:srgbClr>
          </a:solidFill>
          <a:ln>
            <a:noFill/>
          </a:ln>
        </p:spPr>
      </p:sp>
      <p:sp>
        <p:nvSpPr>
          <p:cNvPr id="51" name="wm.whiteboard.90.18"/>
          <p:cNvSpPr/>
          <p:nvPr/>
        </p:nvSpPr>
        <p:spPr>
          <a:xfrm>
            <a:off x="1409700" y="457200"/>
            <a:ext cx="38100" cy="38100"/>
          </a:xfrm>
          <a:prstGeom prst="rect">
            <a:avLst/>
          </a:prstGeom>
          <a:solidFill>
            <a:srgbClr val="CED7E6">
              <a:alpha val="81490"/>
            </a:srgbClr>
          </a:solidFill>
          <a:ln>
            <a:noFill/>
          </a:ln>
        </p:spPr>
      </p:sp>
      <p:sp>
        <p:nvSpPr>
          <p:cNvPr id="52" name="wm.whiteboard.90.36"/>
          <p:cNvSpPr/>
          <p:nvPr/>
        </p:nvSpPr>
        <p:spPr>
          <a:xfrm>
            <a:off x="1409700" y="685800"/>
            <a:ext cx="38100" cy="38100"/>
          </a:xfrm>
          <a:prstGeom prst="rect">
            <a:avLst/>
          </a:prstGeom>
          <a:solidFill>
            <a:srgbClr val="CED7E6">
              <a:alpha val="75569"/>
            </a:srgbClr>
          </a:solidFill>
          <a:ln>
            <a:noFill/>
          </a:ln>
        </p:spPr>
      </p:sp>
      <p:sp>
        <p:nvSpPr>
          <p:cNvPr id="53" name="wm.whiteboard.90.54"/>
          <p:cNvSpPr/>
          <p:nvPr/>
        </p:nvSpPr>
        <p:spPr>
          <a:xfrm>
            <a:off x="1409700" y="914400"/>
            <a:ext cx="38100" cy="38100"/>
          </a:xfrm>
          <a:prstGeom prst="rect">
            <a:avLst/>
          </a:prstGeom>
          <a:solidFill>
            <a:srgbClr val="CED7E6">
              <a:alpha val="66767"/>
            </a:srgbClr>
          </a:solidFill>
          <a:ln>
            <a:noFill/>
          </a:ln>
        </p:spPr>
      </p:sp>
      <p:sp>
        <p:nvSpPr>
          <p:cNvPr id="54" name="wm.whiteboard.90.72"/>
          <p:cNvSpPr/>
          <p:nvPr/>
        </p:nvSpPr>
        <p:spPr>
          <a:xfrm>
            <a:off x="1409700" y="1143000"/>
            <a:ext cx="38100" cy="38100"/>
          </a:xfrm>
          <a:prstGeom prst="rect">
            <a:avLst/>
          </a:prstGeom>
          <a:solidFill>
            <a:srgbClr val="CED7E6">
              <a:alpha val="55859"/>
            </a:srgbClr>
          </a:solidFill>
          <a:ln>
            <a:noFill/>
          </a:ln>
        </p:spPr>
      </p:sp>
      <p:sp>
        <p:nvSpPr>
          <p:cNvPr id="55" name="wm.whiteboard.90.90"/>
          <p:cNvSpPr/>
          <p:nvPr/>
        </p:nvSpPr>
        <p:spPr>
          <a:xfrm>
            <a:off x="1409700" y="1371600"/>
            <a:ext cx="38100" cy="38100"/>
          </a:xfrm>
          <a:prstGeom prst="rect">
            <a:avLst/>
          </a:prstGeom>
          <a:solidFill>
            <a:srgbClr val="CED7E6">
              <a:alpha val="43468"/>
            </a:srgbClr>
          </a:solidFill>
          <a:ln>
            <a:noFill/>
          </a:ln>
        </p:spPr>
      </p:sp>
      <p:sp>
        <p:nvSpPr>
          <p:cNvPr id="56" name="wm.whiteboard.90.108"/>
          <p:cNvSpPr/>
          <p:nvPr/>
        </p:nvSpPr>
        <p:spPr>
          <a:xfrm>
            <a:off x="1409700" y="1600200"/>
            <a:ext cx="38100" cy="38100"/>
          </a:xfrm>
          <a:prstGeom prst="rect">
            <a:avLst/>
          </a:prstGeom>
          <a:solidFill>
            <a:srgbClr val="CED7E6">
              <a:alpha val="30037"/>
            </a:srgbClr>
          </a:solidFill>
          <a:ln>
            <a:noFill/>
          </a:ln>
        </p:spPr>
      </p:sp>
      <p:sp>
        <p:nvSpPr>
          <p:cNvPr id="57" name="wm.whiteboard.90.126"/>
          <p:cNvSpPr/>
          <p:nvPr/>
        </p:nvSpPr>
        <p:spPr>
          <a:xfrm>
            <a:off x="1409700" y="1828800"/>
            <a:ext cx="38100" cy="38100"/>
          </a:xfrm>
          <a:prstGeom prst="rect">
            <a:avLst/>
          </a:prstGeom>
          <a:solidFill>
            <a:srgbClr val="CED7E6">
              <a:alpha val="15870"/>
            </a:srgbClr>
          </a:solidFill>
          <a:ln>
            <a:noFill/>
          </a:ln>
        </p:spPr>
      </p:sp>
      <p:sp>
        <p:nvSpPr>
          <p:cNvPr id="58" name="wm.whiteboard.90.144"/>
          <p:cNvSpPr/>
          <p:nvPr/>
        </p:nvSpPr>
        <p:spPr>
          <a:xfrm>
            <a:off x="1409700" y="2057400"/>
            <a:ext cx="38100" cy="38100"/>
          </a:xfrm>
          <a:prstGeom prst="rect">
            <a:avLst/>
          </a:prstGeom>
          <a:solidFill>
            <a:srgbClr val="CED7E6">
              <a:alpha val="1171"/>
            </a:srgbClr>
          </a:solidFill>
          <a:ln>
            <a:noFill/>
          </a:ln>
        </p:spPr>
      </p:sp>
      <p:sp>
        <p:nvSpPr>
          <p:cNvPr id="59" name="wm.whiteboard.108.0"/>
          <p:cNvSpPr/>
          <p:nvPr/>
        </p:nvSpPr>
        <p:spPr>
          <a:xfrm>
            <a:off x="1638300" y="228600"/>
            <a:ext cx="38100" cy="38100"/>
          </a:xfrm>
          <a:prstGeom prst="rect">
            <a:avLst/>
          </a:prstGeom>
          <a:solidFill>
            <a:srgbClr val="CED7E6">
              <a:alpha val="70023"/>
            </a:srgbClr>
          </a:solidFill>
          <a:ln>
            <a:noFill/>
          </a:ln>
        </p:spPr>
      </p:sp>
      <p:sp>
        <p:nvSpPr>
          <p:cNvPr id="60" name="wm.whiteboard.108.18"/>
          <p:cNvSpPr/>
          <p:nvPr/>
        </p:nvSpPr>
        <p:spPr>
          <a:xfrm>
            <a:off x="1638300" y="457200"/>
            <a:ext cx="38100" cy="38100"/>
          </a:xfrm>
          <a:prstGeom prst="rect">
            <a:avLst/>
          </a:prstGeom>
          <a:solidFill>
            <a:srgbClr val="CED7E6">
              <a:alpha val="68085"/>
            </a:srgbClr>
          </a:solidFill>
          <a:ln>
            <a:noFill/>
          </a:ln>
        </p:spPr>
      </p:sp>
      <p:sp>
        <p:nvSpPr>
          <p:cNvPr id="61" name="wm.whiteboard.108.36"/>
          <p:cNvSpPr/>
          <p:nvPr/>
        </p:nvSpPr>
        <p:spPr>
          <a:xfrm>
            <a:off x="1638300" y="685800"/>
            <a:ext cx="38100" cy="38100"/>
          </a:xfrm>
          <a:prstGeom prst="rect">
            <a:avLst/>
          </a:prstGeom>
          <a:solidFill>
            <a:srgbClr val="CED7E6">
              <a:alpha val="63033"/>
            </a:srgbClr>
          </a:solidFill>
          <a:ln>
            <a:noFill/>
          </a:ln>
        </p:spPr>
      </p:sp>
      <p:sp>
        <p:nvSpPr>
          <p:cNvPr id="62" name="wm.whiteboard.108.54"/>
          <p:cNvSpPr/>
          <p:nvPr/>
        </p:nvSpPr>
        <p:spPr>
          <a:xfrm>
            <a:off x="1638300" y="914400"/>
            <a:ext cx="38100" cy="38100"/>
          </a:xfrm>
          <a:prstGeom prst="rect">
            <a:avLst/>
          </a:prstGeom>
          <a:solidFill>
            <a:srgbClr val="CED7E6">
              <a:alpha val="55346"/>
            </a:srgbClr>
          </a:solidFill>
          <a:ln>
            <a:noFill/>
          </a:ln>
        </p:spPr>
      </p:sp>
      <p:sp>
        <p:nvSpPr>
          <p:cNvPr id="63" name="wm.whiteboard.108.72"/>
          <p:cNvSpPr/>
          <p:nvPr/>
        </p:nvSpPr>
        <p:spPr>
          <a:xfrm>
            <a:off x="1638300" y="1143000"/>
            <a:ext cx="38100" cy="38100"/>
          </a:xfrm>
          <a:prstGeom prst="rect">
            <a:avLst/>
          </a:prstGeom>
          <a:solidFill>
            <a:srgbClr val="CED7E6">
              <a:alpha val="45583"/>
            </a:srgbClr>
          </a:solidFill>
          <a:ln>
            <a:noFill/>
          </a:ln>
        </p:spPr>
      </p:sp>
      <p:sp>
        <p:nvSpPr>
          <p:cNvPr id="64" name="wm.whiteboard.108.90"/>
          <p:cNvSpPr/>
          <p:nvPr/>
        </p:nvSpPr>
        <p:spPr>
          <a:xfrm>
            <a:off x="1638300" y="1371600"/>
            <a:ext cx="38100" cy="38100"/>
          </a:xfrm>
          <a:prstGeom prst="rect">
            <a:avLst/>
          </a:prstGeom>
          <a:solidFill>
            <a:srgbClr val="CED7E6">
              <a:alpha val="34251"/>
            </a:srgbClr>
          </a:solidFill>
          <a:ln>
            <a:noFill/>
          </a:ln>
        </p:spPr>
      </p:sp>
      <p:sp>
        <p:nvSpPr>
          <p:cNvPr id="65" name="wm.whiteboard.108.108"/>
          <p:cNvSpPr/>
          <p:nvPr/>
        </p:nvSpPr>
        <p:spPr>
          <a:xfrm>
            <a:off x="1638300" y="1600200"/>
            <a:ext cx="38100" cy="38100"/>
          </a:xfrm>
          <a:prstGeom prst="rect">
            <a:avLst/>
          </a:prstGeom>
          <a:solidFill>
            <a:srgbClr val="CED7E6">
              <a:alpha val="21754"/>
            </a:srgbClr>
          </a:solidFill>
          <a:ln>
            <a:noFill/>
          </a:ln>
        </p:spPr>
      </p:sp>
      <p:sp>
        <p:nvSpPr>
          <p:cNvPr id="66" name="wm.whiteboard.108.126"/>
          <p:cNvSpPr/>
          <p:nvPr/>
        </p:nvSpPr>
        <p:spPr>
          <a:xfrm>
            <a:off x="1638300" y="1828800"/>
            <a:ext cx="38100" cy="38100"/>
          </a:xfrm>
          <a:prstGeom prst="rect">
            <a:avLst/>
          </a:prstGeom>
          <a:solidFill>
            <a:srgbClr val="CED7E6">
              <a:alpha val="8391"/>
            </a:srgbClr>
          </a:solidFill>
          <a:ln>
            <a:noFill/>
          </a:ln>
        </p:spPr>
      </p:sp>
      <p:sp>
        <p:nvSpPr>
          <p:cNvPr id="67" name="wm.whiteboard.126.0"/>
          <p:cNvSpPr/>
          <p:nvPr/>
        </p:nvSpPr>
        <p:spPr>
          <a:xfrm>
            <a:off x="1866900" y="228600"/>
            <a:ext cx="38100" cy="38100"/>
          </a:xfrm>
          <a:prstGeom prst="rect">
            <a:avLst/>
          </a:prstGeom>
          <a:solidFill>
            <a:srgbClr val="CED7E6">
              <a:alpha val="56247"/>
            </a:srgbClr>
          </a:solidFill>
          <a:ln>
            <a:noFill/>
          </a:ln>
        </p:spPr>
      </p:sp>
      <p:sp>
        <p:nvSpPr>
          <p:cNvPr id="68" name="wm.whiteboard.126.18"/>
          <p:cNvSpPr/>
          <p:nvPr/>
        </p:nvSpPr>
        <p:spPr>
          <a:xfrm>
            <a:off x="1866900" y="457200"/>
            <a:ext cx="38100" cy="38100"/>
          </a:xfrm>
          <a:prstGeom prst="rect">
            <a:avLst/>
          </a:prstGeom>
          <a:solidFill>
            <a:srgbClr val="CED7E6">
              <a:alpha val="54578"/>
            </a:srgbClr>
          </a:solidFill>
          <a:ln>
            <a:noFill/>
          </a:ln>
        </p:spPr>
      </p:sp>
      <p:sp>
        <p:nvSpPr>
          <p:cNvPr id="69" name="wm.whiteboard.126.36"/>
          <p:cNvSpPr/>
          <p:nvPr/>
        </p:nvSpPr>
        <p:spPr>
          <a:xfrm>
            <a:off x="1866900" y="685800"/>
            <a:ext cx="38100" cy="38100"/>
          </a:xfrm>
          <a:prstGeom prst="rect">
            <a:avLst/>
          </a:prstGeom>
          <a:solidFill>
            <a:srgbClr val="CED7E6">
              <a:alpha val="50182"/>
            </a:srgbClr>
          </a:solidFill>
          <a:ln>
            <a:noFill/>
          </a:ln>
        </p:spPr>
      </p:sp>
      <p:sp>
        <p:nvSpPr>
          <p:cNvPr id="70" name="wm.whiteboard.126.54"/>
          <p:cNvSpPr/>
          <p:nvPr/>
        </p:nvSpPr>
        <p:spPr>
          <a:xfrm>
            <a:off x="1866900" y="914400"/>
            <a:ext cx="38100" cy="38100"/>
          </a:xfrm>
          <a:prstGeom prst="rect">
            <a:avLst/>
          </a:prstGeom>
          <a:solidFill>
            <a:srgbClr val="CED7E6">
              <a:alpha val="43386"/>
            </a:srgbClr>
          </a:solidFill>
          <a:ln>
            <a:noFill/>
          </a:ln>
        </p:spPr>
      </p:sp>
      <p:sp>
        <p:nvSpPr>
          <p:cNvPr id="71" name="wm.whiteboard.126.72"/>
          <p:cNvSpPr/>
          <p:nvPr/>
        </p:nvSpPr>
        <p:spPr>
          <a:xfrm>
            <a:off x="1866900" y="1143000"/>
            <a:ext cx="38100" cy="38100"/>
          </a:xfrm>
          <a:prstGeom prst="rect">
            <a:avLst/>
          </a:prstGeom>
          <a:solidFill>
            <a:srgbClr val="CED7E6">
              <a:alpha val="34598"/>
            </a:srgbClr>
          </a:solidFill>
          <a:ln>
            <a:noFill/>
          </a:ln>
        </p:spPr>
      </p:sp>
      <p:sp>
        <p:nvSpPr>
          <p:cNvPr id="72" name="wm.whiteboard.126.90"/>
          <p:cNvSpPr/>
          <p:nvPr/>
        </p:nvSpPr>
        <p:spPr>
          <a:xfrm>
            <a:off x="1866900" y="1371600"/>
            <a:ext cx="38100" cy="38100"/>
          </a:xfrm>
          <a:prstGeom prst="rect">
            <a:avLst/>
          </a:prstGeom>
          <a:solidFill>
            <a:srgbClr val="CED7E6">
              <a:alpha val="24223"/>
            </a:srgbClr>
          </a:solidFill>
          <a:ln>
            <a:noFill/>
          </a:ln>
        </p:spPr>
      </p:sp>
      <p:sp>
        <p:nvSpPr>
          <p:cNvPr id="73" name="wm.whiteboard.126.108"/>
          <p:cNvSpPr/>
          <p:nvPr/>
        </p:nvSpPr>
        <p:spPr>
          <a:xfrm>
            <a:off x="1866900" y="1600200"/>
            <a:ext cx="38100" cy="38100"/>
          </a:xfrm>
          <a:prstGeom prst="rect">
            <a:avLst/>
          </a:prstGeom>
          <a:solidFill>
            <a:srgbClr val="CED7E6">
              <a:alpha val="12610"/>
            </a:srgbClr>
          </a:solidFill>
          <a:ln>
            <a:noFill/>
          </a:ln>
        </p:spPr>
      </p:sp>
      <p:sp>
        <p:nvSpPr>
          <p:cNvPr id="74" name="wm.whiteboard.126.126"/>
          <p:cNvSpPr/>
          <p:nvPr/>
        </p:nvSpPr>
        <p:spPr>
          <a:xfrm>
            <a:off x="1866900" y="1828800"/>
            <a:ext cx="38100" cy="38100"/>
          </a:xfrm>
          <a:prstGeom prst="rect">
            <a:avLst/>
          </a:prstGeom>
          <a:solidFill>
            <a:srgbClr val="CED7E6">
              <a:alpha val="40"/>
            </a:srgbClr>
          </a:solidFill>
          <a:ln>
            <a:noFill/>
          </a:ln>
        </p:spPr>
      </p:sp>
      <p:sp>
        <p:nvSpPr>
          <p:cNvPr id="75" name="wm.whiteboard.144.0"/>
          <p:cNvSpPr/>
          <p:nvPr/>
        </p:nvSpPr>
        <p:spPr>
          <a:xfrm>
            <a:off x="2095500" y="228600"/>
            <a:ext cx="38100" cy="38100"/>
          </a:xfrm>
          <a:prstGeom prst="rect">
            <a:avLst/>
          </a:prstGeom>
          <a:solidFill>
            <a:srgbClr val="CED7E6">
              <a:alpha val="42471"/>
            </a:srgbClr>
          </a:solidFill>
          <a:ln>
            <a:noFill/>
          </a:ln>
        </p:spPr>
      </p:sp>
      <p:sp>
        <p:nvSpPr>
          <p:cNvPr id="76" name="wm.whiteboard.144.18"/>
          <p:cNvSpPr/>
          <p:nvPr/>
        </p:nvSpPr>
        <p:spPr>
          <a:xfrm>
            <a:off x="2095500" y="457200"/>
            <a:ext cx="38100" cy="38100"/>
          </a:xfrm>
          <a:prstGeom prst="rect">
            <a:avLst/>
          </a:prstGeom>
          <a:solidFill>
            <a:srgbClr val="CED7E6">
              <a:alpha val="41005"/>
            </a:srgbClr>
          </a:solidFill>
          <a:ln>
            <a:noFill/>
          </a:ln>
        </p:spPr>
      </p:sp>
      <p:sp>
        <p:nvSpPr>
          <p:cNvPr id="77" name="wm.whiteboard.144.36"/>
          <p:cNvSpPr/>
          <p:nvPr/>
        </p:nvSpPr>
        <p:spPr>
          <a:xfrm>
            <a:off x="2095500" y="685800"/>
            <a:ext cx="38100" cy="38100"/>
          </a:xfrm>
          <a:prstGeom prst="rect">
            <a:avLst/>
          </a:prstGeom>
          <a:solidFill>
            <a:srgbClr val="CED7E6">
              <a:alpha val="37120"/>
            </a:srgbClr>
          </a:solidFill>
          <a:ln>
            <a:noFill/>
          </a:ln>
        </p:spPr>
      </p:sp>
      <p:sp>
        <p:nvSpPr>
          <p:cNvPr id="78" name="wm.whiteboard.144.54"/>
          <p:cNvSpPr/>
          <p:nvPr/>
        </p:nvSpPr>
        <p:spPr>
          <a:xfrm>
            <a:off x="2095500" y="914400"/>
            <a:ext cx="38100" cy="38100"/>
          </a:xfrm>
          <a:prstGeom prst="rect">
            <a:avLst/>
          </a:prstGeom>
          <a:solidFill>
            <a:srgbClr val="CED7E6">
              <a:alpha val="31044"/>
            </a:srgbClr>
          </a:solidFill>
          <a:ln>
            <a:noFill/>
          </a:ln>
        </p:spPr>
      </p:sp>
      <p:sp>
        <p:nvSpPr>
          <p:cNvPr id="79" name="wm.whiteboard.144.72"/>
          <p:cNvSpPr/>
          <p:nvPr/>
        </p:nvSpPr>
        <p:spPr>
          <a:xfrm>
            <a:off x="2095500" y="1143000"/>
            <a:ext cx="38100" cy="38100"/>
          </a:xfrm>
          <a:prstGeom prst="rect">
            <a:avLst/>
          </a:prstGeom>
          <a:solidFill>
            <a:srgbClr val="CED7E6">
              <a:alpha val="23083"/>
            </a:srgbClr>
          </a:solidFill>
          <a:ln>
            <a:noFill/>
          </a:ln>
        </p:spPr>
      </p:sp>
      <p:sp>
        <p:nvSpPr>
          <p:cNvPr id="80" name="wm.whiteboard.144.90"/>
          <p:cNvSpPr/>
          <p:nvPr/>
        </p:nvSpPr>
        <p:spPr>
          <a:xfrm>
            <a:off x="2095500" y="1371600"/>
            <a:ext cx="38100" cy="38100"/>
          </a:xfrm>
          <a:prstGeom prst="rect">
            <a:avLst/>
          </a:prstGeom>
          <a:solidFill>
            <a:srgbClr val="CED7E6">
              <a:alpha val="13557"/>
            </a:srgbClr>
          </a:solidFill>
          <a:ln>
            <a:noFill/>
          </a:ln>
        </p:spPr>
      </p:sp>
      <p:sp>
        <p:nvSpPr>
          <p:cNvPr id="81" name="wm.whiteboard.144.108"/>
          <p:cNvSpPr/>
          <p:nvPr/>
        </p:nvSpPr>
        <p:spPr>
          <a:xfrm>
            <a:off x="2095500" y="1600200"/>
            <a:ext cx="38100" cy="38100"/>
          </a:xfrm>
          <a:prstGeom prst="rect">
            <a:avLst/>
          </a:prstGeom>
          <a:solidFill>
            <a:srgbClr val="CED7E6">
              <a:alpha val="2762"/>
            </a:srgbClr>
          </a:solidFill>
          <a:ln>
            <a:noFill/>
          </a:ln>
        </p:spPr>
      </p:sp>
      <p:sp>
        <p:nvSpPr>
          <p:cNvPr id="82" name="wm.whiteboard.162.0"/>
          <p:cNvSpPr/>
          <p:nvPr/>
        </p:nvSpPr>
        <p:spPr>
          <a:xfrm>
            <a:off x="2324100" y="228600"/>
            <a:ext cx="38100" cy="38100"/>
          </a:xfrm>
          <a:prstGeom prst="rect">
            <a:avLst/>
          </a:prstGeom>
          <a:solidFill>
            <a:srgbClr val="CED7E6">
              <a:alpha val="28695"/>
            </a:srgbClr>
          </a:solidFill>
          <a:ln>
            <a:noFill/>
          </a:ln>
        </p:spPr>
      </p:sp>
      <p:sp>
        <p:nvSpPr>
          <p:cNvPr id="83" name="wm.whiteboard.162.18"/>
          <p:cNvSpPr/>
          <p:nvPr/>
        </p:nvSpPr>
        <p:spPr>
          <a:xfrm>
            <a:off x="2324100" y="457200"/>
            <a:ext cx="38100" cy="38100"/>
          </a:xfrm>
          <a:prstGeom prst="rect">
            <a:avLst/>
          </a:prstGeom>
          <a:solidFill>
            <a:srgbClr val="CED7E6">
              <a:alpha val="27389"/>
            </a:srgbClr>
          </a:solidFill>
          <a:ln>
            <a:noFill/>
          </a:ln>
        </p:spPr>
      </p:sp>
      <p:sp>
        <p:nvSpPr>
          <p:cNvPr id="84" name="wm.whiteboard.162.36"/>
          <p:cNvSpPr/>
          <p:nvPr/>
        </p:nvSpPr>
        <p:spPr>
          <a:xfrm>
            <a:off x="2324100" y="685800"/>
            <a:ext cx="38100" cy="38100"/>
          </a:xfrm>
          <a:prstGeom prst="rect">
            <a:avLst/>
          </a:prstGeom>
          <a:solidFill>
            <a:srgbClr val="CED7E6">
              <a:alpha val="23910"/>
            </a:srgbClr>
          </a:solidFill>
          <a:ln>
            <a:noFill/>
          </a:ln>
        </p:spPr>
      </p:sp>
      <p:sp>
        <p:nvSpPr>
          <p:cNvPr id="85" name="wm.whiteboard.162.54"/>
          <p:cNvSpPr/>
          <p:nvPr/>
        </p:nvSpPr>
        <p:spPr>
          <a:xfrm>
            <a:off x="2324100" y="914400"/>
            <a:ext cx="38100" cy="38100"/>
          </a:xfrm>
          <a:prstGeom prst="rect">
            <a:avLst/>
          </a:prstGeom>
          <a:solidFill>
            <a:srgbClr val="CED7E6">
              <a:alpha val="18425"/>
            </a:srgbClr>
          </a:solidFill>
          <a:ln>
            <a:noFill/>
          </a:ln>
        </p:spPr>
      </p:sp>
      <p:sp>
        <p:nvSpPr>
          <p:cNvPr id="86" name="wm.whiteboard.162.72"/>
          <p:cNvSpPr/>
          <p:nvPr/>
        </p:nvSpPr>
        <p:spPr>
          <a:xfrm>
            <a:off x="2324100" y="1143000"/>
            <a:ext cx="38100" cy="38100"/>
          </a:xfrm>
          <a:prstGeom prst="rect">
            <a:avLst/>
          </a:prstGeom>
          <a:solidFill>
            <a:srgbClr val="CED7E6">
              <a:alpha val="11167"/>
            </a:srgbClr>
          </a:solidFill>
          <a:ln>
            <a:noFill/>
          </a:ln>
        </p:spPr>
      </p:sp>
      <p:sp>
        <p:nvSpPr>
          <p:cNvPr id="87" name="wm.whiteboard.162.90"/>
          <p:cNvSpPr/>
          <p:nvPr/>
        </p:nvSpPr>
        <p:spPr>
          <a:xfrm>
            <a:off x="2324100" y="1371600"/>
            <a:ext cx="38100" cy="38100"/>
          </a:xfrm>
          <a:prstGeom prst="rect">
            <a:avLst/>
          </a:prstGeom>
          <a:solidFill>
            <a:srgbClr val="CED7E6">
              <a:alpha val="2388"/>
            </a:srgbClr>
          </a:solidFill>
          <a:ln>
            <a:noFill/>
          </a:ln>
        </p:spPr>
      </p:sp>
      <p:sp>
        <p:nvSpPr>
          <p:cNvPr id="88" name="wm.whiteboard.180.0"/>
          <p:cNvSpPr/>
          <p:nvPr/>
        </p:nvSpPr>
        <p:spPr>
          <a:xfrm>
            <a:off x="2552700" y="228600"/>
            <a:ext cx="38100" cy="38100"/>
          </a:xfrm>
          <a:prstGeom prst="rect">
            <a:avLst/>
          </a:prstGeom>
          <a:solidFill>
            <a:srgbClr val="CED7E6">
              <a:alpha val="14918"/>
            </a:srgbClr>
          </a:solidFill>
          <a:ln>
            <a:noFill/>
          </a:ln>
        </p:spPr>
      </p:sp>
      <p:sp>
        <p:nvSpPr>
          <p:cNvPr id="89" name="wm.whiteboard.180.18"/>
          <p:cNvSpPr/>
          <p:nvPr/>
        </p:nvSpPr>
        <p:spPr>
          <a:xfrm>
            <a:off x="2552700" y="457200"/>
            <a:ext cx="38100" cy="38100"/>
          </a:xfrm>
          <a:prstGeom prst="rect">
            <a:avLst/>
          </a:prstGeom>
          <a:solidFill>
            <a:srgbClr val="CED7E6">
              <a:alpha val="13741"/>
            </a:srgbClr>
          </a:solidFill>
          <a:ln>
            <a:noFill/>
          </a:ln>
        </p:spPr>
      </p:sp>
      <p:sp>
        <p:nvSpPr>
          <p:cNvPr id="90" name="wm.whiteboard.180.36"/>
          <p:cNvSpPr/>
          <p:nvPr/>
        </p:nvSpPr>
        <p:spPr>
          <a:xfrm>
            <a:off x="2552700" y="685800"/>
            <a:ext cx="38100" cy="38100"/>
          </a:xfrm>
          <a:prstGeom prst="rect">
            <a:avLst/>
          </a:prstGeom>
          <a:solidFill>
            <a:srgbClr val="CED7E6">
              <a:alpha val="10593"/>
            </a:srgbClr>
          </a:solidFill>
          <a:ln>
            <a:noFill/>
          </a:ln>
        </p:spPr>
      </p:sp>
      <p:sp>
        <p:nvSpPr>
          <p:cNvPr id="91" name="wm.whiteboard.180.54"/>
          <p:cNvSpPr/>
          <p:nvPr/>
        </p:nvSpPr>
        <p:spPr>
          <a:xfrm>
            <a:off x="2552700" y="914400"/>
            <a:ext cx="38100" cy="38100"/>
          </a:xfrm>
          <a:prstGeom prst="rect">
            <a:avLst/>
          </a:prstGeom>
          <a:solidFill>
            <a:srgbClr val="CED7E6">
              <a:alpha val="5600"/>
            </a:srgbClr>
          </a:solidFill>
          <a:ln>
            <a:noFill/>
          </a:ln>
        </p:spPr>
      </p:sp>
      <p:sp>
        <p:nvSpPr>
          <p:cNvPr id="92" name="wm.whiteboard.198.0"/>
          <p:cNvSpPr/>
          <p:nvPr/>
        </p:nvSpPr>
        <p:spPr>
          <a:xfrm>
            <a:off x="2781300" y="228600"/>
            <a:ext cx="38100" cy="38100"/>
          </a:xfrm>
          <a:prstGeom prst="rect">
            <a:avLst/>
          </a:prstGeom>
          <a:solidFill>
            <a:srgbClr val="CED7E6">
              <a:alpha val="1142"/>
            </a:srgbClr>
          </a:solidFill>
          <a:ln>
            <a:noFill/>
          </a:ln>
        </p:spPr>
      </p:sp>
      <p:sp>
        <p:nvSpPr>
          <p:cNvPr id="93" name="wm.whiteboard.198.18"/>
          <p:cNvSpPr/>
          <p:nvPr/>
        </p:nvSpPr>
        <p:spPr>
          <a:xfrm>
            <a:off x="2781300" y="457200"/>
            <a:ext cx="38100" cy="38100"/>
          </a:xfrm>
          <a:prstGeom prst="rect">
            <a:avLst/>
          </a:prstGeom>
          <a:solidFill>
            <a:srgbClr val="CED7E6">
              <a:alpha val="69"/>
            </a:srgbClr>
          </a:solidFill>
          <a:ln>
            <a:noFill/>
          </a:ln>
        </p:spPr>
      </p:sp>
      <p:sp>
        <p:nvSpPr>
          <p:cNvPr id="94" name="wm.header.rule"/>
          <p:cNvSpPr/>
          <p:nvPr/>
        </p:nvSpPr>
        <p:spPr>
          <a:xfrm>
            <a:off x="723900" y="2057400"/>
            <a:ext cx="3429000" cy="9525"/>
          </a:xfrm>
          <a:prstGeom prst="rect">
            <a:avLst/>
          </a:prstGeom>
          <a:solidFill>
            <a:srgbClr val="CED7E6"/>
          </a:solidFill>
          <a:ln>
            <a:noFill/>
          </a:ln>
        </p:spPr>
      </p:sp>
      <p:pic>
        <p:nvPicPr>
          <p:cNvPr id="95"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210300"/>
            <a:ext cx="729403" cy="152400"/>
          </a:xfrm>
          <a:prstGeom prst="rect">
            <a:avLst/>
          </a:prstGeom>
        </p:spPr>
      </p:pic>
      <p:sp>
        <p:nvSpPr>
          <p:cNvPr id="96" name="wm.legal"/>
          <p:cNvSpPr/>
          <p:nvPr/>
        </p:nvSpPr>
        <p:spPr>
          <a:xfrm>
            <a:off x="2171700" y="6172200"/>
            <a:ext cx="89154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wmds.frame.79d108b15b5b0536b9e6">
    <p:bg>
      <p:bgPr>
        <a:solidFill>
          <a:srgbClr val="FFFFFF"/>
        </a:solidFill>
      </p:bgPr>
    </p:bg>
    <p:spTree>
      <p:nvGrpSpPr>
        <p:cNvPr id="1" name=""/>
        <p:cNvGrpSpPr/>
        <p:nvPr/>
      </p:nvGrpSpPr>
      <p:grpSpPr>
        <a:xfrm>
          <a:off x="0" y="0"/>
          <a:ext cx="0" cy="0"/>
          <a:chOff x="0" y="0"/>
          <a:chExt cx="0" cy="0"/>
        </a:xfrm>
      </p:grpSpPr>
      <p:sp>
        <p:nvSpPr>
          <p:cNvPr id="2" name="wm.footer.rule"/>
          <p:cNvSpPr/>
          <p:nvPr/>
        </p:nvSpPr>
        <p:spPr>
          <a:xfrm>
            <a:off x="723900" y="6286500"/>
            <a:ext cx="10744200" cy="9525"/>
          </a:xfrm>
          <a:prstGeom prst="rect">
            <a:avLst/>
          </a:prstGeom>
          <a:solidFill>
            <a:srgbClr val="CED7E6"/>
          </a:solidFill>
          <a:ln>
            <a:noFill/>
          </a:ln>
        </p:spPr>
      </p:sp>
      <p:sp>
        <p:nvSpPr>
          <p:cNvPr id="3" name="wm.whiteboard.0.0"/>
          <p:cNvSpPr/>
          <p:nvPr/>
        </p:nvSpPr>
        <p:spPr>
          <a:xfrm>
            <a:off x="266700" y="228600"/>
            <a:ext cx="38100" cy="38100"/>
          </a:xfrm>
          <a:prstGeom prst="rect">
            <a:avLst/>
          </a:prstGeom>
          <a:solidFill>
            <a:srgbClr val="CED7E6"/>
          </a:solidFill>
          <a:ln>
            <a:noFill/>
          </a:ln>
        </p:spPr>
      </p:sp>
      <p:sp>
        <p:nvSpPr>
          <p:cNvPr id="4" name="wm.whiteboard.0.18"/>
          <p:cNvSpPr/>
          <p:nvPr/>
        </p:nvSpPr>
        <p:spPr>
          <a:xfrm>
            <a:off x="266700" y="457200"/>
            <a:ext cx="38100" cy="38100"/>
          </a:xfrm>
          <a:prstGeom prst="rect">
            <a:avLst/>
          </a:prstGeom>
          <a:solidFill>
            <a:srgbClr val="CED7E6"/>
          </a:solidFill>
          <a:ln>
            <a:noFill/>
          </a:ln>
        </p:spPr>
      </p:sp>
      <p:sp>
        <p:nvSpPr>
          <p:cNvPr id="5" name="wm.whiteboard.0.36"/>
          <p:cNvSpPr/>
          <p:nvPr/>
        </p:nvSpPr>
        <p:spPr>
          <a:xfrm>
            <a:off x="266700" y="685800"/>
            <a:ext cx="38100" cy="38100"/>
          </a:xfrm>
          <a:prstGeom prst="rect">
            <a:avLst/>
          </a:prstGeom>
          <a:solidFill>
            <a:srgbClr val="CED7E6"/>
          </a:solidFill>
          <a:ln>
            <a:noFill/>
          </a:ln>
        </p:spPr>
      </p:sp>
      <p:sp>
        <p:nvSpPr>
          <p:cNvPr id="6" name="wm.whiteboard.0.54"/>
          <p:cNvSpPr/>
          <p:nvPr/>
        </p:nvSpPr>
        <p:spPr>
          <a:xfrm>
            <a:off x="266700" y="914400"/>
            <a:ext cx="38100" cy="38100"/>
          </a:xfrm>
          <a:prstGeom prst="rect">
            <a:avLst/>
          </a:prstGeom>
          <a:solidFill>
            <a:srgbClr val="CED7E6"/>
          </a:solidFill>
          <a:ln>
            <a:noFill/>
          </a:ln>
        </p:spPr>
      </p:sp>
      <p:sp>
        <p:nvSpPr>
          <p:cNvPr id="7" name="wm.whiteboard.0.72"/>
          <p:cNvSpPr/>
          <p:nvPr/>
        </p:nvSpPr>
        <p:spPr>
          <a:xfrm>
            <a:off x="266700" y="1143000"/>
            <a:ext cx="38100" cy="38100"/>
          </a:xfrm>
          <a:prstGeom prst="rect">
            <a:avLst/>
          </a:prstGeom>
          <a:solidFill>
            <a:srgbClr val="CED7E6">
              <a:alpha val="85305"/>
            </a:srgbClr>
          </a:solidFill>
          <a:ln>
            <a:noFill/>
          </a:ln>
        </p:spPr>
      </p:sp>
      <p:sp>
        <p:nvSpPr>
          <p:cNvPr id="8" name="wm.whiteboard.0.90"/>
          <p:cNvSpPr/>
          <p:nvPr/>
        </p:nvSpPr>
        <p:spPr>
          <a:xfrm>
            <a:off x="266700" y="1371600"/>
            <a:ext cx="38100" cy="38100"/>
          </a:xfrm>
          <a:prstGeom prst="rect">
            <a:avLst/>
          </a:prstGeom>
          <a:solidFill>
            <a:srgbClr val="CED7E6">
              <a:alpha val="68524"/>
            </a:srgbClr>
          </a:solidFill>
          <a:ln>
            <a:noFill/>
          </a:ln>
        </p:spPr>
      </p:sp>
      <p:sp>
        <p:nvSpPr>
          <p:cNvPr id="9" name="wm.whiteboard.0.108"/>
          <p:cNvSpPr/>
          <p:nvPr/>
        </p:nvSpPr>
        <p:spPr>
          <a:xfrm>
            <a:off x="266700" y="1600200"/>
            <a:ext cx="38100" cy="38100"/>
          </a:xfrm>
          <a:prstGeom prst="rect">
            <a:avLst/>
          </a:prstGeom>
          <a:solidFill>
            <a:srgbClr val="CED7E6">
              <a:alpha val="51742"/>
            </a:srgbClr>
          </a:solidFill>
          <a:ln>
            <a:noFill/>
          </a:ln>
        </p:spPr>
      </p:sp>
      <p:sp>
        <p:nvSpPr>
          <p:cNvPr id="10" name="wm.whiteboard.0.126"/>
          <p:cNvSpPr/>
          <p:nvPr/>
        </p:nvSpPr>
        <p:spPr>
          <a:xfrm>
            <a:off x="266700" y="1828800"/>
            <a:ext cx="38100" cy="38100"/>
          </a:xfrm>
          <a:prstGeom prst="rect">
            <a:avLst/>
          </a:prstGeom>
          <a:solidFill>
            <a:srgbClr val="CED7E6">
              <a:alpha val="34959"/>
            </a:srgbClr>
          </a:solidFill>
          <a:ln>
            <a:noFill/>
          </a:ln>
        </p:spPr>
      </p:sp>
      <p:sp>
        <p:nvSpPr>
          <p:cNvPr id="11" name="wm.whiteboard.0.144"/>
          <p:cNvSpPr/>
          <p:nvPr/>
        </p:nvSpPr>
        <p:spPr>
          <a:xfrm>
            <a:off x="266700" y="2057400"/>
            <a:ext cx="38100" cy="38100"/>
          </a:xfrm>
          <a:prstGeom prst="rect">
            <a:avLst/>
          </a:prstGeom>
          <a:solidFill>
            <a:srgbClr val="CED7E6">
              <a:alpha val="18177"/>
            </a:srgbClr>
          </a:solidFill>
          <a:ln>
            <a:noFill/>
          </a:ln>
        </p:spPr>
      </p:sp>
      <p:sp>
        <p:nvSpPr>
          <p:cNvPr id="12" name="wm.whiteboard.0.162"/>
          <p:cNvSpPr/>
          <p:nvPr/>
        </p:nvSpPr>
        <p:spPr>
          <a:xfrm>
            <a:off x="266700" y="2286000"/>
            <a:ext cx="38100" cy="38100"/>
          </a:xfrm>
          <a:prstGeom prst="rect">
            <a:avLst/>
          </a:prstGeom>
          <a:solidFill>
            <a:srgbClr val="CED7E6">
              <a:alpha val="1394"/>
            </a:srgbClr>
          </a:solidFill>
          <a:ln>
            <a:noFill/>
          </a:ln>
        </p:spPr>
      </p:sp>
      <p:sp>
        <p:nvSpPr>
          <p:cNvPr id="13" name="wm.whiteboard.18.0"/>
          <p:cNvSpPr/>
          <p:nvPr/>
        </p:nvSpPr>
        <p:spPr>
          <a:xfrm>
            <a:off x="495300" y="228600"/>
            <a:ext cx="38100" cy="38100"/>
          </a:xfrm>
          <a:prstGeom prst="rect">
            <a:avLst/>
          </a:prstGeom>
          <a:solidFill>
            <a:srgbClr val="CED7E6"/>
          </a:solidFill>
          <a:ln>
            <a:noFill/>
          </a:ln>
        </p:spPr>
      </p:sp>
      <p:sp>
        <p:nvSpPr>
          <p:cNvPr id="14" name="wm.whiteboard.18.18"/>
          <p:cNvSpPr/>
          <p:nvPr/>
        </p:nvSpPr>
        <p:spPr>
          <a:xfrm>
            <a:off x="495300" y="457200"/>
            <a:ext cx="38100" cy="38100"/>
          </a:xfrm>
          <a:prstGeom prst="rect">
            <a:avLst/>
          </a:prstGeom>
          <a:solidFill>
            <a:srgbClr val="CED7E6"/>
          </a:solidFill>
          <a:ln>
            <a:noFill/>
          </a:ln>
        </p:spPr>
      </p:sp>
      <p:sp>
        <p:nvSpPr>
          <p:cNvPr id="15" name="wm.whiteboard.18.36"/>
          <p:cNvSpPr/>
          <p:nvPr/>
        </p:nvSpPr>
        <p:spPr>
          <a:xfrm>
            <a:off x="495300" y="685800"/>
            <a:ext cx="38100" cy="38100"/>
          </a:xfrm>
          <a:prstGeom prst="rect">
            <a:avLst/>
          </a:prstGeom>
          <a:solidFill>
            <a:srgbClr val="CED7E6"/>
          </a:solidFill>
          <a:ln>
            <a:noFill/>
          </a:ln>
        </p:spPr>
      </p:sp>
      <p:sp>
        <p:nvSpPr>
          <p:cNvPr id="16" name="wm.whiteboard.18.54"/>
          <p:cNvSpPr/>
          <p:nvPr/>
        </p:nvSpPr>
        <p:spPr>
          <a:xfrm>
            <a:off x="495300" y="914400"/>
            <a:ext cx="38100" cy="38100"/>
          </a:xfrm>
          <a:prstGeom prst="rect">
            <a:avLst/>
          </a:prstGeom>
          <a:solidFill>
            <a:srgbClr val="CED7E6">
              <a:alpha val="99988"/>
            </a:srgbClr>
          </a:solidFill>
          <a:ln>
            <a:noFill/>
          </a:ln>
        </p:spPr>
      </p:sp>
      <p:sp>
        <p:nvSpPr>
          <p:cNvPr id="17" name="wm.whiteboard.18.72"/>
          <p:cNvSpPr/>
          <p:nvPr/>
        </p:nvSpPr>
        <p:spPr>
          <a:xfrm>
            <a:off x="495300" y="1143000"/>
            <a:ext cx="38100" cy="38100"/>
          </a:xfrm>
          <a:prstGeom prst="rect">
            <a:avLst/>
          </a:prstGeom>
          <a:solidFill>
            <a:srgbClr val="CED7E6">
              <a:alpha val="83708"/>
            </a:srgbClr>
          </a:solidFill>
          <a:ln>
            <a:noFill/>
          </a:ln>
        </p:spPr>
      </p:sp>
      <p:sp>
        <p:nvSpPr>
          <p:cNvPr id="18" name="wm.whiteboard.18.90"/>
          <p:cNvSpPr/>
          <p:nvPr/>
        </p:nvSpPr>
        <p:spPr>
          <a:xfrm>
            <a:off x="495300" y="1371600"/>
            <a:ext cx="38100" cy="38100"/>
          </a:xfrm>
          <a:prstGeom prst="rect">
            <a:avLst/>
          </a:prstGeom>
          <a:solidFill>
            <a:srgbClr val="CED7E6">
              <a:alpha val="67236"/>
            </a:srgbClr>
          </a:solidFill>
          <a:ln>
            <a:noFill/>
          </a:ln>
        </p:spPr>
      </p:sp>
      <p:sp>
        <p:nvSpPr>
          <p:cNvPr id="19" name="wm.whiteboard.18.108"/>
          <p:cNvSpPr/>
          <p:nvPr/>
        </p:nvSpPr>
        <p:spPr>
          <a:xfrm>
            <a:off x="495300" y="1600200"/>
            <a:ext cx="38100" cy="38100"/>
          </a:xfrm>
          <a:prstGeom prst="rect">
            <a:avLst/>
          </a:prstGeom>
          <a:solidFill>
            <a:srgbClr val="CED7E6">
              <a:alpha val="50663"/>
            </a:srgbClr>
          </a:solidFill>
          <a:ln>
            <a:noFill/>
          </a:ln>
        </p:spPr>
      </p:sp>
      <p:sp>
        <p:nvSpPr>
          <p:cNvPr id="20" name="wm.whiteboard.18.126"/>
          <p:cNvSpPr/>
          <p:nvPr/>
        </p:nvSpPr>
        <p:spPr>
          <a:xfrm>
            <a:off x="495300" y="1828800"/>
            <a:ext cx="38100" cy="38100"/>
          </a:xfrm>
          <a:prstGeom prst="rect">
            <a:avLst/>
          </a:prstGeom>
          <a:solidFill>
            <a:srgbClr val="CED7E6">
              <a:alpha val="34032"/>
            </a:srgbClr>
          </a:solidFill>
          <a:ln>
            <a:noFill/>
          </a:ln>
        </p:spPr>
      </p:sp>
      <p:sp>
        <p:nvSpPr>
          <p:cNvPr id="21" name="wm.whiteboard.18.144"/>
          <p:cNvSpPr/>
          <p:nvPr/>
        </p:nvSpPr>
        <p:spPr>
          <a:xfrm>
            <a:off x="495300" y="2057400"/>
            <a:ext cx="38100" cy="38100"/>
          </a:xfrm>
          <a:prstGeom prst="rect">
            <a:avLst/>
          </a:prstGeom>
          <a:solidFill>
            <a:srgbClr val="CED7E6">
              <a:alpha val="17363"/>
            </a:srgbClr>
          </a:solidFill>
          <a:ln>
            <a:noFill/>
          </a:ln>
        </p:spPr>
      </p:sp>
      <p:sp>
        <p:nvSpPr>
          <p:cNvPr id="22" name="wm.whiteboard.18.162"/>
          <p:cNvSpPr/>
          <p:nvPr/>
        </p:nvSpPr>
        <p:spPr>
          <a:xfrm>
            <a:off x="495300" y="2286000"/>
            <a:ext cx="38100" cy="38100"/>
          </a:xfrm>
          <a:prstGeom prst="rect">
            <a:avLst/>
          </a:prstGeom>
          <a:solidFill>
            <a:srgbClr val="CED7E6">
              <a:alpha val="670"/>
            </a:srgbClr>
          </a:solidFill>
          <a:ln>
            <a:noFill/>
          </a:ln>
        </p:spPr>
      </p:sp>
      <p:sp>
        <p:nvSpPr>
          <p:cNvPr id="23" name="wm.whiteboard.36.0"/>
          <p:cNvSpPr/>
          <p:nvPr/>
        </p:nvSpPr>
        <p:spPr>
          <a:xfrm>
            <a:off x="723900" y="228600"/>
            <a:ext cx="38100" cy="38100"/>
          </a:xfrm>
          <a:prstGeom prst="rect">
            <a:avLst/>
          </a:prstGeom>
          <a:solidFill>
            <a:srgbClr val="CED7E6"/>
          </a:solidFill>
          <a:ln>
            <a:noFill/>
          </a:ln>
        </p:spPr>
      </p:sp>
      <p:sp>
        <p:nvSpPr>
          <p:cNvPr id="24" name="wm.whiteboard.36.18"/>
          <p:cNvSpPr/>
          <p:nvPr/>
        </p:nvSpPr>
        <p:spPr>
          <a:xfrm>
            <a:off x="723900" y="457200"/>
            <a:ext cx="38100" cy="38100"/>
          </a:xfrm>
          <a:prstGeom prst="rect">
            <a:avLst/>
          </a:prstGeom>
          <a:solidFill>
            <a:srgbClr val="CED7E6"/>
          </a:solidFill>
          <a:ln>
            <a:noFill/>
          </a:ln>
        </p:spPr>
      </p:sp>
      <p:sp>
        <p:nvSpPr>
          <p:cNvPr id="25" name="wm.whiteboard.36.36"/>
          <p:cNvSpPr/>
          <p:nvPr/>
        </p:nvSpPr>
        <p:spPr>
          <a:xfrm>
            <a:off x="723900" y="685800"/>
            <a:ext cx="38100" cy="38100"/>
          </a:xfrm>
          <a:prstGeom prst="rect">
            <a:avLst/>
          </a:prstGeom>
          <a:solidFill>
            <a:srgbClr val="CED7E6"/>
          </a:solidFill>
          <a:ln>
            <a:noFill/>
          </a:ln>
        </p:spPr>
      </p:sp>
      <p:sp>
        <p:nvSpPr>
          <p:cNvPr id="26" name="wm.whiteboard.36.54"/>
          <p:cNvSpPr/>
          <p:nvPr/>
        </p:nvSpPr>
        <p:spPr>
          <a:xfrm>
            <a:off x="723900" y="914400"/>
            <a:ext cx="38100" cy="38100"/>
          </a:xfrm>
          <a:prstGeom prst="rect">
            <a:avLst/>
          </a:prstGeom>
          <a:solidFill>
            <a:srgbClr val="CED7E6">
              <a:alpha val="94671"/>
            </a:srgbClr>
          </a:solidFill>
          <a:ln>
            <a:noFill/>
          </a:ln>
        </p:spPr>
      </p:sp>
      <p:sp>
        <p:nvSpPr>
          <p:cNvPr id="27" name="wm.whiteboard.36.72"/>
          <p:cNvSpPr/>
          <p:nvPr/>
        </p:nvSpPr>
        <p:spPr>
          <a:xfrm>
            <a:off x="723900" y="1143000"/>
            <a:ext cx="38100" cy="38100"/>
          </a:xfrm>
          <a:prstGeom prst="rect">
            <a:avLst/>
          </a:prstGeom>
          <a:solidFill>
            <a:srgbClr val="CED7E6">
              <a:alpha val="79547"/>
            </a:srgbClr>
          </a:solidFill>
          <a:ln>
            <a:noFill/>
          </a:ln>
        </p:spPr>
      </p:sp>
      <p:sp>
        <p:nvSpPr>
          <p:cNvPr id="28" name="wm.whiteboard.36.90"/>
          <p:cNvSpPr/>
          <p:nvPr/>
        </p:nvSpPr>
        <p:spPr>
          <a:xfrm>
            <a:off x="723900" y="1371600"/>
            <a:ext cx="38100" cy="38100"/>
          </a:xfrm>
          <a:prstGeom prst="rect">
            <a:avLst/>
          </a:prstGeom>
          <a:solidFill>
            <a:srgbClr val="CED7E6">
              <a:alpha val="63833"/>
            </a:srgbClr>
          </a:solidFill>
          <a:ln>
            <a:noFill/>
          </a:ln>
        </p:spPr>
      </p:sp>
      <p:sp>
        <p:nvSpPr>
          <p:cNvPr id="29" name="wm.whiteboard.36.108"/>
          <p:cNvSpPr/>
          <p:nvPr/>
        </p:nvSpPr>
        <p:spPr>
          <a:xfrm>
            <a:off x="723900" y="1600200"/>
            <a:ext cx="38100" cy="38100"/>
          </a:xfrm>
          <a:prstGeom prst="rect">
            <a:avLst/>
          </a:prstGeom>
          <a:solidFill>
            <a:srgbClr val="CED7E6">
              <a:alpha val="47790"/>
            </a:srgbClr>
          </a:solidFill>
          <a:ln>
            <a:noFill/>
          </a:ln>
        </p:spPr>
      </p:sp>
      <p:sp>
        <p:nvSpPr>
          <p:cNvPr id="30" name="wm.whiteboard.36.126"/>
          <p:cNvSpPr/>
          <p:nvPr/>
        </p:nvSpPr>
        <p:spPr>
          <a:xfrm>
            <a:off x="723900" y="1828800"/>
            <a:ext cx="38100" cy="38100"/>
          </a:xfrm>
          <a:prstGeom prst="rect">
            <a:avLst/>
          </a:prstGeom>
          <a:solidFill>
            <a:srgbClr val="CED7E6">
              <a:alpha val="31549"/>
            </a:srgbClr>
          </a:solidFill>
          <a:ln>
            <a:noFill/>
          </a:ln>
        </p:spPr>
      </p:sp>
      <p:sp>
        <p:nvSpPr>
          <p:cNvPr id="31" name="wm.whiteboard.36.144"/>
          <p:cNvSpPr/>
          <p:nvPr/>
        </p:nvSpPr>
        <p:spPr>
          <a:xfrm>
            <a:off x="723900" y="2057400"/>
            <a:ext cx="38100" cy="38100"/>
          </a:xfrm>
          <a:prstGeom prst="rect">
            <a:avLst/>
          </a:prstGeom>
          <a:solidFill>
            <a:srgbClr val="CED7E6">
              <a:alpha val="15179"/>
            </a:srgbClr>
          </a:solidFill>
          <a:ln>
            <a:noFill/>
          </a:ln>
        </p:spPr>
      </p:sp>
      <p:sp>
        <p:nvSpPr>
          <p:cNvPr id="32" name="wm.whiteboard.54.0"/>
          <p:cNvSpPr/>
          <p:nvPr/>
        </p:nvSpPr>
        <p:spPr>
          <a:xfrm>
            <a:off x="952500" y="228600"/>
            <a:ext cx="38100" cy="38100"/>
          </a:xfrm>
          <a:prstGeom prst="rect">
            <a:avLst/>
          </a:prstGeom>
          <a:solidFill>
            <a:srgbClr val="CED7E6"/>
          </a:solidFill>
          <a:ln>
            <a:noFill/>
          </a:ln>
        </p:spPr>
      </p:sp>
      <p:sp>
        <p:nvSpPr>
          <p:cNvPr id="33" name="wm.whiteboard.54.18"/>
          <p:cNvSpPr/>
          <p:nvPr/>
        </p:nvSpPr>
        <p:spPr>
          <a:xfrm>
            <a:off x="952500" y="457200"/>
            <a:ext cx="38100" cy="38100"/>
          </a:xfrm>
          <a:prstGeom prst="rect">
            <a:avLst/>
          </a:prstGeom>
          <a:solidFill>
            <a:srgbClr val="CED7E6"/>
          </a:solidFill>
          <a:ln>
            <a:noFill/>
          </a:ln>
        </p:spPr>
      </p:sp>
      <p:sp>
        <p:nvSpPr>
          <p:cNvPr id="34" name="wm.whiteboard.54.36"/>
          <p:cNvSpPr/>
          <p:nvPr/>
        </p:nvSpPr>
        <p:spPr>
          <a:xfrm>
            <a:off x="952500" y="685800"/>
            <a:ext cx="38100" cy="38100"/>
          </a:xfrm>
          <a:prstGeom prst="rect">
            <a:avLst/>
          </a:prstGeom>
          <a:solidFill>
            <a:srgbClr val="CED7E6">
              <a:alpha val="98827"/>
            </a:srgbClr>
          </a:solidFill>
          <a:ln>
            <a:noFill/>
          </a:ln>
        </p:spPr>
      </p:sp>
      <p:sp>
        <p:nvSpPr>
          <p:cNvPr id="35" name="wm.whiteboard.54.54"/>
          <p:cNvSpPr/>
          <p:nvPr/>
        </p:nvSpPr>
        <p:spPr>
          <a:xfrm>
            <a:off x="952500" y="914400"/>
            <a:ext cx="38100" cy="38100"/>
          </a:xfrm>
          <a:prstGeom prst="rect">
            <a:avLst/>
          </a:prstGeom>
          <a:solidFill>
            <a:srgbClr val="CED7E6">
              <a:alpha val="86895"/>
            </a:srgbClr>
          </a:solidFill>
          <a:ln>
            <a:noFill/>
          </a:ln>
        </p:spPr>
      </p:sp>
      <p:sp>
        <p:nvSpPr>
          <p:cNvPr id="36" name="wm.whiteboard.54.72"/>
          <p:cNvSpPr/>
          <p:nvPr/>
        </p:nvSpPr>
        <p:spPr>
          <a:xfrm>
            <a:off x="952500" y="1143000"/>
            <a:ext cx="38100" cy="38100"/>
          </a:xfrm>
          <a:prstGeom prst="rect">
            <a:avLst/>
          </a:prstGeom>
          <a:solidFill>
            <a:srgbClr val="CED7E6">
              <a:alpha val="73217"/>
            </a:srgbClr>
          </a:solidFill>
          <a:ln>
            <a:noFill/>
          </a:ln>
        </p:spPr>
      </p:sp>
      <p:sp>
        <p:nvSpPr>
          <p:cNvPr id="37" name="wm.whiteboard.54.90"/>
          <p:cNvSpPr/>
          <p:nvPr/>
        </p:nvSpPr>
        <p:spPr>
          <a:xfrm>
            <a:off x="952500" y="1371600"/>
            <a:ext cx="38100" cy="38100"/>
          </a:xfrm>
          <a:prstGeom prst="rect">
            <a:avLst/>
          </a:prstGeom>
          <a:solidFill>
            <a:srgbClr val="CED7E6">
              <a:alpha val="58541"/>
            </a:srgbClr>
          </a:solidFill>
          <a:ln>
            <a:noFill/>
          </a:ln>
        </p:spPr>
      </p:sp>
      <p:sp>
        <p:nvSpPr>
          <p:cNvPr id="38" name="wm.whiteboard.54.108"/>
          <p:cNvSpPr/>
          <p:nvPr/>
        </p:nvSpPr>
        <p:spPr>
          <a:xfrm>
            <a:off x="952500" y="1600200"/>
            <a:ext cx="38100" cy="38100"/>
          </a:xfrm>
          <a:prstGeom prst="rect">
            <a:avLst/>
          </a:prstGeom>
          <a:solidFill>
            <a:srgbClr val="CED7E6">
              <a:alpha val="43263"/>
            </a:srgbClr>
          </a:solidFill>
          <a:ln>
            <a:noFill/>
          </a:ln>
        </p:spPr>
      </p:sp>
      <p:sp>
        <p:nvSpPr>
          <p:cNvPr id="39" name="wm.whiteboard.54.126"/>
          <p:cNvSpPr/>
          <p:nvPr/>
        </p:nvSpPr>
        <p:spPr>
          <a:xfrm>
            <a:off x="952500" y="1828800"/>
            <a:ext cx="38100" cy="38100"/>
          </a:xfrm>
          <a:prstGeom prst="rect">
            <a:avLst/>
          </a:prstGeom>
          <a:solidFill>
            <a:srgbClr val="CED7E6">
              <a:alpha val="27603"/>
            </a:srgbClr>
          </a:solidFill>
          <a:ln>
            <a:noFill/>
          </a:ln>
        </p:spPr>
      </p:sp>
      <p:sp>
        <p:nvSpPr>
          <p:cNvPr id="40" name="wm.whiteboard.54.144"/>
          <p:cNvSpPr/>
          <p:nvPr/>
        </p:nvSpPr>
        <p:spPr>
          <a:xfrm>
            <a:off x="952500" y="2057400"/>
            <a:ext cx="38100" cy="38100"/>
          </a:xfrm>
          <a:prstGeom prst="rect">
            <a:avLst/>
          </a:prstGeom>
          <a:solidFill>
            <a:srgbClr val="CED7E6">
              <a:alpha val="11687"/>
            </a:srgbClr>
          </a:solidFill>
          <a:ln>
            <a:noFill/>
          </a:ln>
        </p:spPr>
      </p:sp>
      <p:sp>
        <p:nvSpPr>
          <p:cNvPr id="41" name="wm.whiteboard.72.0"/>
          <p:cNvSpPr/>
          <p:nvPr/>
        </p:nvSpPr>
        <p:spPr>
          <a:xfrm>
            <a:off x="1181100" y="228600"/>
            <a:ext cx="38100" cy="38100"/>
          </a:xfrm>
          <a:prstGeom prst="rect">
            <a:avLst/>
          </a:prstGeom>
          <a:solidFill>
            <a:srgbClr val="CED7E6">
              <a:alpha val="97572"/>
            </a:srgbClr>
          </a:solidFill>
          <a:ln>
            <a:noFill/>
          </a:ln>
        </p:spPr>
      </p:sp>
      <p:sp>
        <p:nvSpPr>
          <p:cNvPr id="42" name="wm.whiteboard.72.18"/>
          <p:cNvSpPr/>
          <p:nvPr/>
        </p:nvSpPr>
        <p:spPr>
          <a:xfrm>
            <a:off x="1181100" y="457200"/>
            <a:ext cx="38100" cy="38100"/>
          </a:xfrm>
          <a:prstGeom prst="rect">
            <a:avLst/>
          </a:prstGeom>
          <a:solidFill>
            <a:srgbClr val="CED7E6">
              <a:alpha val="94724"/>
            </a:srgbClr>
          </a:solidFill>
          <a:ln>
            <a:noFill/>
          </a:ln>
        </p:spPr>
      </p:sp>
      <p:sp>
        <p:nvSpPr>
          <p:cNvPr id="43" name="wm.whiteboard.72.36"/>
          <p:cNvSpPr/>
          <p:nvPr/>
        </p:nvSpPr>
        <p:spPr>
          <a:xfrm>
            <a:off x="1181100" y="685800"/>
            <a:ext cx="38100" cy="38100"/>
          </a:xfrm>
          <a:prstGeom prst="rect">
            <a:avLst/>
          </a:prstGeom>
          <a:solidFill>
            <a:srgbClr val="CED7E6">
              <a:alpha val="87609"/>
            </a:srgbClr>
          </a:solidFill>
          <a:ln>
            <a:noFill/>
          </a:ln>
        </p:spPr>
      </p:sp>
      <p:sp>
        <p:nvSpPr>
          <p:cNvPr id="44" name="wm.whiteboard.72.54"/>
          <p:cNvSpPr/>
          <p:nvPr/>
        </p:nvSpPr>
        <p:spPr>
          <a:xfrm>
            <a:off x="1181100" y="914400"/>
            <a:ext cx="38100" cy="38100"/>
          </a:xfrm>
          <a:prstGeom prst="rect">
            <a:avLst/>
          </a:prstGeom>
          <a:solidFill>
            <a:srgbClr val="CED7E6">
              <a:alpha val="77408"/>
            </a:srgbClr>
          </a:solidFill>
          <a:ln>
            <a:noFill/>
          </a:ln>
        </p:spPr>
      </p:sp>
      <p:sp>
        <p:nvSpPr>
          <p:cNvPr id="45" name="wm.whiteboard.72.72"/>
          <p:cNvSpPr/>
          <p:nvPr/>
        </p:nvSpPr>
        <p:spPr>
          <a:xfrm>
            <a:off x="1181100" y="1143000"/>
            <a:ext cx="38100" cy="38100"/>
          </a:xfrm>
          <a:prstGeom prst="rect">
            <a:avLst/>
          </a:prstGeom>
          <a:solidFill>
            <a:srgbClr val="CED7E6">
              <a:alpha val="65181"/>
            </a:srgbClr>
          </a:solidFill>
          <a:ln>
            <a:noFill/>
          </a:ln>
        </p:spPr>
      </p:sp>
      <p:sp>
        <p:nvSpPr>
          <p:cNvPr id="46" name="wm.whiteboard.72.90"/>
          <p:cNvSpPr/>
          <p:nvPr/>
        </p:nvSpPr>
        <p:spPr>
          <a:xfrm>
            <a:off x="1181100" y="1371600"/>
            <a:ext cx="38100" cy="38100"/>
          </a:xfrm>
          <a:prstGeom prst="rect">
            <a:avLst/>
          </a:prstGeom>
          <a:solidFill>
            <a:srgbClr val="CED7E6">
              <a:alpha val="51653"/>
            </a:srgbClr>
          </a:solidFill>
          <a:ln>
            <a:noFill/>
          </a:ln>
        </p:spPr>
      </p:sp>
      <p:sp>
        <p:nvSpPr>
          <p:cNvPr id="47" name="wm.whiteboard.72.108"/>
          <p:cNvSpPr/>
          <p:nvPr/>
        </p:nvSpPr>
        <p:spPr>
          <a:xfrm>
            <a:off x="1181100" y="1600200"/>
            <a:ext cx="38100" cy="38100"/>
          </a:xfrm>
          <a:prstGeom prst="rect">
            <a:avLst/>
          </a:prstGeom>
          <a:solidFill>
            <a:srgbClr val="CED7E6">
              <a:alpha val="37275"/>
            </a:srgbClr>
          </a:solidFill>
          <a:ln>
            <a:noFill/>
          </a:ln>
        </p:spPr>
      </p:sp>
      <p:sp>
        <p:nvSpPr>
          <p:cNvPr id="48" name="wm.whiteboard.72.126"/>
          <p:cNvSpPr/>
          <p:nvPr/>
        </p:nvSpPr>
        <p:spPr>
          <a:xfrm>
            <a:off x="1181100" y="1828800"/>
            <a:ext cx="38100" cy="38100"/>
          </a:xfrm>
          <a:prstGeom prst="rect">
            <a:avLst/>
          </a:prstGeom>
          <a:solidFill>
            <a:srgbClr val="CED7E6">
              <a:alpha val="22326"/>
            </a:srgbClr>
          </a:solidFill>
          <a:ln>
            <a:noFill/>
          </a:ln>
        </p:spPr>
      </p:sp>
      <p:sp>
        <p:nvSpPr>
          <p:cNvPr id="49" name="wm.whiteboard.72.144"/>
          <p:cNvSpPr/>
          <p:nvPr/>
        </p:nvSpPr>
        <p:spPr>
          <a:xfrm>
            <a:off x="1181100" y="2057400"/>
            <a:ext cx="38100" cy="38100"/>
          </a:xfrm>
          <a:prstGeom prst="rect">
            <a:avLst/>
          </a:prstGeom>
          <a:solidFill>
            <a:srgbClr val="CED7E6">
              <a:alpha val="6980"/>
            </a:srgbClr>
          </a:solidFill>
          <a:ln>
            <a:noFill/>
          </a:ln>
        </p:spPr>
      </p:sp>
      <p:sp>
        <p:nvSpPr>
          <p:cNvPr id="50" name="wm.whiteboard.90.0"/>
          <p:cNvSpPr/>
          <p:nvPr/>
        </p:nvSpPr>
        <p:spPr>
          <a:xfrm>
            <a:off x="1409700" y="228600"/>
            <a:ext cx="38100" cy="38100"/>
          </a:xfrm>
          <a:prstGeom prst="rect">
            <a:avLst/>
          </a:prstGeom>
          <a:solidFill>
            <a:srgbClr val="CED7E6">
              <a:alpha val="83798"/>
            </a:srgbClr>
          </a:solidFill>
          <a:ln>
            <a:noFill/>
          </a:ln>
        </p:spPr>
      </p:sp>
      <p:sp>
        <p:nvSpPr>
          <p:cNvPr id="51" name="wm.whiteboard.90.18"/>
          <p:cNvSpPr/>
          <p:nvPr/>
        </p:nvSpPr>
        <p:spPr>
          <a:xfrm>
            <a:off x="1409700" y="457200"/>
            <a:ext cx="38100" cy="38100"/>
          </a:xfrm>
          <a:prstGeom prst="rect">
            <a:avLst/>
          </a:prstGeom>
          <a:solidFill>
            <a:srgbClr val="CED7E6">
              <a:alpha val="81490"/>
            </a:srgbClr>
          </a:solidFill>
          <a:ln>
            <a:noFill/>
          </a:ln>
        </p:spPr>
      </p:sp>
      <p:sp>
        <p:nvSpPr>
          <p:cNvPr id="52" name="wm.whiteboard.90.36"/>
          <p:cNvSpPr/>
          <p:nvPr/>
        </p:nvSpPr>
        <p:spPr>
          <a:xfrm>
            <a:off x="1409700" y="685800"/>
            <a:ext cx="38100" cy="38100"/>
          </a:xfrm>
          <a:prstGeom prst="rect">
            <a:avLst/>
          </a:prstGeom>
          <a:solidFill>
            <a:srgbClr val="CED7E6">
              <a:alpha val="75569"/>
            </a:srgbClr>
          </a:solidFill>
          <a:ln>
            <a:noFill/>
          </a:ln>
        </p:spPr>
      </p:sp>
      <p:sp>
        <p:nvSpPr>
          <p:cNvPr id="53" name="wm.whiteboard.90.54"/>
          <p:cNvSpPr/>
          <p:nvPr/>
        </p:nvSpPr>
        <p:spPr>
          <a:xfrm>
            <a:off x="1409700" y="914400"/>
            <a:ext cx="38100" cy="38100"/>
          </a:xfrm>
          <a:prstGeom prst="rect">
            <a:avLst/>
          </a:prstGeom>
          <a:solidFill>
            <a:srgbClr val="CED7E6">
              <a:alpha val="66767"/>
            </a:srgbClr>
          </a:solidFill>
          <a:ln>
            <a:noFill/>
          </a:ln>
        </p:spPr>
      </p:sp>
      <p:sp>
        <p:nvSpPr>
          <p:cNvPr id="54" name="wm.whiteboard.90.72"/>
          <p:cNvSpPr/>
          <p:nvPr/>
        </p:nvSpPr>
        <p:spPr>
          <a:xfrm>
            <a:off x="1409700" y="1143000"/>
            <a:ext cx="38100" cy="38100"/>
          </a:xfrm>
          <a:prstGeom prst="rect">
            <a:avLst/>
          </a:prstGeom>
          <a:solidFill>
            <a:srgbClr val="CED7E6">
              <a:alpha val="55859"/>
            </a:srgbClr>
          </a:solidFill>
          <a:ln>
            <a:noFill/>
          </a:ln>
        </p:spPr>
      </p:sp>
      <p:sp>
        <p:nvSpPr>
          <p:cNvPr id="55" name="wm.whiteboard.90.90"/>
          <p:cNvSpPr/>
          <p:nvPr/>
        </p:nvSpPr>
        <p:spPr>
          <a:xfrm>
            <a:off x="1409700" y="1371600"/>
            <a:ext cx="38100" cy="38100"/>
          </a:xfrm>
          <a:prstGeom prst="rect">
            <a:avLst/>
          </a:prstGeom>
          <a:solidFill>
            <a:srgbClr val="CED7E6">
              <a:alpha val="43468"/>
            </a:srgbClr>
          </a:solidFill>
          <a:ln>
            <a:noFill/>
          </a:ln>
        </p:spPr>
      </p:sp>
      <p:sp>
        <p:nvSpPr>
          <p:cNvPr id="56" name="wm.whiteboard.90.108"/>
          <p:cNvSpPr/>
          <p:nvPr/>
        </p:nvSpPr>
        <p:spPr>
          <a:xfrm>
            <a:off x="1409700" y="1600200"/>
            <a:ext cx="38100" cy="38100"/>
          </a:xfrm>
          <a:prstGeom prst="rect">
            <a:avLst/>
          </a:prstGeom>
          <a:solidFill>
            <a:srgbClr val="CED7E6">
              <a:alpha val="30037"/>
            </a:srgbClr>
          </a:solidFill>
          <a:ln>
            <a:noFill/>
          </a:ln>
        </p:spPr>
      </p:sp>
      <p:sp>
        <p:nvSpPr>
          <p:cNvPr id="57" name="wm.whiteboard.90.126"/>
          <p:cNvSpPr/>
          <p:nvPr/>
        </p:nvSpPr>
        <p:spPr>
          <a:xfrm>
            <a:off x="1409700" y="1828800"/>
            <a:ext cx="38100" cy="38100"/>
          </a:xfrm>
          <a:prstGeom prst="rect">
            <a:avLst/>
          </a:prstGeom>
          <a:solidFill>
            <a:srgbClr val="CED7E6">
              <a:alpha val="15870"/>
            </a:srgbClr>
          </a:solidFill>
          <a:ln>
            <a:noFill/>
          </a:ln>
        </p:spPr>
      </p:sp>
      <p:sp>
        <p:nvSpPr>
          <p:cNvPr id="58" name="wm.whiteboard.90.144"/>
          <p:cNvSpPr/>
          <p:nvPr/>
        </p:nvSpPr>
        <p:spPr>
          <a:xfrm>
            <a:off x="1409700" y="2057400"/>
            <a:ext cx="38100" cy="38100"/>
          </a:xfrm>
          <a:prstGeom prst="rect">
            <a:avLst/>
          </a:prstGeom>
          <a:solidFill>
            <a:srgbClr val="CED7E6">
              <a:alpha val="1171"/>
            </a:srgbClr>
          </a:solidFill>
          <a:ln>
            <a:noFill/>
          </a:ln>
        </p:spPr>
      </p:sp>
      <p:sp>
        <p:nvSpPr>
          <p:cNvPr id="59" name="wm.whiteboard.108.0"/>
          <p:cNvSpPr/>
          <p:nvPr/>
        </p:nvSpPr>
        <p:spPr>
          <a:xfrm>
            <a:off x="1638300" y="228600"/>
            <a:ext cx="38100" cy="38100"/>
          </a:xfrm>
          <a:prstGeom prst="rect">
            <a:avLst/>
          </a:prstGeom>
          <a:solidFill>
            <a:srgbClr val="CED7E6">
              <a:alpha val="70023"/>
            </a:srgbClr>
          </a:solidFill>
          <a:ln>
            <a:noFill/>
          </a:ln>
        </p:spPr>
      </p:sp>
      <p:sp>
        <p:nvSpPr>
          <p:cNvPr id="60" name="wm.whiteboard.108.18"/>
          <p:cNvSpPr/>
          <p:nvPr/>
        </p:nvSpPr>
        <p:spPr>
          <a:xfrm>
            <a:off x="1638300" y="457200"/>
            <a:ext cx="38100" cy="38100"/>
          </a:xfrm>
          <a:prstGeom prst="rect">
            <a:avLst/>
          </a:prstGeom>
          <a:solidFill>
            <a:srgbClr val="CED7E6">
              <a:alpha val="68085"/>
            </a:srgbClr>
          </a:solidFill>
          <a:ln>
            <a:noFill/>
          </a:ln>
        </p:spPr>
      </p:sp>
      <p:sp>
        <p:nvSpPr>
          <p:cNvPr id="61" name="wm.whiteboard.108.36"/>
          <p:cNvSpPr/>
          <p:nvPr/>
        </p:nvSpPr>
        <p:spPr>
          <a:xfrm>
            <a:off x="1638300" y="685800"/>
            <a:ext cx="38100" cy="38100"/>
          </a:xfrm>
          <a:prstGeom prst="rect">
            <a:avLst/>
          </a:prstGeom>
          <a:solidFill>
            <a:srgbClr val="CED7E6">
              <a:alpha val="63033"/>
            </a:srgbClr>
          </a:solidFill>
          <a:ln>
            <a:noFill/>
          </a:ln>
        </p:spPr>
      </p:sp>
      <p:sp>
        <p:nvSpPr>
          <p:cNvPr id="62" name="wm.whiteboard.108.54"/>
          <p:cNvSpPr/>
          <p:nvPr/>
        </p:nvSpPr>
        <p:spPr>
          <a:xfrm>
            <a:off x="1638300" y="914400"/>
            <a:ext cx="38100" cy="38100"/>
          </a:xfrm>
          <a:prstGeom prst="rect">
            <a:avLst/>
          </a:prstGeom>
          <a:solidFill>
            <a:srgbClr val="CED7E6">
              <a:alpha val="55346"/>
            </a:srgbClr>
          </a:solidFill>
          <a:ln>
            <a:noFill/>
          </a:ln>
        </p:spPr>
      </p:sp>
      <p:sp>
        <p:nvSpPr>
          <p:cNvPr id="63" name="wm.whiteboard.108.72"/>
          <p:cNvSpPr/>
          <p:nvPr/>
        </p:nvSpPr>
        <p:spPr>
          <a:xfrm>
            <a:off x="1638300" y="1143000"/>
            <a:ext cx="38100" cy="38100"/>
          </a:xfrm>
          <a:prstGeom prst="rect">
            <a:avLst/>
          </a:prstGeom>
          <a:solidFill>
            <a:srgbClr val="CED7E6">
              <a:alpha val="45583"/>
            </a:srgbClr>
          </a:solidFill>
          <a:ln>
            <a:noFill/>
          </a:ln>
        </p:spPr>
      </p:sp>
      <p:sp>
        <p:nvSpPr>
          <p:cNvPr id="64" name="wm.whiteboard.108.90"/>
          <p:cNvSpPr/>
          <p:nvPr/>
        </p:nvSpPr>
        <p:spPr>
          <a:xfrm>
            <a:off x="1638300" y="1371600"/>
            <a:ext cx="38100" cy="38100"/>
          </a:xfrm>
          <a:prstGeom prst="rect">
            <a:avLst/>
          </a:prstGeom>
          <a:solidFill>
            <a:srgbClr val="CED7E6">
              <a:alpha val="34251"/>
            </a:srgbClr>
          </a:solidFill>
          <a:ln>
            <a:noFill/>
          </a:ln>
        </p:spPr>
      </p:sp>
      <p:sp>
        <p:nvSpPr>
          <p:cNvPr id="65" name="wm.whiteboard.108.108"/>
          <p:cNvSpPr/>
          <p:nvPr/>
        </p:nvSpPr>
        <p:spPr>
          <a:xfrm>
            <a:off x="1638300" y="1600200"/>
            <a:ext cx="38100" cy="38100"/>
          </a:xfrm>
          <a:prstGeom prst="rect">
            <a:avLst/>
          </a:prstGeom>
          <a:solidFill>
            <a:srgbClr val="CED7E6">
              <a:alpha val="21754"/>
            </a:srgbClr>
          </a:solidFill>
          <a:ln>
            <a:noFill/>
          </a:ln>
        </p:spPr>
      </p:sp>
      <p:sp>
        <p:nvSpPr>
          <p:cNvPr id="66" name="wm.whiteboard.108.126"/>
          <p:cNvSpPr/>
          <p:nvPr/>
        </p:nvSpPr>
        <p:spPr>
          <a:xfrm>
            <a:off x="1638300" y="1828800"/>
            <a:ext cx="38100" cy="38100"/>
          </a:xfrm>
          <a:prstGeom prst="rect">
            <a:avLst/>
          </a:prstGeom>
          <a:solidFill>
            <a:srgbClr val="CED7E6">
              <a:alpha val="8391"/>
            </a:srgbClr>
          </a:solidFill>
          <a:ln>
            <a:noFill/>
          </a:ln>
        </p:spPr>
      </p:sp>
      <p:sp>
        <p:nvSpPr>
          <p:cNvPr id="67" name="wm.whiteboard.126.0"/>
          <p:cNvSpPr/>
          <p:nvPr/>
        </p:nvSpPr>
        <p:spPr>
          <a:xfrm>
            <a:off x="1866900" y="228600"/>
            <a:ext cx="38100" cy="38100"/>
          </a:xfrm>
          <a:prstGeom prst="rect">
            <a:avLst/>
          </a:prstGeom>
          <a:solidFill>
            <a:srgbClr val="CED7E6">
              <a:alpha val="56247"/>
            </a:srgbClr>
          </a:solidFill>
          <a:ln>
            <a:noFill/>
          </a:ln>
        </p:spPr>
      </p:sp>
      <p:sp>
        <p:nvSpPr>
          <p:cNvPr id="68" name="wm.whiteboard.126.18"/>
          <p:cNvSpPr/>
          <p:nvPr/>
        </p:nvSpPr>
        <p:spPr>
          <a:xfrm>
            <a:off x="1866900" y="457200"/>
            <a:ext cx="38100" cy="38100"/>
          </a:xfrm>
          <a:prstGeom prst="rect">
            <a:avLst/>
          </a:prstGeom>
          <a:solidFill>
            <a:srgbClr val="CED7E6">
              <a:alpha val="54578"/>
            </a:srgbClr>
          </a:solidFill>
          <a:ln>
            <a:noFill/>
          </a:ln>
        </p:spPr>
      </p:sp>
      <p:sp>
        <p:nvSpPr>
          <p:cNvPr id="69" name="wm.whiteboard.126.36"/>
          <p:cNvSpPr/>
          <p:nvPr/>
        </p:nvSpPr>
        <p:spPr>
          <a:xfrm>
            <a:off x="1866900" y="685800"/>
            <a:ext cx="38100" cy="38100"/>
          </a:xfrm>
          <a:prstGeom prst="rect">
            <a:avLst/>
          </a:prstGeom>
          <a:solidFill>
            <a:srgbClr val="CED7E6">
              <a:alpha val="50182"/>
            </a:srgbClr>
          </a:solidFill>
          <a:ln>
            <a:noFill/>
          </a:ln>
        </p:spPr>
      </p:sp>
      <p:sp>
        <p:nvSpPr>
          <p:cNvPr id="70" name="wm.whiteboard.126.54"/>
          <p:cNvSpPr/>
          <p:nvPr/>
        </p:nvSpPr>
        <p:spPr>
          <a:xfrm>
            <a:off x="1866900" y="914400"/>
            <a:ext cx="38100" cy="38100"/>
          </a:xfrm>
          <a:prstGeom prst="rect">
            <a:avLst/>
          </a:prstGeom>
          <a:solidFill>
            <a:srgbClr val="CED7E6">
              <a:alpha val="43386"/>
            </a:srgbClr>
          </a:solidFill>
          <a:ln>
            <a:noFill/>
          </a:ln>
        </p:spPr>
      </p:sp>
      <p:sp>
        <p:nvSpPr>
          <p:cNvPr id="71" name="wm.whiteboard.126.72"/>
          <p:cNvSpPr/>
          <p:nvPr/>
        </p:nvSpPr>
        <p:spPr>
          <a:xfrm>
            <a:off x="1866900" y="1143000"/>
            <a:ext cx="38100" cy="38100"/>
          </a:xfrm>
          <a:prstGeom prst="rect">
            <a:avLst/>
          </a:prstGeom>
          <a:solidFill>
            <a:srgbClr val="CED7E6">
              <a:alpha val="34598"/>
            </a:srgbClr>
          </a:solidFill>
          <a:ln>
            <a:noFill/>
          </a:ln>
        </p:spPr>
      </p:sp>
      <p:sp>
        <p:nvSpPr>
          <p:cNvPr id="72" name="wm.whiteboard.126.90"/>
          <p:cNvSpPr/>
          <p:nvPr/>
        </p:nvSpPr>
        <p:spPr>
          <a:xfrm>
            <a:off x="1866900" y="1371600"/>
            <a:ext cx="38100" cy="38100"/>
          </a:xfrm>
          <a:prstGeom prst="rect">
            <a:avLst/>
          </a:prstGeom>
          <a:solidFill>
            <a:srgbClr val="CED7E6">
              <a:alpha val="24223"/>
            </a:srgbClr>
          </a:solidFill>
          <a:ln>
            <a:noFill/>
          </a:ln>
        </p:spPr>
      </p:sp>
      <p:sp>
        <p:nvSpPr>
          <p:cNvPr id="73" name="wm.whiteboard.126.108"/>
          <p:cNvSpPr/>
          <p:nvPr/>
        </p:nvSpPr>
        <p:spPr>
          <a:xfrm>
            <a:off x="1866900" y="1600200"/>
            <a:ext cx="38100" cy="38100"/>
          </a:xfrm>
          <a:prstGeom prst="rect">
            <a:avLst/>
          </a:prstGeom>
          <a:solidFill>
            <a:srgbClr val="CED7E6">
              <a:alpha val="12610"/>
            </a:srgbClr>
          </a:solidFill>
          <a:ln>
            <a:noFill/>
          </a:ln>
        </p:spPr>
      </p:sp>
      <p:sp>
        <p:nvSpPr>
          <p:cNvPr id="74" name="wm.whiteboard.126.126"/>
          <p:cNvSpPr/>
          <p:nvPr/>
        </p:nvSpPr>
        <p:spPr>
          <a:xfrm>
            <a:off x="1866900" y="1828800"/>
            <a:ext cx="38100" cy="38100"/>
          </a:xfrm>
          <a:prstGeom prst="rect">
            <a:avLst/>
          </a:prstGeom>
          <a:solidFill>
            <a:srgbClr val="CED7E6">
              <a:alpha val="40"/>
            </a:srgbClr>
          </a:solidFill>
          <a:ln>
            <a:noFill/>
          </a:ln>
        </p:spPr>
      </p:sp>
      <p:sp>
        <p:nvSpPr>
          <p:cNvPr id="75" name="wm.whiteboard.144.0"/>
          <p:cNvSpPr/>
          <p:nvPr/>
        </p:nvSpPr>
        <p:spPr>
          <a:xfrm>
            <a:off x="2095500" y="228600"/>
            <a:ext cx="38100" cy="38100"/>
          </a:xfrm>
          <a:prstGeom prst="rect">
            <a:avLst/>
          </a:prstGeom>
          <a:solidFill>
            <a:srgbClr val="CED7E6">
              <a:alpha val="42471"/>
            </a:srgbClr>
          </a:solidFill>
          <a:ln>
            <a:noFill/>
          </a:ln>
        </p:spPr>
      </p:sp>
      <p:sp>
        <p:nvSpPr>
          <p:cNvPr id="76" name="wm.whiteboard.144.18"/>
          <p:cNvSpPr/>
          <p:nvPr/>
        </p:nvSpPr>
        <p:spPr>
          <a:xfrm>
            <a:off x="2095500" y="457200"/>
            <a:ext cx="38100" cy="38100"/>
          </a:xfrm>
          <a:prstGeom prst="rect">
            <a:avLst/>
          </a:prstGeom>
          <a:solidFill>
            <a:srgbClr val="CED7E6">
              <a:alpha val="41005"/>
            </a:srgbClr>
          </a:solidFill>
          <a:ln>
            <a:noFill/>
          </a:ln>
        </p:spPr>
      </p:sp>
      <p:sp>
        <p:nvSpPr>
          <p:cNvPr id="77" name="wm.whiteboard.144.36"/>
          <p:cNvSpPr/>
          <p:nvPr/>
        </p:nvSpPr>
        <p:spPr>
          <a:xfrm>
            <a:off x="2095500" y="685800"/>
            <a:ext cx="38100" cy="38100"/>
          </a:xfrm>
          <a:prstGeom prst="rect">
            <a:avLst/>
          </a:prstGeom>
          <a:solidFill>
            <a:srgbClr val="CED7E6">
              <a:alpha val="37120"/>
            </a:srgbClr>
          </a:solidFill>
          <a:ln>
            <a:noFill/>
          </a:ln>
        </p:spPr>
      </p:sp>
      <p:sp>
        <p:nvSpPr>
          <p:cNvPr id="78" name="wm.whiteboard.144.54"/>
          <p:cNvSpPr/>
          <p:nvPr/>
        </p:nvSpPr>
        <p:spPr>
          <a:xfrm>
            <a:off x="2095500" y="914400"/>
            <a:ext cx="38100" cy="38100"/>
          </a:xfrm>
          <a:prstGeom prst="rect">
            <a:avLst/>
          </a:prstGeom>
          <a:solidFill>
            <a:srgbClr val="CED7E6">
              <a:alpha val="31044"/>
            </a:srgbClr>
          </a:solidFill>
          <a:ln>
            <a:noFill/>
          </a:ln>
        </p:spPr>
      </p:sp>
      <p:sp>
        <p:nvSpPr>
          <p:cNvPr id="79" name="wm.whiteboard.144.72"/>
          <p:cNvSpPr/>
          <p:nvPr/>
        </p:nvSpPr>
        <p:spPr>
          <a:xfrm>
            <a:off x="2095500" y="1143000"/>
            <a:ext cx="38100" cy="38100"/>
          </a:xfrm>
          <a:prstGeom prst="rect">
            <a:avLst/>
          </a:prstGeom>
          <a:solidFill>
            <a:srgbClr val="CED7E6">
              <a:alpha val="23083"/>
            </a:srgbClr>
          </a:solidFill>
          <a:ln>
            <a:noFill/>
          </a:ln>
        </p:spPr>
      </p:sp>
      <p:sp>
        <p:nvSpPr>
          <p:cNvPr id="80" name="wm.whiteboard.144.90"/>
          <p:cNvSpPr/>
          <p:nvPr/>
        </p:nvSpPr>
        <p:spPr>
          <a:xfrm>
            <a:off x="2095500" y="1371600"/>
            <a:ext cx="38100" cy="38100"/>
          </a:xfrm>
          <a:prstGeom prst="rect">
            <a:avLst/>
          </a:prstGeom>
          <a:solidFill>
            <a:srgbClr val="CED7E6">
              <a:alpha val="13557"/>
            </a:srgbClr>
          </a:solidFill>
          <a:ln>
            <a:noFill/>
          </a:ln>
        </p:spPr>
      </p:sp>
      <p:sp>
        <p:nvSpPr>
          <p:cNvPr id="81" name="wm.whiteboard.144.108"/>
          <p:cNvSpPr/>
          <p:nvPr/>
        </p:nvSpPr>
        <p:spPr>
          <a:xfrm>
            <a:off x="2095500" y="1600200"/>
            <a:ext cx="38100" cy="38100"/>
          </a:xfrm>
          <a:prstGeom prst="rect">
            <a:avLst/>
          </a:prstGeom>
          <a:solidFill>
            <a:srgbClr val="CED7E6">
              <a:alpha val="2762"/>
            </a:srgbClr>
          </a:solidFill>
          <a:ln>
            <a:noFill/>
          </a:ln>
        </p:spPr>
      </p:sp>
      <p:sp>
        <p:nvSpPr>
          <p:cNvPr id="82" name="wm.whiteboard.162.0"/>
          <p:cNvSpPr/>
          <p:nvPr/>
        </p:nvSpPr>
        <p:spPr>
          <a:xfrm>
            <a:off x="2324100" y="228600"/>
            <a:ext cx="38100" cy="38100"/>
          </a:xfrm>
          <a:prstGeom prst="rect">
            <a:avLst/>
          </a:prstGeom>
          <a:solidFill>
            <a:srgbClr val="CED7E6">
              <a:alpha val="28695"/>
            </a:srgbClr>
          </a:solidFill>
          <a:ln>
            <a:noFill/>
          </a:ln>
        </p:spPr>
      </p:sp>
      <p:sp>
        <p:nvSpPr>
          <p:cNvPr id="83" name="wm.whiteboard.162.18"/>
          <p:cNvSpPr/>
          <p:nvPr/>
        </p:nvSpPr>
        <p:spPr>
          <a:xfrm>
            <a:off x="2324100" y="457200"/>
            <a:ext cx="38100" cy="38100"/>
          </a:xfrm>
          <a:prstGeom prst="rect">
            <a:avLst/>
          </a:prstGeom>
          <a:solidFill>
            <a:srgbClr val="CED7E6">
              <a:alpha val="27389"/>
            </a:srgbClr>
          </a:solidFill>
          <a:ln>
            <a:noFill/>
          </a:ln>
        </p:spPr>
      </p:sp>
      <p:sp>
        <p:nvSpPr>
          <p:cNvPr id="84" name="wm.whiteboard.162.36"/>
          <p:cNvSpPr/>
          <p:nvPr/>
        </p:nvSpPr>
        <p:spPr>
          <a:xfrm>
            <a:off x="2324100" y="685800"/>
            <a:ext cx="38100" cy="38100"/>
          </a:xfrm>
          <a:prstGeom prst="rect">
            <a:avLst/>
          </a:prstGeom>
          <a:solidFill>
            <a:srgbClr val="CED7E6">
              <a:alpha val="23910"/>
            </a:srgbClr>
          </a:solidFill>
          <a:ln>
            <a:noFill/>
          </a:ln>
        </p:spPr>
      </p:sp>
      <p:sp>
        <p:nvSpPr>
          <p:cNvPr id="85" name="wm.whiteboard.162.54"/>
          <p:cNvSpPr/>
          <p:nvPr/>
        </p:nvSpPr>
        <p:spPr>
          <a:xfrm>
            <a:off x="2324100" y="914400"/>
            <a:ext cx="38100" cy="38100"/>
          </a:xfrm>
          <a:prstGeom prst="rect">
            <a:avLst/>
          </a:prstGeom>
          <a:solidFill>
            <a:srgbClr val="CED7E6">
              <a:alpha val="18425"/>
            </a:srgbClr>
          </a:solidFill>
          <a:ln>
            <a:noFill/>
          </a:ln>
        </p:spPr>
      </p:sp>
      <p:sp>
        <p:nvSpPr>
          <p:cNvPr id="86" name="wm.whiteboard.162.72"/>
          <p:cNvSpPr/>
          <p:nvPr/>
        </p:nvSpPr>
        <p:spPr>
          <a:xfrm>
            <a:off x="2324100" y="1143000"/>
            <a:ext cx="38100" cy="38100"/>
          </a:xfrm>
          <a:prstGeom prst="rect">
            <a:avLst/>
          </a:prstGeom>
          <a:solidFill>
            <a:srgbClr val="CED7E6">
              <a:alpha val="11167"/>
            </a:srgbClr>
          </a:solidFill>
          <a:ln>
            <a:noFill/>
          </a:ln>
        </p:spPr>
      </p:sp>
      <p:sp>
        <p:nvSpPr>
          <p:cNvPr id="87" name="wm.whiteboard.162.90"/>
          <p:cNvSpPr/>
          <p:nvPr/>
        </p:nvSpPr>
        <p:spPr>
          <a:xfrm>
            <a:off x="2324100" y="1371600"/>
            <a:ext cx="38100" cy="38100"/>
          </a:xfrm>
          <a:prstGeom prst="rect">
            <a:avLst/>
          </a:prstGeom>
          <a:solidFill>
            <a:srgbClr val="CED7E6">
              <a:alpha val="2388"/>
            </a:srgbClr>
          </a:solidFill>
          <a:ln>
            <a:noFill/>
          </a:ln>
        </p:spPr>
      </p:sp>
      <p:sp>
        <p:nvSpPr>
          <p:cNvPr id="88" name="wm.whiteboard.180.0"/>
          <p:cNvSpPr/>
          <p:nvPr/>
        </p:nvSpPr>
        <p:spPr>
          <a:xfrm>
            <a:off x="2552700" y="228600"/>
            <a:ext cx="38100" cy="38100"/>
          </a:xfrm>
          <a:prstGeom prst="rect">
            <a:avLst/>
          </a:prstGeom>
          <a:solidFill>
            <a:srgbClr val="CED7E6">
              <a:alpha val="14918"/>
            </a:srgbClr>
          </a:solidFill>
          <a:ln>
            <a:noFill/>
          </a:ln>
        </p:spPr>
      </p:sp>
      <p:sp>
        <p:nvSpPr>
          <p:cNvPr id="89" name="wm.whiteboard.180.18"/>
          <p:cNvSpPr/>
          <p:nvPr/>
        </p:nvSpPr>
        <p:spPr>
          <a:xfrm>
            <a:off x="2552700" y="457200"/>
            <a:ext cx="38100" cy="38100"/>
          </a:xfrm>
          <a:prstGeom prst="rect">
            <a:avLst/>
          </a:prstGeom>
          <a:solidFill>
            <a:srgbClr val="CED7E6">
              <a:alpha val="13741"/>
            </a:srgbClr>
          </a:solidFill>
          <a:ln>
            <a:noFill/>
          </a:ln>
        </p:spPr>
      </p:sp>
      <p:sp>
        <p:nvSpPr>
          <p:cNvPr id="90" name="wm.whiteboard.180.36"/>
          <p:cNvSpPr/>
          <p:nvPr/>
        </p:nvSpPr>
        <p:spPr>
          <a:xfrm>
            <a:off x="2552700" y="685800"/>
            <a:ext cx="38100" cy="38100"/>
          </a:xfrm>
          <a:prstGeom prst="rect">
            <a:avLst/>
          </a:prstGeom>
          <a:solidFill>
            <a:srgbClr val="CED7E6">
              <a:alpha val="10593"/>
            </a:srgbClr>
          </a:solidFill>
          <a:ln>
            <a:noFill/>
          </a:ln>
        </p:spPr>
      </p:sp>
      <p:sp>
        <p:nvSpPr>
          <p:cNvPr id="91" name="wm.whiteboard.180.54"/>
          <p:cNvSpPr/>
          <p:nvPr/>
        </p:nvSpPr>
        <p:spPr>
          <a:xfrm>
            <a:off x="2552700" y="914400"/>
            <a:ext cx="38100" cy="38100"/>
          </a:xfrm>
          <a:prstGeom prst="rect">
            <a:avLst/>
          </a:prstGeom>
          <a:solidFill>
            <a:srgbClr val="CED7E6">
              <a:alpha val="5600"/>
            </a:srgbClr>
          </a:solidFill>
          <a:ln>
            <a:noFill/>
          </a:ln>
        </p:spPr>
      </p:sp>
      <p:sp>
        <p:nvSpPr>
          <p:cNvPr id="92" name="wm.whiteboard.198.0"/>
          <p:cNvSpPr/>
          <p:nvPr/>
        </p:nvSpPr>
        <p:spPr>
          <a:xfrm>
            <a:off x="2781300" y="228600"/>
            <a:ext cx="38100" cy="38100"/>
          </a:xfrm>
          <a:prstGeom prst="rect">
            <a:avLst/>
          </a:prstGeom>
          <a:solidFill>
            <a:srgbClr val="CED7E6">
              <a:alpha val="1142"/>
            </a:srgbClr>
          </a:solidFill>
          <a:ln>
            <a:noFill/>
          </a:ln>
        </p:spPr>
      </p:sp>
      <p:sp>
        <p:nvSpPr>
          <p:cNvPr id="93" name="wm.whiteboard.198.18"/>
          <p:cNvSpPr/>
          <p:nvPr/>
        </p:nvSpPr>
        <p:spPr>
          <a:xfrm>
            <a:off x="2781300" y="457200"/>
            <a:ext cx="38100" cy="38100"/>
          </a:xfrm>
          <a:prstGeom prst="rect">
            <a:avLst/>
          </a:prstGeom>
          <a:solidFill>
            <a:srgbClr val="CED7E6">
              <a:alpha val="69"/>
            </a:srgbClr>
          </a:solidFill>
          <a:ln>
            <a:noFill/>
          </a:ln>
        </p:spPr>
      </p:sp>
      <p:sp>
        <p:nvSpPr>
          <p:cNvPr id="94" name="wm.header.rule"/>
          <p:cNvSpPr/>
          <p:nvPr/>
        </p:nvSpPr>
        <p:spPr>
          <a:xfrm>
            <a:off x="723900" y="1371600"/>
            <a:ext cx="10744200" cy="9525"/>
          </a:xfrm>
          <a:prstGeom prst="rect">
            <a:avLst/>
          </a:prstGeom>
          <a:solidFill>
            <a:srgbClr val="CED7E6"/>
          </a:solidFill>
          <a:ln>
            <a:noFill/>
          </a:ln>
        </p:spPr>
      </p:sp>
      <p:pic>
        <p:nvPicPr>
          <p:cNvPr id="95"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400800"/>
            <a:ext cx="729403" cy="152400"/>
          </a:xfrm>
          <a:prstGeom prst="rect">
            <a:avLst/>
          </a:prstGeom>
        </p:spPr>
      </p:pic>
      <p:sp>
        <p:nvSpPr>
          <p:cNvPr id="96" name="wm.legal"/>
          <p:cNvSpPr/>
          <p:nvPr/>
        </p:nvSpPr>
        <p:spPr>
          <a:xfrm>
            <a:off x="2171700" y="6419850"/>
            <a:ext cx="8915400" cy="1143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wmds.frame.172189e3d572d139d050">
    <p:bg>
      <p:bgPr>
        <a:solidFill>
          <a:srgbClr val="FFFFFF"/>
        </a:solidFill>
      </p:bgPr>
    </p:bg>
    <p:spTree>
      <p:nvGrpSpPr>
        <p:cNvPr id="1" name=""/>
        <p:cNvGrpSpPr/>
        <p:nvPr/>
      </p:nvGrpSpPr>
      <p:grpSpPr>
        <a:xfrm>
          <a:off x="0" y="0"/>
          <a:ext cx="0" cy="0"/>
          <a:chOff x="0" y="0"/>
          <a:chExt cx="0" cy="0"/>
        </a:xfrm>
      </p:grpSpPr>
      <p:sp>
        <p:nvSpPr>
          <p:cNvPr id="2" name="wm.footer.rule"/>
          <p:cNvSpPr/>
          <p:nvPr/>
        </p:nvSpPr>
        <p:spPr>
          <a:xfrm>
            <a:off x="723900" y="6057900"/>
            <a:ext cx="10744200" cy="9525"/>
          </a:xfrm>
          <a:prstGeom prst="rect">
            <a:avLst/>
          </a:prstGeom>
          <a:solidFill>
            <a:srgbClr val="CED7E6"/>
          </a:solidFill>
          <a:ln>
            <a:noFill/>
          </a:ln>
        </p:spPr>
      </p:sp>
      <p:sp>
        <p:nvSpPr>
          <p:cNvPr id="3" name="wm.whiteboard.0.0"/>
          <p:cNvSpPr/>
          <p:nvPr/>
        </p:nvSpPr>
        <p:spPr>
          <a:xfrm>
            <a:off x="266700" y="228600"/>
            <a:ext cx="38100" cy="38100"/>
          </a:xfrm>
          <a:prstGeom prst="rect">
            <a:avLst/>
          </a:prstGeom>
          <a:solidFill>
            <a:srgbClr val="CED7E6"/>
          </a:solidFill>
          <a:ln>
            <a:noFill/>
          </a:ln>
        </p:spPr>
      </p:sp>
      <p:sp>
        <p:nvSpPr>
          <p:cNvPr id="4" name="wm.whiteboard.0.18"/>
          <p:cNvSpPr/>
          <p:nvPr/>
        </p:nvSpPr>
        <p:spPr>
          <a:xfrm>
            <a:off x="266700" y="457200"/>
            <a:ext cx="38100" cy="38100"/>
          </a:xfrm>
          <a:prstGeom prst="rect">
            <a:avLst/>
          </a:prstGeom>
          <a:solidFill>
            <a:srgbClr val="CED7E6"/>
          </a:solidFill>
          <a:ln>
            <a:noFill/>
          </a:ln>
        </p:spPr>
      </p:sp>
      <p:sp>
        <p:nvSpPr>
          <p:cNvPr id="5" name="wm.whiteboard.0.36"/>
          <p:cNvSpPr/>
          <p:nvPr/>
        </p:nvSpPr>
        <p:spPr>
          <a:xfrm>
            <a:off x="266700" y="685800"/>
            <a:ext cx="38100" cy="38100"/>
          </a:xfrm>
          <a:prstGeom prst="rect">
            <a:avLst/>
          </a:prstGeom>
          <a:solidFill>
            <a:srgbClr val="CED7E6"/>
          </a:solidFill>
          <a:ln>
            <a:noFill/>
          </a:ln>
        </p:spPr>
      </p:sp>
      <p:sp>
        <p:nvSpPr>
          <p:cNvPr id="6" name="wm.whiteboard.0.54"/>
          <p:cNvSpPr/>
          <p:nvPr/>
        </p:nvSpPr>
        <p:spPr>
          <a:xfrm>
            <a:off x="266700" y="914400"/>
            <a:ext cx="38100" cy="38100"/>
          </a:xfrm>
          <a:prstGeom prst="rect">
            <a:avLst/>
          </a:prstGeom>
          <a:solidFill>
            <a:srgbClr val="CED7E6"/>
          </a:solidFill>
          <a:ln>
            <a:noFill/>
          </a:ln>
        </p:spPr>
      </p:sp>
      <p:sp>
        <p:nvSpPr>
          <p:cNvPr id="7" name="wm.whiteboard.0.72"/>
          <p:cNvSpPr/>
          <p:nvPr/>
        </p:nvSpPr>
        <p:spPr>
          <a:xfrm>
            <a:off x="266700" y="1143000"/>
            <a:ext cx="38100" cy="38100"/>
          </a:xfrm>
          <a:prstGeom prst="rect">
            <a:avLst/>
          </a:prstGeom>
          <a:solidFill>
            <a:srgbClr val="CED7E6">
              <a:alpha val="85305"/>
            </a:srgbClr>
          </a:solidFill>
          <a:ln>
            <a:noFill/>
          </a:ln>
        </p:spPr>
      </p:sp>
      <p:sp>
        <p:nvSpPr>
          <p:cNvPr id="8" name="wm.whiteboard.0.90"/>
          <p:cNvSpPr/>
          <p:nvPr/>
        </p:nvSpPr>
        <p:spPr>
          <a:xfrm>
            <a:off x="266700" y="1371600"/>
            <a:ext cx="38100" cy="38100"/>
          </a:xfrm>
          <a:prstGeom prst="rect">
            <a:avLst/>
          </a:prstGeom>
          <a:solidFill>
            <a:srgbClr val="CED7E6">
              <a:alpha val="68524"/>
            </a:srgbClr>
          </a:solidFill>
          <a:ln>
            <a:noFill/>
          </a:ln>
        </p:spPr>
      </p:sp>
      <p:sp>
        <p:nvSpPr>
          <p:cNvPr id="9" name="wm.whiteboard.0.108"/>
          <p:cNvSpPr/>
          <p:nvPr/>
        </p:nvSpPr>
        <p:spPr>
          <a:xfrm>
            <a:off x="266700" y="1600200"/>
            <a:ext cx="38100" cy="38100"/>
          </a:xfrm>
          <a:prstGeom prst="rect">
            <a:avLst/>
          </a:prstGeom>
          <a:solidFill>
            <a:srgbClr val="CED7E6">
              <a:alpha val="51742"/>
            </a:srgbClr>
          </a:solidFill>
          <a:ln>
            <a:noFill/>
          </a:ln>
        </p:spPr>
      </p:sp>
      <p:sp>
        <p:nvSpPr>
          <p:cNvPr id="10" name="wm.whiteboard.0.126"/>
          <p:cNvSpPr/>
          <p:nvPr/>
        </p:nvSpPr>
        <p:spPr>
          <a:xfrm>
            <a:off x="266700" y="1828800"/>
            <a:ext cx="38100" cy="38100"/>
          </a:xfrm>
          <a:prstGeom prst="rect">
            <a:avLst/>
          </a:prstGeom>
          <a:solidFill>
            <a:srgbClr val="CED7E6">
              <a:alpha val="34959"/>
            </a:srgbClr>
          </a:solidFill>
          <a:ln>
            <a:noFill/>
          </a:ln>
        </p:spPr>
      </p:sp>
      <p:sp>
        <p:nvSpPr>
          <p:cNvPr id="11" name="wm.whiteboard.0.144"/>
          <p:cNvSpPr/>
          <p:nvPr/>
        </p:nvSpPr>
        <p:spPr>
          <a:xfrm>
            <a:off x="266700" y="2057400"/>
            <a:ext cx="38100" cy="38100"/>
          </a:xfrm>
          <a:prstGeom prst="rect">
            <a:avLst/>
          </a:prstGeom>
          <a:solidFill>
            <a:srgbClr val="CED7E6">
              <a:alpha val="18177"/>
            </a:srgbClr>
          </a:solidFill>
          <a:ln>
            <a:noFill/>
          </a:ln>
        </p:spPr>
      </p:sp>
      <p:sp>
        <p:nvSpPr>
          <p:cNvPr id="12" name="wm.whiteboard.0.162"/>
          <p:cNvSpPr/>
          <p:nvPr/>
        </p:nvSpPr>
        <p:spPr>
          <a:xfrm>
            <a:off x="266700" y="2286000"/>
            <a:ext cx="38100" cy="38100"/>
          </a:xfrm>
          <a:prstGeom prst="rect">
            <a:avLst/>
          </a:prstGeom>
          <a:solidFill>
            <a:srgbClr val="CED7E6">
              <a:alpha val="1394"/>
            </a:srgbClr>
          </a:solidFill>
          <a:ln>
            <a:noFill/>
          </a:ln>
        </p:spPr>
      </p:sp>
      <p:sp>
        <p:nvSpPr>
          <p:cNvPr id="13" name="wm.whiteboard.18.0"/>
          <p:cNvSpPr/>
          <p:nvPr/>
        </p:nvSpPr>
        <p:spPr>
          <a:xfrm>
            <a:off x="495300" y="228600"/>
            <a:ext cx="38100" cy="38100"/>
          </a:xfrm>
          <a:prstGeom prst="rect">
            <a:avLst/>
          </a:prstGeom>
          <a:solidFill>
            <a:srgbClr val="CED7E6"/>
          </a:solidFill>
          <a:ln>
            <a:noFill/>
          </a:ln>
        </p:spPr>
      </p:sp>
      <p:sp>
        <p:nvSpPr>
          <p:cNvPr id="14" name="wm.whiteboard.18.18"/>
          <p:cNvSpPr/>
          <p:nvPr/>
        </p:nvSpPr>
        <p:spPr>
          <a:xfrm>
            <a:off x="495300" y="457200"/>
            <a:ext cx="38100" cy="38100"/>
          </a:xfrm>
          <a:prstGeom prst="rect">
            <a:avLst/>
          </a:prstGeom>
          <a:solidFill>
            <a:srgbClr val="CED7E6"/>
          </a:solidFill>
          <a:ln>
            <a:noFill/>
          </a:ln>
        </p:spPr>
      </p:sp>
      <p:sp>
        <p:nvSpPr>
          <p:cNvPr id="15" name="wm.whiteboard.18.36"/>
          <p:cNvSpPr/>
          <p:nvPr/>
        </p:nvSpPr>
        <p:spPr>
          <a:xfrm>
            <a:off x="495300" y="685800"/>
            <a:ext cx="38100" cy="38100"/>
          </a:xfrm>
          <a:prstGeom prst="rect">
            <a:avLst/>
          </a:prstGeom>
          <a:solidFill>
            <a:srgbClr val="CED7E6"/>
          </a:solidFill>
          <a:ln>
            <a:noFill/>
          </a:ln>
        </p:spPr>
      </p:sp>
      <p:sp>
        <p:nvSpPr>
          <p:cNvPr id="16" name="wm.whiteboard.18.54"/>
          <p:cNvSpPr/>
          <p:nvPr/>
        </p:nvSpPr>
        <p:spPr>
          <a:xfrm>
            <a:off x="495300" y="914400"/>
            <a:ext cx="38100" cy="38100"/>
          </a:xfrm>
          <a:prstGeom prst="rect">
            <a:avLst/>
          </a:prstGeom>
          <a:solidFill>
            <a:srgbClr val="CED7E6">
              <a:alpha val="99988"/>
            </a:srgbClr>
          </a:solidFill>
          <a:ln>
            <a:noFill/>
          </a:ln>
        </p:spPr>
      </p:sp>
      <p:sp>
        <p:nvSpPr>
          <p:cNvPr id="17" name="wm.whiteboard.18.72"/>
          <p:cNvSpPr/>
          <p:nvPr/>
        </p:nvSpPr>
        <p:spPr>
          <a:xfrm>
            <a:off x="495300" y="1143000"/>
            <a:ext cx="38100" cy="38100"/>
          </a:xfrm>
          <a:prstGeom prst="rect">
            <a:avLst/>
          </a:prstGeom>
          <a:solidFill>
            <a:srgbClr val="CED7E6">
              <a:alpha val="83708"/>
            </a:srgbClr>
          </a:solidFill>
          <a:ln>
            <a:noFill/>
          </a:ln>
        </p:spPr>
      </p:sp>
      <p:sp>
        <p:nvSpPr>
          <p:cNvPr id="18" name="wm.whiteboard.18.90"/>
          <p:cNvSpPr/>
          <p:nvPr/>
        </p:nvSpPr>
        <p:spPr>
          <a:xfrm>
            <a:off x="495300" y="1371600"/>
            <a:ext cx="38100" cy="38100"/>
          </a:xfrm>
          <a:prstGeom prst="rect">
            <a:avLst/>
          </a:prstGeom>
          <a:solidFill>
            <a:srgbClr val="CED7E6">
              <a:alpha val="67236"/>
            </a:srgbClr>
          </a:solidFill>
          <a:ln>
            <a:noFill/>
          </a:ln>
        </p:spPr>
      </p:sp>
      <p:sp>
        <p:nvSpPr>
          <p:cNvPr id="19" name="wm.whiteboard.18.108"/>
          <p:cNvSpPr/>
          <p:nvPr/>
        </p:nvSpPr>
        <p:spPr>
          <a:xfrm>
            <a:off x="495300" y="1600200"/>
            <a:ext cx="38100" cy="38100"/>
          </a:xfrm>
          <a:prstGeom prst="rect">
            <a:avLst/>
          </a:prstGeom>
          <a:solidFill>
            <a:srgbClr val="CED7E6">
              <a:alpha val="50663"/>
            </a:srgbClr>
          </a:solidFill>
          <a:ln>
            <a:noFill/>
          </a:ln>
        </p:spPr>
      </p:sp>
      <p:sp>
        <p:nvSpPr>
          <p:cNvPr id="20" name="wm.whiteboard.18.126"/>
          <p:cNvSpPr/>
          <p:nvPr/>
        </p:nvSpPr>
        <p:spPr>
          <a:xfrm>
            <a:off x="495300" y="1828800"/>
            <a:ext cx="38100" cy="38100"/>
          </a:xfrm>
          <a:prstGeom prst="rect">
            <a:avLst/>
          </a:prstGeom>
          <a:solidFill>
            <a:srgbClr val="CED7E6">
              <a:alpha val="34032"/>
            </a:srgbClr>
          </a:solidFill>
          <a:ln>
            <a:noFill/>
          </a:ln>
        </p:spPr>
      </p:sp>
      <p:sp>
        <p:nvSpPr>
          <p:cNvPr id="21" name="wm.whiteboard.18.144"/>
          <p:cNvSpPr/>
          <p:nvPr/>
        </p:nvSpPr>
        <p:spPr>
          <a:xfrm>
            <a:off x="495300" y="2057400"/>
            <a:ext cx="38100" cy="38100"/>
          </a:xfrm>
          <a:prstGeom prst="rect">
            <a:avLst/>
          </a:prstGeom>
          <a:solidFill>
            <a:srgbClr val="CED7E6">
              <a:alpha val="17363"/>
            </a:srgbClr>
          </a:solidFill>
          <a:ln>
            <a:noFill/>
          </a:ln>
        </p:spPr>
      </p:sp>
      <p:sp>
        <p:nvSpPr>
          <p:cNvPr id="22" name="wm.whiteboard.18.162"/>
          <p:cNvSpPr/>
          <p:nvPr/>
        </p:nvSpPr>
        <p:spPr>
          <a:xfrm>
            <a:off x="495300" y="2286000"/>
            <a:ext cx="38100" cy="38100"/>
          </a:xfrm>
          <a:prstGeom prst="rect">
            <a:avLst/>
          </a:prstGeom>
          <a:solidFill>
            <a:srgbClr val="CED7E6">
              <a:alpha val="670"/>
            </a:srgbClr>
          </a:solidFill>
          <a:ln>
            <a:noFill/>
          </a:ln>
        </p:spPr>
      </p:sp>
      <p:sp>
        <p:nvSpPr>
          <p:cNvPr id="23" name="wm.whiteboard.36.0"/>
          <p:cNvSpPr/>
          <p:nvPr/>
        </p:nvSpPr>
        <p:spPr>
          <a:xfrm>
            <a:off x="723900" y="228600"/>
            <a:ext cx="38100" cy="38100"/>
          </a:xfrm>
          <a:prstGeom prst="rect">
            <a:avLst/>
          </a:prstGeom>
          <a:solidFill>
            <a:srgbClr val="CED7E6"/>
          </a:solidFill>
          <a:ln>
            <a:noFill/>
          </a:ln>
        </p:spPr>
      </p:sp>
      <p:sp>
        <p:nvSpPr>
          <p:cNvPr id="24" name="wm.whiteboard.36.18"/>
          <p:cNvSpPr/>
          <p:nvPr/>
        </p:nvSpPr>
        <p:spPr>
          <a:xfrm>
            <a:off x="723900" y="457200"/>
            <a:ext cx="38100" cy="38100"/>
          </a:xfrm>
          <a:prstGeom prst="rect">
            <a:avLst/>
          </a:prstGeom>
          <a:solidFill>
            <a:srgbClr val="CED7E6"/>
          </a:solidFill>
          <a:ln>
            <a:noFill/>
          </a:ln>
        </p:spPr>
      </p:sp>
      <p:sp>
        <p:nvSpPr>
          <p:cNvPr id="25" name="wm.whiteboard.36.36"/>
          <p:cNvSpPr/>
          <p:nvPr/>
        </p:nvSpPr>
        <p:spPr>
          <a:xfrm>
            <a:off x="723900" y="685800"/>
            <a:ext cx="38100" cy="38100"/>
          </a:xfrm>
          <a:prstGeom prst="rect">
            <a:avLst/>
          </a:prstGeom>
          <a:solidFill>
            <a:srgbClr val="CED7E6"/>
          </a:solidFill>
          <a:ln>
            <a:noFill/>
          </a:ln>
        </p:spPr>
      </p:sp>
      <p:sp>
        <p:nvSpPr>
          <p:cNvPr id="26" name="wm.whiteboard.36.54"/>
          <p:cNvSpPr/>
          <p:nvPr/>
        </p:nvSpPr>
        <p:spPr>
          <a:xfrm>
            <a:off x="723900" y="914400"/>
            <a:ext cx="38100" cy="38100"/>
          </a:xfrm>
          <a:prstGeom prst="rect">
            <a:avLst/>
          </a:prstGeom>
          <a:solidFill>
            <a:srgbClr val="CED7E6">
              <a:alpha val="94671"/>
            </a:srgbClr>
          </a:solidFill>
          <a:ln>
            <a:noFill/>
          </a:ln>
        </p:spPr>
      </p:sp>
      <p:sp>
        <p:nvSpPr>
          <p:cNvPr id="27" name="wm.whiteboard.36.72"/>
          <p:cNvSpPr/>
          <p:nvPr/>
        </p:nvSpPr>
        <p:spPr>
          <a:xfrm>
            <a:off x="723900" y="1143000"/>
            <a:ext cx="38100" cy="38100"/>
          </a:xfrm>
          <a:prstGeom prst="rect">
            <a:avLst/>
          </a:prstGeom>
          <a:solidFill>
            <a:srgbClr val="CED7E6">
              <a:alpha val="79547"/>
            </a:srgbClr>
          </a:solidFill>
          <a:ln>
            <a:noFill/>
          </a:ln>
        </p:spPr>
      </p:sp>
      <p:sp>
        <p:nvSpPr>
          <p:cNvPr id="28" name="wm.whiteboard.36.90"/>
          <p:cNvSpPr/>
          <p:nvPr/>
        </p:nvSpPr>
        <p:spPr>
          <a:xfrm>
            <a:off x="723900" y="1371600"/>
            <a:ext cx="38100" cy="38100"/>
          </a:xfrm>
          <a:prstGeom prst="rect">
            <a:avLst/>
          </a:prstGeom>
          <a:solidFill>
            <a:srgbClr val="CED7E6">
              <a:alpha val="63833"/>
            </a:srgbClr>
          </a:solidFill>
          <a:ln>
            <a:noFill/>
          </a:ln>
        </p:spPr>
      </p:sp>
      <p:sp>
        <p:nvSpPr>
          <p:cNvPr id="29" name="wm.whiteboard.36.108"/>
          <p:cNvSpPr/>
          <p:nvPr/>
        </p:nvSpPr>
        <p:spPr>
          <a:xfrm>
            <a:off x="723900" y="1600200"/>
            <a:ext cx="38100" cy="38100"/>
          </a:xfrm>
          <a:prstGeom prst="rect">
            <a:avLst/>
          </a:prstGeom>
          <a:solidFill>
            <a:srgbClr val="CED7E6">
              <a:alpha val="47790"/>
            </a:srgbClr>
          </a:solidFill>
          <a:ln>
            <a:noFill/>
          </a:ln>
        </p:spPr>
      </p:sp>
      <p:sp>
        <p:nvSpPr>
          <p:cNvPr id="30" name="wm.whiteboard.36.126"/>
          <p:cNvSpPr/>
          <p:nvPr/>
        </p:nvSpPr>
        <p:spPr>
          <a:xfrm>
            <a:off x="723900" y="1828800"/>
            <a:ext cx="38100" cy="38100"/>
          </a:xfrm>
          <a:prstGeom prst="rect">
            <a:avLst/>
          </a:prstGeom>
          <a:solidFill>
            <a:srgbClr val="CED7E6">
              <a:alpha val="31549"/>
            </a:srgbClr>
          </a:solidFill>
          <a:ln>
            <a:noFill/>
          </a:ln>
        </p:spPr>
      </p:sp>
      <p:sp>
        <p:nvSpPr>
          <p:cNvPr id="31" name="wm.whiteboard.36.144"/>
          <p:cNvSpPr/>
          <p:nvPr/>
        </p:nvSpPr>
        <p:spPr>
          <a:xfrm>
            <a:off x="723900" y="2057400"/>
            <a:ext cx="38100" cy="38100"/>
          </a:xfrm>
          <a:prstGeom prst="rect">
            <a:avLst/>
          </a:prstGeom>
          <a:solidFill>
            <a:srgbClr val="CED7E6">
              <a:alpha val="15179"/>
            </a:srgbClr>
          </a:solidFill>
          <a:ln>
            <a:noFill/>
          </a:ln>
        </p:spPr>
      </p:sp>
      <p:sp>
        <p:nvSpPr>
          <p:cNvPr id="32" name="wm.whiteboard.54.0"/>
          <p:cNvSpPr/>
          <p:nvPr/>
        </p:nvSpPr>
        <p:spPr>
          <a:xfrm>
            <a:off x="952500" y="228600"/>
            <a:ext cx="38100" cy="38100"/>
          </a:xfrm>
          <a:prstGeom prst="rect">
            <a:avLst/>
          </a:prstGeom>
          <a:solidFill>
            <a:srgbClr val="CED7E6"/>
          </a:solidFill>
          <a:ln>
            <a:noFill/>
          </a:ln>
        </p:spPr>
      </p:sp>
      <p:sp>
        <p:nvSpPr>
          <p:cNvPr id="33" name="wm.whiteboard.54.18"/>
          <p:cNvSpPr/>
          <p:nvPr/>
        </p:nvSpPr>
        <p:spPr>
          <a:xfrm>
            <a:off x="952500" y="457200"/>
            <a:ext cx="38100" cy="38100"/>
          </a:xfrm>
          <a:prstGeom prst="rect">
            <a:avLst/>
          </a:prstGeom>
          <a:solidFill>
            <a:srgbClr val="CED7E6"/>
          </a:solidFill>
          <a:ln>
            <a:noFill/>
          </a:ln>
        </p:spPr>
      </p:sp>
      <p:sp>
        <p:nvSpPr>
          <p:cNvPr id="34" name="wm.whiteboard.54.36"/>
          <p:cNvSpPr/>
          <p:nvPr/>
        </p:nvSpPr>
        <p:spPr>
          <a:xfrm>
            <a:off x="952500" y="685800"/>
            <a:ext cx="38100" cy="38100"/>
          </a:xfrm>
          <a:prstGeom prst="rect">
            <a:avLst/>
          </a:prstGeom>
          <a:solidFill>
            <a:srgbClr val="CED7E6">
              <a:alpha val="98827"/>
            </a:srgbClr>
          </a:solidFill>
          <a:ln>
            <a:noFill/>
          </a:ln>
        </p:spPr>
      </p:sp>
      <p:sp>
        <p:nvSpPr>
          <p:cNvPr id="35" name="wm.whiteboard.54.54"/>
          <p:cNvSpPr/>
          <p:nvPr/>
        </p:nvSpPr>
        <p:spPr>
          <a:xfrm>
            <a:off x="952500" y="914400"/>
            <a:ext cx="38100" cy="38100"/>
          </a:xfrm>
          <a:prstGeom prst="rect">
            <a:avLst/>
          </a:prstGeom>
          <a:solidFill>
            <a:srgbClr val="CED7E6">
              <a:alpha val="86895"/>
            </a:srgbClr>
          </a:solidFill>
          <a:ln>
            <a:noFill/>
          </a:ln>
        </p:spPr>
      </p:sp>
      <p:sp>
        <p:nvSpPr>
          <p:cNvPr id="36" name="wm.whiteboard.54.72"/>
          <p:cNvSpPr/>
          <p:nvPr/>
        </p:nvSpPr>
        <p:spPr>
          <a:xfrm>
            <a:off x="952500" y="1143000"/>
            <a:ext cx="38100" cy="38100"/>
          </a:xfrm>
          <a:prstGeom prst="rect">
            <a:avLst/>
          </a:prstGeom>
          <a:solidFill>
            <a:srgbClr val="CED7E6">
              <a:alpha val="73217"/>
            </a:srgbClr>
          </a:solidFill>
          <a:ln>
            <a:noFill/>
          </a:ln>
        </p:spPr>
      </p:sp>
      <p:sp>
        <p:nvSpPr>
          <p:cNvPr id="37" name="wm.whiteboard.54.90"/>
          <p:cNvSpPr/>
          <p:nvPr/>
        </p:nvSpPr>
        <p:spPr>
          <a:xfrm>
            <a:off x="952500" y="1371600"/>
            <a:ext cx="38100" cy="38100"/>
          </a:xfrm>
          <a:prstGeom prst="rect">
            <a:avLst/>
          </a:prstGeom>
          <a:solidFill>
            <a:srgbClr val="CED7E6">
              <a:alpha val="58541"/>
            </a:srgbClr>
          </a:solidFill>
          <a:ln>
            <a:noFill/>
          </a:ln>
        </p:spPr>
      </p:sp>
      <p:sp>
        <p:nvSpPr>
          <p:cNvPr id="38" name="wm.whiteboard.54.108"/>
          <p:cNvSpPr/>
          <p:nvPr/>
        </p:nvSpPr>
        <p:spPr>
          <a:xfrm>
            <a:off x="952500" y="1600200"/>
            <a:ext cx="38100" cy="38100"/>
          </a:xfrm>
          <a:prstGeom prst="rect">
            <a:avLst/>
          </a:prstGeom>
          <a:solidFill>
            <a:srgbClr val="CED7E6">
              <a:alpha val="43263"/>
            </a:srgbClr>
          </a:solidFill>
          <a:ln>
            <a:noFill/>
          </a:ln>
        </p:spPr>
      </p:sp>
      <p:sp>
        <p:nvSpPr>
          <p:cNvPr id="39" name="wm.whiteboard.54.126"/>
          <p:cNvSpPr/>
          <p:nvPr/>
        </p:nvSpPr>
        <p:spPr>
          <a:xfrm>
            <a:off x="952500" y="1828800"/>
            <a:ext cx="38100" cy="38100"/>
          </a:xfrm>
          <a:prstGeom prst="rect">
            <a:avLst/>
          </a:prstGeom>
          <a:solidFill>
            <a:srgbClr val="CED7E6">
              <a:alpha val="27603"/>
            </a:srgbClr>
          </a:solidFill>
          <a:ln>
            <a:noFill/>
          </a:ln>
        </p:spPr>
      </p:sp>
      <p:sp>
        <p:nvSpPr>
          <p:cNvPr id="40" name="wm.whiteboard.54.144"/>
          <p:cNvSpPr/>
          <p:nvPr/>
        </p:nvSpPr>
        <p:spPr>
          <a:xfrm>
            <a:off x="952500" y="2057400"/>
            <a:ext cx="38100" cy="38100"/>
          </a:xfrm>
          <a:prstGeom prst="rect">
            <a:avLst/>
          </a:prstGeom>
          <a:solidFill>
            <a:srgbClr val="CED7E6">
              <a:alpha val="11687"/>
            </a:srgbClr>
          </a:solidFill>
          <a:ln>
            <a:noFill/>
          </a:ln>
        </p:spPr>
      </p:sp>
      <p:sp>
        <p:nvSpPr>
          <p:cNvPr id="41" name="wm.whiteboard.72.0"/>
          <p:cNvSpPr/>
          <p:nvPr/>
        </p:nvSpPr>
        <p:spPr>
          <a:xfrm>
            <a:off x="1181100" y="228600"/>
            <a:ext cx="38100" cy="38100"/>
          </a:xfrm>
          <a:prstGeom prst="rect">
            <a:avLst/>
          </a:prstGeom>
          <a:solidFill>
            <a:srgbClr val="CED7E6">
              <a:alpha val="97572"/>
            </a:srgbClr>
          </a:solidFill>
          <a:ln>
            <a:noFill/>
          </a:ln>
        </p:spPr>
      </p:sp>
      <p:sp>
        <p:nvSpPr>
          <p:cNvPr id="42" name="wm.whiteboard.72.18"/>
          <p:cNvSpPr/>
          <p:nvPr/>
        </p:nvSpPr>
        <p:spPr>
          <a:xfrm>
            <a:off x="1181100" y="457200"/>
            <a:ext cx="38100" cy="38100"/>
          </a:xfrm>
          <a:prstGeom prst="rect">
            <a:avLst/>
          </a:prstGeom>
          <a:solidFill>
            <a:srgbClr val="CED7E6">
              <a:alpha val="94724"/>
            </a:srgbClr>
          </a:solidFill>
          <a:ln>
            <a:noFill/>
          </a:ln>
        </p:spPr>
      </p:sp>
      <p:sp>
        <p:nvSpPr>
          <p:cNvPr id="43" name="wm.whiteboard.72.36"/>
          <p:cNvSpPr/>
          <p:nvPr/>
        </p:nvSpPr>
        <p:spPr>
          <a:xfrm>
            <a:off x="1181100" y="685800"/>
            <a:ext cx="38100" cy="38100"/>
          </a:xfrm>
          <a:prstGeom prst="rect">
            <a:avLst/>
          </a:prstGeom>
          <a:solidFill>
            <a:srgbClr val="CED7E6">
              <a:alpha val="87609"/>
            </a:srgbClr>
          </a:solidFill>
          <a:ln>
            <a:noFill/>
          </a:ln>
        </p:spPr>
      </p:sp>
      <p:sp>
        <p:nvSpPr>
          <p:cNvPr id="44" name="wm.whiteboard.72.54"/>
          <p:cNvSpPr/>
          <p:nvPr/>
        </p:nvSpPr>
        <p:spPr>
          <a:xfrm>
            <a:off x="1181100" y="914400"/>
            <a:ext cx="38100" cy="38100"/>
          </a:xfrm>
          <a:prstGeom prst="rect">
            <a:avLst/>
          </a:prstGeom>
          <a:solidFill>
            <a:srgbClr val="CED7E6">
              <a:alpha val="77408"/>
            </a:srgbClr>
          </a:solidFill>
          <a:ln>
            <a:noFill/>
          </a:ln>
        </p:spPr>
      </p:sp>
      <p:sp>
        <p:nvSpPr>
          <p:cNvPr id="45" name="wm.whiteboard.72.72"/>
          <p:cNvSpPr/>
          <p:nvPr/>
        </p:nvSpPr>
        <p:spPr>
          <a:xfrm>
            <a:off x="1181100" y="1143000"/>
            <a:ext cx="38100" cy="38100"/>
          </a:xfrm>
          <a:prstGeom prst="rect">
            <a:avLst/>
          </a:prstGeom>
          <a:solidFill>
            <a:srgbClr val="CED7E6">
              <a:alpha val="65181"/>
            </a:srgbClr>
          </a:solidFill>
          <a:ln>
            <a:noFill/>
          </a:ln>
        </p:spPr>
      </p:sp>
      <p:sp>
        <p:nvSpPr>
          <p:cNvPr id="46" name="wm.whiteboard.72.90"/>
          <p:cNvSpPr/>
          <p:nvPr/>
        </p:nvSpPr>
        <p:spPr>
          <a:xfrm>
            <a:off x="1181100" y="1371600"/>
            <a:ext cx="38100" cy="38100"/>
          </a:xfrm>
          <a:prstGeom prst="rect">
            <a:avLst/>
          </a:prstGeom>
          <a:solidFill>
            <a:srgbClr val="CED7E6">
              <a:alpha val="51653"/>
            </a:srgbClr>
          </a:solidFill>
          <a:ln>
            <a:noFill/>
          </a:ln>
        </p:spPr>
      </p:sp>
      <p:sp>
        <p:nvSpPr>
          <p:cNvPr id="47" name="wm.whiteboard.72.108"/>
          <p:cNvSpPr/>
          <p:nvPr/>
        </p:nvSpPr>
        <p:spPr>
          <a:xfrm>
            <a:off x="1181100" y="1600200"/>
            <a:ext cx="38100" cy="38100"/>
          </a:xfrm>
          <a:prstGeom prst="rect">
            <a:avLst/>
          </a:prstGeom>
          <a:solidFill>
            <a:srgbClr val="CED7E6">
              <a:alpha val="37275"/>
            </a:srgbClr>
          </a:solidFill>
          <a:ln>
            <a:noFill/>
          </a:ln>
        </p:spPr>
      </p:sp>
      <p:sp>
        <p:nvSpPr>
          <p:cNvPr id="48" name="wm.whiteboard.72.126"/>
          <p:cNvSpPr/>
          <p:nvPr/>
        </p:nvSpPr>
        <p:spPr>
          <a:xfrm>
            <a:off x="1181100" y="1828800"/>
            <a:ext cx="38100" cy="38100"/>
          </a:xfrm>
          <a:prstGeom prst="rect">
            <a:avLst/>
          </a:prstGeom>
          <a:solidFill>
            <a:srgbClr val="CED7E6">
              <a:alpha val="22326"/>
            </a:srgbClr>
          </a:solidFill>
          <a:ln>
            <a:noFill/>
          </a:ln>
        </p:spPr>
      </p:sp>
      <p:sp>
        <p:nvSpPr>
          <p:cNvPr id="49" name="wm.whiteboard.72.144"/>
          <p:cNvSpPr/>
          <p:nvPr/>
        </p:nvSpPr>
        <p:spPr>
          <a:xfrm>
            <a:off x="1181100" y="2057400"/>
            <a:ext cx="38100" cy="38100"/>
          </a:xfrm>
          <a:prstGeom prst="rect">
            <a:avLst/>
          </a:prstGeom>
          <a:solidFill>
            <a:srgbClr val="CED7E6">
              <a:alpha val="6980"/>
            </a:srgbClr>
          </a:solidFill>
          <a:ln>
            <a:noFill/>
          </a:ln>
        </p:spPr>
      </p:sp>
      <p:sp>
        <p:nvSpPr>
          <p:cNvPr id="50" name="wm.whiteboard.90.0"/>
          <p:cNvSpPr/>
          <p:nvPr/>
        </p:nvSpPr>
        <p:spPr>
          <a:xfrm>
            <a:off x="1409700" y="228600"/>
            <a:ext cx="38100" cy="38100"/>
          </a:xfrm>
          <a:prstGeom prst="rect">
            <a:avLst/>
          </a:prstGeom>
          <a:solidFill>
            <a:srgbClr val="CED7E6">
              <a:alpha val="83798"/>
            </a:srgbClr>
          </a:solidFill>
          <a:ln>
            <a:noFill/>
          </a:ln>
        </p:spPr>
      </p:sp>
      <p:sp>
        <p:nvSpPr>
          <p:cNvPr id="51" name="wm.whiteboard.90.18"/>
          <p:cNvSpPr/>
          <p:nvPr/>
        </p:nvSpPr>
        <p:spPr>
          <a:xfrm>
            <a:off x="1409700" y="457200"/>
            <a:ext cx="38100" cy="38100"/>
          </a:xfrm>
          <a:prstGeom prst="rect">
            <a:avLst/>
          </a:prstGeom>
          <a:solidFill>
            <a:srgbClr val="CED7E6">
              <a:alpha val="81490"/>
            </a:srgbClr>
          </a:solidFill>
          <a:ln>
            <a:noFill/>
          </a:ln>
        </p:spPr>
      </p:sp>
      <p:sp>
        <p:nvSpPr>
          <p:cNvPr id="52" name="wm.whiteboard.90.36"/>
          <p:cNvSpPr/>
          <p:nvPr/>
        </p:nvSpPr>
        <p:spPr>
          <a:xfrm>
            <a:off x="1409700" y="685800"/>
            <a:ext cx="38100" cy="38100"/>
          </a:xfrm>
          <a:prstGeom prst="rect">
            <a:avLst/>
          </a:prstGeom>
          <a:solidFill>
            <a:srgbClr val="CED7E6">
              <a:alpha val="75569"/>
            </a:srgbClr>
          </a:solidFill>
          <a:ln>
            <a:noFill/>
          </a:ln>
        </p:spPr>
      </p:sp>
      <p:sp>
        <p:nvSpPr>
          <p:cNvPr id="53" name="wm.whiteboard.90.54"/>
          <p:cNvSpPr/>
          <p:nvPr/>
        </p:nvSpPr>
        <p:spPr>
          <a:xfrm>
            <a:off x="1409700" y="914400"/>
            <a:ext cx="38100" cy="38100"/>
          </a:xfrm>
          <a:prstGeom prst="rect">
            <a:avLst/>
          </a:prstGeom>
          <a:solidFill>
            <a:srgbClr val="CED7E6">
              <a:alpha val="66767"/>
            </a:srgbClr>
          </a:solidFill>
          <a:ln>
            <a:noFill/>
          </a:ln>
        </p:spPr>
      </p:sp>
      <p:sp>
        <p:nvSpPr>
          <p:cNvPr id="54" name="wm.whiteboard.90.72"/>
          <p:cNvSpPr/>
          <p:nvPr/>
        </p:nvSpPr>
        <p:spPr>
          <a:xfrm>
            <a:off x="1409700" y="1143000"/>
            <a:ext cx="38100" cy="38100"/>
          </a:xfrm>
          <a:prstGeom prst="rect">
            <a:avLst/>
          </a:prstGeom>
          <a:solidFill>
            <a:srgbClr val="CED7E6">
              <a:alpha val="55859"/>
            </a:srgbClr>
          </a:solidFill>
          <a:ln>
            <a:noFill/>
          </a:ln>
        </p:spPr>
      </p:sp>
      <p:sp>
        <p:nvSpPr>
          <p:cNvPr id="55" name="wm.whiteboard.90.90"/>
          <p:cNvSpPr/>
          <p:nvPr/>
        </p:nvSpPr>
        <p:spPr>
          <a:xfrm>
            <a:off x="1409700" y="1371600"/>
            <a:ext cx="38100" cy="38100"/>
          </a:xfrm>
          <a:prstGeom prst="rect">
            <a:avLst/>
          </a:prstGeom>
          <a:solidFill>
            <a:srgbClr val="CED7E6">
              <a:alpha val="43468"/>
            </a:srgbClr>
          </a:solidFill>
          <a:ln>
            <a:noFill/>
          </a:ln>
        </p:spPr>
      </p:sp>
      <p:sp>
        <p:nvSpPr>
          <p:cNvPr id="56" name="wm.whiteboard.90.108"/>
          <p:cNvSpPr/>
          <p:nvPr/>
        </p:nvSpPr>
        <p:spPr>
          <a:xfrm>
            <a:off x="1409700" y="1600200"/>
            <a:ext cx="38100" cy="38100"/>
          </a:xfrm>
          <a:prstGeom prst="rect">
            <a:avLst/>
          </a:prstGeom>
          <a:solidFill>
            <a:srgbClr val="CED7E6">
              <a:alpha val="30037"/>
            </a:srgbClr>
          </a:solidFill>
          <a:ln>
            <a:noFill/>
          </a:ln>
        </p:spPr>
      </p:sp>
      <p:sp>
        <p:nvSpPr>
          <p:cNvPr id="57" name="wm.whiteboard.90.126"/>
          <p:cNvSpPr/>
          <p:nvPr/>
        </p:nvSpPr>
        <p:spPr>
          <a:xfrm>
            <a:off x="1409700" y="1828800"/>
            <a:ext cx="38100" cy="38100"/>
          </a:xfrm>
          <a:prstGeom prst="rect">
            <a:avLst/>
          </a:prstGeom>
          <a:solidFill>
            <a:srgbClr val="CED7E6">
              <a:alpha val="15870"/>
            </a:srgbClr>
          </a:solidFill>
          <a:ln>
            <a:noFill/>
          </a:ln>
        </p:spPr>
      </p:sp>
      <p:sp>
        <p:nvSpPr>
          <p:cNvPr id="58" name="wm.whiteboard.90.144"/>
          <p:cNvSpPr/>
          <p:nvPr/>
        </p:nvSpPr>
        <p:spPr>
          <a:xfrm>
            <a:off x="1409700" y="2057400"/>
            <a:ext cx="38100" cy="38100"/>
          </a:xfrm>
          <a:prstGeom prst="rect">
            <a:avLst/>
          </a:prstGeom>
          <a:solidFill>
            <a:srgbClr val="CED7E6">
              <a:alpha val="1171"/>
            </a:srgbClr>
          </a:solidFill>
          <a:ln>
            <a:noFill/>
          </a:ln>
        </p:spPr>
      </p:sp>
      <p:sp>
        <p:nvSpPr>
          <p:cNvPr id="59" name="wm.whiteboard.108.0"/>
          <p:cNvSpPr/>
          <p:nvPr/>
        </p:nvSpPr>
        <p:spPr>
          <a:xfrm>
            <a:off x="1638300" y="228600"/>
            <a:ext cx="38100" cy="38100"/>
          </a:xfrm>
          <a:prstGeom prst="rect">
            <a:avLst/>
          </a:prstGeom>
          <a:solidFill>
            <a:srgbClr val="CED7E6">
              <a:alpha val="70023"/>
            </a:srgbClr>
          </a:solidFill>
          <a:ln>
            <a:noFill/>
          </a:ln>
        </p:spPr>
      </p:sp>
      <p:sp>
        <p:nvSpPr>
          <p:cNvPr id="60" name="wm.whiteboard.108.18"/>
          <p:cNvSpPr/>
          <p:nvPr/>
        </p:nvSpPr>
        <p:spPr>
          <a:xfrm>
            <a:off x="1638300" y="457200"/>
            <a:ext cx="38100" cy="38100"/>
          </a:xfrm>
          <a:prstGeom prst="rect">
            <a:avLst/>
          </a:prstGeom>
          <a:solidFill>
            <a:srgbClr val="CED7E6">
              <a:alpha val="68085"/>
            </a:srgbClr>
          </a:solidFill>
          <a:ln>
            <a:noFill/>
          </a:ln>
        </p:spPr>
      </p:sp>
      <p:sp>
        <p:nvSpPr>
          <p:cNvPr id="61" name="wm.whiteboard.108.36"/>
          <p:cNvSpPr/>
          <p:nvPr/>
        </p:nvSpPr>
        <p:spPr>
          <a:xfrm>
            <a:off x="1638300" y="685800"/>
            <a:ext cx="38100" cy="38100"/>
          </a:xfrm>
          <a:prstGeom prst="rect">
            <a:avLst/>
          </a:prstGeom>
          <a:solidFill>
            <a:srgbClr val="CED7E6">
              <a:alpha val="63033"/>
            </a:srgbClr>
          </a:solidFill>
          <a:ln>
            <a:noFill/>
          </a:ln>
        </p:spPr>
      </p:sp>
      <p:sp>
        <p:nvSpPr>
          <p:cNvPr id="62" name="wm.whiteboard.108.54"/>
          <p:cNvSpPr/>
          <p:nvPr/>
        </p:nvSpPr>
        <p:spPr>
          <a:xfrm>
            <a:off x="1638300" y="914400"/>
            <a:ext cx="38100" cy="38100"/>
          </a:xfrm>
          <a:prstGeom prst="rect">
            <a:avLst/>
          </a:prstGeom>
          <a:solidFill>
            <a:srgbClr val="CED7E6">
              <a:alpha val="55346"/>
            </a:srgbClr>
          </a:solidFill>
          <a:ln>
            <a:noFill/>
          </a:ln>
        </p:spPr>
      </p:sp>
      <p:sp>
        <p:nvSpPr>
          <p:cNvPr id="63" name="wm.whiteboard.108.72"/>
          <p:cNvSpPr/>
          <p:nvPr/>
        </p:nvSpPr>
        <p:spPr>
          <a:xfrm>
            <a:off x="1638300" y="1143000"/>
            <a:ext cx="38100" cy="38100"/>
          </a:xfrm>
          <a:prstGeom prst="rect">
            <a:avLst/>
          </a:prstGeom>
          <a:solidFill>
            <a:srgbClr val="CED7E6">
              <a:alpha val="45583"/>
            </a:srgbClr>
          </a:solidFill>
          <a:ln>
            <a:noFill/>
          </a:ln>
        </p:spPr>
      </p:sp>
      <p:sp>
        <p:nvSpPr>
          <p:cNvPr id="64" name="wm.whiteboard.108.90"/>
          <p:cNvSpPr/>
          <p:nvPr/>
        </p:nvSpPr>
        <p:spPr>
          <a:xfrm>
            <a:off x="1638300" y="1371600"/>
            <a:ext cx="38100" cy="38100"/>
          </a:xfrm>
          <a:prstGeom prst="rect">
            <a:avLst/>
          </a:prstGeom>
          <a:solidFill>
            <a:srgbClr val="CED7E6">
              <a:alpha val="34251"/>
            </a:srgbClr>
          </a:solidFill>
          <a:ln>
            <a:noFill/>
          </a:ln>
        </p:spPr>
      </p:sp>
      <p:sp>
        <p:nvSpPr>
          <p:cNvPr id="65" name="wm.whiteboard.108.108"/>
          <p:cNvSpPr/>
          <p:nvPr/>
        </p:nvSpPr>
        <p:spPr>
          <a:xfrm>
            <a:off x="1638300" y="1600200"/>
            <a:ext cx="38100" cy="38100"/>
          </a:xfrm>
          <a:prstGeom prst="rect">
            <a:avLst/>
          </a:prstGeom>
          <a:solidFill>
            <a:srgbClr val="CED7E6">
              <a:alpha val="21754"/>
            </a:srgbClr>
          </a:solidFill>
          <a:ln>
            <a:noFill/>
          </a:ln>
        </p:spPr>
      </p:sp>
      <p:sp>
        <p:nvSpPr>
          <p:cNvPr id="66" name="wm.whiteboard.108.126"/>
          <p:cNvSpPr/>
          <p:nvPr/>
        </p:nvSpPr>
        <p:spPr>
          <a:xfrm>
            <a:off x="1638300" y="1828800"/>
            <a:ext cx="38100" cy="38100"/>
          </a:xfrm>
          <a:prstGeom prst="rect">
            <a:avLst/>
          </a:prstGeom>
          <a:solidFill>
            <a:srgbClr val="CED7E6">
              <a:alpha val="8391"/>
            </a:srgbClr>
          </a:solidFill>
          <a:ln>
            <a:noFill/>
          </a:ln>
        </p:spPr>
      </p:sp>
      <p:sp>
        <p:nvSpPr>
          <p:cNvPr id="67" name="wm.whiteboard.126.0"/>
          <p:cNvSpPr/>
          <p:nvPr/>
        </p:nvSpPr>
        <p:spPr>
          <a:xfrm>
            <a:off x="1866900" y="228600"/>
            <a:ext cx="38100" cy="38100"/>
          </a:xfrm>
          <a:prstGeom prst="rect">
            <a:avLst/>
          </a:prstGeom>
          <a:solidFill>
            <a:srgbClr val="CED7E6">
              <a:alpha val="56247"/>
            </a:srgbClr>
          </a:solidFill>
          <a:ln>
            <a:noFill/>
          </a:ln>
        </p:spPr>
      </p:sp>
      <p:sp>
        <p:nvSpPr>
          <p:cNvPr id="68" name="wm.whiteboard.126.18"/>
          <p:cNvSpPr/>
          <p:nvPr/>
        </p:nvSpPr>
        <p:spPr>
          <a:xfrm>
            <a:off x="1866900" y="457200"/>
            <a:ext cx="38100" cy="38100"/>
          </a:xfrm>
          <a:prstGeom prst="rect">
            <a:avLst/>
          </a:prstGeom>
          <a:solidFill>
            <a:srgbClr val="CED7E6">
              <a:alpha val="54578"/>
            </a:srgbClr>
          </a:solidFill>
          <a:ln>
            <a:noFill/>
          </a:ln>
        </p:spPr>
      </p:sp>
      <p:sp>
        <p:nvSpPr>
          <p:cNvPr id="69" name="wm.whiteboard.126.36"/>
          <p:cNvSpPr/>
          <p:nvPr/>
        </p:nvSpPr>
        <p:spPr>
          <a:xfrm>
            <a:off x="1866900" y="685800"/>
            <a:ext cx="38100" cy="38100"/>
          </a:xfrm>
          <a:prstGeom prst="rect">
            <a:avLst/>
          </a:prstGeom>
          <a:solidFill>
            <a:srgbClr val="CED7E6">
              <a:alpha val="50182"/>
            </a:srgbClr>
          </a:solidFill>
          <a:ln>
            <a:noFill/>
          </a:ln>
        </p:spPr>
      </p:sp>
      <p:sp>
        <p:nvSpPr>
          <p:cNvPr id="70" name="wm.whiteboard.126.54"/>
          <p:cNvSpPr/>
          <p:nvPr/>
        </p:nvSpPr>
        <p:spPr>
          <a:xfrm>
            <a:off x="1866900" y="914400"/>
            <a:ext cx="38100" cy="38100"/>
          </a:xfrm>
          <a:prstGeom prst="rect">
            <a:avLst/>
          </a:prstGeom>
          <a:solidFill>
            <a:srgbClr val="CED7E6">
              <a:alpha val="43386"/>
            </a:srgbClr>
          </a:solidFill>
          <a:ln>
            <a:noFill/>
          </a:ln>
        </p:spPr>
      </p:sp>
      <p:sp>
        <p:nvSpPr>
          <p:cNvPr id="71" name="wm.whiteboard.126.72"/>
          <p:cNvSpPr/>
          <p:nvPr/>
        </p:nvSpPr>
        <p:spPr>
          <a:xfrm>
            <a:off x="1866900" y="1143000"/>
            <a:ext cx="38100" cy="38100"/>
          </a:xfrm>
          <a:prstGeom prst="rect">
            <a:avLst/>
          </a:prstGeom>
          <a:solidFill>
            <a:srgbClr val="CED7E6">
              <a:alpha val="34598"/>
            </a:srgbClr>
          </a:solidFill>
          <a:ln>
            <a:noFill/>
          </a:ln>
        </p:spPr>
      </p:sp>
      <p:sp>
        <p:nvSpPr>
          <p:cNvPr id="72" name="wm.whiteboard.126.90"/>
          <p:cNvSpPr/>
          <p:nvPr/>
        </p:nvSpPr>
        <p:spPr>
          <a:xfrm>
            <a:off x="1866900" y="1371600"/>
            <a:ext cx="38100" cy="38100"/>
          </a:xfrm>
          <a:prstGeom prst="rect">
            <a:avLst/>
          </a:prstGeom>
          <a:solidFill>
            <a:srgbClr val="CED7E6">
              <a:alpha val="24223"/>
            </a:srgbClr>
          </a:solidFill>
          <a:ln>
            <a:noFill/>
          </a:ln>
        </p:spPr>
      </p:sp>
      <p:sp>
        <p:nvSpPr>
          <p:cNvPr id="73" name="wm.whiteboard.126.108"/>
          <p:cNvSpPr/>
          <p:nvPr/>
        </p:nvSpPr>
        <p:spPr>
          <a:xfrm>
            <a:off x="1866900" y="1600200"/>
            <a:ext cx="38100" cy="38100"/>
          </a:xfrm>
          <a:prstGeom prst="rect">
            <a:avLst/>
          </a:prstGeom>
          <a:solidFill>
            <a:srgbClr val="CED7E6">
              <a:alpha val="12610"/>
            </a:srgbClr>
          </a:solidFill>
          <a:ln>
            <a:noFill/>
          </a:ln>
        </p:spPr>
      </p:sp>
      <p:sp>
        <p:nvSpPr>
          <p:cNvPr id="74" name="wm.whiteboard.126.126"/>
          <p:cNvSpPr/>
          <p:nvPr/>
        </p:nvSpPr>
        <p:spPr>
          <a:xfrm>
            <a:off x="1866900" y="1828800"/>
            <a:ext cx="38100" cy="38100"/>
          </a:xfrm>
          <a:prstGeom prst="rect">
            <a:avLst/>
          </a:prstGeom>
          <a:solidFill>
            <a:srgbClr val="CED7E6">
              <a:alpha val="40"/>
            </a:srgbClr>
          </a:solidFill>
          <a:ln>
            <a:noFill/>
          </a:ln>
        </p:spPr>
      </p:sp>
      <p:sp>
        <p:nvSpPr>
          <p:cNvPr id="75" name="wm.whiteboard.144.0"/>
          <p:cNvSpPr/>
          <p:nvPr/>
        </p:nvSpPr>
        <p:spPr>
          <a:xfrm>
            <a:off x="2095500" y="228600"/>
            <a:ext cx="38100" cy="38100"/>
          </a:xfrm>
          <a:prstGeom prst="rect">
            <a:avLst/>
          </a:prstGeom>
          <a:solidFill>
            <a:srgbClr val="CED7E6">
              <a:alpha val="42471"/>
            </a:srgbClr>
          </a:solidFill>
          <a:ln>
            <a:noFill/>
          </a:ln>
        </p:spPr>
      </p:sp>
      <p:sp>
        <p:nvSpPr>
          <p:cNvPr id="76" name="wm.whiteboard.144.18"/>
          <p:cNvSpPr/>
          <p:nvPr/>
        </p:nvSpPr>
        <p:spPr>
          <a:xfrm>
            <a:off x="2095500" y="457200"/>
            <a:ext cx="38100" cy="38100"/>
          </a:xfrm>
          <a:prstGeom prst="rect">
            <a:avLst/>
          </a:prstGeom>
          <a:solidFill>
            <a:srgbClr val="CED7E6">
              <a:alpha val="41005"/>
            </a:srgbClr>
          </a:solidFill>
          <a:ln>
            <a:noFill/>
          </a:ln>
        </p:spPr>
      </p:sp>
      <p:sp>
        <p:nvSpPr>
          <p:cNvPr id="77" name="wm.whiteboard.144.36"/>
          <p:cNvSpPr/>
          <p:nvPr/>
        </p:nvSpPr>
        <p:spPr>
          <a:xfrm>
            <a:off x="2095500" y="685800"/>
            <a:ext cx="38100" cy="38100"/>
          </a:xfrm>
          <a:prstGeom prst="rect">
            <a:avLst/>
          </a:prstGeom>
          <a:solidFill>
            <a:srgbClr val="CED7E6">
              <a:alpha val="37120"/>
            </a:srgbClr>
          </a:solidFill>
          <a:ln>
            <a:noFill/>
          </a:ln>
        </p:spPr>
      </p:sp>
      <p:sp>
        <p:nvSpPr>
          <p:cNvPr id="78" name="wm.whiteboard.144.54"/>
          <p:cNvSpPr/>
          <p:nvPr/>
        </p:nvSpPr>
        <p:spPr>
          <a:xfrm>
            <a:off x="2095500" y="914400"/>
            <a:ext cx="38100" cy="38100"/>
          </a:xfrm>
          <a:prstGeom prst="rect">
            <a:avLst/>
          </a:prstGeom>
          <a:solidFill>
            <a:srgbClr val="CED7E6">
              <a:alpha val="31044"/>
            </a:srgbClr>
          </a:solidFill>
          <a:ln>
            <a:noFill/>
          </a:ln>
        </p:spPr>
      </p:sp>
      <p:sp>
        <p:nvSpPr>
          <p:cNvPr id="79" name="wm.whiteboard.144.72"/>
          <p:cNvSpPr/>
          <p:nvPr/>
        </p:nvSpPr>
        <p:spPr>
          <a:xfrm>
            <a:off x="2095500" y="1143000"/>
            <a:ext cx="38100" cy="38100"/>
          </a:xfrm>
          <a:prstGeom prst="rect">
            <a:avLst/>
          </a:prstGeom>
          <a:solidFill>
            <a:srgbClr val="CED7E6">
              <a:alpha val="23083"/>
            </a:srgbClr>
          </a:solidFill>
          <a:ln>
            <a:noFill/>
          </a:ln>
        </p:spPr>
      </p:sp>
      <p:sp>
        <p:nvSpPr>
          <p:cNvPr id="80" name="wm.whiteboard.144.90"/>
          <p:cNvSpPr/>
          <p:nvPr/>
        </p:nvSpPr>
        <p:spPr>
          <a:xfrm>
            <a:off x="2095500" y="1371600"/>
            <a:ext cx="38100" cy="38100"/>
          </a:xfrm>
          <a:prstGeom prst="rect">
            <a:avLst/>
          </a:prstGeom>
          <a:solidFill>
            <a:srgbClr val="CED7E6">
              <a:alpha val="13557"/>
            </a:srgbClr>
          </a:solidFill>
          <a:ln>
            <a:noFill/>
          </a:ln>
        </p:spPr>
      </p:sp>
      <p:sp>
        <p:nvSpPr>
          <p:cNvPr id="81" name="wm.whiteboard.144.108"/>
          <p:cNvSpPr/>
          <p:nvPr/>
        </p:nvSpPr>
        <p:spPr>
          <a:xfrm>
            <a:off x="2095500" y="1600200"/>
            <a:ext cx="38100" cy="38100"/>
          </a:xfrm>
          <a:prstGeom prst="rect">
            <a:avLst/>
          </a:prstGeom>
          <a:solidFill>
            <a:srgbClr val="CED7E6">
              <a:alpha val="2762"/>
            </a:srgbClr>
          </a:solidFill>
          <a:ln>
            <a:noFill/>
          </a:ln>
        </p:spPr>
      </p:sp>
      <p:sp>
        <p:nvSpPr>
          <p:cNvPr id="82" name="wm.whiteboard.162.0"/>
          <p:cNvSpPr/>
          <p:nvPr/>
        </p:nvSpPr>
        <p:spPr>
          <a:xfrm>
            <a:off x="2324100" y="228600"/>
            <a:ext cx="38100" cy="38100"/>
          </a:xfrm>
          <a:prstGeom prst="rect">
            <a:avLst/>
          </a:prstGeom>
          <a:solidFill>
            <a:srgbClr val="CED7E6">
              <a:alpha val="28695"/>
            </a:srgbClr>
          </a:solidFill>
          <a:ln>
            <a:noFill/>
          </a:ln>
        </p:spPr>
      </p:sp>
      <p:sp>
        <p:nvSpPr>
          <p:cNvPr id="83" name="wm.whiteboard.162.18"/>
          <p:cNvSpPr/>
          <p:nvPr/>
        </p:nvSpPr>
        <p:spPr>
          <a:xfrm>
            <a:off x="2324100" y="457200"/>
            <a:ext cx="38100" cy="38100"/>
          </a:xfrm>
          <a:prstGeom prst="rect">
            <a:avLst/>
          </a:prstGeom>
          <a:solidFill>
            <a:srgbClr val="CED7E6">
              <a:alpha val="27389"/>
            </a:srgbClr>
          </a:solidFill>
          <a:ln>
            <a:noFill/>
          </a:ln>
        </p:spPr>
      </p:sp>
      <p:sp>
        <p:nvSpPr>
          <p:cNvPr id="84" name="wm.whiteboard.162.36"/>
          <p:cNvSpPr/>
          <p:nvPr/>
        </p:nvSpPr>
        <p:spPr>
          <a:xfrm>
            <a:off x="2324100" y="685800"/>
            <a:ext cx="38100" cy="38100"/>
          </a:xfrm>
          <a:prstGeom prst="rect">
            <a:avLst/>
          </a:prstGeom>
          <a:solidFill>
            <a:srgbClr val="CED7E6">
              <a:alpha val="23910"/>
            </a:srgbClr>
          </a:solidFill>
          <a:ln>
            <a:noFill/>
          </a:ln>
        </p:spPr>
      </p:sp>
      <p:sp>
        <p:nvSpPr>
          <p:cNvPr id="85" name="wm.whiteboard.162.54"/>
          <p:cNvSpPr/>
          <p:nvPr/>
        </p:nvSpPr>
        <p:spPr>
          <a:xfrm>
            <a:off x="2324100" y="914400"/>
            <a:ext cx="38100" cy="38100"/>
          </a:xfrm>
          <a:prstGeom prst="rect">
            <a:avLst/>
          </a:prstGeom>
          <a:solidFill>
            <a:srgbClr val="CED7E6">
              <a:alpha val="18425"/>
            </a:srgbClr>
          </a:solidFill>
          <a:ln>
            <a:noFill/>
          </a:ln>
        </p:spPr>
      </p:sp>
      <p:sp>
        <p:nvSpPr>
          <p:cNvPr id="86" name="wm.whiteboard.162.72"/>
          <p:cNvSpPr/>
          <p:nvPr/>
        </p:nvSpPr>
        <p:spPr>
          <a:xfrm>
            <a:off x="2324100" y="1143000"/>
            <a:ext cx="38100" cy="38100"/>
          </a:xfrm>
          <a:prstGeom prst="rect">
            <a:avLst/>
          </a:prstGeom>
          <a:solidFill>
            <a:srgbClr val="CED7E6">
              <a:alpha val="11167"/>
            </a:srgbClr>
          </a:solidFill>
          <a:ln>
            <a:noFill/>
          </a:ln>
        </p:spPr>
      </p:sp>
      <p:sp>
        <p:nvSpPr>
          <p:cNvPr id="87" name="wm.whiteboard.162.90"/>
          <p:cNvSpPr/>
          <p:nvPr/>
        </p:nvSpPr>
        <p:spPr>
          <a:xfrm>
            <a:off x="2324100" y="1371600"/>
            <a:ext cx="38100" cy="38100"/>
          </a:xfrm>
          <a:prstGeom prst="rect">
            <a:avLst/>
          </a:prstGeom>
          <a:solidFill>
            <a:srgbClr val="CED7E6">
              <a:alpha val="2388"/>
            </a:srgbClr>
          </a:solidFill>
          <a:ln>
            <a:noFill/>
          </a:ln>
        </p:spPr>
      </p:sp>
      <p:sp>
        <p:nvSpPr>
          <p:cNvPr id="88" name="wm.whiteboard.180.0"/>
          <p:cNvSpPr/>
          <p:nvPr/>
        </p:nvSpPr>
        <p:spPr>
          <a:xfrm>
            <a:off x="2552700" y="228600"/>
            <a:ext cx="38100" cy="38100"/>
          </a:xfrm>
          <a:prstGeom prst="rect">
            <a:avLst/>
          </a:prstGeom>
          <a:solidFill>
            <a:srgbClr val="CED7E6">
              <a:alpha val="14918"/>
            </a:srgbClr>
          </a:solidFill>
          <a:ln>
            <a:noFill/>
          </a:ln>
        </p:spPr>
      </p:sp>
      <p:sp>
        <p:nvSpPr>
          <p:cNvPr id="89" name="wm.whiteboard.180.18"/>
          <p:cNvSpPr/>
          <p:nvPr/>
        </p:nvSpPr>
        <p:spPr>
          <a:xfrm>
            <a:off x="2552700" y="457200"/>
            <a:ext cx="38100" cy="38100"/>
          </a:xfrm>
          <a:prstGeom prst="rect">
            <a:avLst/>
          </a:prstGeom>
          <a:solidFill>
            <a:srgbClr val="CED7E6">
              <a:alpha val="13741"/>
            </a:srgbClr>
          </a:solidFill>
          <a:ln>
            <a:noFill/>
          </a:ln>
        </p:spPr>
      </p:sp>
      <p:sp>
        <p:nvSpPr>
          <p:cNvPr id="90" name="wm.whiteboard.180.36"/>
          <p:cNvSpPr/>
          <p:nvPr/>
        </p:nvSpPr>
        <p:spPr>
          <a:xfrm>
            <a:off x="2552700" y="685800"/>
            <a:ext cx="38100" cy="38100"/>
          </a:xfrm>
          <a:prstGeom prst="rect">
            <a:avLst/>
          </a:prstGeom>
          <a:solidFill>
            <a:srgbClr val="CED7E6">
              <a:alpha val="10593"/>
            </a:srgbClr>
          </a:solidFill>
          <a:ln>
            <a:noFill/>
          </a:ln>
        </p:spPr>
      </p:sp>
      <p:sp>
        <p:nvSpPr>
          <p:cNvPr id="91" name="wm.whiteboard.180.54"/>
          <p:cNvSpPr/>
          <p:nvPr/>
        </p:nvSpPr>
        <p:spPr>
          <a:xfrm>
            <a:off x="2552700" y="914400"/>
            <a:ext cx="38100" cy="38100"/>
          </a:xfrm>
          <a:prstGeom prst="rect">
            <a:avLst/>
          </a:prstGeom>
          <a:solidFill>
            <a:srgbClr val="CED7E6">
              <a:alpha val="5600"/>
            </a:srgbClr>
          </a:solidFill>
          <a:ln>
            <a:noFill/>
          </a:ln>
        </p:spPr>
      </p:sp>
      <p:sp>
        <p:nvSpPr>
          <p:cNvPr id="92" name="wm.whiteboard.198.0"/>
          <p:cNvSpPr/>
          <p:nvPr/>
        </p:nvSpPr>
        <p:spPr>
          <a:xfrm>
            <a:off x="2781300" y="228600"/>
            <a:ext cx="38100" cy="38100"/>
          </a:xfrm>
          <a:prstGeom prst="rect">
            <a:avLst/>
          </a:prstGeom>
          <a:solidFill>
            <a:srgbClr val="CED7E6">
              <a:alpha val="1142"/>
            </a:srgbClr>
          </a:solidFill>
          <a:ln>
            <a:noFill/>
          </a:ln>
        </p:spPr>
      </p:sp>
      <p:sp>
        <p:nvSpPr>
          <p:cNvPr id="93" name="wm.whiteboard.198.18"/>
          <p:cNvSpPr/>
          <p:nvPr/>
        </p:nvSpPr>
        <p:spPr>
          <a:xfrm>
            <a:off x="2781300" y="457200"/>
            <a:ext cx="38100" cy="38100"/>
          </a:xfrm>
          <a:prstGeom prst="rect">
            <a:avLst/>
          </a:prstGeom>
          <a:solidFill>
            <a:srgbClr val="CED7E6">
              <a:alpha val="69"/>
            </a:srgbClr>
          </a:solidFill>
          <a:ln>
            <a:noFill/>
          </a:ln>
        </p:spPr>
      </p:sp>
      <p:sp>
        <p:nvSpPr>
          <p:cNvPr id="94" name="wm.header.rule"/>
          <p:cNvSpPr/>
          <p:nvPr/>
        </p:nvSpPr>
        <p:spPr>
          <a:xfrm>
            <a:off x="723900" y="1600200"/>
            <a:ext cx="3429000" cy="9525"/>
          </a:xfrm>
          <a:prstGeom prst="rect">
            <a:avLst/>
          </a:prstGeom>
          <a:solidFill>
            <a:srgbClr val="CED7E6"/>
          </a:solidFill>
          <a:ln>
            <a:noFill/>
          </a:ln>
        </p:spPr>
      </p:sp>
      <p:pic>
        <p:nvPicPr>
          <p:cNvPr id="95"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210300"/>
            <a:ext cx="729403" cy="152400"/>
          </a:xfrm>
          <a:prstGeom prst="rect">
            <a:avLst/>
          </a:prstGeom>
        </p:spPr>
      </p:pic>
      <p:sp>
        <p:nvSpPr>
          <p:cNvPr id="96" name="wm.legal"/>
          <p:cNvSpPr/>
          <p:nvPr/>
        </p:nvSpPr>
        <p:spPr>
          <a:xfrm>
            <a:off x="2171700" y="6172200"/>
            <a:ext cx="89154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wmds.frame.d30880dcfd75d549064d">
    <p:bg>
      <p:bgPr>
        <a:solidFill>
          <a:srgbClr val="FFFFFF"/>
        </a:solidFill>
      </p:bgPr>
    </p:bg>
    <p:spTree>
      <p:nvGrpSpPr>
        <p:cNvPr id="1" name=""/>
        <p:cNvGrpSpPr/>
        <p:nvPr/>
      </p:nvGrpSpPr>
      <p:grpSpPr>
        <a:xfrm>
          <a:off x="0" y="0"/>
          <a:ext cx="0" cy="0"/>
          <a:chOff x="0" y="0"/>
          <a:chExt cx="0" cy="0"/>
        </a:xfrm>
      </p:grpSpPr>
      <p:sp>
        <p:nvSpPr>
          <p:cNvPr id="2" name="wm.footer.rule"/>
          <p:cNvSpPr/>
          <p:nvPr/>
        </p:nvSpPr>
        <p:spPr>
          <a:xfrm>
            <a:off x="723900" y="6057900"/>
            <a:ext cx="10744200" cy="9525"/>
          </a:xfrm>
          <a:prstGeom prst="rect">
            <a:avLst/>
          </a:prstGeom>
          <a:solidFill>
            <a:srgbClr val="CED7E6"/>
          </a:solidFill>
          <a:ln>
            <a:noFill/>
          </a:ln>
        </p:spPr>
      </p:sp>
      <p:sp>
        <p:nvSpPr>
          <p:cNvPr id="3" name="wm.whiteboard.0.0"/>
          <p:cNvSpPr/>
          <p:nvPr/>
        </p:nvSpPr>
        <p:spPr>
          <a:xfrm>
            <a:off x="7581900" y="228600"/>
            <a:ext cx="38100" cy="38100"/>
          </a:xfrm>
          <a:prstGeom prst="rect">
            <a:avLst/>
          </a:prstGeom>
          <a:solidFill>
            <a:srgbClr val="CED7E6"/>
          </a:solidFill>
          <a:ln>
            <a:noFill/>
          </a:ln>
        </p:spPr>
      </p:sp>
      <p:sp>
        <p:nvSpPr>
          <p:cNvPr id="4" name="wm.whiteboard.0.18"/>
          <p:cNvSpPr/>
          <p:nvPr/>
        </p:nvSpPr>
        <p:spPr>
          <a:xfrm>
            <a:off x="7581900" y="457200"/>
            <a:ext cx="38100" cy="38100"/>
          </a:xfrm>
          <a:prstGeom prst="rect">
            <a:avLst/>
          </a:prstGeom>
          <a:solidFill>
            <a:srgbClr val="CED7E6"/>
          </a:solidFill>
          <a:ln>
            <a:noFill/>
          </a:ln>
        </p:spPr>
      </p:sp>
      <p:sp>
        <p:nvSpPr>
          <p:cNvPr id="5" name="wm.whiteboard.0.36"/>
          <p:cNvSpPr/>
          <p:nvPr/>
        </p:nvSpPr>
        <p:spPr>
          <a:xfrm>
            <a:off x="7581900" y="685800"/>
            <a:ext cx="38100" cy="38100"/>
          </a:xfrm>
          <a:prstGeom prst="rect">
            <a:avLst/>
          </a:prstGeom>
          <a:solidFill>
            <a:srgbClr val="CED7E6"/>
          </a:solidFill>
          <a:ln>
            <a:noFill/>
          </a:ln>
        </p:spPr>
      </p:sp>
      <p:sp>
        <p:nvSpPr>
          <p:cNvPr id="6" name="wm.whiteboard.0.54"/>
          <p:cNvSpPr/>
          <p:nvPr/>
        </p:nvSpPr>
        <p:spPr>
          <a:xfrm>
            <a:off x="7581900" y="914400"/>
            <a:ext cx="38100" cy="38100"/>
          </a:xfrm>
          <a:prstGeom prst="rect">
            <a:avLst/>
          </a:prstGeom>
          <a:solidFill>
            <a:srgbClr val="CED7E6"/>
          </a:solidFill>
          <a:ln>
            <a:noFill/>
          </a:ln>
        </p:spPr>
      </p:sp>
      <p:sp>
        <p:nvSpPr>
          <p:cNvPr id="7" name="wm.whiteboard.0.72"/>
          <p:cNvSpPr/>
          <p:nvPr/>
        </p:nvSpPr>
        <p:spPr>
          <a:xfrm>
            <a:off x="7581900" y="1143000"/>
            <a:ext cx="38100" cy="38100"/>
          </a:xfrm>
          <a:prstGeom prst="rect">
            <a:avLst/>
          </a:prstGeom>
          <a:solidFill>
            <a:srgbClr val="CED7E6">
              <a:alpha val="85305"/>
            </a:srgbClr>
          </a:solidFill>
          <a:ln>
            <a:noFill/>
          </a:ln>
        </p:spPr>
      </p:sp>
      <p:sp>
        <p:nvSpPr>
          <p:cNvPr id="8" name="wm.whiteboard.0.90"/>
          <p:cNvSpPr/>
          <p:nvPr/>
        </p:nvSpPr>
        <p:spPr>
          <a:xfrm>
            <a:off x="7581900" y="1371600"/>
            <a:ext cx="38100" cy="38100"/>
          </a:xfrm>
          <a:prstGeom prst="rect">
            <a:avLst/>
          </a:prstGeom>
          <a:solidFill>
            <a:srgbClr val="CED7E6">
              <a:alpha val="68524"/>
            </a:srgbClr>
          </a:solidFill>
          <a:ln>
            <a:noFill/>
          </a:ln>
        </p:spPr>
      </p:sp>
      <p:sp>
        <p:nvSpPr>
          <p:cNvPr id="9" name="wm.whiteboard.0.108"/>
          <p:cNvSpPr/>
          <p:nvPr/>
        </p:nvSpPr>
        <p:spPr>
          <a:xfrm>
            <a:off x="7581900" y="1600200"/>
            <a:ext cx="38100" cy="38100"/>
          </a:xfrm>
          <a:prstGeom prst="rect">
            <a:avLst/>
          </a:prstGeom>
          <a:solidFill>
            <a:srgbClr val="CED7E6">
              <a:alpha val="51742"/>
            </a:srgbClr>
          </a:solidFill>
          <a:ln>
            <a:noFill/>
          </a:ln>
        </p:spPr>
      </p:sp>
      <p:sp>
        <p:nvSpPr>
          <p:cNvPr id="10" name="wm.whiteboard.0.126"/>
          <p:cNvSpPr/>
          <p:nvPr/>
        </p:nvSpPr>
        <p:spPr>
          <a:xfrm>
            <a:off x="7581900" y="1828800"/>
            <a:ext cx="38100" cy="38100"/>
          </a:xfrm>
          <a:prstGeom prst="rect">
            <a:avLst/>
          </a:prstGeom>
          <a:solidFill>
            <a:srgbClr val="CED7E6">
              <a:alpha val="34959"/>
            </a:srgbClr>
          </a:solidFill>
          <a:ln>
            <a:noFill/>
          </a:ln>
        </p:spPr>
      </p:sp>
      <p:sp>
        <p:nvSpPr>
          <p:cNvPr id="11" name="wm.whiteboard.0.144"/>
          <p:cNvSpPr/>
          <p:nvPr/>
        </p:nvSpPr>
        <p:spPr>
          <a:xfrm>
            <a:off x="7581900" y="2057400"/>
            <a:ext cx="38100" cy="38100"/>
          </a:xfrm>
          <a:prstGeom prst="rect">
            <a:avLst/>
          </a:prstGeom>
          <a:solidFill>
            <a:srgbClr val="CED7E6">
              <a:alpha val="18177"/>
            </a:srgbClr>
          </a:solidFill>
          <a:ln>
            <a:noFill/>
          </a:ln>
        </p:spPr>
      </p:sp>
      <p:sp>
        <p:nvSpPr>
          <p:cNvPr id="12" name="wm.whiteboard.0.162"/>
          <p:cNvSpPr/>
          <p:nvPr/>
        </p:nvSpPr>
        <p:spPr>
          <a:xfrm>
            <a:off x="7581900" y="2286000"/>
            <a:ext cx="38100" cy="38100"/>
          </a:xfrm>
          <a:prstGeom prst="rect">
            <a:avLst/>
          </a:prstGeom>
          <a:solidFill>
            <a:srgbClr val="CED7E6">
              <a:alpha val="1394"/>
            </a:srgbClr>
          </a:solidFill>
          <a:ln>
            <a:noFill/>
          </a:ln>
        </p:spPr>
      </p:sp>
      <p:sp>
        <p:nvSpPr>
          <p:cNvPr id="13" name="wm.whiteboard.18.0"/>
          <p:cNvSpPr/>
          <p:nvPr/>
        </p:nvSpPr>
        <p:spPr>
          <a:xfrm>
            <a:off x="7810500" y="228600"/>
            <a:ext cx="38100" cy="38100"/>
          </a:xfrm>
          <a:prstGeom prst="rect">
            <a:avLst/>
          </a:prstGeom>
          <a:solidFill>
            <a:srgbClr val="CED7E6"/>
          </a:solidFill>
          <a:ln>
            <a:noFill/>
          </a:ln>
        </p:spPr>
      </p:sp>
      <p:sp>
        <p:nvSpPr>
          <p:cNvPr id="14" name="wm.whiteboard.18.18"/>
          <p:cNvSpPr/>
          <p:nvPr/>
        </p:nvSpPr>
        <p:spPr>
          <a:xfrm>
            <a:off x="7810500" y="457200"/>
            <a:ext cx="38100" cy="38100"/>
          </a:xfrm>
          <a:prstGeom prst="rect">
            <a:avLst/>
          </a:prstGeom>
          <a:solidFill>
            <a:srgbClr val="CED7E6"/>
          </a:solidFill>
          <a:ln>
            <a:noFill/>
          </a:ln>
        </p:spPr>
      </p:sp>
      <p:sp>
        <p:nvSpPr>
          <p:cNvPr id="15" name="wm.whiteboard.18.36"/>
          <p:cNvSpPr/>
          <p:nvPr/>
        </p:nvSpPr>
        <p:spPr>
          <a:xfrm>
            <a:off x="7810500" y="685800"/>
            <a:ext cx="38100" cy="38100"/>
          </a:xfrm>
          <a:prstGeom prst="rect">
            <a:avLst/>
          </a:prstGeom>
          <a:solidFill>
            <a:srgbClr val="CED7E6"/>
          </a:solidFill>
          <a:ln>
            <a:noFill/>
          </a:ln>
        </p:spPr>
      </p:sp>
      <p:sp>
        <p:nvSpPr>
          <p:cNvPr id="16" name="wm.whiteboard.18.54"/>
          <p:cNvSpPr/>
          <p:nvPr/>
        </p:nvSpPr>
        <p:spPr>
          <a:xfrm>
            <a:off x="7810500" y="914400"/>
            <a:ext cx="38100" cy="38100"/>
          </a:xfrm>
          <a:prstGeom prst="rect">
            <a:avLst/>
          </a:prstGeom>
          <a:solidFill>
            <a:srgbClr val="CED7E6">
              <a:alpha val="99988"/>
            </a:srgbClr>
          </a:solidFill>
          <a:ln>
            <a:noFill/>
          </a:ln>
        </p:spPr>
      </p:sp>
      <p:sp>
        <p:nvSpPr>
          <p:cNvPr id="17" name="wm.whiteboard.18.72"/>
          <p:cNvSpPr/>
          <p:nvPr/>
        </p:nvSpPr>
        <p:spPr>
          <a:xfrm>
            <a:off x="7810500" y="1143000"/>
            <a:ext cx="38100" cy="38100"/>
          </a:xfrm>
          <a:prstGeom prst="rect">
            <a:avLst/>
          </a:prstGeom>
          <a:solidFill>
            <a:srgbClr val="CED7E6">
              <a:alpha val="83708"/>
            </a:srgbClr>
          </a:solidFill>
          <a:ln>
            <a:noFill/>
          </a:ln>
        </p:spPr>
      </p:sp>
      <p:sp>
        <p:nvSpPr>
          <p:cNvPr id="18" name="wm.whiteboard.18.90"/>
          <p:cNvSpPr/>
          <p:nvPr/>
        </p:nvSpPr>
        <p:spPr>
          <a:xfrm>
            <a:off x="7810500" y="1371600"/>
            <a:ext cx="38100" cy="38100"/>
          </a:xfrm>
          <a:prstGeom prst="rect">
            <a:avLst/>
          </a:prstGeom>
          <a:solidFill>
            <a:srgbClr val="CED7E6">
              <a:alpha val="67236"/>
            </a:srgbClr>
          </a:solidFill>
          <a:ln>
            <a:noFill/>
          </a:ln>
        </p:spPr>
      </p:sp>
      <p:sp>
        <p:nvSpPr>
          <p:cNvPr id="19" name="wm.whiteboard.18.108"/>
          <p:cNvSpPr/>
          <p:nvPr/>
        </p:nvSpPr>
        <p:spPr>
          <a:xfrm>
            <a:off x="7810500" y="1600200"/>
            <a:ext cx="38100" cy="38100"/>
          </a:xfrm>
          <a:prstGeom prst="rect">
            <a:avLst/>
          </a:prstGeom>
          <a:solidFill>
            <a:srgbClr val="CED7E6">
              <a:alpha val="50663"/>
            </a:srgbClr>
          </a:solidFill>
          <a:ln>
            <a:noFill/>
          </a:ln>
        </p:spPr>
      </p:sp>
      <p:sp>
        <p:nvSpPr>
          <p:cNvPr id="20" name="wm.whiteboard.18.126"/>
          <p:cNvSpPr/>
          <p:nvPr/>
        </p:nvSpPr>
        <p:spPr>
          <a:xfrm>
            <a:off x="7810500" y="1828800"/>
            <a:ext cx="38100" cy="38100"/>
          </a:xfrm>
          <a:prstGeom prst="rect">
            <a:avLst/>
          </a:prstGeom>
          <a:solidFill>
            <a:srgbClr val="CED7E6">
              <a:alpha val="34032"/>
            </a:srgbClr>
          </a:solidFill>
          <a:ln>
            <a:noFill/>
          </a:ln>
        </p:spPr>
      </p:sp>
      <p:sp>
        <p:nvSpPr>
          <p:cNvPr id="21" name="wm.whiteboard.18.144"/>
          <p:cNvSpPr/>
          <p:nvPr/>
        </p:nvSpPr>
        <p:spPr>
          <a:xfrm>
            <a:off x="7810500" y="2057400"/>
            <a:ext cx="38100" cy="38100"/>
          </a:xfrm>
          <a:prstGeom prst="rect">
            <a:avLst/>
          </a:prstGeom>
          <a:solidFill>
            <a:srgbClr val="CED7E6">
              <a:alpha val="17363"/>
            </a:srgbClr>
          </a:solidFill>
          <a:ln>
            <a:noFill/>
          </a:ln>
        </p:spPr>
      </p:sp>
      <p:sp>
        <p:nvSpPr>
          <p:cNvPr id="22" name="wm.whiteboard.18.162"/>
          <p:cNvSpPr/>
          <p:nvPr/>
        </p:nvSpPr>
        <p:spPr>
          <a:xfrm>
            <a:off x="7810500" y="2286000"/>
            <a:ext cx="38100" cy="38100"/>
          </a:xfrm>
          <a:prstGeom prst="rect">
            <a:avLst/>
          </a:prstGeom>
          <a:solidFill>
            <a:srgbClr val="CED7E6">
              <a:alpha val="670"/>
            </a:srgbClr>
          </a:solidFill>
          <a:ln>
            <a:noFill/>
          </a:ln>
        </p:spPr>
      </p:sp>
      <p:sp>
        <p:nvSpPr>
          <p:cNvPr id="23" name="wm.whiteboard.36.0"/>
          <p:cNvSpPr/>
          <p:nvPr/>
        </p:nvSpPr>
        <p:spPr>
          <a:xfrm>
            <a:off x="8039100" y="228600"/>
            <a:ext cx="38100" cy="38100"/>
          </a:xfrm>
          <a:prstGeom prst="rect">
            <a:avLst/>
          </a:prstGeom>
          <a:solidFill>
            <a:srgbClr val="CED7E6"/>
          </a:solidFill>
          <a:ln>
            <a:noFill/>
          </a:ln>
        </p:spPr>
      </p:sp>
      <p:sp>
        <p:nvSpPr>
          <p:cNvPr id="24" name="wm.whiteboard.36.18"/>
          <p:cNvSpPr/>
          <p:nvPr/>
        </p:nvSpPr>
        <p:spPr>
          <a:xfrm>
            <a:off x="8039100" y="457200"/>
            <a:ext cx="38100" cy="38100"/>
          </a:xfrm>
          <a:prstGeom prst="rect">
            <a:avLst/>
          </a:prstGeom>
          <a:solidFill>
            <a:srgbClr val="CED7E6"/>
          </a:solidFill>
          <a:ln>
            <a:noFill/>
          </a:ln>
        </p:spPr>
      </p:sp>
      <p:sp>
        <p:nvSpPr>
          <p:cNvPr id="25" name="wm.whiteboard.36.36"/>
          <p:cNvSpPr/>
          <p:nvPr/>
        </p:nvSpPr>
        <p:spPr>
          <a:xfrm>
            <a:off x="8039100" y="685800"/>
            <a:ext cx="38100" cy="38100"/>
          </a:xfrm>
          <a:prstGeom prst="rect">
            <a:avLst/>
          </a:prstGeom>
          <a:solidFill>
            <a:srgbClr val="CED7E6"/>
          </a:solidFill>
          <a:ln>
            <a:noFill/>
          </a:ln>
        </p:spPr>
      </p:sp>
      <p:sp>
        <p:nvSpPr>
          <p:cNvPr id="26" name="wm.whiteboard.36.54"/>
          <p:cNvSpPr/>
          <p:nvPr/>
        </p:nvSpPr>
        <p:spPr>
          <a:xfrm>
            <a:off x="8039100" y="914400"/>
            <a:ext cx="38100" cy="38100"/>
          </a:xfrm>
          <a:prstGeom prst="rect">
            <a:avLst/>
          </a:prstGeom>
          <a:solidFill>
            <a:srgbClr val="CED7E6">
              <a:alpha val="94671"/>
            </a:srgbClr>
          </a:solidFill>
          <a:ln>
            <a:noFill/>
          </a:ln>
        </p:spPr>
      </p:sp>
      <p:sp>
        <p:nvSpPr>
          <p:cNvPr id="27" name="wm.whiteboard.36.72"/>
          <p:cNvSpPr/>
          <p:nvPr/>
        </p:nvSpPr>
        <p:spPr>
          <a:xfrm>
            <a:off x="8039100" y="1143000"/>
            <a:ext cx="38100" cy="38100"/>
          </a:xfrm>
          <a:prstGeom prst="rect">
            <a:avLst/>
          </a:prstGeom>
          <a:solidFill>
            <a:srgbClr val="CED7E6">
              <a:alpha val="79547"/>
            </a:srgbClr>
          </a:solidFill>
          <a:ln>
            <a:noFill/>
          </a:ln>
        </p:spPr>
      </p:sp>
      <p:sp>
        <p:nvSpPr>
          <p:cNvPr id="28" name="wm.whiteboard.36.90"/>
          <p:cNvSpPr/>
          <p:nvPr/>
        </p:nvSpPr>
        <p:spPr>
          <a:xfrm>
            <a:off x="8039100" y="1371600"/>
            <a:ext cx="38100" cy="38100"/>
          </a:xfrm>
          <a:prstGeom prst="rect">
            <a:avLst/>
          </a:prstGeom>
          <a:solidFill>
            <a:srgbClr val="CED7E6">
              <a:alpha val="63833"/>
            </a:srgbClr>
          </a:solidFill>
          <a:ln>
            <a:noFill/>
          </a:ln>
        </p:spPr>
      </p:sp>
      <p:sp>
        <p:nvSpPr>
          <p:cNvPr id="29" name="wm.whiteboard.36.108"/>
          <p:cNvSpPr/>
          <p:nvPr/>
        </p:nvSpPr>
        <p:spPr>
          <a:xfrm>
            <a:off x="8039100" y="1600200"/>
            <a:ext cx="38100" cy="38100"/>
          </a:xfrm>
          <a:prstGeom prst="rect">
            <a:avLst/>
          </a:prstGeom>
          <a:solidFill>
            <a:srgbClr val="CED7E6">
              <a:alpha val="47790"/>
            </a:srgbClr>
          </a:solidFill>
          <a:ln>
            <a:noFill/>
          </a:ln>
        </p:spPr>
      </p:sp>
      <p:sp>
        <p:nvSpPr>
          <p:cNvPr id="30" name="wm.whiteboard.36.126"/>
          <p:cNvSpPr/>
          <p:nvPr/>
        </p:nvSpPr>
        <p:spPr>
          <a:xfrm>
            <a:off x="8039100" y="1828800"/>
            <a:ext cx="38100" cy="38100"/>
          </a:xfrm>
          <a:prstGeom prst="rect">
            <a:avLst/>
          </a:prstGeom>
          <a:solidFill>
            <a:srgbClr val="CED7E6">
              <a:alpha val="31549"/>
            </a:srgbClr>
          </a:solidFill>
          <a:ln>
            <a:noFill/>
          </a:ln>
        </p:spPr>
      </p:sp>
      <p:sp>
        <p:nvSpPr>
          <p:cNvPr id="31" name="wm.whiteboard.36.144"/>
          <p:cNvSpPr/>
          <p:nvPr/>
        </p:nvSpPr>
        <p:spPr>
          <a:xfrm>
            <a:off x="8039100" y="2057400"/>
            <a:ext cx="38100" cy="38100"/>
          </a:xfrm>
          <a:prstGeom prst="rect">
            <a:avLst/>
          </a:prstGeom>
          <a:solidFill>
            <a:srgbClr val="CED7E6">
              <a:alpha val="15179"/>
            </a:srgbClr>
          </a:solidFill>
          <a:ln>
            <a:noFill/>
          </a:ln>
        </p:spPr>
      </p:sp>
      <p:sp>
        <p:nvSpPr>
          <p:cNvPr id="32" name="wm.whiteboard.54.0"/>
          <p:cNvSpPr/>
          <p:nvPr/>
        </p:nvSpPr>
        <p:spPr>
          <a:xfrm>
            <a:off x="8267700" y="228600"/>
            <a:ext cx="38100" cy="38100"/>
          </a:xfrm>
          <a:prstGeom prst="rect">
            <a:avLst/>
          </a:prstGeom>
          <a:solidFill>
            <a:srgbClr val="CED7E6"/>
          </a:solidFill>
          <a:ln>
            <a:noFill/>
          </a:ln>
        </p:spPr>
      </p:sp>
      <p:sp>
        <p:nvSpPr>
          <p:cNvPr id="33" name="wm.whiteboard.54.18"/>
          <p:cNvSpPr/>
          <p:nvPr/>
        </p:nvSpPr>
        <p:spPr>
          <a:xfrm>
            <a:off x="8267700" y="457200"/>
            <a:ext cx="38100" cy="38100"/>
          </a:xfrm>
          <a:prstGeom prst="rect">
            <a:avLst/>
          </a:prstGeom>
          <a:solidFill>
            <a:srgbClr val="CED7E6"/>
          </a:solidFill>
          <a:ln>
            <a:noFill/>
          </a:ln>
        </p:spPr>
      </p:sp>
      <p:sp>
        <p:nvSpPr>
          <p:cNvPr id="34" name="wm.whiteboard.54.36"/>
          <p:cNvSpPr/>
          <p:nvPr/>
        </p:nvSpPr>
        <p:spPr>
          <a:xfrm>
            <a:off x="8267700" y="685800"/>
            <a:ext cx="38100" cy="38100"/>
          </a:xfrm>
          <a:prstGeom prst="rect">
            <a:avLst/>
          </a:prstGeom>
          <a:solidFill>
            <a:srgbClr val="CED7E6">
              <a:alpha val="98827"/>
            </a:srgbClr>
          </a:solidFill>
          <a:ln>
            <a:noFill/>
          </a:ln>
        </p:spPr>
      </p:sp>
      <p:sp>
        <p:nvSpPr>
          <p:cNvPr id="35" name="wm.whiteboard.54.54"/>
          <p:cNvSpPr/>
          <p:nvPr/>
        </p:nvSpPr>
        <p:spPr>
          <a:xfrm>
            <a:off x="8267700" y="914400"/>
            <a:ext cx="38100" cy="38100"/>
          </a:xfrm>
          <a:prstGeom prst="rect">
            <a:avLst/>
          </a:prstGeom>
          <a:solidFill>
            <a:srgbClr val="CED7E6">
              <a:alpha val="86895"/>
            </a:srgbClr>
          </a:solidFill>
          <a:ln>
            <a:noFill/>
          </a:ln>
        </p:spPr>
      </p:sp>
      <p:sp>
        <p:nvSpPr>
          <p:cNvPr id="36" name="wm.whiteboard.54.72"/>
          <p:cNvSpPr/>
          <p:nvPr/>
        </p:nvSpPr>
        <p:spPr>
          <a:xfrm>
            <a:off x="8267700" y="1143000"/>
            <a:ext cx="38100" cy="38100"/>
          </a:xfrm>
          <a:prstGeom prst="rect">
            <a:avLst/>
          </a:prstGeom>
          <a:solidFill>
            <a:srgbClr val="CED7E6">
              <a:alpha val="73217"/>
            </a:srgbClr>
          </a:solidFill>
          <a:ln>
            <a:noFill/>
          </a:ln>
        </p:spPr>
      </p:sp>
      <p:sp>
        <p:nvSpPr>
          <p:cNvPr id="37" name="wm.whiteboard.54.90"/>
          <p:cNvSpPr/>
          <p:nvPr/>
        </p:nvSpPr>
        <p:spPr>
          <a:xfrm>
            <a:off x="8267700" y="1371600"/>
            <a:ext cx="38100" cy="38100"/>
          </a:xfrm>
          <a:prstGeom prst="rect">
            <a:avLst/>
          </a:prstGeom>
          <a:solidFill>
            <a:srgbClr val="CED7E6">
              <a:alpha val="58541"/>
            </a:srgbClr>
          </a:solidFill>
          <a:ln>
            <a:noFill/>
          </a:ln>
        </p:spPr>
      </p:sp>
      <p:sp>
        <p:nvSpPr>
          <p:cNvPr id="38" name="wm.whiteboard.54.108"/>
          <p:cNvSpPr/>
          <p:nvPr/>
        </p:nvSpPr>
        <p:spPr>
          <a:xfrm>
            <a:off x="8267700" y="1600200"/>
            <a:ext cx="38100" cy="38100"/>
          </a:xfrm>
          <a:prstGeom prst="rect">
            <a:avLst/>
          </a:prstGeom>
          <a:solidFill>
            <a:srgbClr val="CED7E6">
              <a:alpha val="43263"/>
            </a:srgbClr>
          </a:solidFill>
          <a:ln>
            <a:noFill/>
          </a:ln>
        </p:spPr>
      </p:sp>
      <p:sp>
        <p:nvSpPr>
          <p:cNvPr id="39" name="wm.whiteboard.54.126"/>
          <p:cNvSpPr/>
          <p:nvPr/>
        </p:nvSpPr>
        <p:spPr>
          <a:xfrm>
            <a:off x="8267700" y="1828800"/>
            <a:ext cx="38100" cy="38100"/>
          </a:xfrm>
          <a:prstGeom prst="rect">
            <a:avLst/>
          </a:prstGeom>
          <a:solidFill>
            <a:srgbClr val="CED7E6">
              <a:alpha val="27603"/>
            </a:srgbClr>
          </a:solidFill>
          <a:ln>
            <a:noFill/>
          </a:ln>
        </p:spPr>
      </p:sp>
      <p:sp>
        <p:nvSpPr>
          <p:cNvPr id="40" name="wm.whiteboard.54.144"/>
          <p:cNvSpPr/>
          <p:nvPr/>
        </p:nvSpPr>
        <p:spPr>
          <a:xfrm>
            <a:off x="8267700" y="2057400"/>
            <a:ext cx="38100" cy="38100"/>
          </a:xfrm>
          <a:prstGeom prst="rect">
            <a:avLst/>
          </a:prstGeom>
          <a:solidFill>
            <a:srgbClr val="CED7E6">
              <a:alpha val="11687"/>
            </a:srgbClr>
          </a:solidFill>
          <a:ln>
            <a:noFill/>
          </a:ln>
        </p:spPr>
      </p:sp>
      <p:sp>
        <p:nvSpPr>
          <p:cNvPr id="41" name="wm.whiteboard.72.0"/>
          <p:cNvSpPr/>
          <p:nvPr/>
        </p:nvSpPr>
        <p:spPr>
          <a:xfrm>
            <a:off x="8496300" y="228600"/>
            <a:ext cx="38100" cy="38100"/>
          </a:xfrm>
          <a:prstGeom prst="rect">
            <a:avLst/>
          </a:prstGeom>
          <a:solidFill>
            <a:srgbClr val="CED7E6">
              <a:alpha val="97572"/>
            </a:srgbClr>
          </a:solidFill>
          <a:ln>
            <a:noFill/>
          </a:ln>
        </p:spPr>
      </p:sp>
      <p:sp>
        <p:nvSpPr>
          <p:cNvPr id="42" name="wm.whiteboard.72.18"/>
          <p:cNvSpPr/>
          <p:nvPr/>
        </p:nvSpPr>
        <p:spPr>
          <a:xfrm>
            <a:off x="8496300" y="457200"/>
            <a:ext cx="38100" cy="38100"/>
          </a:xfrm>
          <a:prstGeom prst="rect">
            <a:avLst/>
          </a:prstGeom>
          <a:solidFill>
            <a:srgbClr val="CED7E6">
              <a:alpha val="94724"/>
            </a:srgbClr>
          </a:solidFill>
          <a:ln>
            <a:noFill/>
          </a:ln>
        </p:spPr>
      </p:sp>
      <p:sp>
        <p:nvSpPr>
          <p:cNvPr id="43" name="wm.whiteboard.72.36"/>
          <p:cNvSpPr/>
          <p:nvPr/>
        </p:nvSpPr>
        <p:spPr>
          <a:xfrm>
            <a:off x="8496300" y="685800"/>
            <a:ext cx="38100" cy="38100"/>
          </a:xfrm>
          <a:prstGeom prst="rect">
            <a:avLst/>
          </a:prstGeom>
          <a:solidFill>
            <a:srgbClr val="CED7E6">
              <a:alpha val="87609"/>
            </a:srgbClr>
          </a:solidFill>
          <a:ln>
            <a:noFill/>
          </a:ln>
        </p:spPr>
      </p:sp>
      <p:sp>
        <p:nvSpPr>
          <p:cNvPr id="44" name="wm.whiteboard.72.54"/>
          <p:cNvSpPr/>
          <p:nvPr/>
        </p:nvSpPr>
        <p:spPr>
          <a:xfrm>
            <a:off x="8496300" y="914400"/>
            <a:ext cx="38100" cy="38100"/>
          </a:xfrm>
          <a:prstGeom prst="rect">
            <a:avLst/>
          </a:prstGeom>
          <a:solidFill>
            <a:srgbClr val="CED7E6">
              <a:alpha val="77408"/>
            </a:srgbClr>
          </a:solidFill>
          <a:ln>
            <a:noFill/>
          </a:ln>
        </p:spPr>
      </p:sp>
      <p:sp>
        <p:nvSpPr>
          <p:cNvPr id="45" name="wm.whiteboard.72.72"/>
          <p:cNvSpPr/>
          <p:nvPr/>
        </p:nvSpPr>
        <p:spPr>
          <a:xfrm>
            <a:off x="8496300" y="1143000"/>
            <a:ext cx="38100" cy="38100"/>
          </a:xfrm>
          <a:prstGeom prst="rect">
            <a:avLst/>
          </a:prstGeom>
          <a:solidFill>
            <a:srgbClr val="CED7E6">
              <a:alpha val="65181"/>
            </a:srgbClr>
          </a:solidFill>
          <a:ln>
            <a:noFill/>
          </a:ln>
        </p:spPr>
      </p:sp>
      <p:sp>
        <p:nvSpPr>
          <p:cNvPr id="46" name="wm.whiteboard.72.90"/>
          <p:cNvSpPr/>
          <p:nvPr/>
        </p:nvSpPr>
        <p:spPr>
          <a:xfrm>
            <a:off x="8496300" y="1371600"/>
            <a:ext cx="38100" cy="38100"/>
          </a:xfrm>
          <a:prstGeom prst="rect">
            <a:avLst/>
          </a:prstGeom>
          <a:solidFill>
            <a:srgbClr val="CED7E6">
              <a:alpha val="51653"/>
            </a:srgbClr>
          </a:solidFill>
          <a:ln>
            <a:noFill/>
          </a:ln>
        </p:spPr>
      </p:sp>
      <p:sp>
        <p:nvSpPr>
          <p:cNvPr id="47" name="wm.whiteboard.72.108"/>
          <p:cNvSpPr/>
          <p:nvPr/>
        </p:nvSpPr>
        <p:spPr>
          <a:xfrm>
            <a:off x="8496300" y="1600200"/>
            <a:ext cx="38100" cy="38100"/>
          </a:xfrm>
          <a:prstGeom prst="rect">
            <a:avLst/>
          </a:prstGeom>
          <a:solidFill>
            <a:srgbClr val="CED7E6">
              <a:alpha val="37275"/>
            </a:srgbClr>
          </a:solidFill>
          <a:ln>
            <a:noFill/>
          </a:ln>
        </p:spPr>
      </p:sp>
      <p:sp>
        <p:nvSpPr>
          <p:cNvPr id="48" name="wm.whiteboard.72.126"/>
          <p:cNvSpPr/>
          <p:nvPr/>
        </p:nvSpPr>
        <p:spPr>
          <a:xfrm>
            <a:off x="8496300" y="1828800"/>
            <a:ext cx="38100" cy="38100"/>
          </a:xfrm>
          <a:prstGeom prst="rect">
            <a:avLst/>
          </a:prstGeom>
          <a:solidFill>
            <a:srgbClr val="CED7E6">
              <a:alpha val="22326"/>
            </a:srgbClr>
          </a:solidFill>
          <a:ln>
            <a:noFill/>
          </a:ln>
        </p:spPr>
      </p:sp>
      <p:sp>
        <p:nvSpPr>
          <p:cNvPr id="49" name="wm.whiteboard.72.144"/>
          <p:cNvSpPr/>
          <p:nvPr/>
        </p:nvSpPr>
        <p:spPr>
          <a:xfrm>
            <a:off x="8496300" y="2057400"/>
            <a:ext cx="38100" cy="38100"/>
          </a:xfrm>
          <a:prstGeom prst="rect">
            <a:avLst/>
          </a:prstGeom>
          <a:solidFill>
            <a:srgbClr val="CED7E6">
              <a:alpha val="6980"/>
            </a:srgbClr>
          </a:solidFill>
          <a:ln>
            <a:noFill/>
          </a:ln>
        </p:spPr>
      </p:sp>
      <p:sp>
        <p:nvSpPr>
          <p:cNvPr id="50" name="wm.whiteboard.90.0"/>
          <p:cNvSpPr/>
          <p:nvPr/>
        </p:nvSpPr>
        <p:spPr>
          <a:xfrm>
            <a:off x="8724900" y="228600"/>
            <a:ext cx="38100" cy="38100"/>
          </a:xfrm>
          <a:prstGeom prst="rect">
            <a:avLst/>
          </a:prstGeom>
          <a:solidFill>
            <a:srgbClr val="CED7E6">
              <a:alpha val="83798"/>
            </a:srgbClr>
          </a:solidFill>
          <a:ln>
            <a:noFill/>
          </a:ln>
        </p:spPr>
      </p:sp>
      <p:sp>
        <p:nvSpPr>
          <p:cNvPr id="51" name="wm.whiteboard.90.18"/>
          <p:cNvSpPr/>
          <p:nvPr/>
        </p:nvSpPr>
        <p:spPr>
          <a:xfrm>
            <a:off x="8724900" y="457200"/>
            <a:ext cx="38100" cy="38100"/>
          </a:xfrm>
          <a:prstGeom prst="rect">
            <a:avLst/>
          </a:prstGeom>
          <a:solidFill>
            <a:srgbClr val="CED7E6">
              <a:alpha val="81490"/>
            </a:srgbClr>
          </a:solidFill>
          <a:ln>
            <a:noFill/>
          </a:ln>
        </p:spPr>
      </p:sp>
      <p:sp>
        <p:nvSpPr>
          <p:cNvPr id="52" name="wm.whiteboard.90.36"/>
          <p:cNvSpPr/>
          <p:nvPr/>
        </p:nvSpPr>
        <p:spPr>
          <a:xfrm>
            <a:off x="8724900" y="685800"/>
            <a:ext cx="38100" cy="38100"/>
          </a:xfrm>
          <a:prstGeom prst="rect">
            <a:avLst/>
          </a:prstGeom>
          <a:solidFill>
            <a:srgbClr val="CED7E6">
              <a:alpha val="75569"/>
            </a:srgbClr>
          </a:solidFill>
          <a:ln>
            <a:noFill/>
          </a:ln>
        </p:spPr>
      </p:sp>
      <p:sp>
        <p:nvSpPr>
          <p:cNvPr id="53" name="wm.whiteboard.90.54"/>
          <p:cNvSpPr/>
          <p:nvPr/>
        </p:nvSpPr>
        <p:spPr>
          <a:xfrm>
            <a:off x="8724900" y="914400"/>
            <a:ext cx="38100" cy="38100"/>
          </a:xfrm>
          <a:prstGeom prst="rect">
            <a:avLst/>
          </a:prstGeom>
          <a:solidFill>
            <a:srgbClr val="CED7E6">
              <a:alpha val="66767"/>
            </a:srgbClr>
          </a:solidFill>
          <a:ln>
            <a:noFill/>
          </a:ln>
        </p:spPr>
      </p:sp>
      <p:sp>
        <p:nvSpPr>
          <p:cNvPr id="54" name="wm.whiteboard.90.72"/>
          <p:cNvSpPr/>
          <p:nvPr/>
        </p:nvSpPr>
        <p:spPr>
          <a:xfrm>
            <a:off x="8724900" y="1143000"/>
            <a:ext cx="38100" cy="38100"/>
          </a:xfrm>
          <a:prstGeom prst="rect">
            <a:avLst/>
          </a:prstGeom>
          <a:solidFill>
            <a:srgbClr val="CED7E6">
              <a:alpha val="55859"/>
            </a:srgbClr>
          </a:solidFill>
          <a:ln>
            <a:noFill/>
          </a:ln>
        </p:spPr>
      </p:sp>
      <p:sp>
        <p:nvSpPr>
          <p:cNvPr id="55" name="wm.whiteboard.90.90"/>
          <p:cNvSpPr/>
          <p:nvPr/>
        </p:nvSpPr>
        <p:spPr>
          <a:xfrm>
            <a:off x="8724900" y="1371600"/>
            <a:ext cx="38100" cy="38100"/>
          </a:xfrm>
          <a:prstGeom prst="rect">
            <a:avLst/>
          </a:prstGeom>
          <a:solidFill>
            <a:srgbClr val="CED7E6">
              <a:alpha val="43468"/>
            </a:srgbClr>
          </a:solidFill>
          <a:ln>
            <a:noFill/>
          </a:ln>
        </p:spPr>
      </p:sp>
      <p:sp>
        <p:nvSpPr>
          <p:cNvPr id="56" name="wm.whiteboard.90.108"/>
          <p:cNvSpPr/>
          <p:nvPr/>
        </p:nvSpPr>
        <p:spPr>
          <a:xfrm>
            <a:off x="8724900" y="1600200"/>
            <a:ext cx="38100" cy="38100"/>
          </a:xfrm>
          <a:prstGeom prst="rect">
            <a:avLst/>
          </a:prstGeom>
          <a:solidFill>
            <a:srgbClr val="CED7E6">
              <a:alpha val="30037"/>
            </a:srgbClr>
          </a:solidFill>
          <a:ln>
            <a:noFill/>
          </a:ln>
        </p:spPr>
      </p:sp>
      <p:sp>
        <p:nvSpPr>
          <p:cNvPr id="57" name="wm.whiteboard.90.126"/>
          <p:cNvSpPr/>
          <p:nvPr/>
        </p:nvSpPr>
        <p:spPr>
          <a:xfrm>
            <a:off x="8724900" y="1828800"/>
            <a:ext cx="38100" cy="38100"/>
          </a:xfrm>
          <a:prstGeom prst="rect">
            <a:avLst/>
          </a:prstGeom>
          <a:solidFill>
            <a:srgbClr val="CED7E6">
              <a:alpha val="15870"/>
            </a:srgbClr>
          </a:solidFill>
          <a:ln>
            <a:noFill/>
          </a:ln>
        </p:spPr>
      </p:sp>
      <p:sp>
        <p:nvSpPr>
          <p:cNvPr id="58" name="wm.whiteboard.90.144"/>
          <p:cNvSpPr/>
          <p:nvPr/>
        </p:nvSpPr>
        <p:spPr>
          <a:xfrm>
            <a:off x="8724900" y="2057400"/>
            <a:ext cx="38100" cy="38100"/>
          </a:xfrm>
          <a:prstGeom prst="rect">
            <a:avLst/>
          </a:prstGeom>
          <a:solidFill>
            <a:srgbClr val="CED7E6">
              <a:alpha val="1171"/>
            </a:srgbClr>
          </a:solidFill>
          <a:ln>
            <a:noFill/>
          </a:ln>
        </p:spPr>
      </p:sp>
      <p:sp>
        <p:nvSpPr>
          <p:cNvPr id="59" name="wm.whiteboard.108.0"/>
          <p:cNvSpPr/>
          <p:nvPr/>
        </p:nvSpPr>
        <p:spPr>
          <a:xfrm>
            <a:off x="8953500" y="228600"/>
            <a:ext cx="38100" cy="38100"/>
          </a:xfrm>
          <a:prstGeom prst="rect">
            <a:avLst/>
          </a:prstGeom>
          <a:solidFill>
            <a:srgbClr val="CED7E6">
              <a:alpha val="70023"/>
            </a:srgbClr>
          </a:solidFill>
          <a:ln>
            <a:noFill/>
          </a:ln>
        </p:spPr>
      </p:sp>
      <p:sp>
        <p:nvSpPr>
          <p:cNvPr id="60" name="wm.whiteboard.108.18"/>
          <p:cNvSpPr/>
          <p:nvPr/>
        </p:nvSpPr>
        <p:spPr>
          <a:xfrm>
            <a:off x="8953500" y="457200"/>
            <a:ext cx="38100" cy="38100"/>
          </a:xfrm>
          <a:prstGeom prst="rect">
            <a:avLst/>
          </a:prstGeom>
          <a:solidFill>
            <a:srgbClr val="CED7E6">
              <a:alpha val="68085"/>
            </a:srgbClr>
          </a:solidFill>
          <a:ln>
            <a:noFill/>
          </a:ln>
        </p:spPr>
      </p:sp>
      <p:sp>
        <p:nvSpPr>
          <p:cNvPr id="61" name="wm.whiteboard.108.36"/>
          <p:cNvSpPr/>
          <p:nvPr/>
        </p:nvSpPr>
        <p:spPr>
          <a:xfrm>
            <a:off x="8953500" y="685800"/>
            <a:ext cx="38100" cy="38100"/>
          </a:xfrm>
          <a:prstGeom prst="rect">
            <a:avLst/>
          </a:prstGeom>
          <a:solidFill>
            <a:srgbClr val="CED7E6">
              <a:alpha val="63033"/>
            </a:srgbClr>
          </a:solidFill>
          <a:ln>
            <a:noFill/>
          </a:ln>
        </p:spPr>
      </p:sp>
      <p:sp>
        <p:nvSpPr>
          <p:cNvPr id="62" name="wm.whiteboard.108.54"/>
          <p:cNvSpPr/>
          <p:nvPr/>
        </p:nvSpPr>
        <p:spPr>
          <a:xfrm>
            <a:off x="8953500" y="914400"/>
            <a:ext cx="38100" cy="38100"/>
          </a:xfrm>
          <a:prstGeom prst="rect">
            <a:avLst/>
          </a:prstGeom>
          <a:solidFill>
            <a:srgbClr val="CED7E6">
              <a:alpha val="55346"/>
            </a:srgbClr>
          </a:solidFill>
          <a:ln>
            <a:noFill/>
          </a:ln>
        </p:spPr>
      </p:sp>
      <p:sp>
        <p:nvSpPr>
          <p:cNvPr id="63" name="wm.whiteboard.108.72"/>
          <p:cNvSpPr/>
          <p:nvPr/>
        </p:nvSpPr>
        <p:spPr>
          <a:xfrm>
            <a:off x="8953500" y="1143000"/>
            <a:ext cx="38100" cy="38100"/>
          </a:xfrm>
          <a:prstGeom prst="rect">
            <a:avLst/>
          </a:prstGeom>
          <a:solidFill>
            <a:srgbClr val="CED7E6">
              <a:alpha val="45583"/>
            </a:srgbClr>
          </a:solidFill>
          <a:ln>
            <a:noFill/>
          </a:ln>
        </p:spPr>
      </p:sp>
      <p:sp>
        <p:nvSpPr>
          <p:cNvPr id="64" name="wm.whiteboard.108.90"/>
          <p:cNvSpPr/>
          <p:nvPr/>
        </p:nvSpPr>
        <p:spPr>
          <a:xfrm>
            <a:off x="8953500" y="1371600"/>
            <a:ext cx="38100" cy="38100"/>
          </a:xfrm>
          <a:prstGeom prst="rect">
            <a:avLst/>
          </a:prstGeom>
          <a:solidFill>
            <a:srgbClr val="CED7E6">
              <a:alpha val="34251"/>
            </a:srgbClr>
          </a:solidFill>
          <a:ln>
            <a:noFill/>
          </a:ln>
        </p:spPr>
      </p:sp>
      <p:sp>
        <p:nvSpPr>
          <p:cNvPr id="65" name="wm.whiteboard.108.108"/>
          <p:cNvSpPr/>
          <p:nvPr/>
        </p:nvSpPr>
        <p:spPr>
          <a:xfrm>
            <a:off x="8953500" y="1600200"/>
            <a:ext cx="38100" cy="38100"/>
          </a:xfrm>
          <a:prstGeom prst="rect">
            <a:avLst/>
          </a:prstGeom>
          <a:solidFill>
            <a:srgbClr val="CED7E6">
              <a:alpha val="21754"/>
            </a:srgbClr>
          </a:solidFill>
          <a:ln>
            <a:noFill/>
          </a:ln>
        </p:spPr>
      </p:sp>
      <p:sp>
        <p:nvSpPr>
          <p:cNvPr id="66" name="wm.whiteboard.108.126"/>
          <p:cNvSpPr/>
          <p:nvPr/>
        </p:nvSpPr>
        <p:spPr>
          <a:xfrm>
            <a:off x="8953500" y="1828800"/>
            <a:ext cx="38100" cy="38100"/>
          </a:xfrm>
          <a:prstGeom prst="rect">
            <a:avLst/>
          </a:prstGeom>
          <a:solidFill>
            <a:srgbClr val="CED7E6">
              <a:alpha val="8391"/>
            </a:srgbClr>
          </a:solidFill>
          <a:ln>
            <a:noFill/>
          </a:ln>
        </p:spPr>
      </p:sp>
      <p:sp>
        <p:nvSpPr>
          <p:cNvPr id="67" name="wm.whiteboard.126.0"/>
          <p:cNvSpPr/>
          <p:nvPr/>
        </p:nvSpPr>
        <p:spPr>
          <a:xfrm>
            <a:off x="9182100" y="228600"/>
            <a:ext cx="38100" cy="38100"/>
          </a:xfrm>
          <a:prstGeom prst="rect">
            <a:avLst/>
          </a:prstGeom>
          <a:solidFill>
            <a:srgbClr val="CED7E6">
              <a:alpha val="56247"/>
            </a:srgbClr>
          </a:solidFill>
          <a:ln>
            <a:noFill/>
          </a:ln>
        </p:spPr>
      </p:sp>
      <p:sp>
        <p:nvSpPr>
          <p:cNvPr id="68" name="wm.whiteboard.126.18"/>
          <p:cNvSpPr/>
          <p:nvPr/>
        </p:nvSpPr>
        <p:spPr>
          <a:xfrm>
            <a:off x="9182100" y="457200"/>
            <a:ext cx="38100" cy="38100"/>
          </a:xfrm>
          <a:prstGeom prst="rect">
            <a:avLst/>
          </a:prstGeom>
          <a:solidFill>
            <a:srgbClr val="CED7E6">
              <a:alpha val="54578"/>
            </a:srgbClr>
          </a:solidFill>
          <a:ln>
            <a:noFill/>
          </a:ln>
        </p:spPr>
      </p:sp>
      <p:sp>
        <p:nvSpPr>
          <p:cNvPr id="69" name="wm.whiteboard.126.36"/>
          <p:cNvSpPr/>
          <p:nvPr/>
        </p:nvSpPr>
        <p:spPr>
          <a:xfrm>
            <a:off x="9182100" y="685800"/>
            <a:ext cx="38100" cy="38100"/>
          </a:xfrm>
          <a:prstGeom prst="rect">
            <a:avLst/>
          </a:prstGeom>
          <a:solidFill>
            <a:srgbClr val="CED7E6">
              <a:alpha val="50182"/>
            </a:srgbClr>
          </a:solidFill>
          <a:ln>
            <a:noFill/>
          </a:ln>
        </p:spPr>
      </p:sp>
      <p:sp>
        <p:nvSpPr>
          <p:cNvPr id="70" name="wm.whiteboard.126.54"/>
          <p:cNvSpPr/>
          <p:nvPr/>
        </p:nvSpPr>
        <p:spPr>
          <a:xfrm>
            <a:off x="9182100" y="914400"/>
            <a:ext cx="38100" cy="38100"/>
          </a:xfrm>
          <a:prstGeom prst="rect">
            <a:avLst/>
          </a:prstGeom>
          <a:solidFill>
            <a:srgbClr val="CED7E6">
              <a:alpha val="43386"/>
            </a:srgbClr>
          </a:solidFill>
          <a:ln>
            <a:noFill/>
          </a:ln>
        </p:spPr>
      </p:sp>
      <p:sp>
        <p:nvSpPr>
          <p:cNvPr id="71" name="wm.whiteboard.126.72"/>
          <p:cNvSpPr/>
          <p:nvPr/>
        </p:nvSpPr>
        <p:spPr>
          <a:xfrm>
            <a:off x="9182100" y="1143000"/>
            <a:ext cx="38100" cy="38100"/>
          </a:xfrm>
          <a:prstGeom prst="rect">
            <a:avLst/>
          </a:prstGeom>
          <a:solidFill>
            <a:srgbClr val="CED7E6">
              <a:alpha val="34598"/>
            </a:srgbClr>
          </a:solidFill>
          <a:ln>
            <a:noFill/>
          </a:ln>
        </p:spPr>
      </p:sp>
      <p:sp>
        <p:nvSpPr>
          <p:cNvPr id="72" name="wm.whiteboard.126.90"/>
          <p:cNvSpPr/>
          <p:nvPr/>
        </p:nvSpPr>
        <p:spPr>
          <a:xfrm>
            <a:off x="9182100" y="1371600"/>
            <a:ext cx="38100" cy="38100"/>
          </a:xfrm>
          <a:prstGeom prst="rect">
            <a:avLst/>
          </a:prstGeom>
          <a:solidFill>
            <a:srgbClr val="CED7E6">
              <a:alpha val="24223"/>
            </a:srgbClr>
          </a:solidFill>
          <a:ln>
            <a:noFill/>
          </a:ln>
        </p:spPr>
      </p:sp>
      <p:sp>
        <p:nvSpPr>
          <p:cNvPr id="73" name="wm.whiteboard.126.108"/>
          <p:cNvSpPr/>
          <p:nvPr/>
        </p:nvSpPr>
        <p:spPr>
          <a:xfrm>
            <a:off x="9182100" y="1600200"/>
            <a:ext cx="38100" cy="38100"/>
          </a:xfrm>
          <a:prstGeom prst="rect">
            <a:avLst/>
          </a:prstGeom>
          <a:solidFill>
            <a:srgbClr val="CED7E6">
              <a:alpha val="12610"/>
            </a:srgbClr>
          </a:solidFill>
          <a:ln>
            <a:noFill/>
          </a:ln>
        </p:spPr>
      </p:sp>
      <p:sp>
        <p:nvSpPr>
          <p:cNvPr id="74" name="wm.whiteboard.126.126"/>
          <p:cNvSpPr/>
          <p:nvPr/>
        </p:nvSpPr>
        <p:spPr>
          <a:xfrm>
            <a:off x="9182100" y="1828800"/>
            <a:ext cx="38100" cy="38100"/>
          </a:xfrm>
          <a:prstGeom prst="rect">
            <a:avLst/>
          </a:prstGeom>
          <a:solidFill>
            <a:srgbClr val="CED7E6">
              <a:alpha val="40"/>
            </a:srgbClr>
          </a:solidFill>
          <a:ln>
            <a:noFill/>
          </a:ln>
        </p:spPr>
      </p:sp>
      <p:sp>
        <p:nvSpPr>
          <p:cNvPr id="75" name="wm.whiteboard.144.0"/>
          <p:cNvSpPr/>
          <p:nvPr/>
        </p:nvSpPr>
        <p:spPr>
          <a:xfrm>
            <a:off x="9410700" y="228600"/>
            <a:ext cx="38100" cy="38100"/>
          </a:xfrm>
          <a:prstGeom prst="rect">
            <a:avLst/>
          </a:prstGeom>
          <a:solidFill>
            <a:srgbClr val="CED7E6">
              <a:alpha val="42471"/>
            </a:srgbClr>
          </a:solidFill>
          <a:ln>
            <a:noFill/>
          </a:ln>
        </p:spPr>
      </p:sp>
      <p:sp>
        <p:nvSpPr>
          <p:cNvPr id="76" name="wm.whiteboard.144.18"/>
          <p:cNvSpPr/>
          <p:nvPr/>
        </p:nvSpPr>
        <p:spPr>
          <a:xfrm>
            <a:off x="9410700" y="457200"/>
            <a:ext cx="38100" cy="38100"/>
          </a:xfrm>
          <a:prstGeom prst="rect">
            <a:avLst/>
          </a:prstGeom>
          <a:solidFill>
            <a:srgbClr val="CED7E6">
              <a:alpha val="41005"/>
            </a:srgbClr>
          </a:solidFill>
          <a:ln>
            <a:noFill/>
          </a:ln>
        </p:spPr>
      </p:sp>
      <p:sp>
        <p:nvSpPr>
          <p:cNvPr id="77" name="wm.whiteboard.144.36"/>
          <p:cNvSpPr/>
          <p:nvPr/>
        </p:nvSpPr>
        <p:spPr>
          <a:xfrm>
            <a:off x="9410700" y="685800"/>
            <a:ext cx="38100" cy="38100"/>
          </a:xfrm>
          <a:prstGeom prst="rect">
            <a:avLst/>
          </a:prstGeom>
          <a:solidFill>
            <a:srgbClr val="CED7E6">
              <a:alpha val="37120"/>
            </a:srgbClr>
          </a:solidFill>
          <a:ln>
            <a:noFill/>
          </a:ln>
        </p:spPr>
      </p:sp>
      <p:sp>
        <p:nvSpPr>
          <p:cNvPr id="78" name="wm.whiteboard.144.54"/>
          <p:cNvSpPr/>
          <p:nvPr/>
        </p:nvSpPr>
        <p:spPr>
          <a:xfrm>
            <a:off x="9410700" y="914400"/>
            <a:ext cx="38100" cy="38100"/>
          </a:xfrm>
          <a:prstGeom prst="rect">
            <a:avLst/>
          </a:prstGeom>
          <a:solidFill>
            <a:srgbClr val="CED7E6">
              <a:alpha val="31044"/>
            </a:srgbClr>
          </a:solidFill>
          <a:ln>
            <a:noFill/>
          </a:ln>
        </p:spPr>
      </p:sp>
      <p:sp>
        <p:nvSpPr>
          <p:cNvPr id="79" name="wm.whiteboard.144.72"/>
          <p:cNvSpPr/>
          <p:nvPr/>
        </p:nvSpPr>
        <p:spPr>
          <a:xfrm>
            <a:off x="9410700" y="1143000"/>
            <a:ext cx="38100" cy="38100"/>
          </a:xfrm>
          <a:prstGeom prst="rect">
            <a:avLst/>
          </a:prstGeom>
          <a:solidFill>
            <a:srgbClr val="CED7E6">
              <a:alpha val="23083"/>
            </a:srgbClr>
          </a:solidFill>
          <a:ln>
            <a:noFill/>
          </a:ln>
        </p:spPr>
      </p:sp>
      <p:sp>
        <p:nvSpPr>
          <p:cNvPr id="80" name="wm.whiteboard.144.90"/>
          <p:cNvSpPr/>
          <p:nvPr/>
        </p:nvSpPr>
        <p:spPr>
          <a:xfrm>
            <a:off x="9410700" y="1371600"/>
            <a:ext cx="38100" cy="38100"/>
          </a:xfrm>
          <a:prstGeom prst="rect">
            <a:avLst/>
          </a:prstGeom>
          <a:solidFill>
            <a:srgbClr val="CED7E6">
              <a:alpha val="13557"/>
            </a:srgbClr>
          </a:solidFill>
          <a:ln>
            <a:noFill/>
          </a:ln>
        </p:spPr>
      </p:sp>
      <p:sp>
        <p:nvSpPr>
          <p:cNvPr id="81" name="wm.whiteboard.144.108"/>
          <p:cNvSpPr/>
          <p:nvPr/>
        </p:nvSpPr>
        <p:spPr>
          <a:xfrm>
            <a:off x="9410700" y="1600200"/>
            <a:ext cx="38100" cy="38100"/>
          </a:xfrm>
          <a:prstGeom prst="rect">
            <a:avLst/>
          </a:prstGeom>
          <a:solidFill>
            <a:srgbClr val="CED7E6">
              <a:alpha val="2762"/>
            </a:srgbClr>
          </a:solidFill>
          <a:ln>
            <a:noFill/>
          </a:ln>
        </p:spPr>
      </p:sp>
      <p:sp>
        <p:nvSpPr>
          <p:cNvPr id="82" name="wm.whiteboard.162.0"/>
          <p:cNvSpPr/>
          <p:nvPr/>
        </p:nvSpPr>
        <p:spPr>
          <a:xfrm>
            <a:off x="9639300" y="228600"/>
            <a:ext cx="38100" cy="38100"/>
          </a:xfrm>
          <a:prstGeom prst="rect">
            <a:avLst/>
          </a:prstGeom>
          <a:solidFill>
            <a:srgbClr val="CED7E6">
              <a:alpha val="28695"/>
            </a:srgbClr>
          </a:solidFill>
          <a:ln>
            <a:noFill/>
          </a:ln>
        </p:spPr>
      </p:sp>
      <p:sp>
        <p:nvSpPr>
          <p:cNvPr id="83" name="wm.whiteboard.162.18"/>
          <p:cNvSpPr/>
          <p:nvPr/>
        </p:nvSpPr>
        <p:spPr>
          <a:xfrm>
            <a:off x="9639300" y="457200"/>
            <a:ext cx="38100" cy="38100"/>
          </a:xfrm>
          <a:prstGeom prst="rect">
            <a:avLst/>
          </a:prstGeom>
          <a:solidFill>
            <a:srgbClr val="CED7E6">
              <a:alpha val="27389"/>
            </a:srgbClr>
          </a:solidFill>
          <a:ln>
            <a:noFill/>
          </a:ln>
        </p:spPr>
      </p:sp>
      <p:sp>
        <p:nvSpPr>
          <p:cNvPr id="84" name="wm.whiteboard.162.36"/>
          <p:cNvSpPr/>
          <p:nvPr/>
        </p:nvSpPr>
        <p:spPr>
          <a:xfrm>
            <a:off x="9639300" y="685800"/>
            <a:ext cx="38100" cy="38100"/>
          </a:xfrm>
          <a:prstGeom prst="rect">
            <a:avLst/>
          </a:prstGeom>
          <a:solidFill>
            <a:srgbClr val="CED7E6">
              <a:alpha val="23910"/>
            </a:srgbClr>
          </a:solidFill>
          <a:ln>
            <a:noFill/>
          </a:ln>
        </p:spPr>
      </p:sp>
      <p:sp>
        <p:nvSpPr>
          <p:cNvPr id="85" name="wm.whiteboard.162.54"/>
          <p:cNvSpPr/>
          <p:nvPr/>
        </p:nvSpPr>
        <p:spPr>
          <a:xfrm>
            <a:off x="9639300" y="914400"/>
            <a:ext cx="38100" cy="38100"/>
          </a:xfrm>
          <a:prstGeom prst="rect">
            <a:avLst/>
          </a:prstGeom>
          <a:solidFill>
            <a:srgbClr val="CED7E6">
              <a:alpha val="18425"/>
            </a:srgbClr>
          </a:solidFill>
          <a:ln>
            <a:noFill/>
          </a:ln>
        </p:spPr>
      </p:sp>
      <p:sp>
        <p:nvSpPr>
          <p:cNvPr id="86" name="wm.whiteboard.162.72"/>
          <p:cNvSpPr/>
          <p:nvPr/>
        </p:nvSpPr>
        <p:spPr>
          <a:xfrm>
            <a:off x="9639300" y="1143000"/>
            <a:ext cx="38100" cy="38100"/>
          </a:xfrm>
          <a:prstGeom prst="rect">
            <a:avLst/>
          </a:prstGeom>
          <a:solidFill>
            <a:srgbClr val="CED7E6">
              <a:alpha val="11167"/>
            </a:srgbClr>
          </a:solidFill>
          <a:ln>
            <a:noFill/>
          </a:ln>
        </p:spPr>
      </p:sp>
      <p:sp>
        <p:nvSpPr>
          <p:cNvPr id="87" name="wm.whiteboard.162.90"/>
          <p:cNvSpPr/>
          <p:nvPr/>
        </p:nvSpPr>
        <p:spPr>
          <a:xfrm>
            <a:off x="9639300" y="1371600"/>
            <a:ext cx="38100" cy="38100"/>
          </a:xfrm>
          <a:prstGeom prst="rect">
            <a:avLst/>
          </a:prstGeom>
          <a:solidFill>
            <a:srgbClr val="CED7E6">
              <a:alpha val="2388"/>
            </a:srgbClr>
          </a:solidFill>
          <a:ln>
            <a:noFill/>
          </a:ln>
        </p:spPr>
      </p:sp>
      <p:sp>
        <p:nvSpPr>
          <p:cNvPr id="88" name="wm.whiteboard.180.0"/>
          <p:cNvSpPr/>
          <p:nvPr/>
        </p:nvSpPr>
        <p:spPr>
          <a:xfrm>
            <a:off x="9867900" y="228600"/>
            <a:ext cx="38100" cy="38100"/>
          </a:xfrm>
          <a:prstGeom prst="rect">
            <a:avLst/>
          </a:prstGeom>
          <a:solidFill>
            <a:srgbClr val="CED7E6">
              <a:alpha val="14918"/>
            </a:srgbClr>
          </a:solidFill>
          <a:ln>
            <a:noFill/>
          </a:ln>
        </p:spPr>
      </p:sp>
      <p:sp>
        <p:nvSpPr>
          <p:cNvPr id="89" name="wm.whiteboard.180.18"/>
          <p:cNvSpPr/>
          <p:nvPr/>
        </p:nvSpPr>
        <p:spPr>
          <a:xfrm>
            <a:off x="9867900" y="457200"/>
            <a:ext cx="38100" cy="38100"/>
          </a:xfrm>
          <a:prstGeom prst="rect">
            <a:avLst/>
          </a:prstGeom>
          <a:solidFill>
            <a:srgbClr val="CED7E6">
              <a:alpha val="13741"/>
            </a:srgbClr>
          </a:solidFill>
          <a:ln>
            <a:noFill/>
          </a:ln>
        </p:spPr>
      </p:sp>
      <p:sp>
        <p:nvSpPr>
          <p:cNvPr id="90" name="wm.whiteboard.180.36"/>
          <p:cNvSpPr/>
          <p:nvPr/>
        </p:nvSpPr>
        <p:spPr>
          <a:xfrm>
            <a:off x="9867900" y="685800"/>
            <a:ext cx="38100" cy="38100"/>
          </a:xfrm>
          <a:prstGeom prst="rect">
            <a:avLst/>
          </a:prstGeom>
          <a:solidFill>
            <a:srgbClr val="CED7E6">
              <a:alpha val="10593"/>
            </a:srgbClr>
          </a:solidFill>
          <a:ln>
            <a:noFill/>
          </a:ln>
        </p:spPr>
      </p:sp>
      <p:sp>
        <p:nvSpPr>
          <p:cNvPr id="91" name="wm.whiteboard.180.54"/>
          <p:cNvSpPr/>
          <p:nvPr/>
        </p:nvSpPr>
        <p:spPr>
          <a:xfrm>
            <a:off x="9867900" y="914400"/>
            <a:ext cx="38100" cy="38100"/>
          </a:xfrm>
          <a:prstGeom prst="rect">
            <a:avLst/>
          </a:prstGeom>
          <a:solidFill>
            <a:srgbClr val="CED7E6">
              <a:alpha val="5600"/>
            </a:srgbClr>
          </a:solidFill>
          <a:ln>
            <a:noFill/>
          </a:ln>
        </p:spPr>
      </p:sp>
      <p:sp>
        <p:nvSpPr>
          <p:cNvPr id="92" name="wm.whiteboard.198.0"/>
          <p:cNvSpPr/>
          <p:nvPr/>
        </p:nvSpPr>
        <p:spPr>
          <a:xfrm>
            <a:off x="10096500" y="228600"/>
            <a:ext cx="38100" cy="38100"/>
          </a:xfrm>
          <a:prstGeom prst="rect">
            <a:avLst/>
          </a:prstGeom>
          <a:solidFill>
            <a:srgbClr val="CED7E6">
              <a:alpha val="1142"/>
            </a:srgbClr>
          </a:solidFill>
          <a:ln>
            <a:noFill/>
          </a:ln>
        </p:spPr>
      </p:sp>
      <p:sp>
        <p:nvSpPr>
          <p:cNvPr id="93" name="wm.whiteboard.198.18"/>
          <p:cNvSpPr/>
          <p:nvPr/>
        </p:nvSpPr>
        <p:spPr>
          <a:xfrm>
            <a:off x="10096500" y="457200"/>
            <a:ext cx="38100" cy="38100"/>
          </a:xfrm>
          <a:prstGeom prst="rect">
            <a:avLst/>
          </a:prstGeom>
          <a:solidFill>
            <a:srgbClr val="CED7E6">
              <a:alpha val="69"/>
            </a:srgbClr>
          </a:solidFill>
          <a:ln>
            <a:noFill/>
          </a:ln>
        </p:spPr>
      </p:sp>
      <p:sp>
        <p:nvSpPr>
          <p:cNvPr id="94" name="wm.header.rule"/>
          <p:cNvSpPr/>
          <p:nvPr/>
        </p:nvSpPr>
        <p:spPr>
          <a:xfrm>
            <a:off x="8039100" y="1600200"/>
            <a:ext cx="3429000" cy="9525"/>
          </a:xfrm>
          <a:prstGeom prst="rect">
            <a:avLst/>
          </a:prstGeom>
          <a:solidFill>
            <a:srgbClr val="CED7E6"/>
          </a:solidFill>
          <a:ln>
            <a:noFill/>
          </a:ln>
        </p:spPr>
      </p:sp>
      <p:pic>
        <p:nvPicPr>
          <p:cNvPr id="95"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210300"/>
            <a:ext cx="729403" cy="152400"/>
          </a:xfrm>
          <a:prstGeom prst="rect">
            <a:avLst/>
          </a:prstGeom>
        </p:spPr>
      </p:pic>
      <p:sp>
        <p:nvSpPr>
          <p:cNvPr id="96" name="wm.legal"/>
          <p:cNvSpPr/>
          <p:nvPr/>
        </p:nvSpPr>
        <p:spPr>
          <a:xfrm>
            <a:off x="2171700" y="6172200"/>
            <a:ext cx="89154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wmds.frame.466d7d554085fe9f3d1c">
    <p:bg>
      <p:bgPr>
        <a:solidFill>
          <a:srgbClr val="FFFFFF"/>
        </a:solidFill>
      </p:bgPr>
    </p:bg>
    <p:spTree>
      <p:nvGrpSpPr>
        <p:cNvPr id="1" name=""/>
        <p:cNvGrpSpPr/>
        <p:nvPr/>
      </p:nvGrpSpPr>
      <p:grpSpPr>
        <a:xfrm>
          <a:off x="0" y="0"/>
          <a:ext cx="0" cy="0"/>
          <a:chOff x="0" y="0"/>
          <a:chExt cx="0" cy="0"/>
        </a:xfrm>
      </p:grpSpPr>
      <p:sp>
        <p:nvSpPr>
          <p:cNvPr id="2" name="wm.footer.rule"/>
          <p:cNvSpPr/>
          <p:nvPr/>
        </p:nvSpPr>
        <p:spPr>
          <a:xfrm>
            <a:off x="723900" y="6057900"/>
            <a:ext cx="10744200" cy="9525"/>
          </a:xfrm>
          <a:prstGeom prst="rect">
            <a:avLst/>
          </a:prstGeom>
          <a:solidFill>
            <a:srgbClr val="CED7E6"/>
          </a:solidFill>
          <a:ln>
            <a:noFill/>
          </a:ln>
        </p:spPr>
      </p:sp>
      <p:sp>
        <p:nvSpPr>
          <p:cNvPr id="3" name="wm.whiteboard.0.0"/>
          <p:cNvSpPr/>
          <p:nvPr/>
        </p:nvSpPr>
        <p:spPr>
          <a:xfrm>
            <a:off x="7581900" y="228600"/>
            <a:ext cx="38100" cy="38100"/>
          </a:xfrm>
          <a:prstGeom prst="rect">
            <a:avLst/>
          </a:prstGeom>
          <a:solidFill>
            <a:srgbClr val="CED7E6"/>
          </a:solidFill>
          <a:ln>
            <a:noFill/>
          </a:ln>
        </p:spPr>
      </p:sp>
      <p:sp>
        <p:nvSpPr>
          <p:cNvPr id="4" name="wm.whiteboard.0.18"/>
          <p:cNvSpPr/>
          <p:nvPr/>
        </p:nvSpPr>
        <p:spPr>
          <a:xfrm>
            <a:off x="7581900" y="457200"/>
            <a:ext cx="38100" cy="38100"/>
          </a:xfrm>
          <a:prstGeom prst="rect">
            <a:avLst/>
          </a:prstGeom>
          <a:solidFill>
            <a:srgbClr val="CED7E6"/>
          </a:solidFill>
          <a:ln>
            <a:noFill/>
          </a:ln>
        </p:spPr>
      </p:sp>
      <p:sp>
        <p:nvSpPr>
          <p:cNvPr id="5" name="wm.whiteboard.0.36"/>
          <p:cNvSpPr/>
          <p:nvPr/>
        </p:nvSpPr>
        <p:spPr>
          <a:xfrm>
            <a:off x="7581900" y="685800"/>
            <a:ext cx="38100" cy="38100"/>
          </a:xfrm>
          <a:prstGeom prst="rect">
            <a:avLst/>
          </a:prstGeom>
          <a:solidFill>
            <a:srgbClr val="CED7E6"/>
          </a:solidFill>
          <a:ln>
            <a:noFill/>
          </a:ln>
        </p:spPr>
      </p:sp>
      <p:sp>
        <p:nvSpPr>
          <p:cNvPr id="6" name="wm.whiteboard.0.54"/>
          <p:cNvSpPr/>
          <p:nvPr/>
        </p:nvSpPr>
        <p:spPr>
          <a:xfrm>
            <a:off x="7581900" y="914400"/>
            <a:ext cx="38100" cy="38100"/>
          </a:xfrm>
          <a:prstGeom prst="rect">
            <a:avLst/>
          </a:prstGeom>
          <a:solidFill>
            <a:srgbClr val="CED7E6"/>
          </a:solidFill>
          <a:ln>
            <a:noFill/>
          </a:ln>
        </p:spPr>
      </p:sp>
      <p:sp>
        <p:nvSpPr>
          <p:cNvPr id="7" name="wm.whiteboard.0.72"/>
          <p:cNvSpPr/>
          <p:nvPr/>
        </p:nvSpPr>
        <p:spPr>
          <a:xfrm>
            <a:off x="7581900" y="1143000"/>
            <a:ext cx="38100" cy="38100"/>
          </a:xfrm>
          <a:prstGeom prst="rect">
            <a:avLst/>
          </a:prstGeom>
          <a:solidFill>
            <a:srgbClr val="CED7E6">
              <a:alpha val="85305"/>
            </a:srgbClr>
          </a:solidFill>
          <a:ln>
            <a:noFill/>
          </a:ln>
        </p:spPr>
      </p:sp>
      <p:sp>
        <p:nvSpPr>
          <p:cNvPr id="8" name="wm.whiteboard.0.90"/>
          <p:cNvSpPr/>
          <p:nvPr/>
        </p:nvSpPr>
        <p:spPr>
          <a:xfrm>
            <a:off x="7581900" y="1371600"/>
            <a:ext cx="38100" cy="38100"/>
          </a:xfrm>
          <a:prstGeom prst="rect">
            <a:avLst/>
          </a:prstGeom>
          <a:solidFill>
            <a:srgbClr val="CED7E6">
              <a:alpha val="68524"/>
            </a:srgbClr>
          </a:solidFill>
          <a:ln>
            <a:noFill/>
          </a:ln>
        </p:spPr>
      </p:sp>
      <p:sp>
        <p:nvSpPr>
          <p:cNvPr id="9" name="wm.whiteboard.0.108"/>
          <p:cNvSpPr/>
          <p:nvPr/>
        </p:nvSpPr>
        <p:spPr>
          <a:xfrm>
            <a:off x="7581900" y="1600200"/>
            <a:ext cx="38100" cy="38100"/>
          </a:xfrm>
          <a:prstGeom prst="rect">
            <a:avLst/>
          </a:prstGeom>
          <a:solidFill>
            <a:srgbClr val="CED7E6">
              <a:alpha val="51742"/>
            </a:srgbClr>
          </a:solidFill>
          <a:ln>
            <a:noFill/>
          </a:ln>
        </p:spPr>
      </p:sp>
      <p:sp>
        <p:nvSpPr>
          <p:cNvPr id="10" name="wm.whiteboard.0.126"/>
          <p:cNvSpPr/>
          <p:nvPr/>
        </p:nvSpPr>
        <p:spPr>
          <a:xfrm>
            <a:off x="7581900" y="1828800"/>
            <a:ext cx="38100" cy="38100"/>
          </a:xfrm>
          <a:prstGeom prst="rect">
            <a:avLst/>
          </a:prstGeom>
          <a:solidFill>
            <a:srgbClr val="CED7E6">
              <a:alpha val="34959"/>
            </a:srgbClr>
          </a:solidFill>
          <a:ln>
            <a:noFill/>
          </a:ln>
        </p:spPr>
      </p:sp>
      <p:sp>
        <p:nvSpPr>
          <p:cNvPr id="11" name="wm.whiteboard.0.144"/>
          <p:cNvSpPr/>
          <p:nvPr/>
        </p:nvSpPr>
        <p:spPr>
          <a:xfrm>
            <a:off x="7581900" y="2057400"/>
            <a:ext cx="38100" cy="38100"/>
          </a:xfrm>
          <a:prstGeom prst="rect">
            <a:avLst/>
          </a:prstGeom>
          <a:solidFill>
            <a:srgbClr val="CED7E6">
              <a:alpha val="18177"/>
            </a:srgbClr>
          </a:solidFill>
          <a:ln>
            <a:noFill/>
          </a:ln>
        </p:spPr>
      </p:sp>
      <p:sp>
        <p:nvSpPr>
          <p:cNvPr id="12" name="wm.whiteboard.0.162"/>
          <p:cNvSpPr/>
          <p:nvPr/>
        </p:nvSpPr>
        <p:spPr>
          <a:xfrm>
            <a:off x="7581900" y="2286000"/>
            <a:ext cx="38100" cy="38100"/>
          </a:xfrm>
          <a:prstGeom prst="rect">
            <a:avLst/>
          </a:prstGeom>
          <a:solidFill>
            <a:srgbClr val="CED7E6">
              <a:alpha val="1394"/>
            </a:srgbClr>
          </a:solidFill>
          <a:ln>
            <a:noFill/>
          </a:ln>
        </p:spPr>
      </p:sp>
      <p:sp>
        <p:nvSpPr>
          <p:cNvPr id="13" name="wm.whiteboard.18.0"/>
          <p:cNvSpPr/>
          <p:nvPr/>
        </p:nvSpPr>
        <p:spPr>
          <a:xfrm>
            <a:off x="7810500" y="228600"/>
            <a:ext cx="38100" cy="38100"/>
          </a:xfrm>
          <a:prstGeom prst="rect">
            <a:avLst/>
          </a:prstGeom>
          <a:solidFill>
            <a:srgbClr val="CED7E6"/>
          </a:solidFill>
          <a:ln>
            <a:noFill/>
          </a:ln>
        </p:spPr>
      </p:sp>
      <p:sp>
        <p:nvSpPr>
          <p:cNvPr id="14" name="wm.whiteboard.18.18"/>
          <p:cNvSpPr/>
          <p:nvPr/>
        </p:nvSpPr>
        <p:spPr>
          <a:xfrm>
            <a:off x="7810500" y="457200"/>
            <a:ext cx="38100" cy="38100"/>
          </a:xfrm>
          <a:prstGeom prst="rect">
            <a:avLst/>
          </a:prstGeom>
          <a:solidFill>
            <a:srgbClr val="CED7E6"/>
          </a:solidFill>
          <a:ln>
            <a:noFill/>
          </a:ln>
        </p:spPr>
      </p:sp>
      <p:sp>
        <p:nvSpPr>
          <p:cNvPr id="15" name="wm.whiteboard.18.36"/>
          <p:cNvSpPr/>
          <p:nvPr/>
        </p:nvSpPr>
        <p:spPr>
          <a:xfrm>
            <a:off x="7810500" y="685800"/>
            <a:ext cx="38100" cy="38100"/>
          </a:xfrm>
          <a:prstGeom prst="rect">
            <a:avLst/>
          </a:prstGeom>
          <a:solidFill>
            <a:srgbClr val="CED7E6"/>
          </a:solidFill>
          <a:ln>
            <a:noFill/>
          </a:ln>
        </p:spPr>
      </p:sp>
      <p:sp>
        <p:nvSpPr>
          <p:cNvPr id="16" name="wm.whiteboard.18.54"/>
          <p:cNvSpPr/>
          <p:nvPr/>
        </p:nvSpPr>
        <p:spPr>
          <a:xfrm>
            <a:off x="7810500" y="914400"/>
            <a:ext cx="38100" cy="38100"/>
          </a:xfrm>
          <a:prstGeom prst="rect">
            <a:avLst/>
          </a:prstGeom>
          <a:solidFill>
            <a:srgbClr val="CED7E6">
              <a:alpha val="99988"/>
            </a:srgbClr>
          </a:solidFill>
          <a:ln>
            <a:noFill/>
          </a:ln>
        </p:spPr>
      </p:sp>
      <p:sp>
        <p:nvSpPr>
          <p:cNvPr id="17" name="wm.whiteboard.18.72"/>
          <p:cNvSpPr/>
          <p:nvPr/>
        </p:nvSpPr>
        <p:spPr>
          <a:xfrm>
            <a:off x="7810500" y="1143000"/>
            <a:ext cx="38100" cy="38100"/>
          </a:xfrm>
          <a:prstGeom prst="rect">
            <a:avLst/>
          </a:prstGeom>
          <a:solidFill>
            <a:srgbClr val="CED7E6">
              <a:alpha val="83708"/>
            </a:srgbClr>
          </a:solidFill>
          <a:ln>
            <a:noFill/>
          </a:ln>
        </p:spPr>
      </p:sp>
      <p:sp>
        <p:nvSpPr>
          <p:cNvPr id="18" name="wm.whiteboard.18.90"/>
          <p:cNvSpPr/>
          <p:nvPr/>
        </p:nvSpPr>
        <p:spPr>
          <a:xfrm>
            <a:off x="7810500" y="1371600"/>
            <a:ext cx="38100" cy="38100"/>
          </a:xfrm>
          <a:prstGeom prst="rect">
            <a:avLst/>
          </a:prstGeom>
          <a:solidFill>
            <a:srgbClr val="CED7E6">
              <a:alpha val="67236"/>
            </a:srgbClr>
          </a:solidFill>
          <a:ln>
            <a:noFill/>
          </a:ln>
        </p:spPr>
      </p:sp>
      <p:sp>
        <p:nvSpPr>
          <p:cNvPr id="19" name="wm.whiteboard.18.108"/>
          <p:cNvSpPr/>
          <p:nvPr/>
        </p:nvSpPr>
        <p:spPr>
          <a:xfrm>
            <a:off x="7810500" y="1600200"/>
            <a:ext cx="38100" cy="38100"/>
          </a:xfrm>
          <a:prstGeom prst="rect">
            <a:avLst/>
          </a:prstGeom>
          <a:solidFill>
            <a:srgbClr val="CED7E6">
              <a:alpha val="50663"/>
            </a:srgbClr>
          </a:solidFill>
          <a:ln>
            <a:noFill/>
          </a:ln>
        </p:spPr>
      </p:sp>
      <p:sp>
        <p:nvSpPr>
          <p:cNvPr id="20" name="wm.whiteboard.18.126"/>
          <p:cNvSpPr/>
          <p:nvPr/>
        </p:nvSpPr>
        <p:spPr>
          <a:xfrm>
            <a:off x="7810500" y="1828800"/>
            <a:ext cx="38100" cy="38100"/>
          </a:xfrm>
          <a:prstGeom prst="rect">
            <a:avLst/>
          </a:prstGeom>
          <a:solidFill>
            <a:srgbClr val="CED7E6">
              <a:alpha val="34032"/>
            </a:srgbClr>
          </a:solidFill>
          <a:ln>
            <a:noFill/>
          </a:ln>
        </p:spPr>
      </p:sp>
      <p:sp>
        <p:nvSpPr>
          <p:cNvPr id="21" name="wm.whiteboard.18.144"/>
          <p:cNvSpPr/>
          <p:nvPr/>
        </p:nvSpPr>
        <p:spPr>
          <a:xfrm>
            <a:off x="7810500" y="2057400"/>
            <a:ext cx="38100" cy="38100"/>
          </a:xfrm>
          <a:prstGeom prst="rect">
            <a:avLst/>
          </a:prstGeom>
          <a:solidFill>
            <a:srgbClr val="CED7E6">
              <a:alpha val="17363"/>
            </a:srgbClr>
          </a:solidFill>
          <a:ln>
            <a:noFill/>
          </a:ln>
        </p:spPr>
      </p:sp>
      <p:sp>
        <p:nvSpPr>
          <p:cNvPr id="22" name="wm.whiteboard.18.162"/>
          <p:cNvSpPr/>
          <p:nvPr/>
        </p:nvSpPr>
        <p:spPr>
          <a:xfrm>
            <a:off x="7810500" y="2286000"/>
            <a:ext cx="38100" cy="38100"/>
          </a:xfrm>
          <a:prstGeom prst="rect">
            <a:avLst/>
          </a:prstGeom>
          <a:solidFill>
            <a:srgbClr val="CED7E6">
              <a:alpha val="670"/>
            </a:srgbClr>
          </a:solidFill>
          <a:ln>
            <a:noFill/>
          </a:ln>
        </p:spPr>
      </p:sp>
      <p:sp>
        <p:nvSpPr>
          <p:cNvPr id="23" name="wm.whiteboard.36.0"/>
          <p:cNvSpPr/>
          <p:nvPr/>
        </p:nvSpPr>
        <p:spPr>
          <a:xfrm>
            <a:off x="8039100" y="228600"/>
            <a:ext cx="38100" cy="38100"/>
          </a:xfrm>
          <a:prstGeom prst="rect">
            <a:avLst/>
          </a:prstGeom>
          <a:solidFill>
            <a:srgbClr val="CED7E6"/>
          </a:solidFill>
          <a:ln>
            <a:noFill/>
          </a:ln>
        </p:spPr>
      </p:sp>
      <p:sp>
        <p:nvSpPr>
          <p:cNvPr id="24" name="wm.whiteboard.36.18"/>
          <p:cNvSpPr/>
          <p:nvPr/>
        </p:nvSpPr>
        <p:spPr>
          <a:xfrm>
            <a:off x="8039100" y="457200"/>
            <a:ext cx="38100" cy="38100"/>
          </a:xfrm>
          <a:prstGeom prst="rect">
            <a:avLst/>
          </a:prstGeom>
          <a:solidFill>
            <a:srgbClr val="CED7E6"/>
          </a:solidFill>
          <a:ln>
            <a:noFill/>
          </a:ln>
        </p:spPr>
      </p:sp>
      <p:sp>
        <p:nvSpPr>
          <p:cNvPr id="25" name="wm.whiteboard.36.36"/>
          <p:cNvSpPr/>
          <p:nvPr/>
        </p:nvSpPr>
        <p:spPr>
          <a:xfrm>
            <a:off x="8039100" y="685800"/>
            <a:ext cx="38100" cy="38100"/>
          </a:xfrm>
          <a:prstGeom prst="rect">
            <a:avLst/>
          </a:prstGeom>
          <a:solidFill>
            <a:srgbClr val="CED7E6"/>
          </a:solidFill>
          <a:ln>
            <a:noFill/>
          </a:ln>
        </p:spPr>
      </p:sp>
      <p:sp>
        <p:nvSpPr>
          <p:cNvPr id="26" name="wm.whiteboard.36.54"/>
          <p:cNvSpPr/>
          <p:nvPr/>
        </p:nvSpPr>
        <p:spPr>
          <a:xfrm>
            <a:off x="8039100" y="914400"/>
            <a:ext cx="38100" cy="38100"/>
          </a:xfrm>
          <a:prstGeom prst="rect">
            <a:avLst/>
          </a:prstGeom>
          <a:solidFill>
            <a:srgbClr val="CED7E6">
              <a:alpha val="94671"/>
            </a:srgbClr>
          </a:solidFill>
          <a:ln>
            <a:noFill/>
          </a:ln>
        </p:spPr>
      </p:sp>
      <p:sp>
        <p:nvSpPr>
          <p:cNvPr id="27" name="wm.whiteboard.36.72"/>
          <p:cNvSpPr/>
          <p:nvPr/>
        </p:nvSpPr>
        <p:spPr>
          <a:xfrm>
            <a:off x="8039100" y="1143000"/>
            <a:ext cx="38100" cy="38100"/>
          </a:xfrm>
          <a:prstGeom prst="rect">
            <a:avLst/>
          </a:prstGeom>
          <a:solidFill>
            <a:srgbClr val="CED7E6">
              <a:alpha val="79547"/>
            </a:srgbClr>
          </a:solidFill>
          <a:ln>
            <a:noFill/>
          </a:ln>
        </p:spPr>
      </p:sp>
      <p:sp>
        <p:nvSpPr>
          <p:cNvPr id="28" name="wm.whiteboard.36.90"/>
          <p:cNvSpPr/>
          <p:nvPr/>
        </p:nvSpPr>
        <p:spPr>
          <a:xfrm>
            <a:off x="8039100" y="1371600"/>
            <a:ext cx="38100" cy="38100"/>
          </a:xfrm>
          <a:prstGeom prst="rect">
            <a:avLst/>
          </a:prstGeom>
          <a:solidFill>
            <a:srgbClr val="CED7E6">
              <a:alpha val="63833"/>
            </a:srgbClr>
          </a:solidFill>
          <a:ln>
            <a:noFill/>
          </a:ln>
        </p:spPr>
      </p:sp>
      <p:sp>
        <p:nvSpPr>
          <p:cNvPr id="29" name="wm.whiteboard.36.108"/>
          <p:cNvSpPr/>
          <p:nvPr/>
        </p:nvSpPr>
        <p:spPr>
          <a:xfrm>
            <a:off x="8039100" y="1600200"/>
            <a:ext cx="38100" cy="38100"/>
          </a:xfrm>
          <a:prstGeom prst="rect">
            <a:avLst/>
          </a:prstGeom>
          <a:solidFill>
            <a:srgbClr val="CED7E6">
              <a:alpha val="47790"/>
            </a:srgbClr>
          </a:solidFill>
          <a:ln>
            <a:noFill/>
          </a:ln>
        </p:spPr>
      </p:sp>
      <p:sp>
        <p:nvSpPr>
          <p:cNvPr id="30" name="wm.whiteboard.36.126"/>
          <p:cNvSpPr/>
          <p:nvPr/>
        </p:nvSpPr>
        <p:spPr>
          <a:xfrm>
            <a:off x="8039100" y="1828800"/>
            <a:ext cx="38100" cy="38100"/>
          </a:xfrm>
          <a:prstGeom prst="rect">
            <a:avLst/>
          </a:prstGeom>
          <a:solidFill>
            <a:srgbClr val="CED7E6">
              <a:alpha val="31549"/>
            </a:srgbClr>
          </a:solidFill>
          <a:ln>
            <a:noFill/>
          </a:ln>
        </p:spPr>
      </p:sp>
      <p:sp>
        <p:nvSpPr>
          <p:cNvPr id="31" name="wm.whiteboard.36.144"/>
          <p:cNvSpPr/>
          <p:nvPr/>
        </p:nvSpPr>
        <p:spPr>
          <a:xfrm>
            <a:off x="8039100" y="2057400"/>
            <a:ext cx="38100" cy="38100"/>
          </a:xfrm>
          <a:prstGeom prst="rect">
            <a:avLst/>
          </a:prstGeom>
          <a:solidFill>
            <a:srgbClr val="CED7E6">
              <a:alpha val="15179"/>
            </a:srgbClr>
          </a:solidFill>
          <a:ln>
            <a:noFill/>
          </a:ln>
        </p:spPr>
      </p:sp>
      <p:sp>
        <p:nvSpPr>
          <p:cNvPr id="32" name="wm.whiteboard.54.0"/>
          <p:cNvSpPr/>
          <p:nvPr/>
        </p:nvSpPr>
        <p:spPr>
          <a:xfrm>
            <a:off x="8267700" y="228600"/>
            <a:ext cx="38100" cy="38100"/>
          </a:xfrm>
          <a:prstGeom prst="rect">
            <a:avLst/>
          </a:prstGeom>
          <a:solidFill>
            <a:srgbClr val="CED7E6"/>
          </a:solidFill>
          <a:ln>
            <a:noFill/>
          </a:ln>
        </p:spPr>
      </p:sp>
      <p:sp>
        <p:nvSpPr>
          <p:cNvPr id="33" name="wm.whiteboard.54.18"/>
          <p:cNvSpPr/>
          <p:nvPr/>
        </p:nvSpPr>
        <p:spPr>
          <a:xfrm>
            <a:off x="8267700" y="457200"/>
            <a:ext cx="38100" cy="38100"/>
          </a:xfrm>
          <a:prstGeom prst="rect">
            <a:avLst/>
          </a:prstGeom>
          <a:solidFill>
            <a:srgbClr val="CED7E6"/>
          </a:solidFill>
          <a:ln>
            <a:noFill/>
          </a:ln>
        </p:spPr>
      </p:sp>
      <p:sp>
        <p:nvSpPr>
          <p:cNvPr id="34" name="wm.whiteboard.54.36"/>
          <p:cNvSpPr/>
          <p:nvPr/>
        </p:nvSpPr>
        <p:spPr>
          <a:xfrm>
            <a:off x="8267700" y="685800"/>
            <a:ext cx="38100" cy="38100"/>
          </a:xfrm>
          <a:prstGeom prst="rect">
            <a:avLst/>
          </a:prstGeom>
          <a:solidFill>
            <a:srgbClr val="CED7E6">
              <a:alpha val="98827"/>
            </a:srgbClr>
          </a:solidFill>
          <a:ln>
            <a:noFill/>
          </a:ln>
        </p:spPr>
      </p:sp>
      <p:sp>
        <p:nvSpPr>
          <p:cNvPr id="35" name="wm.whiteboard.54.54"/>
          <p:cNvSpPr/>
          <p:nvPr/>
        </p:nvSpPr>
        <p:spPr>
          <a:xfrm>
            <a:off x="8267700" y="914400"/>
            <a:ext cx="38100" cy="38100"/>
          </a:xfrm>
          <a:prstGeom prst="rect">
            <a:avLst/>
          </a:prstGeom>
          <a:solidFill>
            <a:srgbClr val="CED7E6">
              <a:alpha val="86895"/>
            </a:srgbClr>
          </a:solidFill>
          <a:ln>
            <a:noFill/>
          </a:ln>
        </p:spPr>
      </p:sp>
      <p:sp>
        <p:nvSpPr>
          <p:cNvPr id="36" name="wm.whiteboard.54.72"/>
          <p:cNvSpPr/>
          <p:nvPr/>
        </p:nvSpPr>
        <p:spPr>
          <a:xfrm>
            <a:off x="8267700" y="1143000"/>
            <a:ext cx="38100" cy="38100"/>
          </a:xfrm>
          <a:prstGeom prst="rect">
            <a:avLst/>
          </a:prstGeom>
          <a:solidFill>
            <a:srgbClr val="CED7E6">
              <a:alpha val="73217"/>
            </a:srgbClr>
          </a:solidFill>
          <a:ln>
            <a:noFill/>
          </a:ln>
        </p:spPr>
      </p:sp>
      <p:sp>
        <p:nvSpPr>
          <p:cNvPr id="37" name="wm.whiteboard.54.90"/>
          <p:cNvSpPr/>
          <p:nvPr/>
        </p:nvSpPr>
        <p:spPr>
          <a:xfrm>
            <a:off x="8267700" y="1371600"/>
            <a:ext cx="38100" cy="38100"/>
          </a:xfrm>
          <a:prstGeom prst="rect">
            <a:avLst/>
          </a:prstGeom>
          <a:solidFill>
            <a:srgbClr val="CED7E6">
              <a:alpha val="58541"/>
            </a:srgbClr>
          </a:solidFill>
          <a:ln>
            <a:noFill/>
          </a:ln>
        </p:spPr>
      </p:sp>
      <p:sp>
        <p:nvSpPr>
          <p:cNvPr id="38" name="wm.whiteboard.54.108"/>
          <p:cNvSpPr/>
          <p:nvPr/>
        </p:nvSpPr>
        <p:spPr>
          <a:xfrm>
            <a:off x="8267700" y="1600200"/>
            <a:ext cx="38100" cy="38100"/>
          </a:xfrm>
          <a:prstGeom prst="rect">
            <a:avLst/>
          </a:prstGeom>
          <a:solidFill>
            <a:srgbClr val="CED7E6">
              <a:alpha val="43263"/>
            </a:srgbClr>
          </a:solidFill>
          <a:ln>
            <a:noFill/>
          </a:ln>
        </p:spPr>
      </p:sp>
      <p:sp>
        <p:nvSpPr>
          <p:cNvPr id="39" name="wm.whiteboard.54.126"/>
          <p:cNvSpPr/>
          <p:nvPr/>
        </p:nvSpPr>
        <p:spPr>
          <a:xfrm>
            <a:off x="8267700" y="1828800"/>
            <a:ext cx="38100" cy="38100"/>
          </a:xfrm>
          <a:prstGeom prst="rect">
            <a:avLst/>
          </a:prstGeom>
          <a:solidFill>
            <a:srgbClr val="CED7E6">
              <a:alpha val="27603"/>
            </a:srgbClr>
          </a:solidFill>
          <a:ln>
            <a:noFill/>
          </a:ln>
        </p:spPr>
      </p:sp>
      <p:sp>
        <p:nvSpPr>
          <p:cNvPr id="40" name="wm.whiteboard.54.144"/>
          <p:cNvSpPr/>
          <p:nvPr/>
        </p:nvSpPr>
        <p:spPr>
          <a:xfrm>
            <a:off x="8267700" y="2057400"/>
            <a:ext cx="38100" cy="38100"/>
          </a:xfrm>
          <a:prstGeom prst="rect">
            <a:avLst/>
          </a:prstGeom>
          <a:solidFill>
            <a:srgbClr val="CED7E6">
              <a:alpha val="11687"/>
            </a:srgbClr>
          </a:solidFill>
          <a:ln>
            <a:noFill/>
          </a:ln>
        </p:spPr>
      </p:sp>
      <p:sp>
        <p:nvSpPr>
          <p:cNvPr id="41" name="wm.whiteboard.72.0"/>
          <p:cNvSpPr/>
          <p:nvPr/>
        </p:nvSpPr>
        <p:spPr>
          <a:xfrm>
            <a:off x="8496300" y="228600"/>
            <a:ext cx="38100" cy="38100"/>
          </a:xfrm>
          <a:prstGeom prst="rect">
            <a:avLst/>
          </a:prstGeom>
          <a:solidFill>
            <a:srgbClr val="CED7E6">
              <a:alpha val="97572"/>
            </a:srgbClr>
          </a:solidFill>
          <a:ln>
            <a:noFill/>
          </a:ln>
        </p:spPr>
      </p:sp>
      <p:sp>
        <p:nvSpPr>
          <p:cNvPr id="42" name="wm.whiteboard.72.18"/>
          <p:cNvSpPr/>
          <p:nvPr/>
        </p:nvSpPr>
        <p:spPr>
          <a:xfrm>
            <a:off x="8496300" y="457200"/>
            <a:ext cx="38100" cy="38100"/>
          </a:xfrm>
          <a:prstGeom prst="rect">
            <a:avLst/>
          </a:prstGeom>
          <a:solidFill>
            <a:srgbClr val="CED7E6">
              <a:alpha val="94724"/>
            </a:srgbClr>
          </a:solidFill>
          <a:ln>
            <a:noFill/>
          </a:ln>
        </p:spPr>
      </p:sp>
      <p:sp>
        <p:nvSpPr>
          <p:cNvPr id="43" name="wm.whiteboard.72.36"/>
          <p:cNvSpPr/>
          <p:nvPr/>
        </p:nvSpPr>
        <p:spPr>
          <a:xfrm>
            <a:off x="8496300" y="685800"/>
            <a:ext cx="38100" cy="38100"/>
          </a:xfrm>
          <a:prstGeom prst="rect">
            <a:avLst/>
          </a:prstGeom>
          <a:solidFill>
            <a:srgbClr val="CED7E6">
              <a:alpha val="87609"/>
            </a:srgbClr>
          </a:solidFill>
          <a:ln>
            <a:noFill/>
          </a:ln>
        </p:spPr>
      </p:sp>
      <p:sp>
        <p:nvSpPr>
          <p:cNvPr id="44" name="wm.whiteboard.72.54"/>
          <p:cNvSpPr/>
          <p:nvPr/>
        </p:nvSpPr>
        <p:spPr>
          <a:xfrm>
            <a:off x="8496300" y="914400"/>
            <a:ext cx="38100" cy="38100"/>
          </a:xfrm>
          <a:prstGeom prst="rect">
            <a:avLst/>
          </a:prstGeom>
          <a:solidFill>
            <a:srgbClr val="CED7E6">
              <a:alpha val="77408"/>
            </a:srgbClr>
          </a:solidFill>
          <a:ln>
            <a:noFill/>
          </a:ln>
        </p:spPr>
      </p:sp>
      <p:sp>
        <p:nvSpPr>
          <p:cNvPr id="45" name="wm.whiteboard.72.72"/>
          <p:cNvSpPr/>
          <p:nvPr/>
        </p:nvSpPr>
        <p:spPr>
          <a:xfrm>
            <a:off x="8496300" y="1143000"/>
            <a:ext cx="38100" cy="38100"/>
          </a:xfrm>
          <a:prstGeom prst="rect">
            <a:avLst/>
          </a:prstGeom>
          <a:solidFill>
            <a:srgbClr val="CED7E6">
              <a:alpha val="65181"/>
            </a:srgbClr>
          </a:solidFill>
          <a:ln>
            <a:noFill/>
          </a:ln>
        </p:spPr>
      </p:sp>
      <p:sp>
        <p:nvSpPr>
          <p:cNvPr id="46" name="wm.whiteboard.72.90"/>
          <p:cNvSpPr/>
          <p:nvPr/>
        </p:nvSpPr>
        <p:spPr>
          <a:xfrm>
            <a:off x="8496300" y="1371600"/>
            <a:ext cx="38100" cy="38100"/>
          </a:xfrm>
          <a:prstGeom prst="rect">
            <a:avLst/>
          </a:prstGeom>
          <a:solidFill>
            <a:srgbClr val="CED7E6">
              <a:alpha val="51653"/>
            </a:srgbClr>
          </a:solidFill>
          <a:ln>
            <a:noFill/>
          </a:ln>
        </p:spPr>
      </p:sp>
      <p:sp>
        <p:nvSpPr>
          <p:cNvPr id="47" name="wm.whiteboard.72.108"/>
          <p:cNvSpPr/>
          <p:nvPr/>
        </p:nvSpPr>
        <p:spPr>
          <a:xfrm>
            <a:off x="8496300" y="1600200"/>
            <a:ext cx="38100" cy="38100"/>
          </a:xfrm>
          <a:prstGeom prst="rect">
            <a:avLst/>
          </a:prstGeom>
          <a:solidFill>
            <a:srgbClr val="CED7E6">
              <a:alpha val="37275"/>
            </a:srgbClr>
          </a:solidFill>
          <a:ln>
            <a:noFill/>
          </a:ln>
        </p:spPr>
      </p:sp>
      <p:sp>
        <p:nvSpPr>
          <p:cNvPr id="48" name="wm.whiteboard.72.126"/>
          <p:cNvSpPr/>
          <p:nvPr/>
        </p:nvSpPr>
        <p:spPr>
          <a:xfrm>
            <a:off x="8496300" y="1828800"/>
            <a:ext cx="38100" cy="38100"/>
          </a:xfrm>
          <a:prstGeom prst="rect">
            <a:avLst/>
          </a:prstGeom>
          <a:solidFill>
            <a:srgbClr val="CED7E6">
              <a:alpha val="22326"/>
            </a:srgbClr>
          </a:solidFill>
          <a:ln>
            <a:noFill/>
          </a:ln>
        </p:spPr>
      </p:sp>
      <p:sp>
        <p:nvSpPr>
          <p:cNvPr id="49" name="wm.whiteboard.72.144"/>
          <p:cNvSpPr/>
          <p:nvPr/>
        </p:nvSpPr>
        <p:spPr>
          <a:xfrm>
            <a:off x="8496300" y="2057400"/>
            <a:ext cx="38100" cy="38100"/>
          </a:xfrm>
          <a:prstGeom prst="rect">
            <a:avLst/>
          </a:prstGeom>
          <a:solidFill>
            <a:srgbClr val="CED7E6">
              <a:alpha val="6980"/>
            </a:srgbClr>
          </a:solidFill>
          <a:ln>
            <a:noFill/>
          </a:ln>
        </p:spPr>
      </p:sp>
      <p:sp>
        <p:nvSpPr>
          <p:cNvPr id="50" name="wm.whiteboard.90.0"/>
          <p:cNvSpPr/>
          <p:nvPr/>
        </p:nvSpPr>
        <p:spPr>
          <a:xfrm>
            <a:off x="8724900" y="228600"/>
            <a:ext cx="38100" cy="38100"/>
          </a:xfrm>
          <a:prstGeom prst="rect">
            <a:avLst/>
          </a:prstGeom>
          <a:solidFill>
            <a:srgbClr val="CED7E6">
              <a:alpha val="83798"/>
            </a:srgbClr>
          </a:solidFill>
          <a:ln>
            <a:noFill/>
          </a:ln>
        </p:spPr>
      </p:sp>
      <p:sp>
        <p:nvSpPr>
          <p:cNvPr id="51" name="wm.whiteboard.90.18"/>
          <p:cNvSpPr/>
          <p:nvPr/>
        </p:nvSpPr>
        <p:spPr>
          <a:xfrm>
            <a:off x="8724900" y="457200"/>
            <a:ext cx="38100" cy="38100"/>
          </a:xfrm>
          <a:prstGeom prst="rect">
            <a:avLst/>
          </a:prstGeom>
          <a:solidFill>
            <a:srgbClr val="CED7E6">
              <a:alpha val="81490"/>
            </a:srgbClr>
          </a:solidFill>
          <a:ln>
            <a:noFill/>
          </a:ln>
        </p:spPr>
      </p:sp>
      <p:sp>
        <p:nvSpPr>
          <p:cNvPr id="52" name="wm.whiteboard.90.36"/>
          <p:cNvSpPr/>
          <p:nvPr/>
        </p:nvSpPr>
        <p:spPr>
          <a:xfrm>
            <a:off x="8724900" y="685800"/>
            <a:ext cx="38100" cy="38100"/>
          </a:xfrm>
          <a:prstGeom prst="rect">
            <a:avLst/>
          </a:prstGeom>
          <a:solidFill>
            <a:srgbClr val="CED7E6">
              <a:alpha val="75569"/>
            </a:srgbClr>
          </a:solidFill>
          <a:ln>
            <a:noFill/>
          </a:ln>
        </p:spPr>
      </p:sp>
      <p:sp>
        <p:nvSpPr>
          <p:cNvPr id="53" name="wm.whiteboard.90.54"/>
          <p:cNvSpPr/>
          <p:nvPr/>
        </p:nvSpPr>
        <p:spPr>
          <a:xfrm>
            <a:off x="8724900" y="914400"/>
            <a:ext cx="38100" cy="38100"/>
          </a:xfrm>
          <a:prstGeom prst="rect">
            <a:avLst/>
          </a:prstGeom>
          <a:solidFill>
            <a:srgbClr val="CED7E6">
              <a:alpha val="66767"/>
            </a:srgbClr>
          </a:solidFill>
          <a:ln>
            <a:noFill/>
          </a:ln>
        </p:spPr>
      </p:sp>
      <p:sp>
        <p:nvSpPr>
          <p:cNvPr id="54" name="wm.whiteboard.90.72"/>
          <p:cNvSpPr/>
          <p:nvPr/>
        </p:nvSpPr>
        <p:spPr>
          <a:xfrm>
            <a:off x="8724900" y="1143000"/>
            <a:ext cx="38100" cy="38100"/>
          </a:xfrm>
          <a:prstGeom prst="rect">
            <a:avLst/>
          </a:prstGeom>
          <a:solidFill>
            <a:srgbClr val="CED7E6">
              <a:alpha val="55859"/>
            </a:srgbClr>
          </a:solidFill>
          <a:ln>
            <a:noFill/>
          </a:ln>
        </p:spPr>
      </p:sp>
      <p:sp>
        <p:nvSpPr>
          <p:cNvPr id="55" name="wm.whiteboard.90.90"/>
          <p:cNvSpPr/>
          <p:nvPr/>
        </p:nvSpPr>
        <p:spPr>
          <a:xfrm>
            <a:off x="8724900" y="1371600"/>
            <a:ext cx="38100" cy="38100"/>
          </a:xfrm>
          <a:prstGeom prst="rect">
            <a:avLst/>
          </a:prstGeom>
          <a:solidFill>
            <a:srgbClr val="CED7E6">
              <a:alpha val="43468"/>
            </a:srgbClr>
          </a:solidFill>
          <a:ln>
            <a:noFill/>
          </a:ln>
        </p:spPr>
      </p:sp>
      <p:sp>
        <p:nvSpPr>
          <p:cNvPr id="56" name="wm.whiteboard.90.108"/>
          <p:cNvSpPr/>
          <p:nvPr/>
        </p:nvSpPr>
        <p:spPr>
          <a:xfrm>
            <a:off x="8724900" y="1600200"/>
            <a:ext cx="38100" cy="38100"/>
          </a:xfrm>
          <a:prstGeom prst="rect">
            <a:avLst/>
          </a:prstGeom>
          <a:solidFill>
            <a:srgbClr val="CED7E6">
              <a:alpha val="30037"/>
            </a:srgbClr>
          </a:solidFill>
          <a:ln>
            <a:noFill/>
          </a:ln>
        </p:spPr>
      </p:sp>
      <p:sp>
        <p:nvSpPr>
          <p:cNvPr id="57" name="wm.whiteboard.90.126"/>
          <p:cNvSpPr/>
          <p:nvPr/>
        </p:nvSpPr>
        <p:spPr>
          <a:xfrm>
            <a:off x="8724900" y="1828800"/>
            <a:ext cx="38100" cy="38100"/>
          </a:xfrm>
          <a:prstGeom prst="rect">
            <a:avLst/>
          </a:prstGeom>
          <a:solidFill>
            <a:srgbClr val="CED7E6">
              <a:alpha val="15870"/>
            </a:srgbClr>
          </a:solidFill>
          <a:ln>
            <a:noFill/>
          </a:ln>
        </p:spPr>
      </p:sp>
      <p:sp>
        <p:nvSpPr>
          <p:cNvPr id="58" name="wm.whiteboard.90.144"/>
          <p:cNvSpPr/>
          <p:nvPr/>
        </p:nvSpPr>
        <p:spPr>
          <a:xfrm>
            <a:off x="8724900" y="2057400"/>
            <a:ext cx="38100" cy="38100"/>
          </a:xfrm>
          <a:prstGeom prst="rect">
            <a:avLst/>
          </a:prstGeom>
          <a:solidFill>
            <a:srgbClr val="CED7E6">
              <a:alpha val="1171"/>
            </a:srgbClr>
          </a:solidFill>
          <a:ln>
            <a:noFill/>
          </a:ln>
        </p:spPr>
      </p:sp>
      <p:sp>
        <p:nvSpPr>
          <p:cNvPr id="59" name="wm.whiteboard.108.0"/>
          <p:cNvSpPr/>
          <p:nvPr/>
        </p:nvSpPr>
        <p:spPr>
          <a:xfrm>
            <a:off x="8953500" y="228600"/>
            <a:ext cx="38100" cy="38100"/>
          </a:xfrm>
          <a:prstGeom prst="rect">
            <a:avLst/>
          </a:prstGeom>
          <a:solidFill>
            <a:srgbClr val="CED7E6">
              <a:alpha val="70023"/>
            </a:srgbClr>
          </a:solidFill>
          <a:ln>
            <a:noFill/>
          </a:ln>
        </p:spPr>
      </p:sp>
      <p:sp>
        <p:nvSpPr>
          <p:cNvPr id="60" name="wm.whiteboard.108.18"/>
          <p:cNvSpPr/>
          <p:nvPr/>
        </p:nvSpPr>
        <p:spPr>
          <a:xfrm>
            <a:off x="8953500" y="457200"/>
            <a:ext cx="38100" cy="38100"/>
          </a:xfrm>
          <a:prstGeom prst="rect">
            <a:avLst/>
          </a:prstGeom>
          <a:solidFill>
            <a:srgbClr val="CED7E6">
              <a:alpha val="68085"/>
            </a:srgbClr>
          </a:solidFill>
          <a:ln>
            <a:noFill/>
          </a:ln>
        </p:spPr>
      </p:sp>
      <p:sp>
        <p:nvSpPr>
          <p:cNvPr id="61" name="wm.whiteboard.108.36"/>
          <p:cNvSpPr/>
          <p:nvPr/>
        </p:nvSpPr>
        <p:spPr>
          <a:xfrm>
            <a:off x="8953500" y="685800"/>
            <a:ext cx="38100" cy="38100"/>
          </a:xfrm>
          <a:prstGeom prst="rect">
            <a:avLst/>
          </a:prstGeom>
          <a:solidFill>
            <a:srgbClr val="CED7E6">
              <a:alpha val="63033"/>
            </a:srgbClr>
          </a:solidFill>
          <a:ln>
            <a:noFill/>
          </a:ln>
        </p:spPr>
      </p:sp>
      <p:sp>
        <p:nvSpPr>
          <p:cNvPr id="62" name="wm.whiteboard.108.54"/>
          <p:cNvSpPr/>
          <p:nvPr/>
        </p:nvSpPr>
        <p:spPr>
          <a:xfrm>
            <a:off x="8953500" y="914400"/>
            <a:ext cx="38100" cy="38100"/>
          </a:xfrm>
          <a:prstGeom prst="rect">
            <a:avLst/>
          </a:prstGeom>
          <a:solidFill>
            <a:srgbClr val="CED7E6">
              <a:alpha val="55346"/>
            </a:srgbClr>
          </a:solidFill>
          <a:ln>
            <a:noFill/>
          </a:ln>
        </p:spPr>
      </p:sp>
      <p:sp>
        <p:nvSpPr>
          <p:cNvPr id="63" name="wm.whiteboard.108.72"/>
          <p:cNvSpPr/>
          <p:nvPr/>
        </p:nvSpPr>
        <p:spPr>
          <a:xfrm>
            <a:off x="8953500" y="1143000"/>
            <a:ext cx="38100" cy="38100"/>
          </a:xfrm>
          <a:prstGeom prst="rect">
            <a:avLst/>
          </a:prstGeom>
          <a:solidFill>
            <a:srgbClr val="CED7E6">
              <a:alpha val="45583"/>
            </a:srgbClr>
          </a:solidFill>
          <a:ln>
            <a:noFill/>
          </a:ln>
        </p:spPr>
      </p:sp>
      <p:sp>
        <p:nvSpPr>
          <p:cNvPr id="64" name="wm.whiteboard.108.90"/>
          <p:cNvSpPr/>
          <p:nvPr/>
        </p:nvSpPr>
        <p:spPr>
          <a:xfrm>
            <a:off x="8953500" y="1371600"/>
            <a:ext cx="38100" cy="38100"/>
          </a:xfrm>
          <a:prstGeom prst="rect">
            <a:avLst/>
          </a:prstGeom>
          <a:solidFill>
            <a:srgbClr val="CED7E6">
              <a:alpha val="34251"/>
            </a:srgbClr>
          </a:solidFill>
          <a:ln>
            <a:noFill/>
          </a:ln>
        </p:spPr>
      </p:sp>
      <p:sp>
        <p:nvSpPr>
          <p:cNvPr id="65" name="wm.whiteboard.108.108"/>
          <p:cNvSpPr/>
          <p:nvPr/>
        </p:nvSpPr>
        <p:spPr>
          <a:xfrm>
            <a:off x="8953500" y="1600200"/>
            <a:ext cx="38100" cy="38100"/>
          </a:xfrm>
          <a:prstGeom prst="rect">
            <a:avLst/>
          </a:prstGeom>
          <a:solidFill>
            <a:srgbClr val="CED7E6">
              <a:alpha val="21754"/>
            </a:srgbClr>
          </a:solidFill>
          <a:ln>
            <a:noFill/>
          </a:ln>
        </p:spPr>
      </p:sp>
      <p:sp>
        <p:nvSpPr>
          <p:cNvPr id="66" name="wm.whiteboard.108.126"/>
          <p:cNvSpPr/>
          <p:nvPr/>
        </p:nvSpPr>
        <p:spPr>
          <a:xfrm>
            <a:off x="8953500" y="1828800"/>
            <a:ext cx="38100" cy="38100"/>
          </a:xfrm>
          <a:prstGeom prst="rect">
            <a:avLst/>
          </a:prstGeom>
          <a:solidFill>
            <a:srgbClr val="CED7E6">
              <a:alpha val="8391"/>
            </a:srgbClr>
          </a:solidFill>
          <a:ln>
            <a:noFill/>
          </a:ln>
        </p:spPr>
      </p:sp>
      <p:sp>
        <p:nvSpPr>
          <p:cNvPr id="67" name="wm.whiteboard.126.0"/>
          <p:cNvSpPr/>
          <p:nvPr/>
        </p:nvSpPr>
        <p:spPr>
          <a:xfrm>
            <a:off x="9182100" y="228600"/>
            <a:ext cx="38100" cy="38100"/>
          </a:xfrm>
          <a:prstGeom prst="rect">
            <a:avLst/>
          </a:prstGeom>
          <a:solidFill>
            <a:srgbClr val="CED7E6">
              <a:alpha val="56247"/>
            </a:srgbClr>
          </a:solidFill>
          <a:ln>
            <a:noFill/>
          </a:ln>
        </p:spPr>
      </p:sp>
      <p:sp>
        <p:nvSpPr>
          <p:cNvPr id="68" name="wm.whiteboard.126.18"/>
          <p:cNvSpPr/>
          <p:nvPr/>
        </p:nvSpPr>
        <p:spPr>
          <a:xfrm>
            <a:off x="9182100" y="457200"/>
            <a:ext cx="38100" cy="38100"/>
          </a:xfrm>
          <a:prstGeom prst="rect">
            <a:avLst/>
          </a:prstGeom>
          <a:solidFill>
            <a:srgbClr val="CED7E6">
              <a:alpha val="54578"/>
            </a:srgbClr>
          </a:solidFill>
          <a:ln>
            <a:noFill/>
          </a:ln>
        </p:spPr>
      </p:sp>
      <p:sp>
        <p:nvSpPr>
          <p:cNvPr id="69" name="wm.whiteboard.126.36"/>
          <p:cNvSpPr/>
          <p:nvPr/>
        </p:nvSpPr>
        <p:spPr>
          <a:xfrm>
            <a:off x="9182100" y="685800"/>
            <a:ext cx="38100" cy="38100"/>
          </a:xfrm>
          <a:prstGeom prst="rect">
            <a:avLst/>
          </a:prstGeom>
          <a:solidFill>
            <a:srgbClr val="CED7E6">
              <a:alpha val="50182"/>
            </a:srgbClr>
          </a:solidFill>
          <a:ln>
            <a:noFill/>
          </a:ln>
        </p:spPr>
      </p:sp>
      <p:sp>
        <p:nvSpPr>
          <p:cNvPr id="70" name="wm.whiteboard.126.54"/>
          <p:cNvSpPr/>
          <p:nvPr/>
        </p:nvSpPr>
        <p:spPr>
          <a:xfrm>
            <a:off x="9182100" y="914400"/>
            <a:ext cx="38100" cy="38100"/>
          </a:xfrm>
          <a:prstGeom prst="rect">
            <a:avLst/>
          </a:prstGeom>
          <a:solidFill>
            <a:srgbClr val="CED7E6">
              <a:alpha val="43386"/>
            </a:srgbClr>
          </a:solidFill>
          <a:ln>
            <a:noFill/>
          </a:ln>
        </p:spPr>
      </p:sp>
      <p:sp>
        <p:nvSpPr>
          <p:cNvPr id="71" name="wm.whiteboard.126.72"/>
          <p:cNvSpPr/>
          <p:nvPr/>
        </p:nvSpPr>
        <p:spPr>
          <a:xfrm>
            <a:off x="9182100" y="1143000"/>
            <a:ext cx="38100" cy="38100"/>
          </a:xfrm>
          <a:prstGeom prst="rect">
            <a:avLst/>
          </a:prstGeom>
          <a:solidFill>
            <a:srgbClr val="CED7E6">
              <a:alpha val="34598"/>
            </a:srgbClr>
          </a:solidFill>
          <a:ln>
            <a:noFill/>
          </a:ln>
        </p:spPr>
      </p:sp>
      <p:sp>
        <p:nvSpPr>
          <p:cNvPr id="72" name="wm.whiteboard.126.90"/>
          <p:cNvSpPr/>
          <p:nvPr/>
        </p:nvSpPr>
        <p:spPr>
          <a:xfrm>
            <a:off x="9182100" y="1371600"/>
            <a:ext cx="38100" cy="38100"/>
          </a:xfrm>
          <a:prstGeom prst="rect">
            <a:avLst/>
          </a:prstGeom>
          <a:solidFill>
            <a:srgbClr val="CED7E6">
              <a:alpha val="24223"/>
            </a:srgbClr>
          </a:solidFill>
          <a:ln>
            <a:noFill/>
          </a:ln>
        </p:spPr>
      </p:sp>
      <p:sp>
        <p:nvSpPr>
          <p:cNvPr id="73" name="wm.whiteboard.126.108"/>
          <p:cNvSpPr/>
          <p:nvPr/>
        </p:nvSpPr>
        <p:spPr>
          <a:xfrm>
            <a:off x="9182100" y="1600200"/>
            <a:ext cx="38100" cy="38100"/>
          </a:xfrm>
          <a:prstGeom prst="rect">
            <a:avLst/>
          </a:prstGeom>
          <a:solidFill>
            <a:srgbClr val="CED7E6">
              <a:alpha val="12610"/>
            </a:srgbClr>
          </a:solidFill>
          <a:ln>
            <a:noFill/>
          </a:ln>
        </p:spPr>
      </p:sp>
      <p:sp>
        <p:nvSpPr>
          <p:cNvPr id="74" name="wm.whiteboard.126.126"/>
          <p:cNvSpPr/>
          <p:nvPr/>
        </p:nvSpPr>
        <p:spPr>
          <a:xfrm>
            <a:off x="9182100" y="1828800"/>
            <a:ext cx="38100" cy="38100"/>
          </a:xfrm>
          <a:prstGeom prst="rect">
            <a:avLst/>
          </a:prstGeom>
          <a:solidFill>
            <a:srgbClr val="CED7E6">
              <a:alpha val="40"/>
            </a:srgbClr>
          </a:solidFill>
          <a:ln>
            <a:noFill/>
          </a:ln>
        </p:spPr>
      </p:sp>
      <p:sp>
        <p:nvSpPr>
          <p:cNvPr id="75" name="wm.whiteboard.144.0"/>
          <p:cNvSpPr/>
          <p:nvPr/>
        </p:nvSpPr>
        <p:spPr>
          <a:xfrm>
            <a:off x="9410700" y="228600"/>
            <a:ext cx="38100" cy="38100"/>
          </a:xfrm>
          <a:prstGeom prst="rect">
            <a:avLst/>
          </a:prstGeom>
          <a:solidFill>
            <a:srgbClr val="CED7E6">
              <a:alpha val="42471"/>
            </a:srgbClr>
          </a:solidFill>
          <a:ln>
            <a:noFill/>
          </a:ln>
        </p:spPr>
      </p:sp>
      <p:sp>
        <p:nvSpPr>
          <p:cNvPr id="76" name="wm.whiteboard.144.18"/>
          <p:cNvSpPr/>
          <p:nvPr/>
        </p:nvSpPr>
        <p:spPr>
          <a:xfrm>
            <a:off x="9410700" y="457200"/>
            <a:ext cx="38100" cy="38100"/>
          </a:xfrm>
          <a:prstGeom prst="rect">
            <a:avLst/>
          </a:prstGeom>
          <a:solidFill>
            <a:srgbClr val="CED7E6">
              <a:alpha val="41005"/>
            </a:srgbClr>
          </a:solidFill>
          <a:ln>
            <a:noFill/>
          </a:ln>
        </p:spPr>
      </p:sp>
      <p:sp>
        <p:nvSpPr>
          <p:cNvPr id="77" name="wm.whiteboard.144.36"/>
          <p:cNvSpPr/>
          <p:nvPr/>
        </p:nvSpPr>
        <p:spPr>
          <a:xfrm>
            <a:off x="9410700" y="685800"/>
            <a:ext cx="38100" cy="38100"/>
          </a:xfrm>
          <a:prstGeom prst="rect">
            <a:avLst/>
          </a:prstGeom>
          <a:solidFill>
            <a:srgbClr val="CED7E6">
              <a:alpha val="37120"/>
            </a:srgbClr>
          </a:solidFill>
          <a:ln>
            <a:noFill/>
          </a:ln>
        </p:spPr>
      </p:sp>
      <p:sp>
        <p:nvSpPr>
          <p:cNvPr id="78" name="wm.whiteboard.144.54"/>
          <p:cNvSpPr/>
          <p:nvPr/>
        </p:nvSpPr>
        <p:spPr>
          <a:xfrm>
            <a:off x="9410700" y="914400"/>
            <a:ext cx="38100" cy="38100"/>
          </a:xfrm>
          <a:prstGeom prst="rect">
            <a:avLst/>
          </a:prstGeom>
          <a:solidFill>
            <a:srgbClr val="CED7E6">
              <a:alpha val="31044"/>
            </a:srgbClr>
          </a:solidFill>
          <a:ln>
            <a:noFill/>
          </a:ln>
        </p:spPr>
      </p:sp>
      <p:sp>
        <p:nvSpPr>
          <p:cNvPr id="79" name="wm.whiteboard.144.72"/>
          <p:cNvSpPr/>
          <p:nvPr/>
        </p:nvSpPr>
        <p:spPr>
          <a:xfrm>
            <a:off x="9410700" y="1143000"/>
            <a:ext cx="38100" cy="38100"/>
          </a:xfrm>
          <a:prstGeom prst="rect">
            <a:avLst/>
          </a:prstGeom>
          <a:solidFill>
            <a:srgbClr val="CED7E6">
              <a:alpha val="23083"/>
            </a:srgbClr>
          </a:solidFill>
          <a:ln>
            <a:noFill/>
          </a:ln>
        </p:spPr>
      </p:sp>
      <p:sp>
        <p:nvSpPr>
          <p:cNvPr id="80" name="wm.whiteboard.144.90"/>
          <p:cNvSpPr/>
          <p:nvPr/>
        </p:nvSpPr>
        <p:spPr>
          <a:xfrm>
            <a:off x="9410700" y="1371600"/>
            <a:ext cx="38100" cy="38100"/>
          </a:xfrm>
          <a:prstGeom prst="rect">
            <a:avLst/>
          </a:prstGeom>
          <a:solidFill>
            <a:srgbClr val="CED7E6">
              <a:alpha val="13557"/>
            </a:srgbClr>
          </a:solidFill>
          <a:ln>
            <a:noFill/>
          </a:ln>
        </p:spPr>
      </p:sp>
      <p:sp>
        <p:nvSpPr>
          <p:cNvPr id="81" name="wm.whiteboard.144.108"/>
          <p:cNvSpPr/>
          <p:nvPr/>
        </p:nvSpPr>
        <p:spPr>
          <a:xfrm>
            <a:off x="9410700" y="1600200"/>
            <a:ext cx="38100" cy="38100"/>
          </a:xfrm>
          <a:prstGeom prst="rect">
            <a:avLst/>
          </a:prstGeom>
          <a:solidFill>
            <a:srgbClr val="CED7E6">
              <a:alpha val="2762"/>
            </a:srgbClr>
          </a:solidFill>
          <a:ln>
            <a:noFill/>
          </a:ln>
        </p:spPr>
      </p:sp>
      <p:sp>
        <p:nvSpPr>
          <p:cNvPr id="82" name="wm.whiteboard.162.0"/>
          <p:cNvSpPr/>
          <p:nvPr/>
        </p:nvSpPr>
        <p:spPr>
          <a:xfrm>
            <a:off x="9639300" y="228600"/>
            <a:ext cx="38100" cy="38100"/>
          </a:xfrm>
          <a:prstGeom prst="rect">
            <a:avLst/>
          </a:prstGeom>
          <a:solidFill>
            <a:srgbClr val="CED7E6">
              <a:alpha val="28695"/>
            </a:srgbClr>
          </a:solidFill>
          <a:ln>
            <a:noFill/>
          </a:ln>
        </p:spPr>
      </p:sp>
      <p:sp>
        <p:nvSpPr>
          <p:cNvPr id="83" name="wm.whiteboard.162.18"/>
          <p:cNvSpPr/>
          <p:nvPr/>
        </p:nvSpPr>
        <p:spPr>
          <a:xfrm>
            <a:off x="9639300" y="457200"/>
            <a:ext cx="38100" cy="38100"/>
          </a:xfrm>
          <a:prstGeom prst="rect">
            <a:avLst/>
          </a:prstGeom>
          <a:solidFill>
            <a:srgbClr val="CED7E6">
              <a:alpha val="27389"/>
            </a:srgbClr>
          </a:solidFill>
          <a:ln>
            <a:noFill/>
          </a:ln>
        </p:spPr>
      </p:sp>
      <p:sp>
        <p:nvSpPr>
          <p:cNvPr id="84" name="wm.whiteboard.162.36"/>
          <p:cNvSpPr/>
          <p:nvPr/>
        </p:nvSpPr>
        <p:spPr>
          <a:xfrm>
            <a:off x="9639300" y="685800"/>
            <a:ext cx="38100" cy="38100"/>
          </a:xfrm>
          <a:prstGeom prst="rect">
            <a:avLst/>
          </a:prstGeom>
          <a:solidFill>
            <a:srgbClr val="CED7E6">
              <a:alpha val="23910"/>
            </a:srgbClr>
          </a:solidFill>
          <a:ln>
            <a:noFill/>
          </a:ln>
        </p:spPr>
      </p:sp>
      <p:sp>
        <p:nvSpPr>
          <p:cNvPr id="85" name="wm.whiteboard.162.54"/>
          <p:cNvSpPr/>
          <p:nvPr/>
        </p:nvSpPr>
        <p:spPr>
          <a:xfrm>
            <a:off x="9639300" y="914400"/>
            <a:ext cx="38100" cy="38100"/>
          </a:xfrm>
          <a:prstGeom prst="rect">
            <a:avLst/>
          </a:prstGeom>
          <a:solidFill>
            <a:srgbClr val="CED7E6">
              <a:alpha val="18425"/>
            </a:srgbClr>
          </a:solidFill>
          <a:ln>
            <a:noFill/>
          </a:ln>
        </p:spPr>
      </p:sp>
      <p:sp>
        <p:nvSpPr>
          <p:cNvPr id="86" name="wm.whiteboard.162.72"/>
          <p:cNvSpPr/>
          <p:nvPr/>
        </p:nvSpPr>
        <p:spPr>
          <a:xfrm>
            <a:off x="9639300" y="1143000"/>
            <a:ext cx="38100" cy="38100"/>
          </a:xfrm>
          <a:prstGeom prst="rect">
            <a:avLst/>
          </a:prstGeom>
          <a:solidFill>
            <a:srgbClr val="CED7E6">
              <a:alpha val="11167"/>
            </a:srgbClr>
          </a:solidFill>
          <a:ln>
            <a:noFill/>
          </a:ln>
        </p:spPr>
      </p:sp>
      <p:sp>
        <p:nvSpPr>
          <p:cNvPr id="87" name="wm.whiteboard.162.90"/>
          <p:cNvSpPr/>
          <p:nvPr/>
        </p:nvSpPr>
        <p:spPr>
          <a:xfrm>
            <a:off x="9639300" y="1371600"/>
            <a:ext cx="38100" cy="38100"/>
          </a:xfrm>
          <a:prstGeom prst="rect">
            <a:avLst/>
          </a:prstGeom>
          <a:solidFill>
            <a:srgbClr val="CED7E6">
              <a:alpha val="2388"/>
            </a:srgbClr>
          </a:solidFill>
          <a:ln>
            <a:noFill/>
          </a:ln>
        </p:spPr>
      </p:sp>
      <p:sp>
        <p:nvSpPr>
          <p:cNvPr id="88" name="wm.whiteboard.180.0"/>
          <p:cNvSpPr/>
          <p:nvPr/>
        </p:nvSpPr>
        <p:spPr>
          <a:xfrm>
            <a:off x="9867900" y="228600"/>
            <a:ext cx="38100" cy="38100"/>
          </a:xfrm>
          <a:prstGeom prst="rect">
            <a:avLst/>
          </a:prstGeom>
          <a:solidFill>
            <a:srgbClr val="CED7E6">
              <a:alpha val="14918"/>
            </a:srgbClr>
          </a:solidFill>
          <a:ln>
            <a:noFill/>
          </a:ln>
        </p:spPr>
      </p:sp>
      <p:sp>
        <p:nvSpPr>
          <p:cNvPr id="89" name="wm.whiteboard.180.18"/>
          <p:cNvSpPr/>
          <p:nvPr/>
        </p:nvSpPr>
        <p:spPr>
          <a:xfrm>
            <a:off x="9867900" y="457200"/>
            <a:ext cx="38100" cy="38100"/>
          </a:xfrm>
          <a:prstGeom prst="rect">
            <a:avLst/>
          </a:prstGeom>
          <a:solidFill>
            <a:srgbClr val="CED7E6">
              <a:alpha val="13741"/>
            </a:srgbClr>
          </a:solidFill>
          <a:ln>
            <a:noFill/>
          </a:ln>
        </p:spPr>
      </p:sp>
      <p:sp>
        <p:nvSpPr>
          <p:cNvPr id="90" name="wm.whiteboard.180.36"/>
          <p:cNvSpPr/>
          <p:nvPr/>
        </p:nvSpPr>
        <p:spPr>
          <a:xfrm>
            <a:off x="9867900" y="685800"/>
            <a:ext cx="38100" cy="38100"/>
          </a:xfrm>
          <a:prstGeom prst="rect">
            <a:avLst/>
          </a:prstGeom>
          <a:solidFill>
            <a:srgbClr val="CED7E6">
              <a:alpha val="10593"/>
            </a:srgbClr>
          </a:solidFill>
          <a:ln>
            <a:noFill/>
          </a:ln>
        </p:spPr>
      </p:sp>
      <p:sp>
        <p:nvSpPr>
          <p:cNvPr id="91" name="wm.whiteboard.180.54"/>
          <p:cNvSpPr/>
          <p:nvPr/>
        </p:nvSpPr>
        <p:spPr>
          <a:xfrm>
            <a:off x="9867900" y="914400"/>
            <a:ext cx="38100" cy="38100"/>
          </a:xfrm>
          <a:prstGeom prst="rect">
            <a:avLst/>
          </a:prstGeom>
          <a:solidFill>
            <a:srgbClr val="CED7E6">
              <a:alpha val="5600"/>
            </a:srgbClr>
          </a:solidFill>
          <a:ln>
            <a:noFill/>
          </a:ln>
        </p:spPr>
      </p:sp>
      <p:sp>
        <p:nvSpPr>
          <p:cNvPr id="92" name="wm.whiteboard.198.0"/>
          <p:cNvSpPr/>
          <p:nvPr/>
        </p:nvSpPr>
        <p:spPr>
          <a:xfrm>
            <a:off x="10096500" y="228600"/>
            <a:ext cx="38100" cy="38100"/>
          </a:xfrm>
          <a:prstGeom prst="rect">
            <a:avLst/>
          </a:prstGeom>
          <a:solidFill>
            <a:srgbClr val="CED7E6">
              <a:alpha val="1142"/>
            </a:srgbClr>
          </a:solidFill>
          <a:ln>
            <a:noFill/>
          </a:ln>
        </p:spPr>
      </p:sp>
      <p:sp>
        <p:nvSpPr>
          <p:cNvPr id="93" name="wm.whiteboard.198.18"/>
          <p:cNvSpPr/>
          <p:nvPr/>
        </p:nvSpPr>
        <p:spPr>
          <a:xfrm>
            <a:off x="10096500" y="457200"/>
            <a:ext cx="38100" cy="38100"/>
          </a:xfrm>
          <a:prstGeom prst="rect">
            <a:avLst/>
          </a:prstGeom>
          <a:solidFill>
            <a:srgbClr val="CED7E6">
              <a:alpha val="69"/>
            </a:srgbClr>
          </a:solidFill>
          <a:ln>
            <a:noFill/>
          </a:ln>
        </p:spPr>
      </p:sp>
      <p:sp>
        <p:nvSpPr>
          <p:cNvPr id="94" name="wm.header.rule"/>
          <p:cNvSpPr/>
          <p:nvPr/>
        </p:nvSpPr>
        <p:spPr>
          <a:xfrm>
            <a:off x="8039100" y="1600200"/>
            <a:ext cx="3429000" cy="9525"/>
          </a:xfrm>
          <a:prstGeom prst="rect">
            <a:avLst/>
          </a:prstGeom>
          <a:solidFill>
            <a:srgbClr val="CED7E6"/>
          </a:solidFill>
          <a:ln>
            <a:noFill/>
          </a:ln>
        </p:spPr>
      </p:sp>
      <p:pic>
        <p:nvPicPr>
          <p:cNvPr id="95"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210300"/>
            <a:ext cx="729403" cy="152400"/>
          </a:xfrm>
          <a:prstGeom prst="rect">
            <a:avLst/>
          </a:prstGeom>
        </p:spPr>
      </p:pic>
      <p:sp>
        <p:nvSpPr>
          <p:cNvPr id="96" name="wm.legal"/>
          <p:cNvSpPr/>
          <p:nvPr/>
        </p:nvSpPr>
        <p:spPr>
          <a:xfrm>
            <a:off x="2171700" y="6172200"/>
            <a:ext cx="89154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wmds.frame.7575343a5c84c636b1ec">
    <p:bg>
      <p:bgPr>
        <a:solidFill>
          <a:srgbClr val="FFFFFF"/>
        </a:solidFill>
      </p:bgPr>
    </p:bg>
    <p:spTree>
      <p:nvGrpSpPr>
        <p:cNvPr id="1" name=""/>
        <p:cNvGrpSpPr/>
        <p:nvPr/>
      </p:nvGrpSpPr>
      <p:grpSpPr>
        <a:xfrm>
          <a:off x="0" y="0"/>
          <a:ext cx="0" cy="0"/>
          <a:chOff x="0" y="0"/>
          <a:chExt cx="0" cy="0"/>
        </a:xfrm>
      </p:grpSpPr>
      <p:sp>
        <p:nvSpPr>
          <p:cNvPr id="2" name="wm.footer.rule"/>
          <p:cNvSpPr/>
          <p:nvPr/>
        </p:nvSpPr>
        <p:spPr>
          <a:xfrm>
            <a:off x="723900" y="6057900"/>
            <a:ext cx="10744200" cy="9525"/>
          </a:xfrm>
          <a:prstGeom prst="rect">
            <a:avLst/>
          </a:prstGeom>
          <a:solidFill>
            <a:srgbClr val="CED7E6"/>
          </a:solidFill>
          <a:ln>
            <a:noFill/>
          </a:ln>
        </p:spPr>
      </p:sp>
      <p:sp>
        <p:nvSpPr>
          <p:cNvPr id="3" name="wm.whiteboard.0.0"/>
          <p:cNvSpPr/>
          <p:nvPr/>
        </p:nvSpPr>
        <p:spPr>
          <a:xfrm>
            <a:off x="7581900" y="228600"/>
            <a:ext cx="38100" cy="38100"/>
          </a:xfrm>
          <a:prstGeom prst="rect">
            <a:avLst/>
          </a:prstGeom>
          <a:solidFill>
            <a:srgbClr val="CED7E6"/>
          </a:solidFill>
          <a:ln>
            <a:noFill/>
          </a:ln>
        </p:spPr>
      </p:sp>
      <p:sp>
        <p:nvSpPr>
          <p:cNvPr id="4" name="wm.whiteboard.0.18"/>
          <p:cNvSpPr/>
          <p:nvPr/>
        </p:nvSpPr>
        <p:spPr>
          <a:xfrm>
            <a:off x="7581900" y="457200"/>
            <a:ext cx="38100" cy="38100"/>
          </a:xfrm>
          <a:prstGeom prst="rect">
            <a:avLst/>
          </a:prstGeom>
          <a:solidFill>
            <a:srgbClr val="CED7E6"/>
          </a:solidFill>
          <a:ln>
            <a:noFill/>
          </a:ln>
        </p:spPr>
      </p:sp>
      <p:sp>
        <p:nvSpPr>
          <p:cNvPr id="5" name="wm.whiteboard.0.36"/>
          <p:cNvSpPr/>
          <p:nvPr/>
        </p:nvSpPr>
        <p:spPr>
          <a:xfrm>
            <a:off x="7581900" y="685800"/>
            <a:ext cx="38100" cy="38100"/>
          </a:xfrm>
          <a:prstGeom prst="rect">
            <a:avLst/>
          </a:prstGeom>
          <a:solidFill>
            <a:srgbClr val="CED7E6"/>
          </a:solidFill>
          <a:ln>
            <a:noFill/>
          </a:ln>
        </p:spPr>
      </p:sp>
      <p:sp>
        <p:nvSpPr>
          <p:cNvPr id="6" name="wm.whiteboard.0.54"/>
          <p:cNvSpPr/>
          <p:nvPr/>
        </p:nvSpPr>
        <p:spPr>
          <a:xfrm>
            <a:off x="7581900" y="914400"/>
            <a:ext cx="38100" cy="38100"/>
          </a:xfrm>
          <a:prstGeom prst="rect">
            <a:avLst/>
          </a:prstGeom>
          <a:solidFill>
            <a:srgbClr val="CED7E6"/>
          </a:solidFill>
          <a:ln>
            <a:noFill/>
          </a:ln>
        </p:spPr>
      </p:sp>
      <p:sp>
        <p:nvSpPr>
          <p:cNvPr id="7" name="wm.whiteboard.0.72"/>
          <p:cNvSpPr/>
          <p:nvPr/>
        </p:nvSpPr>
        <p:spPr>
          <a:xfrm>
            <a:off x="7581900" y="1143000"/>
            <a:ext cx="38100" cy="38100"/>
          </a:xfrm>
          <a:prstGeom prst="rect">
            <a:avLst/>
          </a:prstGeom>
          <a:solidFill>
            <a:srgbClr val="CED7E6">
              <a:alpha val="85305"/>
            </a:srgbClr>
          </a:solidFill>
          <a:ln>
            <a:noFill/>
          </a:ln>
        </p:spPr>
      </p:sp>
      <p:sp>
        <p:nvSpPr>
          <p:cNvPr id="8" name="wm.whiteboard.0.90"/>
          <p:cNvSpPr/>
          <p:nvPr/>
        </p:nvSpPr>
        <p:spPr>
          <a:xfrm>
            <a:off x="7581900" y="1371600"/>
            <a:ext cx="38100" cy="38100"/>
          </a:xfrm>
          <a:prstGeom prst="rect">
            <a:avLst/>
          </a:prstGeom>
          <a:solidFill>
            <a:srgbClr val="CED7E6">
              <a:alpha val="68524"/>
            </a:srgbClr>
          </a:solidFill>
          <a:ln>
            <a:noFill/>
          </a:ln>
        </p:spPr>
      </p:sp>
      <p:sp>
        <p:nvSpPr>
          <p:cNvPr id="9" name="wm.whiteboard.0.108"/>
          <p:cNvSpPr/>
          <p:nvPr/>
        </p:nvSpPr>
        <p:spPr>
          <a:xfrm>
            <a:off x="7581900" y="1600200"/>
            <a:ext cx="38100" cy="38100"/>
          </a:xfrm>
          <a:prstGeom prst="rect">
            <a:avLst/>
          </a:prstGeom>
          <a:solidFill>
            <a:srgbClr val="CED7E6">
              <a:alpha val="51742"/>
            </a:srgbClr>
          </a:solidFill>
          <a:ln>
            <a:noFill/>
          </a:ln>
        </p:spPr>
      </p:sp>
      <p:sp>
        <p:nvSpPr>
          <p:cNvPr id="10" name="wm.whiteboard.0.126"/>
          <p:cNvSpPr/>
          <p:nvPr/>
        </p:nvSpPr>
        <p:spPr>
          <a:xfrm>
            <a:off x="7581900" y="1828800"/>
            <a:ext cx="38100" cy="38100"/>
          </a:xfrm>
          <a:prstGeom prst="rect">
            <a:avLst/>
          </a:prstGeom>
          <a:solidFill>
            <a:srgbClr val="CED7E6">
              <a:alpha val="34959"/>
            </a:srgbClr>
          </a:solidFill>
          <a:ln>
            <a:noFill/>
          </a:ln>
        </p:spPr>
      </p:sp>
      <p:sp>
        <p:nvSpPr>
          <p:cNvPr id="11" name="wm.whiteboard.0.144"/>
          <p:cNvSpPr/>
          <p:nvPr/>
        </p:nvSpPr>
        <p:spPr>
          <a:xfrm>
            <a:off x="7581900" y="2057400"/>
            <a:ext cx="38100" cy="38100"/>
          </a:xfrm>
          <a:prstGeom prst="rect">
            <a:avLst/>
          </a:prstGeom>
          <a:solidFill>
            <a:srgbClr val="CED7E6">
              <a:alpha val="18177"/>
            </a:srgbClr>
          </a:solidFill>
          <a:ln>
            <a:noFill/>
          </a:ln>
        </p:spPr>
      </p:sp>
      <p:sp>
        <p:nvSpPr>
          <p:cNvPr id="12" name="wm.whiteboard.0.162"/>
          <p:cNvSpPr/>
          <p:nvPr/>
        </p:nvSpPr>
        <p:spPr>
          <a:xfrm>
            <a:off x="7581900" y="2286000"/>
            <a:ext cx="38100" cy="38100"/>
          </a:xfrm>
          <a:prstGeom prst="rect">
            <a:avLst/>
          </a:prstGeom>
          <a:solidFill>
            <a:srgbClr val="CED7E6">
              <a:alpha val="1394"/>
            </a:srgbClr>
          </a:solidFill>
          <a:ln>
            <a:noFill/>
          </a:ln>
        </p:spPr>
      </p:sp>
      <p:sp>
        <p:nvSpPr>
          <p:cNvPr id="13" name="wm.whiteboard.18.0"/>
          <p:cNvSpPr/>
          <p:nvPr/>
        </p:nvSpPr>
        <p:spPr>
          <a:xfrm>
            <a:off x="7810500" y="228600"/>
            <a:ext cx="38100" cy="38100"/>
          </a:xfrm>
          <a:prstGeom prst="rect">
            <a:avLst/>
          </a:prstGeom>
          <a:solidFill>
            <a:srgbClr val="CED7E6"/>
          </a:solidFill>
          <a:ln>
            <a:noFill/>
          </a:ln>
        </p:spPr>
      </p:sp>
      <p:sp>
        <p:nvSpPr>
          <p:cNvPr id="14" name="wm.whiteboard.18.18"/>
          <p:cNvSpPr/>
          <p:nvPr/>
        </p:nvSpPr>
        <p:spPr>
          <a:xfrm>
            <a:off x="7810500" y="457200"/>
            <a:ext cx="38100" cy="38100"/>
          </a:xfrm>
          <a:prstGeom prst="rect">
            <a:avLst/>
          </a:prstGeom>
          <a:solidFill>
            <a:srgbClr val="CED7E6"/>
          </a:solidFill>
          <a:ln>
            <a:noFill/>
          </a:ln>
        </p:spPr>
      </p:sp>
      <p:sp>
        <p:nvSpPr>
          <p:cNvPr id="15" name="wm.whiteboard.18.36"/>
          <p:cNvSpPr/>
          <p:nvPr/>
        </p:nvSpPr>
        <p:spPr>
          <a:xfrm>
            <a:off x="7810500" y="685800"/>
            <a:ext cx="38100" cy="38100"/>
          </a:xfrm>
          <a:prstGeom prst="rect">
            <a:avLst/>
          </a:prstGeom>
          <a:solidFill>
            <a:srgbClr val="CED7E6"/>
          </a:solidFill>
          <a:ln>
            <a:noFill/>
          </a:ln>
        </p:spPr>
      </p:sp>
      <p:sp>
        <p:nvSpPr>
          <p:cNvPr id="16" name="wm.whiteboard.18.54"/>
          <p:cNvSpPr/>
          <p:nvPr/>
        </p:nvSpPr>
        <p:spPr>
          <a:xfrm>
            <a:off x="7810500" y="914400"/>
            <a:ext cx="38100" cy="38100"/>
          </a:xfrm>
          <a:prstGeom prst="rect">
            <a:avLst/>
          </a:prstGeom>
          <a:solidFill>
            <a:srgbClr val="CED7E6">
              <a:alpha val="99988"/>
            </a:srgbClr>
          </a:solidFill>
          <a:ln>
            <a:noFill/>
          </a:ln>
        </p:spPr>
      </p:sp>
      <p:sp>
        <p:nvSpPr>
          <p:cNvPr id="17" name="wm.whiteboard.18.72"/>
          <p:cNvSpPr/>
          <p:nvPr/>
        </p:nvSpPr>
        <p:spPr>
          <a:xfrm>
            <a:off x="7810500" y="1143000"/>
            <a:ext cx="38100" cy="38100"/>
          </a:xfrm>
          <a:prstGeom prst="rect">
            <a:avLst/>
          </a:prstGeom>
          <a:solidFill>
            <a:srgbClr val="CED7E6">
              <a:alpha val="83708"/>
            </a:srgbClr>
          </a:solidFill>
          <a:ln>
            <a:noFill/>
          </a:ln>
        </p:spPr>
      </p:sp>
      <p:sp>
        <p:nvSpPr>
          <p:cNvPr id="18" name="wm.whiteboard.18.90"/>
          <p:cNvSpPr/>
          <p:nvPr/>
        </p:nvSpPr>
        <p:spPr>
          <a:xfrm>
            <a:off x="7810500" y="1371600"/>
            <a:ext cx="38100" cy="38100"/>
          </a:xfrm>
          <a:prstGeom prst="rect">
            <a:avLst/>
          </a:prstGeom>
          <a:solidFill>
            <a:srgbClr val="CED7E6">
              <a:alpha val="67236"/>
            </a:srgbClr>
          </a:solidFill>
          <a:ln>
            <a:noFill/>
          </a:ln>
        </p:spPr>
      </p:sp>
      <p:sp>
        <p:nvSpPr>
          <p:cNvPr id="19" name="wm.whiteboard.18.108"/>
          <p:cNvSpPr/>
          <p:nvPr/>
        </p:nvSpPr>
        <p:spPr>
          <a:xfrm>
            <a:off x="7810500" y="1600200"/>
            <a:ext cx="38100" cy="38100"/>
          </a:xfrm>
          <a:prstGeom prst="rect">
            <a:avLst/>
          </a:prstGeom>
          <a:solidFill>
            <a:srgbClr val="CED7E6">
              <a:alpha val="50663"/>
            </a:srgbClr>
          </a:solidFill>
          <a:ln>
            <a:noFill/>
          </a:ln>
        </p:spPr>
      </p:sp>
      <p:sp>
        <p:nvSpPr>
          <p:cNvPr id="20" name="wm.whiteboard.18.126"/>
          <p:cNvSpPr/>
          <p:nvPr/>
        </p:nvSpPr>
        <p:spPr>
          <a:xfrm>
            <a:off x="7810500" y="1828800"/>
            <a:ext cx="38100" cy="38100"/>
          </a:xfrm>
          <a:prstGeom prst="rect">
            <a:avLst/>
          </a:prstGeom>
          <a:solidFill>
            <a:srgbClr val="CED7E6">
              <a:alpha val="34032"/>
            </a:srgbClr>
          </a:solidFill>
          <a:ln>
            <a:noFill/>
          </a:ln>
        </p:spPr>
      </p:sp>
      <p:sp>
        <p:nvSpPr>
          <p:cNvPr id="21" name="wm.whiteboard.18.144"/>
          <p:cNvSpPr/>
          <p:nvPr/>
        </p:nvSpPr>
        <p:spPr>
          <a:xfrm>
            <a:off x="7810500" y="2057400"/>
            <a:ext cx="38100" cy="38100"/>
          </a:xfrm>
          <a:prstGeom prst="rect">
            <a:avLst/>
          </a:prstGeom>
          <a:solidFill>
            <a:srgbClr val="CED7E6">
              <a:alpha val="17363"/>
            </a:srgbClr>
          </a:solidFill>
          <a:ln>
            <a:noFill/>
          </a:ln>
        </p:spPr>
      </p:sp>
      <p:sp>
        <p:nvSpPr>
          <p:cNvPr id="22" name="wm.whiteboard.18.162"/>
          <p:cNvSpPr/>
          <p:nvPr/>
        </p:nvSpPr>
        <p:spPr>
          <a:xfrm>
            <a:off x="7810500" y="2286000"/>
            <a:ext cx="38100" cy="38100"/>
          </a:xfrm>
          <a:prstGeom prst="rect">
            <a:avLst/>
          </a:prstGeom>
          <a:solidFill>
            <a:srgbClr val="CED7E6">
              <a:alpha val="670"/>
            </a:srgbClr>
          </a:solidFill>
          <a:ln>
            <a:noFill/>
          </a:ln>
        </p:spPr>
      </p:sp>
      <p:sp>
        <p:nvSpPr>
          <p:cNvPr id="23" name="wm.whiteboard.36.0"/>
          <p:cNvSpPr/>
          <p:nvPr/>
        </p:nvSpPr>
        <p:spPr>
          <a:xfrm>
            <a:off x="8039100" y="228600"/>
            <a:ext cx="38100" cy="38100"/>
          </a:xfrm>
          <a:prstGeom prst="rect">
            <a:avLst/>
          </a:prstGeom>
          <a:solidFill>
            <a:srgbClr val="CED7E6"/>
          </a:solidFill>
          <a:ln>
            <a:noFill/>
          </a:ln>
        </p:spPr>
      </p:sp>
      <p:sp>
        <p:nvSpPr>
          <p:cNvPr id="24" name="wm.whiteboard.36.18"/>
          <p:cNvSpPr/>
          <p:nvPr/>
        </p:nvSpPr>
        <p:spPr>
          <a:xfrm>
            <a:off x="8039100" y="457200"/>
            <a:ext cx="38100" cy="38100"/>
          </a:xfrm>
          <a:prstGeom prst="rect">
            <a:avLst/>
          </a:prstGeom>
          <a:solidFill>
            <a:srgbClr val="CED7E6"/>
          </a:solidFill>
          <a:ln>
            <a:noFill/>
          </a:ln>
        </p:spPr>
      </p:sp>
      <p:sp>
        <p:nvSpPr>
          <p:cNvPr id="25" name="wm.whiteboard.36.36"/>
          <p:cNvSpPr/>
          <p:nvPr/>
        </p:nvSpPr>
        <p:spPr>
          <a:xfrm>
            <a:off x="8039100" y="685800"/>
            <a:ext cx="38100" cy="38100"/>
          </a:xfrm>
          <a:prstGeom prst="rect">
            <a:avLst/>
          </a:prstGeom>
          <a:solidFill>
            <a:srgbClr val="CED7E6"/>
          </a:solidFill>
          <a:ln>
            <a:noFill/>
          </a:ln>
        </p:spPr>
      </p:sp>
      <p:sp>
        <p:nvSpPr>
          <p:cNvPr id="26" name="wm.whiteboard.36.54"/>
          <p:cNvSpPr/>
          <p:nvPr/>
        </p:nvSpPr>
        <p:spPr>
          <a:xfrm>
            <a:off x="8039100" y="914400"/>
            <a:ext cx="38100" cy="38100"/>
          </a:xfrm>
          <a:prstGeom prst="rect">
            <a:avLst/>
          </a:prstGeom>
          <a:solidFill>
            <a:srgbClr val="CED7E6">
              <a:alpha val="94671"/>
            </a:srgbClr>
          </a:solidFill>
          <a:ln>
            <a:noFill/>
          </a:ln>
        </p:spPr>
      </p:sp>
      <p:sp>
        <p:nvSpPr>
          <p:cNvPr id="27" name="wm.whiteboard.36.72"/>
          <p:cNvSpPr/>
          <p:nvPr/>
        </p:nvSpPr>
        <p:spPr>
          <a:xfrm>
            <a:off x="8039100" y="1143000"/>
            <a:ext cx="38100" cy="38100"/>
          </a:xfrm>
          <a:prstGeom prst="rect">
            <a:avLst/>
          </a:prstGeom>
          <a:solidFill>
            <a:srgbClr val="CED7E6">
              <a:alpha val="79547"/>
            </a:srgbClr>
          </a:solidFill>
          <a:ln>
            <a:noFill/>
          </a:ln>
        </p:spPr>
      </p:sp>
      <p:sp>
        <p:nvSpPr>
          <p:cNvPr id="28" name="wm.whiteboard.36.90"/>
          <p:cNvSpPr/>
          <p:nvPr/>
        </p:nvSpPr>
        <p:spPr>
          <a:xfrm>
            <a:off x="8039100" y="1371600"/>
            <a:ext cx="38100" cy="38100"/>
          </a:xfrm>
          <a:prstGeom prst="rect">
            <a:avLst/>
          </a:prstGeom>
          <a:solidFill>
            <a:srgbClr val="CED7E6">
              <a:alpha val="63833"/>
            </a:srgbClr>
          </a:solidFill>
          <a:ln>
            <a:noFill/>
          </a:ln>
        </p:spPr>
      </p:sp>
      <p:sp>
        <p:nvSpPr>
          <p:cNvPr id="29" name="wm.whiteboard.36.108"/>
          <p:cNvSpPr/>
          <p:nvPr/>
        </p:nvSpPr>
        <p:spPr>
          <a:xfrm>
            <a:off x="8039100" y="1600200"/>
            <a:ext cx="38100" cy="38100"/>
          </a:xfrm>
          <a:prstGeom prst="rect">
            <a:avLst/>
          </a:prstGeom>
          <a:solidFill>
            <a:srgbClr val="CED7E6">
              <a:alpha val="47790"/>
            </a:srgbClr>
          </a:solidFill>
          <a:ln>
            <a:noFill/>
          </a:ln>
        </p:spPr>
      </p:sp>
      <p:sp>
        <p:nvSpPr>
          <p:cNvPr id="30" name="wm.whiteboard.36.126"/>
          <p:cNvSpPr/>
          <p:nvPr/>
        </p:nvSpPr>
        <p:spPr>
          <a:xfrm>
            <a:off x="8039100" y="1828800"/>
            <a:ext cx="38100" cy="38100"/>
          </a:xfrm>
          <a:prstGeom prst="rect">
            <a:avLst/>
          </a:prstGeom>
          <a:solidFill>
            <a:srgbClr val="CED7E6">
              <a:alpha val="31549"/>
            </a:srgbClr>
          </a:solidFill>
          <a:ln>
            <a:noFill/>
          </a:ln>
        </p:spPr>
      </p:sp>
      <p:sp>
        <p:nvSpPr>
          <p:cNvPr id="31" name="wm.whiteboard.36.144"/>
          <p:cNvSpPr/>
          <p:nvPr/>
        </p:nvSpPr>
        <p:spPr>
          <a:xfrm>
            <a:off x="8039100" y="2057400"/>
            <a:ext cx="38100" cy="38100"/>
          </a:xfrm>
          <a:prstGeom prst="rect">
            <a:avLst/>
          </a:prstGeom>
          <a:solidFill>
            <a:srgbClr val="CED7E6">
              <a:alpha val="15179"/>
            </a:srgbClr>
          </a:solidFill>
          <a:ln>
            <a:noFill/>
          </a:ln>
        </p:spPr>
      </p:sp>
      <p:sp>
        <p:nvSpPr>
          <p:cNvPr id="32" name="wm.whiteboard.54.0"/>
          <p:cNvSpPr/>
          <p:nvPr/>
        </p:nvSpPr>
        <p:spPr>
          <a:xfrm>
            <a:off x="8267700" y="228600"/>
            <a:ext cx="38100" cy="38100"/>
          </a:xfrm>
          <a:prstGeom prst="rect">
            <a:avLst/>
          </a:prstGeom>
          <a:solidFill>
            <a:srgbClr val="CED7E6"/>
          </a:solidFill>
          <a:ln>
            <a:noFill/>
          </a:ln>
        </p:spPr>
      </p:sp>
      <p:sp>
        <p:nvSpPr>
          <p:cNvPr id="33" name="wm.whiteboard.54.18"/>
          <p:cNvSpPr/>
          <p:nvPr/>
        </p:nvSpPr>
        <p:spPr>
          <a:xfrm>
            <a:off x="8267700" y="457200"/>
            <a:ext cx="38100" cy="38100"/>
          </a:xfrm>
          <a:prstGeom prst="rect">
            <a:avLst/>
          </a:prstGeom>
          <a:solidFill>
            <a:srgbClr val="CED7E6"/>
          </a:solidFill>
          <a:ln>
            <a:noFill/>
          </a:ln>
        </p:spPr>
      </p:sp>
      <p:sp>
        <p:nvSpPr>
          <p:cNvPr id="34" name="wm.whiteboard.54.36"/>
          <p:cNvSpPr/>
          <p:nvPr/>
        </p:nvSpPr>
        <p:spPr>
          <a:xfrm>
            <a:off x="8267700" y="685800"/>
            <a:ext cx="38100" cy="38100"/>
          </a:xfrm>
          <a:prstGeom prst="rect">
            <a:avLst/>
          </a:prstGeom>
          <a:solidFill>
            <a:srgbClr val="CED7E6">
              <a:alpha val="98827"/>
            </a:srgbClr>
          </a:solidFill>
          <a:ln>
            <a:noFill/>
          </a:ln>
        </p:spPr>
      </p:sp>
      <p:sp>
        <p:nvSpPr>
          <p:cNvPr id="35" name="wm.whiteboard.54.54"/>
          <p:cNvSpPr/>
          <p:nvPr/>
        </p:nvSpPr>
        <p:spPr>
          <a:xfrm>
            <a:off x="8267700" y="914400"/>
            <a:ext cx="38100" cy="38100"/>
          </a:xfrm>
          <a:prstGeom prst="rect">
            <a:avLst/>
          </a:prstGeom>
          <a:solidFill>
            <a:srgbClr val="CED7E6">
              <a:alpha val="86895"/>
            </a:srgbClr>
          </a:solidFill>
          <a:ln>
            <a:noFill/>
          </a:ln>
        </p:spPr>
      </p:sp>
      <p:sp>
        <p:nvSpPr>
          <p:cNvPr id="36" name="wm.whiteboard.54.72"/>
          <p:cNvSpPr/>
          <p:nvPr/>
        </p:nvSpPr>
        <p:spPr>
          <a:xfrm>
            <a:off x="8267700" y="1143000"/>
            <a:ext cx="38100" cy="38100"/>
          </a:xfrm>
          <a:prstGeom prst="rect">
            <a:avLst/>
          </a:prstGeom>
          <a:solidFill>
            <a:srgbClr val="CED7E6">
              <a:alpha val="73217"/>
            </a:srgbClr>
          </a:solidFill>
          <a:ln>
            <a:noFill/>
          </a:ln>
        </p:spPr>
      </p:sp>
      <p:sp>
        <p:nvSpPr>
          <p:cNvPr id="37" name="wm.whiteboard.54.90"/>
          <p:cNvSpPr/>
          <p:nvPr/>
        </p:nvSpPr>
        <p:spPr>
          <a:xfrm>
            <a:off x="8267700" y="1371600"/>
            <a:ext cx="38100" cy="38100"/>
          </a:xfrm>
          <a:prstGeom prst="rect">
            <a:avLst/>
          </a:prstGeom>
          <a:solidFill>
            <a:srgbClr val="CED7E6">
              <a:alpha val="58541"/>
            </a:srgbClr>
          </a:solidFill>
          <a:ln>
            <a:noFill/>
          </a:ln>
        </p:spPr>
      </p:sp>
      <p:sp>
        <p:nvSpPr>
          <p:cNvPr id="38" name="wm.whiteboard.54.108"/>
          <p:cNvSpPr/>
          <p:nvPr/>
        </p:nvSpPr>
        <p:spPr>
          <a:xfrm>
            <a:off x="8267700" y="1600200"/>
            <a:ext cx="38100" cy="38100"/>
          </a:xfrm>
          <a:prstGeom prst="rect">
            <a:avLst/>
          </a:prstGeom>
          <a:solidFill>
            <a:srgbClr val="CED7E6">
              <a:alpha val="43263"/>
            </a:srgbClr>
          </a:solidFill>
          <a:ln>
            <a:noFill/>
          </a:ln>
        </p:spPr>
      </p:sp>
      <p:sp>
        <p:nvSpPr>
          <p:cNvPr id="39" name="wm.whiteboard.54.126"/>
          <p:cNvSpPr/>
          <p:nvPr/>
        </p:nvSpPr>
        <p:spPr>
          <a:xfrm>
            <a:off x="8267700" y="1828800"/>
            <a:ext cx="38100" cy="38100"/>
          </a:xfrm>
          <a:prstGeom prst="rect">
            <a:avLst/>
          </a:prstGeom>
          <a:solidFill>
            <a:srgbClr val="CED7E6">
              <a:alpha val="27603"/>
            </a:srgbClr>
          </a:solidFill>
          <a:ln>
            <a:noFill/>
          </a:ln>
        </p:spPr>
      </p:sp>
      <p:sp>
        <p:nvSpPr>
          <p:cNvPr id="40" name="wm.whiteboard.54.144"/>
          <p:cNvSpPr/>
          <p:nvPr/>
        </p:nvSpPr>
        <p:spPr>
          <a:xfrm>
            <a:off x="8267700" y="2057400"/>
            <a:ext cx="38100" cy="38100"/>
          </a:xfrm>
          <a:prstGeom prst="rect">
            <a:avLst/>
          </a:prstGeom>
          <a:solidFill>
            <a:srgbClr val="CED7E6">
              <a:alpha val="11687"/>
            </a:srgbClr>
          </a:solidFill>
          <a:ln>
            <a:noFill/>
          </a:ln>
        </p:spPr>
      </p:sp>
      <p:sp>
        <p:nvSpPr>
          <p:cNvPr id="41" name="wm.whiteboard.72.0"/>
          <p:cNvSpPr/>
          <p:nvPr/>
        </p:nvSpPr>
        <p:spPr>
          <a:xfrm>
            <a:off x="8496300" y="228600"/>
            <a:ext cx="38100" cy="38100"/>
          </a:xfrm>
          <a:prstGeom prst="rect">
            <a:avLst/>
          </a:prstGeom>
          <a:solidFill>
            <a:srgbClr val="CED7E6">
              <a:alpha val="97572"/>
            </a:srgbClr>
          </a:solidFill>
          <a:ln>
            <a:noFill/>
          </a:ln>
        </p:spPr>
      </p:sp>
      <p:sp>
        <p:nvSpPr>
          <p:cNvPr id="42" name="wm.whiteboard.72.18"/>
          <p:cNvSpPr/>
          <p:nvPr/>
        </p:nvSpPr>
        <p:spPr>
          <a:xfrm>
            <a:off x="8496300" y="457200"/>
            <a:ext cx="38100" cy="38100"/>
          </a:xfrm>
          <a:prstGeom prst="rect">
            <a:avLst/>
          </a:prstGeom>
          <a:solidFill>
            <a:srgbClr val="CED7E6">
              <a:alpha val="94724"/>
            </a:srgbClr>
          </a:solidFill>
          <a:ln>
            <a:noFill/>
          </a:ln>
        </p:spPr>
      </p:sp>
      <p:sp>
        <p:nvSpPr>
          <p:cNvPr id="43" name="wm.whiteboard.72.36"/>
          <p:cNvSpPr/>
          <p:nvPr/>
        </p:nvSpPr>
        <p:spPr>
          <a:xfrm>
            <a:off x="8496300" y="685800"/>
            <a:ext cx="38100" cy="38100"/>
          </a:xfrm>
          <a:prstGeom prst="rect">
            <a:avLst/>
          </a:prstGeom>
          <a:solidFill>
            <a:srgbClr val="CED7E6">
              <a:alpha val="87609"/>
            </a:srgbClr>
          </a:solidFill>
          <a:ln>
            <a:noFill/>
          </a:ln>
        </p:spPr>
      </p:sp>
      <p:sp>
        <p:nvSpPr>
          <p:cNvPr id="44" name="wm.whiteboard.72.54"/>
          <p:cNvSpPr/>
          <p:nvPr/>
        </p:nvSpPr>
        <p:spPr>
          <a:xfrm>
            <a:off x="8496300" y="914400"/>
            <a:ext cx="38100" cy="38100"/>
          </a:xfrm>
          <a:prstGeom prst="rect">
            <a:avLst/>
          </a:prstGeom>
          <a:solidFill>
            <a:srgbClr val="CED7E6">
              <a:alpha val="77408"/>
            </a:srgbClr>
          </a:solidFill>
          <a:ln>
            <a:noFill/>
          </a:ln>
        </p:spPr>
      </p:sp>
      <p:sp>
        <p:nvSpPr>
          <p:cNvPr id="45" name="wm.whiteboard.72.72"/>
          <p:cNvSpPr/>
          <p:nvPr/>
        </p:nvSpPr>
        <p:spPr>
          <a:xfrm>
            <a:off x="8496300" y="1143000"/>
            <a:ext cx="38100" cy="38100"/>
          </a:xfrm>
          <a:prstGeom prst="rect">
            <a:avLst/>
          </a:prstGeom>
          <a:solidFill>
            <a:srgbClr val="CED7E6">
              <a:alpha val="65181"/>
            </a:srgbClr>
          </a:solidFill>
          <a:ln>
            <a:noFill/>
          </a:ln>
        </p:spPr>
      </p:sp>
      <p:sp>
        <p:nvSpPr>
          <p:cNvPr id="46" name="wm.whiteboard.72.90"/>
          <p:cNvSpPr/>
          <p:nvPr/>
        </p:nvSpPr>
        <p:spPr>
          <a:xfrm>
            <a:off x="8496300" y="1371600"/>
            <a:ext cx="38100" cy="38100"/>
          </a:xfrm>
          <a:prstGeom prst="rect">
            <a:avLst/>
          </a:prstGeom>
          <a:solidFill>
            <a:srgbClr val="CED7E6">
              <a:alpha val="51653"/>
            </a:srgbClr>
          </a:solidFill>
          <a:ln>
            <a:noFill/>
          </a:ln>
        </p:spPr>
      </p:sp>
      <p:sp>
        <p:nvSpPr>
          <p:cNvPr id="47" name="wm.whiteboard.72.108"/>
          <p:cNvSpPr/>
          <p:nvPr/>
        </p:nvSpPr>
        <p:spPr>
          <a:xfrm>
            <a:off x="8496300" y="1600200"/>
            <a:ext cx="38100" cy="38100"/>
          </a:xfrm>
          <a:prstGeom prst="rect">
            <a:avLst/>
          </a:prstGeom>
          <a:solidFill>
            <a:srgbClr val="CED7E6">
              <a:alpha val="37275"/>
            </a:srgbClr>
          </a:solidFill>
          <a:ln>
            <a:noFill/>
          </a:ln>
        </p:spPr>
      </p:sp>
      <p:sp>
        <p:nvSpPr>
          <p:cNvPr id="48" name="wm.whiteboard.72.126"/>
          <p:cNvSpPr/>
          <p:nvPr/>
        </p:nvSpPr>
        <p:spPr>
          <a:xfrm>
            <a:off x="8496300" y="1828800"/>
            <a:ext cx="38100" cy="38100"/>
          </a:xfrm>
          <a:prstGeom prst="rect">
            <a:avLst/>
          </a:prstGeom>
          <a:solidFill>
            <a:srgbClr val="CED7E6">
              <a:alpha val="22326"/>
            </a:srgbClr>
          </a:solidFill>
          <a:ln>
            <a:noFill/>
          </a:ln>
        </p:spPr>
      </p:sp>
      <p:sp>
        <p:nvSpPr>
          <p:cNvPr id="49" name="wm.whiteboard.72.144"/>
          <p:cNvSpPr/>
          <p:nvPr/>
        </p:nvSpPr>
        <p:spPr>
          <a:xfrm>
            <a:off x="8496300" y="2057400"/>
            <a:ext cx="38100" cy="38100"/>
          </a:xfrm>
          <a:prstGeom prst="rect">
            <a:avLst/>
          </a:prstGeom>
          <a:solidFill>
            <a:srgbClr val="CED7E6">
              <a:alpha val="6980"/>
            </a:srgbClr>
          </a:solidFill>
          <a:ln>
            <a:noFill/>
          </a:ln>
        </p:spPr>
      </p:sp>
      <p:sp>
        <p:nvSpPr>
          <p:cNvPr id="50" name="wm.whiteboard.90.0"/>
          <p:cNvSpPr/>
          <p:nvPr/>
        </p:nvSpPr>
        <p:spPr>
          <a:xfrm>
            <a:off x="8724900" y="228600"/>
            <a:ext cx="38100" cy="38100"/>
          </a:xfrm>
          <a:prstGeom prst="rect">
            <a:avLst/>
          </a:prstGeom>
          <a:solidFill>
            <a:srgbClr val="CED7E6">
              <a:alpha val="83798"/>
            </a:srgbClr>
          </a:solidFill>
          <a:ln>
            <a:noFill/>
          </a:ln>
        </p:spPr>
      </p:sp>
      <p:sp>
        <p:nvSpPr>
          <p:cNvPr id="51" name="wm.whiteboard.90.18"/>
          <p:cNvSpPr/>
          <p:nvPr/>
        </p:nvSpPr>
        <p:spPr>
          <a:xfrm>
            <a:off x="8724900" y="457200"/>
            <a:ext cx="38100" cy="38100"/>
          </a:xfrm>
          <a:prstGeom prst="rect">
            <a:avLst/>
          </a:prstGeom>
          <a:solidFill>
            <a:srgbClr val="CED7E6">
              <a:alpha val="81490"/>
            </a:srgbClr>
          </a:solidFill>
          <a:ln>
            <a:noFill/>
          </a:ln>
        </p:spPr>
      </p:sp>
      <p:sp>
        <p:nvSpPr>
          <p:cNvPr id="52" name="wm.whiteboard.90.36"/>
          <p:cNvSpPr/>
          <p:nvPr/>
        </p:nvSpPr>
        <p:spPr>
          <a:xfrm>
            <a:off x="8724900" y="685800"/>
            <a:ext cx="38100" cy="38100"/>
          </a:xfrm>
          <a:prstGeom prst="rect">
            <a:avLst/>
          </a:prstGeom>
          <a:solidFill>
            <a:srgbClr val="CED7E6">
              <a:alpha val="75569"/>
            </a:srgbClr>
          </a:solidFill>
          <a:ln>
            <a:noFill/>
          </a:ln>
        </p:spPr>
      </p:sp>
      <p:sp>
        <p:nvSpPr>
          <p:cNvPr id="53" name="wm.whiteboard.90.54"/>
          <p:cNvSpPr/>
          <p:nvPr/>
        </p:nvSpPr>
        <p:spPr>
          <a:xfrm>
            <a:off x="8724900" y="914400"/>
            <a:ext cx="38100" cy="38100"/>
          </a:xfrm>
          <a:prstGeom prst="rect">
            <a:avLst/>
          </a:prstGeom>
          <a:solidFill>
            <a:srgbClr val="CED7E6">
              <a:alpha val="66767"/>
            </a:srgbClr>
          </a:solidFill>
          <a:ln>
            <a:noFill/>
          </a:ln>
        </p:spPr>
      </p:sp>
      <p:sp>
        <p:nvSpPr>
          <p:cNvPr id="54" name="wm.whiteboard.90.72"/>
          <p:cNvSpPr/>
          <p:nvPr/>
        </p:nvSpPr>
        <p:spPr>
          <a:xfrm>
            <a:off x="8724900" y="1143000"/>
            <a:ext cx="38100" cy="38100"/>
          </a:xfrm>
          <a:prstGeom prst="rect">
            <a:avLst/>
          </a:prstGeom>
          <a:solidFill>
            <a:srgbClr val="CED7E6">
              <a:alpha val="55859"/>
            </a:srgbClr>
          </a:solidFill>
          <a:ln>
            <a:noFill/>
          </a:ln>
        </p:spPr>
      </p:sp>
      <p:sp>
        <p:nvSpPr>
          <p:cNvPr id="55" name="wm.whiteboard.90.90"/>
          <p:cNvSpPr/>
          <p:nvPr/>
        </p:nvSpPr>
        <p:spPr>
          <a:xfrm>
            <a:off x="8724900" y="1371600"/>
            <a:ext cx="38100" cy="38100"/>
          </a:xfrm>
          <a:prstGeom prst="rect">
            <a:avLst/>
          </a:prstGeom>
          <a:solidFill>
            <a:srgbClr val="CED7E6">
              <a:alpha val="43468"/>
            </a:srgbClr>
          </a:solidFill>
          <a:ln>
            <a:noFill/>
          </a:ln>
        </p:spPr>
      </p:sp>
      <p:sp>
        <p:nvSpPr>
          <p:cNvPr id="56" name="wm.whiteboard.90.108"/>
          <p:cNvSpPr/>
          <p:nvPr/>
        </p:nvSpPr>
        <p:spPr>
          <a:xfrm>
            <a:off x="8724900" y="1600200"/>
            <a:ext cx="38100" cy="38100"/>
          </a:xfrm>
          <a:prstGeom prst="rect">
            <a:avLst/>
          </a:prstGeom>
          <a:solidFill>
            <a:srgbClr val="CED7E6">
              <a:alpha val="30037"/>
            </a:srgbClr>
          </a:solidFill>
          <a:ln>
            <a:noFill/>
          </a:ln>
        </p:spPr>
      </p:sp>
      <p:sp>
        <p:nvSpPr>
          <p:cNvPr id="57" name="wm.whiteboard.90.126"/>
          <p:cNvSpPr/>
          <p:nvPr/>
        </p:nvSpPr>
        <p:spPr>
          <a:xfrm>
            <a:off x="8724900" y="1828800"/>
            <a:ext cx="38100" cy="38100"/>
          </a:xfrm>
          <a:prstGeom prst="rect">
            <a:avLst/>
          </a:prstGeom>
          <a:solidFill>
            <a:srgbClr val="CED7E6">
              <a:alpha val="15870"/>
            </a:srgbClr>
          </a:solidFill>
          <a:ln>
            <a:noFill/>
          </a:ln>
        </p:spPr>
      </p:sp>
      <p:sp>
        <p:nvSpPr>
          <p:cNvPr id="58" name="wm.whiteboard.90.144"/>
          <p:cNvSpPr/>
          <p:nvPr/>
        </p:nvSpPr>
        <p:spPr>
          <a:xfrm>
            <a:off x="8724900" y="2057400"/>
            <a:ext cx="38100" cy="38100"/>
          </a:xfrm>
          <a:prstGeom prst="rect">
            <a:avLst/>
          </a:prstGeom>
          <a:solidFill>
            <a:srgbClr val="CED7E6">
              <a:alpha val="1171"/>
            </a:srgbClr>
          </a:solidFill>
          <a:ln>
            <a:noFill/>
          </a:ln>
        </p:spPr>
      </p:sp>
      <p:sp>
        <p:nvSpPr>
          <p:cNvPr id="59" name="wm.whiteboard.108.0"/>
          <p:cNvSpPr/>
          <p:nvPr/>
        </p:nvSpPr>
        <p:spPr>
          <a:xfrm>
            <a:off x="8953500" y="228600"/>
            <a:ext cx="38100" cy="38100"/>
          </a:xfrm>
          <a:prstGeom prst="rect">
            <a:avLst/>
          </a:prstGeom>
          <a:solidFill>
            <a:srgbClr val="CED7E6">
              <a:alpha val="70023"/>
            </a:srgbClr>
          </a:solidFill>
          <a:ln>
            <a:noFill/>
          </a:ln>
        </p:spPr>
      </p:sp>
      <p:sp>
        <p:nvSpPr>
          <p:cNvPr id="60" name="wm.whiteboard.108.18"/>
          <p:cNvSpPr/>
          <p:nvPr/>
        </p:nvSpPr>
        <p:spPr>
          <a:xfrm>
            <a:off x="8953500" y="457200"/>
            <a:ext cx="38100" cy="38100"/>
          </a:xfrm>
          <a:prstGeom prst="rect">
            <a:avLst/>
          </a:prstGeom>
          <a:solidFill>
            <a:srgbClr val="CED7E6">
              <a:alpha val="68085"/>
            </a:srgbClr>
          </a:solidFill>
          <a:ln>
            <a:noFill/>
          </a:ln>
        </p:spPr>
      </p:sp>
      <p:sp>
        <p:nvSpPr>
          <p:cNvPr id="61" name="wm.whiteboard.108.36"/>
          <p:cNvSpPr/>
          <p:nvPr/>
        </p:nvSpPr>
        <p:spPr>
          <a:xfrm>
            <a:off x="8953500" y="685800"/>
            <a:ext cx="38100" cy="38100"/>
          </a:xfrm>
          <a:prstGeom prst="rect">
            <a:avLst/>
          </a:prstGeom>
          <a:solidFill>
            <a:srgbClr val="CED7E6">
              <a:alpha val="63033"/>
            </a:srgbClr>
          </a:solidFill>
          <a:ln>
            <a:noFill/>
          </a:ln>
        </p:spPr>
      </p:sp>
      <p:sp>
        <p:nvSpPr>
          <p:cNvPr id="62" name="wm.whiteboard.108.54"/>
          <p:cNvSpPr/>
          <p:nvPr/>
        </p:nvSpPr>
        <p:spPr>
          <a:xfrm>
            <a:off x="8953500" y="914400"/>
            <a:ext cx="38100" cy="38100"/>
          </a:xfrm>
          <a:prstGeom prst="rect">
            <a:avLst/>
          </a:prstGeom>
          <a:solidFill>
            <a:srgbClr val="CED7E6">
              <a:alpha val="55346"/>
            </a:srgbClr>
          </a:solidFill>
          <a:ln>
            <a:noFill/>
          </a:ln>
        </p:spPr>
      </p:sp>
      <p:sp>
        <p:nvSpPr>
          <p:cNvPr id="63" name="wm.whiteboard.108.72"/>
          <p:cNvSpPr/>
          <p:nvPr/>
        </p:nvSpPr>
        <p:spPr>
          <a:xfrm>
            <a:off x="8953500" y="1143000"/>
            <a:ext cx="38100" cy="38100"/>
          </a:xfrm>
          <a:prstGeom prst="rect">
            <a:avLst/>
          </a:prstGeom>
          <a:solidFill>
            <a:srgbClr val="CED7E6">
              <a:alpha val="45583"/>
            </a:srgbClr>
          </a:solidFill>
          <a:ln>
            <a:noFill/>
          </a:ln>
        </p:spPr>
      </p:sp>
      <p:sp>
        <p:nvSpPr>
          <p:cNvPr id="64" name="wm.whiteboard.108.90"/>
          <p:cNvSpPr/>
          <p:nvPr/>
        </p:nvSpPr>
        <p:spPr>
          <a:xfrm>
            <a:off x="8953500" y="1371600"/>
            <a:ext cx="38100" cy="38100"/>
          </a:xfrm>
          <a:prstGeom prst="rect">
            <a:avLst/>
          </a:prstGeom>
          <a:solidFill>
            <a:srgbClr val="CED7E6">
              <a:alpha val="34251"/>
            </a:srgbClr>
          </a:solidFill>
          <a:ln>
            <a:noFill/>
          </a:ln>
        </p:spPr>
      </p:sp>
      <p:sp>
        <p:nvSpPr>
          <p:cNvPr id="65" name="wm.whiteboard.108.108"/>
          <p:cNvSpPr/>
          <p:nvPr/>
        </p:nvSpPr>
        <p:spPr>
          <a:xfrm>
            <a:off x="8953500" y="1600200"/>
            <a:ext cx="38100" cy="38100"/>
          </a:xfrm>
          <a:prstGeom prst="rect">
            <a:avLst/>
          </a:prstGeom>
          <a:solidFill>
            <a:srgbClr val="CED7E6">
              <a:alpha val="21754"/>
            </a:srgbClr>
          </a:solidFill>
          <a:ln>
            <a:noFill/>
          </a:ln>
        </p:spPr>
      </p:sp>
      <p:sp>
        <p:nvSpPr>
          <p:cNvPr id="66" name="wm.whiteboard.108.126"/>
          <p:cNvSpPr/>
          <p:nvPr/>
        </p:nvSpPr>
        <p:spPr>
          <a:xfrm>
            <a:off x="8953500" y="1828800"/>
            <a:ext cx="38100" cy="38100"/>
          </a:xfrm>
          <a:prstGeom prst="rect">
            <a:avLst/>
          </a:prstGeom>
          <a:solidFill>
            <a:srgbClr val="CED7E6">
              <a:alpha val="8391"/>
            </a:srgbClr>
          </a:solidFill>
          <a:ln>
            <a:noFill/>
          </a:ln>
        </p:spPr>
      </p:sp>
      <p:sp>
        <p:nvSpPr>
          <p:cNvPr id="67" name="wm.whiteboard.126.0"/>
          <p:cNvSpPr/>
          <p:nvPr/>
        </p:nvSpPr>
        <p:spPr>
          <a:xfrm>
            <a:off x="9182100" y="228600"/>
            <a:ext cx="38100" cy="38100"/>
          </a:xfrm>
          <a:prstGeom prst="rect">
            <a:avLst/>
          </a:prstGeom>
          <a:solidFill>
            <a:srgbClr val="CED7E6">
              <a:alpha val="56247"/>
            </a:srgbClr>
          </a:solidFill>
          <a:ln>
            <a:noFill/>
          </a:ln>
        </p:spPr>
      </p:sp>
      <p:sp>
        <p:nvSpPr>
          <p:cNvPr id="68" name="wm.whiteboard.126.18"/>
          <p:cNvSpPr/>
          <p:nvPr/>
        </p:nvSpPr>
        <p:spPr>
          <a:xfrm>
            <a:off x="9182100" y="457200"/>
            <a:ext cx="38100" cy="38100"/>
          </a:xfrm>
          <a:prstGeom prst="rect">
            <a:avLst/>
          </a:prstGeom>
          <a:solidFill>
            <a:srgbClr val="CED7E6">
              <a:alpha val="54578"/>
            </a:srgbClr>
          </a:solidFill>
          <a:ln>
            <a:noFill/>
          </a:ln>
        </p:spPr>
      </p:sp>
      <p:sp>
        <p:nvSpPr>
          <p:cNvPr id="69" name="wm.whiteboard.126.36"/>
          <p:cNvSpPr/>
          <p:nvPr/>
        </p:nvSpPr>
        <p:spPr>
          <a:xfrm>
            <a:off x="9182100" y="685800"/>
            <a:ext cx="38100" cy="38100"/>
          </a:xfrm>
          <a:prstGeom prst="rect">
            <a:avLst/>
          </a:prstGeom>
          <a:solidFill>
            <a:srgbClr val="CED7E6">
              <a:alpha val="50182"/>
            </a:srgbClr>
          </a:solidFill>
          <a:ln>
            <a:noFill/>
          </a:ln>
        </p:spPr>
      </p:sp>
      <p:sp>
        <p:nvSpPr>
          <p:cNvPr id="70" name="wm.whiteboard.126.54"/>
          <p:cNvSpPr/>
          <p:nvPr/>
        </p:nvSpPr>
        <p:spPr>
          <a:xfrm>
            <a:off x="9182100" y="914400"/>
            <a:ext cx="38100" cy="38100"/>
          </a:xfrm>
          <a:prstGeom prst="rect">
            <a:avLst/>
          </a:prstGeom>
          <a:solidFill>
            <a:srgbClr val="CED7E6">
              <a:alpha val="43386"/>
            </a:srgbClr>
          </a:solidFill>
          <a:ln>
            <a:noFill/>
          </a:ln>
        </p:spPr>
      </p:sp>
      <p:sp>
        <p:nvSpPr>
          <p:cNvPr id="71" name="wm.whiteboard.126.72"/>
          <p:cNvSpPr/>
          <p:nvPr/>
        </p:nvSpPr>
        <p:spPr>
          <a:xfrm>
            <a:off x="9182100" y="1143000"/>
            <a:ext cx="38100" cy="38100"/>
          </a:xfrm>
          <a:prstGeom prst="rect">
            <a:avLst/>
          </a:prstGeom>
          <a:solidFill>
            <a:srgbClr val="CED7E6">
              <a:alpha val="34598"/>
            </a:srgbClr>
          </a:solidFill>
          <a:ln>
            <a:noFill/>
          </a:ln>
        </p:spPr>
      </p:sp>
      <p:sp>
        <p:nvSpPr>
          <p:cNvPr id="72" name="wm.whiteboard.126.90"/>
          <p:cNvSpPr/>
          <p:nvPr/>
        </p:nvSpPr>
        <p:spPr>
          <a:xfrm>
            <a:off x="9182100" y="1371600"/>
            <a:ext cx="38100" cy="38100"/>
          </a:xfrm>
          <a:prstGeom prst="rect">
            <a:avLst/>
          </a:prstGeom>
          <a:solidFill>
            <a:srgbClr val="CED7E6">
              <a:alpha val="24223"/>
            </a:srgbClr>
          </a:solidFill>
          <a:ln>
            <a:noFill/>
          </a:ln>
        </p:spPr>
      </p:sp>
      <p:sp>
        <p:nvSpPr>
          <p:cNvPr id="73" name="wm.whiteboard.126.108"/>
          <p:cNvSpPr/>
          <p:nvPr/>
        </p:nvSpPr>
        <p:spPr>
          <a:xfrm>
            <a:off x="9182100" y="1600200"/>
            <a:ext cx="38100" cy="38100"/>
          </a:xfrm>
          <a:prstGeom prst="rect">
            <a:avLst/>
          </a:prstGeom>
          <a:solidFill>
            <a:srgbClr val="CED7E6">
              <a:alpha val="12610"/>
            </a:srgbClr>
          </a:solidFill>
          <a:ln>
            <a:noFill/>
          </a:ln>
        </p:spPr>
      </p:sp>
      <p:sp>
        <p:nvSpPr>
          <p:cNvPr id="74" name="wm.whiteboard.126.126"/>
          <p:cNvSpPr/>
          <p:nvPr/>
        </p:nvSpPr>
        <p:spPr>
          <a:xfrm>
            <a:off x="9182100" y="1828800"/>
            <a:ext cx="38100" cy="38100"/>
          </a:xfrm>
          <a:prstGeom prst="rect">
            <a:avLst/>
          </a:prstGeom>
          <a:solidFill>
            <a:srgbClr val="CED7E6">
              <a:alpha val="40"/>
            </a:srgbClr>
          </a:solidFill>
          <a:ln>
            <a:noFill/>
          </a:ln>
        </p:spPr>
      </p:sp>
      <p:sp>
        <p:nvSpPr>
          <p:cNvPr id="75" name="wm.whiteboard.144.0"/>
          <p:cNvSpPr/>
          <p:nvPr/>
        </p:nvSpPr>
        <p:spPr>
          <a:xfrm>
            <a:off x="9410700" y="228600"/>
            <a:ext cx="38100" cy="38100"/>
          </a:xfrm>
          <a:prstGeom prst="rect">
            <a:avLst/>
          </a:prstGeom>
          <a:solidFill>
            <a:srgbClr val="CED7E6">
              <a:alpha val="42471"/>
            </a:srgbClr>
          </a:solidFill>
          <a:ln>
            <a:noFill/>
          </a:ln>
        </p:spPr>
      </p:sp>
      <p:sp>
        <p:nvSpPr>
          <p:cNvPr id="76" name="wm.whiteboard.144.18"/>
          <p:cNvSpPr/>
          <p:nvPr/>
        </p:nvSpPr>
        <p:spPr>
          <a:xfrm>
            <a:off x="9410700" y="457200"/>
            <a:ext cx="38100" cy="38100"/>
          </a:xfrm>
          <a:prstGeom prst="rect">
            <a:avLst/>
          </a:prstGeom>
          <a:solidFill>
            <a:srgbClr val="CED7E6">
              <a:alpha val="41005"/>
            </a:srgbClr>
          </a:solidFill>
          <a:ln>
            <a:noFill/>
          </a:ln>
        </p:spPr>
      </p:sp>
      <p:sp>
        <p:nvSpPr>
          <p:cNvPr id="77" name="wm.whiteboard.144.36"/>
          <p:cNvSpPr/>
          <p:nvPr/>
        </p:nvSpPr>
        <p:spPr>
          <a:xfrm>
            <a:off x="9410700" y="685800"/>
            <a:ext cx="38100" cy="38100"/>
          </a:xfrm>
          <a:prstGeom prst="rect">
            <a:avLst/>
          </a:prstGeom>
          <a:solidFill>
            <a:srgbClr val="CED7E6">
              <a:alpha val="37120"/>
            </a:srgbClr>
          </a:solidFill>
          <a:ln>
            <a:noFill/>
          </a:ln>
        </p:spPr>
      </p:sp>
      <p:sp>
        <p:nvSpPr>
          <p:cNvPr id="78" name="wm.whiteboard.144.54"/>
          <p:cNvSpPr/>
          <p:nvPr/>
        </p:nvSpPr>
        <p:spPr>
          <a:xfrm>
            <a:off x="9410700" y="914400"/>
            <a:ext cx="38100" cy="38100"/>
          </a:xfrm>
          <a:prstGeom prst="rect">
            <a:avLst/>
          </a:prstGeom>
          <a:solidFill>
            <a:srgbClr val="CED7E6">
              <a:alpha val="31044"/>
            </a:srgbClr>
          </a:solidFill>
          <a:ln>
            <a:noFill/>
          </a:ln>
        </p:spPr>
      </p:sp>
      <p:sp>
        <p:nvSpPr>
          <p:cNvPr id="79" name="wm.whiteboard.144.72"/>
          <p:cNvSpPr/>
          <p:nvPr/>
        </p:nvSpPr>
        <p:spPr>
          <a:xfrm>
            <a:off x="9410700" y="1143000"/>
            <a:ext cx="38100" cy="38100"/>
          </a:xfrm>
          <a:prstGeom prst="rect">
            <a:avLst/>
          </a:prstGeom>
          <a:solidFill>
            <a:srgbClr val="CED7E6">
              <a:alpha val="23083"/>
            </a:srgbClr>
          </a:solidFill>
          <a:ln>
            <a:noFill/>
          </a:ln>
        </p:spPr>
      </p:sp>
      <p:sp>
        <p:nvSpPr>
          <p:cNvPr id="80" name="wm.whiteboard.144.90"/>
          <p:cNvSpPr/>
          <p:nvPr/>
        </p:nvSpPr>
        <p:spPr>
          <a:xfrm>
            <a:off x="9410700" y="1371600"/>
            <a:ext cx="38100" cy="38100"/>
          </a:xfrm>
          <a:prstGeom prst="rect">
            <a:avLst/>
          </a:prstGeom>
          <a:solidFill>
            <a:srgbClr val="CED7E6">
              <a:alpha val="13557"/>
            </a:srgbClr>
          </a:solidFill>
          <a:ln>
            <a:noFill/>
          </a:ln>
        </p:spPr>
      </p:sp>
      <p:sp>
        <p:nvSpPr>
          <p:cNvPr id="81" name="wm.whiteboard.144.108"/>
          <p:cNvSpPr/>
          <p:nvPr/>
        </p:nvSpPr>
        <p:spPr>
          <a:xfrm>
            <a:off x="9410700" y="1600200"/>
            <a:ext cx="38100" cy="38100"/>
          </a:xfrm>
          <a:prstGeom prst="rect">
            <a:avLst/>
          </a:prstGeom>
          <a:solidFill>
            <a:srgbClr val="CED7E6">
              <a:alpha val="2762"/>
            </a:srgbClr>
          </a:solidFill>
          <a:ln>
            <a:noFill/>
          </a:ln>
        </p:spPr>
      </p:sp>
      <p:sp>
        <p:nvSpPr>
          <p:cNvPr id="82" name="wm.whiteboard.162.0"/>
          <p:cNvSpPr/>
          <p:nvPr/>
        </p:nvSpPr>
        <p:spPr>
          <a:xfrm>
            <a:off x="9639300" y="228600"/>
            <a:ext cx="38100" cy="38100"/>
          </a:xfrm>
          <a:prstGeom prst="rect">
            <a:avLst/>
          </a:prstGeom>
          <a:solidFill>
            <a:srgbClr val="CED7E6">
              <a:alpha val="28695"/>
            </a:srgbClr>
          </a:solidFill>
          <a:ln>
            <a:noFill/>
          </a:ln>
        </p:spPr>
      </p:sp>
      <p:sp>
        <p:nvSpPr>
          <p:cNvPr id="83" name="wm.whiteboard.162.18"/>
          <p:cNvSpPr/>
          <p:nvPr/>
        </p:nvSpPr>
        <p:spPr>
          <a:xfrm>
            <a:off x="9639300" y="457200"/>
            <a:ext cx="38100" cy="38100"/>
          </a:xfrm>
          <a:prstGeom prst="rect">
            <a:avLst/>
          </a:prstGeom>
          <a:solidFill>
            <a:srgbClr val="CED7E6">
              <a:alpha val="27389"/>
            </a:srgbClr>
          </a:solidFill>
          <a:ln>
            <a:noFill/>
          </a:ln>
        </p:spPr>
      </p:sp>
      <p:sp>
        <p:nvSpPr>
          <p:cNvPr id="84" name="wm.whiteboard.162.36"/>
          <p:cNvSpPr/>
          <p:nvPr/>
        </p:nvSpPr>
        <p:spPr>
          <a:xfrm>
            <a:off x="9639300" y="685800"/>
            <a:ext cx="38100" cy="38100"/>
          </a:xfrm>
          <a:prstGeom prst="rect">
            <a:avLst/>
          </a:prstGeom>
          <a:solidFill>
            <a:srgbClr val="CED7E6">
              <a:alpha val="23910"/>
            </a:srgbClr>
          </a:solidFill>
          <a:ln>
            <a:noFill/>
          </a:ln>
        </p:spPr>
      </p:sp>
      <p:sp>
        <p:nvSpPr>
          <p:cNvPr id="85" name="wm.whiteboard.162.54"/>
          <p:cNvSpPr/>
          <p:nvPr/>
        </p:nvSpPr>
        <p:spPr>
          <a:xfrm>
            <a:off x="9639300" y="914400"/>
            <a:ext cx="38100" cy="38100"/>
          </a:xfrm>
          <a:prstGeom prst="rect">
            <a:avLst/>
          </a:prstGeom>
          <a:solidFill>
            <a:srgbClr val="CED7E6">
              <a:alpha val="18425"/>
            </a:srgbClr>
          </a:solidFill>
          <a:ln>
            <a:noFill/>
          </a:ln>
        </p:spPr>
      </p:sp>
      <p:sp>
        <p:nvSpPr>
          <p:cNvPr id="86" name="wm.whiteboard.162.72"/>
          <p:cNvSpPr/>
          <p:nvPr/>
        </p:nvSpPr>
        <p:spPr>
          <a:xfrm>
            <a:off x="9639300" y="1143000"/>
            <a:ext cx="38100" cy="38100"/>
          </a:xfrm>
          <a:prstGeom prst="rect">
            <a:avLst/>
          </a:prstGeom>
          <a:solidFill>
            <a:srgbClr val="CED7E6">
              <a:alpha val="11167"/>
            </a:srgbClr>
          </a:solidFill>
          <a:ln>
            <a:noFill/>
          </a:ln>
        </p:spPr>
      </p:sp>
      <p:sp>
        <p:nvSpPr>
          <p:cNvPr id="87" name="wm.whiteboard.162.90"/>
          <p:cNvSpPr/>
          <p:nvPr/>
        </p:nvSpPr>
        <p:spPr>
          <a:xfrm>
            <a:off x="9639300" y="1371600"/>
            <a:ext cx="38100" cy="38100"/>
          </a:xfrm>
          <a:prstGeom prst="rect">
            <a:avLst/>
          </a:prstGeom>
          <a:solidFill>
            <a:srgbClr val="CED7E6">
              <a:alpha val="2388"/>
            </a:srgbClr>
          </a:solidFill>
          <a:ln>
            <a:noFill/>
          </a:ln>
        </p:spPr>
      </p:sp>
      <p:sp>
        <p:nvSpPr>
          <p:cNvPr id="88" name="wm.whiteboard.180.0"/>
          <p:cNvSpPr/>
          <p:nvPr/>
        </p:nvSpPr>
        <p:spPr>
          <a:xfrm>
            <a:off x="9867900" y="228600"/>
            <a:ext cx="38100" cy="38100"/>
          </a:xfrm>
          <a:prstGeom prst="rect">
            <a:avLst/>
          </a:prstGeom>
          <a:solidFill>
            <a:srgbClr val="CED7E6">
              <a:alpha val="14918"/>
            </a:srgbClr>
          </a:solidFill>
          <a:ln>
            <a:noFill/>
          </a:ln>
        </p:spPr>
      </p:sp>
      <p:sp>
        <p:nvSpPr>
          <p:cNvPr id="89" name="wm.whiteboard.180.18"/>
          <p:cNvSpPr/>
          <p:nvPr/>
        </p:nvSpPr>
        <p:spPr>
          <a:xfrm>
            <a:off x="9867900" y="457200"/>
            <a:ext cx="38100" cy="38100"/>
          </a:xfrm>
          <a:prstGeom prst="rect">
            <a:avLst/>
          </a:prstGeom>
          <a:solidFill>
            <a:srgbClr val="CED7E6">
              <a:alpha val="13741"/>
            </a:srgbClr>
          </a:solidFill>
          <a:ln>
            <a:noFill/>
          </a:ln>
        </p:spPr>
      </p:sp>
      <p:sp>
        <p:nvSpPr>
          <p:cNvPr id="90" name="wm.whiteboard.180.36"/>
          <p:cNvSpPr/>
          <p:nvPr/>
        </p:nvSpPr>
        <p:spPr>
          <a:xfrm>
            <a:off x="9867900" y="685800"/>
            <a:ext cx="38100" cy="38100"/>
          </a:xfrm>
          <a:prstGeom prst="rect">
            <a:avLst/>
          </a:prstGeom>
          <a:solidFill>
            <a:srgbClr val="CED7E6">
              <a:alpha val="10593"/>
            </a:srgbClr>
          </a:solidFill>
          <a:ln>
            <a:noFill/>
          </a:ln>
        </p:spPr>
      </p:sp>
      <p:sp>
        <p:nvSpPr>
          <p:cNvPr id="91" name="wm.whiteboard.180.54"/>
          <p:cNvSpPr/>
          <p:nvPr/>
        </p:nvSpPr>
        <p:spPr>
          <a:xfrm>
            <a:off x="9867900" y="914400"/>
            <a:ext cx="38100" cy="38100"/>
          </a:xfrm>
          <a:prstGeom prst="rect">
            <a:avLst/>
          </a:prstGeom>
          <a:solidFill>
            <a:srgbClr val="CED7E6">
              <a:alpha val="5600"/>
            </a:srgbClr>
          </a:solidFill>
          <a:ln>
            <a:noFill/>
          </a:ln>
        </p:spPr>
      </p:sp>
      <p:sp>
        <p:nvSpPr>
          <p:cNvPr id="92" name="wm.whiteboard.198.0"/>
          <p:cNvSpPr/>
          <p:nvPr/>
        </p:nvSpPr>
        <p:spPr>
          <a:xfrm>
            <a:off x="10096500" y="228600"/>
            <a:ext cx="38100" cy="38100"/>
          </a:xfrm>
          <a:prstGeom prst="rect">
            <a:avLst/>
          </a:prstGeom>
          <a:solidFill>
            <a:srgbClr val="CED7E6">
              <a:alpha val="1142"/>
            </a:srgbClr>
          </a:solidFill>
          <a:ln>
            <a:noFill/>
          </a:ln>
        </p:spPr>
      </p:sp>
      <p:sp>
        <p:nvSpPr>
          <p:cNvPr id="93" name="wm.whiteboard.198.18"/>
          <p:cNvSpPr/>
          <p:nvPr/>
        </p:nvSpPr>
        <p:spPr>
          <a:xfrm>
            <a:off x="10096500" y="457200"/>
            <a:ext cx="38100" cy="38100"/>
          </a:xfrm>
          <a:prstGeom prst="rect">
            <a:avLst/>
          </a:prstGeom>
          <a:solidFill>
            <a:srgbClr val="CED7E6">
              <a:alpha val="69"/>
            </a:srgbClr>
          </a:solidFill>
          <a:ln>
            <a:noFill/>
          </a:ln>
        </p:spPr>
      </p:sp>
      <p:sp>
        <p:nvSpPr>
          <p:cNvPr id="94" name="wm.header.rule"/>
          <p:cNvSpPr/>
          <p:nvPr/>
        </p:nvSpPr>
        <p:spPr>
          <a:xfrm>
            <a:off x="8039100" y="1600200"/>
            <a:ext cx="3429000" cy="9525"/>
          </a:xfrm>
          <a:prstGeom prst="rect">
            <a:avLst/>
          </a:prstGeom>
          <a:solidFill>
            <a:srgbClr val="CED7E6"/>
          </a:solidFill>
          <a:ln>
            <a:noFill/>
          </a:ln>
        </p:spPr>
      </p:sp>
      <p:pic>
        <p:nvPicPr>
          <p:cNvPr id="95"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210300"/>
            <a:ext cx="729403" cy="152400"/>
          </a:xfrm>
          <a:prstGeom prst="rect">
            <a:avLst/>
          </a:prstGeom>
        </p:spPr>
      </p:pic>
      <p:sp>
        <p:nvSpPr>
          <p:cNvPr id="96" name="wm.legal"/>
          <p:cNvSpPr/>
          <p:nvPr/>
        </p:nvSpPr>
        <p:spPr>
          <a:xfrm>
            <a:off x="2171700" y="6172200"/>
            <a:ext cx="89154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wmds.frame.0ede602603f628a34219">
    <p:bg>
      <p:bgPr>
        <a:solidFill>
          <a:srgbClr val="FFFFFF"/>
        </a:solidFill>
      </p:bgPr>
    </p:bg>
    <p:spTree>
      <p:nvGrpSpPr>
        <p:cNvPr id="1" name=""/>
        <p:cNvGrpSpPr/>
        <p:nvPr/>
      </p:nvGrpSpPr>
      <p:grpSpPr>
        <a:xfrm>
          <a:off x="0" y="0"/>
          <a:ext cx="0" cy="0"/>
          <a:chOff x="0" y="0"/>
          <a:chExt cx="0" cy="0"/>
        </a:xfrm>
      </p:grpSpPr>
      <p:sp>
        <p:nvSpPr>
          <p:cNvPr id="2" name="wm.footer.rule"/>
          <p:cNvSpPr/>
          <p:nvPr/>
        </p:nvSpPr>
        <p:spPr>
          <a:xfrm>
            <a:off x="723900" y="6057900"/>
            <a:ext cx="10744200" cy="9525"/>
          </a:xfrm>
          <a:prstGeom prst="rect">
            <a:avLst/>
          </a:prstGeom>
          <a:solidFill>
            <a:srgbClr val="CED7E6"/>
          </a:solidFill>
          <a:ln>
            <a:noFill/>
          </a:ln>
        </p:spPr>
      </p:sp>
      <p:sp>
        <p:nvSpPr>
          <p:cNvPr id="3" name="wm.whiteboard.0.0"/>
          <p:cNvSpPr/>
          <p:nvPr/>
        </p:nvSpPr>
        <p:spPr>
          <a:xfrm>
            <a:off x="723900" y="228600"/>
            <a:ext cx="38100" cy="38100"/>
          </a:xfrm>
          <a:prstGeom prst="rect">
            <a:avLst/>
          </a:prstGeom>
          <a:solidFill>
            <a:srgbClr val="CED7E6"/>
          </a:solidFill>
          <a:ln>
            <a:noFill/>
          </a:ln>
        </p:spPr>
      </p:sp>
      <p:sp>
        <p:nvSpPr>
          <p:cNvPr id="4" name="wm.whiteboard.0.18"/>
          <p:cNvSpPr/>
          <p:nvPr/>
        </p:nvSpPr>
        <p:spPr>
          <a:xfrm>
            <a:off x="723900" y="457200"/>
            <a:ext cx="38100" cy="38100"/>
          </a:xfrm>
          <a:prstGeom prst="rect">
            <a:avLst/>
          </a:prstGeom>
          <a:solidFill>
            <a:srgbClr val="CED7E6"/>
          </a:solidFill>
          <a:ln>
            <a:noFill/>
          </a:ln>
        </p:spPr>
      </p:sp>
      <p:sp>
        <p:nvSpPr>
          <p:cNvPr id="5" name="wm.whiteboard.0.36"/>
          <p:cNvSpPr/>
          <p:nvPr/>
        </p:nvSpPr>
        <p:spPr>
          <a:xfrm>
            <a:off x="723900" y="685800"/>
            <a:ext cx="38100" cy="38100"/>
          </a:xfrm>
          <a:prstGeom prst="rect">
            <a:avLst/>
          </a:prstGeom>
          <a:solidFill>
            <a:srgbClr val="CED7E6"/>
          </a:solidFill>
          <a:ln>
            <a:noFill/>
          </a:ln>
        </p:spPr>
      </p:sp>
      <p:sp>
        <p:nvSpPr>
          <p:cNvPr id="6" name="wm.whiteboard.0.54"/>
          <p:cNvSpPr/>
          <p:nvPr/>
        </p:nvSpPr>
        <p:spPr>
          <a:xfrm>
            <a:off x="723900" y="914400"/>
            <a:ext cx="38100" cy="38100"/>
          </a:xfrm>
          <a:prstGeom prst="rect">
            <a:avLst/>
          </a:prstGeom>
          <a:solidFill>
            <a:srgbClr val="CED7E6"/>
          </a:solidFill>
          <a:ln>
            <a:noFill/>
          </a:ln>
        </p:spPr>
      </p:sp>
      <p:sp>
        <p:nvSpPr>
          <p:cNvPr id="7" name="wm.whiteboard.0.72"/>
          <p:cNvSpPr/>
          <p:nvPr/>
        </p:nvSpPr>
        <p:spPr>
          <a:xfrm>
            <a:off x="723900" y="1143000"/>
            <a:ext cx="38100" cy="38100"/>
          </a:xfrm>
          <a:prstGeom prst="rect">
            <a:avLst/>
          </a:prstGeom>
          <a:solidFill>
            <a:srgbClr val="CED7E6">
              <a:alpha val="85305"/>
            </a:srgbClr>
          </a:solidFill>
          <a:ln>
            <a:noFill/>
          </a:ln>
        </p:spPr>
      </p:sp>
      <p:sp>
        <p:nvSpPr>
          <p:cNvPr id="8" name="wm.whiteboard.0.90"/>
          <p:cNvSpPr/>
          <p:nvPr/>
        </p:nvSpPr>
        <p:spPr>
          <a:xfrm>
            <a:off x="723900" y="1371600"/>
            <a:ext cx="38100" cy="38100"/>
          </a:xfrm>
          <a:prstGeom prst="rect">
            <a:avLst/>
          </a:prstGeom>
          <a:solidFill>
            <a:srgbClr val="CED7E6">
              <a:alpha val="68524"/>
            </a:srgbClr>
          </a:solidFill>
          <a:ln>
            <a:noFill/>
          </a:ln>
        </p:spPr>
      </p:sp>
      <p:sp>
        <p:nvSpPr>
          <p:cNvPr id="9" name="wm.whiteboard.0.108"/>
          <p:cNvSpPr/>
          <p:nvPr/>
        </p:nvSpPr>
        <p:spPr>
          <a:xfrm>
            <a:off x="723900" y="1600200"/>
            <a:ext cx="38100" cy="38100"/>
          </a:xfrm>
          <a:prstGeom prst="rect">
            <a:avLst/>
          </a:prstGeom>
          <a:solidFill>
            <a:srgbClr val="CED7E6">
              <a:alpha val="51742"/>
            </a:srgbClr>
          </a:solidFill>
          <a:ln>
            <a:noFill/>
          </a:ln>
        </p:spPr>
      </p:sp>
      <p:sp>
        <p:nvSpPr>
          <p:cNvPr id="10" name="wm.whiteboard.0.126"/>
          <p:cNvSpPr/>
          <p:nvPr/>
        </p:nvSpPr>
        <p:spPr>
          <a:xfrm>
            <a:off x="723900" y="1828800"/>
            <a:ext cx="38100" cy="38100"/>
          </a:xfrm>
          <a:prstGeom prst="rect">
            <a:avLst/>
          </a:prstGeom>
          <a:solidFill>
            <a:srgbClr val="CED7E6">
              <a:alpha val="34959"/>
            </a:srgbClr>
          </a:solidFill>
          <a:ln>
            <a:noFill/>
          </a:ln>
        </p:spPr>
      </p:sp>
      <p:sp>
        <p:nvSpPr>
          <p:cNvPr id="11" name="wm.whiteboard.0.144"/>
          <p:cNvSpPr/>
          <p:nvPr/>
        </p:nvSpPr>
        <p:spPr>
          <a:xfrm>
            <a:off x="723900" y="2057400"/>
            <a:ext cx="38100" cy="38100"/>
          </a:xfrm>
          <a:prstGeom prst="rect">
            <a:avLst/>
          </a:prstGeom>
          <a:solidFill>
            <a:srgbClr val="CED7E6">
              <a:alpha val="18177"/>
            </a:srgbClr>
          </a:solidFill>
          <a:ln>
            <a:noFill/>
          </a:ln>
        </p:spPr>
      </p:sp>
      <p:sp>
        <p:nvSpPr>
          <p:cNvPr id="12" name="wm.whiteboard.0.162"/>
          <p:cNvSpPr/>
          <p:nvPr/>
        </p:nvSpPr>
        <p:spPr>
          <a:xfrm>
            <a:off x="723900" y="2286000"/>
            <a:ext cx="38100" cy="38100"/>
          </a:xfrm>
          <a:prstGeom prst="rect">
            <a:avLst/>
          </a:prstGeom>
          <a:solidFill>
            <a:srgbClr val="CED7E6">
              <a:alpha val="1394"/>
            </a:srgbClr>
          </a:solidFill>
          <a:ln>
            <a:noFill/>
          </a:ln>
        </p:spPr>
      </p:sp>
      <p:sp>
        <p:nvSpPr>
          <p:cNvPr id="13" name="wm.whiteboard.18.0"/>
          <p:cNvSpPr/>
          <p:nvPr/>
        </p:nvSpPr>
        <p:spPr>
          <a:xfrm>
            <a:off x="952500" y="228600"/>
            <a:ext cx="38100" cy="38100"/>
          </a:xfrm>
          <a:prstGeom prst="rect">
            <a:avLst/>
          </a:prstGeom>
          <a:solidFill>
            <a:srgbClr val="CED7E6"/>
          </a:solidFill>
          <a:ln>
            <a:noFill/>
          </a:ln>
        </p:spPr>
      </p:sp>
      <p:sp>
        <p:nvSpPr>
          <p:cNvPr id="14" name="wm.whiteboard.18.18"/>
          <p:cNvSpPr/>
          <p:nvPr/>
        </p:nvSpPr>
        <p:spPr>
          <a:xfrm>
            <a:off x="952500" y="457200"/>
            <a:ext cx="38100" cy="38100"/>
          </a:xfrm>
          <a:prstGeom prst="rect">
            <a:avLst/>
          </a:prstGeom>
          <a:solidFill>
            <a:srgbClr val="CED7E6"/>
          </a:solidFill>
          <a:ln>
            <a:noFill/>
          </a:ln>
        </p:spPr>
      </p:sp>
      <p:sp>
        <p:nvSpPr>
          <p:cNvPr id="15" name="wm.whiteboard.18.36"/>
          <p:cNvSpPr/>
          <p:nvPr/>
        </p:nvSpPr>
        <p:spPr>
          <a:xfrm>
            <a:off x="952500" y="685800"/>
            <a:ext cx="38100" cy="38100"/>
          </a:xfrm>
          <a:prstGeom prst="rect">
            <a:avLst/>
          </a:prstGeom>
          <a:solidFill>
            <a:srgbClr val="CED7E6"/>
          </a:solidFill>
          <a:ln>
            <a:noFill/>
          </a:ln>
        </p:spPr>
      </p:sp>
      <p:sp>
        <p:nvSpPr>
          <p:cNvPr id="16" name="wm.whiteboard.18.54"/>
          <p:cNvSpPr/>
          <p:nvPr/>
        </p:nvSpPr>
        <p:spPr>
          <a:xfrm>
            <a:off x="952500" y="914400"/>
            <a:ext cx="38100" cy="38100"/>
          </a:xfrm>
          <a:prstGeom prst="rect">
            <a:avLst/>
          </a:prstGeom>
          <a:solidFill>
            <a:srgbClr val="CED7E6">
              <a:alpha val="99988"/>
            </a:srgbClr>
          </a:solidFill>
          <a:ln>
            <a:noFill/>
          </a:ln>
        </p:spPr>
      </p:sp>
      <p:sp>
        <p:nvSpPr>
          <p:cNvPr id="17" name="wm.whiteboard.18.72"/>
          <p:cNvSpPr/>
          <p:nvPr/>
        </p:nvSpPr>
        <p:spPr>
          <a:xfrm>
            <a:off x="952500" y="1143000"/>
            <a:ext cx="38100" cy="38100"/>
          </a:xfrm>
          <a:prstGeom prst="rect">
            <a:avLst/>
          </a:prstGeom>
          <a:solidFill>
            <a:srgbClr val="CED7E6">
              <a:alpha val="83708"/>
            </a:srgbClr>
          </a:solidFill>
          <a:ln>
            <a:noFill/>
          </a:ln>
        </p:spPr>
      </p:sp>
      <p:sp>
        <p:nvSpPr>
          <p:cNvPr id="18" name="wm.whiteboard.18.90"/>
          <p:cNvSpPr/>
          <p:nvPr/>
        </p:nvSpPr>
        <p:spPr>
          <a:xfrm>
            <a:off x="952500" y="1371600"/>
            <a:ext cx="38100" cy="38100"/>
          </a:xfrm>
          <a:prstGeom prst="rect">
            <a:avLst/>
          </a:prstGeom>
          <a:solidFill>
            <a:srgbClr val="CED7E6">
              <a:alpha val="67236"/>
            </a:srgbClr>
          </a:solidFill>
          <a:ln>
            <a:noFill/>
          </a:ln>
        </p:spPr>
      </p:sp>
      <p:sp>
        <p:nvSpPr>
          <p:cNvPr id="19" name="wm.whiteboard.18.108"/>
          <p:cNvSpPr/>
          <p:nvPr/>
        </p:nvSpPr>
        <p:spPr>
          <a:xfrm>
            <a:off x="952500" y="1600200"/>
            <a:ext cx="38100" cy="38100"/>
          </a:xfrm>
          <a:prstGeom prst="rect">
            <a:avLst/>
          </a:prstGeom>
          <a:solidFill>
            <a:srgbClr val="CED7E6">
              <a:alpha val="50663"/>
            </a:srgbClr>
          </a:solidFill>
          <a:ln>
            <a:noFill/>
          </a:ln>
        </p:spPr>
      </p:sp>
      <p:sp>
        <p:nvSpPr>
          <p:cNvPr id="20" name="wm.whiteboard.18.126"/>
          <p:cNvSpPr/>
          <p:nvPr/>
        </p:nvSpPr>
        <p:spPr>
          <a:xfrm>
            <a:off x="952500" y="1828800"/>
            <a:ext cx="38100" cy="38100"/>
          </a:xfrm>
          <a:prstGeom prst="rect">
            <a:avLst/>
          </a:prstGeom>
          <a:solidFill>
            <a:srgbClr val="CED7E6">
              <a:alpha val="34032"/>
            </a:srgbClr>
          </a:solidFill>
          <a:ln>
            <a:noFill/>
          </a:ln>
        </p:spPr>
      </p:sp>
      <p:sp>
        <p:nvSpPr>
          <p:cNvPr id="21" name="wm.whiteboard.18.144"/>
          <p:cNvSpPr/>
          <p:nvPr/>
        </p:nvSpPr>
        <p:spPr>
          <a:xfrm>
            <a:off x="952500" y="2057400"/>
            <a:ext cx="38100" cy="38100"/>
          </a:xfrm>
          <a:prstGeom prst="rect">
            <a:avLst/>
          </a:prstGeom>
          <a:solidFill>
            <a:srgbClr val="CED7E6">
              <a:alpha val="17363"/>
            </a:srgbClr>
          </a:solidFill>
          <a:ln>
            <a:noFill/>
          </a:ln>
        </p:spPr>
      </p:sp>
      <p:sp>
        <p:nvSpPr>
          <p:cNvPr id="22" name="wm.whiteboard.18.162"/>
          <p:cNvSpPr/>
          <p:nvPr/>
        </p:nvSpPr>
        <p:spPr>
          <a:xfrm>
            <a:off x="952500" y="2286000"/>
            <a:ext cx="38100" cy="38100"/>
          </a:xfrm>
          <a:prstGeom prst="rect">
            <a:avLst/>
          </a:prstGeom>
          <a:solidFill>
            <a:srgbClr val="CED7E6">
              <a:alpha val="670"/>
            </a:srgbClr>
          </a:solidFill>
          <a:ln>
            <a:noFill/>
          </a:ln>
        </p:spPr>
      </p:sp>
      <p:sp>
        <p:nvSpPr>
          <p:cNvPr id="23" name="wm.whiteboard.36.0"/>
          <p:cNvSpPr/>
          <p:nvPr/>
        </p:nvSpPr>
        <p:spPr>
          <a:xfrm>
            <a:off x="1181100" y="228600"/>
            <a:ext cx="38100" cy="38100"/>
          </a:xfrm>
          <a:prstGeom prst="rect">
            <a:avLst/>
          </a:prstGeom>
          <a:solidFill>
            <a:srgbClr val="CED7E6"/>
          </a:solidFill>
          <a:ln>
            <a:noFill/>
          </a:ln>
        </p:spPr>
      </p:sp>
      <p:sp>
        <p:nvSpPr>
          <p:cNvPr id="24" name="wm.whiteboard.36.18"/>
          <p:cNvSpPr/>
          <p:nvPr/>
        </p:nvSpPr>
        <p:spPr>
          <a:xfrm>
            <a:off x="1181100" y="457200"/>
            <a:ext cx="38100" cy="38100"/>
          </a:xfrm>
          <a:prstGeom prst="rect">
            <a:avLst/>
          </a:prstGeom>
          <a:solidFill>
            <a:srgbClr val="CED7E6"/>
          </a:solidFill>
          <a:ln>
            <a:noFill/>
          </a:ln>
        </p:spPr>
      </p:sp>
      <p:sp>
        <p:nvSpPr>
          <p:cNvPr id="25" name="wm.whiteboard.36.36"/>
          <p:cNvSpPr/>
          <p:nvPr/>
        </p:nvSpPr>
        <p:spPr>
          <a:xfrm>
            <a:off x="1181100" y="685800"/>
            <a:ext cx="38100" cy="38100"/>
          </a:xfrm>
          <a:prstGeom prst="rect">
            <a:avLst/>
          </a:prstGeom>
          <a:solidFill>
            <a:srgbClr val="CED7E6"/>
          </a:solidFill>
          <a:ln>
            <a:noFill/>
          </a:ln>
        </p:spPr>
      </p:sp>
      <p:sp>
        <p:nvSpPr>
          <p:cNvPr id="26" name="wm.whiteboard.36.54"/>
          <p:cNvSpPr/>
          <p:nvPr/>
        </p:nvSpPr>
        <p:spPr>
          <a:xfrm>
            <a:off x="1181100" y="914400"/>
            <a:ext cx="38100" cy="38100"/>
          </a:xfrm>
          <a:prstGeom prst="rect">
            <a:avLst/>
          </a:prstGeom>
          <a:solidFill>
            <a:srgbClr val="CED7E6">
              <a:alpha val="94671"/>
            </a:srgbClr>
          </a:solidFill>
          <a:ln>
            <a:noFill/>
          </a:ln>
        </p:spPr>
      </p:sp>
      <p:sp>
        <p:nvSpPr>
          <p:cNvPr id="27" name="wm.whiteboard.36.72"/>
          <p:cNvSpPr/>
          <p:nvPr/>
        </p:nvSpPr>
        <p:spPr>
          <a:xfrm>
            <a:off x="1181100" y="1143000"/>
            <a:ext cx="38100" cy="38100"/>
          </a:xfrm>
          <a:prstGeom prst="rect">
            <a:avLst/>
          </a:prstGeom>
          <a:solidFill>
            <a:srgbClr val="CED7E6">
              <a:alpha val="79547"/>
            </a:srgbClr>
          </a:solidFill>
          <a:ln>
            <a:noFill/>
          </a:ln>
        </p:spPr>
      </p:sp>
      <p:sp>
        <p:nvSpPr>
          <p:cNvPr id="28" name="wm.whiteboard.36.90"/>
          <p:cNvSpPr/>
          <p:nvPr/>
        </p:nvSpPr>
        <p:spPr>
          <a:xfrm>
            <a:off x="1181100" y="1371600"/>
            <a:ext cx="38100" cy="38100"/>
          </a:xfrm>
          <a:prstGeom prst="rect">
            <a:avLst/>
          </a:prstGeom>
          <a:solidFill>
            <a:srgbClr val="CED7E6">
              <a:alpha val="63833"/>
            </a:srgbClr>
          </a:solidFill>
          <a:ln>
            <a:noFill/>
          </a:ln>
        </p:spPr>
      </p:sp>
      <p:sp>
        <p:nvSpPr>
          <p:cNvPr id="29" name="wm.whiteboard.36.108"/>
          <p:cNvSpPr/>
          <p:nvPr/>
        </p:nvSpPr>
        <p:spPr>
          <a:xfrm>
            <a:off x="1181100" y="1600200"/>
            <a:ext cx="38100" cy="38100"/>
          </a:xfrm>
          <a:prstGeom prst="rect">
            <a:avLst/>
          </a:prstGeom>
          <a:solidFill>
            <a:srgbClr val="CED7E6">
              <a:alpha val="47790"/>
            </a:srgbClr>
          </a:solidFill>
          <a:ln>
            <a:noFill/>
          </a:ln>
        </p:spPr>
      </p:sp>
      <p:sp>
        <p:nvSpPr>
          <p:cNvPr id="30" name="wm.whiteboard.36.126"/>
          <p:cNvSpPr/>
          <p:nvPr/>
        </p:nvSpPr>
        <p:spPr>
          <a:xfrm>
            <a:off x="1181100" y="1828800"/>
            <a:ext cx="38100" cy="38100"/>
          </a:xfrm>
          <a:prstGeom prst="rect">
            <a:avLst/>
          </a:prstGeom>
          <a:solidFill>
            <a:srgbClr val="CED7E6">
              <a:alpha val="31549"/>
            </a:srgbClr>
          </a:solidFill>
          <a:ln>
            <a:noFill/>
          </a:ln>
        </p:spPr>
      </p:sp>
      <p:sp>
        <p:nvSpPr>
          <p:cNvPr id="31" name="wm.whiteboard.36.144"/>
          <p:cNvSpPr/>
          <p:nvPr/>
        </p:nvSpPr>
        <p:spPr>
          <a:xfrm>
            <a:off x="1181100" y="2057400"/>
            <a:ext cx="38100" cy="38100"/>
          </a:xfrm>
          <a:prstGeom prst="rect">
            <a:avLst/>
          </a:prstGeom>
          <a:solidFill>
            <a:srgbClr val="CED7E6">
              <a:alpha val="15179"/>
            </a:srgbClr>
          </a:solidFill>
          <a:ln>
            <a:noFill/>
          </a:ln>
        </p:spPr>
      </p:sp>
      <p:sp>
        <p:nvSpPr>
          <p:cNvPr id="32" name="wm.whiteboard.54.0"/>
          <p:cNvSpPr/>
          <p:nvPr/>
        </p:nvSpPr>
        <p:spPr>
          <a:xfrm>
            <a:off x="1409700" y="228600"/>
            <a:ext cx="38100" cy="38100"/>
          </a:xfrm>
          <a:prstGeom prst="rect">
            <a:avLst/>
          </a:prstGeom>
          <a:solidFill>
            <a:srgbClr val="CED7E6"/>
          </a:solidFill>
          <a:ln>
            <a:noFill/>
          </a:ln>
        </p:spPr>
      </p:sp>
      <p:sp>
        <p:nvSpPr>
          <p:cNvPr id="33" name="wm.whiteboard.54.18"/>
          <p:cNvSpPr/>
          <p:nvPr/>
        </p:nvSpPr>
        <p:spPr>
          <a:xfrm>
            <a:off x="1409700" y="457200"/>
            <a:ext cx="38100" cy="38100"/>
          </a:xfrm>
          <a:prstGeom prst="rect">
            <a:avLst/>
          </a:prstGeom>
          <a:solidFill>
            <a:srgbClr val="CED7E6"/>
          </a:solidFill>
          <a:ln>
            <a:noFill/>
          </a:ln>
        </p:spPr>
      </p:sp>
      <p:sp>
        <p:nvSpPr>
          <p:cNvPr id="34" name="wm.whiteboard.54.36"/>
          <p:cNvSpPr/>
          <p:nvPr/>
        </p:nvSpPr>
        <p:spPr>
          <a:xfrm>
            <a:off x="1409700" y="685800"/>
            <a:ext cx="38100" cy="38100"/>
          </a:xfrm>
          <a:prstGeom prst="rect">
            <a:avLst/>
          </a:prstGeom>
          <a:solidFill>
            <a:srgbClr val="CED7E6">
              <a:alpha val="98827"/>
            </a:srgbClr>
          </a:solidFill>
          <a:ln>
            <a:noFill/>
          </a:ln>
        </p:spPr>
      </p:sp>
      <p:sp>
        <p:nvSpPr>
          <p:cNvPr id="35" name="wm.whiteboard.54.54"/>
          <p:cNvSpPr/>
          <p:nvPr/>
        </p:nvSpPr>
        <p:spPr>
          <a:xfrm>
            <a:off x="1409700" y="914400"/>
            <a:ext cx="38100" cy="38100"/>
          </a:xfrm>
          <a:prstGeom prst="rect">
            <a:avLst/>
          </a:prstGeom>
          <a:solidFill>
            <a:srgbClr val="CED7E6">
              <a:alpha val="86895"/>
            </a:srgbClr>
          </a:solidFill>
          <a:ln>
            <a:noFill/>
          </a:ln>
        </p:spPr>
      </p:sp>
      <p:sp>
        <p:nvSpPr>
          <p:cNvPr id="36" name="wm.whiteboard.54.72"/>
          <p:cNvSpPr/>
          <p:nvPr/>
        </p:nvSpPr>
        <p:spPr>
          <a:xfrm>
            <a:off x="1409700" y="1143000"/>
            <a:ext cx="38100" cy="38100"/>
          </a:xfrm>
          <a:prstGeom prst="rect">
            <a:avLst/>
          </a:prstGeom>
          <a:solidFill>
            <a:srgbClr val="CED7E6">
              <a:alpha val="73217"/>
            </a:srgbClr>
          </a:solidFill>
          <a:ln>
            <a:noFill/>
          </a:ln>
        </p:spPr>
      </p:sp>
      <p:sp>
        <p:nvSpPr>
          <p:cNvPr id="37" name="wm.whiteboard.54.90"/>
          <p:cNvSpPr/>
          <p:nvPr/>
        </p:nvSpPr>
        <p:spPr>
          <a:xfrm>
            <a:off x="1409700" y="1371600"/>
            <a:ext cx="38100" cy="38100"/>
          </a:xfrm>
          <a:prstGeom prst="rect">
            <a:avLst/>
          </a:prstGeom>
          <a:solidFill>
            <a:srgbClr val="CED7E6">
              <a:alpha val="58541"/>
            </a:srgbClr>
          </a:solidFill>
          <a:ln>
            <a:noFill/>
          </a:ln>
        </p:spPr>
      </p:sp>
      <p:sp>
        <p:nvSpPr>
          <p:cNvPr id="38" name="wm.whiteboard.54.108"/>
          <p:cNvSpPr/>
          <p:nvPr/>
        </p:nvSpPr>
        <p:spPr>
          <a:xfrm>
            <a:off x="1409700" y="1600200"/>
            <a:ext cx="38100" cy="38100"/>
          </a:xfrm>
          <a:prstGeom prst="rect">
            <a:avLst/>
          </a:prstGeom>
          <a:solidFill>
            <a:srgbClr val="CED7E6">
              <a:alpha val="43263"/>
            </a:srgbClr>
          </a:solidFill>
          <a:ln>
            <a:noFill/>
          </a:ln>
        </p:spPr>
      </p:sp>
      <p:sp>
        <p:nvSpPr>
          <p:cNvPr id="39" name="wm.whiteboard.54.126"/>
          <p:cNvSpPr/>
          <p:nvPr/>
        </p:nvSpPr>
        <p:spPr>
          <a:xfrm>
            <a:off x="1409700" y="1828800"/>
            <a:ext cx="38100" cy="38100"/>
          </a:xfrm>
          <a:prstGeom prst="rect">
            <a:avLst/>
          </a:prstGeom>
          <a:solidFill>
            <a:srgbClr val="CED7E6">
              <a:alpha val="27603"/>
            </a:srgbClr>
          </a:solidFill>
          <a:ln>
            <a:noFill/>
          </a:ln>
        </p:spPr>
      </p:sp>
      <p:sp>
        <p:nvSpPr>
          <p:cNvPr id="40" name="wm.whiteboard.54.144"/>
          <p:cNvSpPr/>
          <p:nvPr/>
        </p:nvSpPr>
        <p:spPr>
          <a:xfrm>
            <a:off x="1409700" y="2057400"/>
            <a:ext cx="38100" cy="38100"/>
          </a:xfrm>
          <a:prstGeom prst="rect">
            <a:avLst/>
          </a:prstGeom>
          <a:solidFill>
            <a:srgbClr val="CED7E6">
              <a:alpha val="11687"/>
            </a:srgbClr>
          </a:solidFill>
          <a:ln>
            <a:noFill/>
          </a:ln>
        </p:spPr>
      </p:sp>
      <p:sp>
        <p:nvSpPr>
          <p:cNvPr id="41" name="wm.whiteboard.72.0"/>
          <p:cNvSpPr/>
          <p:nvPr/>
        </p:nvSpPr>
        <p:spPr>
          <a:xfrm>
            <a:off x="1638300" y="228600"/>
            <a:ext cx="38100" cy="38100"/>
          </a:xfrm>
          <a:prstGeom prst="rect">
            <a:avLst/>
          </a:prstGeom>
          <a:solidFill>
            <a:srgbClr val="CED7E6">
              <a:alpha val="97572"/>
            </a:srgbClr>
          </a:solidFill>
          <a:ln>
            <a:noFill/>
          </a:ln>
        </p:spPr>
      </p:sp>
      <p:sp>
        <p:nvSpPr>
          <p:cNvPr id="42" name="wm.whiteboard.72.18"/>
          <p:cNvSpPr/>
          <p:nvPr/>
        </p:nvSpPr>
        <p:spPr>
          <a:xfrm>
            <a:off x="1638300" y="457200"/>
            <a:ext cx="38100" cy="38100"/>
          </a:xfrm>
          <a:prstGeom prst="rect">
            <a:avLst/>
          </a:prstGeom>
          <a:solidFill>
            <a:srgbClr val="CED7E6">
              <a:alpha val="94724"/>
            </a:srgbClr>
          </a:solidFill>
          <a:ln>
            <a:noFill/>
          </a:ln>
        </p:spPr>
      </p:sp>
      <p:sp>
        <p:nvSpPr>
          <p:cNvPr id="43" name="wm.whiteboard.72.36"/>
          <p:cNvSpPr/>
          <p:nvPr/>
        </p:nvSpPr>
        <p:spPr>
          <a:xfrm>
            <a:off x="1638300" y="685800"/>
            <a:ext cx="38100" cy="38100"/>
          </a:xfrm>
          <a:prstGeom prst="rect">
            <a:avLst/>
          </a:prstGeom>
          <a:solidFill>
            <a:srgbClr val="CED7E6">
              <a:alpha val="87609"/>
            </a:srgbClr>
          </a:solidFill>
          <a:ln>
            <a:noFill/>
          </a:ln>
        </p:spPr>
      </p:sp>
      <p:sp>
        <p:nvSpPr>
          <p:cNvPr id="44" name="wm.whiteboard.72.54"/>
          <p:cNvSpPr/>
          <p:nvPr/>
        </p:nvSpPr>
        <p:spPr>
          <a:xfrm>
            <a:off x="1638300" y="914400"/>
            <a:ext cx="38100" cy="38100"/>
          </a:xfrm>
          <a:prstGeom prst="rect">
            <a:avLst/>
          </a:prstGeom>
          <a:solidFill>
            <a:srgbClr val="CED7E6">
              <a:alpha val="77408"/>
            </a:srgbClr>
          </a:solidFill>
          <a:ln>
            <a:noFill/>
          </a:ln>
        </p:spPr>
      </p:sp>
      <p:sp>
        <p:nvSpPr>
          <p:cNvPr id="45" name="wm.whiteboard.72.72"/>
          <p:cNvSpPr/>
          <p:nvPr/>
        </p:nvSpPr>
        <p:spPr>
          <a:xfrm>
            <a:off x="1638300" y="1143000"/>
            <a:ext cx="38100" cy="38100"/>
          </a:xfrm>
          <a:prstGeom prst="rect">
            <a:avLst/>
          </a:prstGeom>
          <a:solidFill>
            <a:srgbClr val="CED7E6">
              <a:alpha val="65181"/>
            </a:srgbClr>
          </a:solidFill>
          <a:ln>
            <a:noFill/>
          </a:ln>
        </p:spPr>
      </p:sp>
      <p:sp>
        <p:nvSpPr>
          <p:cNvPr id="46" name="wm.whiteboard.72.90"/>
          <p:cNvSpPr/>
          <p:nvPr/>
        </p:nvSpPr>
        <p:spPr>
          <a:xfrm>
            <a:off x="1638300" y="1371600"/>
            <a:ext cx="38100" cy="38100"/>
          </a:xfrm>
          <a:prstGeom prst="rect">
            <a:avLst/>
          </a:prstGeom>
          <a:solidFill>
            <a:srgbClr val="CED7E6">
              <a:alpha val="51653"/>
            </a:srgbClr>
          </a:solidFill>
          <a:ln>
            <a:noFill/>
          </a:ln>
        </p:spPr>
      </p:sp>
      <p:sp>
        <p:nvSpPr>
          <p:cNvPr id="47" name="wm.whiteboard.72.108"/>
          <p:cNvSpPr/>
          <p:nvPr/>
        </p:nvSpPr>
        <p:spPr>
          <a:xfrm>
            <a:off x="1638300" y="1600200"/>
            <a:ext cx="38100" cy="38100"/>
          </a:xfrm>
          <a:prstGeom prst="rect">
            <a:avLst/>
          </a:prstGeom>
          <a:solidFill>
            <a:srgbClr val="CED7E6">
              <a:alpha val="37275"/>
            </a:srgbClr>
          </a:solidFill>
          <a:ln>
            <a:noFill/>
          </a:ln>
        </p:spPr>
      </p:sp>
      <p:sp>
        <p:nvSpPr>
          <p:cNvPr id="48" name="wm.whiteboard.72.126"/>
          <p:cNvSpPr/>
          <p:nvPr/>
        </p:nvSpPr>
        <p:spPr>
          <a:xfrm>
            <a:off x="1638300" y="1828800"/>
            <a:ext cx="38100" cy="38100"/>
          </a:xfrm>
          <a:prstGeom prst="rect">
            <a:avLst/>
          </a:prstGeom>
          <a:solidFill>
            <a:srgbClr val="CED7E6">
              <a:alpha val="22326"/>
            </a:srgbClr>
          </a:solidFill>
          <a:ln>
            <a:noFill/>
          </a:ln>
        </p:spPr>
      </p:sp>
      <p:sp>
        <p:nvSpPr>
          <p:cNvPr id="49" name="wm.whiteboard.72.144"/>
          <p:cNvSpPr/>
          <p:nvPr/>
        </p:nvSpPr>
        <p:spPr>
          <a:xfrm>
            <a:off x="1638300" y="2057400"/>
            <a:ext cx="38100" cy="38100"/>
          </a:xfrm>
          <a:prstGeom prst="rect">
            <a:avLst/>
          </a:prstGeom>
          <a:solidFill>
            <a:srgbClr val="CED7E6">
              <a:alpha val="6980"/>
            </a:srgbClr>
          </a:solidFill>
          <a:ln>
            <a:noFill/>
          </a:ln>
        </p:spPr>
      </p:sp>
      <p:sp>
        <p:nvSpPr>
          <p:cNvPr id="50" name="wm.whiteboard.90.0"/>
          <p:cNvSpPr/>
          <p:nvPr/>
        </p:nvSpPr>
        <p:spPr>
          <a:xfrm>
            <a:off x="1866900" y="228600"/>
            <a:ext cx="38100" cy="38100"/>
          </a:xfrm>
          <a:prstGeom prst="rect">
            <a:avLst/>
          </a:prstGeom>
          <a:solidFill>
            <a:srgbClr val="CED7E6">
              <a:alpha val="83798"/>
            </a:srgbClr>
          </a:solidFill>
          <a:ln>
            <a:noFill/>
          </a:ln>
        </p:spPr>
      </p:sp>
      <p:sp>
        <p:nvSpPr>
          <p:cNvPr id="51" name="wm.whiteboard.90.18"/>
          <p:cNvSpPr/>
          <p:nvPr/>
        </p:nvSpPr>
        <p:spPr>
          <a:xfrm>
            <a:off x="1866900" y="457200"/>
            <a:ext cx="38100" cy="38100"/>
          </a:xfrm>
          <a:prstGeom prst="rect">
            <a:avLst/>
          </a:prstGeom>
          <a:solidFill>
            <a:srgbClr val="CED7E6">
              <a:alpha val="81490"/>
            </a:srgbClr>
          </a:solidFill>
          <a:ln>
            <a:noFill/>
          </a:ln>
        </p:spPr>
      </p:sp>
      <p:sp>
        <p:nvSpPr>
          <p:cNvPr id="52" name="wm.whiteboard.90.36"/>
          <p:cNvSpPr/>
          <p:nvPr/>
        </p:nvSpPr>
        <p:spPr>
          <a:xfrm>
            <a:off x="1866900" y="685800"/>
            <a:ext cx="38100" cy="38100"/>
          </a:xfrm>
          <a:prstGeom prst="rect">
            <a:avLst/>
          </a:prstGeom>
          <a:solidFill>
            <a:srgbClr val="CED7E6">
              <a:alpha val="75569"/>
            </a:srgbClr>
          </a:solidFill>
          <a:ln>
            <a:noFill/>
          </a:ln>
        </p:spPr>
      </p:sp>
      <p:sp>
        <p:nvSpPr>
          <p:cNvPr id="53" name="wm.whiteboard.90.54"/>
          <p:cNvSpPr/>
          <p:nvPr/>
        </p:nvSpPr>
        <p:spPr>
          <a:xfrm>
            <a:off x="1866900" y="914400"/>
            <a:ext cx="38100" cy="38100"/>
          </a:xfrm>
          <a:prstGeom prst="rect">
            <a:avLst/>
          </a:prstGeom>
          <a:solidFill>
            <a:srgbClr val="CED7E6">
              <a:alpha val="66767"/>
            </a:srgbClr>
          </a:solidFill>
          <a:ln>
            <a:noFill/>
          </a:ln>
        </p:spPr>
      </p:sp>
      <p:sp>
        <p:nvSpPr>
          <p:cNvPr id="54" name="wm.whiteboard.90.72"/>
          <p:cNvSpPr/>
          <p:nvPr/>
        </p:nvSpPr>
        <p:spPr>
          <a:xfrm>
            <a:off x="1866900" y="1143000"/>
            <a:ext cx="38100" cy="38100"/>
          </a:xfrm>
          <a:prstGeom prst="rect">
            <a:avLst/>
          </a:prstGeom>
          <a:solidFill>
            <a:srgbClr val="CED7E6">
              <a:alpha val="55859"/>
            </a:srgbClr>
          </a:solidFill>
          <a:ln>
            <a:noFill/>
          </a:ln>
        </p:spPr>
      </p:sp>
      <p:sp>
        <p:nvSpPr>
          <p:cNvPr id="55" name="wm.whiteboard.90.90"/>
          <p:cNvSpPr/>
          <p:nvPr/>
        </p:nvSpPr>
        <p:spPr>
          <a:xfrm>
            <a:off x="1866900" y="1371600"/>
            <a:ext cx="38100" cy="38100"/>
          </a:xfrm>
          <a:prstGeom prst="rect">
            <a:avLst/>
          </a:prstGeom>
          <a:solidFill>
            <a:srgbClr val="CED7E6">
              <a:alpha val="43468"/>
            </a:srgbClr>
          </a:solidFill>
          <a:ln>
            <a:noFill/>
          </a:ln>
        </p:spPr>
      </p:sp>
      <p:sp>
        <p:nvSpPr>
          <p:cNvPr id="56" name="wm.whiteboard.90.108"/>
          <p:cNvSpPr/>
          <p:nvPr/>
        </p:nvSpPr>
        <p:spPr>
          <a:xfrm>
            <a:off x="1866900" y="1600200"/>
            <a:ext cx="38100" cy="38100"/>
          </a:xfrm>
          <a:prstGeom prst="rect">
            <a:avLst/>
          </a:prstGeom>
          <a:solidFill>
            <a:srgbClr val="CED7E6">
              <a:alpha val="30037"/>
            </a:srgbClr>
          </a:solidFill>
          <a:ln>
            <a:noFill/>
          </a:ln>
        </p:spPr>
      </p:sp>
      <p:sp>
        <p:nvSpPr>
          <p:cNvPr id="57" name="wm.whiteboard.90.126"/>
          <p:cNvSpPr/>
          <p:nvPr/>
        </p:nvSpPr>
        <p:spPr>
          <a:xfrm>
            <a:off x="1866900" y="1828800"/>
            <a:ext cx="38100" cy="38100"/>
          </a:xfrm>
          <a:prstGeom prst="rect">
            <a:avLst/>
          </a:prstGeom>
          <a:solidFill>
            <a:srgbClr val="CED7E6">
              <a:alpha val="15870"/>
            </a:srgbClr>
          </a:solidFill>
          <a:ln>
            <a:noFill/>
          </a:ln>
        </p:spPr>
      </p:sp>
      <p:sp>
        <p:nvSpPr>
          <p:cNvPr id="58" name="wm.whiteboard.90.144"/>
          <p:cNvSpPr/>
          <p:nvPr/>
        </p:nvSpPr>
        <p:spPr>
          <a:xfrm>
            <a:off x="1866900" y="2057400"/>
            <a:ext cx="38100" cy="38100"/>
          </a:xfrm>
          <a:prstGeom prst="rect">
            <a:avLst/>
          </a:prstGeom>
          <a:solidFill>
            <a:srgbClr val="CED7E6">
              <a:alpha val="1171"/>
            </a:srgbClr>
          </a:solidFill>
          <a:ln>
            <a:noFill/>
          </a:ln>
        </p:spPr>
      </p:sp>
      <p:sp>
        <p:nvSpPr>
          <p:cNvPr id="59" name="wm.whiteboard.108.0"/>
          <p:cNvSpPr/>
          <p:nvPr/>
        </p:nvSpPr>
        <p:spPr>
          <a:xfrm>
            <a:off x="2095500" y="228600"/>
            <a:ext cx="38100" cy="38100"/>
          </a:xfrm>
          <a:prstGeom prst="rect">
            <a:avLst/>
          </a:prstGeom>
          <a:solidFill>
            <a:srgbClr val="CED7E6">
              <a:alpha val="70023"/>
            </a:srgbClr>
          </a:solidFill>
          <a:ln>
            <a:noFill/>
          </a:ln>
        </p:spPr>
      </p:sp>
      <p:sp>
        <p:nvSpPr>
          <p:cNvPr id="60" name="wm.whiteboard.108.18"/>
          <p:cNvSpPr/>
          <p:nvPr/>
        </p:nvSpPr>
        <p:spPr>
          <a:xfrm>
            <a:off x="2095500" y="457200"/>
            <a:ext cx="38100" cy="38100"/>
          </a:xfrm>
          <a:prstGeom prst="rect">
            <a:avLst/>
          </a:prstGeom>
          <a:solidFill>
            <a:srgbClr val="CED7E6">
              <a:alpha val="68085"/>
            </a:srgbClr>
          </a:solidFill>
          <a:ln>
            <a:noFill/>
          </a:ln>
        </p:spPr>
      </p:sp>
      <p:sp>
        <p:nvSpPr>
          <p:cNvPr id="61" name="wm.whiteboard.108.36"/>
          <p:cNvSpPr/>
          <p:nvPr/>
        </p:nvSpPr>
        <p:spPr>
          <a:xfrm>
            <a:off x="2095500" y="685800"/>
            <a:ext cx="38100" cy="38100"/>
          </a:xfrm>
          <a:prstGeom prst="rect">
            <a:avLst/>
          </a:prstGeom>
          <a:solidFill>
            <a:srgbClr val="CED7E6">
              <a:alpha val="63033"/>
            </a:srgbClr>
          </a:solidFill>
          <a:ln>
            <a:noFill/>
          </a:ln>
        </p:spPr>
      </p:sp>
      <p:sp>
        <p:nvSpPr>
          <p:cNvPr id="62" name="wm.whiteboard.108.54"/>
          <p:cNvSpPr/>
          <p:nvPr/>
        </p:nvSpPr>
        <p:spPr>
          <a:xfrm>
            <a:off x="2095500" y="914400"/>
            <a:ext cx="38100" cy="38100"/>
          </a:xfrm>
          <a:prstGeom prst="rect">
            <a:avLst/>
          </a:prstGeom>
          <a:solidFill>
            <a:srgbClr val="CED7E6">
              <a:alpha val="55346"/>
            </a:srgbClr>
          </a:solidFill>
          <a:ln>
            <a:noFill/>
          </a:ln>
        </p:spPr>
      </p:sp>
      <p:sp>
        <p:nvSpPr>
          <p:cNvPr id="63" name="wm.whiteboard.108.72"/>
          <p:cNvSpPr/>
          <p:nvPr/>
        </p:nvSpPr>
        <p:spPr>
          <a:xfrm>
            <a:off x="2095500" y="1143000"/>
            <a:ext cx="38100" cy="38100"/>
          </a:xfrm>
          <a:prstGeom prst="rect">
            <a:avLst/>
          </a:prstGeom>
          <a:solidFill>
            <a:srgbClr val="CED7E6">
              <a:alpha val="45583"/>
            </a:srgbClr>
          </a:solidFill>
          <a:ln>
            <a:noFill/>
          </a:ln>
        </p:spPr>
      </p:sp>
      <p:sp>
        <p:nvSpPr>
          <p:cNvPr id="64" name="wm.whiteboard.108.90"/>
          <p:cNvSpPr/>
          <p:nvPr/>
        </p:nvSpPr>
        <p:spPr>
          <a:xfrm>
            <a:off x="2095500" y="1371600"/>
            <a:ext cx="38100" cy="38100"/>
          </a:xfrm>
          <a:prstGeom prst="rect">
            <a:avLst/>
          </a:prstGeom>
          <a:solidFill>
            <a:srgbClr val="CED7E6">
              <a:alpha val="34251"/>
            </a:srgbClr>
          </a:solidFill>
          <a:ln>
            <a:noFill/>
          </a:ln>
        </p:spPr>
      </p:sp>
      <p:sp>
        <p:nvSpPr>
          <p:cNvPr id="65" name="wm.whiteboard.108.108"/>
          <p:cNvSpPr/>
          <p:nvPr/>
        </p:nvSpPr>
        <p:spPr>
          <a:xfrm>
            <a:off x="2095500" y="1600200"/>
            <a:ext cx="38100" cy="38100"/>
          </a:xfrm>
          <a:prstGeom prst="rect">
            <a:avLst/>
          </a:prstGeom>
          <a:solidFill>
            <a:srgbClr val="CED7E6">
              <a:alpha val="21754"/>
            </a:srgbClr>
          </a:solidFill>
          <a:ln>
            <a:noFill/>
          </a:ln>
        </p:spPr>
      </p:sp>
      <p:sp>
        <p:nvSpPr>
          <p:cNvPr id="66" name="wm.whiteboard.108.126"/>
          <p:cNvSpPr/>
          <p:nvPr/>
        </p:nvSpPr>
        <p:spPr>
          <a:xfrm>
            <a:off x="2095500" y="1828800"/>
            <a:ext cx="38100" cy="38100"/>
          </a:xfrm>
          <a:prstGeom prst="rect">
            <a:avLst/>
          </a:prstGeom>
          <a:solidFill>
            <a:srgbClr val="CED7E6">
              <a:alpha val="8391"/>
            </a:srgbClr>
          </a:solidFill>
          <a:ln>
            <a:noFill/>
          </a:ln>
        </p:spPr>
      </p:sp>
      <p:sp>
        <p:nvSpPr>
          <p:cNvPr id="67" name="wm.whiteboard.126.0"/>
          <p:cNvSpPr/>
          <p:nvPr/>
        </p:nvSpPr>
        <p:spPr>
          <a:xfrm>
            <a:off x="2324100" y="228600"/>
            <a:ext cx="38100" cy="38100"/>
          </a:xfrm>
          <a:prstGeom prst="rect">
            <a:avLst/>
          </a:prstGeom>
          <a:solidFill>
            <a:srgbClr val="CED7E6">
              <a:alpha val="56247"/>
            </a:srgbClr>
          </a:solidFill>
          <a:ln>
            <a:noFill/>
          </a:ln>
        </p:spPr>
      </p:sp>
      <p:sp>
        <p:nvSpPr>
          <p:cNvPr id="68" name="wm.whiteboard.126.18"/>
          <p:cNvSpPr/>
          <p:nvPr/>
        </p:nvSpPr>
        <p:spPr>
          <a:xfrm>
            <a:off x="2324100" y="457200"/>
            <a:ext cx="38100" cy="38100"/>
          </a:xfrm>
          <a:prstGeom prst="rect">
            <a:avLst/>
          </a:prstGeom>
          <a:solidFill>
            <a:srgbClr val="CED7E6">
              <a:alpha val="54578"/>
            </a:srgbClr>
          </a:solidFill>
          <a:ln>
            <a:noFill/>
          </a:ln>
        </p:spPr>
      </p:sp>
      <p:sp>
        <p:nvSpPr>
          <p:cNvPr id="69" name="wm.whiteboard.126.36"/>
          <p:cNvSpPr/>
          <p:nvPr/>
        </p:nvSpPr>
        <p:spPr>
          <a:xfrm>
            <a:off x="2324100" y="685800"/>
            <a:ext cx="38100" cy="38100"/>
          </a:xfrm>
          <a:prstGeom prst="rect">
            <a:avLst/>
          </a:prstGeom>
          <a:solidFill>
            <a:srgbClr val="CED7E6">
              <a:alpha val="50182"/>
            </a:srgbClr>
          </a:solidFill>
          <a:ln>
            <a:noFill/>
          </a:ln>
        </p:spPr>
      </p:sp>
      <p:sp>
        <p:nvSpPr>
          <p:cNvPr id="70" name="wm.whiteboard.126.54"/>
          <p:cNvSpPr/>
          <p:nvPr/>
        </p:nvSpPr>
        <p:spPr>
          <a:xfrm>
            <a:off x="2324100" y="914400"/>
            <a:ext cx="38100" cy="38100"/>
          </a:xfrm>
          <a:prstGeom prst="rect">
            <a:avLst/>
          </a:prstGeom>
          <a:solidFill>
            <a:srgbClr val="CED7E6">
              <a:alpha val="43386"/>
            </a:srgbClr>
          </a:solidFill>
          <a:ln>
            <a:noFill/>
          </a:ln>
        </p:spPr>
      </p:sp>
      <p:sp>
        <p:nvSpPr>
          <p:cNvPr id="71" name="wm.whiteboard.126.72"/>
          <p:cNvSpPr/>
          <p:nvPr/>
        </p:nvSpPr>
        <p:spPr>
          <a:xfrm>
            <a:off x="2324100" y="1143000"/>
            <a:ext cx="38100" cy="38100"/>
          </a:xfrm>
          <a:prstGeom prst="rect">
            <a:avLst/>
          </a:prstGeom>
          <a:solidFill>
            <a:srgbClr val="CED7E6">
              <a:alpha val="34598"/>
            </a:srgbClr>
          </a:solidFill>
          <a:ln>
            <a:noFill/>
          </a:ln>
        </p:spPr>
      </p:sp>
      <p:sp>
        <p:nvSpPr>
          <p:cNvPr id="72" name="wm.whiteboard.126.90"/>
          <p:cNvSpPr/>
          <p:nvPr/>
        </p:nvSpPr>
        <p:spPr>
          <a:xfrm>
            <a:off x="2324100" y="1371600"/>
            <a:ext cx="38100" cy="38100"/>
          </a:xfrm>
          <a:prstGeom prst="rect">
            <a:avLst/>
          </a:prstGeom>
          <a:solidFill>
            <a:srgbClr val="CED7E6">
              <a:alpha val="24223"/>
            </a:srgbClr>
          </a:solidFill>
          <a:ln>
            <a:noFill/>
          </a:ln>
        </p:spPr>
      </p:sp>
      <p:sp>
        <p:nvSpPr>
          <p:cNvPr id="73" name="wm.whiteboard.126.108"/>
          <p:cNvSpPr/>
          <p:nvPr/>
        </p:nvSpPr>
        <p:spPr>
          <a:xfrm>
            <a:off x="2324100" y="1600200"/>
            <a:ext cx="38100" cy="38100"/>
          </a:xfrm>
          <a:prstGeom prst="rect">
            <a:avLst/>
          </a:prstGeom>
          <a:solidFill>
            <a:srgbClr val="CED7E6">
              <a:alpha val="12610"/>
            </a:srgbClr>
          </a:solidFill>
          <a:ln>
            <a:noFill/>
          </a:ln>
        </p:spPr>
      </p:sp>
      <p:sp>
        <p:nvSpPr>
          <p:cNvPr id="74" name="wm.whiteboard.126.126"/>
          <p:cNvSpPr/>
          <p:nvPr/>
        </p:nvSpPr>
        <p:spPr>
          <a:xfrm>
            <a:off x="2324100" y="1828800"/>
            <a:ext cx="38100" cy="38100"/>
          </a:xfrm>
          <a:prstGeom prst="rect">
            <a:avLst/>
          </a:prstGeom>
          <a:solidFill>
            <a:srgbClr val="CED7E6">
              <a:alpha val="40"/>
            </a:srgbClr>
          </a:solidFill>
          <a:ln>
            <a:noFill/>
          </a:ln>
        </p:spPr>
      </p:sp>
      <p:sp>
        <p:nvSpPr>
          <p:cNvPr id="75" name="wm.whiteboard.144.0"/>
          <p:cNvSpPr/>
          <p:nvPr/>
        </p:nvSpPr>
        <p:spPr>
          <a:xfrm>
            <a:off x="2552700" y="228600"/>
            <a:ext cx="38100" cy="38100"/>
          </a:xfrm>
          <a:prstGeom prst="rect">
            <a:avLst/>
          </a:prstGeom>
          <a:solidFill>
            <a:srgbClr val="CED7E6">
              <a:alpha val="42471"/>
            </a:srgbClr>
          </a:solidFill>
          <a:ln>
            <a:noFill/>
          </a:ln>
        </p:spPr>
      </p:sp>
      <p:sp>
        <p:nvSpPr>
          <p:cNvPr id="76" name="wm.whiteboard.144.18"/>
          <p:cNvSpPr/>
          <p:nvPr/>
        </p:nvSpPr>
        <p:spPr>
          <a:xfrm>
            <a:off x="2552700" y="457200"/>
            <a:ext cx="38100" cy="38100"/>
          </a:xfrm>
          <a:prstGeom prst="rect">
            <a:avLst/>
          </a:prstGeom>
          <a:solidFill>
            <a:srgbClr val="CED7E6">
              <a:alpha val="41005"/>
            </a:srgbClr>
          </a:solidFill>
          <a:ln>
            <a:noFill/>
          </a:ln>
        </p:spPr>
      </p:sp>
      <p:sp>
        <p:nvSpPr>
          <p:cNvPr id="77" name="wm.whiteboard.144.36"/>
          <p:cNvSpPr/>
          <p:nvPr/>
        </p:nvSpPr>
        <p:spPr>
          <a:xfrm>
            <a:off x="2552700" y="685800"/>
            <a:ext cx="38100" cy="38100"/>
          </a:xfrm>
          <a:prstGeom prst="rect">
            <a:avLst/>
          </a:prstGeom>
          <a:solidFill>
            <a:srgbClr val="CED7E6">
              <a:alpha val="37120"/>
            </a:srgbClr>
          </a:solidFill>
          <a:ln>
            <a:noFill/>
          </a:ln>
        </p:spPr>
      </p:sp>
      <p:sp>
        <p:nvSpPr>
          <p:cNvPr id="78" name="wm.whiteboard.144.54"/>
          <p:cNvSpPr/>
          <p:nvPr/>
        </p:nvSpPr>
        <p:spPr>
          <a:xfrm>
            <a:off x="2552700" y="914400"/>
            <a:ext cx="38100" cy="38100"/>
          </a:xfrm>
          <a:prstGeom prst="rect">
            <a:avLst/>
          </a:prstGeom>
          <a:solidFill>
            <a:srgbClr val="CED7E6">
              <a:alpha val="31044"/>
            </a:srgbClr>
          </a:solidFill>
          <a:ln>
            <a:noFill/>
          </a:ln>
        </p:spPr>
      </p:sp>
      <p:sp>
        <p:nvSpPr>
          <p:cNvPr id="79" name="wm.whiteboard.144.72"/>
          <p:cNvSpPr/>
          <p:nvPr/>
        </p:nvSpPr>
        <p:spPr>
          <a:xfrm>
            <a:off x="2552700" y="1143000"/>
            <a:ext cx="38100" cy="38100"/>
          </a:xfrm>
          <a:prstGeom prst="rect">
            <a:avLst/>
          </a:prstGeom>
          <a:solidFill>
            <a:srgbClr val="CED7E6">
              <a:alpha val="23083"/>
            </a:srgbClr>
          </a:solidFill>
          <a:ln>
            <a:noFill/>
          </a:ln>
        </p:spPr>
      </p:sp>
      <p:sp>
        <p:nvSpPr>
          <p:cNvPr id="80" name="wm.whiteboard.144.90"/>
          <p:cNvSpPr/>
          <p:nvPr/>
        </p:nvSpPr>
        <p:spPr>
          <a:xfrm>
            <a:off x="2552700" y="1371600"/>
            <a:ext cx="38100" cy="38100"/>
          </a:xfrm>
          <a:prstGeom prst="rect">
            <a:avLst/>
          </a:prstGeom>
          <a:solidFill>
            <a:srgbClr val="CED7E6">
              <a:alpha val="13557"/>
            </a:srgbClr>
          </a:solidFill>
          <a:ln>
            <a:noFill/>
          </a:ln>
        </p:spPr>
      </p:sp>
      <p:sp>
        <p:nvSpPr>
          <p:cNvPr id="81" name="wm.whiteboard.144.108"/>
          <p:cNvSpPr/>
          <p:nvPr/>
        </p:nvSpPr>
        <p:spPr>
          <a:xfrm>
            <a:off x="2552700" y="1600200"/>
            <a:ext cx="38100" cy="38100"/>
          </a:xfrm>
          <a:prstGeom prst="rect">
            <a:avLst/>
          </a:prstGeom>
          <a:solidFill>
            <a:srgbClr val="CED7E6">
              <a:alpha val="2762"/>
            </a:srgbClr>
          </a:solidFill>
          <a:ln>
            <a:noFill/>
          </a:ln>
        </p:spPr>
      </p:sp>
      <p:sp>
        <p:nvSpPr>
          <p:cNvPr id="82" name="wm.whiteboard.162.0"/>
          <p:cNvSpPr/>
          <p:nvPr/>
        </p:nvSpPr>
        <p:spPr>
          <a:xfrm>
            <a:off x="2781300" y="228600"/>
            <a:ext cx="38100" cy="38100"/>
          </a:xfrm>
          <a:prstGeom prst="rect">
            <a:avLst/>
          </a:prstGeom>
          <a:solidFill>
            <a:srgbClr val="CED7E6">
              <a:alpha val="28695"/>
            </a:srgbClr>
          </a:solidFill>
          <a:ln>
            <a:noFill/>
          </a:ln>
        </p:spPr>
      </p:sp>
      <p:sp>
        <p:nvSpPr>
          <p:cNvPr id="83" name="wm.whiteboard.162.18"/>
          <p:cNvSpPr/>
          <p:nvPr/>
        </p:nvSpPr>
        <p:spPr>
          <a:xfrm>
            <a:off x="2781300" y="457200"/>
            <a:ext cx="38100" cy="38100"/>
          </a:xfrm>
          <a:prstGeom prst="rect">
            <a:avLst/>
          </a:prstGeom>
          <a:solidFill>
            <a:srgbClr val="CED7E6">
              <a:alpha val="27389"/>
            </a:srgbClr>
          </a:solidFill>
          <a:ln>
            <a:noFill/>
          </a:ln>
        </p:spPr>
      </p:sp>
      <p:sp>
        <p:nvSpPr>
          <p:cNvPr id="84" name="wm.whiteboard.162.36"/>
          <p:cNvSpPr/>
          <p:nvPr/>
        </p:nvSpPr>
        <p:spPr>
          <a:xfrm>
            <a:off x="2781300" y="685800"/>
            <a:ext cx="38100" cy="38100"/>
          </a:xfrm>
          <a:prstGeom prst="rect">
            <a:avLst/>
          </a:prstGeom>
          <a:solidFill>
            <a:srgbClr val="CED7E6">
              <a:alpha val="23910"/>
            </a:srgbClr>
          </a:solidFill>
          <a:ln>
            <a:noFill/>
          </a:ln>
        </p:spPr>
      </p:sp>
      <p:sp>
        <p:nvSpPr>
          <p:cNvPr id="85" name="wm.whiteboard.162.54"/>
          <p:cNvSpPr/>
          <p:nvPr/>
        </p:nvSpPr>
        <p:spPr>
          <a:xfrm>
            <a:off x="2781300" y="914400"/>
            <a:ext cx="38100" cy="38100"/>
          </a:xfrm>
          <a:prstGeom prst="rect">
            <a:avLst/>
          </a:prstGeom>
          <a:solidFill>
            <a:srgbClr val="CED7E6">
              <a:alpha val="18425"/>
            </a:srgbClr>
          </a:solidFill>
          <a:ln>
            <a:noFill/>
          </a:ln>
        </p:spPr>
      </p:sp>
      <p:sp>
        <p:nvSpPr>
          <p:cNvPr id="86" name="wm.whiteboard.162.72"/>
          <p:cNvSpPr/>
          <p:nvPr/>
        </p:nvSpPr>
        <p:spPr>
          <a:xfrm>
            <a:off x="2781300" y="1143000"/>
            <a:ext cx="38100" cy="38100"/>
          </a:xfrm>
          <a:prstGeom prst="rect">
            <a:avLst/>
          </a:prstGeom>
          <a:solidFill>
            <a:srgbClr val="CED7E6">
              <a:alpha val="11167"/>
            </a:srgbClr>
          </a:solidFill>
          <a:ln>
            <a:noFill/>
          </a:ln>
        </p:spPr>
      </p:sp>
      <p:sp>
        <p:nvSpPr>
          <p:cNvPr id="87" name="wm.whiteboard.162.90"/>
          <p:cNvSpPr/>
          <p:nvPr/>
        </p:nvSpPr>
        <p:spPr>
          <a:xfrm>
            <a:off x="2781300" y="1371600"/>
            <a:ext cx="38100" cy="38100"/>
          </a:xfrm>
          <a:prstGeom prst="rect">
            <a:avLst/>
          </a:prstGeom>
          <a:solidFill>
            <a:srgbClr val="CED7E6">
              <a:alpha val="2388"/>
            </a:srgbClr>
          </a:solidFill>
          <a:ln>
            <a:noFill/>
          </a:ln>
        </p:spPr>
      </p:sp>
      <p:sp>
        <p:nvSpPr>
          <p:cNvPr id="88" name="wm.whiteboard.180.0"/>
          <p:cNvSpPr/>
          <p:nvPr/>
        </p:nvSpPr>
        <p:spPr>
          <a:xfrm>
            <a:off x="3009900" y="228600"/>
            <a:ext cx="38100" cy="38100"/>
          </a:xfrm>
          <a:prstGeom prst="rect">
            <a:avLst/>
          </a:prstGeom>
          <a:solidFill>
            <a:srgbClr val="CED7E6">
              <a:alpha val="14918"/>
            </a:srgbClr>
          </a:solidFill>
          <a:ln>
            <a:noFill/>
          </a:ln>
        </p:spPr>
      </p:sp>
      <p:sp>
        <p:nvSpPr>
          <p:cNvPr id="89" name="wm.whiteboard.180.18"/>
          <p:cNvSpPr/>
          <p:nvPr/>
        </p:nvSpPr>
        <p:spPr>
          <a:xfrm>
            <a:off x="3009900" y="457200"/>
            <a:ext cx="38100" cy="38100"/>
          </a:xfrm>
          <a:prstGeom prst="rect">
            <a:avLst/>
          </a:prstGeom>
          <a:solidFill>
            <a:srgbClr val="CED7E6">
              <a:alpha val="13741"/>
            </a:srgbClr>
          </a:solidFill>
          <a:ln>
            <a:noFill/>
          </a:ln>
        </p:spPr>
      </p:sp>
      <p:sp>
        <p:nvSpPr>
          <p:cNvPr id="90" name="wm.whiteboard.180.36"/>
          <p:cNvSpPr/>
          <p:nvPr/>
        </p:nvSpPr>
        <p:spPr>
          <a:xfrm>
            <a:off x="3009900" y="685800"/>
            <a:ext cx="38100" cy="38100"/>
          </a:xfrm>
          <a:prstGeom prst="rect">
            <a:avLst/>
          </a:prstGeom>
          <a:solidFill>
            <a:srgbClr val="CED7E6">
              <a:alpha val="10593"/>
            </a:srgbClr>
          </a:solidFill>
          <a:ln>
            <a:noFill/>
          </a:ln>
        </p:spPr>
      </p:sp>
      <p:sp>
        <p:nvSpPr>
          <p:cNvPr id="91" name="wm.whiteboard.180.54"/>
          <p:cNvSpPr/>
          <p:nvPr/>
        </p:nvSpPr>
        <p:spPr>
          <a:xfrm>
            <a:off x="3009900" y="914400"/>
            <a:ext cx="38100" cy="38100"/>
          </a:xfrm>
          <a:prstGeom prst="rect">
            <a:avLst/>
          </a:prstGeom>
          <a:solidFill>
            <a:srgbClr val="CED7E6">
              <a:alpha val="5600"/>
            </a:srgbClr>
          </a:solidFill>
          <a:ln>
            <a:noFill/>
          </a:ln>
        </p:spPr>
      </p:sp>
      <p:sp>
        <p:nvSpPr>
          <p:cNvPr id="92" name="wm.whiteboard.198.0"/>
          <p:cNvSpPr/>
          <p:nvPr/>
        </p:nvSpPr>
        <p:spPr>
          <a:xfrm>
            <a:off x="3238500" y="228600"/>
            <a:ext cx="38100" cy="38100"/>
          </a:xfrm>
          <a:prstGeom prst="rect">
            <a:avLst/>
          </a:prstGeom>
          <a:solidFill>
            <a:srgbClr val="CED7E6">
              <a:alpha val="1142"/>
            </a:srgbClr>
          </a:solidFill>
          <a:ln>
            <a:noFill/>
          </a:ln>
        </p:spPr>
      </p:sp>
      <p:sp>
        <p:nvSpPr>
          <p:cNvPr id="93" name="wm.whiteboard.198.18"/>
          <p:cNvSpPr/>
          <p:nvPr/>
        </p:nvSpPr>
        <p:spPr>
          <a:xfrm>
            <a:off x="3238500" y="457200"/>
            <a:ext cx="38100" cy="38100"/>
          </a:xfrm>
          <a:prstGeom prst="rect">
            <a:avLst/>
          </a:prstGeom>
          <a:solidFill>
            <a:srgbClr val="CED7E6">
              <a:alpha val="69"/>
            </a:srgbClr>
          </a:solidFill>
          <a:ln>
            <a:noFill/>
          </a:ln>
        </p:spPr>
      </p:sp>
      <p:sp>
        <p:nvSpPr>
          <p:cNvPr id="94" name="wm.header.rule"/>
          <p:cNvSpPr/>
          <p:nvPr/>
        </p:nvSpPr>
        <p:spPr>
          <a:xfrm>
            <a:off x="723900" y="1371600"/>
            <a:ext cx="10744200" cy="9525"/>
          </a:xfrm>
          <a:prstGeom prst="rect">
            <a:avLst/>
          </a:prstGeom>
          <a:solidFill>
            <a:srgbClr val="CED7E6"/>
          </a:solidFill>
          <a:ln>
            <a:noFill/>
          </a:ln>
        </p:spPr>
      </p:sp>
      <p:pic>
        <p:nvPicPr>
          <p:cNvPr id="95"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210300"/>
            <a:ext cx="729403" cy="152400"/>
          </a:xfrm>
          <a:prstGeom prst="rect">
            <a:avLst/>
          </a:prstGeom>
        </p:spPr>
      </p:pic>
      <p:sp>
        <p:nvSpPr>
          <p:cNvPr id="96" name="wm.legal"/>
          <p:cNvSpPr/>
          <p:nvPr/>
        </p:nvSpPr>
        <p:spPr>
          <a:xfrm>
            <a:off x="2171700" y="6172200"/>
            <a:ext cx="89154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wmds.frame.a0999517128e333220e9">
    <p:bg>
      <p:bgPr>
        <a:solidFill>
          <a:srgbClr val="FFFFFF"/>
        </a:solidFill>
      </p:bgPr>
    </p:bg>
    <p:spTree>
      <p:nvGrpSpPr>
        <p:cNvPr id="1" name=""/>
        <p:cNvGrpSpPr/>
        <p:nvPr/>
      </p:nvGrpSpPr>
      <p:grpSpPr>
        <a:xfrm>
          <a:off x="0" y="0"/>
          <a:ext cx="0" cy="0"/>
          <a:chOff x="0" y="0"/>
          <a:chExt cx="0" cy="0"/>
        </a:xfrm>
      </p:grpSpPr>
      <p:sp>
        <p:nvSpPr>
          <p:cNvPr id="2" name="wm.footer.rule"/>
          <p:cNvSpPr/>
          <p:nvPr/>
        </p:nvSpPr>
        <p:spPr>
          <a:xfrm>
            <a:off x="723900" y="6057900"/>
            <a:ext cx="10744200" cy="9525"/>
          </a:xfrm>
          <a:prstGeom prst="rect">
            <a:avLst/>
          </a:prstGeom>
          <a:solidFill>
            <a:srgbClr val="CED7E6"/>
          </a:solidFill>
          <a:ln>
            <a:noFill/>
          </a:ln>
        </p:spPr>
      </p:sp>
      <p:sp>
        <p:nvSpPr>
          <p:cNvPr id="3" name="wm.whiteboard.0.0"/>
          <p:cNvSpPr/>
          <p:nvPr/>
        </p:nvSpPr>
        <p:spPr>
          <a:xfrm>
            <a:off x="723900" y="228600"/>
            <a:ext cx="38100" cy="38100"/>
          </a:xfrm>
          <a:prstGeom prst="rect">
            <a:avLst/>
          </a:prstGeom>
          <a:solidFill>
            <a:srgbClr val="CED7E6"/>
          </a:solidFill>
          <a:ln>
            <a:noFill/>
          </a:ln>
        </p:spPr>
      </p:sp>
      <p:sp>
        <p:nvSpPr>
          <p:cNvPr id="4" name="wm.whiteboard.0.18"/>
          <p:cNvSpPr/>
          <p:nvPr/>
        </p:nvSpPr>
        <p:spPr>
          <a:xfrm>
            <a:off x="723900" y="457200"/>
            <a:ext cx="38100" cy="38100"/>
          </a:xfrm>
          <a:prstGeom prst="rect">
            <a:avLst/>
          </a:prstGeom>
          <a:solidFill>
            <a:srgbClr val="CED7E6"/>
          </a:solidFill>
          <a:ln>
            <a:noFill/>
          </a:ln>
        </p:spPr>
      </p:sp>
      <p:sp>
        <p:nvSpPr>
          <p:cNvPr id="5" name="wm.whiteboard.0.36"/>
          <p:cNvSpPr/>
          <p:nvPr/>
        </p:nvSpPr>
        <p:spPr>
          <a:xfrm>
            <a:off x="723900" y="685800"/>
            <a:ext cx="38100" cy="38100"/>
          </a:xfrm>
          <a:prstGeom prst="rect">
            <a:avLst/>
          </a:prstGeom>
          <a:solidFill>
            <a:srgbClr val="CED7E6"/>
          </a:solidFill>
          <a:ln>
            <a:noFill/>
          </a:ln>
        </p:spPr>
      </p:sp>
      <p:sp>
        <p:nvSpPr>
          <p:cNvPr id="6" name="wm.whiteboard.0.54"/>
          <p:cNvSpPr/>
          <p:nvPr/>
        </p:nvSpPr>
        <p:spPr>
          <a:xfrm>
            <a:off x="723900" y="914400"/>
            <a:ext cx="38100" cy="38100"/>
          </a:xfrm>
          <a:prstGeom prst="rect">
            <a:avLst/>
          </a:prstGeom>
          <a:solidFill>
            <a:srgbClr val="CED7E6"/>
          </a:solidFill>
          <a:ln>
            <a:noFill/>
          </a:ln>
        </p:spPr>
      </p:sp>
      <p:sp>
        <p:nvSpPr>
          <p:cNvPr id="7" name="wm.whiteboard.0.72"/>
          <p:cNvSpPr/>
          <p:nvPr/>
        </p:nvSpPr>
        <p:spPr>
          <a:xfrm>
            <a:off x="723900" y="1143000"/>
            <a:ext cx="38100" cy="38100"/>
          </a:xfrm>
          <a:prstGeom prst="rect">
            <a:avLst/>
          </a:prstGeom>
          <a:solidFill>
            <a:srgbClr val="CED7E6">
              <a:alpha val="85305"/>
            </a:srgbClr>
          </a:solidFill>
          <a:ln>
            <a:noFill/>
          </a:ln>
        </p:spPr>
      </p:sp>
      <p:sp>
        <p:nvSpPr>
          <p:cNvPr id="8" name="wm.whiteboard.0.90"/>
          <p:cNvSpPr/>
          <p:nvPr/>
        </p:nvSpPr>
        <p:spPr>
          <a:xfrm>
            <a:off x="723900" y="1371600"/>
            <a:ext cx="38100" cy="38100"/>
          </a:xfrm>
          <a:prstGeom prst="rect">
            <a:avLst/>
          </a:prstGeom>
          <a:solidFill>
            <a:srgbClr val="CED7E6">
              <a:alpha val="68524"/>
            </a:srgbClr>
          </a:solidFill>
          <a:ln>
            <a:noFill/>
          </a:ln>
        </p:spPr>
      </p:sp>
      <p:sp>
        <p:nvSpPr>
          <p:cNvPr id="9" name="wm.whiteboard.0.108"/>
          <p:cNvSpPr/>
          <p:nvPr/>
        </p:nvSpPr>
        <p:spPr>
          <a:xfrm>
            <a:off x="723900" y="1600200"/>
            <a:ext cx="38100" cy="38100"/>
          </a:xfrm>
          <a:prstGeom prst="rect">
            <a:avLst/>
          </a:prstGeom>
          <a:solidFill>
            <a:srgbClr val="CED7E6">
              <a:alpha val="51742"/>
            </a:srgbClr>
          </a:solidFill>
          <a:ln>
            <a:noFill/>
          </a:ln>
        </p:spPr>
      </p:sp>
      <p:sp>
        <p:nvSpPr>
          <p:cNvPr id="10" name="wm.whiteboard.0.126"/>
          <p:cNvSpPr/>
          <p:nvPr/>
        </p:nvSpPr>
        <p:spPr>
          <a:xfrm>
            <a:off x="723900" y="1828800"/>
            <a:ext cx="38100" cy="38100"/>
          </a:xfrm>
          <a:prstGeom prst="rect">
            <a:avLst/>
          </a:prstGeom>
          <a:solidFill>
            <a:srgbClr val="CED7E6">
              <a:alpha val="34959"/>
            </a:srgbClr>
          </a:solidFill>
          <a:ln>
            <a:noFill/>
          </a:ln>
        </p:spPr>
      </p:sp>
      <p:sp>
        <p:nvSpPr>
          <p:cNvPr id="11" name="wm.whiteboard.0.144"/>
          <p:cNvSpPr/>
          <p:nvPr/>
        </p:nvSpPr>
        <p:spPr>
          <a:xfrm>
            <a:off x="723900" y="2057400"/>
            <a:ext cx="38100" cy="38100"/>
          </a:xfrm>
          <a:prstGeom prst="rect">
            <a:avLst/>
          </a:prstGeom>
          <a:solidFill>
            <a:srgbClr val="CED7E6">
              <a:alpha val="18177"/>
            </a:srgbClr>
          </a:solidFill>
          <a:ln>
            <a:noFill/>
          </a:ln>
        </p:spPr>
      </p:sp>
      <p:sp>
        <p:nvSpPr>
          <p:cNvPr id="12" name="wm.whiteboard.0.162"/>
          <p:cNvSpPr/>
          <p:nvPr/>
        </p:nvSpPr>
        <p:spPr>
          <a:xfrm>
            <a:off x="723900" y="2286000"/>
            <a:ext cx="38100" cy="38100"/>
          </a:xfrm>
          <a:prstGeom prst="rect">
            <a:avLst/>
          </a:prstGeom>
          <a:solidFill>
            <a:srgbClr val="CED7E6">
              <a:alpha val="1394"/>
            </a:srgbClr>
          </a:solidFill>
          <a:ln>
            <a:noFill/>
          </a:ln>
        </p:spPr>
      </p:sp>
      <p:sp>
        <p:nvSpPr>
          <p:cNvPr id="13" name="wm.whiteboard.18.0"/>
          <p:cNvSpPr/>
          <p:nvPr/>
        </p:nvSpPr>
        <p:spPr>
          <a:xfrm>
            <a:off x="952500" y="228600"/>
            <a:ext cx="38100" cy="38100"/>
          </a:xfrm>
          <a:prstGeom prst="rect">
            <a:avLst/>
          </a:prstGeom>
          <a:solidFill>
            <a:srgbClr val="CED7E6"/>
          </a:solidFill>
          <a:ln>
            <a:noFill/>
          </a:ln>
        </p:spPr>
      </p:sp>
      <p:sp>
        <p:nvSpPr>
          <p:cNvPr id="14" name="wm.whiteboard.18.18"/>
          <p:cNvSpPr/>
          <p:nvPr/>
        </p:nvSpPr>
        <p:spPr>
          <a:xfrm>
            <a:off x="952500" y="457200"/>
            <a:ext cx="38100" cy="38100"/>
          </a:xfrm>
          <a:prstGeom prst="rect">
            <a:avLst/>
          </a:prstGeom>
          <a:solidFill>
            <a:srgbClr val="CED7E6"/>
          </a:solidFill>
          <a:ln>
            <a:noFill/>
          </a:ln>
        </p:spPr>
      </p:sp>
      <p:sp>
        <p:nvSpPr>
          <p:cNvPr id="15" name="wm.whiteboard.18.36"/>
          <p:cNvSpPr/>
          <p:nvPr/>
        </p:nvSpPr>
        <p:spPr>
          <a:xfrm>
            <a:off x="952500" y="685800"/>
            <a:ext cx="38100" cy="38100"/>
          </a:xfrm>
          <a:prstGeom prst="rect">
            <a:avLst/>
          </a:prstGeom>
          <a:solidFill>
            <a:srgbClr val="CED7E6"/>
          </a:solidFill>
          <a:ln>
            <a:noFill/>
          </a:ln>
        </p:spPr>
      </p:sp>
      <p:sp>
        <p:nvSpPr>
          <p:cNvPr id="16" name="wm.whiteboard.18.54"/>
          <p:cNvSpPr/>
          <p:nvPr/>
        </p:nvSpPr>
        <p:spPr>
          <a:xfrm>
            <a:off x="952500" y="914400"/>
            <a:ext cx="38100" cy="38100"/>
          </a:xfrm>
          <a:prstGeom prst="rect">
            <a:avLst/>
          </a:prstGeom>
          <a:solidFill>
            <a:srgbClr val="CED7E6">
              <a:alpha val="99988"/>
            </a:srgbClr>
          </a:solidFill>
          <a:ln>
            <a:noFill/>
          </a:ln>
        </p:spPr>
      </p:sp>
      <p:sp>
        <p:nvSpPr>
          <p:cNvPr id="17" name="wm.whiteboard.18.72"/>
          <p:cNvSpPr/>
          <p:nvPr/>
        </p:nvSpPr>
        <p:spPr>
          <a:xfrm>
            <a:off x="952500" y="1143000"/>
            <a:ext cx="38100" cy="38100"/>
          </a:xfrm>
          <a:prstGeom prst="rect">
            <a:avLst/>
          </a:prstGeom>
          <a:solidFill>
            <a:srgbClr val="CED7E6">
              <a:alpha val="83708"/>
            </a:srgbClr>
          </a:solidFill>
          <a:ln>
            <a:noFill/>
          </a:ln>
        </p:spPr>
      </p:sp>
      <p:sp>
        <p:nvSpPr>
          <p:cNvPr id="18" name="wm.whiteboard.18.90"/>
          <p:cNvSpPr/>
          <p:nvPr/>
        </p:nvSpPr>
        <p:spPr>
          <a:xfrm>
            <a:off x="952500" y="1371600"/>
            <a:ext cx="38100" cy="38100"/>
          </a:xfrm>
          <a:prstGeom prst="rect">
            <a:avLst/>
          </a:prstGeom>
          <a:solidFill>
            <a:srgbClr val="CED7E6">
              <a:alpha val="67236"/>
            </a:srgbClr>
          </a:solidFill>
          <a:ln>
            <a:noFill/>
          </a:ln>
        </p:spPr>
      </p:sp>
      <p:sp>
        <p:nvSpPr>
          <p:cNvPr id="19" name="wm.whiteboard.18.108"/>
          <p:cNvSpPr/>
          <p:nvPr/>
        </p:nvSpPr>
        <p:spPr>
          <a:xfrm>
            <a:off x="952500" y="1600200"/>
            <a:ext cx="38100" cy="38100"/>
          </a:xfrm>
          <a:prstGeom prst="rect">
            <a:avLst/>
          </a:prstGeom>
          <a:solidFill>
            <a:srgbClr val="CED7E6">
              <a:alpha val="50663"/>
            </a:srgbClr>
          </a:solidFill>
          <a:ln>
            <a:noFill/>
          </a:ln>
        </p:spPr>
      </p:sp>
      <p:sp>
        <p:nvSpPr>
          <p:cNvPr id="20" name="wm.whiteboard.18.126"/>
          <p:cNvSpPr/>
          <p:nvPr/>
        </p:nvSpPr>
        <p:spPr>
          <a:xfrm>
            <a:off x="952500" y="1828800"/>
            <a:ext cx="38100" cy="38100"/>
          </a:xfrm>
          <a:prstGeom prst="rect">
            <a:avLst/>
          </a:prstGeom>
          <a:solidFill>
            <a:srgbClr val="CED7E6">
              <a:alpha val="34032"/>
            </a:srgbClr>
          </a:solidFill>
          <a:ln>
            <a:noFill/>
          </a:ln>
        </p:spPr>
      </p:sp>
      <p:sp>
        <p:nvSpPr>
          <p:cNvPr id="21" name="wm.whiteboard.18.144"/>
          <p:cNvSpPr/>
          <p:nvPr/>
        </p:nvSpPr>
        <p:spPr>
          <a:xfrm>
            <a:off x="952500" y="2057400"/>
            <a:ext cx="38100" cy="38100"/>
          </a:xfrm>
          <a:prstGeom prst="rect">
            <a:avLst/>
          </a:prstGeom>
          <a:solidFill>
            <a:srgbClr val="CED7E6">
              <a:alpha val="17363"/>
            </a:srgbClr>
          </a:solidFill>
          <a:ln>
            <a:noFill/>
          </a:ln>
        </p:spPr>
      </p:sp>
      <p:sp>
        <p:nvSpPr>
          <p:cNvPr id="22" name="wm.whiteboard.18.162"/>
          <p:cNvSpPr/>
          <p:nvPr/>
        </p:nvSpPr>
        <p:spPr>
          <a:xfrm>
            <a:off x="952500" y="2286000"/>
            <a:ext cx="38100" cy="38100"/>
          </a:xfrm>
          <a:prstGeom prst="rect">
            <a:avLst/>
          </a:prstGeom>
          <a:solidFill>
            <a:srgbClr val="CED7E6">
              <a:alpha val="670"/>
            </a:srgbClr>
          </a:solidFill>
          <a:ln>
            <a:noFill/>
          </a:ln>
        </p:spPr>
      </p:sp>
      <p:sp>
        <p:nvSpPr>
          <p:cNvPr id="23" name="wm.whiteboard.36.0"/>
          <p:cNvSpPr/>
          <p:nvPr/>
        </p:nvSpPr>
        <p:spPr>
          <a:xfrm>
            <a:off x="1181100" y="228600"/>
            <a:ext cx="38100" cy="38100"/>
          </a:xfrm>
          <a:prstGeom prst="rect">
            <a:avLst/>
          </a:prstGeom>
          <a:solidFill>
            <a:srgbClr val="CED7E6"/>
          </a:solidFill>
          <a:ln>
            <a:noFill/>
          </a:ln>
        </p:spPr>
      </p:sp>
      <p:sp>
        <p:nvSpPr>
          <p:cNvPr id="24" name="wm.whiteboard.36.18"/>
          <p:cNvSpPr/>
          <p:nvPr/>
        </p:nvSpPr>
        <p:spPr>
          <a:xfrm>
            <a:off x="1181100" y="457200"/>
            <a:ext cx="38100" cy="38100"/>
          </a:xfrm>
          <a:prstGeom prst="rect">
            <a:avLst/>
          </a:prstGeom>
          <a:solidFill>
            <a:srgbClr val="CED7E6"/>
          </a:solidFill>
          <a:ln>
            <a:noFill/>
          </a:ln>
        </p:spPr>
      </p:sp>
      <p:sp>
        <p:nvSpPr>
          <p:cNvPr id="25" name="wm.whiteboard.36.36"/>
          <p:cNvSpPr/>
          <p:nvPr/>
        </p:nvSpPr>
        <p:spPr>
          <a:xfrm>
            <a:off x="1181100" y="685800"/>
            <a:ext cx="38100" cy="38100"/>
          </a:xfrm>
          <a:prstGeom prst="rect">
            <a:avLst/>
          </a:prstGeom>
          <a:solidFill>
            <a:srgbClr val="CED7E6"/>
          </a:solidFill>
          <a:ln>
            <a:noFill/>
          </a:ln>
        </p:spPr>
      </p:sp>
      <p:sp>
        <p:nvSpPr>
          <p:cNvPr id="26" name="wm.whiteboard.36.54"/>
          <p:cNvSpPr/>
          <p:nvPr/>
        </p:nvSpPr>
        <p:spPr>
          <a:xfrm>
            <a:off x="1181100" y="914400"/>
            <a:ext cx="38100" cy="38100"/>
          </a:xfrm>
          <a:prstGeom prst="rect">
            <a:avLst/>
          </a:prstGeom>
          <a:solidFill>
            <a:srgbClr val="CED7E6">
              <a:alpha val="94671"/>
            </a:srgbClr>
          </a:solidFill>
          <a:ln>
            <a:noFill/>
          </a:ln>
        </p:spPr>
      </p:sp>
      <p:sp>
        <p:nvSpPr>
          <p:cNvPr id="27" name="wm.whiteboard.36.72"/>
          <p:cNvSpPr/>
          <p:nvPr/>
        </p:nvSpPr>
        <p:spPr>
          <a:xfrm>
            <a:off x="1181100" y="1143000"/>
            <a:ext cx="38100" cy="38100"/>
          </a:xfrm>
          <a:prstGeom prst="rect">
            <a:avLst/>
          </a:prstGeom>
          <a:solidFill>
            <a:srgbClr val="CED7E6">
              <a:alpha val="79547"/>
            </a:srgbClr>
          </a:solidFill>
          <a:ln>
            <a:noFill/>
          </a:ln>
        </p:spPr>
      </p:sp>
      <p:sp>
        <p:nvSpPr>
          <p:cNvPr id="28" name="wm.whiteboard.36.90"/>
          <p:cNvSpPr/>
          <p:nvPr/>
        </p:nvSpPr>
        <p:spPr>
          <a:xfrm>
            <a:off x="1181100" y="1371600"/>
            <a:ext cx="38100" cy="38100"/>
          </a:xfrm>
          <a:prstGeom prst="rect">
            <a:avLst/>
          </a:prstGeom>
          <a:solidFill>
            <a:srgbClr val="CED7E6">
              <a:alpha val="63833"/>
            </a:srgbClr>
          </a:solidFill>
          <a:ln>
            <a:noFill/>
          </a:ln>
        </p:spPr>
      </p:sp>
      <p:sp>
        <p:nvSpPr>
          <p:cNvPr id="29" name="wm.whiteboard.36.108"/>
          <p:cNvSpPr/>
          <p:nvPr/>
        </p:nvSpPr>
        <p:spPr>
          <a:xfrm>
            <a:off x="1181100" y="1600200"/>
            <a:ext cx="38100" cy="38100"/>
          </a:xfrm>
          <a:prstGeom prst="rect">
            <a:avLst/>
          </a:prstGeom>
          <a:solidFill>
            <a:srgbClr val="CED7E6">
              <a:alpha val="47790"/>
            </a:srgbClr>
          </a:solidFill>
          <a:ln>
            <a:noFill/>
          </a:ln>
        </p:spPr>
      </p:sp>
      <p:sp>
        <p:nvSpPr>
          <p:cNvPr id="30" name="wm.whiteboard.36.126"/>
          <p:cNvSpPr/>
          <p:nvPr/>
        </p:nvSpPr>
        <p:spPr>
          <a:xfrm>
            <a:off x="1181100" y="1828800"/>
            <a:ext cx="38100" cy="38100"/>
          </a:xfrm>
          <a:prstGeom prst="rect">
            <a:avLst/>
          </a:prstGeom>
          <a:solidFill>
            <a:srgbClr val="CED7E6">
              <a:alpha val="31549"/>
            </a:srgbClr>
          </a:solidFill>
          <a:ln>
            <a:noFill/>
          </a:ln>
        </p:spPr>
      </p:sp>
      <p:sp>
        <p:nvSpPr>
          <p:cNvPr id="31" name="wm.whiteboard.36.144"/>
          <p:cNvSpPr/>
          <p:nvPr/>
        </p:nvSpPr>
        <p:spPr>
          <a:xfrm>
            <a:off x="1181100" y="2057400"/>
            <a:ext cx="38100" cy="38100"/>
          </a:xfrm>
          <a:prstGeom prst="rect">
            <a:avLst/>
          </a:prstGeom>
          <a:solidFill>
            <a:srgbClr val="CED7E6">
              <a:alpha val="15179"/>
            </a:srgbClr>
          </a:solidFill>
          <a:ln>
            <a:noFill/>
          </a:ln>
        </p:spPr>
      </p:sp>
      <p:sp>
        <p:nvSpPr>
          <p:cNvPr id="32" name="wm.whiteboard.54.0"/>
          <p:cNvSpPr/>
          <p:nvPr/>
        </p:nvSpPr>
        <p:spPr>
          <a:xfrm>
            <a:off x="1409700" y="228600"/>
            <a:ext cx="38100" cy="38100"/>
          </a:xfrm>
          <a:prstGeom prst="rect">
            <a:avLst/>
          </a:prstGeom>
          <a:solidFill>
            <a:srgbClr val="CED7E6"/>
          </a:solidFill>
          <a:ln>
            <a:noFill/>
          </a:ln>
        </p:spPr>
      </p:sp>
      <p:sp>
        <p:nvSpPr>
          <p:cNvPr id="33" name="wm.whiteboard.54.18"/>
          <p:cNvSpPr/>
          <p:nvPr/>
        </p:nvSpPr>
        <p:spPr>
          <a:xfrm>
            <a:off x="1409700" y="457200"/>
            <a:ext cx="38100" cy="38100"/>
          </a:xfrm>
          <a:prstGeom prst="rect">
            <a:avLst/>
          </a:prstGeom>
          <a:solidFill>
            <a:srgbClr val="CED7E6"/>
          </a:solidFill>
          <a:ln>
            <a:noFill/>
          </a:ln>
        </p:spPr>
      </p:sp>
      <p:sp>
        <p:nvSpPr>
          <p:cNvPr id="34" name="wm.whiteboard.54.36"/>
          <p:cNvSpPr/>
          <p:nvPr/>
        </p:nvSpPr>
        <p:spPr>
          <a:xfrm>
            <a:off x="1409700" y="685800"/>
            <a:ext cx="38100" cy="38100"/>
          </a:xfrm>
          <a:prstGeom prst="rect">
            <a:avLst/>
          </a:prstGeom>
          <a:solidFill>
            <a:srgbClr val="CED7E6">
              <a:alpha val="98827"/>
            </a:srgbClr>
          </a:solidFill>
          <a:ln>
            <a:noFill/>
          </a:ln>
        </p:spPr>
      </p:sp>
      <p:sp>
        <p:nvSpPr>
          <p:cNvPr id="35" name="wm.whiteboard.54.54"/>
          <p:cNvSpPr/>
          <p:nvPr/>
        </p:nvSpPr>
        <p:spPr>
          <a:xfrm>
            <a:off x="1409700" y="914400"/>
            <a:ext cx="38100" cy="38100"/>
          </a:xfrm>
          <a:prstGeom prst="rect">
            <a:avLst/>
          </a:prstGeom>
          <a:solidFill>
            <a:srgbClr val="CED7E6">
              <a:alpha val="86895"/>
            </a:srgbClr>
          </a:solidFill>
          <a:ln>
            <a:noFill/>
          </a:ln>
        </p:spPr>
      </p:sp>
      <p:sp>
        <p:nvSpPr>
          <p:cNvPr id="36" name="wm.whiteboard.54.72"/>
          <p:cNvSpPr/>
          <p:nvPr/>
        </p:nvSpPr>
        <p:spPr>
          <a:xfrm>
            <a:off x="1409700" y="1143000"/>
            <a:ext cx="38100" cy="38100"/>
          </a:xfrm>
          <a:prstGeom prst="rect">
            <a:avLst/>
          </a:prstGeom>
          <a:solidFill>
            <a:srgbClr val="CED7E6">
              <a:alpha val="73217"/>
            </a:srgbClr>
          </a:solidFill>
          <a:ln>
            <a:noFill/>
          </a:ln>
        </p:spPr>
      </p:sp>
      <p:sp>
        <p:nvSpPr>
          <p:cNvPr id="37" name="wm.whiteboard.54.90"/>
          <p:cNvSpPr/>
          <p:nvPr/>
        </p:nvSpPr>
        <p:spPr>
          <a:xfrm>
            <a:off x="1409700" y="1371600"/>
            <a:ext cx="38100" cy="38100"/>
          </a:xfrm>
          <a:prstGeom prst="rect">
            <a:avLst/>
          </a:prstGeom>
          <a:solidFill>
            <a:srgbClr val="CED7E6">
              <a:alpha val="58541"/>
            </a:srgbClr>
          </a:solidFill>
          <a:ln>
            <a:noFill/>
          </a:ln>
        </p:spPr>
      </p:sp>
      <p:sp>
        <p:nvSpPr>
          <p:cNvPr id="38" name="wm.whiteboard.54.108"/>
          <p:cNvSpPr/>
          <p:nvPr/>
        </p:nvSpPr>
        <p:spPr>
          <a:xfrm>
            <a:off x="1409700" y="1600200"/>
            <a:ext cx="38100" cy="38100"/>
          </a:xfrm>
          <a:prstGeom prst="rect">
            <a:avLst/>
          </a:prstGeom>
          <a:solidFill>
            <a:srgbClr val="CED7E6">
              <a:alpha val="43263"/>
            </a:srgbClr>
          </a:solidFill>
          <a:ln>
            <a:noFill/>
          </a:ln>
        </p:spPr>
      </p:sp>
      <p:sp>
        <p:nvSpPr>
          <p:cNvPr id="39" name="wm.whiteboard.54.126"/>
          <p:cNvSpPr/>
          <p:nvPr/>
        </p:nvSpPr>
        <p:spPr>
          <a:xfrm>
            <a:off x="1409700" y="1828800"/>
            <a:ext cx="38100" cy="38100"/>
          </a:xfrm>
          <a:prstGeom prst="rect">
            <a:avLst/>
          </a:prstGeom>
          <a:solidFill>
            <a:srgbClr val="CED7E6">
              <a:alpha val="27603"/>
            </a:srgbClr>
          </a:solidFill>
          <a:ln>
            <a:noFill/>
          </a:ln>
        </p:spPr>
      </p:sp>
      <p:sp>
        <p:nvSpPr>
          <p:cNvPr id="40" name="wm.whiteboard.54.144"/>
          <p:cNvSpPr/>
          <p:nvPr/>
        </p:nvSpPr>
        <p:spPr>
          <a:xfrm>
            <a:off x="1409700" y="2057400"/>
            <a:ext cx="38100" cy="38100"/>
          </a:xfrm>
          <a:prstGeom prst="rect">
            <a:avLst/>
          </a:prstGeom>
          <a:solidFill>
            <a:srgbClr val="CED7E6">
              <a:alpha val="11687"/>
            </a:srgbClr>
          </a:solidFill>
          <a:ln>
            <a:noFill/>
          </a:ln>
        </p:spPr>
      </p:sp>
      <p:sp>
        <p:nvSpPr>
          <p:cNvPr id="41" name="wm.whiteboard.72.0"/>
          <p:cNvSpPr/>
          <p:nvPr/>
        </p:nvSpPr>
        <p:spPr>
          <a:xfrm>
            <a:off x="1638300" y="228600"/>
            <a:ext cx="38100" cy="38100"/>
          </a:xfrm>
          <a:prstGeom prst="rect">
            <a:avLst/>
          </a:prstGeom>
          <a:solidFill>
            <a:srgbClr val="CED7E6">
              <a:alpha val="97572"/>
            </a:srgbClr>
          </a:solidFill>
          <a:ln>
            <a:noFill/>
          </a:ln>
        </p:spPr>
      </p:sp>
      <p:sp>
        <p:nvSpPr>
          <p:cNvPr id="42" name="wm.whiteboard.72.18"/>
          <p:cNvSpPr/>
          <p:nvPr/>
        </p:nvSpPr>
        <p:spPr>
          <a:xfrm>
            <a:off x="1638300" y="457200"/>
            <a:ext cx="38100" cy="38100"/>
          </a:xfrm>
          <a:prstGeom prst="rect">
            <a:avLst/>
          </a:prstGeom>
          <a:solidFill>
            <a:srgbClr val="CED7E6">
              <a:alpha val="94724"/>
            </a:srgbClr>
          </a:solidFill>
          <a:ln>
            <a:noFill/>
          </a:ln>
        </p:spPr>
      </p:sp>
      <p:sp>
        <p:nvSpPr>
          <p:cNvPr id="43" name="wm.whiteboard.72.36"/>
          <p:cNvSpPr/>
          <p:nvPr/>
        </p:nvSpPr>
        <p:spPr>
          <a:xfrm>
            <a:off x="1638300" y="685800"/>
            <a:ext cx="38100" cy="38100"/>
          </a:xfrm>
          <a:prstGeom prst="rect">
            <a:avLst/>
          </a:prstGeom>
          <a:solidFill>
            <a:srgbClr val="CED7E6">
              <a:alpha val="87609"/>
            </a:srgbClr>
          </a:solidFill>
          <a:ln>
            <a:noFill/>
          </a:ln>
        </p:spPr>
      </p:sp>
      <p:sp>
        <p:nvSpPr>
          <p:cNvPr id="44" name="wm.whiteboard.72.54"/>
          <p:cNvSpPr/>
          <p:nvPr/>
        </p:nvSpPr>
        <p:spPr>
          <a:xfrm>
            <a:off x="1638300" y="914400"/>
            <a:ext cx="38100" cy="38100"/>
          </a:xfrm>
          <a:prstGeom prst="rect">
            <a:avLst/>
          </a:prstGeom>
          <a:solidFill>
            <a:srgbClr val="CED7E6">
              <a:alpha val="77408"/>
            </a:srgbClr>
          </a:solidFill>
          <a:ln>
            <a:noFill/>
          </a:ln>
        </p:spPr>
      </p:sp>
      <p:sp>
        <p:nvSpPr>
          <p:cNvPr id="45" name="wm.whiteboard.72.72"/>
          <p:cNvSpPr/>
          <p:nvPr/>
        </p:nvSpPr>
        <p:spPr>
          <a:xfrm>
            <a:off x="1638300" y="1143000"/>
            <a:ext cx="38100" cy="38100"/>
          </a:xfrm>
          <a:prstGeom prst="rect">
            <a:avLst/>
          </a:prstGeom>
          <a:solidFill>
            <a:srgbClr val="CED7E6">
              <a:alpha val="65181"/>
            </a:srgbClr>
          </a:solidFill>
          <a:ln>
            <a:noFill/>
          </a:ln>
        </p:spPr>
      </p:sp>
      <p:sp>
        <p:nvSpPr>
          <p:cNvPr id="46" name="wm.whiteboard.72.90"/>
          <p:cNvSpPr/>
          <p:nvPr/>
        </p:nvSpPr>
        <p:spPr>
          <a:xfrm>
            <a:off x="1638300" y="1371600"/>
            <a:ext cx="38100" cy="38100"/>
          </a:xfrm>
          <a:prstGeom prst="rect">
            <a:avLst/>
          </a:prstGeom>
          <a:solidFill>
            <a:srgbClr val="CED7E6">
              <a:alpha val="51653"/>
            </a:srgbClr>
          </a:solidFill>
          <a:ln>
            <a:noFill/>
          </a:ln>
        </p:spPr>
      </p:sp>
      <p:sp>
        <p:nvSpPr>
          <p:cNvPr id="47" name="wm.whiteboard.72.108"/>
          <p:cNvSpPr/>
          <p:nvPr/>
        </p:nvSpPr>
        <p:spPr>
          <a:xfrm>
            <a:off x="1638300" y="1600200"/>
            <a:ext cx="38100" cy="38100"/>
          </a:xfrm>
          <a:prstGeom prst="rect">
            <a:avLst/>
          </a:prstGeom>
          <a:solidFill>
            <a:srgbClr val="CED7E6">
              <a:alpha val="37275"/>
            </a:srgbClr>
          </a:solidFill>
          <a:ln>
            <a:noFill/>
          </a:ln>
        </p:spPr>
      </p:sp>
      <p:sp>
        <p:nvSpPr>
          <p:cNvPr id="48" name="wm.whiteboard.72.126"/>
          <p:cNvSpPr/>
          <p:nvPr/>
        </p:nvSpPr>
        <p:spPr>
          <a:xfrm>
            <a:off x="1638300" y="1828800"/>
            <a:ext cx="38100" cy="38100"/>
          </a:xfrm>
          <a:prstGeom prst="rect">
            <a:avLst/>
          </a:prstGeom>
          <a:solidFill>
            <a:srgbClr val="CED7E6">
              <a:alpha val="22326"/>
            </a:srgbClr>
          </a:solidFill>
          <a:ln>
            <a:noFill/>
          </a:ln>
        </p:spPr>
      </p:sp>
      <p:sp>
        <p:nvSpPr>
          <p:cNvPr id="49" name="wm.whiteboard.72.144"/>
          <p:cNvSpPr/>
          <p:nvPr/>
        </p:nvSpPr>
        <p:spPr>
          <a:xfrm>
            <a:off x="1638300" y="2057400"/>
            <a:ext cx="38100" cy="38100"/>
          </a:xfrm>
          <a:prstGeom prst="rect">
            <a:avLst/>
          </a:prstGeom>
          <a:solidFill>
            <a:srgbClr val="CED7E6">
              <a:alpha val="6980"/>
            </a:srgbClr>
          </a:solidFill>
          <a:ln>
            <a:noFill/>
          </a:ln>
        </p:spPr>
      </p:sp>
      <p:sp>
        <p:nvSpPr>
          <p:cNvPr id="50" name="wm.whiteboard.90.0"/>
          <p:cNvSpPr/>
          <p:nvPr/>
        </p:nvSpPr>
        <p:spPr>
          <a:xfrm>
            <a:off x="1866900" y="228600"/>
            <a:ext cx="38100" cy="38100"/>
          </a:xfrm>
          <a:prstGeom prst="rect">
            <a:avLst/>
          </a:prstGeom>
          <a:solidFill>
            <a:srgbClr val="CED7E6">
              <a:alpha val="83798"/>
            </a:srgbClr>
          </a:solidFill>
          <a:ln>
            <a:noFill/>
          </a:ln>
        </p:spPr>
      </p:sp>
      <p:sp>
        <p:nvSpPr>
          <p:cNvPr id="51" name="wm.whiteboard.90.18"/>
          <p:cNvSpPr/>
          <p:nvPr/>
        </p:nvSpPr>
        <p:spPr>
          <a:xfrm>
            <a:off x="1866900" y="457200"/>
            <a:ext cx="38100" cy="38100"/>
          </a:xfrm>
          <a:prstGeom prst="rect">
            <a:avLst/>
          </a:prstGeom>
          <a:solidFill>
            <a:srgbClr val="CED7E6">
              <a:alpha val="81490"/>
            </a:srgbClr>
          </a:solidFill>
          <a:ln>
            <a:noFill/>
          </a:ln>
        </p:spPr>
      </p:sp>
      <p:sp>
        <p:nvSpPr>
          <p:cNvPr id="52" name="wm.whiteboard.90.36"/>
          <p:cNvSpPr/>
          <p:nvPr/>
        </p:nvSpPr>
        <p:spPr>
          <a:xfrm>
            <a:off x="1866900" y="685800"/>
            <a:ext cx="38100" cy="38100"/>
          </a:xfrm>
          <a:prstGeom prst="rect">
            <a:avLst/>
          </a:prstGeom>
          <a:solidFill>
            <a:srgbClr val="CED7E6">
              <a:alpha val="75569"/>
            </a:srgbClr>
          </a:solidFill>
          <a:ln>
            <a:noFill/>
          </a:ln>
        </p:spPr>
      </p:sp>
      <p:sp>
        <p:nvSpPr>
          <p:cNvPr id="53" name="wm.whiteboard.90.54"/>
          <p:cNvSpPr/>
          <p:nvPr/>
        </p:nvSpPr>
        <p:spPr>
          <a:xfrm>
            <a:off x="1866900" y="914400"/>
            <a:ext cx="38100" cy="38100"/>
          </a:xfrm>
          <a:prstGeom prst="rect">
            <a:avLst/>
          </a:prstGeom>
          <a:solidFill>
            <a:srgbClr val="CED7E6">
              <a:alpha val="66767"/>
            </a:srgbClr>
          </a:solidFill>
          <a:ln>
            <a:noFill/>
          </a:ln>
        </p:spPr>
      </p:sp>
      <p:sp>
        <p:nvSpPr>
          <p:cNvPr id="54" name="wm.whiteboard.90.72"/>
          <p:cNvSpPr/>
          <p:nvPr/>
        </p:nvSpPr>
        <p:spPr>
          <a:xfrm>
            <a:off x="1866900" y="1143000"/>
            <a:ext cx="38100" cy="38100"/>
          </a:xfrm>
          <a:prstGeom prst="rect">
            <a:avLst/>
          </a:prstGeom>
          <a:solidFill>
            <a:srgbClr val="CED7E6">
              <a:alpha val="55859"/>
            </a:srgbClr>
          </a:solidFill>
          <a:ln>
            <a:noFill/>
          </a:ln>
        </p:spPr>
      </p:sp>
      <p:sp>
        <p:nvSpPr>
          <p:cNvPr id="55" name="wm.whiteboard.90.90"/>
          <p:cNvSpPr/>
          <p:nvPr/>
        </p:nvSpPr>
        <p:spPr>
          <a:xfrm>
            <a:off x="1866900" y="1371600"/>
            <a:ext cx="38100" cy="38100"/>
          </a:xfrm>
          <a:prstGeom prst="rect">
            <a:avLst/>
          </a:prstGeom>
          <a:solidFill>
            <a:srgbClr val="CED7E6">
              <a:alpha val="43468"/>
            </a:srgbClr>
          </a:solidFill>
          <a:ln>
            <a:noFill/>
          </a:ln>
        </p:spPr>
      </p:sp>
      <p:sp>
        <p:nvSpPr>
          <p:cNvPr id="56" name="wm.whiteboard.90.108"/>
          <p:cNvSpPr/>
          <p:nvPr/>
        </p:nvSpPr>
        <p:spPr>
          <a:xfrm>
            <a:off x="1866900" y="1600200"/>
            <a:ext cx="38100" cy="38100"/>
          </a:xfrm>
          <a:prstGeom prst="rect">
            <a:avLst/>
          </a:prstGeom>
          <a:solidFill>
            <a:srgbClr val="CED7E6">
              <a:alpha val="30037"/>
            </a:srgbClr>
          </a:solidFill>
          <a:ln>
            <a:noFill/>
          </a:ln>
        </p:spPr>
      </p:sp>
      <p:sp>
        <p:nvSpPr>
          <p:cNvPr id="57" name="wm.whiteboard.90.126"/>
          <p:cNvSpPr/>
          <p:nvPr/>
        </p:nvSpPr>
        <p:spPr>
          <a:xfrm>
            <a:off x="1866900" y="1828800"/>
            <a:ext cx="38100" cy="38100"/>
          </a:xfrm>
          <a:prstGeom prst="rect">
            <a:avLst/>
          </a:prstGeom>
          <a:solidFill>
            <a:srgbClr val="CED7E6">
              <a:alpha val="15870"/>
            </a:srgbClr>
          </a:solidFill>
          <a:ln>
            <a:noFill/>
          </a:ln>
        </p:spPr>
      </p:sp>
      <p:sp>
        <p:nvSpPr>
          <p:cNvPr id="58" name="wm.whiteboard.90.144"/>
          <p:cNvSpPr/>
          <p:nvPr/>
        </p:nvSpPr>
        <p:spPr>
          <a:xfrm>
            <a:off x="1866900" y="2057400"/>
            <a:ext cx="38100" cy="38100"/>
          </a:xfrm>
          <a:prstGeom prst="rect">
            <a:avLst/>
          </a:prstGeom>
          <a:solidFill>
            <a:srgbClr val="CED7E6">
              <a:alpha val="1171"/>
            </a:srgbClr>
          </a:solidFill>
          <a:ln>
            <a:noFill/>
          </a:ln>
        </p:spPr>
      </p:sp>
      <p:sp>
        <p:nvSpPr>
          <p:cNvPr id="59" name="wm.whiteboard.108.0"/>
          <p:cNvSpPr/>
          <p:nvPr/>
        </p:nvSpPr>
        <p:spPr>
          <a:xfrm>
            <a:off x="2095500" y="228600"/>
            <a:ext cx="38100" cy="38100"/>
          </a:xfrm>
          <a:prstGeom prst="rect">
            <a:avLst/>
          </a:prstGeom>
          <a:solidFill>
            <a:srgbClr val="CED7E6">
              <a:alpha val="70023"/>
            </a:srgbClr>
          </a:solidFill>
          <a:ln>
            <a:noFill/>
          </a:ln>
        </p:spPr>
      </p:sp>
      <p:sp>
        <p:nvSpPr>
          <p:cNvPr id="60" name="wm.whiteboard.108.18"/>
          <p:cNvSpPr/>
          <p:nvPr/>
        </p:nvSpPr>
        <p:spPr>
          <a:xfrm>
            <a:off x="2095500" y="457200"/>
            <a:ext cx="38100" cy="38100"/>
          </a:xfrm>
          <a:prstGeom prst="rect">
            <a:avLst/>
          </a:prstGeom>
          <a:solidFill>
            <a:srgbClr val="CED7E6">
              <a:alpha val="68085"/>
            </a:srgbClr>
          </a:solidFill>
          <a:ln>
            <a:noFill/>
          </a:ln>
        </p:spPr>
      </p:sp>
      <p:sp>
        <p:nvSpPr>
          <p:cNvPr id="61" name="wm.whiteboard.108.36"/>
          <p:cNvSpPr/>
          <p:nvPr/>
        </p:nvSpPr>
        <p:spPr>
          <a:xfrm>
            <a:off x="2095500" y="685800"/>
            <a:ext cx="38100" cy="38100"/>
          </a:xfrm>
          <a:prstGeom prst="rect">
            <a:avLst/>
          </a:prstGeom>
          <a:solidFill>
            <a:srgbClr val="CED7E6">
              <a:alpha val="63033"/>
            </a:srgbClr>
          </a:solidFill>
          <a:ln>
            <a:noFill/>
          </a:ln>
        </p:spPr>
      </p:sp>
      <p:sp>
        <p:nvSpPr>
          <p:cNvPr id="62" name="wm.whiteboard.108.54"/>
          <p:cNvSpPr/>
          <p:nvPr/>
        </p:nvSpPr>
        <p:spPr>
          <a:xfrm>
            <a:off x="2095500" y="914400"/>
            <a:ext cx="38100" cy="38100"/>
          </a:xfrm>
          <a:prstGeom prst="rect">
            <a:avLst/>
          </a:prstGeom>
          <a:solidFill>
            <a:srgbClr val="CED7E6">
              <a:alpha val="55346"/>
            </a:srgbClr>
          </a:solidFill>
          <a:ln>
            <a:noFill/>
          </a:ln>
        </p:spPr>
      </p:sp>
      <p:sp>
        <p:nvSpPr>
          <p:cNvPr id="63" name="wm.whiteboard.108.72"/>
          <p:cNvSpPr/>
          <p:nvPr/>
        </p:nvSpPr>
        <p:spPr>
          <a:xfrm>
            <a:off x="2095500" y="1143000"/>
            <a:ext cx="38100" cy="38100"/>
          </a:xfrm>
          <a:prstGeom prst="rect">
            <a:avLst/>
          </a:prstGeom>
          <a:solidFill>
            <a:srgbClr val="CED7E6">
              <a:alpha val="45583"/>
            </a:srgbClr>
          </a:solidFill>
          <a:ln>
            <a:noFill/>
          </a:ln>
        </p:spPr>
      </p:sp>
      <p:sp>
        <p:nvSpPr>
          <p:cNvPr id="64" name="wm.whiteboard.108.90"/>
          <p:cNvSpPr/>
          <p:nvPr/>
        </p:nvSpPr>
        <p:spPr>
          <a:xfrm>
            <a:off x="2095500" y="1371600"/>
            <a:ext cx="38100" cy="38100"/>
          </a:xfrm>
          <a:prstGeom prst="rect">
            <a:avLst/>
          </a:prstGeom>
          <a:solidFill>
            <a:srgbClr val="CED7E6">
              <a:alpha val="34251"/>
            </a:srgbClr>
          </a:solidFill>
          <a:ln>
            <a:noFill/>
          </a:ln>
        </p:spPr>
      </p:sp>
      <p:sp>
        <p:nvSpPr>
          <p:cNvPr id="65" name="wm.whiteboard.108.108"/>
          <p:cNvSpPr/>
          <p:nvPr/>
        </p:nvSpPr>
        <p:spPr>
          <a:xfrm>
            <a:off x="2095500" y="1600200"/>
            <a:ext cx="38100" cy="38100"/>
          </a:xfrm>
          <a:prstGeom prst="rect">
            <a:avLst/>
          </a:prstGeom>
          <a:solidFill>
            <a:srgbClr val="CED7E6">
              <a:alpha val="21754"/>
            </a:srgbClr>
          </a:solidFill>
          <a:ln>
            <a:noFill/>
          </a:ln>
        </p:spPr>
      </p:sp>
      <p:sp>
        <p:nvSpPr>
          <p:cNvPr id="66" name="wm.whiteboard.108.126"/>
          <p:cNvSpPr/>
          <p:nvPr/>
        </p:nvSpPr>
        <p:spPr>
          <a:xfrm>
            <a:off x="2095500" y="1828800"/>
            <a:ext cx="38100" cy="38100"/>
          </a:xfrm>
          <a:prstGeom prst="rect">
            <a:avLst/>
          </a:prstGeom>
          <a:solidFill>
            <a:srgbClr val="CED7E6">
              <a:alpha val="8391"/>
            </a:srgbClr>
          </a:solidFill>
          <a:ln>
            <a:noFill/>
          </a:ln>
        </p:spPr>
      </p:sp>
      <p:sp>
        <p:nvSpPr>
          <p:cNvPr id="67" name="wm.whiteboard.126.0"/>
          <p:cNvSpPr/>
          <p:nvPr/>
        </p:nvSpPr>
        <p:spPr>
          <a:xfrm>
            <a:off x="2324100" y="228600"/>
            <a:ext cx="38100" cy="38100"/>
          </a:xfrm>
          <a:prstGeom prst="rect">
            <a:avLst/>
          </a:prstGeom>
          <a:solidFill>
            <a:srgbClr val="CED7E6">
              <a:alpha val="56247"/>
            </a:srgbClr>
          </a:solidFill>
          <a:ln>
            <a:noFill/>
          </a:ln>
        </p:spPr>
      </p:sp>
      <p:sp>
        <p:nvSpPr>
          <p:cNvPr id="68" name="wm.whiteboard.126.18"/>
          <p:cNvSpPr/>
          <p:nvPr/>
        </p:nvSpPr>
        <p:spPr>
          <a:xfrm>
            <a:off x="2324100" y="457200"/>
            <a:ext cx="38100" cy="38100"/>
          </a:xfrm>
          <a:prstGeom prst="rect">
            <a:avLst/>
          </a:prstGeom>
          <a:solidFill>
            <a:srgbClr val="CED7E6">
              <a:alpha val="54578"/>
            </a:srgbClr>
          </a:solidFill>
          <a:ln>
            <a:noFill/>
          </a:ln>
        </p:spPr>
      </p:sp>
      <p:sp>
        <p:nvSpPr>
          <p:cNvPr id="69" name="wm.whiteboard.126.36"/>
          <p:cNvSpPr/>
          <p:nvPr/>
        </p:nvSpPr>
        <p:spPr>
          <a:xfrm>
            <a:off x="2324100" y="685800"/>
            <a:ext cx="38100" cy="38100"/>
          </a:xfrm>
          <a:prstGeom prst="rect">
            <a:avLst/>
          </a:prstGeom>
          <a:solidFill>
            <a:srgbClr val="CED7E6">
              <a:alpha val="50182"/>
            </a:srgbClr>
          </a:solidFill>
          <a:ln>
            <a:noFill/>
          </a:ln>
        </p:spPr>
      </p:sp>
      <p:sp>
        <p:nvSpPr>
          <p:cNvPr id="70" name="wm.whiteboard.126.54"/>
          <p:cNvSpPr/>
          <p:nvPr/>
        </p:nvSpPr>
        <p:spPr>
          <a:xfrm>
            <a:off x="2324100" y="914400"/>
            <a:ext cx="38100" cy="38100"/>
          </a:xfrm>
          <a:prstGeom prst="rect">
            <a:avLst/>
          </a:prstGeom>
          <a:solidFill>
            <a:srgbClr val="CED7E6">
              <a:alpha val="43386"/>
            </a:srgbClr>
          </a:solidFill>
          <a:ln>
            <a:noFill/>
          </a:ln>
        </p:spPr>
      </p:sp>
      <p:sp>
        <p:nvSpPr>
          <p:cNvPr id="71" name="wm.whiteboard.126.72"/>
          <p:cNvSpPr/>
          <p:nvPr/>
        </p:nvSpPr>
        <p:spPr>
          <a:xfrm>
            <a:off x="2324100" y="1143000"/>
            <a:ext cx="38100" cy="38100"/>
          </a:xfrm>
          <a:prstGeom prst="rect">
            <a:avLst/>
          </a:prstGeom>
          <a:solidFill>
            <a:srgbClr val="CED7E6">
              <a:alpha val="34598"/>
            </a:srgbClr>
          </a:solidFill>
          <a:ln>
            <a:noFill/>
          </a:ln>
        </p:spPr>
      </p:sp>
      <p:sp>
        <p:nvSpPr>
          <p:cNvPr id="72" name="wm.whiteboard.126.90"/>
          <p:cNvSpPr/>
          <p:nvPr/>
        </p:nvSpPr>
        <p:spPr>
          <a:xfrm>
            <a:off x="2324100" y="1371600"/>
            <a:ext cx="38100" cy="38100"/>
          </a:xfrm>
          <a:prstGeom prst="rect">
            <a:avLst/>
          </a:prstGeom>
          <a:solidFill>
            <a:srgbClr val="CED7E6">
              <a:alpha val="24223"/>
            </a:srgbClr>
          </a:solidFill>
          <a:ln>
            <a:noFill/>
          </a:ln>
        </p:spPr>
      </p:sp>
      <p:sp>
        <p:nvSpPr>
          <p:cNvPr id="73" name="wm.whiteboard.126.108"/>
          <p:cNvSpPr/>
          <p:nvPr/>
        </p:nvSpPr>
        <p:spPr>
          <a:xfrm>
            <a:off x="2324100" y="1600200"/>
            <a:ext cx="38100" cy="38100"/>
          </a:xfrm>
          <a:prstGeom prst="rect">
            <a:avLst/>
          </a:prstGeom>
          <a:solidFill>
            <a:srgbClr val="CED7E6">
              <a:alpha val="12610"/>
            </a:srgbClr>
          </a:solidFill>
          <a:ln>
            <a:noFill/>
          </a:ln>
        </p:spPr>
      </p:sp>
      <p:sp>
        <p:nvSpPr>
          <p:cNvPr id="74" name="wm.whiteboard.126.126"/>
          <p:cNvSpPr/>
          <p:nvPr/>
        </p:nvSpPr>
        <p:spPr>
          <a:xfrm>
            <a:off x="2324100" y="1828800"/>
            <a:ext cx="38100" cy="38100"/>
          </a:xfrm>
          <a:prstGeom prst="rect">
            <a:avLst/>
          </a:prstGeom>
          <a:solidFill>
            <a:srgbClr val="CED7E6">
              <a:alpha val="40"/>
            </a:srgbClr>
          </a:solidFill>
          <a:ln>
            <a:noFill/>
          </a:ln>
        </p:spPr>
      </p:sp>
      <p:sp>
        <p:nvSpPr>
          <p:cNvPr id="75" name="wm.whiteboard.144.0"/>
          <p:cNvSpPr/>
          <p:nvPr/>
        </p:nvSpPr>
        <p:spPr>
          <a:xfrm>
            <a:off x="2552700" y="228600"/>
            <a:ext cx="38100" cy="38100"/>
          </a:xfrm>
          <a:prstGeom prst="rect">
            <a:avLst/>
          </a:prstGeom>
          <a:solidFill>
            <a:srgbClr val="CED7E6">
              <a:alpha val="42471"/>
            </a:srgbClr>
          </a:solidFill>
          <a:ln>
            <a:noFill/>
          </a:ln>
        </p:spPr>
      </p:sp>
      <p:sp>
        <p:nvSpPr>
          <p:cNvPr id="76" name="wm.whiteboard.144.18"/>
          <p:cNvSpPr/>
          <p:nvPr/>
        </p:nvSpPr>
        <p:spPr>
          <a:xfrm>
            <a:off x="2552700" y="457200"/>
            <a:ext cx="38100" cy="38100"/>
          </a:xfrm>
          <a:prstGeom prst="rect">
            <a:avLst/>
          </a:prstGeom>
          <a:solidFill>
            <a:srgbClr val="CED7E6">
              <a:alpha val="41005"/>
            </a:srgbClr>
          </a:solidFill>
          <a:ln>
            <a:noFill/>
          </a:ln>
        </p:spPr>
      </p:sp>
      <p:sp>
        <p:nvSpPr>
          <p:cNvPr id="77" name="wm.whiteboard.144.36"/>
          <p:cNvSpPr/>
          <p:nvPr/>
        </p:nvSpPr>
        <p:spPr>
          <a:xfrm>
            <a:off x="2552700" y="685800"/>
            <a:ext cx="38100" cy="38100"/>
          </a:xfrm>
          <a:prstGeom prst="rect">
            <a:avLst/>
          </a:prstGeom>
          <a:solidFill>
            <a:srgbClr val="CED7E6">
              <a:alpha val="37120"/>
            </a:srgbClr>
          </a:solidFill>
          <a:ln>
            <a:noFill/>
          </a:ln>
        </p:spPr>
      </p:sp>
      <p:sp>
        <p:nvSpPr>
          <p:cNvPr id="78" name="wm.whiteboard.144.54"/>
          <p:cNvSpPr/>
          <p:nvPr/>
        </p:nvSpPr>
        <p:spPr>
          <a:xfrm>
            <a:off x="2552700" y="914400"/>
            <a:ext cx="38100" cy="38100"/>
          </a:xfrm>
          <a:prstGeom prst="rect">
            <a:avLst/>
          </a:prstGeom>
          <a:solidFill>
            <a:srgbClr val="CED7E6">
              <a:alpha val="31044"/>
            </a:srgbClr>
          </a:solidFill>
          <a:ln>
            <a:noFill/>
          </a:ln>
        </p:spPr>
      </p:sp>
      <p:sp>
        <p:nvSpPr>
          <p:cNvPr id="79" name="wm.whiteboard.144.72"/>
          <p:cNvSpPr/>
          <p:nvPr/>
        </p:nvSpPr>
        <p:spPr>
          <a:xfrm>
            <a:off x="2552700" y="1143000"/>
            <a:ext cx="38100" cy="38100"/>
          </a:xfrm>
          <a:prstGeom prst="rect">
            <a:avLst/>
          </a:prstGeom>
          <a:solidFill>
            <a:srgbClr val="CED7E6">
              <a:alpha val="23083"/>
            </a:srgbClr>
          </a:solidFill>
          <a:ln>
            <a:noFill/>
          </a:ln>
        </p:spPr>
      </p:sp>
      <p:sp>
        <p:nvSpPr>
          <p:cNvPr id="80" name="wm.whiteboard.144.90"/>
          <p:cNvSpPr/>
          <p:nvPr/>
        </p:nvSpPr>
        <p:spPr>
          <a:xfrm>
            <a:off x="2552700" y="1371600"/>
            <a:ext cx="38100" cy="38100"/>
          </a:xfrm>
          <a:prstGeom prst="rect">
            <a:avLst/>
          </a:prstGeom>
          <a:solidFill>
            <a:srgbClr val="CED7E6">
              <a:alpha val="13557"/>
            </a:srgbClr>
          </a:solidFill>
          <a:ln>
            <a:noFill/>
          </a:ln>
        </p:spPr>
      </p:sp>
      <p:sp>
        <p:nvSpPr>
          <p:cNvPr id="81" name="wm.whiteboard.144.108"/>
          <p:cNvSpPr/>
          <p:nvPr/>
        </p:nvSpPr>
        <p:spPr>
          <a:xfrm>
            <a:off x="2552700" y="1600200"/>
            <a:ext cx="38100" cy="38100"/>
          </a:xfrm>
          <a:prstGeom prst="rect">
            <a:avLst/>
          </a:prstGeom>
          <a:solidFill>
            <a:srgbClr val="CED7E6">
              <a:alpha val="2762"/>
            </a:srgbClr>
          </a:solidFill>
          <a:ln>
            <a:noFill/>
          </a:ln>
        </p:spPr>
      </p:sp>
      <p:sp>
        <p:nvSpPr>
          <p:cNvPr id="82" name="wm.whiteboard.162.0"/>
          <p:cNvSpPr/>
          <p:nvPr/>
        </p:nvSpPr>
        <p:spPr>
          <a:xfrm>
            <a:off x="2781300" y="228600"/>
            <a:ext cx="38100" cy="38100"/>
          </a:xfrm>
          <a:prstGeom prst="rect">
            <a:avLst/>
          </a:prstGeom>
          <a:solidFill>
            <a:srgbClr val="CED7E6">
              <a:alpha val="28695"/>
            </a:srgbClr>
          </a:solidFill>
          <a:ln>
            <a:noFill/>
          </a:ln>
        </p:spPr>
      </p:sp>
      <p:sp>
        <p:nvSpPr>
          <p:cNvPr id="83" name="wm.whiteboard.162.18"/>
          <p:cNvSpPr/>
          <p:nvPr/>
        </p:nvSpPr>
        <p:spPr>
          <a:xfrm>
            <a:off x="2781300" y="457200"/>
            <a:ext cx="38100" cy="38100"/>
          </a:xfrm>
          <a:prstGeom prst="rect">
            <a:avLst/>
          </a:prstGeom>
          <a:solidFill>
            <a:srgbClr val="CED7E6">
              <a:alpha val="27389"/>
            </a:srgbClr>
          </a:solidFill>
          <a:ln>
            <a:noFill/>
          </a:ln>
        </p:spPr>
      </p:sp>
      <p:sp>
        <p:nvSpPr>
          <p:cNvPr id="84" name="wm.whiteboard.162.36"/>
          <p:cNvSpPr/>
          <p:nvPr/>
        </p:nvSpPr>
        <p:spPr>
          <a:xfrm>
            <a:off x="2781300" y="685800"/>
            <a:ext cx="38100" cy="38100"/>
          </a:xfrm>
          <a:prstGeom prst="rect">
            <a:avLst/>
          </a:prstGeom>
          <a:solidFill>
            <a:srgbClr val="CED7E6">
              <a:alpha val="23910"/>
            </a:srgbClr>
          </a:solidFill>
          <a:ln>
            <a:noFill/>
          </a:ln>
        </p:spPr>
      </p:sp>
      <p:sp>
        <p:nvSpPr>
          <p:cNvPr id="85" name="wm.whiteboard.162.54"/>
          <p:cNvSpPr/>
          <p:nvPr/>
        </p:nvSpPr>
        <p:spPr>
          <a:xfrm>
            <a:off x="2781300" y="914400"/>
            <a:ext cx="38100" cy="38100"/>
          </a:xfrm>
          <a:prstGeom prst="rect">
            <a:avLst/>
          </a:prstGeom>
          <a:solidFill>
            <a:srgbClr val="CED7E6">
              <a:alpha val="18425"/>
            </a:srgbClr>
          </a:solidFill>
          <a:ln>
            <a:noFill/>
          </a:ln>
        </p:spPr>
      </p:sp>
      <p:sp>
        <p:nvSpPr>
          <p:cNvPr id="86" name="wm.whiteboard.162.72"/>
          <p:cNvSpPr/>
          <p:nvPr/>
        </p:nvSpPr>
        <p:spPr>
          <a:xfrm>
            <a:off x="2781300" y="1143000"/>
            <a:ext cx="38100" cy="38100"/>
          </a:xfrm>
          <a:prstGeom prst="rect">
            <a:avLst/>
          </a:prstGeom>
          <a:solidFill>
            <a:srgbClr val="CED7E6">
              <a:alpha val="11167"/>
            </a:srgbClr>
          </a:solidFill>
          <a:ln>
            <a:noFill/>
          </a:ln>
        </p:spPr>
      </p:sp>
      <p:sp>
        <p:nvSpPr>
          <p:cNvPr id="87" name="wm.whiteboard.162.90"/>
          <p:cNvSpPr/>
          <p:nvPr/>
        </p:nvSpPr>
        <p:spPr>
          <a:xfrm>
            <a:off x="2781300" y="1371600"/>
            <a:ext cx="38100" cy="38100"/>
          </a:xfrm>
          <a:prstGeom prst="rect">
            <a:avLst/>
          </a:prstGeom>
          <a:solidFill>
            <a:srgbClr val="CED7E6">
              <a:alpha val="2388"/>
            </a:srgbClr>
          </a:solidFill>
          <a:ln>
            <a:noFill/>
          </a:ln>
        </p:spPr>
      </p:sp>
      <p:sp>
        <p:nvSpPr>
          <p:cNvPr id="88" name="wm.whiteboard.180.0"/>
          <p:cNvSpPr/>
          <p:nvPr/>
        </p:nvSpPr>
        <p:spPr>
          <a:xfrm>
            <a:off x="3009900" y="228600"/>
            <a:ext cx="38100" cy="38100"/>
          </a:xfrm>
          <a:prstGeom prst="rect">
            <a:avLst/>
          </a:prstGeom>
          <a:solidFill>
            <a:srgbClr val="CED7E6">
              <a:alpha val="14918"/>
            </a:srgbClr>
          </a:solidFill>
          <a:ln>
            <a:noFill/>
          </a:ln>
        </p:spPr>
      </p:sp>
      <p:sp>
        <p:nvSpPr>
          <p:cNvPr id="89" name="wm.whiteboard.180.18"/>
          <p:cNvSpPr/>
          <p:nvPr/>
        </p:nvSpPr>
        <p:spPr>
          <a:xfrm>
            <a:off x="3009900" y="457200"/>
            <a:ext cx="38100" cy="38100"/>
          </a:xfrm>
          <a:prstGeom prst="rect">
            <a:avLst/>
          </a:prstGeom>
          <a:solidFill>
            <a:srgbClr val="CED7E6">
              <a:alpha val="13741"/>
            </a:srgbClr>
          </a:solidFill>
          <a:ln>
            <a:noFill/>
          </a:ln>
        </p:spPr>
      </p:sp>
      <p:sp>
        <p:nvSpPr>
          <p:cNvPr id="90" name="wm.whiteboard.180.36"/>
          <p:cNvSpPr/>
          <p:nvPr/>
        </p:nvSpPr>
        <p:spPr>
          <a:xfrm>
            <a:off x="3009900" y="685800"/>
            <a:ext cx="38100" cy="38100"/>
          </a:xfrm>
          <a:prstGeom prst="rect">
            <a:avLst/>
          </a:prstGeom>
          <a:solidFill>
            <a:srgbClr val="CED7E6">
              <a:alpha val="10593"/>
            </a:srgbClr>
          </a:solidFill>
          <a:ln>
            <a:noFill/>
          </a:ln>
        </p:spPr>
      </p:sp>
      <p:sp>
        <p:nvSpPr>
          <p:cNvPr id="91" name="wm.whiteboard.180.54"/>
          <p:cNvSpPr/>
          <p:nvPr/>
        </p:nvSpPr>
        <p:spPr>
          <a:xfrm>
            <a:off x="3009900" y="914400"/>
            <a:ext cx="38100" cy="38100"/>
          </a:xfrm>
          <a:prstGeom prst="rect">
            <a:avLst/>
          </a:prstGeom>
          <a:solidFill>
            <a:srgbClr val="CED7E6">
              <a:alpha val="5600"/>
            </a:srgbClr>
          </a:solidFill>
          <a:ln>
            <a:noFill/>
          </a:ln>
        </p:spPr>
      </p:sp>
      <p:sp>
        <p:nvSpPr>
          <p:cNvPr id="92" name="wm.whiteboard.198.0"/>
          <p:cNvSpPr/>
          <p:nvPr/>
        </p:nvSpPr>
        <p:spPr>
          <a:xfrm>
            <a:off x="3238500" y="228600"/>
            <a:ext cx="38100" cy="38100"/>
          </a:xfrm>
          <a:prstGeom prst="rect">
            <a:avLst/>
          </a:prstGeom>
          <a:solidFill>
            <a:srgbClr val="CED7E6">
              <a:alpha val="1142"/>
            </a:srgbClr>
          </a:solidFill>
          <a:ln>
            <a:noFill/>
          </a:ln>
        </p:spPr>
      </p:sp>
      <p:sp>
        <p:nvSpPr>
          <p:cNvPr id="93" name="wm.whiteboard.198.18"/>
          <p:cNvSpPr/>
          <p:nvPr/>
        </p:nvSpPr>
        <p:spPr>
          <a:xfrm>
            <a:off x="3238500" y="457200"/>
            <a:ext cx="38100" cy="38100"/>
          </a:xfrm>
          <a:prstGeom prst="rect">
            <a:avLst/>
          </a:prstGeom>
          <a:solidFill>
            <a:srgbClr val="CED7E6">
              <a:alpha val="69"/>
            </a:srgbClr>
          </a:solidFill>
          <a:ln>
            <a:noFill/>
          </a:ln>
        </p:spPr>
      </p:sp>
      <p:sp>
        <p:nvSpPr>
          <p:cNvPr id="94" name="wm.header.rule"/>
          <p:cNvSpPr/>
          <p:nvPr/>
        </p:nvSpPr>
        <p:spPr>
          <a:xfrm>
            <a:off x="723900" y="1371600"/>
            <a:ext cx="10744200" cy="9525"/>
          </a:xfrm>
          <a:prstGeom prst="rect">
            <a:avLst/>
          </a:prstGeom>
          <a:solidFill>
            <a:srgbClr val="CED7E6"/>
          </a:solidFill>
          <a:ln>
            <a:noFill/>
          </a:ln>
        </p:spPr>
      </p:sp>
      <p:pic>
        <p:nvPicPr>
          <p:cNvPr id="95"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210300"/>
            <a:ext cx="729403" cy="152400"/>
          </a:xfrm>
          <a:prstGeom prst="rect">
            <a:avLst/>
          </a:prstGeom>
        </p:spPr>
      </p:pic>
      <p:sp>
        <p:nvSpPr>
          <p:cNvPr id="96" name="wm.legal"/>
          <p:cNvSpPr/>
          <p:nvPr/>
        </p:nvSpPr>
        <p:spPr>
          <a:xfrm>
            <a:off x="2171700" y="6172200"/>
            <a:ext cx="89154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wmds.frame.00748f160d66bb274532">
    <p:bg>
      <p:bgPr>
        <a:solidFill>
          <a:srgbClr val="FFFFFF"/>
        </a:solidFill>
      </p:bgPr>
    </p:bg>
    <p:spTree>
      <p:nvGrpSpPr>
        <p:cNvPr id="1" name=""/>
        <p:cNvGrpSpPr/>
        <p:nvPr/>
      </p:nvGrpSpPr>
      <p:grpSpPr>
        <a:xfrm>
          <a:off x="0" y="0"/>
          <a:ext cx="0" cy="0"/>
          <a:chOff x="0" y="0"/>
          <a:chExt cx="0" cy="0"/>
        </a:xfrm>
      </p:grpSpPr>
      <p:sp>
        <p:nvSpPr>
          <p:cNvPr id="2" name="wm.footer.rule"/>
          <p:cNvSpPr/>
          <p:nvPr/>
        </p:nvSpPr>
        <p:spPr>
          <a:xfrm>
            <a:off x="723900" y="6057900"/>
            <a:ext cx="10744200" cy="9525"/>
          </a:xfrm>
          <a:prstGeom prst="rect">
            <a:avLst/>
          </a:prstGeom>
          <a:solidFill>
            <a:srgbClr val="CED7E6"/>
          </a:solidFill>
          <a:ln>
            <a:noFill/>
          </a:ln>
        </p:spPr>
      </p:sp>
      <p:sp>
        <p:nvSpPr>
          <p:cNvPr id="3" name="wm.whiteboard.0.0"/>
          <p:cNvSpPr/>
          <p:nvPr/>
        </p:nvSpPr>
        <p:spPr>
          <a:xfrm>
            <a:off x="723900" y="228600"/>
            <a:ext cx="38100" cy="38100"/>
          </a:xfrm>
          <a:prstGeom prst="rect">
            <a:avLst/>
          </a:prstGeom>
          <a:solidFill>
            <a:srgbClr val="CED7E6"/>
          </a:solidFill>
          <a:ln>
            <a:noFill/>
          </a:ln>
        </p:spPr>
      </p:sp>
      <p:sp>
        <p:nvSpPr>
          <p:cNvPr id="4" name="wm.whiteboard.0.18"/>
          <p:cNvSpPr/>
          <p:nvPr/>
        </p:nvSpPr>
        <p:spPr>
          <a:xfrm>
            <a:off x="723900" y="457200"/>
            <a:ext cx="38100" cy="38100"/>
          </a:xfrm>
          <a:prstGeom prst="rect">
            <a:avLst/>
          </a:prstGeom>
          <a:solidFill>
            <a:srgbClr val="CED7E6"/>
          </a:solidFill>
          <a:ln>
            <a:noFill/>
          </a:ln>
        </p:spPr>
      </p:sp>
      <p:sp>
        <p:nvSpPr>
          <p:cNvPr id="5" name="wm.whiteboard.0.36"/>
          <p:cNvSpPr/>
          <p:nvPr/>
        </p:nvSpPr>
        <p:spPr>
          <a:xfrm>
            <a:off x="723900" y="685800"/>
            <a:ext cx="38100" cy="38100"/>
          </a:xfrm>
          <a:prstGeom prst="rect">
            <a:avLst/>
          </a:prstGeom>
          <a:solidFill>
            <a:srgbClr val="CED7E6"/>
          </a:solidFill>
          <a:ln>
            <a:noFill/>
          </a:ln>
        </p:spPr>
      </p:sp>
      <p:sp>
        <p:nvSpPr>
          <p:cNvPr id="6" name="wm.whiteboard.0.54"/>
          <p:cNvSpPr/>
          <p:nvPr/>
        </p:nvSpPr>
        <p:spPr>
          <a:xfrm>
            <a:off x="723900" y="914400"/>
            <a:ext cx="38100" cy="38100"/>
          </a:xfrm>
          <a:prstGeom prst="rect">
            <a:avLst/>
          </a:prstGeom>
          <a:solidFill>
            <a:srgbClr val="CED7E6"/>
          </a:solidFill>
          <a:ln>
            <a:noFill/>
          </a:ln>
        </p:spPr>
      </p:sp>
      <p:sp>
        <p:nvSpPr>
          <p:cNvPr id="7" name="wm.whiteboard.0.72"/>
          <p:cNvSpPr/>
          <p:nvPr/>
        </p:nvSpPr>
        <p:spPr>
          <a:xfrm>
            <a:off x="723900" y="1143000"/>
            <a:ext cx="38100" cy="38100"/>
          </a:xfrm>
          <a:prstGeom prst="rect">
            <a:avLst/>
          </a:prstGeom>
          <a:solidFill>
            <a:srgbClr val="CED7E6">
              <a:alpha val="85305"/>
            </a:srgbClr>
          </a:solidFill>
          <a:ln>
            <a:noFill/>
          </a:ln>
        </p:spPr>
      </p:sp>
      <p:sp>
        <p:nvSpPr>
          <p:cNvPr id="8" name="wm.whiteboard.0.90"/>
          <p:cNvSpPr/>
          <p:nvPr/>
        </p:nvSpPr>
        <p:spPr>
          <a:xfrm>
            <a:off x="723900" y="1371600"/>
            <a:ext cx="38100" cy="38100"/>
          </a:xfrm>
          <a:prstGeom prst="rect">
            <a:avLst/>
          </a:prstGeom>
          <a:solidFill>
            <a:srgbClr val="CED7E6">
              <a:alpha val="68524"/>
            </a:srgbClr>
          </a:solidFill>
          <a:ln>
            <a:noFill/>
          </a:ln>
        </p:spPr>
      </p:sp>
      <p:sp>
        <p:nvSpPr>
          <p:cNvPr id="9" name="wm.whiteboard.0.108"/>
          <p:cNvSpPr/>
          <p:nvPr/>
        </p:nvSpPr>
        <p:spPr>
          <a:xfrm>
            <a:off x="723900" y="1600200"/>
            <a:ext cx="38100" cy="38100"/>
          </a:xfrm>
          <a:prstGeom prst="rect">
            <a:avLst/>
          </a:prstGeom>
          <a:solidFill>
            <a:srgbClr val="CED7E6">
              <a:alpha val="51742"/>
            </a:srgbClr>
          </a:solidFill>
          <a:ln>
            <a:noFill/>
          </a:ln>
        </p:spPr>
      </p:sp>
      <p:sp>
        <p:nvSpPr>
          <p:cNvPr id="10" name="wm.whiteboard.0.126"/>
          <p:cNvSpPr/>
          <p:nvPr/>
        </p:nvSpPr>
        <p:spPr>
          <a:xfrm>
            <a:off x="723900" y="1828800"/>
            <a:ext cx="38100" cy="38100"/>
          </a:xfrm>
          <a:prstGeom prst="rect">
            <a:avLst/>
          </a:prstGeom>
          <a:solidFill>
            <a:srgbClr val="CED7E6">
              <a:alpha val="34959"/>
            </a:srgbClr>
          </a:solidFill>
          <a:ln>
            <a:noFill/>
          </a:ln>
        </p:spPr>
      </p:sp>
      <p:sp>
        <p:nvSpPr>
          <p:cNvPr id="11" name="wm.whiteboard.0.144"/>
          <p:cNvSpPr/>
          <p:nvPr/>
        </p:nvSpPr>
        <p:spPr>
          <a:xfrm>
            <a:off x="723900" y="2057400"/>
            <a:ext cx="38100" cy="38100"/>
          </a:xfrm>
          <a:prstGeom prst="rect">
            <a:avLst/>
          </a:prstGeom>
          <a:solidFill>
            <a:srgbClr val="CED7E6">
              <a:alpha val="18177"/>
            </a:srgbClr>
          </a:solidFill>
          <a:ln>
            <a:noFill/>
          </a:ln>
        </p:spPr>
      </p:sp>
      <p:sp>
        <p:nvSpPr>
          <p:cNvPr id="12" name="wm.whiteboard.0.162"/>
          <p:cNvSpPr/>
          <p:nvPr/>
        </p:nvSpPr>
        <p:spPr>
          <a:xfrm>
            <a:off x="723900" y="2286000"/>
            <a:ext cx="38100" cy="38100"/>
          </a:xfrm>
          <a:prstGeom prst="rect">
            <a:avLst/>
          </a:prstGeom>
          <a:solidFill>
            <a:srgbClr val="CED7E6">
              <a:alpha val="1394"/>
            </a:srgbClr>
          </a:solidFill>
          <a:ln>
            <a:noFill/>
          </a:ln>
        </p:spPr>
      </p:sp>
      <p:sp>
        <p:nvSpPr>
          <p:cNvPr id="13" name="wm.whiteboard.18.0"/>
          <p:cNvSpPr/>
          <p:nvPr/>
        </p:nvSpPr>
        <p:spPr>
          <a:xfrm>
            <a:off x="952500" y="228600"/>
            <a:ext cx="38100" cy="38100"/>
          </a:xfrm>
          <a:prstGeom prst="rect">
            <a:avLst/>
          </a:prstGeom>
          <a:solidFill>
            <a:srgbClr val="CED7E6"/>
          </a:solidFill>
          <a:ln>
            <a:noFill/>
          </a:ln>
        </p:spPr>
      </p:sp>
      <p:sp>
        <p:nvSpPr>
          <p:cNvPr id="14" name="wm.whiteboard.18.18"/>
          <p:cNvSpPr/>
          <p:nvPr/>
        </p:nvSpPr>
        <p:spPr>
          <a:xfrm>
            <a:off x="952500" y="457200"/>
            <a:ext cx="38100" cy="38100"/>
          </a:xfrm>
          <a:prstGeom prst="rect">
            <a:avLst/>
          </a:prstGeom>
          <a:solidFill>
            <a:srgbClr val="CED7E6"/>
          </a:solidFill>
          <a:ln>
            <a:noFill/>
          </a:ln>
        </p:spPr>
      </p:sp>
      <p:sp>
        <p:nvSpPr>
          <p:cNvPr id="15" name="wm.whiteboard.18.36"/>
          <p:cNvSpPr/>
          <p:nvPr/>
        </p:nvSpPr>
        <p:spPr>
          <a:xfrm>
            <a:off x="952500" y="685800"/>
            <a:ext cx="38100" cy="38100"/>
          </a:xfrm>
          <a:prstGeom prst="rect">
            <a:avLst/>
          </a:prstGeom>
          <a:solidFill>
            <a:srgbClr val="CED7E6"/>
          </a:solidFill>
          <a:ln>
            <a:noFill/>
          </a:ln>
        </p:spPr>
      </p:sp>
      <p:sp>
        <p:nvSpPr>
          <p:cNvPr id="16" name="wm.whiteboard.18.54"/>
          <p:cNvSpPr/>
          <p:nvPr/>
        </p:nvSpPr>
        <p:spPr>
          <a:xfrm>
            <a:off x="952500" y="914400"/>
            <a:ext cx="38100" cy="38100"/>
          </a:xfrm>
          <a:prstGeom prst="rect">
            <a:avLst/>
          </a:prstGeom>
          <a:solidFill>
            <a:srgbClr val="CED7E6">
              <a:alpha val="99988"/>
            </a:srgbClr>
          </a:solidFill>
          <a:ln>
            <a:noFill/>
          </a:ln>
        </p:spPr>
      </p:sp>
      <p:sp>
        <p:nvSpPr>
          <p:cNvPr id="17" name="wm.whiteboard.18.72"/>
          <p:cNvSpPr/>
          <p:nvPr/>
        </p:nvSpPr>
        <p:spPr>
          <a:xfrm>
            <a:off x="952500" y="1143000"/>
            <a:ext cx="38100" cy="38100"/>
          </a:xfrm>
          <a:prstGeom prst="rect">
            <a:avLst/>
          </a:prstGeom>
          <a:solidFill>
            <a:srgbClr val="CED7E6">
              <a:alpha val="83708"/>
            </a:srgbClr>
          </a:solidFill>
          <a:ln>
            <a:noFill/>
          </a:ln>
        </p:spPr>
      </p:sp>
      <p:sp>
        <p:nvSpPr>
          <p:cNvPr id="18" name="wm.whiteboard.18.90"/>
          <p:cNvSpPr/>
          <p:nvPr/>
        </p:nvSpPr>
        <p:spPr>
          <a:xfrm>
            <a:off x="952500" y="1371600"/>
            <a:ext cx="38100" cy="38100"/>
          </a:xfrm>
          <a:prstGeom prst="rect">
            <a:avLst/>
          </a:prstGeom>
          <a:solidFill>
            <a:srgbClr val="CED7E6">
              <a:alpha val="67236"/>
            </a:srgbClr>
          </a:solidFill>
          <a:ln>
            <a:noFill/>
          </a:ln>
        </p:spPr>
      </p:sp>
      <p:sp>
        <p:nvSpPr>
          <p:cNvPr id="19" name="wm.whiteboard.18.108"/>
          <p:cNvSpPr/>
          <p:nvPr/>
        </p:nvSpPr>
        <p:spPr>
          <a:xfrm>
            <a:off x="952500" y="1600200"/>
            <a:ext cx="38100" cy="38100"/>
          </a:xfrm>
          <a:prstGeom prst="rect">
            <a:avLst/>
          </a:prstGeom>
          <a:solidFill>
            <a:srgbClr val="CED7E6">
              <a:alpha val="50663"/>
            </a:srgbClr>
          </a:solidFill>
          <a:ln>
            <a:noFill/>
          </a:ln>
        </p:spPr>
      </p:sp>
      <p:sp>
        <p:nvSpPr>
          <p:cNvPr id="20" name="wm.whiteboard.18.126"/>
          <p:cNvSpPr/>
          <p:nvPr/>
        </p:nvSpPr>
        <p:spPr>
          <a:xfrm>
            <a:off x="952500" y="1828800"/>
            <a:ext cx="38100" cy="38100"/>
          </a:xfrm>
          <a:prstGeom prst="rect">
            <a:avLst/>
          </a:prstGeom>
          <a:solidFill>
            <a:srgbClr val="CED7E6">
              <a:alpha val="34032"/>
            </a:srgbClr>
          </a:solidFill>
          <a:ln>
            <a:noFill/>
          </a:ln>
        </p:spPr>
      </p:sp>
      <p:sp>
        <p:nvSpPr>
          <p:cNvPr id="21" name="wm.whiteboard.18.144"/>
          <p:cNvSpPr/>
          <p:nvPr/>
        </p:nvSpPr>
        <p:spPr>
          <a:xfrm>
            <a:off x="952500" y="2057400"/>
            <a:ext cx="38100" cy="38100"/>
          </a:xfrm>
          <a:prstGeom prst="rect">
            <a:avLst/>
          </a:prstGeom>
          <a:solidFill>
            <a:srgbClr val="CED7E6">
              <a:alpha val="17363"/>
            </a:srgbClr>
          </a:solidFill>
          <a:ln>
            <a:noFill/>
          </a:ln>
        </p:spPr>
      </p:sp>
      <p:sp>
        <p:nvSpPr>
          <p:cNvPr id="22" name="wm.whiteboard.18.162"/>
          <p:cNvSpPr/>
          <p:nvPr/>
        </p:nvSpPr>
        <p:spPr>
          <a:xfrm>
            <a:off x="952500" y="2286000"/>
            <a:ext cx="38100" cy="38100"/>
          </a:xfrm>
          <a:prstGeom prst="rect">
            <a:avLst/>
          </a:prstGeom>
          <a:solidFill>
            <a:srgbClr val="CED7E6">
              <a:alpha val="670"/>
            </a:srgbClr>
          </a:solidFill>
          <a:ln>
            <a:noFill/>
          </a:ln>
        </p:spPr>
      </p:sp>
      <p:sp>
        <p:nvSpPr>
          <p:cNvPr id="23" name="wm.whiteboard.36.0"/>
          <p:cNvSpPr/>
          <p:nvPr/>
        </p:nvSpPr>
        <p:spPr>
          <a:xfrm>
            <a:off x="1181100" y="228600"/>
            <a:ext cx="38100" cy="38100"/>
          </a:xfrm>
          <a:prstGeom prst="rect">
            <a:avLst/>
          </a:prstGeom>
          <a:solidFill>
            <a:srgbClr val="CED7E6"/>
          </a:solidFill>
          <a:ln>
            <a:noFill/>
          </a:ln>
        </p:spPr>
      </p:sp>
      <p:sp>
        <p:nvSpPr>
          <p:cNvPr id="24" name="wm.whiteboard.36.18"/>
          <p:cNvSpPr/>
          <p:nvPr/>
        </p:nvSpPr>
        <p:spPr>
          <a:xfrm>
            <a:off x="1181100" y="457200"/>
            <a:ext cx="38100" cy="38100"/>
          </a:xfrm>
          <a:prstGeom prst="rect">
            <a:avLst/>
          </a:prstGeom>
          <a:solidFill>
            <a:srgbClr val="CED7E6"/>
          </a:solidFill>
          <a:ln>
            <a:noFill/>
          </a:ln>
        </p:spPr>
      </p:sp>
      <p:sp>
        <p:nvSpPr>
          <p:cNvPr id="25" name="wm.whiteboard.36.36"/>
          <p:cNvSpPr/>
          <p:nvPr/>
        </p:nvSpPr>
        <p:spPr>
          <a:xfrm>
            <a:off x="1181100" y="685800"/>
            <a:ext cx="38100" cy="38100"/>
          </a:xfrm>
          <a:prstGeom prst="rect">
            <a:avLst/>
          </a:prstGeom>
          <a:solidFill>
            <a:srgbClr val="CED7E6"/>
          </a:solidFill>
          <a:ln>
            <a:noFill/>
          </a:ln>
        </p:spPr>
      </p:sp>
      <p:sp>
        <p:nvSpPr>
          <p:cNvPr id="26" name="wm.whiteboard.36.54"/>
          <p:cNvSpPr/>
          <p:nvPr/>
        </p:nvSpPr>
        <p:spPr>
          <a:xfrm>
            <a:off x="1181100" y="914400"/>
            <a:ext cx="38100" cy="38100"/>
          </a:xfrm>
          <a:prstGeom prst="rect">
            <a:avLst/>
          </a:prstGeom>
          <a:solidFill>
            <a:srgbClr val="CED7E6">
              <a:alpha val="94671"/>
            </a:srgbClr>
          </a:solidFill>
          <a:ln>
            <a:noFill/>
          </a:ln>
        </p:spPr>
      </p:sp>
      <p:sp>
        <p:nvSpPr>
          <p:cNvPr id="27" name="wm.whiteboard.36.72"/>
          <p:cNvSpPr/>
          <p:nvPr/>
        </p:nvSpPr>
        <p:spPr>
          <a:xfrm>
            <a:off x="1181100" y="1143000"/>
            <a:ext cx="38100" cy="38100"/>
          </a:xfrm>
          <a:prstGeom prst="rect">
            <a:avLst/>
          </a:prstGeom>
          <a:solidFill>
            <a:srgbClr val="CED7E6">
              <a:alpha val="79547"/>
            </a:srgbClr>
          </a:solidFill>
          <a:ln>
            <a:noFill/>
          </a:ln>
        </p:spPr>
      </p:sp>
      <p:sp>
        <p:nvSpPr>
          <p:cNvPr id="28" name="wm.whiteboard.36.90"/>
          <p:cNvSpPr/>
          <p:nvPr/>
        </p:nvSpPr>
        <p:spPr>
          <a:xfrm>
            <a:off x="1181100" y="1371600"/>
            <a:ext cx="38100" cy="38100"/>
          </a:xfrm>
          <a:prstGeom prst="rect">
            <a:avLst/>
          </a:prstGeom>
          <a:solidFill>
            <a:srgbClr val="CED7E6">
              <a:alpha val="63833"/>
            </a:srgbClr>
          </a:solidFill>
          <a:ln>
            <a:noFill/>
          </a:ln>
        </p:spPr>
      </p:sp>
      <p:sp>
        <p:nvSpPr>
          <p:cNvPr id="29" name="wm.whiteboard.36.108"/>
          <p:cNvSpPr/>
          <p:nvPr/>
        </p:nvSpPr>
        <p:spPr>
          <a:xfrm>
            <a:off x="1181100" y="1600200"/>
            <a:ext cx="38100" cy="38100"/>
          </a:xfrm>
          <a:prstGeom prst="rect">
            <a:avLst/>
          </a:prstGeom>
          <a:solidFill>
            <a:srgbClr val="CED7E6">
              <a:alpha val="47790"/>
            </a:srgbClr>
          </a:solidFill>
          <a:ln>
            <a:noFill/>
          </a:ln>
        </p:spPr>
      </p:sp>
      <p:sp>
        <p:nvSpPr>
          <p:cNvPr id="30" name="wm.whiteboard.36.126"/>
          <p:cNvSpPr/>
          <p:nvPr/>
        </p:nvSpPr>
        <p:spPr>
          <a:xfrm>
            <a:off x="1181100" y="1828800"/>
            <a:ext cx="38100" cy="38100"/>
          </a:xfrm>
          <a:prstGeom prst="rect">
            <a:avLst/>
          </a:prstGeom>
          <a:solidFill>
            <a:srgbClr val="CED7E6">
              <a:alpha val="31549"/>
            </a:srgbClr>
          </a:solidFill>
          <a:ln>
            <a:noFill/>
          </a:ln>
        </p:spPr>
      </p:sp>
      <p:sp>
        <p:nvSpPr>
          <p:cNvPr id="31" name="wm.whiteboard.36.144"/>
          <p:cNvSpPr/>
          <p:nvPr/>
        </p:nvSpPr>
        <p:spPr>
          <a:xfrm>
            <a:off x="1181100" y="2057400"/>
            <a:ext cx="38100" cy="38100"/>
          </a:xfrm>
          <a:prstGeom prst="rect">
            <a:avLst/>
          </a:prstGeom>
          <a:solidFill>
            <a:srgbClr val="CED7E6">
              <a:alpha val="15179"/>
            </a:srgbClr>
          </a:solidFill>
          <a:ln>
            <a:noFill/>
          </a:ln>
        </p:spPr>
      </p:sp>
      <p:sp>
        <p:nvSpPr>
          <p:cNvPr id="32" name="wm.whiteboard.54.0"/>
          <p:cNvSpPr/>
          <p:nvPr/>
        </p:nvSpPr>
        <p:spPr>
          <a:xfrm>
            <a:off x="1409700" y="228600"/>
            <a:ext cx="38100" cy="38100"/>
          </a:xfrm>
          <a:prstGeom prst="rect">
            <a:avLst/>
          </a:prstGeom>
          <a:solidFill>
            <a:srgbClr val="CED7E6"/>
          </a:solidFill>
          <a:ln>
            <a:noFill/>
          </a:ln>
        </p:spPr>
      </p:sp>
      <p:sp>
        <p:nvSpPr>
          <p:cNvPr id="33" name="wm.whiteboard.54.18"/>
          <p:cNvSpPr/>
          <p:nvPr/>
        </p:nvSpPr>
        <p:spPr>
          <a:xfrm>
            <a:off x="1409700" y="457200"/>
            <a:ext cx="38100" cy="38100"/>
          </a:xfrm>
          <a:prstGeom prst="rect">
            <a:avLst/>
          </a:prstGeom>
          <a:solidFill>
            <a:srgbClr val="CED7E6"/>
          </a:solidFill>
          <a:ln>
            <a:noFill/>
          </a:ln>
        </p:spPr>
      </p:sp>
      <p:sp>
        <p:nvSpPr>
          <p:cNvPr id="34" name="wm.whiteboard.54.36"/>
          <p:cNvSpPr/>
          <p:nvPr/>
        </p:nvSpPr>
        <p:spPr>
          <a:xfrm>
            <a:off x="1409700" y="685800"/>
            <a:ext cx="38100" cy="38100"/>
          </a:xfrm>
          <a:prstGeom prst="rect">
            <a:avLst/>
          </a:prstGeom>
          <a:solidFill>
            <a:srgbClr val="CED7E6">
              <a:alpha val="98827"/>
            </a:srgbClr>
          </a:solidFill>
          <a:ln>
            <a:noFill/>
          </a:ln>
        </p:spPr>
      </p:sp>
      <p:sp>
        <p:nvSpPr>
          <p:cNvPr id="35" name="wm.whiteboard.54.54"/>
          <p:cNvSpPr/>
          <p:nvPr/>
        </p:nvSpPr>
        <p:spPr>
          <a:xfrm>
            <a:off x="1409700" y="914400"/>
            <a:ext cx="38100" cy="38100"/>
          </a:xfrm>
          <a:prstGeom prst="rect">
            <a:avLst/>
          </a:prstGeom>
          <a:solidFill>
            <a:srgbClr val="CED7E6">
              <a:alpha val="86895"/>
            </a:srgbClr>
          </a:solidFill>
          <a:ln>
            <a:noFill/>
          </a:ln>
        </p:spPr>
      </p:sp>
      <p:sp>
        <p:nvSpPr>
          <p:cNvPr id="36" name="wm.whiteboard.54.72"/>
          <p:cNvSpPr/>
          <p:nvPr/>
        </p:nvSpPr>
        <p:spPr>
          <a:xfrm>
            <a:off x="1409700" y="1143000"/>
            <a:ext cx="38100" cy="38100"/>
          </a:xfrm>
          <a:prstGeom prst="rect">
            <a:avLst/>
          </a:prstGeom>
          <a:solidFill>
            <a:srgbClr val="CED7E6">
              <a:alpha val="73217"/>
            </a:srgbClr>
          </a:solidFill>
          <a:ln>
            <a:noFill/>
          </a:ln>
        </p:spPr>
      </p:sp>
      <p:sp>
        <p:nvSpPr>
          <p:cNvPr id="37" name="wm.whiteboard.54.90"/>
          <p:cNvSpPr/>
          <p:nvPr/>
        </p:nvSpPr>
        <p:spPr>
          <a:xfrm>
            <a:off x="1409700" y="1371600"/>
            <a:ext cx="38100" cy="38100"/>
          </a:xfrm>
          <a:prstGeom prst="rect">
            <a:avLst/>
          </a:prstGeom>
          <a:solidFill>
            <a:srgbClr val="CED7E6">
              <a:alpha val="58541"/>
            </a:srgbClr>
          </a:solidFill>
          <a:ln>
            <a:noFill/>
          </a:ln>
        </p:spPr>
      </p:sp>
      <p:sp>
        <p:nvSpPr>
          <p:cNvPr id="38" name="wm.whiteboard.54.108"/>
          <p:cNvSpPr/>
          <p:nvPr/>
        </p:nvSpPr>
        <p:spPr>
          <a:xfrm>
            <a:off x="1409700" y="1600200"/>
            <a:ext cx="38100" cy="38100"/>
          </a:xfrm>
          <a:prstGeom prst="rect">
            <a:avLst/>
          </a:prstGeom>
          <a:solidFill>
            <a:srgbClr val="CED7E6">
              <a:alpha val="43263"/>
            </a:srgbClr>
          </a:solidFill>
          <a:ln>
            <a:noFill/>
          </a:ln>
        </p:spPr>
      </p:sp>
      <p:sp>
        <p:nvSpPr>
          <p:cNvPr id="39" name="wm.whiteboard.54.126"/>
          <p:cNvSpPr/>
          <p:nvPr/>
        </p:nvSpPr>
        <p:spPr>
          <a:xfrm>
            <a:off x="1409700" y="1828800"/>
            <a:ext cx="38100" cy="38100"/>
          </a:xfrm>
          <a:prstGeom prst="rect">
            <a:avLst/>
          </a:prstGeom>
          <a:solidFill>
            <a:srgbClr val="CED7E6">
              <a:alpha val="27603"/>
            </a:srgbClr>
          </a:solidFill>
          <a:ln>
            <a:noFill/>
          </a:ln>
        </p:spPr>
      </p:sp>
      <p:sp>
        <p:nvSpPr>
          <p:cNvPr id="40" name="wm.whiteboard.54.144"/>
          <p:cNvSpPr/>
          <p:nvPr/>
        </p:nvSpPr>
        <p:spPr>
          <a:xfrm>
            <a:off x="1409700" y="2057400"/>
            <a:ext cx="38100" cy="38100"/>
          </a:xfrm>
          <a:prstGeom prst="rect">
            <a:avLst/>
          </a:prstGeom>
          <a:solidFill>
            <a:srgbClr val="CED7E6">
              <a:alpha val="11687"/>
            </a:srgbClr>
          </a:solidFill>
          <a:ln>
            <a:noFill/>
          </a:ln>
        </p:spPr>
      </p:sp>
      <p:sp>
        <p:nvSpPr>
          <p:cNvPr id="41" name="wm.whiteboard.72.0"/>
          <p:cNvSpPr/>
          <p:nvPr/>
        </p:nvSpPr>
        <p:spPr>
          <a:xfrm>
            <a:off x="1638300" y="228600"/>
            <a:ext cx="38100" cy="38100"/>
          </a:xfrm>
          <a:prstGeom prst="rect">
            <a:avLst/>
          </a:prstGeom>
          <a:solidFill>
            <a:srgbClr val="CED7E6">
              <a:alpha val="97572"/>
            </a:srgbClr>
          </a:solidFill>
          <a:ln>
            <a:noFill/>
          </a:ln>
        </p:spPr>
      </p:sp>
      <p:sp>
        <p:nvSpPr>
          <p:cNvPr id="42" name="wm.whiteboard.72.18"/>
          <p:cNvSpPr/>
          <p:nvPr/>
        </p:nvSpPr>
        <p:spPr>
          <a:xfrm>
            <a:off x="1638300" y="457200"/>
            <a:ext cx="38100" cy="38100"/>
          </a:xfrm>
          <a:prstGeom prst="rect">
            <a:avLst/>
          </a:prstGeom>
          <a:solidFill>
            <a:srgbClr val="CED7E6">
              <a:alpha val="94724"/>
            </a:srgbClr>
          </a:solidFill>
          <a:ln>
            <a:noFill/>
          </a:ln>
        </p:spPr>
      </p:sp>
      <p:sp>
        <p:nvSpPr>
          <p:cNvPr id="43" name="wm.whiteboard.72.36"/>
          <p:cNvSpPr/>
          <p:nvPr/>
        </p:nvSpPr>
        <p:spPr>
          <a:xfrm>
            <a:off x="1638300" y="685800"/>
            <a:ext cx="38100" cy="38100"/>
          </a:xfrm>
          <a:prstGeom prst="rect">
            <a:avLst/>
          </a:prstGeom>
          <a:solidFill>
            <a:srgbClr val="CED7E6">
              <a:alpha val="87609"/>
            </a:srgbClr>
          </a:solidFill>
          <a:ln>
            <a:noFill/>
          </a:ln>
        </p:spPr>
      </p:sp>
      <p:sp>
        <p:nvSpPr>
          <p:cNvPr id="44" name="wm.whiteboard.72.54"/>
          <p:cNvSpPr/>
          <p:nvPr/>
        </p:nvSpPr>
        <p:spPr>
          <a:xfrm>
            <a:off x="1638300" y="914400"/>
            <a:ext cx="38100" cy="38100"/>
          </a:xfrm>
          <a:prstGeom prst="rect">
            <a:avLst/>
          </a:prstGeom>
          <a:solidFill>
            <a:srgbClr val="CED7E6">
              <a:alpha val="77408"/>
            </a:srgbClr>
          </a:solidFill>
          <a:ln>
            <a:noFill/>
          </a:ln>
        </p:spPr>
      </p:sp>
      <p:sp>
        <p:nvSpPr>
          <p:cNvPr id="45" name="wm.whiteboard.72.72"/>
          <p:cNvSpPr/>
          <p:nvPr/>
        </p:nvSpPr>
        <p:spPr>
          <a:xfrm>
            <a:off x="1638300" y="1143000"/>
            <a:ext cx="38100" cy="38100"/>
          </a:xfrm>
          <a:prstGeom prst="rect">
            <a:avLst/>
          </a:prstGeom>
          <a:solidFill>
            <a:srgbClr val="CED7E6">
              <a:alpha val="65181"/>
            </a:srgbClr>
          </a:solidFill>
          <a:ln>
            <a:noFill/>
          </a:ln>
        </p:spPr>
      </p:sp>
      <p:sp>
        <p:nvSpPr>
          <p:cNvPr id="46" name="wm.whiteboard.72.90"/>
          <p:cNvSpPr/>
          <p:nvPr/>
        </p:nvSpPr>
        <p:spPr>
          <a:xfrm>
            <a:off x="1638300" y="1371600"/>
            <a:ext cx="38100" cy="38100"/>
          </a:xfrm>
          <a:prstGeom prst="rect">
            <a:avLst/>
          </a:prstGeom>
          <a:solidFill>
            <a:srgbClr val="CED7E6">
              <a:alpha val="51653"/>
            </a:srgbClr>
          </a:solidFill>
          <a:ln>
            <a:noFill/>
          </a:ln>
        </p:spPr>
      </p:sp>
      <p:sp>
        <p:nvSpPr>
          <p:cNvPr id="47" name="wm.whiteboard.72.108"/>
          <p:cNvSpPr/>
          <p:nvPr/>
        </p:nvSpPr>
        <p:spPr>
          <a:xfrm>
            <a:off x="1638300" y="1600200"/>
            <a:ext cx="38100" cy="38100"/>
          </a:xfrm>
          <a:prstGeom prst="rect">
            <a:avLst/>
          </a:prstGeom>
          <a:solidFill>
            <a:srgbClr val="CED7E6">
              <a:alpha val="37275"/>
            </a:srgbClr>
          </a:solidFill>
          <a:ln>
            <a:noFill/>
          </a:ln>
        </p:spPr>
      </p:sp>
      <p:sp>
        <p:nvSpPr>
          <p:cNvPr id="48" name="wm.whiteboard.72.126"/>
          <p:cNvSpPr/>
          <p:nvPr/>
        </p:nvSpPr>
        <p:spPr>
          <a:xfrm>
            <a:off x="1638300" y="1828800"/>
            <a:ext cx="38100" cy="38100"/>
          </a:xfrm>
          <a:prstGeom prst="rect">
            <a:avLst/>
          </a:prstGeom>
          <a:solidFill>
            <a:srgbClr val="CED7E6">
              <a:alpha val="22326"/>
            </a:srgbClr>
          </a:solidFill>
          <a:ln>
            <a:noFill/>
          </a:ln>
        </p:spPr>
      </p:sp>
      <p:sp>
        <p:nvSpPr>
          <p:cNvPr id="49" name="wm.whiteboard.72.144"/>
          <p:cNvSpPr/>
          <p:nvPr/>
        </p:nvSpPr>
        <p:spPr>
          <a:xfrm>
            <a:off x="1638300" y="2057400"/>
            <a:ext cx="38100" cy="38100"/>
          </a:xfrm>
          <a:prstGeom prst="rect">
            <a:avLst/>
          </a:prstGeom>
          <a:solidFill>
            <a:srgbClr val="CED7E6">
              <a:alpha val="6980"/>
            </a:srgbClr>
          </a:solidFill>
          <a:ln>
            <a:noFill/>
          </a:ln>
        </p:spPr>
      </p:sp>
      <p:sp>
        <p:nvSpPr>
          <p:cNvPr id="50" name="wm.whiteboard.90.0"/>
          <p:cNvSpPr/>
          <p:nvPr/>
        </p:nvSpPr>
        <p:spPr>
          <a:xfrm>
            <a:off x="1866900" y="228600"/>
            <a:ext cx="38100" cy="38100"/>
          </a:xfrm>
          <a:prstGeom prst="rect">
            <a:avLst/>
          </a:prstGeom>
          <a:solidFill>
            <a:srgbClr val="CED7E6">
              <a:alpha val="83798"/>
            </a:srgbClr>
          </a:solidFill>
          <a:ln>
            <a:noFill/>
          </a:ln>
        </p:spPr>
      </p:sp>
      <p:sp>
        <p:nvSpPr>
          <p:cNvPr id="51" name="wm.whiteboard.90.18"/>
          <p:cNvSpPr/>
          <p:nvPr/>
        </p:nvSpPr>
        <p:spPr>
          <a:xfrm>
            <a:off x="1866900" y="457200"/>
            <a:ext cx="38100" cy="38100"/>
          </a:xfrm>
          <a:prstGeom prst="rect">
            <a:avLst/>
          </a:prstGeom>
          <a:solidFill>
            <a:srgbClr val="CED7E6">
              <a:alpha val="81490"/>
            </a:srgbClr>
          </a:solidFill>
          <a:ln>
            <a:noFill/>
          </a:ln>
        </p:spPr>
      </p:sp>
      <p:sp>
        <p:nvSpPr>
          <p:cNvPr id="52" name="wm.whiteboard.90.36"/>
          <p:cNvSpPr/>
          <p:nvPr/>
        </p:nvSpPr>
        <p:spPr>
          <a:xfrm>
            <a:off x="1866900" y="685800"/>
            <a:ext cx="38100" cy="38100"/>
          </a:xfrm>
          <a:prstGeom prst="rect">
            <a:avLst/>
          </a:prstGeom>
          <a:solidFill>
            <a:srgbClr val="CED7E6">
              <a:alpha val="75569"/>
            </a:srgbClr>
          </a:solidFill>
          <a:ln>
            <a:noFill/>
          </a:ln>
        </p:spPr>
      </p:sp>
      <p:sp>
        <p:nvSpPr>
          <p:cNvPr id="53" name="wm.whiteboard.90.54"/>
          <p:cNvSpPr/>
          <p:nvPr/>
        </p:nvSpPr>
        <p:spPr>
          <a:xfrm>
            <a:off x="1866900" y="914400"/>
            <a:ext cx="38100" cy="38100"/>
          </a:xfrm>
          <a:prstGeom prst="rect">
            <a:avLst/>
          </a:prstGeom>
          <a:solidFill>
            <a:srgbClr val="CED7E6">
              <a:alpha val="66767"/>
            </a:srgbClr>
          </a:solidFill>
          <a:ln>
            <a:noFill/>
          </a:ln>
        </p:spPr>
      </p:sp>
      <p:sp>
        <p:nvSpPr>
          <p:cNvPr id="54" name="wm.whiteboard.90.72"/>
          <p:cNvSpPr/>
          <p:nvPr/>
        </p:nvSpPr>
        <p:spPr>
          <a:xfrm>
            <a:off x="1866900" y="1143000"/>
            <a:ext cx="38100" cy="38100"/>
          </a:xfrm>
          <a:prstGeom prst="rect">
            <a:avLst/>
          </a:prstGeom>
          <a:solidFill>
            <a:srgbClr val="CED7E6">
              <a:alpha val="55859"/>
            </a:srgbClr>
          </a:solidFill>
          <a:ln>
            <a:noFill/>
          </a:ln>
        </p:spPr>
      </p:sp>
      <p:sp>
        <p:nvSpPr>
          <p:cNvPr id="55" name="wm.whiteboard.90.90"/>
          <p:cNvSpPr/>
          <p:nvPr/>
        </p:nvSpPr>
        <p:spPr>
          <a:xfrm>
            <a:off x="1866900" y="1371600"/>
            <a:ext cx="38100" cy="38100"/>
          </a:xfrm>
          <a:prstGeom prst="rect">
            <a:avLst/>
          </a:prstGeom>
          <a:solidFill>
            <a:srgbClr val="CED7E6">
              <a:alpha val="43468"/>
            </a:srgbClr>
          </a:solidFill>
          <a:ln>
            <a:noFill/>
          </a:ln>
        </p:spPr>
      </p:sp>
      <p:sp>
        <p:nvSpPr>
          <p:cNvPr id="56" name="wm.whiteboard.90.108"/>
          <p:cNvSpPr/>
          <p:nvPr/>
        </p:nvSpPr>
        <p:spPr>
          <a:xfrm>
            <a:off x="1866900" y="1600200"/>
            <a:ext cx="38100" cy="38100"/>
          </a:xfrm>
          <a:prstGeom prst="rect">
            <a:avLst/>
          </a:prstGeom>
          <a:solidFill>
            <a:srgbClr val="CED7E6">
              <a:alpha val="30037"/>
            </a:srgbClr>
          </a:solidFill>
          <a:ln>
            <a:noFill/>
          </a:ln>
        </p:spPr>
      </p:sp>
      <p:sp>
        <p:nvSpPr>
          <p:cNvPr id="57" name="wm.whiteboard.90.126"/>
          <p:cNvSpPr/>
          <p:nvPr/>
        </p:nvSpPr>
        <p:spPr>
          <a:xfrm>
            <a:off x="1866900" y="1828800"/>
            <a:ext cx="38100" cy="38100"/>
          </a:xfrm>
          <a:prstGeom prst="rect">
            <a:avLst/>
          </a:prstGeom>
          <a:solidFill>
            <a:srgbClr val="CED7E6">
              <a:alpha val="15870"/>
            </a:srgbClr>
          </a:solidFill>
          <a:ln>
            <a:noFill/>
          </a:ln>
        </p:spPr>
      </p:sp>
      <p:sp>
        <p:nvSpPr>
          <p:cNvPr id="58" name="wm.whiteboard.90.144"/>
          <p:cNvSpPr/>
          <p:nvPr/>
        </p:nvSpPr>
        <p:spPr>
          <a:xfrm>
            <a:off x="1866900" y="2057400"/>
            <a:ext cx="38100" cy="38100"/>
          </a:xfrm>
          <a:prstGeom prst="rect">
            <a:avLst/>
          </a:prstGeom>
          <a:solidFill>
            <a:srgbClr val="CED7E6">
              <a:alpha val="1171"/>
            </a:srgbClr>
          </a:solidFill>
          <a:ln>
            <a:noFill/>
          </a:ln>
        </p:spPr>
      </p:sp>
      <p:sp>
        <p:nvSpPr>
          <p:cNvPr id="59" name="wm.whiteboard.108.0"/>
          <p:cNvSpPr/>
          <p:nvPr/>
        </p:nvSpPr>
        <p:spPr>
          <a:xfrm>
            <a:off x="2095500" y="228600"/>
            <a:ext cx="38100" cy="38100"/>
          </a:xfrm>
          <a:prstGeom prst="rect">
            <a:avLst/>
          </a:prstGeom>
          <a:solidFill>
            <a:srgbClr val="CED7E6">
              <a:alpha val="70023"/>
            </a:srgbClr>
          </a:solidFill>
          <a:ln>
            <a:noFill/>
          </a:ln>
        </p:spPr>
      </p:sp>
      <p:sp>
        <p:nvSpPr>
          <p:cNvPr id="60" name="wm.whiteboard.108.18"/>
          <p:cNvSpPr/>
          <p:nvPr/>
        </p:nvSpPr>
        <p:spPr>
          <a:xfrm>
            <a:off x="2095500" y="457200"/>
            <a:ext cx="38100" cy="38100"/>
          </a:xfrm>
          <a:prstGeom prst="rect">
            <a:avLst/>
          </a:prstGeom>
          <a:solidFill>
            <a:srgbClr val="CED7E6">
              <a:alpha val="68085"/>
            </a:srgbClr>
          </a:solidFill>
          <a:ln>
            <a:noFill/>
          </a:ln>
        </p:spPr>
      </p:sp>
      <p:sp>
        <p:nvSpPr>
          <p:cNvPr id="61" name="wm.whiteboard.108.36"/>
          <p:cNvSpPr/>
          <p:nvPr/>
        </p:nvSpPr>
        <p:spPr>
          <a:xfrm>
            <a:off x="2095500" y="685800"/>
            <a:ext cx="38100" cy="38100"/>
          </a:xfrm>
          <a:prstGeom prst="rect">
            <a:avLst/>
          </a:prstGeom>
          <a:solidFill>
            <a:srgbClr val="CED7E6">
              <a:alpha val="63033"/>
            </a:srgbClr>
          </a:solidFill>
          <a:ln>
            <a:noFill/>
          </a:ln>
        </p:spPr>
      </p:sp>
      <p:sp>
        <p:nvSpPr>
          <p:cNvPr id="62" name="wm.whiteboard.108.54"/>
          <p:cNvSpPr/>
          <p:nvPr/>
        </p:nvSpPr>
        <p:spPr>
          <a:xfrm>
            <a:off x="2095500" y="914400"/>
            <a:ext cx="38100" cy="38100"/>
          </a:xfrm>
          <a:prstGeom prst="rect">
            <a:avLst/>
          </a:prstGeom>
          <a:solidFill>
            <a:srgbClr val="CED7E6">
              <a:alpha val="55346"/>
            </a:srgbClr>
          </a:solidFill>
          <a:ln>
            <a:noFill/>
          </a:ln>
        </p:spPr>
      </p:sp>
      <p:sp>
        <p:nvSpPr>
          <p:cNvPr id="63" name="wm.whiteboard.108.72"/>
          <p:cNvSpPr/>
          <p:nvPr/>
        </p:nvSpPr>
        <p:spPr>
          <a:xfrm>
            <a:off x="2095500" y="1143000"/>
            <a:ext cx="38100" cy="38100"/>
          </a:xfrm>
          <a:prstGeom prst="rect">
            <a:avLst/>
          </a:prstGeom>
          <a:solidFill>
            <a:srgbClr val="CED7E6">
              <a:alpha val="45583"/>
            </a:srgbClr>
          </a:solidFill>
          <a:ln>
            <a:noFill/>
          </a:ln>
        </p:spPr>
      </p:sp>
      <p:sp>
        <p:nvSpPr>
          <p:cNvPr id="64" name="wm.whiteboard.108.90"/>
          <p:cNvSpPr/>
          <p:nvPr/>
        </p:nvSpPr>
        <p:spPr>
          <a:xfrm>
            <a:off x="2095500" y="1371600"/>
            <a:ext cx="38100" cy="38100"/>
          </a:xfrm>
          <a:prstGeom prst="rect">
            <a:avLst/>
          </a:prstGeom>
          <a:solidFill>
            <a:srgbClr val="CED7E6">
              <a:alpha val="34251"/>
            </a:srgbClr>
          </a:solidFill>
          <a:ln>
            <a:noFill/>
          </a:ln>
        </p:spPr>
      </p:sp>
      <p:sp>
        <p:nvSpPr>
          <p:cNvPr id="65" name="wm.whiteboard.108.108"/>
          <p:cNvSpPr/>
          <p:nvPr/>
        </p:nvSpPr>
        <p:spPr>
          <a:xfrm>
            <a:off x="2095500" y="1600200"/>
            <a:ext cx="38100" cy="38100"/>
          </a:xfrm>
          <a:prstGeom prst="rect">
            <a:avLst/>
          </a:prstGeom>
          <a:solidFill>
            <a:srgbClr val="CED7E6">
              <a:alpha val="21754"/>
            </a:srgbClr>
          </a:solidFill>
          <a:ln>
            <a:noFill/>
          </a:ln>
        </p:spPr>
      </p:sp>
      <p:sp>
        <p:nvSpPr>
          <p:cNvPr id="66" name="wm.whiteboard.108.126"/>
          <p:cNvSpPr/>
          <p:nvPr/>
        </p:nvSpPr>
        <p:spPr>
          <a:xfrm>
            <a:off x="2095500" y="1828800"/>
            <a:ext cx="38100" cy="38100"/>
          </a:xfrm>
          <a:prstGeom prst="rect">
            <a:avLst/>
          </a:prstGeom>
          <a:solidFill>
            <a:srgbClr val="CED7E6">
              <a:alpha val="8391"/>
            </a:srgbClr>
          </a:solidFill>
          <a:ln>
            <a:noFill/>
          </a:ln>
        </p:spPr>
      </p:sp>
      <p:sp>
        <p:nvSpPr>
          <p:cNvPr id="67" name="wm.whiteboard.126.0"/>
          <p:cNvSpPr/>
          <p:nvPr/>
        </p:nvSpPr>
        <p:spPr>
          <a:xfrm>
            <a:off x="2324100" y="228600"/>
            <a:ext cx="38100" cy="38100"/>
          </a:xfrm>
          <a:prstGeom prst="rect">
            <a:avLst/>
          </a:prstGeom>
          <a:solidFill>
            <a:srgbClr val="CED7E6">
              <a:alpha val="56247"/>
            </a:srgbClr>
          </a:solidFill>
          <a:ln>
            <a:noFill/>
          </a:ln>
        </p:spPr>
      </p:sp>
      <p:sp>
        <p:nvSpPr>
          <p:cNvPr id="68" name="wm.whiteboard.126.18"/>
          <p:cNvSpPr/>
          <p:nvPr/>
        </p:nvSpPr>
        <p:spPr>
          <a:xfrm>
            <a:off x="2324100" y="457200"/>
            <a:ext cx="38100" cy="38100"/>
          </a:xfrm>
          <a:prstGeom prst="rect">
            <a:avLst/>
          </a:prstGeom>
          <a:solidFill>
            <a:srgbClr val="CED7E6">
              <a:alpha val="54578"/>
            </a:srgbClr>
          </a:solidFill>
          <a:ln>
            <a:noFill/>
          </a:ln>
        </p:spPr>
      </p:sp>
      <p:sp>
        <p:nvSpPr>
          <p:cNvPr id="69" name="wm.whiteboard.126.36"/>
          <p:cNvSpPr/>
          <p:nvPr/>
        </p:nvSpPr>
        <p:spPr>
          <a:xfrm>
            <a:off x="2324100" y="685800"/>
            <a:ext cx="38100" cy="38100"/>
          </a:xfrm>
          <a:prstGeom prst="rect">
            <a:avLst/>
          </a:prstGeom>
          <a:solidFill>
            <a:srgbClr val="CED7E6">
              <a:alpha val="50182"/>
            </a:srgbClr>
          </a:solidFill>
          <a:ln>
            <a:noFill/>
          </a:ln>
        </p:spPr>
      </p:sp>
      <p:sp>
        <p:nvSpPr>
          <p:cNvPr id="70" name="wm.whiteboard.126.54"/>
          <p:cNvSpPr/>
          <p:nvPr/>
        </p:nvSpPr>
        <p:spPr>
          <a:xfrm>
            <a:off x="2324100" y="914400"/>
            <a:ext cx="38100" cy="38100"/>
          </a:xfrm>
          <a:prstGeom prst="rect">
            <a:avLst/>
          </a:prstGeom>
          <a:solidFill>
            <a:srgbClr val="CED7E6">
              <a:alpha val="43386"/>
            </a:srgbClr>
          </a:solidFill>
          <a:ln>
            <a:noFill/>
          </a:ln>
        </p:spPr>
      </p:sp>
      <p:sp>
        <p:nvSpPr>
          <p:cNvPr id="71" name="wm.whiteboard.126.72"/>
          <p:cNvSpPr/>
          <p:nvPr/>
        </p:nvSpPr>
        <p:spPr>
          <a:xfrm>
            <a:off x="2324100" y="1143000"/>
            <a:ext cx="38100" cy="38100"/>
          </a:xfrm>
          <a:prstGeom prst="rect">
            <a:avLst/>
          </a:prstGeom>
          <a:solidFill>
            <a:srgbClr val="CED7E6">
              <a:alpha val="34598"/>
            </a:srgbClr>
          </a:solidFill>
          <a:ln>
            <a:noFill/>
          </a:ln>
        </p:spPr>
      </p:sp>
      <p:sp>
        <p:nvSpPr>
          <p:cNvPr id="72" name="wm.whiteboard.126.90"/>
          <p:cNvSpPr/>
          <p:nvPr/>
        </p:nvSpPr>
        <p:spPr>
          <a:xfrm>
            <a:off x="2324100" y="1371600"/>
            <a:ext cx="38100" cy="38100"/>
          </a:xfrm>
          <a:prstGeom prst="rect">
            <a:avLst/>
          </a:prstGeom>
          <a:solidFill>
            <a:srgbClr val="CED7E6">
              <a:alpha val="24223"/>
            </a:srgbClr>
          </a:solidFill>
          <a:ln>
            <a:noFill/>
          </a:ln>
        </p:spPr>
      </p:sp>
      <p:sp>
        <p:nvSpPr>
          <p:cNvPr id="73" name="wm.whiteboard.126.108"/>
          <p:cNvSpPr/>
          <p:nvPr/>
        </p:nvSpPr>
        <p:spPr>
          <a:xfrm>
            <a:off x="2324100" y="1600200"/>
            <a:ext cx="38100" cy="38100"/>
          </a:xfrm>
          <a:prstGeom prst="rect">
            <a:avLst/>
          </a:prstGeom>
          <a:solidFill>
            <a:srgbClr val="CED7E6">
              <a:alpha val="12610"/>
            </a:srgbClr>
          </a:solidFill>
          <a:ln>
            <a:noFill/>
          </a:ln>
        </p:spPr>
      </p:sp>
      <p:sp>
        <p:nvSpPr>
          <p:cNvPr id="74" name="wm.whiteboard.126.126"/>
          <p:cNvSpPr/>
          <p:nvPr/>
        </p:nvSpPr>
        <p:spPr>
          <a:xfrm>
            <a:off x="2324100" y="1828800"/>
            <a:ext cx="38100" cy="38100"/>
          </a:xfrm>
          <a:prstGeom prst="rect">
            <a:avLst/>
          </a:prstGeom>
          <a:solidFill>
            <a:srgbClr val="CED7E6">
              <a:alpha val="40"/>
            </a:srgbClr>
          </a:solidFill>
          <a:ln>
            <a:noFill/>
          </a:ln>
        </p:spPr>
      </p:sp>
      <p:sp>
        <p:nvSpPr>
          <p:cNvPr id="75" name="wm.whiteboard.144.0"/>
          <p:cNvSpPr/>
          <p:nvPr/>
        </p:nvSpPr>
        <p:spPr>
          <a:xfrm>
            <a:off x="2552700" y="228600"/>
            <a:ext cx="38100" cy="38100"/>
          </a:xfrm>
          <a:prstGeom prst="rect">
            <a:avLst/>
          </a:prstGeom>
          <a:solidFill>
            <a:srgbClr val="CED7E6">
              <a:alpha val="42471"/>
            </a:srgbClr>
          </a:solidFill>
          <a:ln>
            <a:noFill/>
          </a:ln>
        </p:spPr>
      </p:sp>
      <p:sp>
        <p:nvSpPr>
          <p:cNvPr id="76" name="wm.whiteboard.144.18"/>
          <p:cNvSpPr/>
          <p:nvPr/>
        </p:nvSpPr>
        <p:spPr>
          <a:xfrm>
            <a:off x="2552700" y="457200"/>
            <a:ext cx="38100" cy="38100"/>
          </a:xfrm>
          <a:prstGeom prst="rect">
            <a:avLst/>
          </a:prstGeom>
          <a:solidFill>
            <a:srgbClr val="CED7E6">
              <a:alpha val="41005"/>
            </a:srgbClr>
          </a:solidFill>
          <a:ln>
            <a:noFill/>
          </a:ln>
        </p:spPr>
      </p:sp>
      <p:sp>
        <p:nvSpPr>
          <p:cNvPr id="77" name="wm.whiteboard.144.36"/>
          <p:cNvSpPr/>
          <p:nvPr/>
        </p:nvSpPr>
        <p:spPr>
          <a:xfrm>
            <a:off x="2552700" y="685800"/>
            <a:ext cx="38100" cy="38100"/>
          </a:xfrm>
          <a:prstGeom prst="rect">
            <a:avLst/>
          </a:prstGeom>
          <a:solidFill>
            <a:srgbClr val="CED7E6">
              <a:alpha val="37120"/>
            </a:srgbClr>
          </a:solidFill>
          <a:ln>
            <a:noFill/>
          </a:ln>
        </p:spPr>
      </p:sp>
      <p:sp>
        <p:nvSpPr>
          <p:cNvPr id="78" name="wm.whiteboard.144.54"/>
          <p:cNvSpPr/>
          <p:nvPr/>
        </p:nvSpPr>
        <p:spPr>
          <a:xfrm>
            <a:off x="2552700" y="914400"/>
            <a:ext cx="38100" cy="38100"/>
          </a:xfrm>
          <a:prstGeom prst="rect">
            <a:avLst/>
          </a:prstGeom>
          <a:solidFill>
            <a:srgbClr val="CED7E6">
              <a:alpha val="31044"/>
            </a:srgbClr>
          </a:solidFill>
          <a:ln>
            <a:noFill/>
          </a:ln>
        </p:spPr>
      </p:sp>
      <p:sp>
        <p:nvSpPr>
          <p:cNvPr id="79" name="wm.whiteboard.144.72"/>
          <p:cNvSpPr/>
          <p:nvPr/>
        </p:nvSpPr>
        <p:spPr>
          <a:xfrm>
            <a:off x="2552700" y="1143000"/>
            <a:ext cx="38100" cy="38100"/>
          </a:xfrm>
          <a:prstGeom prst="rect">
            <a:avLst/>
          </a:prstGeom>
          <a:solidFill>
            <a:srgbClr val="CED7E6">
              <a:alpha val="23083"/>
            </a:srgbClr>
          </a:solidFill>
          <a:ln>
            <a:noFill/>
          </a:ln>
        </p:spPr>
      </p:sp>
      <p:sp>
        <p:nvSpPr>
          <p:cNvPr id="80" name="wm.whiteboard.144.90"/>
          <p:cNvSpPr/>
          <p:nvPr/>
        </p:nvSpPr>
        <p:spPr>
          <a:xfrm>
            <a:off x="2552700" y="1371600"/>
            <a:ext cx="38100" cy="38100"/>
          </a:xfrm>
          <a:prstGeom prst="rect">
            <a:avLst/>
          </a:prstGeom>
          <a:solidFill>
            <a:srgbClr val="CED7E6">
              <a:alpha val="13557"/>
            </a:srgbClr>
          </a:solidFill>
          <a:ln>
            <a:noFill/>
          </a:ln>
        </p:spPr>
      </p:sp>
      <p:sp>
        <p:nvSpPr>
          <p:cNvPr id="81" name="wm.whiteboard.144.108"/>
          <p:cNvSpPr/>
          <p:nvPr/>
        </p:nvSpPr>
        <p:spPr>
          <a:xfrm>
            <a:off x="2552700" y="1600200"/>
            <a:ext cx="38100" cy="38100"/>
          </a:xfrm>
          <a:prstGeom prst="rect">
            <a:avLst/>
          </a:prstGeom>
          <a:solidFill>
            <a:srgbClr val="CED7E6">
              <a:alpha val="2762"/>
            </a:srgbClr>
          </a:solidFill>
          <a:ln>
            <a:noFill/>
          </a:ln>
        </p:spPr>
      </p:sp>
      <p:sp>
        <p:nvSpPr>
          <p:cNvPr id="82" name="wm.whiteboard.162.0"/>
          <p:cNvSpPr/>
          <p:nvPr/>
        </p:nvSpPr>
        <p:spPr>
          <a:xfrm>
            <a:off x="2781300" y="228600"/>
            <a:ext cx="38100" cy="38100"/>
          </a:xfrm>
          <a:prstGeom prst="rect">
            <a:avLst/>
          </a:prstGeom>
          <a:solidFill>
            <a:srgbClr val="CED7E6">
              <a:alpha val="28695"/>
            </a:srgbClr>
          </a:solidFill>
          <a:ln>
            <a:noFill/>
          </a:ln>
        </p:spPr>
      </p:sp>
      <p:sp>
        <p:nvSpPr>
          <p:cNvPr id="83" name="wm.whiteboard.162.18"/>
          <p:cNvSpPr/>
          <p:nvPr/>
        </p:nvSpPr>
        <p:spPr>
          <a:xfrm>
            <a:off x="2781300" y="457200"/>
            <a:ext cx="38100" cy="38100"/>
          </a:xfrm>
          <a:prstGeom prst="rect">
            <a:avLst/>
          </a:prstGeom>
          <a:solidFill>
            <a:srgbClr val="CED7E6">
              <a:alpha val="27389"/>
            </a:srgbClr>
          </a:solidFill>
          <a:ln>
            <a:noFill/>
          </a:ln>
        </p:spPr>
      </p:sp>
      <p:sp>
        <p:nvSpPr>
          <p:cNvPr id="84" name="wm.whiteboard.162.36"/>
          <p:cNvSpPr/>
          <p:nvPr/>
        </p:nvSpPr>
        <p:spPr>
          <a:xfrm>
            <a:off x="2781300" y="685800"/>
            <a:ext cx="38100" cy="38100"/>
          </a:xfrm>
          <a:prstGeom prst="rect">
            <a:avLst/>
          </a:prstGeom>
          <a:solidFill>
            <a:srgbClr val="CED7E6">
              <a:alpha val="23910"/>
            </a:srgbClr>
          </a:solidFill>
          <a:ln>
            <a:noFill/>
          </a:ln>
        </p:spPr>
      </p:sp>
      <p:sp>
        <p:nvSpPr>
          <p:cNvPr id="85" name="wm.whiteboard.162.54"/>
          <p:cNvSpPr/>
          <p:nvPr/>
        </p:nvSpPr>
        <p:spPr>
          <a:xfrm>
            <a:off x="2781300" y="914400"/>
            <a:ext cx="38100" cy="38100"/>
          </a:xfrm>
          <a:prstGeom prst="rect">
            <a:avLst/>
          </a:prstGeom>
          <a:solidFill>
            <a:srgbClr val="CED7E6">
              <a:alpha val="18425"/>
            </a:srgbClr>
          </a:solidFill>
          <a:ln>
            <a:noFill/>
          </a:ln>
        </p:spPr>
      </p:sp>
      <p:sp>
        <p:nvSpPr>
          <p:cNvPr id="86" name="wm.whiteboard.162.72"/>
          <p:cNvSpPr/>
          <p:nvPr/>
        </p:nvSpPr>
        <p:spPr>
          <a:xfrm>
            <a:off x="2781300" y="1143000"/>
            <a:ext cx="38100" cy="38100"/>
          </a:xfrm>
          <a:prstGeom prst="rect">
            <a:avLst/>
          </a:prstGeom>
          <a:solidFill>
            <a:srgbClr val="CED7E6">
              <a:alpha val="11167"/>
            </a:srgbClr>
          </a:solidFill>
          <a:ln>
            <a:noFill/>
          </a:ln>
        </p:spPr>
      </p:sp>
      <p:sp>
        <p:nvSpPr>
          <p:cNvPr id="87" name="wm.whiteboard.162.90"/>
          <p:cNvSpPr/>
          <p:nvPr/>
        </p:nvSpPr>
        <p:spPr>
          <a:xfrm>
            <a:off x="2781300" y="1371600"/>
            <a:ext cx="38100" cy="38100"/>
          </a:xfrm>
          <a:prstGeom prst="rect">
            <a:avLst/>
          </a:prstGeom>
          <a:solidFill>
            <a:srgbClr val="CED7E6">
              <a:alpha val="2388"/>
            </a:srgbClr>
          </a:solidFill>
          <a:ln>
            <a:noFill/>
          </a:ln>
        </p:spPr>
      </p:sp>
      <p:sp>
        <p:nvSpPr>
          <p:cNvPr id="88" name="wm.whiteboard.180.0"/>
          <p:cNvSpPr/>
          <p:nvPr/>
        </p:nvSpPr>
        <p:spPr>
          <a:xfrm>
            <a:off x="3009900" y="228600"/>
            <a:ext cx="38100" cy="38100"/>
          </a:xfrm>
          <a:prstGeom prst="rect">
            <a:avLst/>
          </a:prstGeom>
          <a:solidFill>
            <a:srgbClr val="CED7E6">
              <a:alpha val="14918"/>
            </a:srgbClr>
          </a:solidFill>
          <a:ln>
            <a:noFill/>
          </a:ln>
        </p:spPr>
      </p:sp>
      <p:sp>
        <p:nvSpPr>
          <p:cNvPr id="89" name="wm.whiteboard.180.18"/>
          <p:cNvSpPr/>
          <p:nvPr/>
        </p:nvSpPr>
        <p:spPr>
          <a:xfrm>
            <a:off x="3009900" y="457200"/>
            <a:ext cx="38100" cy="38100"/>
          </a:xfrm>
          <a:prstGeom prst="rect">
            <a:avLst/>
          </a:prstGeom>
          <a:solidFill>
            <a:srgbClr val="CED7E6">
              <a:alpha val="13741"/>
            </a:srgbClr>
          </a:solidFill>
          <a:ln>
            <a:noFill/>
          </a:ln>
        </p:spPr>
      </p:sp>
      <p:sp>
        <p:nvSpPr>
          <p:cNvPr id="90" name="wm.whiteboard.180.36"/>
          <p:cNvSpPr/>
          <p:nvPr/>
        </p:nvSpPr>
        <p:spPr>
          <a:xfrm>
            <a:off x="3009900" y="685800"/>
            <a:ext cx="38100" cy="38100"/>
          </a:xfrm>
          <a:prstGeom prst="rect">
            <a:avLst/>
          </a:prstGeom>
          <a:solidFill>
            <a:srgbClr val="CED7E6">
              <a:alpha val="10593"/>
            </a:srgbClr>
          </a:solidFill>
          <a:ln>
            <a:noFill/>
          </a:ln>
        </p:spPr>
      </p:sp>
      <p:sp>
        <p:nvSpPr>
          <p:cNvPr id="91" name="wm.whiteboard.180.54"/>
          <p:cNvSpPr/>
          <p:nvPr/>
        </p:nvSpPr>
        <p:spPr>
          <a:xfrm>
            <a:off x="3009900" y="914400"/>
            <a:ext cx="38100" cy="38100"/>
          </a:xfrm>
          <a:prstGeom prst="rect">
            <a:avLst/>
          </a:prstGeom>
          <a:solidFill>
            <a:srgbClr val="CED7E6">
              <a:alpha val="5600"/>
            </a:srgbClr>
          </a:solidFill>
          <a:ln>
            <a:noFill/>
          </a:ln>
        </p:spPr>
      </p:sp>
      <p:sp>
        <p:nvSpPr>
          <p:cNvPr id="92" name="wm.whiteboard.198.0"/>
          <p:cNvSpPr/>
          <p:nvPr/>
        </p:nvSpPr>
        <p:spPr>
          <a:xfrm>
            <a:off x="3238500" y="228600"/>
            <a:ext cx="38100" cy="38100"/>
          </a:xfrm>
          <a:prstGeom prst="rect">
            <a:avLst/>
          </a:prstGeom>
          <a:solidFill>
            <a:srgbClr val="CED7E6">
              <a:alpha val="1142"/>
            </a:srgbClr>
          </a:solidFill>
          <a:ln>
            <a:noFill/>
          </a:ln>
        </p:spPr>
      </p:sp>
      <p:sp>
        <p:nvSpPr>
          <p:cNvPr id="93" name="wm.whiteboard.198.18"/>
          <p:cNvSpPr/>
          <p:nvPr/>
        </p:nvSpPr>
        <p:spPr>
          <a:xfrm>
            <a:off x="3238500" y="457200"/>
            <a:ext cx="38100" cy="38100"/>
          </a:xfrm>
          <a:prstGeom prst="rect">
            <a:avLst/>
          </a:prstGeom>
          <a:solidFill>
            <a:srgbClr val="CED7E6">
              <a:alpha val="69"/>
            </a:srgbClr>
          </a:solidFill>
          <a:ln>
            <a:noFill/>
          </a:ln>
        </p:spPr>
      </p:sp>
      <p:sp>
        <p:nvSpPr>
          <p:cNvPr id="94" name="wm.header.rule"/>
          <p:cNvSpPr/>
          <p:nvPr/>
        </p:nvSpPr>
        <p:spPr>
          <a:xfrm>
            <a:off x="723900" y="1371600"/>
            <a:ext cx="10744200" cy="9525"/>
          </a:xfrm>
          <a:prstGeom prst="rect">
            <a:avLst/>
          </a:prstGeom>
          <a:solidFill>
            <a:srgbClr val="CED7E6"/>
          </a:solidFill>
          <a:ln>
            <a:noFill/>
          </a:ln>
        </p:spPr>
      </p:sp>
      <p:pic>
        <p:nvPicPr>
          <p:cNvPr id="95"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210300"/>
            <a:ext cx="729403" cy="152400"/>
          </a:xfrm>
          <a:prstGeom prst="rect">
            <a:avLst/>
          </a:prstGeom>
        </p:spPr>
      </p:pic>
      <p:sp>
        <p:nvSpPr>
          <p:cNvPr id="96" name="wm.legal"/>
          <p:cNvSpPr/>
          <p:nvPr/>
        </p:nvSpPr>
        <p:spPr>
          <a:xfrm>
            <a:off x="2171700" y="6172200"/>
            <a:ext cx="89154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wmds.frame.ad6910ea27b9db5aa061">
    <p:bg>
      <p:bgPr>
        <a:solidFill>
          <a:srgbClr val="FFFFFF"/>
        </a:solidFill>
      </p:bgPr>
    </p:bg>
    <p:spTree>
      <p:nvGrpSpPr>
        <p:cNvPr id="1" name=""/>
        <p:cNvGrpSpPr/>
        <p:nvPr/>
      </p:nvGrpSpPr>
      <p:grpSpPr>
        <a:xfrm>
          <a:off x="0" y="0"/>
          <a:ext cx="0" cy="0"/>
          <a:chOff x="0" y="0"/>
          <a:chExt cx="0" cy="0"/>
        </a:xfrm>
      </p:grpSpPr>
      <p:sp>
        <p:nvSpPr>
          <p:cNvPr id="2" name="wm.footer.rule"/>
          <p:cNvSpPr/>
          <p:nvPr/>
        </p:nvSpPr>
        <p:spPr>
          <a:xfrm>
            <a:off x="723900" y="6057900"/>
            <a:ext cx="10744200" cy="9525"/>
          </a:xfrm>
          <a:prstGeom prst="rect">
            <a:avLst/>
          </a:prstGeom>
          <a:solidFill>
            <a:srgbClr val="CED7E6"/>
          </a:solidFill>
          <a:ln>
            <a:noFill/>
          </a:ln>
        </p:spPr>
      </p:sp>
      <p:sp>
        <p:nvSpPr>
          <p:cNvPr id="3" name="wm.whiteboard.0.0"/>
          <p:cNvSpPr/>
          <p:nvPr/>
        </p:nvSpPr>
        <p:spPr>
          <a:xfrm>
            <a:off x="266700" y="228600"/>
            <a:ext cx="38100" cy="38100"/>
          </a:xfrm>
          <a:prstGeom prst="rect">
            <a:avLst/>
          </a:prstGeom>
          <a:solidFill>
            <a:srgbClr val="CED7E6"/>
          </a:solidFill>
          <a:ln>
            <a:noFill/>
          </a:ln>
        </p:spPr>
      </p:sp>
      <p:sp>
        <p:nvSpPr>
          <p:cNvPr id="4" name="wm.whiteboard.0.18"/>
          <p:cNvSpPr/>
          <p:nvPr/>
        </p:nvSpPr>
        <p:spPr>
          <a:xfrm>
            <a:off x="266700" y="457200"/>
            <a:ext cx="38100" cy="38100"/>
          </a:xfrm>
          <a:prstGeom prst="rect">
            <a:avLst/>
          </a:prstGeom>
          <a:solidFill>
            <a:srgbClr val="CED7E6"/>
          </a:solidFill>
          <a:ln>
            <a:noFill/>
          </a:ln>
        </p:spPr>
      </p:sp>
      <p:sp>
        <p:nvSpPr>
          <p:cNvPr id="5" name="wm.whiteboard.0.36"/>
          <p:cNvSpPr/>
          <p:nvPr/>
        </p:nvSpPr>
        <p:spPr>
          <a:xfrm>
            <a:off x="266700" y="685800"/>
            <a:ext cx="38100" cy="38100"/>
          </a:xfrm>
          <a:prstGeom prst="rect">
            <a:avLst/>
          </a:prstGeom>
          <a:solidFill>
            <a:srgbClr val="CED7E6"/>
          </a:solidFill>
          <a:ln>
            <a:noFill/>
          </a:ln>
        </p:spPr>
      </p:sp>
      <p:sp>
        <p:nvSpPr>
          <p:cNvPr id="6" name="wm.whiteboard.0.54"/>
          <p:cNvSpPr/>
          <p:nvPr/>
        </p:nvSpPr>
        <p:spPr>
          <a:xfrm>
            <a:off x="266700" y="914400"/>
            <a:ext cx="38100" cy="38100"/>
          </a:xfrm>
          <a:prstGeom prst="rect">
            <a:avLst/>
          </a:prstGeom>
          <a:solidFill>
            <a:srgbClr val="CED7E6"/>
          </a:solidFill>
          <a:ln>
            <a:noFill/>
          </a:ln>
        </p:spPr>
      </p:sp>
      <p:sp>
        <p:nvSpPr>
          <p:cNvPr id="7" name="wm.whiteboard.0.72"/>
          <p:cNvSpPr/>
          <p:nvPr/>
        </p:nvSpPr>
        <p:spPr>
          <a:xfrm>
            <a:off x="266700" y="1143000"/>
            <a:ext cx="38100" cy="38100"/>
          </a:xfrm>
          <a:prstGeom prst="rect">
            <a:avLst/>
          </a:prstGeom>
          <a:solidFill>
            <a:srgbClr val="CED7E6">
              <a:alpha val="85305"/>
            </a:srgbClr>
          </a:solidFill>
          <a:ln>
            <a:noFill/>
          </a:ln>
        </p:spPr>
      </p:sp>
      <p:sp>
        <p:nvSpPr>
          <p:cNvPr id="8" name="wm.whiteboard.0.90"/>
          <p:cNvSpPr/>
          <p:nvPr/>
        </p:nvSpPr>
        <p:spPr>
          <a:xfrm>
            <a:off x="266700" y="1371600"/>
            <a:ext cx="38100" cy="38100"/>
          </a:xfrm>
          <a:prstGeom prst="rect">
            <a:avLst/>
          </a:prstGeom>
          <a:solidFill>
            <a:srgbClr val="CED7E6">
              <a:alpha val="68524"/>
            </a:srgbClr>
          </a:solidFill>
          <a:ln>
            <a:noFill/>
          </a:ln>
        </p:spPr>
      </p:sp>
      <p:sp>
        <p:nvSpPr>
          <p:cNvPr id="9" name="wm.whiteboard.0.108"/>
          <p:cNvSpPr/>
          <p:nvPr/>
        </p:nvSpPr>
        <p:spPr>
          <a:xfrm>
            <a:off x="266700" y="1600200"/>
            <a:ext cx="38100" cy="38100"/>
          </a:xfrm>
          <a:prstGeom prst="rect">
            <a:avLst/>
          </a:prstGeom>
          <a:solidFill>
            <a:srgbClr val="CED7E6">
              <a:alpha val="51742"/>
            </a:srgbClr>
          </a:solidFill>
          <a:ln>
            <a:noFill/>
          </a:ln>
        </p:spPr>
      </p:sp>
      <p:sp>
        <p:nvSpPr>
          <p:cNvPr id="10" name="wm.whiteboard.0.126"/>
          <p:cNvSpPr/>
          <p:nvPr/>
        </p:nvSpPr>
        <p:spPr>
          <a:xfrm>
            <a:off x="266700" y="1828800"/>
            <a:ext cx="38100" cy="38100"/>
          </a:xfrm>
          <a:prstGeom prst="rect">
            <a:avLst/>
          </a:prstGeom>
          <a:solidFill>
            <a:srgbClr val="CED7E6">
              <a:alpha val="34959"/>
            </a:srgbClr>
          </a:solidFill>
          <a:ln>
            <a:noFill/>
          </a:ln>
        </p:spPr>
      </p:sp>
      <p:sp>
        <p:nvSpPr>
          <p:cNvPr id="11" name="wm.whiteboard.0.144"/>
          <p:cNvSpPr/>
          <p:nvPr/>
        </p:nvSpPr>
        <p:spPr>
          <a:xfrm>
            <a:off x="266700" y="2057400"/>
            <a:ext cx="38100" cy="38100"/>
          </a:xfrm>
          <a:prstGeom prst="rect">
            <a:avLst/>
          </a:prstGeom>
          <a:solidFill>
            <a:srgbClr val="CED7E6">
              <a:alpha val="18177"/>
            </a:srgbClr>
          </a:solidFill>
          <a:ln>
            <a:noFill/>
          </a:ln>
        </p:spPr>
      </p:sp>
      <p:sp>
        <p:nvSpPr>
          <p:cNvPr id="12" name="wm.whiteboard.0.162"/>
          <p:cNvSpPr/>
          <p:nvPr/>
        </p:nvSpPr>
        <p:spPr>
          <a:xfrm>
            <a:off x="266700" y="2286000"/>
            <a:ext cx="38100" cy="38100"/>
          </a:xfrm>
          <a:prstGeom prst="rect">
            <a:avLst/>
          </a:prstGeom>
          <a:solidFill>
            <a:srgbClr val="CED7E6">
              <a:alpha val="1394"/>
            </a:srgbClr>
          </a:solidFill>
          <a:ln>
            <a:noFill/>
          </a:ln>
        </p:spPr>
      </p:sp>
      <p:sp>
        <p:nvSpPr>
          <p:cNvPr id="13" name="wm.whiteboard.18.0"/>
          <p:cNvSpPr/>
          <p:nvPr/>
        </p:nvSpPr>
        <p:spPr>
          <a:xfrm>
            <a:off x="495300" y="228600"/>
            <a:ext cx="38100" cy="38100"/>
          </a:xfrm>
          <a:prstGeom prst="rect">
            <a:avLst/>
          </a:prstGeom>
          <a:solidFill>
            <a:srgbClr val="CED7E6"/>
          </a:solidFill>
          <a:ln>
            <a:noFill/>
          </a:ln>
        </p:spPr>
      </p:sp>
      <p:sp>
        <p:nvSpPr>
          <p:cNvPr id="14" name="wm.whiteboard.18.18"/>
          <p:cNvSpPr/>
          <p:nvPr/>
        </p:nvSpPr>
        <p:spPr>
          <a:xfrm>
            <a:off x="495300" y="457200"/>
            <a:ext cx="38100" cy="38100"/>
          </a:xfrm>
          <a:prstGeom prst="rect">
            <a:avLst/>
          </a:prstGeom>
          <a:solidFill>
            <a:srgbClr val="CED7E6"/>
          </a:solidFill>
          <a:ln>
            <a:noFill/>
          </a:ln>
        </p:spPr>
      </p:sp>
      <p:sp>
        <p:nvSpPr>
          <p:cNvPr id="15" name="wm.whiteboard.18.36"/>
          <p:cNvSpPr/>
          <p:nvPr/>
        </p:nvSpPr>
        <p:spPr>
          <a:xfrm>
            <a:off x="495300" y="685800"/>
            <a:ext cx="38100" cy="38100"/>
          </a:xfrm>
          <a:prstGeom prst="rect">
            <a:avLst/>
          </a:prstGeom>
          <a:solidFill>
            <a:srgbClr val="CED7E6"/>
          </a:solidFill>
          <a:ln>
            <a:noFill/>
          </a:ln>
        </p:spPr>
      </p:sp>
      <p:sp>
        <p:nvSpPr>
          <p:cNvPr id="16" name="wm.whiteboard.18.54"/>
          <p:cNvSpPr/>
          <p:nvPr/>
        </p:nvSpPr>
        <p:spPr>
          <a:xfrm>
            <a:off x="495300" y="914400"/>
            <a:ext cx="38100" cy="38100"/>
          </a:xfrm>
          <a:prstGeom prst="rect">
            <a:avLst/>
          </a:prstGeom>
          <a:solidFill>
            <a:srgbClr val="CED7E6">
              <a:alpha val="99988"/>
            </a:srgbClr>
          </a:solidFill>
          <a:ln>
            <a:noFill/>
          </a:ln>
        </p:spPr>
      </p:sp>
      <p:sp>
        <p:nvSpPr>
          <p:cNvPr id="17" name="wm.whiteboard.18.72"/>
          <p:cNvSpPr/>
          <p:nvPr/>
        </p:nvSpPr>
        <p:spPr>
          <a:xfrm>
            <a:off x="495300" y="1143000"/>
            <a:ext cx="38100" cy="38100"/>
          </a:xfrm>
          <a:prstGeom prst="rect">
            <a:avLst/>
          </a:prstGeom>
          <a:solidFill>
            <a:srgbClr val="CED7E6">
              <a:alpha val="83708"/>
            </a:srgbClr>
          </a:solidFill>
          <a:ln>
            <a:noFill/>
          </a:ln>
        </p:spPr>
      </p:sp>
      <p:sp>
        <p:nvSpPr>
          <p:cNvPr id="18" name="wm.whiteboard.18.90"/>
          <p:cNvSpPr/>
          <p:nvPr/>
        </p:nvSpPr>
        <p:spPr>
          <a:xfrm>
            <a:off x="495300" y="1371600"/>
            <a:ext cx="38100" cy="38100"/>
          </a:xfrm>
          <a:prstGeom prst="rect">
            <a:avLst/>
          </a:prstGeom>
          <a:solidFill>
            <a:srgbClr val="CED7E6">
              <a:alpha val="67236"/>
            </a:srgbClr>
          </a:solidFill>
          <a:ln>
            <a:noFill/>
          </a:ln>
        </p:spPr>
      </p:sp>
      <p:sp>
        <p:nvSpPr>
          <p:cNvPr id="19" name="wm.whiteboard.18.108"/>
          <p:cNvSpPr/>
          <p:nvPr/>
        </p:nvSpPr>
        <p:spPr>
          <a:xfrm>
            <a:off x="495300" y="1600200"/>
            <a:ext cx="38100" cy="38100"/>
          </a:xfrm>
          <a:prstGeom prst="rect">
            <a:avLst/>
          </a:prstGeom>
          <a:solidFill>
            <a:srgbClr val="CED7E6">
              <a:alpha val="50663"/>
            </a:srgbClr>
          </a:solidFill>
          <a:ln>
            <a:noFill/>
          </a:ln>
        </p:spPr>
      </p:sp>
      <p:sp>
        <p:nvSpPr>
          <p:cNvPr id="20" name="wm.whiteboard.18.126"/>
          <p:cNvSpPr/>
          <p:nvPr/>
        </p:nvSpPr>
        <p:spPr>
          <a:xfrm>
            <a:off x="495300" y="1828800"/>
            <a:ext cx="38100" cy="38100"/>
          </a:xfrm>
          <a:prstGeom prst="rect">
            <a:avLst/>
          </a:prstGeom>
          <a:solidFill>
            <a:srgbClr val="CED7E6">
              <a:alpha val="34032"/>
            </a:srgbClr>
          </a:solidFill>
          <a:ln>
            <a:noFill/>
          </a:ln>
        </p:spPr>
      </p:sp>
      <p:sp>
        <p:nvSpPr>
          <p:cNvPr id="21" name="wm.whiteboard.18.144"/>
          <p:cNvSpPr/>
          <p:nvPr/>
        </p:nvSpPr>
        <p:spPr>
          <a:xfrm>
            <a:off x="495300" y="2057400"/>
            <a:ext cx="38100" cy="38100"/>
          </a:xfrm>
          <a:prstGeom prst="rect">
            <a:avLst/>
          </a:prstGeom>
          <a:solidFill>
            <a:srgbClr val="CED7E6">
              <a:alpha val="17363"/>
            </a:srgbClr>
          </a:solidFill>
          <a:ln>
            <a:noFill/>
          </a:ln>
        </p:spPr>
      </p:sp>
      <p:sp>
        <p:nvSpPr>
          <p:cNvPr id="22" name="wm.whiteboard.18.162"/>
          <p:cNvSpPr/>
          <p:nvPr/>
        </p:nvSpPr>
        <p:spPr>
          <a:xfrm>
            <a:off x="495300" y="2286000"/>
            <a:ext cx="38100" cy="38100"/>
          </a:xfrm>
          <a:prstGeom prst="rect">
            <a:avLst/>
          </a:prstGeom>
          <a:solidFill>
            <a:srgbClr val="CED7E6">
              <a:alpha val="670"/>
            </a:srgbClr>
          </a:solidFill>
          <a:ln>
            <a:noFill/>
          </a:ln>
        </p:spPr>
      </p:sp>
      <p:sp>
        <p:nvSpPr>
          <p:cNvPr id="23" name="wm.whiteboard.36.0"/>
          <p:cNvSpPr/>
          <p:nvPr/>
        </p:nvSpPr>
        <p:spPr>
          <a:xfrm>
            <a:off x="723900" y="228600"/>
            <a:ext cx="38100" cy="38100"/>
          </a:xfrm>
          <a:prstGeom prst="rect">
            <a:avLst/>
          </a:prstGeom>
          <a:solidFill>
            <a:srgbClr val="CED7E6"/>
          </a:solidFill>
          <a:ln>
            <a:noFill/>
          </a:ln>
        </p:spPr>
      </p:sp>
      <p:sp>
        <p:nvSpPr>
          <p:cNvPr id="24" name="wm.whiteboard.36.18"/>
          <p:cNvSpPr/>
          <p:nvPr/>
        </p:nvSpPr>
        <p:spPr>
          <a:xfrm>
            <a:off x="723900" y="457200"/>
            <a:ext cx="38100" cy="38100"/>
          </a:xfrm>
          <a:prstGeom prst="rect">
            <a:avLst/>
          </a:prstGeom>
          <a:solidFill>
            <a:srgbClr val="CED7E6"/>
          </a:solidFill>
          <a:ln>
            <a:noFill/>
          </a:ln>
        </p:spPr>
      </p:sp>
      <p:sp>
        <p:nvSpPr>
          <p:cNvPr id="25" name="wm.whiteboard.36.36"/>
          <p:cNvSpPr/>
          <p:nvPr/>
        </p:nvSpPr>
        <p:spPr>
          <a:xfrm>
            <a:off x="723900" y="685800"/>
            <a:ext cx="38100" cy="38100"/>
          </a:xfrm>
          <a:prstGeom prst="rect">
            <a:avLst/>
          </a:prstGeom>
          <a:solidFill>
            <a:srgbClr val="CED7E6"/>
          </a:solidFill>
          <a:ln>
            <a:noFill/>
          </a:ln>
        </p:spPr>
      </p:sp>
      <p:sp>
        <p:nvSpPr>
          <p:cNvPr id="26" name="wm.whiteboard.36.54"/>
          <p:cNvSpPr/>
          <p:nvPr/>
        </p:nvSpPr>
        <p:spPr>
          <a:xfrm>
            <a:off x="723900" y="914400"/>
            <a:ext cx="38100" cy="38100"/>
          </a:xfrm>
          <a:prstGeom prst="rect">
            <a:avLst/>
          </a:prstGeom>
          <a:solidFill>
            <a:srgbClr val="CED7E6">
              <a:alpha val="94671"/>
            </a:srgbClr>
          </a:solidFill>
          <a:ln>
            <a:noFill/>
          </a:ln>
        </p:spPr>
      </p:sp>
      <p:sp>
        <p:nvSpPr>
          <p:cNvPr id="27" name="wm.whiteboard.36.72"/>
          <p:cNvSpPr/>
          <p:nvPr/>
        </p:nvSpPr>
        <p:spPr>
          <a:xfrm>
            <a:off x="723900" y="1143000"/>
            <a:ext cx="38100" cy="38100"/>
          </a:xfrm>
          <a:prstGeom prst="rect">
            <a:avLst/>
          </a:prstGeom>
          <a:solidFill>
            <a:srgbClr val="CED7E6">
              <a:alpha val="79547"/>
            </a:srgbClr>
          </a:solidFill>
          <a:ln>
            <a:noFill/>
          </a:ln>
        </p:spPr>
      </p:sp>
      <p:sp>
        <p:nvSpPr>
          <p:cNvPr id="28" name="wm.whiteboard.36.90"/>
          <p:cNvSpPr/>
          <p:nvPr/>
        </p:nvSpPr>
        <p:spPr>
          <a:xfrm>
            <a:off x="723900" y="1371600"/>
            <a:ext cx="38100" cy="38100"/>
          </a:xfrm>
          <a:prstGeom prst="rect">
            <a:avLst/>
          </a:prstGeom>
          <a:solidFill>
            <a:srgbClr val="CED7E6">
              <a:alpha val="63833"/>
            </a:srgbClr>
          </a:solidFill>
          <a:ln>
            <a:noFill/>
          </a:ln>
        </p:spPr>
      </p:sp>
      <p:sp>
        <p:nvSpPr>
          <p:cNvPr id="29" name="wm.whiteboard.36.108"/>
          <p:cNvSpPr/>
          <p:nvPr/>
        </p:nvSpPr>
        <p:spPr>
          <a:xfrm>
            <a:off x="723900" y="1600200"/>
            <a:ext cx="38100" cy="38100"/>
          </a:xfrm>
          <a:prstGeom prst="rect">
            <a:avLst/>
          </a:prstGeom>
          <a:solidFill>
            <a:srgbClr val="CED7E6">
              <a:alpha val="47790"/>
            </a:srgbClr>
          </a:solidFill>
          <a:ln>
            <a:noFill/>
          </a:ln>
        </p:spPr>
      </p:sp>
      <p:sp>
        <p:nvSpPr>
          <p:cNvPr id="30" name="wm.whiteboard.36.126"/>
          <p:cNvSpPr/>
          <p:nvPr/>
        </p:nvSpPr>
        <p:spPr>
          <a:xfrm>
            <a:off x="723900" y="1828800"/>
            <a:ext cx="38100" cy="38100"/>
          </a:xfrm>
          <a:prstGeom prst="rect">
            <a:avLst/>
          </a:prstGeom>
          <a:solidFill>
            <a:srgbClr val="CED7E6">
              <a:alpha val="31549"/>
            </a:srgbClr>
          </a:solidFill>
          <a:ln>
            <a:noFill/>
          </a:ln>
        </p:spPr>
      </p:sp>
      <p:sp>
        <p:nvSpPr>
          <p:cNvPr id="31" name="wm.whiteboard.36.144"/>
          <p:cNvSpPr/>
          <p:nvPr/>
        </p:nvSpPr>
        <p:spPr>
          <a:xfrm>
            <a:off x="723900" y="2057400"/>
            <a:ext cx="38100" cy="38100"/>
          </a:xfrm>
          <a:prstGeom prst="rect">
            <a:avLst/>
          </a:prstGeom>
          <a:solidFill>
            <a:srgbClr val="CED7E6">
              <a:alpha val="15179"/>
            </a:srgbClr>
          </a:solidFill>
          <a:ln>
            <a:noFill/>
          </a:ln>
        </p:spPr>
      </p:sp>
      <p:sp>
        <p:nvSpPr>
          <p:cNvPr id="32" name="wm.whiteboard.54.0"/>
          <p:cNvSpPr/>
          <p:nvPr/>
        </p:nvSpPr>
        <p:spPr>
          <a:xfrm>
            <a:off x="952500" y="228600"/>
            <a:ext cx="38100" cy="38100"/>
          </a:xfrm>
          <a:prstGeom prst="rect">
            <a:avLst/>
          </a:prstGeom>
          <a:solidFill>
            <a:srgbClr val="CED7E6"/>
          </a:solidFill>
          <a:ln>
            <a:noFill/>
          </a:ln>
        </p:spPr>
      </p:sp>
      <p:sp>
        <p:nvSpPr>
          <p:cNvPr id="33" name="wm.whiteboard.54.18"/>
          <p:cNvSpPr/>
          <p:nvPr/>
        </p:nvSpPr>
        <p:spPr>
          <a:xfrm>
            <a:off x="952500" y="457200"/>
            <a:ext cx="38100" cy="38100"/>
          </a:xfrm>
          <a:prstGeom prst="rect">
            <a:avLst/>
          </a:prstGeom>
          <a:solidFill>
            <a:srgbClr val="CED7E6"/>
          </a:solidFill>
          <a:ln>
            <a:noFill/>
          </a:ln>
        </p:spPr>
      </p:sp>
      <p:sp>
        <p:nvSpPr>
          <p:cNvPr id="34" name="wm.whiteboard.54.36"/>
          <p:cNvSpPr/>
          <p:nvPr/>
        </p:nvSpPr>
        <p:spPr>
          <a:xfrm>
            <a:off x="952500" y="685800"/>
            <a:ext cx="38100" cy="38100"/>
          </a:xfrm>
          <a:prstGeom prst="rect">
            <a:avLst/>
          </a:prstGeom>
          <a:solidFill>
            <a:srgbClr val="CED7E6">
              <a:alpha val="98827"/>
            </a:srgbClr>
          </a:solidFill>
          <a:ln>
            <a:noFill/>
          </a:ln>
        </p:spPr>
      </p:sp>
      <p:sp>
        <p:nvSpPr>
          <p:cNvPr id="35" name="wm.whiteboard.54.54"/>
          <p:cNvSpPr/>
          <p:nvPr/>
        </p:nvSpPr>
        <p:spPr>
          <a:xfrm>
            <a:off x="952500" y="914400"/>
            <a:ext cx="38100" cy="38100"/>
          </a:xfrm>
          <a:prstGeom prst="rect">
            <a:avLst/>
          </a:prstGeom>
          <a:solidFill>
            <a:srgbClr val="CED7E6">
              <a:alpha val="86895"/>
            </a:srgbClr>
          </a:solidFill>
          <a:ln>
            <a:noFill/>
          </a:ln>
        </p:spPr>
      </p:sp>
      <p:sp>
        <p:nvSpPr>
          <p:cNvPr id="36" name="wm.whiteboard.54.72"/>
          <p:cNvSpPr/>
          <p:nvPr/>
        </p:nvSpPr>
        <p:spPr>
          <a:xfrm>
            <a:off x="952500" y="1143000"/>
            <a:ext cx="38100" cy="38100"/>
          </a:xfrm>
          <a:prstGeom prst="rect">
            <a:avLst/>
          </a:prstGeom>
          <a:solidFill>
            <a:srgbClr val="CED7E6">
              <a:alpha val="73217"/>
            </a:srgbClr>
          </a:solidFill>
          <a:ln>
            <a:noFill/>
          </a:ln>
        </p:spPr>
      </p:sp>
      <p:sp>
        <p:nvSpPr>
          <p:cNvPr id="37" name="wm.whiteboard.54.90"/>
          <p:cNvSpPr/>
          <p:nvPr/>
        </p:nvSpPr>
        <p:spPr>
          <a:xfrm>
            <a:off x="952500" y="1371600"/>
            <a:ext cx="38100" cy="38100"/>
          </a:xfrm>
          <a:prstGeom prst="rect">
            <a:avLst/>
          </a:prstGeom>
          <a:solidFill>
            <a:srgbClr val="CED7E6">
              <a:alpha val="58541"/>
            </a:srgbClr>
          </a:solidFill>
          <a:ln>
            <a:noFill/>
          </a:ln>
        </p:spPr>
      </p:sp>
      <p:sp>
        <p:nvSpPr>
          <p:cNvPr id="38" name="wm.whiteboard.54.108"/>
          <p:cNvSpPr/>
          <p:nvPr/>
        </p:nvSpPr>
        <p:spPr>
          <a:xfrm>
            <a:off x="952500" y="1600200"/>
            <a:ext cx="38100" cy="38100"/>
          </a:xfrm>
          <a:prstGeom prst="rect">
            <a:avLst/>
          </a:prstGeom>
          <a:solidFill>
            <a:srgbClr val="CED7E6">
              <a:alpha val="43263"/>
            </a:srgbClr>
          </a:solidFill>
          <a:ln>
            <a:noFill/>
          </a:ln>
        </p:spPr>
      </p:sp>
      <p:sp>
        <p:nvSpPr>
          <p:cNvPr id="39" name="wm.whiteboard.54.126"/>
          <p:cNvSpPr/>
          <p:nvPr/>
        </p:nvSpPr>
        <p:spPr>
          <a:xfrm>
            <a:off x="952500" y="1828800"/>
            <a:ext cx="38100" cy="38100"/>
          </a:xfrm>
          <a:prstGeom prst="rect">
            <a:avLst/>
          </a:prstGeom>
          <a:solidFill>
            <a:srgbClr val="CED7E6">
              <a:alpha val="27603"/>
            </a:srgbClr>
          </a:solidFill>
          <a:ln>
            <a:noFill/>
          </a:ln>
        </p:spPr>
      </p:sp>
      <p:sp>
        <p:nvSpPr>
          <p:cNvPr id="40" name="wm.whiteboard.54.144"/>
          <p:cNvSpPr/>
          <p:nvPr/>
        </p:nvSpPr>
        <p:spPr>
          <a:xfrm>
            <a:off x="952500" y="2057400"/>
            <a:ext cx="38100" cy="38100"/>
          </a:xfrm>
          <a:prstGeom prst="rect">
            <a:avLst/>
          </a:prstGeom>
          <a:solidFill>
            <a:srgbClr val="CED7E6">
              <a:alpha val="11687"/>
            </a:srgbClr>
          </a:solidFill>
          <a:ln>
            <a:noFill/>
          </a:ln>
        </p:spPr>
      </p:sp>
      <p:sp>
        <p:nvSpPr>
          <p:cNvPr id="41" name="wm.whiteboard.72.0"/>
          <p:cNvSpPr/>
          <p:nvPr/>
        </p:nvSpPr>
        <p:spPr>
          <a:xfrm>
            <a:off x="1181100" y="228600"/>
            <a:ext cx="38100" cy="38100"/>
          </a:xfrm>
          <a:prstGeom prst="rect">
            <a:avLst/>
          </a:prstGeom>
          <a:solidFill>
            <a:srgbClr val="CED7E6">
              <a:alpha val="97572"/>
            </a:srgbClr>
          </a:solidFill>
          <a:ln>
            <a:noFill/>
          </a:ln>
        </p:spPr>
      </p:sp>
      <p:sp>
        <p:nvSpPr>
          <p:cNvPr id="42" name="wm.whiteboard.72.18"/>
          <p:cNvSpPr/>
          <p:nvPr/>
        </p:nvSpPr>
        <p:spPr>
          <a:xfrm>
            <a:off x="1181100" y="457200"/>
            <a:ext cx="38100" cy="38100"/>
          </a:xfrm>
          <a:prstGeom prst="rect">
            <a:avLst/>
          </a:prstGeom>
          <a:solidFill>
            <a:srgbClr val="CED7E6">
              <a:alpha val="94724"/>
            </a:srgbClr>
          </a:solidFill>
          <a:ln>
            <a:noFill/>
          </a:ln>
        </p:spPr>
      </p:sp>
      <p:sp>
        <p:nvSpPr>
          <p:cNvPr id="43" name="wm.whiteboard.72.36"/>
          <p:cNvSpPr/>
          <p:nvPr/>
        </p:nvSpPr>
        <p:spPr>
          <a:xfrm>
            <a:off x="1181100" y="685800"/>
            <a:ext cx="38100" cy="38100"/>
          </a:xfrm>
          <a:prstGeom prst="rect">
            <a:avLst/>
          </a:prstGeom>
          <a:solidFill>
            <a:srgbClr val="CED7E6">
              <a:alpha val="87609"/>
            </a:srgbClr>
          </a:solidFill>
          <a:ln>
            <a:noFill/>
          </a:ln>
        </p:spPr>
      </p:sp>
      <p:sp>
        <p:nvSpPr>
          <p:cNvPr id="44" name="wm.whiteboard.72.54"/>
          <p:cNvSpPr/>
          <p:nvPr/>
        </p:nvSpPr>
        <p:spPr>
          <a:xfrm>
            <a:off x="1181100" y="914400"/>
            <a:ext cx="38100" cy="38100"/>
          </a:xfrm>
          <a:prstGeom prst="rect">
            <a:avLst/>
          </a:prstGeom>
          <a:solidFill>
            <a:srgbClr val="CED7E6">
              <a:alpha val="77408"/>
            </a:srgbClr>
          </a:solidFill>
          <a:ln>
            <a:noFill/>
          </a:ln>
        </p:spPr>
      </p:sp>
      <p:sp>
        <p:nvSpPr>
          <p:cNvPr id="45" name="wm.whiteboard.72.72"/>
          <p:cNvSpPr/>
          <p:nvPr/>
        </p:nvSpPr>
        <p:spPr>
          <a:xfrm>
            <a:off x="1181100" y="1143000"/>
            <a:ext cx="38100" cy="38100"/>
          </a:xfrm>
          <a:prstGeom prst="rect">
            <a:avLst/>
          </a:prstGeom>
          <a:solidFill>
            <a:srgbClr val="CED7E6">
              <a:alpha val="65181"/>
            </a:srgbClr>
          </a:solidFill>
          <a:ln>
            <a:noFill/>
          </a:ln>
        </p:spPr>
      </p:sp>
      <p:sp>
        <p:nvSpPr>
          <p:cNvPr id="46" name="wm.whiteboard.72.90"/>
          <p:cNvSpPr/>
          <p:nvPr/>
        </p:nvSpPr>
        <p:spPr>
          <a:xfrm>
            <a:off x="1181100" y="1371600"/>
            <a:ext cx="38100" cy="38100"/>
          </a:xfrm>
          <a:prstGeom prst="rect">
            <a:avLst/>
          </a:prstGeom>
          <a:solidFill>
            <a:srgbClr val="CED7E6">
              <a:alpha val="51653"/>
            </a:srgbClr>
          </a:solidFill>
          <a:ln>
            <a:noFill/>
          </a:ln>
        </p:spPr>
      </p:sp>
      <p:sp>
        <p:nvSpPr>
          <p:cNvPr id="47" name="wm.whiteboard.72.108"/>
          <p:cNvSpPr/>
          <p:nvPr/>
        </p:nvSpPr>
        <p:spPr>
          <a:xfrm>
            <a:off x="1181100" y="1600200"/>
            <a:ext cx="38100" cy="38100"/>
          </a:xfrm>
          <a:prstGeom prst="rect">
            <a:avLst/>
          </a:prstGeom>
          <a:solidFill>
            <a:srgbClr val="CED7E6">
              <a:alpha val="37275"/>
            </a:srgbClr>
          </a:solidFill>
          <a:ln>
            <a:noFill/>
          </a:ln>
        </p:spPr>
      </p:sp>
      <p:sp>
        <p:nvSpPr>
          <p:cNvPr id="48" name="wm.whiteboard.72.126"/>
          <p:cNvSpPr/>
          <p:nvPr/>
        </p:nvSpPr>
        <p:spPr>
          <a:xfrm>
            <a:off x="1181100" y="1828800"/>
            <a:ext cx="38100" cy="38100"/>
          </a:xfrm>
          <a:prstGeom prst="rect">
            <a:avLst/>
          </a:prstGeom>
          <a:solidFill>
            <a:srgbClr val="CED7E6">
              <a:alpha val="22326"/>
            </a:srgbClr>
          </a:solidFill>
          <a:ln>
            <a:noFill/>
          </a:ln>
        </p:spPr>
      </p:sp>
      <p:sp>
        <p:nvSpPr>
          <p:cNvPr id="49" name="wm.whiteboard.72.144"/>
          <p:cNvSpPr/>
          <p:nvPr/>
        </p:nvSpPr>
        <p:spPr>
          <a:xfrm>
            <a:off x="1181100" y="2057400"/>
            <a:ext cx="38100" cy="38100"/>
          </a:xfrm>
          <a:prstGeom prst="rect">
            <a:avLst/>
          </a:prstGeom>
          <a:solidFill>
            <a:srgbClr val="CED7E6">
              <a:alpha val="6980"/>
            </a:srgbClr>
          </a:solidFill>
          <a:ln>
            <a:noFill/>
          </a:ln>
        </p:spPr>
      </p:sp>
      <p:sp>
        <p:nvSpPr>
          <p:cNvPr id="50" name="wm.whiteboard.90.0"/>
          <p:cNvSpPr/>
          <p:nvPr/>
        </p:nvSpPr>
        <p:spPr>
          <a:xfrm>
            <a:off x="1409700" y="228600"/>
            <a:ext cx="38100" cy="38100"/>
          </a:xfrm>
          <a:prstGeom prst="rect">
            <a:avLst/>
          </a:prstGeom>
          <a:solidFill>
            <a:srgbClr val="CED7E6">
              <a:alpha val="83798"/>
            </a:srgbClr>
          </a:solidFill>
          <a:ln>
            <a:noFill/>
          </a:ln>
        </p:spPr>
      </p:sp>
      <p:sp>
        <p:nvSpPr>
          <p:cNvPr id="51" name="wm.whiteboard.90.18"/>
          <p:cNvSpPr/>
          <p:nvPr/>
        </p:nvSpPr>
        <p:spPr>
          <a:xfrm>
            <a:off x="1409700" y="457200"/>
            <a:ext cx="38100" cy="38100"/>
          </a:xfrm>
          <a:prstGeom prst="rect">
            <a:avLst/>
          </a:prstGeom>
          <a:solidFill>
            <a:srgbClr val="CED7E6">
              <a:alpha val="81490"/>
            </a:srgbClr>
          </a:solidFill>
          <a:ln>
            <a:noFill/>
          </a:ln>
        </p:spPr>
      </p:sp>
      <p:sp>
        <p:nvSpPr>
          <p:cNvPr id="52" name="wm.whiteboard.90.36"/>
          <p:cNvSpPr/>
          <p:nvPr/>
        </p:nvSpPr>
        <p:spPr>
          <a:xfrm>
            <a:off x="1409700" y="685800"/>
            <a:ext cx="38100" cy="38100"/>
          </a:xfrm>
          <a:prstGeom prst="rect">
            <a:avLst/>
          </a:prstGeom>
          <a:solidFill>
            <a:srgbClr val="CED7E6">
              <a:alpha val="75569"/>
            </a:srgbClr>
          </a:solidFill>
          <a:ln>
            <a:noFill/>
          </a:ln>
        </p:spPr>
      </p:sp>
      <p:sp>
        <p:nvSpPr>
          <p:cNvPr id="53" name="wm.whiteboard.90.54"/>
          <p:cNvSpPr/>
          <p:nvPr/>
        </p:nvSpPr>
        <p:spPr>
          <a:xfrm>
            <a:off x="1409700" y="914400"/>
            <a:ext cx="38100" cy="38100"/>
          </a:xfrm>
          <a:prstGeom prst="rect">
            <a:avLst/>
          </a:prstGeom>
          <a:solidFill>
            <a:srgbClr val="CED7E6">
              <a:alpha val="66767"/>
            </a:srgbClr>
          </a:solidFill>
          <a:ln>
            <a:noFill/>
          </a:ln>
        </p:spPr>
      </p:sp>
      <p:sp>
        <p:nvSpPr>
          <p:cNvPr id="54" name="wm.whiteboard.90.72"/>
          <p:cNvSpPr/>
          <p:nvPr/>
        </p:nvSpPr>
        <p:spPr>
          <a:xfrm>
            <a:off x="1409700" y="1143000"/>
            <a:ext cx="38100" cy="38100"/>
          </a:xfrm>
          <a:prstGeom prst="rect">
            <a:avLst/>
          </a:prstGeom>
          <a:solidFill>
            <a:srgbClr val="CED7E6">
              <a:alpha val="55859"/>
            </a:srgbClr>
          </a:solidFill>
          <a:ln>
            <a:noFill/>
          </a:ln>
        </p:spPr>
      </p:sp>
      <p:sp>
        <p:nvSpPr>
          <p:cNvPr id="55" name="wm.whiteboard.90.90"/>
          <p:cNvSpPr/>
          <p:nvPr/>
        </p:nvSpPr>
        <p:spPr>
          <a:xfrm>
            <a:off x="1409700" y="1371600"/>
            <a:ext cx="38100" cy="38100"/>
          </a:xfrm>
          <a:prstGeom prst="rect">
            <a:avLst/>
          </a:prstGeom>
          <a:solidFill>
            <a:srgbClr val="CED7E6">
              <a:alpha val="43468"/>
            </a:srgbClr>
          </a:solidFill>
          <a:ln>
            <a:noFill/>
          </a:ln>
        </p:spPr>
      </p:sp>
      <p:sp>
        <p:nvSpPr>
          <p:cNvPr id="56" name="wm.whiteboard.90.108"/>
          <p:cNvSpPr/>
          <p:nvPr/>
        </p:nvSpPr>
        <p:spPr>
          <a:xfrm>
            <a:off x="1409700" y="1600200"/>
            <a:ext cx="38100" cy="38100"/>
          </a:xfrm>
          <a:prstGeom prst="rect">
            <a:avLst/>
          </a:prstGeom>
          <a:solidFill>
            <a:srgbClr val="CED7E6">
              <a:alpha val="30037"/>
            </a:srgbClr>
          </a:solidFill>
          <a:ln>
            <a:noFill/>
          </a:ln>
        </p:spPr>
      </p:sp>
      <p:sp>
        <p:nvSpPr>
          <p:cNvPr id="57" name="wm.whiteboard.90.126"/>
          <p:cNvSpPr/>
          <p:nvPr/>
        </p:nvSpPr>
        <p:spPr>
          <a:xfrm>
            <a:off x="1409700" y="1828800"/>
            <a:ext cx="38100" cy="38100"/>
          </a:xfrm>
          <a:prstGeom prst="rect">
            <a:avLst/>
          </a:prstGeom>
          <a:solidFill>
            <a:srgbClr val="CED7E6">
              <a:alpha val="15870"/>
            </a:srgbClr>
          </a:solidFill>
          <a:ln>
            <a:noFill/>
          </a:ln>
        </p:spPr>
      </p:sp>
      <p:sp>
        <p:nvSpPr>
          <p:cNvPr id="58" name="wm.whiteboard.90.144"/>
          <p:cNvSpPr/>
          <p:nvPr/>
        </p:nvSpPr>
        <p:spPr>
          <a:xfrm>
            <a:off x="1409700" y="2057400"/>
            <a:ext cx="38100" cy="38100"/>
          </a:xfrm>
          <a:prstGeom prst="rect">
            <a:avLst/>
          </a:prstGeom>
          <a:solidFill>
            <a:srgbClr val="CED7E6">
              <a:alpha val="1171"/>
            </a:srgbClr>
          </a:solidFill>
          <a:ln>
            <a:noFill/>
          </a:ln>
        </p:spPr>
      </p:sp>
      <p:sp>
        <p:nvSpPr>
          <p:cNvPr id="59" name="wm.whiteboard.108.0"/>
          <p:cNvSpPr/>
          <p:nvPr/>
        </p:nvSpPr>
        <p:spPr>
          <a:xfrm>
            <a:off x="1638300" y="228600"/>
            <a:ext cx="38100" cy="38100"/>
          </a:xfrm>
          <a:prstGeom prst="rect">
            <a:avLst/>
          </a:prstGeom>
          <a:solidFill>
            <a:srgbClr val="CED7E6">
              <a:alpha val="70023"/>
            </a:srgbClr>
          </a:solidFill>
          <a:ln>
            <a:noFill/>
          </a:ln>
        </p:spPr>
      </p:sp>
      <p:sp>
        <p:nvSpPr>
          <p:cNvPr id="60" name="wm.whiteboard.108.18"/>
          <p:cNvSpPr/>
          <p:nvPr/>
        </p:nvSpPr>
        <p:spPr>
          <a:xfrm>
            <a:off x="1638300" y="457200"/>
            <a:ext cx="38100" cy="38100"/>
          </a:xfrm>
          <a:prstGeom prst="rect">
            <a:avLst/>
          </a:prstGeom>
          <a:solidFill>
            <a:srgbClr val="CED7E6">
              <a:alpha val="68085"/>
            </a:srgbClr>
          </a:solidFill>
          <a:ln>
            <a:noFill/>
          </a:ln>
        </p:spPr>
      </p:sp>
      <p:sp>
        <p:nvSpPr>
          <p:cNvPr id="61" name="wm.whiteboard.108.36"/>
          <p:cNvSpPr/>
          <p:nvPr/>
        </p:nvSpPr>
        <p:spPr>
          <a:xfrm>
            <a:off x="1638300" y="685800"/>
            <a:ext cx="38100" cy="38100"/>
          </a:xfrm>
          <a:prstGeom prst="rect">
            <a:avLst/>
          </a:prstGeom>
          <a:solidFill>
            <a:srgbClr val="CED7E6">
              <a:alpha val="63033"/>
            </a:srgbClr>
          </a:solidFill>
          <a:ln>
            <a:noFill/>
          </a:ln>
        </p:spPr>
      </p:sp>
      <p:sp>
        <p:nvSpPr>
          <p:cNvPr id="62" name="wm.whiteboard.108.54"/>
          <p:cNvSpPr/>
          <p:nvPr/>
        </p:nvSpPr>
        <p:spPr>
          <a:xfrm>
            <a:off x="1638300" y="914400"/>
            <a:ext cx="38100" cy="38100"/>
          </a:xfrm>
          <a:prstGeom prst="rect">
            <a:avLst/>
          </a:prstGeom>
          <a:solidFill>
            <a:srgbClr val="CED7E6">
              <a:alpha val="55346"/>
            </a:srgbClr>
          </a:solidFill>
          <a:ln>
            <a:noFill/>
          </a:ln>
        </p:spPr>
      </p:sp>
      <p:sp>
        <p:nvSpPr>
          <p:cNvPr id="63" name="wm.whiteboard.108.72"/>
          <p:cNvSpPr/>
          <p:nvPr/>
        </p:nvSpPr>
        <p:spPr>
          <a:xfrm>
            <a:off x="1638300" y="1143000"/>
            <a:ext cx="38100" cy="38100"/>
          </a:xfrm>
          <a:prstGeom prst="rect">
            <a:avLst/>
          </a:prstGeom>
          <a:solidFill>
            <a:srgbClr val="CED7E6">
              <a:alpha val="45583"/>
            </a:srgbClr>
          </a:solidFill>
          <a:ln>
            <a:noFill/>
          </a:ln>
        </p:spPr>
      </p:sp>
      <p:sp>
        <p:nvSpPr>
          <p:cNvPr id="64" name="wm.whiteboard.108.90"/>
          <p:cNvSpPr/>
          <p:nvPr/>
        </p:nvSpPr>
        <p:spPr>
          <a:xfrm>
            <a:off x="1638300" y="1371600"/>
            <a:ext cx="38100" cy="38100"/>
          </a:xfrm>
          <a:prstGeom prst="rect">
            <a:avLst/>
          </a:prstGeom>
          <a:solidFill>
            <a:srgbClr val="CED7E6">
              <a:alpha val="34251"/>
            </a:srgbClr>
          </a:solidFill>
          <a:ln>
            <a:noFill/>
          </a:ln>
        </p:spPr>
      </p:sp>
      <p:sp>
        <p:nvSpPr>
          <p:cNvPr id="65" name="wm.whiteboard.108.108"/>
          <p:cNvSpPr/>
          <p:nvPr/>
        </p:nvSpPr>
        <p:spPr>
          <a:xfrm>
            <a:off x="1638300" y="1600200"/>
            <a:ext cx="38100" cy="38100"/>
          </a:xfrm>
          <a:prstGeom prst="rect">
            <a:avLst/>
          </a:prstGeom>
          <a:solidFill>
            <a:srgbClr val="CED7E6">
              <a:alpha val="21754"/>
            </a:srgbClr>
          </a:solidFill>
          <a:ln>
            <a:noFill/>
          </a:ln>
        </p:spPr>
      </p:sp>
      <p:sp>
        <p:nvSpPr>
          <p:cNvPr id="66" name="wm.whiteboard.108.126"/>
          <p:cNvSpPr/>
          <p:nvPr/>
        </p:nvSpPr>
        <p:spPr>
          <a:xfrm>
            <a:off x="1638300" y="1828800"/>
            <a:ext cx="38100" cy="38100"/>
          </a:xfrm>
          <a:prstGeom prst="rect">
            <a:avLst/>
          </a:prstGeom>
          <a:solidFill>
            <a:srgbClr val="CED7E6">
              <a:alpha val="8391"/>
            </a:srgbClr>
          </a:solidFill>
          <a:ln>
            <a:noFill/>
          </a:ln>
        </p:spPr>
      </p:sp>
      <p:sp>
        <p:nvSpPr>
          <p:cNvPr id="67" name="wm.whiteboard.126.0"/>
          <p:cNvSpPr/>
          <p:nvPr/>
        </p:nvSpPr>
        <p:spPr>
          <a:xfrm>
            <a:off x="1866900" y="228600"/>
            <a:ext cx="38100" cy="38100"/>
          </a:xfrm>
          <a:prstGeom prst="rect">
            <a:avLst/>
          </a:prstGeom>
          <a:solidFill>
            <a:srgbClr val="CED7E6">
              <a:alpha val="56247"/>
            </a:srgbClr>
          </a:solidFill>
          <a:ln>
            <a:noFill/>
          </a:ln>
        </p:spPr>
      </p:sp>
      <p:sp>
        <p:nvSpPr>
          <p:cNvPr id="68" name="wm.whiteboard.126.18"/>
          <p:cNvSpPr/>
          <p:nvPr/>
        </p:nvSpPr>
        <p:spPr>
          <a:xfrm>
            <a:off x="1866900" y="457200"/>
            <a:ext cx="38100" cy="38100"/>
          </a:xfrm>
          <a:prstGeom prst="rect">
            <a:avLst/>
          </a:prstGeom>
          <a:solidFill>
            <a:srgbClr val="CED7E6">
              <a:alpha val="54578"/>
            </a:srgbClr>
          </a:solidFill>
          <a:ln>
            <a:noFill/>
          </a:ln>
        </p:spPr>
      </p:sp>
      <p:sp>
        <p:nvSpPr>
          <p:cNvPr id="69" name="wm.whiteboard.126.36"/>
          <p:cNvSpPr/>
          <p:nvPr/>
        </p:nvSpPr>
        <p:spPr>
          <a:xfrm>
            <a:off x="1866900" y="685800"/>
            <a:ext cx="38100" cy="38100"/>
          </a:xfrm>
          <a:prstGeom prst="rect">
            <a:avLst/>
          </a:prstGeom>
          <a:solidFill>
            <a:srgbClr val="CED7E6">
              <a:alpha val="50182"/>
            </a:srgbClr>
          </a:solidFill>
          <a:ln>
            <a:noFill/>
          </a:ln>
        </p:spPr>
      </p:sp>
      <p:sp>
        <p:nvSpPr>
          <p:cNvPr id="70" name="wm.whiteboard.126.54"/>
          <p:cNvSpPr/>
          <p:nvPr/>
        </p:nvSpPr>
        <p:spPr>
          <a:xfrm>
            <a:off x="1866900" y="914400"/>
            <a:ext cx="38100" cy="38100"/>
          </a:xfrm>
          <a:prstGeom prst="rect">
            <a:avLst/>
          </a:prstGeom>
          <a:solidFill>
            <a:srgbClr val="CED7E6">
              <a:alpha val="43386"/>
            </a:srgbClr>
          </a:solidFill>
          <a:ln>
            <a:noFill/>
          </a:ln>
        </p:spPr>
      </p:sp>
      <p:sp>
        <p:nvSpPr>
          <p:cNvPr id="71" name="wm.whiteboard.126.72"/>
          <p:cNvSpPr/>
          <p:nvPr/>
        </p:nvSpPr>
        <p:spPr>
          <a:xfrm>
            <a:off x="1866900" y="1143000"/>
            <a:ext cx="38100" cy="38100"/>
          </a:xfrm>
          <a:prstGeom prst="rect">
            <a:avLst/>
          </a:prstGeom>
          <a:solidFill>
            <a:srgbClr val="CED7E6">
              <a:alpha val="34598"/>
            </a:srgbClr>
          </a:solidFill>
          <a:ln>
            <a:noFill/>
          </a:ln>
        </p:spPr>
      </p:sp>
      <p:sp>
        <p:nvSpPr>
          <p:cNvPr id="72" name="wm.whiteboard.126.90"/>
          <p:cNvSpPr/>
          <p:nvPr/>
        </p:nvSpPr>
        <p:spPr>
          <a:xfrm>
            <a:off x="1866900" y="1371600"/>
            <a:ext cx="38100" cy="38100"/>
          </a:xfrm>
          <a:prstGeom prst="rect">
            <a:avLst/>
          </a:prstGeom>
          <a:solidFill>
            <a:srgbClr val="CED7E6">
              <a:alpha val="24223"/>
            </a:srgbClr>
          </a:solidFill>
          <a:ln>
            <a:noFill/>
          </a:ln>
        </p:spPr>
      </p:sp>
      <p:sp>
        <p:nvSpPr>
          <p:cNvPr id="73" name="wm.whiteboard.126.108"/>
          <p:cNvSpPr/>
          <p:nvPr/>
        </p:nvSpPr>
        <p:spPr>
          <a:xfrm>
            <a:off x="1866900" y="1600200"/>
            <a:ext cx="38100" cy="38100"/>
          </a:xfrm>
          <a:prstGeom prst="rect">
            <a:avLst/>
          </a:prstGeom>
          <a:solidFill>
            <a:srgbClr val="CED7E6">
              <a:alpha val="12610"/>
            </a:srgbClr>
          </a:solidFill>
          <a:ln>
            <a:noFill/>
          </a:ln>
        </p:spPr>
      </p:sp>
      <p:sp>
        <p:nvSpPr>
          <p:cNvPr id="74" name="wm.whiteboard.126.126"/>
          <p:cNvSpPr/>
          <p:nvPr/>
        </p:nvSpPr>
        <p:spPr>
          <a:xfrm>
            <a:off x="1866900" y="1828800"/>
            <a:ext cx="38100" cy="38100"/>
          </a:xfrm>
          <a:prstGeom prst="rect">
            <a:avLst/>
          </a:prstGeom>
          <a:solidFill>
            <a:srgbClr val="CED7E6">
              <a:alpha val="40"/>
            </a:srgbClr>
          </a:solidFill>
          <a:ln>
            <a:noFill/>
          </a:ln>
        </p:spPr>
      </p:sp>
      <p:sp>
        <p:nvSpPr>
          <p:cNvPr id="75" name="wm.whiteboard.144.0"/>
          <p:cNvSpPr/>
          <p:nvPr/>
        </p:nvSpPr>
        <p:spPr>
          <a:xfrm>
            <a:off x="2095500" y="228600"/>
            <a:ext cx="38100" cy="38100"/>
          </a:xfrm>
          <a:prstGeom prst="rect">
            <a:avLst/>
          </a:prstGeom>
          <a:solidFill>
            <a:srgbClr val="CED7E6">
              <a:alpha val="42471"/>
            </a:srgbClr>
          </a:solidFill>
          <a:ln>
            <a:noFill/>
          </a:ln>
        </p:spPr>
      </p:sp>
      <p:sp>
        <p:nvSpPr>
          <p:cNvPr id="76" name="wm.whiteboard.144.18"/>
          <p:cNvSpPr/>
          <p:nvPr/>
        </p:nvSpPr>
        <p:spPr>
          <a:xfrm>
            <a:off x="2095500" y="457200"/>
            <a:ext cx="38100" cy="38100"/>
          </a:xfrm>
          <a:prstGeom prst="rect">
            <a:avLst/>
          </a:prstGeom>
          <a:solidFill>
            <a:srgbClr val="CED7E6">
              <a:alpha val="41005"/>
            </a:srgbClr>
          </a:solidFill>
          <a:ln>
            <a:noFill/>
          </a:ln>
        </p:spPr>
      </p:sp>
      <p:sp>
        <p:nvSpPr>
          <p:cNvPr id="77" name="wm.whiteboard.144.36"/>
          <p:cNvSpPr/>
          <p:nvPr/>
        </p:nvSpPr>
        <p:spPr>
          <a:xfrm>
            <a:off x="2095500" y="685800"/>
            <a:ext cx="38100" cy="38100"/>
          </a:xfrm>
          <a:prstGeom prst="rect">
            <a:avLst/>
          </a:prstGeom>
          <a:solidFill>
            <a:srgbClr val="CED7E6">
              <a:alpha val="37120"/>
            </a:srgbClr>
          </a:solidFill>
          <a:ln>
            <a:noFill/>
          </a:ln>
        </p:spPr>
      </p:sp>
      <p:sp>
        <p:nvSpPr>
          <p:cNvPr id="78" name="wm.whiteboard.144.54"/>
          <p:cNvSpPr/>
          <p:nvPr/>
        </p:nvSpPr>
        <p:spPr>
          <a:xfrm>
            <a:off x="2095500" y="914400"/>
            <a:ext cx="38100" cy="38100"/>
          </a:xfrm>
          <a:prstGeom prst="rect">
            <a:avLst/>
          </a:prstGeom>
          <a:solidFill>
            <a:srgbClr val="CED7E6">
              <a:alpha val="31044"/>
            </a:srgbClr>
          </a:solidFill>
          <a:ln>
            <a:noFill/>
          </a:ln>
        </p:spPr>
      </p:sp>
      <p:sp>
        <p:nvSpPr>
          <p:cNvPr id="79" name="wm.whiteboard.144.72"/>
          <p:cNvSpPr/>
          <p:nvPr/>
        </p:nvSpPr>
        <p:spPr>
          <a:xfrm>
            <a:off x="2095500" y="1143000"/>
            <a:ext cx="38100" cy="38100"/>
          </a:xfrm>
          <a:prstGeom prst="rect">
            <a:avLst/>
          </a:prstGeom>
          <a:solidFill>
            <a:srgbClr val="CED7E6">
              <a:alpha val="23083"/>
            </a:srgbClr>
          </a:solidFill>
          <a:ln>
            <a:noFill/>
          </a:ln>
        </p:spPr>
      </p:sp>
      <p:sp>
        <p:nvSpPr>
          <p:cNvPr id="80" name="wm.whiteboard.144.90"/>
          <p:cNvSpPr/>
          <p:nvPr/>
        </p:nvSpPr>
        <p:spPr>
          <a:xfrm>
            <a:off x="2095500" y="1371600"/>
            <a:ext cx="38100" cy="38100"/>
          </a:xfrm>
          <a:prstGeom prst="rect">
            <a:avLst/>
          </a:prstGeom>
          <a:solidFill>
            <a:srgbClr val="CED7E6">
              <a:alpha val="13557"/>
            </a:srgbClr>
          </a:solidFill>
          <a:ln>
            <a:noFill/>
          </a:ln>
        </p:spPr>
      </p:sp>
      <p:sp>
        <p:nvSpPr>
          <p:cNvPr id="81" name="wm.whiteboard.144.108"/>
          <p:cNvSpPr/>
          <p:nvPr/>
        </p:nvSpPr>
        <p:spPr>
          <a:xfrm>
            <a:off x="2095500" y="1600200"/>
            <a:ext cx="38100" cy="38100"/>
          </a:xfrm>
          <a:prstGeom prst="rect">
            <a:avLst/>
          </a:prstGeom>
          <a:solidFill>
            <a:srgbClr val="CED7E6">
              <a:alpha val="2762"/>
            </a:srgbClr>
          </a:solidFill>
          <a:ln>
            <a:noFill/>
          </a:ln>
        </p:spPr>
      </p:sp>
      <p:sp>
        <p:nvSpPr>
          <p:cNvPr id="82" name="wm.whiteboard.162.0"/>
          <p:cNvSpPr/>
          <p:nvPr/>
        </p:nvSpPr>
        <p:spPr>
          <a:xfrm>
            <a:off x="2324100" y="228600"/>
            <a:ext cx="38100" cy="38100"/>
          </a:xfrm>
          <a:prstGeom prst="rect">
            <a:avLst/>
          </a:prstGeom>
          <a:solidFill>
            <a:srgbClr val="CED7E6">
              <a:alpha val="28695"/>
            </a:srgbClr>
          </a:solidFill>
          <a:ln>
            <a:noFill/>
          </a:ln>
        </p:spPr>
      </p:sp>
      <p:sp>
        <p:nvSpPr>
          <p:cNvPr id="83" name="wm.whiteboard.162.18"/>
          <p:cNvSpPr/>
          <p:nvPr/>
        </p:nvSpPr>
        <p:spPr>
          <a:xfrm>
            <a:off x="2324100" y="457200"/>
            <a:ext cx="38100" cy="38100"/>
          </a:xfrm>
          <a:prstGeom prst="rect">
            <a:avLst/>
          </a:prstGeom>
          <a:solidFill>
            <a:srgbClr val="CED7E6">
              <a:alpha val="27389"/>
            </a:srgbClr>
          </a:solidFill>
          <a:ln>
            <a:noFill/>
          </a:ln>
        </p:spPr>
      </p:sp>
      <p:sp>
        <p:nvSpPr>
          <p:cNvPr id="84" name="wm.whiteboard.162.36"/>
          <p:cNvSpPr/>
          <p:nvPr/>
        </p:nvSpPr>
        <p:spPr>
          <a:xfrm>
            <a:off x="2324100" y="685800"/>
            <a:ext cx="38100" cy="38100"/>
          </a:xfrm>
          <a:prstGeom prst="rect">
            <a:avLst/>
          </a:prstGeom>
          <a:solidFill>
            <a:srgbClr val="CED7E6">
              <a:alpha val="23910"/>
            </a:srgbClr>
          </a:solidFill>
          <a:ln>
            <a:noFill/>
          </a:ln>
        </p:spPr>
      </p:sp>
      <p:sp>
        <p:nvSpPr>
          <p:cNvPr id="85" name="wm.whiteboard.162.54"/>
          <p:cNvSpPr/>
          <p:nvPr/>
        </p:nvSpPr>
        <p:spPr>
          <a:xfrm>
            <a:off x="2324100" y="914400"/>
            <a:ext cx="38100" cy="38100"/>
          </a:xfrm>
          <a:prstGeom prst="rect">
            <a:avLst/>
          </a:prstGeom>
          <a:solidFill>
            <a:srgbClr val="CED7E6">
              <a:alpha val="18425"/>
            </a:srgbClr>
          </a:solidFill>
          <a:ln>
            <a:noFill/>
          </a:ln>
        </p:spPr>
      </p:sp>
      <p:sp>
        <p:nvSpPr>
          <p:cNvPr id="86" name="wm.whiteboard.162.72"/>
          <p:cNvSpPr/>
          <p:nvPr/>
        </p:nvSpPr>
        <p:spPr>
          <a:xfrm>
            <a:off x="2324100" y="1143000"/>
            <a:ext cx="38100" cy="38100"/>
          </a:xfrm>
          <a:prstGeom prst="rect">
            <a:avLst/>
          </a:prstGeom>
          <a:solidFill>
            <a:srgbClr val="CED7E6">
              <a:alpha val="11167"/>
            </a:srgbClr>
          </a:solidFill>
          <a:ln>
            <a:noFill/>
          </a:ln>
        </p:spPr>
      </p:sp>
      <p:sp>
        <p:nvSpPr>
          <p:cNvPr id="87" name="wm.whiteboard.162.90"/>
          <p:cNvSpPr/>
          <p:nvPr/>
        </p:nvSpPr>
        <p:spPr>
          <a:xfrm>
            <a:off x="2324100" y="1371600"/>
            <a:ext cx="38100" cy="38100"/>
          </a:xfrm>
          <a:prstGeom prst="rect">
            <a:avLst/>
          </a:prstGeom>
          <a:solidFill>
            <a:srgbClr val="CED7E6">
              <a:alpha val="2388"/>
            </a:srgbClr>
          </a:solidFill>
          <a:ln>
            <a:noFill/>
          </a:ln>
        </p:spPr>
      </p:sp>
      <p:sp>
        <p:nvSpPr>
          <p:cNvPr id="88" name="wm.whiteboard.180.0"/>
          <p:cNvSpPr/>
          <p:nvPr/>
        </p:nvSpPr>
        <p:spPr>
          <a:xfrm>
            <a:off x="2552700" y="228600"/>
            <a:ext cx="38100" cy="38100"/>
          </a:xfrm>
          <a:prstGeom prst="rect">
            <a:avLst/>
          </a:prstGeom>
          <a:solidFill>
            <a:srgbClr val="CED7E6">
              <a:alpha val="14918"/>
            </a:srgbClr>
          </a:solidFill>
          <a:ln>
            <a:noFill/>
          </a:ln>
        </p:spPr>
      </p:sp>
      <p:sp>
        <p:nvSpPr>
          <p:cNvPr id="89" name="wm.whiteboard.180.18"/>
          <p:cNvSpPr/>
          <p:nvPr/>
        </p:nvSpPr>
        <p:spPr>
          <a:xfrm>
            <a:off x="2552700" y="457200"/>
            <a:ext cx="38100" cy="38100"/>
          </a:xfrm>
          <a:prstGeom prst="rect">
            <a:avLst/>
          </a:prstGeom>
          <a:solidFill>
            <a:srgbClr val="CED7E6">
              <a:alpha val="13741"/>
            </a:srgbClr>
          </a:solidFill>
          <a:ln>
            <a:noFill/>
          </a:ln>
        </p:spPr>
      </p:sp>
      <p:sp>
        <p:nvSpPr>
          <p:cNvPr id="90" name="wm.whiteboard.180.36"/>
          <p:cNvSpPr/>
          <p:nvPr/>
        </p:nvSpPr>
        <p:spPr>
          <a:xfrm>
            <a:off x="2552700" y="685800"/>
            <a:ext cx="38100" cy="38100"/>
          </a:xfrm>
          <a:prstGeom prst="rect">
            <a:avLst/>
          </a:prstGeom>
          <a:solidFill>
            <a:srgbClr val="CED7E6">
              <a:alpha val="10593"/>
            </a:srgbClr>
          </a:solidFill>
          <a:ln>
            <a:noFill/>
          </a:ln>
        </p:spPr>
      </p:sp>
      <p:sp>
        <p:nvSpPr>
          <p:cNvPr id="91" name="wm.whiteboard.180.54"/>
          <p:cNvSpPr/>
          <p:nvPr/>
        </p:nvSpPr>
        <p:spPr>
          <a:xfrm>
            <a:off x="2552700" y="914400"/>
            <a:ext cx="38100" cy="38100"/>
          </a:xfrm>
          <a:prstGeom prst="rect">
            <a:avLst/>
          </a:prstGeom>
          <a:solidFill>
            <a:srgbClr val="CED7E6">
              <a:alpha val="5600"/>
            </a:srgbClr>
          </a:solidFill>
          <a:ln>
            <a:noFill/>
          </a:ln>
        </p:spPr>
      </p:sp>
      <p:sp>
        <p:nvSpPr>
          <p:cNvPr id="92" name="wm.whiteboard.198.0"/>
          <p:cNvSpPr/>
          <p:nvPr/>
        </p:nvSpPr>
        <p:spPr>
          <a:xfrm>
            <a:off x="2781300" y="228600"/>
            <a:ext cx="38100" cy="38100"/>
          </a:xfrm>
          <a:prstGeom prst="rect">
            <a:avLst/>
          </a:prstGeom>
          <a:solidFill>
            <a:srgbClr val="CED7E6">
              <a:alpha val="1142"/>
            </a:srgbClr>
          </a:solidFill>
          <a:ln>
            <a:noFill/>
          </a:ln>
        </p:spPr>
      </p:sp>
      <p:sp>
        <p:nvSpPr>
          <p:cNvPr id="93" name="wm.whiteboard.198.18"/>
          <p:cNvSpPr/>
          <p:nvPr/>
        </p:nvSpPr>
        <p:spPr>
          <a:xfrm>
            <a:off x="2781300" y="457200"/>
            <a:ext cx="38100" cy="38100"/>
          </a:xfrm>
          <a:prstGeom prst="rect">
            <a:avLst/>
          </a:prstGeom>
          <a:solidFill>
            <a:srgbClr val="CED7E6">
              <a:alpha val="69"/>
            </a:srgbClr>
          </a:solidFill>
          <a:ln>
            <a:noFill/>
          </a:ln>
        </p:spPr>
      </p:sp>
      <p:sp>
        <p:nvSpPr>
          <p:cNvPr id="94" name="wm.header.rule"/>
          <p:cNvSpPr/>
          <p:nvPr/>
        </p:nvSpPr>
        <p:spPr>
          <a:xfrm>
            <a:off x="723900" y="1600200"/>
            <a:ext cx="3429000" cy="9525"/>
          </a:xfrm>
          <a:prstGeom prst="rect">
            <a:avLst/>
          </a:prstGeom>
          <a:solidFill>
            <a:srgbClr val="CED7E6"/>
          </a:solidFill>
          <a:ln>
            <a:noFill/>
          </a:ln>
        </p:spPr>
      </p:sp>
      <p:pic>
        <p:nvPicPr>
          <p:cNvPr id="95"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210300"/>
            <a:ext cx="729403" cy="152400"/>
          </a:xfrm>
          <a:prstGeom prst="rect">
            <a:avLst/>
          </a:prstGeom>
        </p:spPr>
      </p:pic>
      <p:sp>
        <p:nvSpPr>
          <p:cNvPr id="96" name="wm.legal"/>
          <p:cNvSpPr/>
          <p:nvPr/>
        </p:nvSpPr>
        <p:spPr>
          <a:xfrm>
            <a:off x="2171700" y="6172200"/>
            <a:ext cx="89154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slideLayout" Target="../slideLayouts/slideLayout45.xml"/><Relationship Id="rId46" Type="http://schemas.openxmlformats.org/officeDocument/2006/relationships/slideLayout" Target="../slideLayouts/slideLayout46.xml"/><Relationship Id="rId47" Type="http://schemas.openxmlformats.org/officeDocument/2006/relationships/slideLayout" Target="../slideLayouts/slideLayout47.xml"/><Relationship Id="rId48" Type="http://schemas.openxmlformats.org/officeDocument/2006/relationships/slideLayout" Target="../slideLayouts/slideLayout48.xml"/><Relationship Id="rId49" Type="http://schemas.openxmlformats.org/officeDocument/2006/relationships/slideLayout" Target="../slideLayouts/slideLayout49.xml"/><Relationship Id="rId50" Type="http://schemas.openxmlformats.org/officeDocument/2006/relationships/slideLayout" Target="../slideLayouts/slideLayout50.xml"/><Relationship Id="rId51" Type="http://schemas.openxmlformats.org/officeDocument/2006/relationships/slideLayout" Target="../slideLayouts/slideLayout51.xml"/><Relationship Id="rId52" Type="http://schemas.openxmlformats.org/officeDocument/2006/relationships/slideLayout" Target="../slideLayouts/slideLayout52.xml"/><Relationship Id="rId5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 id="2147483685" r:id="rId37"/>
    <p:sldLayoutId id="2147483686" r:id="rId38"/>
    <p:sldLayoutId id="2147483687" r:id="rId39"/>
    <p:sldLayoutId id="2147483688" r:id="rId40"/>
    <p:sldLayoutId id="2147483689" r:id="rId41"/>
    <p:sldLayoutId id="2147483690" r:id="rId42"/>
    <p:sldLayoutId id="2147483691" r:id="rId43"/>
    <p:sldLayoutId id="2147483692" r:id="rId44"/>
    <p:sldLayoutId id="2147483693" r:id="rId45"/>
    <p:sldLayoutId id="2147483694" r:id="rId46"/>
    <p:sldLayoutId id="2147483695" r:id="rId47"/>
    <p:sldLayoutId id="2147483696" r:id="rId48"/>
    <p:sldLayoutId id="2147483697" r:id="rId49"/>
    <p:sldLayoutId id="2147483698" r:id="rId50"/>
    <p:sldLayoutId id="2147483699" r:id="rId51"/>
    <p:sldLayoutId id="2147483700" r:id="rId5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1.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4.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svg"/><Relationship Id="rId3" Type="http://schemas.openxmlformats.org/officeDocument/2006/relationships/image" Target="../media/image-8-3.png"/><Relationship Id="rId4" Type="http://schemas.openxmlformats.org/officeDocument/2006/relationships/image" Target="../media/image-8-4.svg"/><Relationship Id="rId5" Type="http://schemas.openxmlformats.org/officeDocument/2006/relationships/image" Target="../media/image-8-5.png"/><Relationship Id="rId6" Type="http://schemas.openxmlformats.org/officeDocument/2006/relationships/image" Target="../media/image-8-6.svg"/><Relationship Id="rId7" Type="http://schemas.openxmlformats.org/officeDocument/2006/relationships/image" Target="../media/image-8-7.png"/><Relationship Id="rId8" Type="http://schemas.openxmlformats.org/officeDocument/2006/relationships/image" Target="../media/image-8-8.svg"/><Relationship Id="rId9" Type="http://schemas.openxmlformats.org/officeDocument/2006/relationships/image" Target="../media/image-8-9.png"/><Relationship Id="rId10" Type="http://schemas.openxmlformats.org/officeDocument/2006/relationships/image" Target="../media/image-8-10.svg"/><Relationship Id="rId11" Type="http://schemas.openxmlformats.org/officeDocument/2006/relationships/image" Target="../media/image-8-11.png"/><Relationship Id="rId12" Type="http://schemas.openxmlformats.org/officeDocument/2006/relationships/image" Target="../media/image-8-12.svg"/><Relationship Id="rId13" Type="http://schemas.openxmlformats.org/officeDocument/2006/relationships/slideLayout" Target="../slideLayouts/slideLayout5.xml"/><Relationship Id="rId1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svg"/><Relationship Id="rId3" Type="http://schemas.openxmlformats.org/officeDocument/2006/relationships/image" Target="../media/image-13-3.png"/><Relationship Id="rId4" Type="http://schemas.openxmlformats.org/officeDocument/2006/relationships/image" Target="../media/image-13-4.svg"/><Relationship Id="rId5" Type="http://schemas.openxmlformats.org/officeDocument/2006/relationships/slideLayout" Target="../slideLayouts/slideLayout5.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13-2.svg"/><Relationship Id="rId3" Type="http://schemas.openxmlformats.org/officeDocument/2006/relationships/image" Target="../media/image-33-3.png"/><Relationship Id="rId4" Type="http://schemas.openxmlformats.org/officeDocument/2006/relationships/image" Target="../media/image-33-4.svg"/><Relationship Id="rId5" Type="http://schemas.openxmlformats.org/officeDocument/2006/relationships/image" Target="../media/image-33-5.png"/><Relationship Id="rId6" Type="http://schemas.openxmlformats.org/officeDocument/2006/relationships/image" Target="../media/image-33-6.svg"/><Relationship Id="rId7" Type="http://schemas.openxmlformats.org/officeDocument/2006/relationships/image" Target="../media/image-33-7.png"/><Relationship Id="rId8" Type="http://schemas.openxmlformats.org/officeDocument/2006/relationships/image" Target="../media/image-33-8.svg"/><Relationship Id="rId9" Type="http://schemas.openxmlformats.org/officeDocument/2006/relationships/image" Target="../media/image-33-9.png"/><Relationship Id="rId10" Type="http://schemas.openxmlformats.org/officeDocument/2006/relationships/image" Target="../media/image-33-10.svg"/><Relationship Id="rId11" Type="http://schemas.openxmlformats.org/officeDocument/2006/relationships/image" Target="../media/image-33-11.png"/><Relationship Id="rId12" Type="http://schemas.openxmlformats.org/officeDocument/2006/relationships/image" Target="../media/image-33-12.svg"/><Relationship Id="rId13" Type="http://schemas.openxmlformats.org/officeDocument/2006/relationships/image" Target="../media/image-33-13.png"/><Relationship Id="rId14" Type="http://schemas.openxmlformats.org/officeDocument/2006/relationships/image" Target="../media/image-33-14.svg"/><Relationship Id="rId15" Type="http://schemas.openxmlformats.org/officeDocument/2006/relationships/slideLayout" Target="../slideLayouts/slideLayout4.xml"/><Relationship Id="rId16"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13-2.svg"/><Relationship Id="rId3" Type="http://schemas.openxmlformats.org/officeDocument/2006/relationships/image" Target="../media/image-33-3.png"/><Relationship Id="rId4" Type="http://schemas.openxmlformats.org/officeDocument/2006/relationships/image" Target="../media/image-33-4.svg"/><Relationship Id="rId5" Type="http://schemas.openxmlformats.org/officeDocument/2006/relationships/image" Target="../media/image-33-5.png"/><Relationship Id="rId6" Type="http://schemas.openxmlformats.org/officeDocument/2006/relationships/image" Target="../media/image-33-6.svg"/><Relationship Id="rId7" Type="http://schemas.openxmlformats.org/officeDocument/2006/relationships/image" Target="../media/image-33-7.png"/><Relationship Id="rId8" Type="http://schemas.openxmlformats.org/officeDocument/2006/relationships/image" Target="../media/image-33-8.svg"/><Relationship Id="rId9" Type="http://schemas.openxmlformats.org/officeDocument/2006/relationships/image" Target="../media/image-33-9.png"/><Relationship Id="rId10" Type="http://schemas.openxmlformats.org/officeDocument/2006/relationships/image" Target="../media/image-33-10.svg"/><Relationship Id="rId11" Type="http://schemas.openxmlformats.org/officeDocument/2006/relationships/slideLayout" Target="../slideLayouts/slideLayout4.xml"/><Relationship Id="rId1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3-3.png"/><Relationship Id="rId2" Type="http://schemas.openxmlformats.org/officeDocument/2006/relationships/image" Target="../media/image-33-4.svg"/><Relationship Id="rId3" Type="http://schemas.openxmlformats.org/officeDocument/2006/relationships/image" Target="../media/image-33-5.png"/><Relationship Id="rId4" Type="http://schemas.openxmlformats.org/officeDocument/2006/relationships/image" Target="../media/image-33-6.svg"/><Relationship Id="rId5" Type="http://schemas.openxmlformats.org/officeDocument/2006/relationships/image" Target="../media/image-33-7.png"/><Relationship Id="rId6" Type="http://schemas.openxmlformats.org/officeDocument/2006/relationships/image" Target="../media/image-33-8.svg"/><Relationship Id="rId7" Type="http://schemas.openxmlformats.org/officeDocument/2006/relationships/image" Target="../media/image-33-9.png"/><Relationship Id="rId8" Type="http://schemas.openxmlformats.org/officeDocument/2006/relationships/image" Target="../media/image-33-10.svg"/><Relationship Id="rId9" Type="http://schemas.openxmlformats.org/officeDocument/2006/relationships/slideLayout" Target="../slideLayouts/slideLayout15.xml"/><Relationship Id="rId10"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4.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13-2.svg"/><Relationship Id="rId3" Type="http://schemas.openxmlformats.org/officeDocument/2006/relationships/slideLayout" Target="../slideLayouts/slideLayout4.xml"/><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13-4.svg"/><Relationship Id="rId3" Type="http://schemas.openxmlformats.org/officeDocument/2006/relationships/slideLayout" Target="../slideLayouts/slideLayout4.xml"/><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image" Target="../media/image-58-2.svg"/><Relationship Id="rId3" Type="http://schemas.openxmlformats.org/officeDocument/2006/relationships/slideLayout" Target="../slideLayouts/slideLayout5.xml"/><Relationship Id="rId4"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5.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slideLayout" Target="../slideLayouts/slideLayout5.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slideLayout" Target="../slideLayouts/slideLayout5.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slideLayout" Target="../slideLayouts/slideLayout19.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5.xml"/><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4.xml"/><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4.xml"/><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image" Target="../media/image-95-1.png"/><Relationship Id="rId2" Type="http://schemas.openxmlformats.org/officeDocument/2006/relationships/image" Target="../media/image-95-2.svg"/><Relationship Id="rId3" Type="http://schemas.openxmlformats.org/officeDocument/2006/relationships/image" Target="../media/image-95-3.png"/><Relationship Id="rId4" Type="http://schemas.openxmlformats.org/officeDocument/2006/relationships/image" Target="../media/image-95-4.svg"/><Relationship Id="rId5" Type="http://schemas.openxmlformats.org/officeDocument/2006/relationships/image" Target="../media/image-95-5.png"/><Relationship Id="rId6" Type="http://schemas.openxmlformats.org/officeDocument/2006/relationships/image" Target="../media/image-95-6.svg"/><Relationship Id="rId7" Type="http://schemas.openxmlformats.org/officeDocument/2006/relationships/slideLayout" Target="../slideLayouts/slideLayout5.xml"/><Relationship Id="rId8"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image" Target="../media/image-96-1.png"/><Relationship Id="rId2" Type="http://schemas.openxmlformats.org/officeDocument/2006/relationships/image" Target="../media/image-96-2.svg"/><Relationship Id="rId3" Type="http://schemas.openxmlformats.org/officeDocument/2006/relationships/image" Target="../media/image-95-1.png"/><Relationship Id="rId4" Type="http://schemas.openxmlformats.org/officeDocument/2006/relationships/image" Target="../media/image-95-2.svg"/><Relationship Id="rId5" Type="http://schemas.openxmlformats.org/officeDocument/2006/relationships/image" Target="../media/image-96-5.png"/><Relationship Id="rId6" Type="http://schemas.openxmlformats.org/officeDocument/2006/relationships/image" Target="../media/image-96-6.svg"/><Relationship Id="rId7" Type="http://schemas.openxmlformats.org/officeDocument/2006/relationships/slideLayout" Target="../slideLayouts/slideLayout28.xml"/><Relationship Id="rId8"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image" Target="../media/image-105-1.png"/><Relationship Id="rId2" Type="http://schemas.openxmlformats.org/officeDocument/2006/relationships/image" Target="../media/image-13-2.svg"/><Relationship Id="rId3" Type="http://schemas.openxmlformats.org/officeDocument/2006/relationships/slideLayout" Target="../slideLayouts/slideLayout4.xml"/><Relationship Id="rId4"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4.xml"/><Relationship Id="rId3"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0.xml"/><Relationship Id="rId3"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image" Target="../media/image-119-1.png"/><Relationship Id="rId2" Type="http://schemas.openxmlformats.org/officeDocument/2006/relationships/image" Target="../media/image-33-10.svg"/><Relationship Id="rId3" Type="http://schemas.openxmlformats.org/officeDocument/2006/relationships/image" Target="../media/image-119-3.png"/><Relationship Id="rId4" Type="http://schemas.openxmlformats.org/officeDocument/2006/relationships/image" Target="../media/image-119-4.svg"/><Relationship Id="rId5" Type="http://schemas.openxmlformats.org/officeDocument/2006/relationships/image" Target="../media/image-119-5.png"/><Relationship Id="rId6" Type="http://schemas.openxmlformats.org/officeDocument/2006/relationships/image" Target="../media/image-119-6.svg"/><Relationship Id="rId7" Type="http://schemas.openxmlformats.org/officeDocument/2006/relationships/image" Target="../media/image-119-7.png"/><Relationship Id="rId8" Type="http://schemas.openxmlformats.org/officeDocument/2006/relationships/image" Target="../media/image-33-6.svg"/><Relationship Id="rId9" Type="http://schemas.openxmlformats.org/officeDocument/2006/relationships/image" Target="../media/image-119-9.png"/><Relationship Id="rId10" Type="http://schemas.openxmlformats.org/officeDocument/2006/relationships/image" Target="../media/image-119-10.svg"/><Relationship Id="rId11" Type="http://schemas.openxmlformats.org/officeDocument/2006/relationships/image" Target="../media/image-119-9.png"/><Relationship Id="rId12" Type="http://schemas.openxmlformats.org/officeDocument/2006/relationships/image" Target="../media/image-119-10.svg"/><Relationship Id="rId13" Type="http://schemas.openxmlformats.org/officeDocument/2006/relationships/image" Target="../media/image-119-9.png"/><Relationship Id="rId14" Type="http://schemas.openxmlformats.org/officeDocument/2006/relationships/image" Target="../media/image-119-10.svg"/><Relationship Id="rId15" Type="http://schemas.openxmlformats.org/officeDocument/2006/relationships/image" Target="../media/image-119-9.png"/><Relationship Id="rId16" Type="http://schemas.openxmlformats.org/officeDocument/2006/relationships/image" Target="../media/image-119-10.svg"/><Relationship Id="rId17" Type="http://schemas.openxmlformats.org/officeDocument/2006/relationships/slideLayout" Target="../slideLayouts/slideLayout4.xml"/><Relationship Id="rId18"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image" Target="../media/image-119-1.png"/><Relationship Id="rId2" Type="http://schemas.openxmlformats.org/officeDocument/2006/relationships/image" Target="../media/image-33-10.svg"/><Relationship Id="rId3" Type="http://schemas.openxmlformats.org/officeDocument/2006/relationships/image" Target="../media/image-119-3.png"/><Relationship Id="rId4" Type="http://schemas.openxmlformats.org/officeDocument/2006/relationships/image" Target="../media/image-119-4.svg"/><Relationship Id="rId5" Type="http://schemas.openxmlformats.org/officeDocument/2006/relationships/image" Target="../media/image-119-5.png"/><Relationship Id="rId6" Type="http://schemas.openxmlformats.org/officeDocument/2006/relationships/image" Target="../media/image-119-6.svg"/><Relationship Id="rId7" Type="http://schemas.openxmlformats.org/officeDocument/2006/relationships/image" Target="../media/image-119-7.png"/><Relationship Id="rId8" Type="http://schemas.openxmlformats.org/officeDocument/2006/relationships/image" Target="../media/image-33-6.svg"/><Relationship Id="rId9" Type="http://schemas.openxmlformats.org/officeDocument/2006/relationships/image" Target="../media/image-119-9.png"/><Relationship Id="rId10" Type="http://schemas.openxmlformats.org/officeDocument/2006/relationships/image" Target="../media/image-119-10.svg"/><Relationship Id="rId11" Type="http://schemas.openxmlformats.org/officeDocument/2006/relationships/image" Target="../media/image-119-9.png"/><Relationship Id="rId12" Type="http://schemas.openxmlformats.org/officeDocument/2006/relationships/image" Target="../media/image-119-10.svg"/><Relationship Id="rId13" Type="http://schemas.openxmlformats.org/officeDocument/2006/relationships/image" Target="../media/image-119-9.png"/><Relationship Id="rId14" Type="http://schemas.openxmlformats.org/officeDocument/2006/relationships/image" Target="../media/image-119-10.svg"/><Relationship Id="rId15" Type="http://schemas.openxmlformats.org/officeDocument/2006/relationships/image" Target="../media/image-119-9.png"/><Relationship Id="rId16" Type="http://schemas.openxmlformats.org/officeDocument/2006/relationships/image" Target="../media/image-119-10.svg"/><Relationship Id="rId17" Type="http://schemas.openxmlformats.org/officeDocument/2006/relationships/slideLayout" Target="../slideLayouts/slideLayout34.xml"/><Relationship Id="rId18"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image" Target="../media/image-119-1.png"/><Relationship Id="rId2" Type="http://schemas.openxmlformats.org/officeDocument/2006/relationships/image" Target="../media/image-33-10.svg"/><Relationship Id="rId3" Type="http://schemas.openxmlformats.org/officeDocument/2006/relationships/image" Target="../media/image-119-3.png"/><Relationship Id="rId4" Type="http://schemas.openxmlformats.org/officeDocument/2006/relationships/image" Target="../media/image-119-4.svg"/><Relationship Id="rId5" Type="http://schemas.openxmlformats.org/officeDocument/2006/relationships/image" Target="../media/image-119-5.png"/><Relationship Id="rId6" Type="http://schemas.openxmlformats.org/officeDocument/2006/relationships/image" Target="../media/image-119-6.svg"/><Relationship Id="rId7" Type="http://schemas.openxmlformats.org/officeDocument/2006/relationships/image" Target="../media/image-119-7.png"/><Relationship Id="rId8" Type="http://schemas.openxmlformats.org/officeDocument/2006/relationships/image" Target="../media/image-33-6.svg"/><Relationship Id="rId9" Type="http://schemas.openxmlformats.org/officeDocument/2006/relationships/slideLayout" Target="../slideLayouts/slideLayout35.xml"/><Relationship Id="rId10"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image" Target="../media/image-119-1.png"/><Relationship Id="rId2" Type="http://schemas.openxmlformats.org/officeDocument/2006/relationships/image" Target="../media/image-33-10.svg"/><Relationship Id="rId3" Type="http://schemas.openxmlformats.org/officeDocument/2006/relationships/image" Target="../media/image-119-9.png"/><Relationship Id="rId4" Type="http://schemas.openxmlformats.org/officeDocument/2006/relationships/image" Target="../media/image-119-10.svg"/><Relationship Id="rId5" Type="http://schemas.openxmlformats.org/officeDocument/2006/relationships/image" Target="../media/image-119-3.png"/><Relationship Id="rId6" Type="http://schemas.openxmlformats.org/officeDocument/2006/relationships/image" Target="../media/image-119-4.svg"/><Relationship Id="rId7" Type="http://schemas.openxmlformats.org/officeDocument/2006/relationships/image" Target="../media/image-119-9.png"/><Relationship Id="rId8" Type="http://schemas.openxmlformats.org/officeDocument/2006/relationships/image" Target="../media/image-119-10.svg"/><Relationship Id="rId9" Type="http://schemas.openxmlformats.org/officeDocument/2006/relationships/image" Target="../media/image-119-5.png"/><Relationship Id="rId10" Type="http://schemas.openxmlformats.org/officeDocument/2006/relationships/image" Target="../media/image-119-6.svg"/><Relationship Id="rId11" Type="http://schemas.openxmlformats.org/officeDocument/2006/relationships/image" Target="../media/image-119-9.png"/><Relationship Id="rId12" Type="http://schemas.openxmlformats.org/officeDocument/2006/relationships/image" Target="../media/image-119-10.svg"/><Relationship Id="rId13" Type="http://schemas.openxmlformats.org/officeDocument/2006/relationships/slideLayout" Target="../slideLayouts/slideLayout35.xml"/><Relationship Id="rId14"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image" Target="../media/image-119-1.png"/><Relationship Id="rId2" Type="http://schemas.openxmlformats.org/officeDocument/2006/relationships/image" Target="../media/image-33-10.svg"/><Relationship Id="rId3" Type="http://schemas.openxmlformats.org/officeDocument/2006/relationships/image" Target="../media/image-119-3.png"/><Relationship Id="rId4" Type="http://schemas.openxmlformats.org/officeDocument/2006/relationships/image" Target="../media/image-119-4.svg"/><Relationship Id="rId5" Type="http://schemas.openxmlformats.org/officeDocument/2006/relationships/image" Target="../media/image-119-5.png"/><Relationship Id="rId6" Type="http://schemas.openxmlformats.org/officeDocument/2006/relationships/image" Target="../media/image-119-6.svg"/><Relationship Id="rId7" Type="http://schemas.openxmlformats.org/officeDocument/2006/relationships/slideLayout" Target="../slideLayouts/slideLayout35.xml"/><Relationship Id="rId8"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image" Target="../media/image-119-1.png"/><Relationship Id="rId2" Type="http://schemas.openxmlformats.org/officeDocument/2006/relationships/image" Target="../media/image-33-10.svg"/><Relationship Id="rId3" Type="http://schemas.openxmlformats.org/officeDocument/2006/relationships/image" Target="../media/image-119-3.png"/><Relationship Id="rId4" Type="http://schemas.openxmlformats.org/officeDocument/2006/relationships/image" Target="../media/image-119-4.svg"/><Relationship Id="rId5" Type="http://schemas.openxmlformats.org/officeDocument/2006/relationships/image" Target="../media/image-119-5.png"/><Relationship Id="rId6" Type="http://schemas.openxmlformats.org/officeDocument/2006/relationships/image" Target="../media/image-119-6.svg"/><Relationship Id="rId7" Type="http://schemas.openxmlformats.org/officeDocument/2006/relationships/slideLayout" Target="../slideLayouts/slideLayout35.xml"/><Relationship Id="rId8"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image" Target="../media/image-119-1.png"/><Relationship Id="rId2" Type="http://schemas.openxmlformats.org/officeDocument/2006/relationships/image" Target="../media/image-33-10.svg"/><Relationship Id="rId3" Type="http://schemas.openxmlformats.org/officeDocument/2006/relationships/image" Target="../media/image-119-3.png"/><Relationship Id="rId4" Type="http://schemas.openxmlformats.org/officeDocument/2006/relationships/image" Target="../media/image-119-4.svg"/><Relationship Id="rId5" Type="http://schemas.openxmlformats.org/officeDocument/2006/relationships/image" Target="../media/image-119-5.png"/><Relationship Id="rId6" Type="http://schemas.openxmlformats.org/officeDocument/2006/relationships/image" Target="../media/image-119-6.svg"/><Relationship Id="rId7" Type="http://schemas.openxmlformats.org/officeDocument/2006/relationships/slideLayout" Target="../slideLayouts/slideLayout36.xml"/><Relationship Id="rId8"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image" Target="../media/image-138-1.png"/><Relationship Id="rId2" Type="http://schemas.openxmlformats.org/officeDocument/2006/relationships/image" Target="../media/image-138-2.svg"/><Relationship Id="rId3" Type="http://schemas.openxmlformats.org/officeDocument/2006/relationships/image" Target="../media/image-138-3.png"/><Relationship Id="rId4" Type="http://schemas.openxmlformats.org/officeDocument/2006/relationships/image" Target="../media/image-13-4.svg"/><Relationship Id="rId5" Type="http://schemas.openxmlformats.org/officeDocument/2006/relationships/slideLayout" Target="../slideLayouts/slideLayout5.xml"/><Relationship Id="rId6"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image" Target="../media/image-149-1.png"/><Relationship Id="rId2" Type="http://schemas.openxmlformats.org/officeDocument/2006/relationships/image" Target="../media/image-13-2.svg"/><Relationship Id="rId3" Type="http://schemas.openxmlformats.org/officeDocument/2006/relationships/slideLayout" Target="../slideLayouts/slideLayout4.xml"/><Relationship Id="rId4"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image" Target="../media/image-150-1.png"/><Relationship Id="rId2" Type="http://schemas.openxmlformats.org/officeDocument/2006/relationships/image" Target="../media/image-13-4.svg"/><Relationship Id="rId3" Type="http://schemas.openxmlformats.org/officeDocument/2006/relationships/image" Target="../media/image-150-1.png"/><Relationship Id="rId4" Type="http://schemas.openxmlformats.org/officeDocument/2006/relationships/image" Target="../media/image-13-4.svg"/><Relationship Id="rId5" Type="http://schemas.openxmlformats.org/officeDocument/2006/relationships/image" Target="../media/image-150-1.png"/><Relationship Id="rId6" Type="http://schemas.openxmlformats.org/officeDocument/2006/relationships/image" Target="../media/image-13-4.svg"/><Relationship Id="rId7" Type="http://schemas.openxmlformats.org/officeDocument/2006/relationships/slideLayout" Target="../slideLayouts/slideLayout2.xml"/><Relationship Id="rId8"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4.xml"/><Relationship Id="rId3"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9.xml"/><Relationship Id="rId3"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image" Target="../media/image-153-1.png"/><Relationship Id="rId2" Type="http://schemas.openxmlformats.org/officeDocument/2006/relationships/image" Target="../media/image-13-2.svg"/><Relationship Id="rId3" Type="http://schemas.openxmlformats.org/officeDocument/2006/relationships/slideLayout" Target="../slideLayouts/slideLayout4.xml"/><Relationship Id="rId4"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image" Target="../media/image-154-1.png"/><Relationship Id="rId2" Type="http://schemas.openxmlformats.org/officeDocument/2006/relationships/image" Target="../media/image-13-2.svg"/><Relationship Id="rId3" Type="http://schemas.openxmlformats.org/officeDocument/2006/relationships/slideLayout" Target="../slideLayouts/slideLayout4.xml"/><Relationship Id="rId4"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4.xml"/><Relationship Id="rId3"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image" Target="../media/image-156-1.png"/><Relationship Id="rId2" Type="http://schemas.openxmlformats.org/officeDocument/2006/relationships/image" Target="../media/image-13-2.svg"/><Relationship Id="rId3" Type="http://schemas.openxmlformats.org/officeDocument/2006/relationships/slideLayout" Target="../slideLayouts/slideLayout4.xml"/><Relationship Id="rId4"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image" Target="../media/image-156-1.png"/><Relationship Id="rId2" Type="http://schemas.openxmlformats.org/officeDocument/2006/relationships/image" Target="../media/image-13-2.svg"/><Relationship Id="rId3" Type="http://schemas.openxmlformats.org/officeDocument/2006/relationships/slideLayout" Target="../slideLayouts/slideLayout3.xml"/><Relationship Id="rId4"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image" Target="../media/image-158-1.png"/><Relationship Id="rId2" Type="http://schemas.openxmlformats.org/officeDocument/2006/relationships/image" Target="../media/image-13-2.svg"/><Relationship Id="rId3" Type="http://schemas.openxmlformats.org/officeDocument/2006/relationships/slideLayout" Target="../slideLayouts/slideLayout2.xml"/><Relationship Id="rId4"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4.xml"/><Relationship Id="rId3"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5.xml"/><Relationship Id="rId3"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4.xml"/><Relationship Id="rId3"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image" Target="../media/image-167-1.png"/><Relationship Id="rId2" Type="http://schemas.openxmlformats.org/officeDocument/2006/relationships/image" Target="../media/image-13-4.svg"/><Relationship Id="rId3" Type="http://schemas.openxmlformats.org/officeDocument/2006/relationships/slideLayout" Target="../slideLayouts/slideLayout4.xml"/><Relationship Id="rId4"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4.xml"/><Relationship Id="rId3"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40.xml"/><Relationship Id="rId3"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4.xml"/><Relationship Id="rId3"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image" Target="../media/image-172-1.png"/><Relationship Id="rId2" Type="http://schemas.openxmlformats.org/officeDocument/2006/relationships/slideLayout" Target="../slideLayouts/slideLayout4.xml"/><Relationship Id="rId3"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image" Target="../media/image-172-1.png"/><Relationship Id="rId2" Type="http://schemas.openxmlformats.org/officeDocument/2006/relationships/slideLayout" Target="../slideLayouts/slideLayout10.xml"/><Relationship Id="rId3"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image" Target="../media/image-172-1.png"/><Relationship Id="rId2" Type="http://schemas.openxmlformats.org/officeDocument/2006/relationships/slideLayout" Target="../slideLayouts/slideLayout41.xml"/><Relationship Id="rId3"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1.png"/><Relationship Id="rId3" Type="http://schemas.openxmlformats.org/officeDocument/2006/relationships/slideLayout" Target="../slideLayouts/slideLayout32.xml"/><Relationship Id="rId4"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46.xml"/><Relationship Id="rId3"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12.xml"/><Relationship Id="rId3"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193.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194.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195.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6.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19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8.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199.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0.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1.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20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3.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4.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05.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6.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8.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209.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10.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211.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3.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214.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5.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6.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8.xml"/></Relationships>
</file>

<file path=ppt/slides/slide1.xml><?xml version="1.0" encoding="utf-8"?>
<p:sld xmlns:a="http://schemas.openxmlformats.org/drawingml/2006/main" xmlns:r="http://schemas.openxmlformats.org/officeDocument/2006/relationships" xmlns:p="http://schemas.openxmlformats.org/presentationml/2006/main">
  <p:cSld name="source-012">
    <p:spTree>
      <p:nvGrpSpPr>
        <p:cNvPr id="1" name=""/>
        <p:cNvGrpSpPr/>
        <p:nvPr/>
      </p:nvGrpSpPr>
      <p:grpSpPr>
        <a:xfrm>
          <a:off x="0" y="0"/>
          <a:ext cx="0" cy="0"/>
          <a:chOff x="0" y="0"/>
          <a:chExt cx="0" cy="0"/>
        </a:xfrm>
      </p:grpSpPr>
      <p:sp>
        <p:nvSpPr>
          <p:cNvPr id="3" name="eyebrow"/>
          <p:cNvSpPr/>
          <p:nvPr/>
        </p:nvSpPr>
        <p:spPr>
          <a:xfrm>
            <a:off x="723900" y="457200"/>
            <a:ext cx="34290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ACTIVITIES BY PHASE</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3429000" cy="13716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Who leads each activity in each phase</a:t>
            </a:r>
            <a:endParaRPr lang="en-US" sz="2400" spc="-36"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a:t>
            </a:fld>
            <a:endParaRPr lang="en-US" sz="700" spc="0" kern="0" b="0" i="0" dirty="0">
              <a:solidFill>
                <a:srgbClr val="070154"/>
              </a:solidFill>
              <a:latin typeface="IBM Plex Mono SemiBold"/>
              <a:ea typeface="IBM Plex Mono SemiBold"/>
              <a:cs typeface="IBM Plex Mono SemiBold"/>
            </a:endParaRPr>
          </a:p>
        </p:txBody>
      </p:sp>
      <p:grpSp>
        <p:nvGrpSpPr>
          <p:cNvPr id="30" name="node01"/>
          <p:cNvGrpSpPr/>
          <p:nvPr/>
        </p:nvGrpSpPr>
        <p:grpSpPr>
          <a:xfrm>
            <a:off x="723900" y="2286000"/>
            <a:ext cx="3429000" cy="1066800"/>
            <a:chOff x="723900" y="2286000"/>
            <a:chExt cx="3429000" cy="1066800"/>
          </a:xfrm>
        </p:grpSpPr>
        <p:sp>
          <p:nvSpPr>
            <p:cNvPr id="6" name="node01.text"/>
            <p:cNvSpPr/>
            <p:nvPr/>
          </p:nvSpPr>
          <p:spPr>
            <a:xfrm>
              <a:off x="723900" y="2286000"/>
              <a:ext cx="3429000" cy="10668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Every activity has a West Monroe lead and a named Northfield owner, so decisions and handovers never wait on a role that is unclear.</a:t>
              </a:r>
              <a:endParaRPr lang="en-US" sz="1400" spc="0" kern="0" b="0" i="0" dirty="0">
                <a:solidFill>
                  <a:srgbClr val="50658E"/>
                </a:solidFill>
                <a:latin typeface="IBM Plex Sans"/>
                <a:ea typeface="IBM Plex Sans"/>
                <a:cs typeface="IBM Plex Sans"/>
              </a:endParaRPr>
            </a:p>
          </p:txBody>
        </p:sp>
      </p:grpSp>
      <p:grpSp>
        <p:nvGrpSpPr>
          <p:cNvPr id="31" name="node02"/>
          <p:cNvGrpSpPr/>
          <p:nvPr/>
        </p:nvGrpSpPr>
        <p:grpSpPr>
          <a:xfrm>
            <a:off x="723900" y="3886200"/>
            <a:ext cx="3429000" cy="1828800"/>
            <a:chOff x="723900" y="3886200"/>
            <a:chExt cx="3429000" cy="1828800"/>
          </a:xfrm>
        </p:grpSpPr>
        <p:sp>
          <p:nvSpPr>
            <p:cNvPr id="7" name="node02.container"/>
            <p:cNvSpPr/>
            <p:nvPr/>
          </p:nvSpPr>
          <p:spPr>
            <a:xfrm>
              <a:off x="723900" y="3886200"/>
              <a:ext cx="3429000" cy="1828800"/>
            </a:xfrm>
            <a:prstGeom prst="rect">
              <a:avLst/>
            </a:prstGeom>
            <a:solidFill>
              <a:srgbClr val="E8EEF8"/>
            </a:solidFill>
            <a:ln>
              <a:noFill/>
            </a:ln>
          </p:spPr>
        </p:sp>
        <p:sp>
          <p:nvSpPr>
            <p:cNvPr id="8" name="node02.edge"/>
            <p:cNvSpPr/>
            <p:nvPr/>
          </p:nvSpPr>
          <p:spPr>
            <a:xfrm>
              <a:off x="723900" y="3886200"/>
              <a:ext cx="38100" cy="1828800"/>
            </a:xfrm>
            <a:prstGeom prst="rect">
              <a:avLst/>
            </a:prstGeom>
            <a:solidFill>
              <a:srgbClr val="070154"/>
            </a:solidFill>
            <a:ln>
              <a:noFill/>
            </a:ln>
          </p:spPr>
        </p:sp>
        <p:sp>
          <p:nvSpPr>
            <p:cNvPr id="9" name="node02.label"/>
            <p:cNvSpPr/>
            <p:nvPr/>
          </p:nvSpPr>
          <p:spPr>
            <a:xfrm>
              <a:off x="914400" y="4038600"/>
              <a:ext cx="30861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HOW WE WORK</a:t>
              </a:r>
              <a:endParaRPr lang="en-US" sz="900" spc="54" kern="0" b="0" i="0" dirty="0">
                <a:solidFill>
                  <a:srgbClr val="0047FF"/>
                </a:solidFill>
                <a:latin typeface="IBM Plex Mono Medium"/>
                <a:ea typeface="IBM Plex Mono Medium"/>
                <a:cs typeface="IBM Plex Mono Medium"/>
              </a:endParaRPr>
            </a:p>
          </p:txBody>
        </p:sp>
        <p:sp>
          <p:nvSpPr>
            <p:cNvPr id="10" name="node02.title"/>
            <p:cNvSpPr/>
            <p:nvPr/>
          </p:nvSpPr>
          <p:spPr>
            <a:xfrm>
              <a:off x="914400" y="4229100"/>
              <a:ext cx="30861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Ownership rule</a:t>
              </a:r>
              <a:endParaRPr lang="en-US" sz="1800" spc="-18" kern="0" b="0" i="0" dirty="0">
                <a:solidFill>
                  <a:srgbClr val="070154"/>
                </a:solidFill>
                <a:latin typeface="IBM Plex Sans SemiBold"/>
                <a:ea typeface="IBM Plex Sans SemiBold"/>
                <a:cs typeface="IBM Plex Sans SemiBold"/>
              </a:endParaRPr>
            </a:p>
          </p:txBody>
        </p:sp>
        <p:sp>
          <p:nvSpPr>
            <p:cNvPr id="11" name="node02.body.item-001.bullets.item-001.marker"/>
            <p:cNvSpPr/>
            <p:nvPr/>
          </p:nvSpPr>
          <p:spPr>
            <a:xfrm>
              <a:off x="914400" y="4737100"/>
              <a:ext cx="38100" cy="38100"/>
            </a:xfrm>
            <a:prstGeom prst="rect">
              <a:avLst/>
            </a:prstGeom>
            <a:solidFill>
              <a:srgbClr val="070154"/>
            </a:solidFill>
            <a:ln>
              <a:noFill/>
            </a:ln>
          </p:spPr>
        </p:sp>
        <p:sp>
          <p:nvSpPr>
            <p:cNvPr id="12" name="node02.body.item-001.bullets.item-001.text"/>
            <p:cNvSpPr/>
            <p:nvPr/>
          </p:nvSpPr>
          <p:spPr>
            <a:xfrm>
              <a:off x="1066800" y="4648200"/>
              <a:ext cx="29337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One owner on each side</a:t>
              </a:r>
              <a:endParaRPr lang="en-US" sz="1200" spc="0" kern="0" b="0" i="0" dirty="0">
                <a:solidFill>
                  <a:srgbClr val="070154"/>
                </a:solidFill>
                <a:latin typeface="IBM Plex Sans"/>
                <a:ea typeface="IBM Plex Sans"/>
                <a:cs typeface="IBM Plex Sans"/>
              </a:endParaRPr>
            </a:p>
          </p:txBody>
        </p:sp>
        <p:sp>
          <p:nvSpPr>
            <p:cNvPr id="13" name="node02.body.item-001.bullets.item-002.marker"/>
            <p:cNvSpPr/>
            <p:nvPr/>
          </p:nvSpPr>
          <p:spPr>
            <a:xfrm>
              <a:off x="914400" y="5003800"/>
              <a:ext cx="38100" cy="38100"/>
            </a:xfrm>
            <a:prstGeom prst="rect">
              <a:avLst/>
            </a:prstGeom>
            <a:solidFill>
              <a:srgbClr val="070154"/>
            </a:solidFill>
            <a:ln>
              <a:noFill/>
            </a:ln>
          </p:spPr>
        </p:sp>
        <p:sp>
          <p:nvSpPr>
            <p:cNvPr id="14" name="node02.body.item-001.bullets.item-002.text"/>
            <p:cNvSpPr/>
            <p:nvPr/>
          </p:nvSpPr>
          <p:spPr>
            <a:xfrm>
              <a:off x="1066800" y="4914900"/>
              <a:ext cx="29337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Owner signs the phase gate</a:t>
              </a:r>
              <a:endParaRPr lang="en-US" sz="1200" spc="0" kern="0" b="0" i="0" dirty="0">
                <a:solidFill>
                  <a:srgbClr val="070154"/>
                </a:solidFill>
                <a:latin typeface="IBM Plex Sans"/>
                <a:ea typeface="IBM Plex Sans"/>
                <a:cs typeface="IBM Plex Sans"/>
              </a:endParaRPr>
            </a:p>
          </p:txBody>
        </p:sp>
        <p:sp>
          <p:nvSpPr>
            <p:cNvPr id="15" name="node02.body.item-001.bullets.item-003.marker"/>
            <p:cNvSpPr/>
            <p:nvPr/>
          </p:nvSpPr>
          <p:spPr>
            <a:xfrm>
              <a:off x="914400" y="5270500"/>
              <a:ext cx="38100" cy="38100"/>
            </a:xfrm>
            <a:prstGeom prst="rect">
              <a:avLst/>
            </a:prstGeom>
            <a:solidFill>
              <a:srgbClr val="070154"/>
            </a:solidFill>
            <a:ln>
              <a:noFill/>
            </a:ln>
          </p:spPr>
        </p:sp>
        <p:sp>
          <p:nvSpPr>
            <p:cNvPr id="16" name="node02.body.item-001.bullets.item-003.text"/>
            <p:cNvSpPr/>
            <p:nvPr/>
          </p:nvSpPr>
          <p:spPr>
            <a:xfrm>
              <a:off x="1066800" y="5181600"/>
              <a:ext cx="29337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Escalate within two days</a:t>
              </a:r>
              <a:endParaRPr lang="en-US" sz="1200" spc="0" kern="0" b="0" i="0" dirty="0">
                <a:solidFill>
                  <a:srgbClr val="070154"/>
                </a:solidFill>
                <a:latin typeface="IBM Plex Sans"/>
                <a:ea typeface="IBM Plex Sans"/>
                <a:cs typeface="IBM Plex Sans"/>
              </a:endParaRPr>
            </a:p>
          </p:txBody>
        </p:sp>
      </p:grpSp>
      <p:grpSp>
        <p:nvGrpSpPr>
          <p:cNvPr id="32" name="node03"/>
          <p:cNvGrpSpPr/>
          <p:nvPr/>
        </p:nvGrpSpPr>
        <p:grpSpPr>
          <a:xfrm>
            <a:off x="4381500" y="457200"/>
            <a:ext cx="7086600" cy="5384800"/>
            <a:chOff x="4381500" y="457200"/>
            <a:chExt cx="7086600" cy="5384800"/>
          </a:xfrm>
        </p:grpSpPr>
        <p:graphicFrame>
          <p:nvGraphicFramePr>
            <p:cNvPr id="17" name="node03.native"/>
            <p:cNvGraphicFramePr>
              <a:graphicFrameLocks noGrp="1"/>
            </p:cNvGraphicFramePr>
            <p:nvPr>
              <p:extLst>
                <p:ext uri="{D42A27DB-BD31-4B8C-83A1-F6EECF244321}">
                  <p14:modId xmlns:p14="http://schemas.microsoft.com/office/powerpoint/2010/main" val="1579011935"/>
                </p:ext>
              </p:extLst>
            </p:nvPr>
          </p:nvGraphicFramePr>
          <p:xfrm>
            <a:off x="4381500" y="457200"/>
            <a:ext cx="7086600" cy="5384800"/>
          </p:xfrm>
          <a:graphic>
            <a:graphicData uri="http://schemas.openxmlformats.org/drawingml/2006/table">
              <a:tbl>
                <a:tblPr/>
                <a:tblGrid>
                  <a:gridCol w="1981200"/>
                  <a:gridCol w="1295400"/>
                  <a:gridCol w="1295400"/>
                  <a:gridCol w="1371600"/>
                  <a:gridCol w="1143000"/>
                </a:tblGrid>
                <a:tr h="355600">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ACTIVITY</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PHASE</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WEST MONROE</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NORTHFIELD</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r"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WKS</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r>
                <a:tr h="4191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Application scoring</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070154"/>
                            </a:solidFill>
                            <a:latin typeface="IBM Plex Mono Medium"/>
                            <a:ea typeface="IBM Plex Mono Medium"/>
                            <a:cs typeface="IBM Plex Mono Medium"/>
                          </a:defRPr>
                        </a:pPr>
                        <a:r>
                          <a:rPr lang="en-US" sz="900" spc="54" kern="0" b="0" i="0" dirty="0">
                            <a:solidFill>
                              <a:srgbClr val="070154"/>
                            </a:solidFill>
                            <a:latin typeface="IBM Plex Mono Medium"/>
                            <a:ea typeface="IBM Plex Mono Medium"/>
                            <a:cs typeface="IBM Plex Mono Medium"/>
                          </a:rPr>
                          <a:t xml:space="preserve">RATIONALIZE</a:t>
                        </a:r>
                        <a:endParaRPr lang="en-US" sz="900" spc="54" kern="0" b="0" i="0" dirty="0">
                          <a:solidFill>
                            <a:srgbClr val="070154"/>
                          </a:solidFill>
                          <a:latin typeface="IBM Plex Mono Medium"/>
                          <a:ea typeface="IBM Plex Mono Medium"/>
                          <a:cs typeface="IBM Plex Mono Medium"/>
                        </a:endParaRPr>
                      </a:p>
                    </a:txBody>
                    <a:tcPr marL="203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Portfolio lead</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App owners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4</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4191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Disposition workshops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070154"/>
                            </a:solidFill>
                            <a:latin typeface="IBM Plex Mono Medium"/>
                            <a:ea typeface="IBM Plex Mono Medium"/>
                            <a:cs typeface="IBM Plex Mono Medium"/>
                          </a:defRPr>
                        </a:pPr>
                        <a:r>
                          <a:rPr lang="en-US" sz="900" spc="54" kern="0" b="0" i="0" dirty="0">
                            <a:solidFill>
                              <a:srgbClr val="070154"/>
                            </a:solidFill>
                            <a:latin typeface="IBM Plex Mono Medium"/>
                            <a:ea typeface="IBM Plex Mono Medium"/>
                            <a:cs typeface="IBM Plex Mono Medium"/>
                          </a:rPr>
                          <a:t xml:space="preserve">RATIONALIZE</a:t>
                        </a:r>
                        <a:endParaRPr lang="en-US" sz="900" spc="54" kern="0" b="0" i="0" dirty="0">
                          <a:solidFill>
                            <a:srgbClr val="070154"/>
                          </a:solidFill>
                          <a:latin typeface="IBM Plex Mono Medium"/>
                          <a:ea typeface="IBM Plex Mono Medium"/>
                          <a:cs typeface="IBM Plex Mono Medium"/>
                        </a:endParaRPr>
                      </a:p>
                    </a:txBody>
                    <a:tcPr marL="203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Strategy lead</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CIO office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4</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4191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Target design</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070154"/>
                            </a:solidFill>
                            <a:latin typeface="IBM Plex Mono Medium"/>
                            <a:ea typeface="IBM Plex Mono Medium"/>
                            <a:cs typeface="IBM Plex Mono Medium"/>
                          </a:defRPr>
                        </a:pPr>
                        <a:r>
                          <a:rPr lang="en-US" sz="900" spc="54" kern="0" b="0" i="0" dirty="0">
                            <a:solidFill>
                              <a:srgbClr val="070154"/>
                            </a:solidFill>
                            <a:latin typeface="IBM Plex Mono Medium"/>
                            <a:ea typeface="IBM Plex Mono Medium"/>
                            <a:cs typeface="IBM Plex Mono Medium"/>
                          </a:rPr>
                          <a:t xml:space="preserve">RATIONALIZE</a:t>
                        </a:r>
                        <a:endParaRPr lang="en-US" sz="900" spc="54" kern="0" b="0" i="0" dirty="0">
                          <a:solidFill>
                            <a:srgbClr val="070154"/>
                          </a:solidFill>
                          <a:latin typeface="IBM Plex Mono Medium"/>
                          <a:ea typeface="IBM Plex Mono Medium"/>
                          <a:cs typeface="IBM Plex Mono Medium"/>
                        </a:endParaRPr>
                      </a:p>
                    </a:txBody>
                    <a:tcPr marL="203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Architect</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Architecture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4</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4191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Funding case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070154"/>
                            </a:solidFill>
                            <a:latin typeface="IBM Plex Mono Medium"/>
                            <a:ea typeface="IBM Plex Mono Medium"/>
                            <a:cs typeface="IBM Plex Mono Medium"/>
                          </a:defRPr>
                        </a:pPr>
                        <a:r>
                          <a:rPr lang="en-US" sz="900" spc="54" kern="0" b="0" i="0" dirty="0">
                            <a:solidFill>
                              <a:srgbClr val="070154"/>
                            </a:solidFill>
                            <a:latin typeface="IBM Plex Mono Medium"/>
                            <a:ea typeface="IBM Plex Mono Medium"/>
                            <a:cs typeface="IBM Plex Mono Medium"/>
                          </a:rPr>
                          <a:t xml:space="preserve">RATIONALIZE</a:t>
                        </a:r>
                        <a:endParaRPr lang="en-US" sz="900" spc="54" kern="0" b="0" i="0" dirty="0">
                          <a:solidFill>
                            <a:srgbClr val="070154"/>
                          </a:solidFill>
                          <a:latin typeface="IBM Plex Mono Medium"/>
                          <a:ea typeface="IBM Plex Mono Medium"/>
                          <a:cs typeface="IBM Plex Mono Medium"/>
                        </a:endParaRPr>
                      </a:p>
                    </a:txBody>
                    <a:tcPr marL="203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Lead partner</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Finance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4191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Landing zone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070154"/>
                            </a:solidFill>
                            <a:latin typeface="IBM Plex Mono Medium"/>
                            <a:ea typeface="IBM Plex Mono Medium"/>
                            <a:cs typeface="IBM Plex Mono Medium"/>
                          </a:defRPr>
                        </a:pPr>
                        <a:r>
                          <a:rPr lang="en-US" sz="900" spc="54" kern="0" b="0" i="0" dirty="0">
                            <a:solidFill>
                              <a:srgbClr val="070154"/>
                            </a:solidFill>
                            <a:latin typeface="IBM Plex Mono Medium"/>
                            <a:ea typeface="IBM Plex Mono Medium"/>
                            <a:cs typeface="IBM Plex Mono Medium"/>
                          </a:rPr>
                          <a:t xml:space="preserve">BUILD</a:t>
                        </a:r>
                        <a:endParaRPr lang="en-US" sz="900" spc="54" kern="0" b="0" i="0" dirty="0">
                          <a:solidFill>
                            <a:srgbClr val="070154"/>
                          </a:solidFill>
                          <a:latin typeface="IBM Plex Mono Medium"/>
                          <a:ea typeface="IBM Plex Mono Medium"/>
                          <a:cs typeface="IBM Plex Mono Medium"/>
                        </a:endParaRPr>
                      </a:p>
                    </a:txBody>
                    <a:tcPr marL="203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Cloud lead</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Infrastructure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12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4191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Billing refactor</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070154"/>
                            </a:solidFill>
                            <a:latin typeface="IBM Plex Mono Medium"/>
                            <a:ea typeface="IBM Plex Mono Medium"/>
                            <a:cs typeface="IBM Plex Mono Medium"/>
                          </a:defRPr>
                        </a:pPr>
                        <a:r>
                          <a:rPr lang="en-US" sz="900" spc="54" kern="0" b="0" i="0" dirty="0">
                            <a:solidFill>
                              <a:srgbClr val="070154"/>
                            </a:solidFill>
                            <a:latin typeface="IBM Plex Mono Medium"/>
                            <a:ea typeface="IBM Plex Mono Medium"/>
                            <a:cs typeface="IBM Plex Mono Medium"/>
                          </a:rPr>
                          <a:t xml:space="preserve">BUILD</a:t>
                        </a:r>
                        <a:endParaRPr lang="en-US" sz="900" spc="54" kern="0" b="0" i="0" dirty="0">
                          <a:solidFill>
                            <a:srgbClr val="070154"/>
                          </a:solidFill>
                          <a:latin typeface="IBM Plex Mono Medium"/>
                          <a:ea typeface="IBM Plex Mono Medium"/>
                          <a:cs typeface="IBM Plex Mono Medium"/>
                        </a:endParaRPr>
                      </a:p>
                    </a:txBody>
                    <a:tcPr marL="203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Tech lead</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Revenue cycle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10</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4191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Data reconciliation</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070154"/>
                            </a:solidFill>
                            <a:latin typeface="IBM Plex Mono Medium"/>
                            <a:ea typeface="IBM Plex Mono Medium"/>
                            <a:cs typeface="IBM Plex Mono Medium"/>
                          </a:defRPr>
                        </a:pPr>
                        <a:r>
                          <a:rPr lang="en-US" sz="900" spc="54" kern="0" b="0" i="0" dirty="0">
                            <a:solidFill>
                              <a:srgbClr val="070154"/>
                            </a:solidFill>
                            <a:latin typeface="IBM Plex Mono Medium"/>
                            <a:ea typeface="IBM Plex Mono Medium"/>
                            <a:cs typeface="IBM Plex Mono Medium"/>
                          </a:rPr>
                          <a:t xml:space="preserve">BUILD</a:t>
                        </a:r>
                        <a:endParaRPr lang="en-US" sz="900" spc="54" kern="0" b="0" i="0" dirty="0">
                          <a:solidFill>
                            <a:srgbClr val="070154"/>
                          </a:solidFill>
                          <a:latin typeface="IBM Plex Mono Medium"/>
                          <a:ea typeface="IBM Plex Mono Medium"/>
                          <a:cs typeface="IBM Plex Mono Medium"/>
                        </a:endParaRPr>
                      </a:p>
                    </a:txBody>
                    <a:tcPr marL="203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Data lead</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Data stewards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12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4191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Wave cutover</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070154"/>
                            </a:solidFill>
                            <a:latin typeface="IBM Plex Mono Medium"/>
                            <a:ea typeface="IBM Plex Mono Medium"/>
                            <a:cs typeface="IBM Plex Mono Medium"/>
                          </a:defRPr>
                        </a:pPr>
                        <a:r>
                          <a:rPr lang="en-US" sz="900" spc="54" kern="0" b="0" i="0" dirty="0">
                            <a:solidFill>
                              <a:srgbClr val="070154"/>
                            </a:solidFill>
                            <a:latin typeface="IBM Plex Mono Medium"/>
                            <a:ea typeface="IBM Plex Mono Medium"/>
                            <a:cs typeface="IBM Plex Mono Medium"/>
                          </a:rPr>
                          <a:t xml:space="preserve">BUILD</a:t>
                        </a:r>
                        <a:endParaRPr lang="en-US" sz="900" spc="54" kern="0" b="0" i="0" dirty="0">
                          <a:solidFill>
                            <a:srgbClr val="070154"/>
                          </a:solidFill>
                          <a:latin typeface="IBM Plex Mono Medium"/>
                          <a:ea typeface="IBM Plex Mono Medium"/>
                          <a:cs typeface="IBM Plex Mono Medium"/>
                        </a:endParaRPr>
                      </a:p>
                    </a:txBody>
                    <a:tcPr marL="203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Delivery lead</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Patient access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6</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4191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Hypercare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070154"/>
                            </a:solidFill>
                            <a:latin typeface="IBM Plex Mono Medium"/>
                            <a:ea typeface="IBM Plex Mono Medium"/>
                            <a:cs typeface="IBM Plex Mono Medium"/>
                          </a:defRPr>
                        </a:pPr>
                        <a:r>
                          <a:rPr lang="en-US" sz="900" spc="54" kern="0" b="0" i="0" dirty="0">
                            <a:solidFill>
                              <a:srgbClr val="070154"/>
                            </a:solidFill>
                            <a:latin typeface="IBM Plex Mono Medium"/>
                            <a:ea typeface="IBM Plex Mono Medium"/>
                            <a:cs typeface="IBM Plex Mono Medium"/>
                          </a:rPr>
                          <a:t xml:space="preserve">SUSTAIN</a:t>
                        </a:r>
                        <a:endParaRPr lang="en-US" sz="900" spc="54" kern="0" b="0" i="0" dirty="0">
                          <a:solidFill>
                            <a:srgbClr val="070154"/>
                          </a:solidFill>
                          <a:latin typeface="IBM Plex Mono Medium"/>
                          <a:ea typeface="IBM Plex Mono Medium"/>
                          <a:cs typeface="IBM Plex Mono Medium"/>
                        </a:endParaRPr>
                      </a:p>
                    </a:txBody>
                    <a:tcPr marL="203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Support lead</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Service desk</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12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4191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Quarterly tuning</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070154"/>
                            </a:solidFill>
                            <a:latin typeface="IBM Plex Mono Medium"/>
                            <a:ea typeface="IBM Plex Mono Medium"/>
                            <a:cs typeface="IBM Plex Mono Medium"/>
                          </a:defRPr>
                        </a:pPr>
                        <a:r>
                          <a:rPr lang="en-US" sz="900" spc="54" kern="0" b="0" i="0" dirty="0">
                            <a:solidFill>
                              <a:srgbClr val="070154"/>
                            </a:solidFill>
                            <a:latin typeface="IBM Plex Mono Medium"/>
                            <a:ea typeface="IBM Plex Mono Medium"/>
                            <a:cs typeface="IBM Plex Mono Medium"/>
                          </a:rPr>
                          <a:t xml:space="preserve">SUSTAIN</a:t>
                        </a:r>
                        <a:endParaRPr lang="en-US" sz="900" spc="54" kern="0" b="0" i="0" dirty="0">
                          <a:solidFill>
                            <a:srgbClr val="070154"/>
                          </a:solidFill>
                          <a:latin typeface="IBM Plex Mono Medium"/>
                          <a:ea typeface="IBM Plex Mono Medium"/>
                          <a:cs typeface="IBM Plex Mono Medium"/>
                        </a:endParaRPr>
                      </a:p>
                    </a:txBody>
                    <a:tcPr marL="203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Cloud lead</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Infrastructure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4</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4191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Governance charter</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070154"/>
                            </a:solidFill>
                            <a:latin typeface="IBM Plex Mono Medium"/>
                            <a:ea typeface="IBM Plex Mono Medium"/>
                            <a:cs typeface="IBM Plex Mono Medium"/>
                          </a:defRPr>
                        </a:pPr>
                        <a:r>
                          <a:rPr lang="en-US" sz="900" spc="54" kern="0" b="0" i="0" dirty="0">
                            <a:solidFill>
                              <a:srgbClr val="070154"/>
                            </a:solidFill>
                            <a:latin typeface="IBM Plex Mono Medium"/>
                            <a:ea typeface="IBM Plex Mono Medium"/>
                            <a:cs typeface="IBM Plex Mono Medium"/>
                          </a:rPr>
                          <a:t xml:space="preserve">SUSTAIN</a:t>
                        </a:r>
                        <a:endParaRPr lang="en-US" sz="900" spc="54" kern="0" b="0" i="0" dirty="0">
                          <a:solidFill>
                            <a:srgbClr val="070154"/>
                          </a:solidFill>
                          <a:latin typeface="IBM Plex Mono Medium"/>
                          <a:ea typeface="IBM Plex Mono Medium"/>
                          <a:cs typeface="IBM Plex Mono Medium"/>
                        </a:endParaRPr>
                      </a:p>
                    </a:txBody>
                    <a:tcPr marL="203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Strategy lead</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CIO office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4</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4191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Modernization backlog</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070154"/>
                            </a:solidFill>
                            <a:latin typeface="IBM Plex Mono Medium"/>
                            <a:ea typeface="IBM Plex Mono Medium"/>
                            <a:cs typeface="IBM Plex Mono Medium"/>
                          </a:defRPr>
                        </a:pPr>
                        <a:r>
                          <a:rPr lang="en-US" sz="900" spc="54" kern="0" b="0" i="0" dirty="0">
                            <a:solidFill>
                              <a:srgbClr val="070154"/>
                            </a:solidFill>
                            <a:latin typeface="IBM Plex Mono Medium"/>
                            <a:ea typeface="IBM Plex Mono Medium"/>
                            <a:cs typeface="IBM Plex Mono Medium"/>
                          </a:rPr>
                          <a:t xml:space="preserve">SUSTAIN</a:t>
                        </a:r>
                        <a:endParaRPr lang="en-US" sz="900" spc="54" kern="0" b="0" i="0" dirty="0">
                          <a:solidFill>
                            <a:srgbClr val="070154"/>
                          </a:solidFill>
                          <a:latin typeface="IBM Plex Mono Medium"/>
                          <a:ea typeface="IBM Plex Mono Medium"/>
                          <a:cs typeface="IBM Plex Mono Medium"/>
                        </a:endParaRPr>
                      </a:p>
                    </a:txBody>
                    <a:tcPr marL="203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Portfolio lead</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Product leads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Ongoing</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bl>
            </a:graphicData>
          </a:graphic>
        </p:graphicFrame>
        <p:sp>
          <p:nvSpPr>
            <p:cNvPr id="18" name="node03.row.item-001.p.outline"/>
            <p:cNvSpPr/>
            <p:nvPr/>
          </p:nvSpPr>
          <p:spPr>
            <a:xfrm>
              <a:off x="6515100" y="946150"/>
              <a:ext cx="953331" cy="152400"/>
            </a:xfrm>
            <a:prstGeom prst="rect">
              <a:avLst/>
            </a:prstGeom>
            <a:ln w="9525">
              <a:solidFill>
                <a:srgbClr val="070154"/>
              </a:solidFill>
              <a:prstDash val="solid"/>
            </a:ln>
          </p:spPr>
        </p:sp>
        <p:sp>
          <p:nvSpPr>
            <p:cNvPr id="19" name="node03.row.item-002.p.outline"/>
            <p:cNvSpPr/>
            <p:nvPr/>
          </p:nvSpPr>
          <p:spPr>
            <a:xfrm>
              <a:off x="6515100" y="1365250"/>
              <a:ext cx="953331" cy="152400"/>
            </a:xfrm>
            <a:prstGeom prst="rect">
              <a:avLst/>
            </a:prstGeom>
            <a:ln w="9525">
              <a:solidFill>
                <a:srgbClr val="070154"/>
              </a:solidFill>
              <a:prstDash val="solid"/>
            </a:ln>
          </p:spPr>
        </p:sp>
        <p:sp>
          <p:nvSpPr>
            <p:cNvPr id="20" name="node03.row.item-003.p.outline"/>
            <p:cNvSpPr/>
            <p:nvPr/>
          </p:nvSpPr>
          <p:spPr>
            <a:xfrm>
              <a:off x="6515100" y="1784350"/>
              <a:ext cx="953331" cy="152400"/>
            </a:xfrm>
            <a:prstGeom prst="rect">
              <a:avLst/>
            </a:prstGeom>
            <a:ln w="9525">
              <a:solidFill>
                <a:srgbClr val="070154"/>
              </a:solidFill>
              <a:prstDash val="solid"/>
            </a:ln>
          </p:spPr>
        </p:sp>
        <p:sp>
          <p:nvSpPr>
            <p:cNvPr id="21" name="node03.row.item-004.p.outline"/>
            <p:cNvSpPr/>
            <p:nvPr/>
          </p:nvSpPr>
          <p:spPr>
            <a:xfrm>
              <a:off x="6515100" y="2203450"/>
              <a:ext cx="953331" cy="152400"/>
            </a:xfrm>
            <a:prstGeom prst="rect">
              <a:avLst/>
            </a:prstGeom>
            <a:ln w="9525">
              <a:solidFill>
                <a:srgbClr val="070154"/>
              </a:solidFill>
              <a:prstDash val="solid"/>
            </a:ln>
          </p:spPr>
        </p:sp>
        <p:sp>
          <p:nvSpPr>
            <p:cNvPr id="22" name="node03.row.item-005.p.outline"/>
            <p:cNvSpPr/>
            <p:nvPr/>
          </p:nvSpPr>
          <p:spPr>
            <a:xfrm>
              <a:off x="6515100" y="2622550"/>
              <a:ext cx="502605" cy="152400"/>
            </a:xfrm>
            <a:prstGeom prst="rect">
              <a:avLst/>
            </a:prstGeom>
            <a:ln w="9525">
              <a:solidFill>
                <a:srgbClr val="070154"/>
              </a:solidFill>
              <a:prstDash val="solid"/>
            </a:ln>
          </p:spPr>
        </p:sp>
        <p:sp>
          <p:nvSpPr>
            <p:cNvPr id="23" name="node03.row.item-006.p.outline"/>
            <p:cNvSpPr/>
            <p:nvPr/>
          </p:nvSpPr>
          <p:spPr>
            <a:xfrm>
              <a:off x="6515100" y="3041650"/>
              <a:ext cx="502605" cy="152400"/>
            </a:xfrm>
            <a:prstGeom prst="rect">
              <a:avLst/>
            </a:prstGeom>
            <a:ln w="9525">
              <a:solidFill>
                <a:srgbClr val="070154"/>
              </a:solidFill>
              <a:prstDash val="solid"/>
            </a:ln>
          </p:spPr>
        </p:sp>
        <p:sp>
          <p:nvSpPr>
            <p:cNvPr id="24" name="node03.row.item-007.p.outline"/>
            <p:cNvSpPr/>
            <p:nvPr/>
          </p:nvSpPr>
          <p:spPr>
            <a:xfrm>
              <a:off x="6515100" y="3460750"/>
              <a:ext cx="502605" cy="152400"/>
            </a:xfrm>
            <a:prstGeom prst="rect">
              <a:avLst/>
            </a:prstGeom>
            <a:ln w="9525">
              <a:solidFill>
                <a:srgbClr val="070154"/>
              </a:solidFill>
              <a:prstDash val="solid"/>
            </a:ln>
          </p:spPr>
        </p:sp>
        <p:sp>
          <p:nvSpPr>
            <p:cNvPr id="25" name="node03.row.item-008.p.outline"/>
            <p:cNvSpPr/>
            <p:nvPr/>
          </p:nvSpPr>
          <p:spPr>
            <a:xfrm>
              <a:off x="6515100" y="3879850"/>
              <a:ext cx="502605" cy="152400"/>
            </a:xfrm>
            <a:prstGeom prst="rect">
              <a:avLst/>
            </a:prstGeom>
            <a:ln w="9525">
              <a:solidFill>
                <a:srgbClr val="070154"/>
              </a:solidFill>
              <a:prstDash val="solid"/>
            </a:ln>
          </p:spPr>
        </p:sp>
        <p:sp>
          <p:nvSpPr>
            <p:cNvPr id="26" name="node03.row.item-009.p.outline"/>
            <p:cNvSpPr/>
            <p:nvPr/>
          </p:nvSpPr>
          <p:spPr>
            <a:xfrm>
              <a:off x="6515100" y="4298950"/>
              <a:ext cx="652847" cy="152400"/>
            </a:xfrm>
            <a:prstGeom prst="rect">
              <a:avLst/>
            </a:prstGeom>
            <a:ln w="9525">
              <a:solidFill>
                <a:srgbClr val="070154"/>
              </a:solidFill>
              <a:prstDash val="solid"/>
            </a:ln>
          </p:spPr>
        </p:sp>
        <p:sp>
          <p:nvSpPr>
            <p:cNvPr id="27" name="node03.row.item-010.p.outline"/>
            <p:cNvSpPr/>
            <p:nvPr/>
          </p:nvSpPr>
          <p:spPr>
            <a:xfrm>
              <a:off x="6515100" y="4718050"/>
              <a:ext cx="652847" cy="152400"/>
            </a:xfrm>
            <a:prstGeom prst="rect">
              <a:avLst/>
            </a:prstGeom>
            <a:ln w="9525">
              <a:solidFill>
                <a:srgbClr val="070154"/>
              </a:solidFill>
              <a:prstDash val="solid"/>
            </a:ln>
          </p:spPr>
        </p:sp>
        <p:sp>
          <p:nvSpPr>
            <p:cNvPr id="28" name="node03.row.item-011.p.outline"/>
            <p:cNvSpPr/>
            <p:nvPr/>
          </p:nvSpPr>
          <p:spPr>
            <a:xfrm>
              <a:off x="6515100" y="5137150"/>
              <a:ext cx="652847" cy="152400"/>
            </a:xfrm>
            <a:prstGeom prst="rect">
              <a:avLst/>
            </a:prstGeom>
            <a:ln w="9525">
              <a:solidFill>
                <a:srgbClr val="070154"/>
              </a:solidFill>
              <a:prstDash val="solid"/>
            </a:ln>
          </p:spPr>
        </p:sp>
        <p:sp>
          <p:nvSpPr>
            <p:cNvPr id="29" name="node03.row.item-012.p.outline"/>
            <p:cNvSpPr/>
            <p:nvPr/>
          </p:nvSpPr>
          <p:spPr>
            <a:xfrm>
              <a:off x="6515100" y="5556250"/>
              <a:ext cx="652847" cy="152400"/>
            </a:xfrm>
            <a:prstGeom prst="rect">
              <a:avLst/>
            </a:prstGeom>
            <a:ln w="9525">
              <a:solidFill>
                <a:srgbClr val="070154"/>
              </a:solidFill>
              <a:prstDash val="solid"/>
            </a:ln>
          </p:spPr>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ource-016">
    <p:spTree>
      <p:nvGrpSpPr>
        <p:cNvPr id="1" name=""/>
        <p:cNvGrpSpPr/>
        <p:nvPr/>
      </p:nvGrpSpPr>
      <p:grpSpPr>
        <a:xfrm>
          <a:off x="0" y="0"/>
          <a:ext cx="0" cy="0"/>
          <a:chOff x="0" y="0"/>
          <a:chExt cx="0" cy="0"/>
        </a:xfrm>
      </p:grpSpPr>
      <p:sp>
        <p:nvSpPr>
          <p:cNvPr id="3" name="eyebrow"/>
          <p:cNvSpPr/>
          <p:nvPr/>
        </p:nvSpPr>
        <p:spPr>
          <a:xfrm>
            <a:off x="4381500" y="457200"/>
            <a:ext cx="70866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ARCHITECTURE DECISION RECORD</a:t>
            </a:r>
            <a:endParaRPr lang="en-US" sz="1000" spc="80" kern="0" b="0" i="0" dirty="0">
              <a:solidFill>
                <a:srgbClr val="0047FF"/>
              </a:solidFill>
              <a:latin typeface="IBM Plex Mono SemiBold"/>
              <a:ea typeface="IBM Plex Mono SemiBold"/>
              <a:cs typeface="IBM Plex Mono SemiBold"/>
            </a:endParaRPr>
          </a:p>
        </p:txBody>
      </p:sp>
      <p:pic>
        <p:nvPicPr>
          <p:cNvPr id="4" name="title.mark-002-002" descr="highlight-1; canonical SHA256=b0048aa39744978d339a9910f5cc1482814a8a0eae4c5a63e1f80d6a2885b314">    </p:cNvPr>
          <p:cNvPicPr>
            <a:picLocks noChangeAspect="1"/>
          </p:cNvPicPr>
          <p:nvPr/>
        </p:nvPicPr>
        <p:blipFill>
          <a:blip r:embed="rId1"/>
          <a:stretch>
            <a:fillRect/>
          </a:stretch>
        </p:blipFill>
        <p:spPr>
          <a:xfrm>
            <a:off x="6159831" y="1190732"/>
            <a:ext cx="2104722" cy="374904"/>
          </a:xfrm>
          <a:prstGeom prst="rect">
            <a:avLst/>
          </a:prstGeom>
        </p:spPr>
      </p:pic>
      <p:sp>
        <p:nvSpPr>
          <p:cNvPr id="5" name="title"/>
          <p:cNvSpPr/>
          <p:nvPr/>
        </p:nvSpPr>
        <p:spPr>
          <a:xfrm>
            <a:off x="4381500" y="685800"/>
            <a:ext cx="7086600" cy="11430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 xml:space="preserve">ADR-014: Route clinical events </a:t>
            </a:r>
            <a:br>
              <a:rPr lang="en-US" sz="3200" spc="-64" kern="0" b="0" i="0" dirty="0">
                <a:solidFill>
                  <a:srgbClr val="070154"/>
                </a:solidFill>
                <a:latin typeface="IBM Plex Sans SemiBold"/>
                <a:ea typeface="IBM Plex Sans SemiBold"/>
                <a:cs typeface="IBM Plex Sans SemiBold"/>
              </a:rPr>
            </a:br>
            <a:r>
              <a:rPr lang="en-US" sz="3200" spc="-64" kern="0" b="0" i="0" dirty="0">
                <a:solidFill>
                  <a:srgbClr val="070154"/>
                </a:solidFill>
                <a:latin typeface="IBM Plex Sans SemiBold"/>
                <a:ea typeface="IBM Plex Sans SemiBold"/>
                <a:cs typeface="IBM Plex Sans SemiBold"/>
              </a:rPr>
              <a:t xml:space="preserve">through a </a:t>
            </a:r>
            <a:r>
              <a:rPr lang="en-US" sz="3200" spc="-590" kern="0" b="0" i="0" dirty="0">
                <a:solidFill>
                  <a:srgbClr val="070154"/>
                </a:solidFill>
                <a:latin typeface="IBM Plex Sans SemiBold"/>
                <a:ea typeface="IBM Plex Sans SemiBold"/>
                <a:cs typeface="IBM Plex Sans SemiBold"/>
              </a:rPr>
              <a:t xml:space="preserve"> </a:t>
            </a:r>
            <a:r>
              <a:rPr lang="en-US" sz="3200" spc="-64" kern="0" b="0" i="0" dirty="0">
                <a:solidFill>
                  <a:srgbClr val="070154"/>
                </a:solidFill>
                <a:latin typeface="IBM Plex Sans SemiBold"/>
                <a:ea typeface="IBM Plex Sans SemiBold"/>
                <a:cs typeface="IBM Plex Sans SemiBold"/>
              </a:rPr>
              <a:t xml:space="preserve">shared bus</a:t>
            </a:r>
            <a:r>
              <a:rPr lang="en-US" sz="3200" spc="-590" kern="0" b="0" i="0" dirty="0">
                <a:solidFill>
                  <a:srgbClr val="070154"/>
                </a:solidFill>
                <a:latin typeface="IBM Plex Sans SemiBold"/>
                <a:ea typeface="IBM Plex Sans SemiBold"/>
                <a:cs typeface="IBM Plex Sans SemiBold"/>
              </a:rPr>
              <a:t xml:space="preserve"> </a:t>
            </a:r>
            <a:endParaRPr lang="en-US" sz="3200" spc="-64" kern="0" b="0" i="0" dirty="0">
              <a:solidFill>
                <a:srgbClr val="070154"/>
              </a:solidFill>
              <a:latin typeface="IBM Plex Sans SemiBold"/>
              <a:ea typeface="IBM Plex Sans SemiBold"/>
              <a:cs typeface="IBM Plex Sans SemiBold"/>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2</a:t>
            </a:fld>
            <a:endParaRPr lang="en-US" sz="700" spc="0" kern="0" b="0" i="0" dirty="0">
              <a:solidFill>
                <a:srgbClr val="070154"/>
              </a:solidFill>
              <a:latin typeface="IBM Plex Mono SemiBold"/>
              <a:ea typeface="IBM Plex Mono SemiBold"/>
              <a:cs typeface="IBM Plex Mono SemiBold"/>
            </a:endParaRPr>
          </a:p>
        </p:txBody>
      </p:sp>
      <p:grpSp>
        <p:nvGrpSpPr>
          <p:cNvPr id="35" name="node01"/>
          <p:cNvGrpSpPr/>
          <p:nvPr/>
        </p:nvGrpSpPr>
        <p:grpSpPr>
          <a:xfrm>
            <a:off x="723900" y="1600200"/>
            <a:ext cx="2514600" cy="152400"/>
            <a:chOff x="723900" y="1600200"/>
            <a:chExt cx="2514600" cy="152400"/>
          </a:xfrm>
        </p:grpSpPr>
        <p:sp>
          <p:nvSpPr>
            <p:cNvPr id="7" name="node01.text"/>
            <p:cNvSpPr/>
            <p:nvPr/>
          </p:nvSpPr>
          <p:spPr>
            <a:xfrm>
              <a:off x="723900" y="16002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CED7E6"/>
                  </a:solidFill>
                  <a:latin typeface="IBM Plex Mono Medium"/>
                  <a:ea typeface="IBM Plex Mono Medium"/>
                  <a:cs typeface="IBM Plex Mono Medium"/>
                </a:rPr>
                <a:t>ADR</a:t>
              </a:r>
              <a:endParaRPr lang="en-US" sz="900" spc="54" kern="0" b="0" i="0" dirty="0">
                <a:solidFill>
                  <a:srgbClr val="CED7E6"/>
                </a:solidFill>
                <a:latin typeface="IBM Plex Mono Medium"/>
                <a:ea typeface="IBM Plex Mono Medium"/>
                <a:cs typeface="IBM Plex Mono Medium"/>
              </a:endParaRPr>
            </a:p>
          </p:txBody>
        </p:sp>
      </p:grpSp>
      <p:grpSp>
        <p:nvGrpSpPr>
          <p:cNvPr id="36" name="node02"/>
          <p:cNvGrpSpPr/>
          <p:nvPr/>
        </p:nvGrpSpPr>
        <p:grpSpPr>
          <a:xfrm>
            <a:off x="723900" y="1828800"/>
            <a:ext cx="2514600" cy="458978"/>
            <a:chOff x="723900" y="1828800"/>
            <a:chExt cx="2514600" cy="458978"/>
          </a:xfrm>
        </p:grpSpPr>
        <p:sp>
          <p:nvSpPr>
            <p:cNvPr id="8" name="node02.text"/>
            <p:cNvSpPr/>
            <p:nvPr/>
          </p:nvSpPr>
          <p:spPr>
            <a:xfrm>
              <a:off x="723900" y="1828800"/>
              <a:ext cx="2514600" cy="458978"/>
            </a:xfrm>
            <a:prstGeom prst="rect">
              <a:avLst/>
            </a:prstGeom>
            <a:noFill/>
            <a:ln/>
          </p:spPr>
          <p:txBody>
            <a:bodyPr wrap="square" lIns="0" tIns="0" rIns="0" bIns="0" rtlCol="0" anchor="t"/>
            <a:lstStyle/>
            <a:p>
              <a:pPr algn="l" indent="0" marL="0">
                <a:lnSpc>
                  <a:spcPts val="3600"/>
                </a:lnSpc>
                <a:buNone/>
              </a:pPr>
              <a:r>
                <a:rPr lang="en-US" sz="3600" spc="-72" kern="0" b="0" i="0" dirty="0">
                  <a:solidFill>
                    <a:srgbClr val="FFFFFF"/>
                  </a:solidFill>
                  <a:latin typeface="IBM Plex Mono SemiBold"/>
                  <a:ea typeface="IBM Plex Mono SemiBold"/>
                  <a:cs typeface="IBM Plex Mono SemiBold"/>
                </a:rPr>
                <a:t>014</a:t>
              </a:r>
              <a:endParaRPr lang="en-US" sz="3600" spc="-72" kern="0" b="0" i="0" dirty="0">
                <a:solidFill>
                  <a:srgbClr val="FFFFFF"/>
                </a:solidFill>
                <a:latin typeface="IBM Plex Mono SemiBold"/>
                <a:ea typeface="IBM Plex Mono SemiBold"/>
                <a:cs typeface="IBM Plex Mono SemiBold"/>
              </a:endParaRPr>
            </a:p>
          </p:txBody>
        </p:sp>
      </p:grpSp>
      <p:grpSp>
        <p:nvGrpSpPr>
          <p:cNvPr id="37" name="node03"/>
          <p:cNvGrpSpPr/>
          <p:nvPr/>
        </p:nvGrpSpPr>
        <p:grpSpPr>
          <a:xfrm>
            <a:off x="723900" y="2514600"/>
            <a:ext cx="2514600" cy="152400"/>
            <a:chOff x="723900" y="2514600"/>
            <a:chExt cx="2514600" cy="152400"/>
          </a:xfrm>
        </p:grpSpPr>
        <p:sp>
          <p:nvSpPr>
            <p:cNvPr id="9" name="node03.text"/>
            <p:cNvSpPr/>
            <p:nvPr/>
          </p:nvSpPr>
          <p:spPr>
            <a:xfrm>
              <a:off x="723900" y="25146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CED7E6"/>
                  </a:solidFill>
                  <a:latin typeface="IBM Plex Mono Medium"/>
                  <a:ea typeface="IBM Plex Mono Medium"/>
                  <a:cs typeface="IBM Plex Mono Medium"/>
                </a:rPr>
                <a:t>STATUS</a:t>
              </a:r>
              <a:endParaRPr lang="en-US" sz="900" spc="54" kern="0" b="0" i="0" dirty="0">
                <a:solidFill>
                  <a:srgbClr val="CED7E6"/>
                </a:solidFill>
                <a:latin typeface="IBM Plex Mono Medium"/>
                <a:ea typeface="IBM Plex Mono Medium"/>
                <a:cs typeface="IBM Plex Mono Medium"/>
              </a:endParaRPr>
            </a:p>
          </p:txBody>
        </p:sp>
      </p:grpSp>
      <p:grpSp>
        <p:nvGrpSpPr>
          <p:cNvPr id="38" name="node04"/>
          <p:cNvGrpSpPr/>
          <p:nvPr/>
        </p:nvGrpSpPr>
        <p:grpSpPr>
          <a:xfrm>
            <a:off x="723900" y="2743200"/>
            <a:ext cx="1600200" cy="457200"/>
            <a:chOff x="723900" y="2743200"/>
            <a:chExt cx="1600200" cy="457200"/>
          </a:xfrm>
        </p:grpSpPr>
        <p:sp>
          <p:nvSpPr>
            <p:cNvPr id="10" name="node04.surface"/>
            <p:cNvSpPr/>
            <p:nvPr/>
          </p:nvSpPr>
          <p:spPr>
            <a:xfrm>
              <a:off x="723900" y="2743200"/>
              <a:ext cx="1600200" cy="457200"/>
            </a:xfrm>
            <a:prstGeom prst="rect">
              <a:avLst/>
            </a:prstGeom>
            <a:solidFill>
              <a:srgbClr val="E8EEF8"/>
            </a:solidFill>
            <a:ln>
              <a:noFill/>
            </a:ln>
          </p:spPr>
        </p:sp>
        <p:sp>
          <p:nvSpPr>
            <p:cNvPr id="11" name="node04.text"/>
            <p:cNvSpPr/>
            <p:nvPr/>
          </p:nvSpPr>
          <p:spPr>
            <a:xfrm>
              <a:off x="876300" y="2895600"/>
              <a:ext cx="12954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Medium"/>
                  <a:ea typeface="IBM Plex Mono Medium"/>
                  <a:cs typeface="IBM Plex Mono Medium"/>
                </a:rPr>
                <a:t>ACCEPTED</a:t>
              </a:r>
              <a:endParaRPr lang="en-US" sz="900" spc="54" kern="0" b="0" i="0" dirty="0">
                <a:solidFill>
                  <a:srgbClr val="070154"/>
                </a:solidFill>
                <a:latin typeface="IBM Plex Mono Medium"/>
                <a:ea typeface="IBM Plex Mono Medium"/>
                <a:cs typeface="IBM Plex Mono Medium"/>
              </a:endParaRPr>
            </a:p>
          </p:txBody>
        </p:sp>
      </p:grpSp>
      <p:sp>
        <p:nvSpPr>
          <p:cNvPr id="12" name="node05"/>
          <p:cNvSpPr/>
          <p:nvPr/>
        </p:nvSpPr>
        <p:spPr>
          <a:xfrm>
            <a:off x="723900" y="3429000"/>
            <a:ext cx="2514600" cy="9525"/>
          </a:xfrm>
          <a:prstGeom prst="rect">
            <a:avLst/>
          </a:prstGeom>
          <a:solidFill>
            <a:srgbClr val="50658E"/>
          </a:solidFill>
          <a:ln>
            <a:noFill/>
          </a:ln>
        </p:spPr>
      </p:sp>
      <p:grpSp>
        <p:nvGrpSpPr>
          <p:cNvPr id="39" name="node06"/>
          <p:cNvGrpSpPr/>
          <p:nvPr/>
        </p:nvGrpSpPr>
        <p:grpSpPr>
          <a:xfrm>
            <a:off x="723900" y="3657600"/>
            <a:ext cx="2514600" cy="152400"/>
            <a:chOff x="723900" y="3657600"/>
            <a:chExt cx="2514600" cy="152400"/>
          </a:xfrm>
        </p:grpSpPr>
        <p:sp>
          <p:nvSpPr>
            <p:cNvPr id="13" name="node06.text"/>
            <p:cNvSpPr/>
            <p:nvPr/>
          </p:nvSpPr>
          <p:spPr>
            <a:xfrm>
              <a:off x="723900" y="36576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CED7E6"/>
                  </a:solidFill>
                  <a:latin typeface="IBM Plex Mono Medium"/>
                  <a:ea typeface="IBM Plex Mono Medium"/>
                  <a:cs typeface="IBM Plex Mono Medium"/>
                </a:rPr>
                <a:t>DATE</a:t>
              </a:r>
              <a:endParaRPr lang="en-US" sz="900" spc="54" kern="0" b="0" i="0" dirty="0">
                <a:solidFill>
                  <a:srgbClr val="CED7E6"/>
                </a:solidFill>
                <a:latin typeface="IBM Plex Mono Medium"/>
                <a:ea typeface="IBM Plex Mono Medium"/>
                <a:cs typeface="IBM Plex Mono Medium"/>
              </a:endParaRPr>
            </a:p>
          </p:txBody>
        </p:sp>
      </p:grpSp>
      <p:grpSp>
        <p:nvGrpSpPr>
          <p:cNvPr id="40" name="node07"/>
          <p:cNvGrpSpPr/>
          <p:nvPr/>
        </p:nvGrpSpPr>
        <p:grpSpPr>
          <a:xfrm>
            <a:off x="723900" y="3886200"/>
            <a:ext cx="2514600" cy="228600"/>
            <a:chOff x="723900" y="3886200"/>
            <a:chExt cx="2514600" cy="228600"/>
          </a:xfrm>
        </p:grpSpPr>
        <p:sp>
          <p:nvSpPr>
            <p:cNvPr id="14" name="node07.text"/>
            <p:cNvSpPr/>
            <p:nvPr/>
          </p:nvSpPr>
          <p:spPr>
            <a:xfrm>
              <a:off x="723900" y="3886200"/>
              <a:ext cx="2514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12 Sep 2026</a:t>
              </a:r>
              <a:endParaRPr lang="en-US" sz="1200" spc="0" kern="0" b="0" i="0" dirty="0">
                <a:solidFill>
                  <a:srgbClr val="FFFFFF"/>
                </a:solidFill>
                <a:latin typeface="IBM Plex Sans"/>
                <a:ea typeface="IBM Plex Sans"/>
                <a:cs typeface="IBM Plex Sans"/>
              </a:endParaRPr>
            </a:p>
          </p:txBody>
        </p:sp>
      </p:grpSp>
      <p:grpSp>
        <p:nvGrpSpPr>
          <p:cNvPr id="41" name="node08"/>
          <p:cNvGrpSpPr/>
          <p:nvPr/>
        </p:nvGrpSpPr>
        <p:grpSpPr>
          <a:xfrm>
            <a:off x="723900" y="4343400"/>
            <a:ext cx="2514600" cy="152400"/>
            <a:chOff x="723900" y="4343400"/>
            <a:chExt cx="2514600" cy="152400"/>
          </a:xfrm>
        </p:grpSpPr>
        <p:sp>
          <p:nvSpPr>
            <p:cNvPr id="15" name="node08.text"/>
            <p:cNvSpPr/>
            <p:nvPr/>
          </p:nvSpPr>
          <p:spPr>
            <a:xfrm>
              <a:off x="723900" y="43434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CED7E6"/>
                  </a:solidFill>
                  <a:latin typeface="IBM Plex Mono Medium"/>
                  <a:ea typeface="IBM Plex Mono Medium"/>
                  <a:cs typeface="IBM Plex Mono Medium"/>
                </a:rPr>
                <a:t>DECIDERS</a:t>
              </a:r>
              <a:endParaRPr lang="en-US" sz="900" spc="54" kern="0" b="0" i="0" dirty="0">
                <a:solidFill>
                  <a:srgbClr val="CED7E6"/>
                </a:solidFill>
                <a:latin typeface="IBM Plex Mono Medium"/>
                <a:ea typeface="IBM Plex Mono Medium"/>
                <a:cs typeface="IBM Plex Mono Medium"/>
              </a:endParaRPr>
            </a:p>
          </p:txBody>
        </p:sp>
      </p:grpSp>
      <p:grpSp>
        <p:nvGrpSpPr>
          <p:cNvPr id="42" name="node09"/>
          <p:cNvGrpSpPr/>
          <p:nvPr/>
        </p:nvGrpSpPr>
        <p:grpSpPr>
          <a:xfrm>
            <a:off x="723900" y="4572000"/>
            <a:ext cx="2514600" cy="228600"/>
            <a:chOff x="723900" y="4572000"/>
            <a:chExt cx="2514600" cy="228600"/>
          </a:xfrm>
        </p:grpSpPr>
        <p:sp>
          <p:nvSpPr>
            <p:cNvPr id="16" name="node09.text"/>
            <p:cNvSpPr/>
            <p:nvPr/>
          </p:nvSpPr>
          <p:spPr>
            <a:xfrm>
              <a:off x="723900" y="4572000"/>
              <a:ext cx="2514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Architecture review board</a:t>
              </a:r>
              <a:endParaRPr lang="en-US" sz="1200" spc="0" kern="0" b="0" i="0" dirty="0">
                <a:solidFill>
                  <a:srgbClr val="FFFFFF"/>
                </a:solidFill>
                <a:latin typeface="IBM Plex Sans"/>
                <a:ea typeface="IBM Plex Sans"/>
                <a:cs typeface="IBM Plex Sans"/>
              </a:endParaRPr>
            </a:p>
          </p:txBody>
        </p:sp>
      </p:grpSp>
      <p:grpSp>
        <p:nvGrpSpPr>
          <p:cNvPr id="43" name="node10"/>
          <p:cNvGrpSpPr/>
          <p:nvPr/>
        </p:nvGrpSpPr>
        <p:grpSpPr>
          <a:xfrm>
            <a:off x="723900" y="5029200"/>
            <a:ext cx="2514600" cy="152400"/>
            <a:chOff x="723900" y="5029200"/>
            <a:chExt cx="2514600" cy="152400"/>
          </a:xfrm>
        </p:grpSpPr>
        <p:sp>
          <p:nvSpPr>
            <p:cNvPr id="17" name="node10.text"/>
            <p:cNvSpPr/>
            <p:nvPr/>
          </p:nvSpPr>
          <p:spPr>
            <a:xfrm>
              <a:off x="723900" y="50292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CED7E6"/>
                  </a:solidFill>
                  <a:latin typeface="IBM Plex Mono Medium"/>
                  <a:ea typeface="IBM Plex Mono Medium"/>
                  <a:cs typeface="IBM Plex Mono Medium"/>
                </a:rPr>
                <a:t>SUPERSEDES</a:t>
              </a:r>
              <a:endParaRPr lang="en-US" sz="900" spc="54" kern="0" b="0" i="0" dirty="0">
                <a:solidFill>
                  <a:srgbClr val="CED7E6"/>
                </a:solidFill>
                <a:latin typeface="IBM Plex Mono Medium"/>
                <a:ea typeface="IBM Plex Mono Medium"/>
                <a:cs typeface="IBM Plex Mono Medium"/>
              </a:endParaRPr>
            </a:p>
          </p:txBody>
        </p:sp>
      </p:grpSp>
      <p:grpSp>
        <p:nvGrpSpPr>
          <p:cNvPr id="44" name="node11"/>
          <p:cNvGrpSpPr/>
          <p:nvPr/>
        </p:nvGrpSpPr>
        <p:grpSpPr>
          <a:xfrm>
            <a:off x="723900" y="5257800"/>
            <a:ext cx="2514600" cy="228600"/>
            <a:chOff x="723900" y="5257800"/>
            <a:chExt cx="2514600" cy="228600"/>
          </a:xfrm>
        </p:grpSpPr>
        <p:sp>
          <p:nvSpPr>
            <p:cNvPr id="18" name="node11.text"/>
            <p:cNvSpPr/>
            <p:nvPr/>
          </p:nvSpPr>
          <p:spPr>
            <a:xfrm>
              <a:off x="723900" y="5257800"/>
              <a:ext cx="2514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ADR-009 Point-to-point HL7 feeds</a:t>
              </a:r>
              <a:endParaRPr lang="en-US" sz="1200" spc="0" kern="0" b="0" i="0" dirty="0">
                <a:solidFill>
                  <a:srgbClr val="FFFFFF"/>
                </a:solidFill>
                <a:latin typeface="IBM Plex Sans"/>
                <a:ea typeface="IBM Plex Sans"/>
                <a:cs typeface="IBM Plex Sans"/>
              </a:endParaRPr>
            </a:p>
          </p:txBody>
        </p:sp>
      </p:grpSp>
      <p:grpSp>
        <p:nvGrpSpPr>
          <p:cNvPr id="45" name="node12"/>
          <p:cNvGrpSpPr/>
          <p:nvPr/>
        </p:nvGrpSpPr>
        <p:grpSpPr>
          <a:xfrm>
            <a:off x="4381500" y="2057400"/>
            <a:ext cx="7086600" cy="152400"/>
            <a:chOff x="4381500" y="2057400"/>
            <a:chExt cx="7086600" cy="152400"/>
          </a:xfrm>
        </p:grpSpPr>
        <p:sp>
          <p:nvSpPr>
            <p:cNvPr id="19" name="node12.text"/>
            <p:cNvSpPr/>
            <p:nvPr/>
          </p:nvSpPr>
          <p:spPr>
            <a:xfrm>
              <a:off x="4381500" y="2057400"/>
              <a:ext cx="7086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CONTEXT</a:t>
              </a:r>
              <a:endParaRPr lang="en-US" sz="900" spc="54" kern="0" b="0" i="0" dirty="0">
                <a:solidFill>
                  <a:srgbClr val="50658E"/>
                </a:solidFill>
                <a:latin typeface="IBM Plex Mono Medium"/>
                <a:ea typeface="IBM Plex Mono Medium"/>
                <a:cs typeface="IBM Plex Mono Medium"/>
              </a:endParaRPr>
            </a:p>
          </p:txBody>
        </p:sp>
      </p:grpSp>
      <p:grpSp>
        <p:nvGrpSpPr>
          <p:cNvPr id="46" name="node13"/>
          <p:cNvGrpSpPr/>
          <p:nvPr/>
        </p:nvGrpSpPr>
        <p:grpSpPr>
          <a:xfrm>
            <a:off x="4381500" y="2286000"/>
            <a:ext cx="7086600" cy="533400"/>
            <a:chOff x="4381500" y="2286000"/>
            <a:chExt cx="7086600" cy="533400"/>
          </a:xfrm>
        </p:grpSpPr>
        <p:sp>
          <p:nvSpPr>
            <p:cNvPr id="20" name="node13.text"/>
            <p:cNvSpPr/>
            <p:nvPr/>
          </p:nvSpPr>
          <p:spPr>
            <a:xfrm>
              <a:off x="4381500" y="2286000"/>
              <a:ext cx="70866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Northfield runs 14 clinical and revenue systems, and every pair that exchanges data has its own interface. The 61 feeds fail in different ways, and each new system adds more.</a:t>
              </a:r>
              <a:endParaRPr lang="en-US" sz="1400" spc="0" kern="0" b="0" i="0" dirty="0">
                <a:solidFill>
                  <a:srgbClr val="070154"/>
                </a:solidFill>
                <a:latin typeface="IBM Plex Sans"/>
                <a:ea typeface="IBM Plex Sans"/>
                <a:cs typeface="IBM Plex Sans"/>
              </a:endParaRPr>
            </a:p>
          </p:txBody>
        </p:sp>
      </p:grpSp>
      <p:grpSp>
        <p:nvGrpSpPr>
          <p:cNvPr id="47" name="node14"/>
          <p:cNvGrpSpPr/>
          <p:nvPr/>
        </p:nvGrpSpPr>
        <p:grpSpPr>
          <a:xfrm>
            <a:off x="4381500" y="3200400"/>
            <a:ext cx="7086600" cy="1143000"/>
            <a:chOff x="4381500" y="3200400"/>
            <a:chExt cx="7086600" cy="1143000"/>
          </a:xfrm>
        </p:grpSpPr>
        <p:sp>
          <p:nvSpPr>
            <p:cNvPr id="21" name="node14.container"/>
            <p:cNvSpPr/>
            <p:nvPr/>
          </p:nvSpPr>
          <p:spPr>
            <a:xfrm>
              <a:off x="4381500" y="3200400"/>
              <a:ext cx="7086600" cy="1143000"/>
            </a:xfrm>
            <a:prstGeom prst="rect">
              <a:avLst/>
            </a:prstGeom>
            <a:solidFill>
              <a:srgbClr val="E8EEF8"/>
            </a:solidFill>
            <a:ln>
              <a:noFill/>
            </a:ln>
          </p:spPr>
        </p:sp>
        <p:sp>
          <p:nvSpPr>
            <p:cNvPr id="22" name="node14.edge"/>
            <p:cNvSpPr/>
            <p:nvPr/>
          </p:nvSpPr>
          <p:spPr>
            <a:xfrm>
              <a:off x="4381500" y="3200400"/>
              <a:ext cx="76200" cy="1143000"/>
            </a:xfrm>
            <a:prstGeom prst="rect">
              <a:avLst/>
            </a:prstGeom>
            <a:solidFill>
              <a:srgbClr val="0047FF"/>
            </a:solidFill>
            <a:ln>
              <a:noFill/>
            </a:ln>
          </p:spPr>
        </p:sp>
        <p:sp>
          <p:nvSpPr>
            <p:cNvPr id="23" name="node14.label"/>
            <p:cNvSpPr/>
            <p:nvPr/>
          </p:nvSpPr>
          <p:spPr>
            <a:xfrm>
              <a:off x="4686300" y="3429000"/>
              <a:ext cx="6553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DECISION</a:t>
              </a:r>
              <a:endParaRPr lang="en-US" sz="900" spc="54" kern="0" b="0" i="0" dirty="0">
                <a:solidFill>
                  <a:srgbClr val="0047FF"/>
                </a:solidFill>
                <a:latin typeface="IBM Plex Mono Medium"/>
                <a:ea typeface="IBM Plex Mono Medium"/>
                <a:cs typeface="IBM Plex Mono Medium"/>
              </a:endParaRPr>
            </a:p>
          </p:txBody>
        </p:sp>
        <p:sp>
          <p:nvSpPr>
            <p:cNvPr id="24" name="node14.body.item-001.paragraph"/>
            <p:cNvSpPr/>
            <p:nvPr/>
          </p:nvSpPr>
          <p:spPr>
            <a:xfrm>
              <a:off x="4686300" y="3619500"/>
              <a:ext cx="65532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Publish clinical and revenue events to one managed event bus. Systems subscribe to the events they need, so a new feed no longer changes the sending system.</a:t>
              </a:r>
              <a:endParaRPr lang="en-US" sz="1200" spc="0" kern="0" b="0" i="0" dirty="0">
                <a:solidFill>
                  <a:srgbClr val="50658E"/>
                </a:solidFill>
                <a:latin typeface="IBM Plex Sans"/>
                <a:ea typeface="IBM Plex Sans"/>
                <a:cs typeface="IBM Plex Sans"/>
              </a:endParaRPr>
            </a:p>
          </p:txBody>
        </p:sp>
      </p:grpSp>
      <p:grpSp>
        <p:nvGrpSpPr>
          <p:cNvPr id="48" name="node15"/>
          <p:cNvGrpSpPr/>
          <p:nvPr/>
        </p:nvGrpSpPr>
        <p:grpSpPr>
          <a:xfrm>
            <a:off x="4381500" y="4572000"/>
            <a:ext cx="3429000" cy="152400"/>
            <a:chOff x="4381500" y="4572000"/>
            <a:chExt cx="3429000" cy="152400"/>
          </a:xfrm>
        </p:grpSpPr>
        <p:sp>
          <p:nvSpPr>
            <p:cNvPr id="25" name="node15.text"/>
            <p:cNvSpPr/>
            <p:nvPr/>
          </p:nvSpPr>
          <p:spPr>
            <a:xfrm>
              <a:off x="4381500" y="4572000"/>
              <a:ext cx="3429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POSITIVE CONSEQUENCES</a:t>
              </a:r>
              <a:endParaRPr lang="en-US" sz="900" spc="54" kern="0" b="0" i="0" dirty="0">
                <a:solidFill>
                  <a:srgbClr val="50658E"/>
                </a:solidFill>
                <a:latin typeface="IBM Plex Mono Medium"/>
                <a:ea typeface="IBM Plex Mono Medium"/>
                <a:cs typeface="IBM Plex Mono Medium"/>
              </a:endParaRPr>
            </a:p>
          </p:txBody>
        </p:sp>
      </p:grpSp>
      <p:grpSp>
        <p:nvGrpSpPr>
          <p:cNvPr id="49" name="node16"/>
          <p:cNvGrpSpPr/>
          <p:nvPr/>
        </p:nvGrpSpPr>
        <p:grpSpPr>
          <a:xfrm>
            <a:off x="4381500" y="4800600"/>
            <a:ext cx="3429000" cy="495300"/>
            <a:chOff x="4381500" y="4800600"/>
            <a:chExt cx="3429000" cy="495300"/>
          </a:xfrm>
        </p:grpSpPr>
        <p:sp>
          <p:nvSpPr>
            <p:cNvPr id="26" name="node16.source-001.bullet"/>
            <p:cNvSpPr/>
            <p:nvPr/>
          </p:nvSpPr>
          <p:spPr>
            <a:xfrm>
              <a:off x="4381500" y="4889500"/>
              <a:ext cx="38100" cy="38100"/>
            </a:xfrm>
            <a:prstGeom prst="rect">
              <a:avLst/>
            </a:prstGeom>
            <a:solidFill>
              <a:srgbClr val="070154"/>
            </a:solidFill>
            <a:ln>
              <a:noFill/>
            </a:ln>
          </p:spPr>
        </p:sp>
        <p:sp>
          <p:nvSpPr>
            <p:cNvPr id="27" name="node16.source-001.text"/>
            <p:cNvSpPr/>
            <p:nvPr/>
          </p:nvSpPr>
          <p:spPr>
            <a:xfrm>
              <a:off x="4533900" y="48006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One place to monitor and replay every event</a:t>
              </a:r>
              <a:endParaRPr lang="en-US" sz="1200" spc="0" kern="0" b="0" i="0" dirty="0">
                <a:solidFill>
                  <a:srgbClr val="070154"/>
                </a:solidFill>
                <a:latin typeface="IBM Plex Sans"/>
                <a:ea typeface="IBM Plex Sans"/>
                <a:cs typeface="IBM Plex Sans"/>
              </a:endParaRPr>
            </a:p>
          </p:txBody>
        </p:sp>
        <p:sp>
          <p:nvSpPr>
            <p:cNvPr id="28" name="node16.source-002.bullet"/>
            <p:cNvSpPr/>
            <p:nvPr/>
          </p:nvSpPr>
          <p:spPr>
            <a:xfrm>
              <a:off x="4381500" y="5156200"/>
              <a:ext cx="38100" cy="38100"/>
            </a:xfrm>
            <a:prstGeom prst="rect">
              <a:avLst/>
            </a:prstGeom>
            <a:solidFill>
              <a:srgbClr val="070154"/>
            </a:solidFill>
            <a:ln>
              <a:noFill/>
            </a:ln>
          </p:spPr>
        </p:sp>
        <p:sp>
          <p:nvSpPr>
            <p:cNvPr id="29" name="node16.source-002.text"/>
            <p:cNvSpPr/>
            <p:nvPr/>
          </p:nvSpPr>
          <p:spPr>
            <a:xfrm>
              <a:off x="4533900" y="50673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New systems connect in weeks, not quarters</a:t>
              </a:r>
              <a:endParaRPr lang="en-US" sz="1200" spc="0" kern="0" b="0" i="0" dirty="0">
                <a:solidFill>
                  <a:srgbClr val="070154"/>
                </a:solidFill>
                <a:latin typeface="IBM Plex Sans"/>
                <a:ea typeface="IBM Plex Sans"/>
                <a:cs typeface="IBM Plex Sans"/>
              </a:endParaRPr>
            </a:p>
          </p:txBody>
        </p:sp>
      </p:grpSp>
      <p:grpSp>
        <p:nvGrpSpPr>
          <p:cNvPr id="50" name="node17"/>
          <p:cNvGrpSpPr/>
          <p:nvPr/>
        </p:nvGrpSpPr>
        <p:grpSpPr>
          <a:xfrm>
            <a:off x="8039100" y="4572000"/>
            <a:ext cx="3429000" cy="152400"/>
            <a:chOff x="8039100" y="4572000"/>
            <a:chExt cx="3429000" cy="152400"/>
          </a:xfrm>
        </p:grpSpPr>
        <p:sp>
          <p:nvSpPr>
            <p:cNvPr id="30" name="node17.text"/>
            <p:cNvSpPr/>
            <p:nvPr/>
          </p:nvSpPr>
          <p:spPr>
            <a:xfrm>
              <a:off x="8039100" y="4572000"/>
              <a:ext cx="3429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NEGATIVE CONSEQUENCES</a:t>
              </a:r>
              <a:endParaRPr lang="en-US" sz="900" spc="54" kern="0" b="0" i="0" dirty="0">
                <a:solidFill>
                  <a:srgbClr val="50658E"/>
                </a:solidFill>
                <a:latin typeface="IBM Plex Mono Medium"/>
                <a:ea typeface="IBM Plex Mono Medium"/>
                <a:cs typeface="IBM Plex Mono Medium"/>
              </a:endParaRPr>
            </a:p>
          </p:txBody>
        </p:sp>
      </p:grpSp>
      <p:grpSp>
        <p:nvGrpSpPr>
          <p:cNvPr id="51" name="node18"/>
          <p:cNvGrpSpPr/>
          <p:nvPr/>
        </p:nvGrpSpPr>
        <p:grpSpPr>
          <a:xfrm>
            <a:off x="8039100" y="4800600"/>
            <a:ext cx="3429000" cy="723900"/>
            <a:chOff x="8039100" y="4800600"/>
            <a:chExt cx="3429000" cy="723900"/>
          </a:xfrm>
        </p:grpSpPr>
        <p:sp>
          <p:nvSpPr>
            <p:cNvPr id="31" name="node18.source-001.bullet"/>
            <p:cNvSpPr/>
            <p:nvPr/>
          </p:nvSpPr>
          <p:spPr>
            <a:xfrm>
              <a:off x="8039100" y="4889500"/>
              <a:ext cx="38100" cy="38100"/>
            </a:xfrm>
            <a:prstGeom prst="rect">
              <a:avLst/>
            </a:prstGeom>
            <a:solidFill>
              <a:srgbClr val="070154"/>
            </a:solidFill>
            <a:ln>
              <a:noFill/>
            </a:ln>
          </p:spPr>
        </p:sp>
        <p:sp>
          <p:nvSpPr>
            <p:cNvPr id="32" name="node18.source-001.text"/>
            <p:cNvSpPr/>
            <p:nvPr/>
          </p:nvSpPr>
          <p:spPr>
            <a:xfrm>
              <a:off x="8191500" y="4800600"/>
              <a:ext cx="32766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The platform team must run a new service around the clock</a:t>
              </a:r>
              <a:endParaRPr lang="en-US" sz="1200" spc="0" kern="0" b="0" i="0" dirty="0">
                <a:solidFill>
                  <a:srgbClr val="070154"/>
                </a:solidFill>
                <a:latin typeface="IBM Plex Sans"/>
                <a:ea typeface="IBM Plex Sans"/>
                <a:cs typeface="IBM Plex Sans"/>
              </a:endParaRPr>
            </a:p>
          </p:txBody>
        </p:sp>
        <p:sp>
          <p:nvSpPr>
            <p:cNvPr id="33" name="node18.source-002.bullet"/>
            <p:cNvSpPr/>
            <p:nvPr/>
          </p:nvSpPr>
          <p:spPr>
            <a:xfrm>
              <a:off x="8039100" y="5384800"/>
              <a:ext cx="38100" cy="38100"/>
            </a:xfrm>
            <a:prstGeom prst="rect">
              <a:avLst/>
            </a:prstGeom>
            <a:solidFill>
              <a:srgbClr val="070154"/>
            </a:solidFill>
            <a:ln>
              <a:noFill/>
            </a:ln>
          </p:spPr>
        </p:sp>
        <p:sp>
          <p:nvSpPr>
            <p:cNvPr id="34" name="node18.source-002.text"/>
            <p:cNvSpPr/>
            <p:nvPr/>
          </p:nvSpPr>
          <p:spPr>
            <a:xfrm>
              <a:off x="8191500" y="52959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Interface teams need training in event design</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ource-017">
    <p:spTree>
      <p:nvGrpSpPr>
        <p:cNvPr id="1" name=""/>
        <p:cNvGrpSpPr/>
        <p:nvPr/>
      </p:nvGrpSpPr>
      <p:grpSpPr>
        <a:xfrm>
          <a:off x="0" y="0"/>
          <a:ext cx="0" cy="0"/>
          <a:chOff x="0" y="0"/>
          <a:chExt cx="0" cy="0"/>
        </a:xfrm>
      </p:grpSpPr>
      <p:sp>
        <p:nvSpPr>
          <p:cNvPr id="3" name="eyebrow"/>
          <p:cNvSpPr/>
          <p:nvPr/>
        </p:nvSpPr>
        <p:spPr>
          <a:xfrm>
            <a:off x="723900" y="457200"/>
            <a:ext cx="34290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ARCHITECTURE DECISION RECORD</a:t>
            </a:r>
            <a:endParaRPr lang="en-US" sz="1000" spc="80" kern="0" b="0" i="0" dirty="0">
              <a:solidFill>
                <a:srgbClr val="0047FF"/>
              </a:solidFill>
              <a:latin typeface="IBM Plex Mono SemiBold"/>
              <a:ea typeface="IBM Plex Mono SemiBold"/>
              <a:cs typeface="IBM Plex Mono SemiBold"/>
            </a:endParaRPr>
          </a:p>
        </p:txBody>
      </p:sp>
      <p:pic>
        <p:nvPicPr>
          <p:cNvPr id="4" name="title.mark-002-002" descr="highlight-1; canonical SHA256=b0048aa39744978d339a9910f5cc1482814a8a0eae4c5a63e1f80d6a2885b314">    </p:cNvPr>
          <p:cNvPicPr>
            <a:picLocks noChangeAspect="1"/>
          </p:cNvPicPr>
          <p:nvPr/>
        </p:nvPicPr>
        <p:blipFill>
          <a:blip r:embed="rId1"/>
          <a:stretch>
            <a:fillRect/>
          </a:stretch>
        </p:blipFill>
        <p:spPr>
          <a:xfrm>
            <a:off x="3055660" y="1106576"/>
            <a:ext cx="1021835" cy="312420"/>
          </a:xfrm>
          <a:prstGeom prst="rect">
            <a:avLst/>
          </a:prstGeom>
        </p:spPr>
      </p:pic>
      <p:pic>
        <p:nvPicPr>
          <p:cNvPr id="5" name="title.mark-002-003" descr="highlight-1; canonical SHA256=b0048aa39744978d339a9910f5cc1482814a8a0eae4c5a63e1f80d6a2885b314">    </p:cNvPr>
          <p:cNvPicPr>
            <a:picLocks noChangeAspect="1"/>
          </p:cNvPicPr>
          <p:nvPr/>
        </p:nvPicPr>
        <p:blipFill>
          <a:blip r:embed="rId2"/>
          <a:stretch>
            <a:fillRect/>
          </a:stretch>
        </p:blipFill>
        <p:spPr>
          <a:xfrm>
            <a:off x="693420" y="1487576"/>
            <a:ext cx="1399337" cy="312420"/>
          </a:xfrm>
          <a:prstGeom prst="rect">
            <a:avLst/>
          </a:prstGeom>
        </p:spPr>
      </p:pic>
      <p:sp>
        <p:nvSpPr>
          <p:cNvPr id="6" name="title"/>
          <p:cNvSpPr/>
          <p:nvPr/>
        </p:nvSpPr>
        <p:spPr>
          <a:xfrm>
            <a:off x="723900" y="685800"/>
            <a:ext cx="3429000" cy="13716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 xml:space="preserve">ADR-014: Route clinical </a:t>
            </a:r>
            <a:br>
              <a:rPr lang="en-US" sz="2400" spc="-36" kern="0" b="0" i="0" dirty="0">
                <a:solidFill>
                  <a:srgbClr val="070154"/>
                </a:solidFill>
                <a:latin typeface="IBM Plex Sans SemiBold"/>
                <a:ea typeface="IBM Plex Sans SemiBold"/>
                <a:cs typeface="IBM Plex Sans SemiBold"/>
              </a:rPr>
            </a:br>
            <a:r>
              <a:rPr lang="en-US" sz="2400" spc="-36" kern="0" b="0" i="0" dirty="0">
                <a:solidFill>
                  <a:srgbClr val="070154"/>
                </a:solidFill>
                <a:latin typeface="IBM Plex Sans SemiBold"/>
                <a:ea typeface="IBM Plex Sans SemiBold"/>
                <a:cs typeface="IBM Plex Sans SemiBold"/>
              </a:rPr>
              <a:t xml:space="preserve">events through a </a:t>
            </a:r>
            <a:r>
              <a:rPr lang="en-US" sz="2400" spc="-443" kern="0" b="0" i="0" dirty="0">
                <a:solidFill>
                  <a:srgbClr val="070154"/>
                </a:solidFill>
                <a:latin typeface="IBM Plex Sans SemiBold"/>
                <a:ea typeface="IBM Plex Sans SemiBold"/>
                <a:cs typeface="IBM Plex Sans SemiBold"/>
              </a:rPr>
              <a:t xml:space="preserve"> </a:t>
            </a:r>
            <a:r>
              <a:rPr lang="en-US" sz="2400" spc="-36" kern="0" b="0" i="0" dirty="0">
                <a:solidFill>
                  <a:srgbClr val="070154"/>
                </a:solidFill>
                <a:latin typeface="IBM Plex Sans SemiBold"/>
                <a:ea typeface="IBM Plex Sans SemiBold"/>
                <a:cs typeface="IBM Plex Sans SemiBold"/>
              </a:rPr>
              <a:t xml:space="preserve">shared </a:t>
            </a:r>
            <a:br>
              <a:rPr lang="en-US" sz="2400" spc="-36" kern="0" b="0" i="0" dirty="0">
                <a:solidFill>
                  <a:srgbClr val="070154"/>
                </a:solidFill>
                <a:latin typeface="IBM Plex Sans SemiBold"/>
                <a:ea typeface="IBM Plex Sans SemiBold"/>
                <a:cs typeface="IBM Plex Sans SemiBold"/>
              </a:rPr>
            </a:br>
            <a:r>
              <a:rPr lang="en-US" sz="2400" spc="-36" kern="0" b="0" i="0" dirty="0">
                <a:solidFill>
                  <a:srgbClr val="070154"/>
                </a:solidFill>
                <a:latin typeface="IBM Plex Sans SemiBold"/>
                <a:ea typeface="IBM Plex Sans SemiBold"/>
                <a:cs typeface="IBM Plex Sans SemiBold"/>
              </a:rPr>
              <a:t xml:space="preserve">event bus</a:t>
            </a:r>
            <a:r>
              <a:rPr lang="en-US" sz="2400" spc="-443" kern="0" b="0" i="0" dirty="0">
                <a:solidFill>
                  <a:srgbClr val="070154"/>
                </a:solidFill>
                <a:latin typeface="IBM Plex Sans SemiBold"/>
                <a:ea typeface="IBM Plex Sans SemiBold"/>
                <a:cs typeface="IBM Plex Sans SemiBold"/>
              </a:rPr>
              <a:t xml:space="preserve"> </a:t>
            </a:r>
            <a:endParaRPr lang="en-US" sz="2400" spc="-36" kern="0" b="0" i="0" dirty="0">
              <a:solidFill>
                <a:srgbClr val="070154"/>
              </a:solidFill>
              <a:latin typeface="IBM Plex Sans SemiBold"/>
              <a:ea typeface="IBM Plex Sans SemiBold"/>
              <a:cs typeface="IBM Plex Sans SemiBold"/>
            </a:endParaRPr>
          </a:p>
        </p:txBody>
      </p:sp>
      <p:sp>
        <p:nvSpPr>
          <p:cNvPr id="7"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3</a:t>
            </a:fld>
            <a:endParaRPr lang="en-US" sz="700" spc="0" kern="0" b="0" i="0" dirty="0">
              <a:solidFill>
                <a:srgbClr val="070154"/>
              </a:solidFill>
              <a:latin typeface="IBM Plex Mono SemiBold"/>
              <a:ea typeface="IBM Plex Mono SemiBold"/>
              <a:cs typeface="IBM Plex Mono SemiBold"/>
            </a:endParaRPr>
          </a:p>
        </p:txBody>
      </p:sp>
      <p:grpSp>
        <p:nvGrpSpPr>
          <p:cNvPr id="39" name="node01"/>
          <p:cNvGrpSpPr/>
          <p:nvPr/>
        </p:nvGrpSpPr>
        <p:grpSpPr>
          <a:xfrm>
            <a:off x="723900" y="2286000"/>
            <a:ext cx="3429000" cy="152400"/>
            <a:chOff x="723900" y="2286000"/>
            <a:chExt cx="3429000" cy="152400"/>
          </a:xfrm>
        </p:grpSpPr>
        <p:sp>
          <p:nvSpPr>
            <p:cNvPr id="8" name="node01.text"/>
            <p:cNvSpPr/>
            <p:nvPr/>
          </p:nvSpPr>
          <p:spPr>
            <a:xfrm>
              <a:off x="723900" y="2286000"/>
              <a:ext cx="3429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STATUS</a:t>
              </a:r>
              <a:endParaRPr lang="en-US" sz="900" spc="54" kern="0" b="0" i="0" dirty="0">
                <a:solidFill>
                  <a:srgbClr val="50658E"/>
                </a:solidFill>
                <a:latin typeface="IBM Plex Mono Medium"/>
                <a:ea typeface="IBM Plex Mono Medium"/>
                <a:cs typeface="IBM Plex Mono Medium"/>
              </a:endParaRPr>
            </a:p>
          </p:txBody>
        </p:sp>
      </p:grpSp>
      <p:grpSp>
        <p:nvGrpSpPr>
          <p:cNvPr id="40" name="node02"/>
          <p:cNvGrpSpPr/>
          <p:nvPr/>
        </p:nvGrpSpPr>
        <p:grpSpPr>
          <a:xfrm>
            <a:off x="723900" y="2514600"/>
            <a:ext cx="1600200" cy="457200"/>
            <a:chOff x="723900" y="2514600"/>
            <a:chExt cx="1600200" cy="457200"/>
          </a:xfrm>
        </p:grpSpPr>
        <p:sp>
          <p:nvSpPr>
            <p:cNvPr id="9" name="node02.surface"/>
            <p:cNvSpPr/>
            <p:nvPr/>
          </p:nvSpPr>
          <p:spPr>
            <a:xfrm>
              <a:off x="723900" y="2514600"/>
              <a:ext cx="1600200" cy="457200"/>
            </a:xfrm>
            <a:prstGeom prst="rect">
              <a:avLst/>
            </a:prstGeom>
            <a:solidFill>
              <a:srgbClr val="070154"/>
            </a:solidFill>
            <a:ln>
              <a:noFill/>
            </a:ln>
          </p:spPr>
        </p:sp>
        <p:sp>
          <p:nvSpPr>
            <p:cNvPr id="10" name="node02.text"/>
            <p:cNvSpPr/>
            <p:nvPr/>
          </p:nvSpPr>
          <p:spPr>
            <a:xfrm>
              <a:off x="876300" y="2667000"/>
              <a:ext cx="12954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FFFFF"/>
                  </a:solidFill>
                  <a:latin typeface="IBM Plex Mono Medium"/>
                  <a:ea typeface="IBM Plex Mono Medium"/>
                  <a:cs typeface="IBM Plex Mono Medium"/>
                </a:rPr>
                <a:t>ACCEPTED</a:t>
              </a:r>
              <a:endParaRPr lang="en-US" sz="900" spc="54" kern="0" b="0" i="0" dirty="0">
                <a:solidFill>
                  <a:srgbClr val="FFFFFF"/>
                </a:solidFill>
                <a:latin typeface="IBM Plex Mono Medium"/>
                <a:ea typeface="IBM Plex Mono Medium"/>
                <a:cs typeface="IBM Plex Mono Medium"/>
              </a:endParaRPr>
            </a:p>
          </p:txBody>
        </p:sp>
      </p:grpSp>
      <p:grpSp>
        <p:nvGrpSpPr>
          <p:cNvPr id="41" name="node03"/>
          <p:cNvGrpSpPr/>
          <p:nvPr/>
        </p:nvGrpSpPr>
        <p:grpSpPr>
          <a:xfrm>
            <a:off x="723900" y="3200400"/>
            <a:ext cx="1574800" cy="152400"/>
            <a:chOff x="723900" y="3200400"/>
            <a:chExt cx="1574800" cy="152400"/>
          </a:xfrm>
        </p:grpSpPr>
        <p:sp>
          <p:nvSpPr>
            <p:cNvPr id="11" name="node03.text"/>
            <p:cNvSpPr/>
            <p:nvPr/>
          </p:nvSpPr>
          <p:spPr>
            <a:xfrm>
              <a:off x="723900" y="3200400"/>
              <a:ext cx="1574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DATE</a:t>
              </a:r>
              <a:endParaRPr lang="en-US" sz="900" spc="54" kern="0" b="0" i="0" dirty="0">
                <a:solidFill>
                  <a:srgbClr val="50658E"/>
                </a:solidFill>
                <a:latin typeface="IBM Plex Mono Medium"/>
                <a:ea typeface="IBM Plex Mono Medium"/>
                <a:cs typeface="IBM Plex Mono Medium"/>
              </a:endParaRPr>
            </a:p>
          </p:txBody>
        </p:sp>
      </p:grpSp>
      <p:grpSp>
        <p:nvGrpSpPr>
          <p:cNvPr id="42" name="node04"/>
          <p:cNvGrpSpPr/>
          <p:nvPr/>
        </p:nvGrpSpPr>
        <p:grpSpPr>
          <a:xfrm>
            <a:off x="723900" y="3429000"/>
            <a:ext cx="1574800" cy="228600"/>
            <a:chOff x="723900" y="3429000"/>
            <a:chExt cx="1574800" cy="228600"/>
          </a:xfrm>
        </p:grpSpPr>
        <p:sp>
          <p:nvSpPr>
            <p:cNvPr id="12" name="node04.text"/>
            <p:cNvSpPr/>
            <p:nvPr/>
          </p:nvSpPr>
          <p:spPr>
            <a:xfrm>
              <a:off x="723900" y="3429000"/>
              <a:ext cx="1574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12 Sep 2026</a:t>
              </a:r>
              <a:endParaRPr lang="en-US" sz="1200" spc="0" kern="0" b="0" i="0" dirty="0">
                <a:solidFill>
                  <a:srgbClr val="070154"/>
                </a:solidFill>
                <a:latin typeface="IBM Plex Sans"/>
                <a:ea typeface="IBM Plex Sans"/>
                <a:cs typeface="IBM Plex Sans"/>
              </a:endParaRPr>
            </a:p>
          </p:txBody>
        </p:sp>
      </p:grpSp>
      <p:grpSp>
        <p:nvGrpSpPr>
          <p:cNvPr id="43" name="node05"/>
          <p:cNvGrpSpPr/>
          <p:nvPr/>
        </p:nvGrpSpPr>
        <p:grpSpPr>
          <a:xfrm>
            <a:off x="2578100" y="3200400"/>
            <a:ext cx="1574800" cy="152400"/>
            <a:chOff x="2578100" y="3200400"/>
            <a:chExt cx="1574800" cy="152400"/>
          </a:xfrm>
        </p:grpSpPr>
        <p:sp>
          <p:nvSpPr>
            <p:cNvPr id="13" name="node05.text"/>
            <p:cNvSpPr/>
            <p:nvPr/>
          </p:nvSpPr>
          <p:spPr>
            <a:xfrm>
              <a:off x="2578100" y="3200400"/>
              <a:ext cx="1574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DECIDERS</a:t>
              </a:r>
              <a:endParaRPr lang="en-US" sz="900" spc="54" kern="0" b="0" i="0" dirty="0">
                <a:solidFill>
                  <a:srgbClr val="50658E"/>
                </a:solidFill>
                <a:latin typeface="IBM Plex Mono Medium"/>
                <a:ea typeface="IBM Plex Mono Medium"/>
                <a:cs typeface="IBM Plex Mono Medium"/>
              </a:endParaRPr>
            </a:p>
          </p:txBody>
        </p:sp>
      </p:grpSp>
      <p:grpSp>
        <p:nvGrpSpPr>
          <p:cNvPr id="44" name="node06"/>
          <p:cNvGrpSpPr/>
          <p:nvPr/>
        </p:nvGrpSpPr>
        <p:grpSpPr>
          <a:xfrm>
            <a:off x="2578100" y="3429000"/>
            <a:ext cx="1574800" cy="228600"/>
            <a:chOff x="2578100" y="3429000"/>
            <a:chExt cx="1574800" cy="228600"/>
          </a:xfrm>
        </p:grpSpPr>
        <p:sp>
          <p:nvSpPr>
            <p:cNvPr id="14" name="node06.text"/>
            <p:cNvSpPr/>
            <p:nvPr/>
          </p:nvSpPr>
          <p:spPr>
            <a:xfrm>
              <a:off x="2578100" y="3429000"/>
              <a:ext cx="1574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Architecture board</a:t>
              </a:r>
              <a:endParaRPr lang="en-US" sz="1200" spc="0" kern="0" b="0" i="0" dirty="0">
                <a:solidFill>
                  <a:srgbClr val="070154"/>
                </a:solidFill>
                <a:latin typeface="IBM Plex Sans"/>
                <a:ea typeface="IBM Plex Sans"/>
                <a:cs typeface="IBM Plex Sans"/>
              </a:endParaRPr>
            </a:p>
          </p:txBody>
        </p:sp>
      </p:grpSp>
      <p:grpSp>
        <p:nvGrpSpPr>
          <p:cNvPr id="45" name="node07"/>
          <p:cNvGrpSpPr/>
          <p:nvPr/>
        </p:nvGrpSpPr>
        <p:grpSpPr>
          <a:xfrm>
            <a:off x="723900" y="4114800"/>
            <a:ext cx="3429000" cy="152400"/>
            <a:chOff x="723900" y="4114800"/>
            <a:chExt cx="3429000" cy="152400"/>
          </a:xfrm>
        </p:grpSpPr>
        <p:sp>
          <p:nvSpPr>
            <p:cNvPr id="15" name="node07.text"/>
            <p:cNvSpPr/>
            <p:nvPr/>
          </p:nvSpPr>
          <p:spPr>
            <a:xfrm>
              <a:off x="723900" y="4114800"/>
              <a:ext cx="3429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SUPERSEDES</a:t>
              </a:r>
              <a:endParaRPr lang="en-US" sz="900" spc="54" kern="0" b="0" i="0" dirty="0">
                <a:solidFill>
                  <a:srgbClr val="50658E"/>
                </a:solidFill>
                <a:latin typeface="IBM Plex Mono Medium"/>
                <a:ea typeface="IBM Plex Mono Medium"/>
                <a:cs typeface="IBM Plex Mono Medium"/>
              </a:endParaRPr>
            </a:p>
          </p:txBody>
        </p:sp>
      </p:grpSp>
      <p:grpSp>
        <p:nvGrpSpPr>
          <p:cNvPr id="46" name="node08"/>
          <p:cNvGrpSpPr/>
          <p:nvPr/>
        </p:nvGrpSpPr>
        <p:grpSpPr>
          <a:xfrm>
            <a:off x="723900" y="4343400"/>
            <a:ext cx="3429000" cy="228600"/>
            <a:chOff x="723900" y="4343400"/>
            <a:chExt cx="3429000" cy="228600"/>
          </a:xfrm>
        </p:grpSpPr>
        <p:sp>
          <p:nvSpPr>
            <p:cNvPr id="16" name="node08.text"/>
            <p:cNvSpPr/>
            <p:nvPr/>
          </p:nvSpPr>
          <p:spPr>
            <a:xfrm>
              <a:off x="723900" y="4343400"/>
              <a:ext cx="3429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ADR-009 Point-to-point HL7 feeds</a:t>
              </a:r>
              <a:endParaRPr lang="en-US" sz="1200" spc="0" kern="0" b="0" i="0" dirty="0">
                <a:solidFill>
                  <a:srgbClr val="070154"/>
                </a:solidFill>
                <a:latin typeface="IBM Plex Sans"/>
                <a:ea typeface="IBM Plex Sans"/>
                <a:cs typeface="IBM Plex Sans"/>
              </a:endParaRPr>
            </a:p>
          </p:txBody>
        </p:sp>
      </p:grpSp>
      <p:grpSp>
        <p:nvGrpSpPr>
          <p:cNvPr id="47" name="node09"/>
          <p:cNvGrpSpPr/>
          <p:nvPr/>
        </p:nvGrpSpPr>
        <p:grpSpPr>
          <a:xfrm>
            <a:off x="723900" y="5029200"/>
            <a:ext cx="3429000" cy="914400"/>
            <a:chOff x="723900" y="5029200"/>
            <a:chExt cx="3429000" cy="914400"/>
          </a:xfrm>
        </p:grpSpPr>
        <p:sp>
          <p:nvSpPr>
            <p:cNvPr id="17" name="node09.surface"/>
            <p:cNvSpPr/>
            <p:nvPr/>
          </p:nvSpPr>
          <p:spPr>
            <a:xfrm>
              <a:off x="723900" y="5029200"/>
              <a:ext cx="3429000" cy="914400"/>
            </a:xfrm>
            <a:prstGeom prst="rect">
              <a:avLst/>
            </a:prstGeom>
            <a:solidFill>
              <a:srgbClr val="E8EEF8"/>
            </a:solidFill>
            <a:ln>
              <a:noFill/>
            </a:ln>
          </p:spPr>
        </p:sp>
        <p:sp>
          <p:nvSpPr>
            <p:cNvPr id="18" name="node09.text"/>
            <p:cNvSpPr/>
            <p:nvPr/>
          </p:nvSpPr>
          <p:spPr>
            <a:xfrm>
              <a:off x="876300" y="5257800"/>
              <a:ext cx="31242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Review in 12 months or when the platform team changes.</a:t>
              </a:r>
              <a:endParaRPr lang="en-US" sz="1200" spc="0" kern="0" b="0" i="0" dirty="0">
                <a:solidFill>
                  <a:srgbClr val="070154"/>
                </a:solidFill>
                <a:latin typeface="IBM Plex Sans"/>
                <a:ea typeface="IBM Plex Sans"/>
                <a:cs typeface="IBM Plex Sans"/>
              </a:endParaRPr>
            </a:p>
          </p:txBody>
        </p:sp>
      </p:grpSp>
      <p:grpSp>
        <p:nvGrpSpPr>
          <p:cNvPr id="48" name="node10"/>
          <p:cNvGrpSpPr/>
          <p:nvPr/>
        </p:nvGrpSpPr>
        <p:grpSpPr>
          <a:xfrm>
            <a:off x="4381500" y="457200"/>
            <a:ext cx="7086600" cy="152400"/>
            <a:chOff x="4381500" y="457200"/>
            <a:chExt cx="7086600" cy="152400"/>
          </a:xfrm>
        </p:grpSpPr>
        <p:sp>
          <p:nvSpPr>
            <p:cNvPr id="19" name="node10.text"/>
            <p:cNvSpPr/>
            <p:nvPr/>
          </p:nvSpPr>
          <p:spPr>
            <a:xfrm>
              <a:off x="4381500" y="457200"/>
              <a:ext cx="7086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CONTEXT</a:t>
              </a:r>
              <a:endParaRPr lang="en-US" sz="900" spc="54" kern="0" b="0" i="0" dirty="0">
                <a:solidFill>
                  <a:srgbClr val="50658E"/>
                </a:solidFill>
                <a:latin typeface="IBM Plex Mono Medium"/>
                <a:ea typeface="IBM Plex Mono Medium"/>
                <a:cs typeface="IBM Plex Mono Medium"/>
              </a:endParaRPr>
            </a:p>
          </p:txBody>
        </p:sp>
      </p:grpSp>
      <p:grpSp>
        <p:nvGrpSpPr>
          <p:cNvPr id="49" name="node11"/>
          <p:cNvGrpSpPr/>
          <p:nvPr/>
        </p:nvGrpSpPr>
        <p:grpSpPr>
          <a:xfrm>
            <a:off x="4381500" y="685800"/>
            <a:ext cx="7086600" cy="533400"/>
            <a:chOff x="4381500" y="685800"/>
            <a:chExt cx="7086600" cy="533400"/>
          </a:xfrm>
        </p:grpSpPr>
        <p:sp>
          <p:nvSpPr>
            <p:cNvPr id="20" name="node11.text"/>
            <p:cNvSpPr/>
            <p:nvPr/>
          </p:nvSpPr>
          <p:spPr>
            <a:xfrm>
              <a:off x="4381500" y="685800"/>
              <a:ext cx="70866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Northfield runs 14 clinical and revenue systems, and every pair that exchanges data has its own interface. The 61 feeds fail in different ways, and each new system adds more.</a:t>
              </a:r>
              <a:endParaRPr lang="en-US" sz="1400" spc="0" kern="0" b="0" i="0" dirty="0">
                <a:solidFill>
                  <a:srgbClr val="070154"/>
                </a:solidFill>
                <a:latin typeface="IBM Plex Sans"/>
                <a:ea typeface="IBM Plex Sans"/>
                <a:cs typeface="IBM Plex Sans"/>
              </a:endParaRPr>
            </a:p>
          </p:txBody>
        </p:sp>
      </p:grpSp>
      <p:grpSp>
        <p:nvGrpSpPr>
          <p:cNvPr id="50" name="node12"/>
          <p:cNvGrpSpPr/>
          <p:nvPr/>
        </p:nvGrpSpPr>
        <p:grpSpPr>
          <a:xfrm>
            <a:off x="4381500" y="1600200"/>
            <a:ext cx="7086600" cy="1600200"/>
            <a:chOff x="4381500" y="1600200"/>
            <a:chExt cx="7086600" cy="1600200"/>
          </a:xfrm>
        </p:grpSpPr>
        <p:sp>
          <p:nvSpPr>
            <p:cNvPr id="21" name="node12.container"/>
            <p:cNvSpPr/>
            <p:nvPr/>
          </p:nvSpPr>
          <p:spPr>
            <a:xfrm>
              <a:off x="4381500" y="1600200"/>
              <a:ext cx="7086600" cy="1600200"/>
            </a:xfrm>
            <a:prstGeom prst="rect">
              <a:avLst/>
            </a:prstGeom>
            <a:solidFill>
              <a:srgbClr val="E8EEF8"/>
            </a:solidFill>
            <a:ln>
              <a:noFill/>
            </a:ln>
          </p:spPr>
        </p:sp>
        <p:sp>
          <p:nvSpPr>
            <p:cNvPr id="22" name="node12.edge"/>
            <p:cNvSpPr/>
            <p:nvPr/>
          </p:nvSpPr>
          <p:spPr>
            <a:xfrm>
              <a:off x="4381500" y="1600200"/>
              <a:ext cx="76200" cy="1600200"/>
            </a:xfrm>
            <a:prstGeom prst="rect">
              <a:avLst/>
            </a:prstGeom>
            <a:solidFill>
              <a:srgbClr val="0047FF"/>
            </a:solidFill>
            <a:ln>
              <a:noFill/>
            </a:ln>
          </p:spPr>
        </p:sp>
        <p:sp>
          <p:nvSpPr>
            <p:cNvPr id="23" name="node12.label"/>
            <p:cNvSpPr/>
            <p:nvPr/>
          </p:nvSpPr>
          <p:spPr>
            <a:xfrm>
              <a:off x="4686300" y="1828800"/>
              <a:ext cx="6553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DECISION</a:t>
              </a:r>
              <a:endParaRPr lang="en-US" sz="900" spc="54" kern="0" b="0" i="0" dirty="0">
                <a:solidFill>
                  <a:srgbClr val="0047FF"/>
                </a:solidFill>
                <a:latin typeface="IBM Plex Mono Medium"/>
                <a:ea typeface="IBM Plex Mono Medium"/>
                <a:cs typeface="IBM Plex Mono Medium"/>
              </a:endParaRPr>
            </a:p>
          </p:txBody>
        </p:sp>
        <p:sp>
          <p:nvSpPr>
            <p:cNvPr id="24" name="node12.body.item-001.paragraph"/>
            <p:cNvSpPr/>
            <p:nvPr/>
          </p:nvSpPr>
          <p:spPr>
            <a:xfrm>
              <a:off x="4686300" y="2057400"/>
              <a:ext cx="65532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Publish clinical and revenue events to one managed event bus. Systems subscribe to the events they need, so a new feed no longer changes the sending system.</a:t>
              </a:r>
              <a:endParaRPr lang="en-US" sz="1400" spc="0" kern="0" b="0" i="0" dirty="0">
                <a:solidFill>
                  <a:srgbClr val="50658E"/>
                </a:solidFill>
                <a:latin typeface="IBM Plex Sans"/>
                <a:ea typeface="IBM Plex Sans"/>
                <a:cs typeface="IBM Plex Sans"/>
              </a:endParaRPr>
            </a:p>
          </p:txBody>
        </p:sp>
      </p:grpSp>
      <p:grpSp>
        <p:nvGrpSpPr>
          <p:cNvPr id="51" name="node13"/>
          <p:cNvGrpSpPr/>
          <p:nvPr/>
        </p:nvGrpSpPr>
        <p:grpSpPr>
          <a:xfrm>
            <a:off x="4381500" y="3657600"/>
            <a:ext cx="3429000" cy="152400"/>
            <a:chOff x="4381500" y="3657600"/>
            <a:chExt cx="3429000" cy="152400"/>
          </a:xfrm>
        </p:grpSpPr>
        <p:sp>
          <p:nvSpPr>
            <p:cNvPr id="25" name="node13.text"/>
            <p:cNvSpPr/>
            <p:nvPr/>
          </p:nvSpPr>
          <p:spPr>
            <a:xfrm>
              <a:off x="4381500" y="3657600"/>
              <a:ext cx="3429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POSITIVE CONSEQUENCES</a:t>
              </a:r>
              <a:endParaRPr lang="en-US" sz="900" spc="54" kern="0" b="0" i="0" dirty="0">
                <a:solidFill>
                  <a:srgbClr val="50658E"/>
                </a:solidFill>
                <a:latin typeface="IBM Plex Mono Medium"/>
                <a:ea typeface="IBM Plex Mono Medium"/>
                <a:cs typeface="IBM Plex Mono Medium"/>
              </a:endParaRPr>
            </a:p>
          </p:txBody>
        </p:sp>
      </p:grpSp>
      <p:grpSp>
        <p:nvGrpSpPr>
          <p:cNvPr id="52" name="node14"/>
          <p:cNvGrpSpPr/>
          <p:nvPr/>
        </p:nvGrpSpPr>
        <p:grpSpPr>
          <a:xfrm>
            <a:off x="4381500" y="3886200"/>
            <a:ext cx="3429000" cy="762000"/>
            <a:chOff x="4381500" y="3886200"/>
            <a:chExt cx="3429000" cy="762000"/>
          </a:xfrm>
        </p:grpSpPr>
        <p:sp>
          <p:nvSpPr>
            <p:cNvPr id="26" name="node14.source-001.bullet"/>
            <p:cNvSpPr/>
            <p:nvPr/>
          </p:nvSpPr>
          <p:spPr>
            <a:xfrm>
              <a:off x="4381500" y="3975100"/>
              <a:ext cx="38100" cy="38100"/>
            </a:xfrm>
            <a:prstGeom prst="rect">
              <a:avLst/>
            </a:prstGeom>
            <a:solidFill>
              <a:srgbClr val="070154"/>
            </a:solidFill>
            <a:ln>
              <a:noFill/>
            </a:ln>
          </p:spPr>
        </p:sp>
        <p:sp>
          <p:nvSpPr>
            <p:cNvPr id="27" name="node14.source-001.text"/>
            <p:cNvSpPr/>
            <p:nvPr/>
          </p:nvSpPr>
          <p:spPr>
            <a:xfrm>
              <a:off x="4533900" y="38862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One place to monitor and replay every event</a:t>
              </a:r>
              <a:endParaRPr lang="en-US" sz="1200" spc="0" kern="0" b="0" i="0" dirty="0">
                <a:solidFill>
                  <a:srgbClr val="070154"/>
                </a:solidFill>
                <a:latin typeface="IBM Plex Sans"/>
                <a:ea typeface="IBM Plex Sans"/>
                <a:cs typeface="IBM Plex Sans"/>
              </a:endParaRPr>
            </a:p>
          </p:txBody>
        </p:sp>
        <p:sp>
          <p:nvSpPr>
            <p:cNvPr id="28" name="node14.source-002.bullet"/>
            <p:cNvSpPr/>
            <p:nvPr/>
          </p:nvSpPr>
          <p:spPr>
            <a:xfrm>
              <a:off x="4381500" y="4241800"/>
              <a:ext cx="38100" cy="38100"/>
            </a:xfrm>
            <a:prstGeom prst="rect">
              <a:avLst/>
            </a:prstGeom>
            <a:solidFill>
              <a:srgbClr val="070154"/>
            </a:solidFill>
            <a:ln>
              <a:noFill/>
            </a:ln>
          </p:spPr>
        </p:sp>
        <p:sp>
          <p:nvSpPr>
            <p:cNvPr id="29" name="node14.source-002.text"/>
            <p:cNvSpPr/>
            <p:nvPr/>
          </p:nvSpPr>
          <p:spPr>
            <a:xfrm>
              <a:off x="4533900" y="41529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New systems connect in weeks, not quarters</a:t>
              </a:r>
              <a:endParaRPr lang="en-US" sz="1200" spc="0" kern="0" b="0" i="0" dirty="0">
                <a:solidFill>
                  <a:srgbClr val="070154"/>
                </a:solidFill>
                <a:latin typeface="IBM Plex Sans"/>
                <a:ea typeface="IBM Plex Sans"/>
                <a:cs typeface="IBM Plex Sans"/>
              </a:endParaRPr>
            </a:p>
          </p:txBody>
        </p:sp>
        <p:sp>
          <p:nvSpPr>
            <p:cNvPr id="30" name="node14.source-003.bullet"/>
            <p:cNvSpPr/>
            <p:nvPr/>
          </p:nvSpPr>
          <p:spPr>
            <a:xfrm>
              <a:off x="4381500" y="4508500"/>
              <a:ext cx="38100" cy="38100"/>
            </a:xfrm>
            <a:prstGeom prst="rect">
              <a:avLst/>
            </a:prstGeom>
            <a:solidFill>
              <a:srgbClr val="070154"/>
            </a:solidFill>
            <a:ln>
              <a:noFill/>
            </a:ln>
          </p:spPr>
        </p:sp>
        <p:sp>
          <p:nvSpPr>
            <p:cNvPr id="31" name="node14.source-003.text"/>
            <p:cNvSpPr/>
            <p:nvPr/>
          </p:nvSpPr>
          <p:spPr>
            <a:xfrm>
              <a:off x="4533900" y="44196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Failed deliveries are visible in one dashboard</a:t>
              </a:r>
              <a:endParaRPr lang="en-US" sz="1200" spc="0" kern="0" b="0" i="0" dirty="0">
                <a:solidFill>
                  <a:srgbClr val="070154"/>
                </a:solidFill>
                <a:latin typeface="IBM Plex Sans"/>
                <a:ea typeface="IBM Plex Sans"/>
                <a:cs typeface="IBM Plex Sans"/>
              </a:endParaRPr>
            </a:p>
          </p:txBody>
        </p:sp>
      </p:grpSp>
      <p:grpSp>
        <p:nvGrpSpPr>
          <p:cNvPr id="53" name="node15"/>
          <p:cNvGrpSpPr/>
          <p:nvPr/>
        </p:nvGrpSpPr>
        <p:grpSpPr>
          <a:xfrm>
            <a:off x="8039100" y="3657600"/>
            <a:ext cx="3429000" cy="152400"/>
            <a:chOff x="8039100" y="3657600"/>
            <a:chExt cx="3429000" cy="152400"/>
          </a:xfrm>
        </p:grpSpPr>
        <p:sp>
          <p:nvSpPr>
            <p:cNvPr id="32" name="node15.text"/>
            <p:cNvSpPr/>
            <p:nvPr/>
          </p:nvSpPr>
          <p:spPr>
            <a:xfrm>
              <a:off x="8039100" y="3657600"/>
              <a:ext cx="3429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NEGATIVE CONSEQUENCES</a:t>
              </a:r>
              <a:endParaRPr lang="en-US" sz="900" spc="54" kern="0" b="0" i="0" dirty="0">
                <a:solidFill>
                  <a:srgbClr val="50658E"/>
                </a:solidFill>
                <a:latin typeface="IBM Plex Mono Medium"/>
                <a:ea typeface="IBM Plex Mono Medium"/>
                <a:cs typeface="IBM Plex Mono Medium"/>
              </a:endParaRPr>
            </a:p>
          </p:txBody>
        </p:sp>
      </p:grpSp>
      <p:grpSp>
        <p:nvGrpSpPr>
          <p:cNvPr id="54" name="node16"/>
          <p:cNvGrpSpPr/>
          <p:nvPr/>
        </p:nvGrpSpPr>
        <p:grpSpPr>
          <a:xfrm>
            <a:off x="8039100" y="3886200"/>
            <a:ext cx="3429000" cy="990600"/>
            <a:chOff x="8039100" y="3886200"/>
            <a:chExt cx="3429000" cy="990600"/>
          </a:xfrm>
        </p:grpSpPr>
        <p:sp>
          <p:nvSpPr>
            <p:cNvPr id="33" name="node16.source-001.bullet"/>
            <p:cNvSpPr/>
            <p:nvPr/>
          </p:nvSpPr>
          <p:spPr>
            <a:xfrm>
              <a:off x="8039100" y="3975100"/>
              <a:ext cx="38100" cy="38100"/>
            </a:xfrm>
            <a:prstGeom prst="rect">
              <a:avLst/>
            </a:prstGeom>
            <a:solidFill>
              <a:srgbClr val="070154"/>
            </a:solidFill>
            <a:ln>
              <a:noFill/>
            </a:ln>
          </p:spPr>
        </p:sp>
        <p:sp>
          <p:nvSpPr>
            <p:cNvPr id="34" name="node16.source-001.text"/>
            <p:cNvSpPr/>
            <p:nvPr/>
          </p:nvSpPr>
          <p:spPr>
            <a:xfrm>
              <a:off x="8191500" y="3886200"/>
              <a:ext cx="32766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The platform team must run a new service around the clock</a:t>
              </a:r>
              <a:endParaRPr lang="en-US" sz="1200" spc="0" kern="0" b="0" i="0" dirty="0">
                <a:solidFill>
                  <a:srgbClr val="070154"/>
                </a:solidFill>
                <a:latin typeface="IBM Plex Sans"/>
                <a:ea typeface="IBM Plex Sans"/>
                <a:cs typeface="IBM Plex Sans"/>
              </a:endParaRPr>
            </a:p>
          </p:txBody>
        </p:sp>
        <p:sp>
          <p:nvSpPr>
            <p:cNvPr id="35" name="node16.source-002.bullet"/>
            <p:cNvSpPr/>
            <p:nvPr/>
          </p:nvSpPr>
          <p:spPr>
            <a:xfrm>
              <a:off x="8039100" y="4470400"/>
              <a:ext cx="38100" cy="38100"/>
            </a:xfrm>
            <a:prstGeom prst="rect">
              <a:avLst/>
            </a:prstGeom>
            <a:solidFill>
              <a:srgbClr val="070154"/>
            </a:solidFill>
            <a:ln>
              <a:noFill/>
            </a:ln>
          </p:spPr>
        </p:sp>
        <p:sp>
          <p:nvSpPr>
            <p:cNvPr id="36" name="node16.source-002.text"/>
            <p:cNvSpPr/>
            <p:nvPr/>
          </p:nvSpPr>
          <p:spPr>
            <a:xfrm>
              <a:off x="8191500" y="43815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Interface teams need training in event design</a:t>
              </a:r>
              <a:endParaRPr lang="en-US" sz="1200" spc="0" kern="0" b="0" i="0" dirty="0">
                <a:solidFill>
                  <a:srgbClr val="070154"/>
                </a:solidFill>
                <a:latin typeface="IBM Plex Sans"/>
                <a:ea typeface="IBM Plex Sans"/>
                <a:cs typeface="IBM Plex Sans"/>
              </a:endParaRPr>
            </a:p>
          </p:txBody>
        </p:sp>
        <p:sp>
          <p:nvSpPr>
            <p:cNvPr id="37" name="node16.source-003.bullet"/>
            <p:cNvSpPr/>
            <p:nvPr/>
          </p:nvSpPr>
          <p:spPr>
            <a:xfrm>
              <a:off x="8039100" y="4737100"/>
              <a:ext cx="38100" cy="38100"/>
            </a:xfrm>
            <a:prstGeom prst="rect">
              <a:avLst/>
            </a:prstGeom>
            <a:solidFill>
              <a:srgbClr val="070154"/>
            </a:solidFill>
            <a:ln>
              <a:noFill/>
            </a:ln>
          </p:spPr>
        </p:sp>
        <p:sp>
          <p:nvSpPr>
            <p:cNvPr id="38" name="node16.source-003.text"/>
            <p:cNvSpPr/>
            <p:nvPr/>
          </p:nvSpPr>
          <p:spPr>
            <a:xfrm>
              <a:off x="8191500" y="46482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Short period of running both models</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ource-018">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ARCHITECTURE DECISION RECORD</a:t>
            </a:r>
            <a:endParaRPr lang="en-US" sz="1000" spc="80" kern="0" b="0" i="0" dirty="0">
              <a:solidFill>
                <a:srgbClr val="0047FF"/>
              </a:solidFill>
              <a:latin typeface="IBM Plex Mono SemiBold"/>
              <a:ea typeface="IBM Plex Mono SemiBold"/>
              <a:cs typeface="IBM Plex Mono SemiBold"/>
            </a:endParaRPr>
          </a:p>
        </p:txBody>
      </p:sp>
      <p:pic>
        <p:nvPicPr>
          <p:cNvPr id="4" name="title.mark-002-001" descr="highlight-1; canonical SHA256=b0048aa39744978d339a9910f5cc1482814a8a0eae4c5a63e1f80d6a2885b314">    </p:cNvPr>
          <p:cNvPicPr>
            <a:picLocks noChangeAspect="1"/>
          </p:cNvPicPr>
          <p:nvPr/>
        </p:nvPicPr>
        <p:blipFill>
          <a:blip r:embed="rId1"/>
          <a:stretch>
            <a:fillRect/>
          </a:stretch>
        </p:blipFill>
        <p:spPr>
          <a:xfrm>
            <a:off x="8203430" y="733532"/>
            <a:ext cx="3210075" cy="374904"/>
          </a:xfrm>
          <a:prstGeom prst="rect">
            <a:avLst/>
          </a:prstGeom>
        </p:spPr>
      </p:pic>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 xml:space="preserve">ADR-014: Route clinical events through a </a:t>
            </a:r>
            <a:r>
              <a:rPr lang="en-US" sz="3200" spc="-590" kern="0" b="0" i="0" dirty="0">
                <a:solidFill>
                  <a:srgbClr val="070154"/>
                </a:solidFill>
                <a:latin typeface="IBM Plex Sans SemiBold"/>
                <a:ea typeface="IBM Plex Sans SemiBold"/>
                <a:cs typeface="IBM Plex Sans SemiBold"/>
              </a:rPr>
              <a:t xml:space="preserve"> </a:t>
            </a:r>
            <a:r>
              <a:rPr lang="en-US" sz="3200" spc="-64" kern="0" b="0" i="0" dirty="0">
                <a:solidFill>
                  <a:srgbClr val="070154"/>
                </a:solidFill>
                <a:latin typeface="IBM Plex Sans SemiBold"/>
                <a:ea typeface="IBM Plex Sans SemiBold"/>
                <a:cs typeface="IBM Plex Sans SemiBold"/>
              </a:rPr>
              <a:t xml:space="preserve">shared event bus</a:t>
            </a:r>
            <a:r>
              <a:rPr lang="en-US" sz="3200" spc="-590" kern="0" b="0" i="0" dirty="0">
                <a:solidFill>
                  <a:srgbClr val="070154"/>
                </a:solidFill>
                <a:latin typeface="IBM Plex Sans SemiBold"/>
                <a:ea typeface="IBM Plex Sans SemiBold"/>
                <a:cs typeface="IBM Plex Sans SemiBold"/>
              </a:rPr>
              <a:t xml:space="preserve"> </a:t>
            </a:r>
            <a:endParaRPr lang="en-US" sz="3200" spc="-64" kern="0" b="0" i="0" dirty="0">
              <a:solidFill>
                <a:srgbClr val="070154"/>
              </a:solidFill>
              <a:latin typeface="IBM Plex Sans SemiBold"/>
              <a:ea typeface="IBM Plex Sans SemiBold"/>
              <a:cs typeface="IBM Plex Sans SemiBold"/>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4</a:t>
            </a:fld>
            <a:endParaRPr lang="en-US" sz="700" spc="0" kern="0" b="0" i="0" dirty="0">
              <a:solidFill>
                <a:srgbClr val="070154"/>
              </a:solidFill>
              <a:latin typeface="IBM Plex Mono SemiBold"/>
              <a:ea typeface="IBM Plex Mono SemiBold"/>
              <a:cs typeface="IBM Plex Mono SemiBold"/>
            </a:endParaRPr>
          </a:p>
        </p:txBody>
      </p:sp>
      <p:grpSp>
        <p:nvGrpSpPr>
          <p:cNvPr id="35" name="node01"/>
          <p:cNvGrpSpPr/>
          <p:nvPr/>
        </p:nvGrpSpPr>
        <p:grpSpPr>
          <a:xfrm>
            <a:off x="723900" y="1600200"/>
            <a:ext cx="2514600" cy="152400"/>
            <a:chOff x="723900" y="1600200"/>
            <a:chExt cx="2514600" cy="152400"/>
          </a:xfrm>
        </p:grpSpPr>
        <p:sp>
          <p:nvSpPr>
            <p:cNvPr id="7" name="node01.text"/>
            <p:cNvSpPr/>
            <p:nvPr/>
          </p:nvSpPr>
          <p:spPr>
            <a:xfrm>
              <a:off x="723900" y="16002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STATUS</a:t>
              </a:r>
              <a:endParaRPr lang="en-US" sz="900" spc="54" kern="0" b="0" i="0" dirty="0">
                <a:solidFill>
                  <a:srgbClr val="50658E"/>
                </a:solidFill>
                <a:latin typeface="IBM Plex Mono Medium"/>
                <a:ea typeface="IBM Plex Mono Medium"/>
                <a:cs typeface="IBM Plex Mono Medium"/>
              </a:endParaRPr>
            </a:p>
          </p:txBody>
        </p:sp>
      </p:grpSp>
      <p:grpSp>
        <p:nvGrpSpPr>
          <p:cNvPr id="36" name="node02"/>
          <p:cNvGrpSpPr/>
          <p:nvPr/>
        </p:nvGrpSpPr>
        <p:grpSpPr>
          <a:xfrm>
            <a:off x="723900" y="1828800"/>
            <a:ext cx="1600200" cy="457200"/>
            <a:chOff x="723900" y="1828800"/>
            <a:chExt cx="1600200" cy="457200"/>
          </a:xfrm>
        </p:grpSpPr>
        <p:sp>
          <p:nvSpPr>
            <p:cNvPr id="8" name="node02.surface"/>
            <p:cNvSpPr/>
            <p:nvPr/>
          </p:nvSpPr>
          <p:spPr>
            <a:xfrm>
              <a:off x="723900" y="1828800"/>
              <a:ext cx="1600200" cy="457200"/>
            </a:xfrm>
            <a:prstGeom prst="rect">
              <a:avLst/>
            </a:prstGeom>
            <a:solidFill>
              <a:srgbClr val="070154"/>
            </a:solidFill>
            <a:ln>
              <a:noFill/>
            </a:ln>
          </p:spPr>
        </p:sp>
        <p:sp>
          <p:nvSpPr>
            <p:cNvPr id="9" name="node02.text"/>
            <p:cNvSpPr/>
            <p:nvPr/>
          </p:nvSpPr>
          <p:spPr>
            <a:xfrm>
              <a:off x="876300" y="1981200"/>
              <a:ext cx="12954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FFFFF"/>
                  </a:solidFill>
                  <a:latin typeface="IBM Plex Mono Medium"/>
                  <a:ea typeface="IBM Plex Mono Medium"/>
                  <a:cs typeface="IBM Plex Mono Medium"/>
                </a:rPr>
                <a:t>ACCEPTED</a:t>
              </a:r>
              <a:endParaRPr lang="en-US" sz="900" spc="54" kern="0" b="0" i="0" dirty="0">
                <a:solidFill>
                  <a:srgbClr val="FFFFFF"/>
                </a:solidFill>
                <a:latin typeface="IBM Plex Mono Medium"/>
                <a:ea typeface="IBM Plex Mono Medium"/>
                <a:cs typeface="IBM Plex Mono Medium"/>
              </a:endParaRPr>
            </a:p>
          </p:txBody>
        </p:sp>
      </p:grpSp>
      <p:grpSp>
        <p:nvGrpSpPr>
          <p:cNvPr id="37" name="node03"/>
          <p:cNvGrpSpPr/>
          <p:nvPr/>
        </p:nvGrpSpPr>
        <p:grpSpPr>
          <a:xfrm>
            <a:off x="3467100" y="1600200"/>
            <a:ext cx="2514600" cy="152400"/>
            <a:chOff x="3467100" y="1600200"/>
            <a:chExt cx="2514600" cy="152400"/>
          </a:xfrm>
        </p:grpSpPr>
        <p:sp>
          <p:nvSpPr>
            <p:cNvPr id="10" name="node03.text"/>
            <p:cNvSpPr/>
            <p:nvPr/>
          </p:nvSpPr>
          <p:spPr>
            <a:xfrm>
              <a:off x="3467100" y="16002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DATE</a:t>
              </a:r>
              <a:endParaRPr lang="en-US" sz="900" spc="54" kern="0" b="0" i="0" dirty="0">
                <a:solidFill>
                  <a:srgbClr val="50658E"/>
                </a:solidFill>
                <a:latin typeface="IBM Plex Mono Medium"/>
                <a:ea typeface="IBM Plex Mono Medium"/>
                <a:cs typeface="IBM Plex Mono Medium"/>
              </a:endParaRPr>
            </a:p>
          </p:txBody>
        </p:sp>
      </p:grpSp>
      <p:grpSp>
        <p:nvGrpSpPr>
          <p:cNvPr id="38" name="node04"/>
          <p:cNvGrpSpPr/>
          <p:nvPr/>
        </p:nvGrpSpPr>
        <p:grpSpPr>
          <a:xfrm>
            <a:off x="3467100" y="1828800"/>
            <a:ext cx="2514600" cy="304800"/>
            <a:chOff x="3467100" y="1828800"/>
            <a:chExt cx="2514600" cy="304800"/>
          </a:xfrm>
        </p:grpSpPr>
        <p:sp>
          <p:nvSpPr>
            <p:cNvPr id="11" name="node04.text"/>
            <p:cNvSpPr/>
            <p:nvPr/>
          </p:nvSpPr>
          <p:spPr>
            <a:xfrm>
              <a:off x="3467100" y="1828800"/>
              <a:ext cx="25146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12 Sep 2026</a:t>
              </a:r>
              <a:endParaRPr lang="en-US" sz="1800" spc="-18" kern="0" b="0" i="0" dirty="0">
                <a:solidFill>
                  <a:srgbClr val="070154"/>
                </a:solidFill>
                <a:latin typeface="IBM Plex Sans SemiBold"/>
                <a:ea typeface="IBM Plex Sans SemiBold"/>
                <a:cs typeface="IBM Plex Sans SemiBold"/>
              </a:endParaRPr>
            </a:p>
          </p:txBody>
        </p:sp>
      </p:grpSp>
      <p:grpSp>
        <p:nvGrpSpPr>
          <p:cNvPr id="39" name="node05"/>
          <p:cNvGrpSpPr/>
          <p:nvPr/>
        </p:nvGrpSpPr>
        <p:grpSpPr>
          <a:xfrm>
            <a:off x="6210300" y="1600200"/>
            <a:ext cx="2514600" cy="152400"/>
            <a:chOff x="6210300" y="1600200"/>
            <a:chExt cx="2514600" cy="152400"/>
          </a:xfrm>
        </p:grpSpPr>
        <p:sp>
          <p:nvSpPr>
            <p:cNvPr id="12" name="node05.text"/>
            <p:cNvSpPr/>
            <p:nvPr/>
          </p:nvSpPr>
          <p:spPr>
            <a:xfrm>
              <a:off x="6210300" y="16002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DECIDERS</a:t>
              </a:r>
              <a:endParaRPr lang="en-US" sz="900" spc="54" kern="0" b="0" i="0" dirty="0">
                <a:solidFill>
                  <a:srgbClr val="50658E"/>
                </a:solidFill>
                <a:latin typeface="IBM Plex Mono Medium"/>
                <a:ea typeface="IBM Plex Mono Medium"/>
                <a:cs typeface="IBM Plex Mono Medium"/>
              </a:endParaRPr>
            </a:p>
          </p:txBody>
        </p:sp>
      </p:grpSp>
      <p:grpSp>
        <p:nvGrpSpPr>
          <p:cNvPr id="40" name="node06"/>
          <p:cNvGrpSpPr/>
          <p:nvPr/>
        </p:nvGrpSpPr>
        <p:grpSpPr>
          <a:xfrm>
            <a:off x="6210300" y="1828800"/>
            <a:ext cx="2514600" cy="228600"/>
            <a:chOff x="6210300" y="1828800"/>
            <a:chExt cx="2514600" cy="228600"/>
          </a:xfrm>
        </p:grpSpPr>
        <p:sp>
          <p:nvSpPr>
            <p:cNvPr id="13" name="node06.text"/>
            <p:cNvSpPr/>
            <p:nvPr/>
          </p:nvSpPr>
          <p:spPr>
            <a:xfrm>
              <a:off x="6210300" y="1828800"/>
              <a:ext cx="2514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Architecture review board</a:t>
              </a:r>
              <a:endParaRPr lang="en-US" sz="1200" spc="0" kern="0" b="0" i="0" dirty="0">
                <a:solidFill>
                  <a:srgbClr val="070154"/>
                </a:solidFill>
                <a:latin typeface="IBM Plex Sans"/>
                <a:ea typeface="IBM Plex Sans"/>
                <a:cs typeface="IBM Plex Sans"/>
              </a:endParaRPr>
            </a:p>
          </p:txBody>
        </p:sp>
      </p:grpSp>
      <p:grpSp>
        <p:nvGrpSpPr>
          <p:cNvPr id="41" name="node07"/>
          <p:cNvGrpSpPr/>
          <p:nvPr/>
        </p:nvGrpSpPr>
        <p:grpSpPr>
          <a:xfrm>
            <a:off x="8953500" y="1600200"/>
            <a:ext cx="2514600" cy="152400"/>
            <a:chOff x="8953500" y="1600200"/>
            <a:chExt cx="2514600" cy="152400"/>
          </a:xfrm>
        </p:grpSpPr>
        <p:sp>
          <p:nvSpPr>
            <p:cNvPr id="14" name="node07.text"/>
            <p:cNvSpPr/>
            <p:nvPr/>
          </p:nvSpPr>
          <p:spPr>
            <a:xfrm>
              <a:off x="8953500" y="16002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SUPERSEDES</a:t>
              </a:r>
              <a:endParaRPr lang="en-US" sz="900" spc="54" kern="0" b="0" i="0" dirty="0">
                <a:solidFill>
                  <a:srgbClr val="50658E"/>
                </a:solidFill>
                <a:latin typeface="IBM Plex Mono Medium"/>
                <a:ea typeface="IBM Plex Mono Medium"/>
                <a:cs typeface="IBM Plex Mono Medium"/>
              </a:endParaRPr>
            </a:p>
          </p:txBody>
        </p:sp>
      </p:grpSp>
      <p:grpSp>
        <p:nvGrpSpPr>
          <p:cNvPr id="42" name="node08"/>
          <p:cNvGrpSpPr/>
          <p:nvPr/>
        </p:nvGrpSpPr>
        <p:grpSpPr>
          <a:xfrm>
            <a:off x="8953500" y="1828800"/>
            <a:ext cx="2514600" cy="228600"/>
            <a:chOff x="8953500" y="1828800"/>
            <a:chExt cx="2514600" cy="228600"/>
          </a:xfrm>
        </p:grpSpPr>
        <p:sp>
          <p:nvSpPr>
            <p:cNvPr id="15" name="node08.text"/>
            <p:cNvSpPr/>
            <p:nvPr/>
          </p:nvSpPr>
          <p:spPr>
            <a:xfrm>
              <a:off x="8953500" y="1828800"/>
              <a:ext cx="2514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ADR-009 Point-to-point HL7 feeds</a:t>
              </a:r>
              <a:endParaRPr lang="en-US" sz="1200" spc="0" kern="0" b="0" i="0" dirty="0">
                <a:solidFill>
                  <a:srgbClr val="070154"/>
                </a:solidFill>
                <a:latin typeface="IBM Plex Sans"/>
                <a:ea typeface="IBM Plex Sans"/>
                <a:cs typeface="IBM Plex Sans"/>
              </a:endParaRPr>
            </a:p>
          </p:txBody>
        </p:sp>
      </p:grpSp>
      <p:sp>
        <p:nvSpPr>
          <p:cNvPr id="16" name="node09"/>
          <p:cNvSpPr/>
          <p:nvPr/>
        </p:nvSpPr>
        <p:spPr>
          <a:xfrm>
            <a:off x="723900" y="2514600"/>
            <a:ext cx="10744200" cy="9525"/>
          </a:xfrm>
          <a:prstGeom prst="rect">
            <a:avLst/>
          </a:prstGeom>
          <a:solidFill>
            <a:srgbClr val="CED7E6"/>
          </a:solidFill>
          <a:ln>
            <a:noFill/>
          </a:ln>
        </p:spPr>
      </p:sp>
      <p:grpSp>
        <p:nvGrpSpPr>
          <p:cNvPr id="43" name="node10"/>
          <p:cNvGrpSpPr/>
          <p:nvPr/>
        </p:nvGrpSpPr>
        <p:grpSpPr>
          <a:xfrm>
            <a:off x="723900" y="2743200"/>
            <a:ext cx="3429000" cy="152400"/>
            <a:chOff x="723900" y="2743200"/>
            <a:chExt cx="3429000" cy="152400"/>
          </a:xfrm>
        </p:grpSpPr>
        <p:sp>
          <p:nvSpPr>
            <p:cNvPr id="17" name="node10.text"/>
            <p:cNvSpPr/>
            <p:nvPr/>
          </p:nvSpPr>
          <p:spPr>
            <a:xfrm>
              <a:off x="723900" y="2743200"/>
              <a:ext cx="3429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CONTEXT</a:t>
              </a:r>
              <a:endParaRPr lang="en-US" sz="900" spc="54" kern="0" b="0" i="0" dirty="0">
                <a:solidFill>
                  <a:srgbClr val="50658E"/>
                </a:solidFill>
                <a:latin typeface="IBM Plex Mono Medium"/>
                <a:ea typeface="IBM Plex Mono Medium"/>
                <a:cs typeface="IBM Plex Mono Medium"/>
              </a:endParaRPr>
            </a:p>
          </p:txBody>
        </p:sp>
      </p:grpSp>
      <p:grpSp>
        <p:nvGrpSpPr>
          <p:cNvPr id="44" name="node11"/>
          <p:cNvGrpSpPr/>
          <p:nvPr/>
        </p:nvGrpSpPr>
        <p:grpSpPr>
          <a:xfrm>
            <a:off x="723900" y="2971800"/>
            <a:ext cx="3429000" cy="1333500"/>
            <a:chOff x="723900" y="2971800"/>
            <a:chExt cx="3429000" cy="1333500"/>
          </a:xfrm>
        </p:grpSpPr>
        <p:sp>
          <p:nvSpPr>
            <p:cNvPr id="18" name="node11.text"/>
            <p:cNvSpPr/>
            <p:nvPr/>
          </p:nvSpPr>
          <p:spPr>
            <a:xfrm>
              <a:off x="723900" y="2971800"/>
              <a:ext cx="3429000" cy="13335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Northfield runs 14 clinical and revenue systems, and every pair that exchanges data has its own interface. The 61 feeds fail in different ways, and each new system adds more.</a:t>
              </a:r>
              <a:endParaRPr lang="en-US" sz="1400" spc="0" kern="0" b="0" i="0" dirty="0">
                <a:solidFill>
                  <a:srgbClr val="070154"/>
                </a:solidFill>
                <a:latin typeface="IBM Plex Sans"/>
                <a:ea typeface="IBM Plex Sans"/>
                <a:cs typeface="IBM Plex Sans"/>
              </a:endParaRPr>
            </a:p>
          </p:txBody>
        </p:sp>
      </p:grpSp>
      <p:grpSp>
        <p:nvGrpSpPr>
          <p:cNvPr id="45" name="node12"/>
          <p:cNvGrpSpPr/>
          <p:nvPr/>
        </p:nvGrpSpPr>
        <p:grpSpPr>
          <a:xfrm>
            <a:off x="4381500" y="2743200"/>
            <a:ext cx="3429000" cy="2286000"/>
            <a:chOff x="4381500" y="2743200"/>
            <a:chExt cx="3429000" cy="2286000"/>
          </a:xfrm>
        </p:grpSpPr>
        <p:sp>
          <p:nvSpPr>
            <p:cNvPr id="19" name="node12.container"/>
            <p:cNvSpPr/>
            <p:nvPr/>
          </p:nvSpPr>
          <p:spPr>
            <a:xfrm>
              <a:off x="4381500" y="2743200"/>
              <a:ext cx="3429000" cy="2286000"/>
            </a:xfrm>
            <a:prstGeom prst="rect">
              <a:avLst/>
            </a:prstGeom>
            <a:solidFill>
              <a:srgbClr val="E8EEF8"/>
            </a:solidFill>
            <a:ln>
              <a:noFill/>
            </a:ln>
          </p:spPr>
        </p:sp>
        <p:sp>
          <p:nvSpPr>
            <p:cNvPr id="20" name="node12.edge"/>
            <p:cNvSpPr/>
            <p:nvPr/>
          </p:nvSpPr>
          <p:spPr>
            <a:xfrm>
              <a:off x="4381500" y="2743200"/>
              <a:ext cx="3429000" cy="76200"/>
            </a:xfrm>
            <a:prstGeom prst="rect">
              <a:avLst/>
            </a:prstGeom>
            <a:solidFill>
              <a:srgbClr val="0047FF"/>
            </a:solidFill>
            <a:ln>
              <a:noFill/>
            </a:ln>
          </p:spPr>
        </p:sp>
        <p:sp>
          <p:nvSpPr>
            <p:cNvPr id="21" name="node12.label"/>
            <p:cNvSpPr/>
            <p:nvPr/>
          </p:nvSpPr>
          <p:spPr>
            <a:xfrm>
              <a:off x="4610100" y="3048000"/>
              <a:ext cx="2971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DECISION</a:t>
              </a:r>
              <a:endParaRPr lang="en-US" sz="900" spc="54" kern="0" b="0" i="0" dirty="0">
                <a:solidFill>
                  <a:srgbClr val="0047FF"/>
                </a:solidFill>
                <a:latin typeface="IBM Plex Mono Medium"/>
                <a:ea typeface="IBM Plex Mono Medium"/>
                <a:cs typeface="IBM Plex Mono Medium"/>
              </a:endParaRPr>
            </a:p>
          </p:txBody>
        </p:sp>
        <p:sp>
          <p:nvSpPr>
            <p:cNvPr id="22" name="node12.body.item-001.paragraph"/>
            <p:cNvSpPr/>
            <p:nvPr/>
          </p:nvSpPr>
          <p:spPr>
            <a:xfrm>
              <a:off x="4610100" y="3276600"/>
              <a:ext cx="2971800" cy="13335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Publish clinical and revenue events to one managed event bus. Systems subscribe to the events they need, so a new feed no longer changes the sending system.</a:t>
              </a:r>
              <a:endParaRPr lang="en-US" sz="1400" spc="0" kern="0" b="0" i="0" dirty="0">
                <a:solidFill>
                  <a:srgbClr val="50658E"/>
                </a:solidFill>
                <a:latin typeface="IBM Plex Sans"/>
                <a:ea typeface="IBM Plex Sans"/>
                <a:cs typeface="IBM Plex Sans"/>
              </a:endParaRPr>
            </a:p>
          </p:txBody>
        </p:sp>
      </p:grpSp>
      <p:grpSp>
        <p:nvGrpSpPr>
          <p:cNvPr id="46" name="node13"/>
          <p:cNvGrpSpPr/>
          <p:nvPr/>
        </p:nvGrpSpPr>
        <p:grpSpPr>
          <a:xfrm>
            <a:off x="8039100" y="2743200"/>
            <a:ext cx="3429000" cy="152400"/>
            <a:chOff x="8039100" y="2743200"/>
            <a:chExt cx="3429000" cy="152400"/>
          </a:xfrm>
        </p:grpSpPr>
        <p:sp>
          <p:nvSpPr>
            <p:cNvPr id="23" name="node13.text"/>
            <p:cNvSpPr/>
            <p:nvPr/>
          </p:nvSpPr>
          <p:spPr>
            <a:xfrm>
              <a:off x="8039100" y="2743200"/>
              <a:ext cx="3429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POSITIVE CONSEQUENCES</a:t>
              </a:r>
              <a:endParaRPr lang="en-US" sz="900" spc="54" kern="0" b="0" i="0" dirty="0">
                <a:solidFill>
                  <a:srgbClr val="50658E"/>
                </a:solidFill>
                <a:latin typeface="IBM Plex Mono Medium"/>
                <a:ea typeface="IBM Plex Mono Medium"/>
                <a:cs typeface="IBM Plex Mono Medium"/>
              </a:endParaRPr>
            </a:p>
          </p:txBody>
        </p:sp>
      </p:grpSp>
      <p:grpSp>
        <p:nvGrpSpPr>
          <p:cNvPr id="47" name="node14"/>
          <p:cNvGrpSpPr/>
          <p:nvPr/>
        </p:nvGrpSpPr>
        <p:grpSpPr>
          <a:xfrm>
            <a:off x="8039100" y="2971800"/>
            <a:ext cx="3429000" cy="495300"/>
            <a:chOff x="8039100" y="2971800"/>
            <a:chExt cx="3429000" cy="495300"/>
          </a:xfrm>
        </p:grpSpPr>
        <p:sp>
          <p:nvSpPr>
            <p:cNvPr id="24" name="node14.source-001.bullet"/>
            <p:cNvSpPr/>
            <p:nvPr/>
          </p:nvSpPr>
          <p:spPr>
            <a:xfrm>
              <a:off x="8039100" y="3060700"/>
              <a:ext cx="38100" cy="38100"/>
            </a:xfrm>
            <a:prstGeom prst="rect">
              <a:avLst/>
            </a:prstGeom>
            <a:solidFill>
              <a:srgbClr val="070154"/>
            </a:solidFill>
            <a:ln>
              <a:noFill/>
            </a:ln>
          </p:spPr>
        </p:sp>
        <p:sp>
          <p:nvSpPr>
            <p:cNvPr id="25" name="node14.source-001.text"/>
            <p:cNvSpPr/>
            <p:nvPr/>
          </p:nvSpPr>
          <p:spPr>
            <a:xfrm>
              <a:off x="8191500" y="29718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One place to monitor and replay every event</a:t>
              </a:r>
              <a:endParaRPr lang="en-US" sz="1200" spc="0" kern="0" b="0" i="0" dirty="0">
                <a:solidFill>
                  <a:srgbClr val="070154"/>
                </a:solidFill>
                <a:latin typeface="IBM Plex Sans"/>
                <a:ea typeface="IBM Plex Sans"/>
                <a:cs typeface="IBM Plex Sans"/>
              </a:endParaRPr>
            </a:p>
          </p:txBody>
        </p:sp>
        <p:sp>
          <p:nvSpPr>
            <p:cNvPr id="26" name="node14.source-002.bullet"/>
            <p:cNvSpPr/>
            <p:nvPr/>
          </p:nvSpPr>
          <p:spPr>
            <a:xfrm>
              <a:off x="8039100" y="3327400"/>
              <a:ext cx="38100" cy="38100"/>
            </a:xfrm>
            <a:prstGeom prst="rect">
              <a:avLst/>
            </a:prstGeom>
            <a:solidFill>
              <a:srgbClr val="070154"/>
            </a:solidFill>
            <a:ln>
              <a:noFill/>
            </a:ln>
          </p:spPr>
        </p:sp>
        <p:sp>
          <p:nvSpPr>
            <p:cNvPr id="27" name="node14.source-002.text"/>
            <p:cNvSpPr/>
            <p:nvPr/>
          </p:nvSpPr>
          <p:spPr>
            <a:xfrm>
              <a:off x="8191500" y="32385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New systems connect in weeks, not quarters</a:t>
              </a:r>
              <a:endParaRPr lang="en-US" sz="1200" spc="0" kern="0" b="0" i="0" dirty="0">
                <a:solidFill>
                  <a:srgbClr val="070154"/>
                </a:solidFill>
                <a:latin typeface="IBM Plex Sans"/>
                <a:ea typeface="IBM Plex Sans"/>
                <a:cs typeface="IBM Plex Sans"/>
              </a:endParaRPr>
            </a:p>
          </p:txBody>
        </p:sp>
      </p:grpSp>
      <p:grpSp>
        <p:nvGrpSpPr>
          <p:cNvPr id="48" name="node15"/>
          <p:cNvGrpSpPr/>
          <p:nvPr/>
        </p:nvGrpSpPr>
        <p:grpSpPr>
          <a:xfrm>
            <a:off x="8039100" y="3886200"/>
            <a:ext cx="3429000" cy="152400"/>
            <a:chOff x="8039100" y="3886200"/>
            <a:chExt cx="3429000" cy="152400"/>
          </a:xfrm>
        </p:grpSpPr>
        <p:sp>
          <p:nvSpPr>
            <p:cNvPr id="28" name="node15.text"/>
            <p:cNvSpPr/>
            <p:nvPr/>
          </p:nvSpPr>
          <p:spPr>
            <a:xfrm>
              <a:off x="8039100" y="3886200"/>
              <a:ext cx="3429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NEGATIVE CONSEQUENCES</a:t>
              </a:r>
              <a:endParaRPr lang="en-US" sz="900" spc="54" kern="0" b="0" i="0" dirty="0">
                <a:solidFill>
                  <a:srgbClr val="50658E"/>
                </a:solidFill>
                <a:latin typeface="IBM Plex Mono Medium"/>
                <a:ea typeface="IBM Plex Mono Medium"/>
                <a:cs typeface="IBM Plex Mono Medium"/>
              </a:endParaRPr>
            </a:p>
          </p:txBody>
        </p:sp>
      </p:grpSp>
      <p:grpSp>
        <p:nvGrpSpPr>
          <p:cNvPr id="49" name="node16"/>
          <p:cNvGrpSpPr/>
          <p:nvPr/>
        </p:nvGrpSpPr>
        <p:grpSpPr>
          <a:xfrm>
            <a:off x="8039100" y="4114800"/>
            <a:ext cx="3429000" cy="723900"/>
            <a:chOff x="8039100" y="4114800"/>
            <a:chExt cx="3429000" cy="723900"/>
          </a:xfrm>
        </p:grpSpPr>
        <p:sp>
          <p:nvSpPr>
            <p:cNvPr id="29" name="node16.source-001.bullet"/>
            <p:cNvSpPr/>
            <p:nvPr/>
          </p:nvSpPr>
          <p:spPr>
            <a:xfrm>
              <a:off x="8039100" y="4203700"/>
              <a:ext cx="38100" cy="38100"/>
            </a:xfrm>
            <a:prstGeom prst="rect">
              <a:avLst/>
            </a:prstGeom>
            <a:solidFill>
              <a:srgbClr val="070154"/>
            </a:solidFill>
            <a:ln>
              <a:noFill/>
            </a:ln>
          </p:spPr>
        </p:sp>
        <p:sp>
          <p:nvSpPr>
            <p:cNvPr id="30" name="node16.source-001.text"/>
            <p:cNvSpPr/>
            <p:nvPr/>
          </p:nvSpPr>
          <p:spPr>
            <a:xfrm>
              <a:off x="8191500" y="4114800"/>
              <a:ext cx="32766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The platform team must run a new service around the clock</a:t>
              </a:r>
              <a:endParaRPr lang="en-US" sz="1200" spc="0" kern="0" b="0" i="0" dirty="0">
                <a:solidFill>
                  <a:srgbClr val="070154"/>
                </a:solidFill>
                <a:latin typeface="IBM Plex Sans"/>
                <a:ea typeface="IBM Plex Sans"/>
                <a:cs typeface="IBM Plex Sans"/>
              </a:endParaRPr>
            </a:p>
          </p:txBody>
        </p:sp>
        <p:sp>
          <p:nvSpPr>
            <p:cNvPr id="31" name="node16.source-002.bullet"/>
            <p:cNvSpPr/>
            <p:nvPr/>
          </p:nvSpPr>
          <p:spPr>
            <a:xfrm>
              <a:off x="8039100" y="4699000"/>
              <a:ext cx="38100" cy="38100"/>
            </a:xfrm>
            <a:prstGeom prst="rect">
              <a:avLst/>
            </a:prstGeom>
            <a:solidFill>
              <a:srgbClr val="070154"/>
            </a:solidFill>
            <a:ln>
              <a:noFill/>
            </a:ln>
          </p:spPr>
        </p:sp>
        <p:sp>
          <p:nvSpPr>
            <p:cNvPr id="32" name="node16.source-002.text"/>
            <p:cNvSpPr/>
            <p:nvPr/>
          </p:nvSpPr>
          <p:spPr>
            <a:xfrm>
              <a:off x="8191500" y="46101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Interface teams need training in event design</a:t>
              </a:r>
              <a:endParaRPr lang="en-US" sz="1200" spc="0" kern="0" b="0" i="0" dirty="0">
                <a:solidFill>
                  <a:srgbClr val="070154"/>
                </a:solidFill>
                <a:latin typeface="IBM Plex Sans"/>
                <a:ea typeface="IBM Plex Sans"/>
                <a:cs typeface="IBM Plex Sans"/>
              </a:endParaRPr>
            </a:p>
          </p:txBody>
        </p:sp>
      </p:grpSp>
      <p:grpSp>
        <p:nvGrpSpPr>
          <p:cNvPr id="50" name="node17"/>
          <p:cNvGrpSpPr/>
          <p:nvPr/>
        </p:nvGrpSpPr>
        <p:grpSpPr>
          <a:xfrm>
            <a:off x="723900" y="5257800"/>
            <a:ext cx="10744200" cy="685800"/>
            <a:chOff x="723900" y="5257800"/>
            <a:chExt cx="10744200" cy="685800"/>
          </a:xfrm>
        </p:grpSpPr>
        <p:sp>
          <p:nvSpPr>
            <p:cNvPr id="33" name="node17.surface"/>
            <p:cNvSpPr/>
            <p:nvPr/>
          </p:nvSpPr>
          <p:spPr>
            <a:xfrm>
              <a:off x="723900" y="5257800"/>
              <a:ext cx="10744200" cy="685800"/>
            </a:xfrm>
            <a:prstGeom prst="rect">
              <a:avLst/>
            </a:prstGeom>
            <a:solidFill>
              <a:srgbClr val="E8EEF8"/>
            </a:solidFill>
            <a:ln>
              <a:noFill/>
            </a:ln>
          </p:spPr>
        </p:sp>
        <p:sp>
          <p:nvSpPr>
            <p:cNvPr id="34" name="node17.text"/>
            <p:cNvSpPr/>
            <p:nvPr/>
          </p:nvSpPr>
          <p:spPr>
            <a:xfrm>
              <a:off x="876300" y="5486400"/>
              <a:ext cx="1043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Review in September 2027, or sooner if feed incidents rise.</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ource-025">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WORKING SESSION · NORTHFIELD HEALTH SYSTEM</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Agenda for the design-sprint day</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5</a:t>
            </a:fld>
            <a:endParaRPr lang="en-US" sz="700" spc="0" kern="0" b="0" i="0" dirty="0">
              <a:solidFill>
                <a:srgbClr val="070154"/>
              </a:solidFill>
              <a:latin typeface="IBM Plex Mono SemiBold"/>
              <a:ea typeface="IBM Plex Mono SemiBold"/>
              <a:cs typeface="IBM Plex Mono SemiBold"/>
            </a:endParaRPr>
          </a:p>
        </p:txBody>
      </p:sp>
      <p:grpSp>
        <p:nvGrpSpPr>
          <p:cNvPr id="57" name="node01"/>
          <p:cNvGrpSpPr/>
          <p:nvPr/>
        </p:nvGrpSpPr>
        <p:grpSpPr>
          <a:xfrm>
            <a:off x="723900" y="1600200"/>
            <a:ext cx="1371600" cy="152400"/>
            <a:chOff x="723900" y="1600200"/>
            <a:chExt cx="1371600" cy="152400"/>
          </a:xfrm>
        </p:grpSpPr>
        <p:sp>
          <p:nvSpPr>
            <p:cNvPr id="6" name="node01.text"/>
            <p:cNvSpPr/>
            <p:nvPr/>
          </p:nvSpPr>
          <p:spPr>
            <a:xfrm>
              <a:off x="723900" y="1600200"/>
              <a:ext cx="1371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TIME</a:t>
              </a:r>
              <a:endParaRPr lang="en-US" sz="900" spc="54" kern="0" b="0" i="0" dirty="0">
                <a:solidFill>
                  <a:srgbClr val="0047FF"/>
                </a:solidFill>
                <a:latin typeface="IBM Plex Mono Medium"/>
                <a:ea typeface="IBM Plex Mono Medium"/>
                <a:cs typeface="IBM Plex Mono Medium"/>
              </a:endParaRPr>
            </a:p>
          </p:txBody>
        </p:sp>
      </p:grpSp>
      <p:grpSp>
        <p:nvGrpSpPr>
          <p:cNvPr id="58" name="node02"/>
          <p:cNvGrpSpPr/>
          <p:nvPr/>
        </p:nvGrpSpPr>
        <p:grpSpPr>
          <a:xfrm>
            <a:off x="2324100" y="1600200"/>
            <a:ext cx="2057400" cy="152400"/>
            <a:chOff x="2324100" y="1600200"/>
            <a:chExt cx="2057400" cy="152400"/>
          </a:xfrm>
        </p:grpSpPr>
        <p:sp>
          <p:nvSpPr>
            <p:cNvPr id="7" name="node02.text"/>
            <p:cNvSpPr/>
            <p:nvPr/>
          </p:nvSpPr>
          <p:spPr>
            <a:xfrm>
              <a:off x="2324100" y="1600200"/>
              <a:ext cx="20574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SESSION</a:t>
              </a:r>
              <a:endParaRPr lang="en-US" sz="900" spc="54" kern="0" b="0" i="0" dirty="0">
                <a:solidFill>
                  <a:srgbClr val="0047FF"/>
                </a:solidFill>
                <a:latin typeface="IBM Plex Mono Medium"/>
                <a:ea typeface="IBM Plex Mono Medium"/>
                <a:cs typeface="IBM Plex Mono Medium"/>
              </a:endParaRPr>
            </a:p>
          </p:txBody>
        </p:sp>
      </p:grpSp>
      <p:grpSp>
        <p:nvGrpSpPr>
          <p:cNvPr id="59" name="node03"/>
          <p:cNvGrpSpPr/>
          <p:nvPr/>
        </p:nvGrpSpPr>
        <p:grpSpPr>
          <a:xfrm>
            <a:off x="4610100" y="1600200"/>
            <a:ext cx="4343400" cy="152400"/>
            <a:chOff x="4610100" y="1600200"/>
            <a:chExt cx="4343400" cy="152400"/>
          </a:xfrm>
        </p:grpSpPr>
        <p:sp>
          <p:nvSpPr>
            <p:cNvPr id="8" name="node03.text"/>
            <p:cNvSpPr/>
            <p:nvPr/>
          </p:nvSpPr>
          <p:spPr>
            <a:xfrm>
              <a:off x="4610100" y="1600200"/>
              <a:ext cx="43434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FINANCE AND DATA CONTRIBUTION</a:t>
              </a:r>
              <a:endParaRPr lang="en-US" sz="900" spc="54" kern="0" b="0" i="0" dirty="0">
                <a:solidFill>
                  <a:srgbClr val="0047FF"/>
                </a:solidFill>
                <a:latin typeface="IBM Plex Mono Medium"/>
                <a:ea typeface="IBM Plex Mono Medium"/>
                <a:cs typeface="IBM Plex Mono Medium"/>
              </a:endParaRPr>
            </a:p>
          </p:txBody>
        </p:sp>
      </p:grpSp>
      <p:grpSp>
        <p:nvGrpSpPr>
          <p:cNvPr id="60" name="node04"/>
          <p:cNvGrpSpPr/>
          <p:nvPr/>
        </p:nvGrpSpPr>
        <p:grpSpPr>
          <a:xfrm>
            <a:off x="9182100" y="1600200"/>
            <a:ext cx="2286000" cy="152400"/>
            <a:chOff x="9182100" y="1600200"/>
            <a:chExt cx="2286000" cy="152400"/>
          </a:xfrm>
        </p:grpSpPr>
        <p:sp>
          <p:nvSpPr>
            <p:cNvPr id="9" name="node04.text"/>
            <p:cNvSpPr/>
            <p:nvPr/>
          </p:nvSpPr>
          <p:spPr>
            <a:xfrm>
              <a:off x="9182100" y="1600200"/>
              <a:ext cx="2286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SHARED RESULT</a:t>
              </a:r>
              <a:endParaRPr lang="en-US" sz="900" spc="54" kern="0" b="0" i="0" dirty="0">
                <a:solidFill>
                  <a:srgbClr val="0047FF"/>
                </a:solidFill>
                <a:latin typeface="IBM Plex Mono Medium"/>
                <a:ea typeface="IBM Plex Mono Medium"/>
                <a:cs typeface="IBM Plex Mono Medium"/>
              </a:endParaRPr>
            </a:p>
          </p:txBody>
        </p:sp>
      </p:grpSp>
      <p:grpSp>
        <p:nvGrpSpPr>
          <p:cNvPr id="61" name="node05"/>
          <p:cNvGrpSpPr/>
          <p:nvPr/>
        </p:nvGrpSpPr>
        <p:grpSpPr>
          <a:xfrm>
            <a:off x="723900" y="1828800"/>
            <a:ext cx="1371600" cy="457200"/>
            <a:chOff x="723900" y="1828800"/>
            <a:chExt cx="1371600" cy="457200"/>
          </a:xfrm>
        </p:grpSpPr>
        <p:sp>
          <p:nvSpPr>
            <p:cNvPr id="10" name="node05.surface"/>
            <p:cNvSpPr/>
            <p:nvPr/>
          </p:nvSpPr>
          <p:spPr>
            <a:xfrm>
              <a:off x="723900" y="1828800"/>
              <a:ext cx="1371600" cy="457200"/>
            </a:xfrm>
            <a:prstGeom prst="rect">
              <a:avLst/>
            </a:prstGeom>
            <a:solidFill>
              <a:srgbClr val="070154"/>
            </a:solidFill>
            <a:ln>
              <a:noFill/>
            </a:ln>
          </p:spPr>
        </p:sp>
        <p:sp>
          <p:nvSpPr>
            <p:cNvPr id="11" name="node05.text"/>
            <p:cNvSpPr/>
            <p:nvPr/>
          </p:nvSpPr>
          <p:spPr>
            <a:xfrm>
              <a:off x="876300" y="1943100"/>
              <a:ext cx="1066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8:30–9:30</a:t>
              </a:r>
              <a:endParaRPr lang="en-US" sz="1200" spc="0" kern="0" b="0" i="0" dirty="0">
                <a:solidFill>
                  <a:srgbClr val="FFFFFF"/>
                </a:solidFill>
                <a:latin typeface="IBM Plex Sans"/>
                <a:ea typeface="IBM Plex Sans"/>
                <a:cs typeface="IBM Plex Sans"/>
              </a:endParaRPr>
            </a:p>
          </p:txBody>
        </p:sp>
      </p:grpSp>
      <p:grpSp>
        <p:nvGrpSpPr>
          <p:cNvPr id="62" name="node06"/>
          <p:cNvGrpSpPr/>
          <p:nvPr/>
        </p:nvGrpSpPr>
        <p:grpSpPr>
          <a:xfrm>
            <a:off x="2324100" y="1828800"/>
            <a:ext cx="2057400" cy="228600"/>
            <a:chOff x="2324100" y="1828800"/>
            <a:chExt cx="2057400" cy="228600"/>
          </a:xfrm>
        </p:grpSpPr>
        <p:sp>
          <p:nvSpPr>
            <p:cNvPr id="12" name="node06.text"/>
            <p:cNvSpPr/>
            <p:nvPr/>
          </p:nvSpPr>
          <p:spPr>
            <a:xfrm>
              <a:off x="2324100" y="1828800"/>
              <a:ext cx="2057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1. Joint framing</a:t>
              </a:r>
              <a:endParaRPr lang="en-US" sz="1200" spc="0" kern="0" b="0" i="0" dirty="0">
                <a:solidFill>
                  <a:srgbClr val="070154"/>
                </a:solidFill>
                <a:latin typeface="IBM Plex Sans"/>
                <a:ea typeface="IBM Plex Sans"/>
                <a:cs typeface="IBM Plex Sans"/>
              </a:endParaRPr>
            </a:p>
          </p:txBody>
        </p:sp>
      </p:grpSp>
      <p:grpSp>
        <p:nvGrpSpPr>
          <p:cNvPr id="63" name="node07"/>
          <p:cNvGrpSpPr/>
          <p:nvPr/>
        </p:nvGrpSpPr>
        <p:grpSpPr>
          <a:xfrm>
            <a:off x="4610100" y="1828800"/>
            <a:ext cx="4343400" cy="495300"/>
            <a:chOff x="4610100" y="1828800"/>
            <a:chExt cx="4343400" cy="495300"/>
          </a:xfrm>
        </p:grpSpPr>
        <p:sp>
          <p:nvSpPr>
            <p:cNvPr id="13" name="node07.source-001.bullet"/>
            <p:cNvSpPr/>
            <p:nvPr/>
          </p:nvSpPr>
          <p:spPr>
            <a:xfrm>
              <a:off x="4610100" y="1917700"/>
              <a:ext cx="38100" cy="38100"/>
            </a:xfrm>
            <a:prstGeom prst="rect">
              <a:avLst/>
            </a:prstGeom>
            <a:solidFill>
              <a:srgbClr val="070154"/>
            </a:solidFill>
            <a:ln>
              <a:noFill/>
            </a:ln>
          </p:spPr>
        </p:sp>
        <p:sp>
          <p:nvSpPr>
            <p:cNvPr id="14" name="node07.source-001.text"/>
            <p:cNvSpPr/>
            <p:nvPr/>
          </p:nvSpPr>
          <p:spPr>
            <a:xfrm>
              <a:off x="4762500" y="1828800"/>
              <a:ext cx="4191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Finance: bring close calendar and pain points</a:t>
              </a:r>
              <a:endParaRPr lang="en-US" sz="1200" spc="0" kern="0" b="0" i="0" dirty="0">
                <a:solidFill>
                  <a:srgbClr val="070154"/>
                </a:solidFill>
                <a:latin typeface="IBM Plex Sans"/>
                <a:ea typeface="IBM Plex Sans"/>
                <a:cs typeface="IBM Plex Sans"/>
              </a:endParaRPr>
            </a:p>
          </p:txBody>
        </p:sp>
        <p:sp>
          <p:nvSpPr>
            <p:cNvPr id="15" name="node07.source-002.bullet"/>
            <p:cNvSpPr/>
            <p:nvPr/>
          </p:nvSpPr>
          <p:spPr>
            <a:xfrm>
              <a:off x="4610100" y="2184400"/>
              <a:ext cx="38100" cy="38100"/>
            </a:xfrm>
            <a:prstGeom prst="rect">
              <a:avLst/>
            </a:prstGeom>
            <a:solidFill>
              <a:srgbClr val="070154"/>
            </a:solidFill>
            <a:ln>
              <a:noFill/>
            </a:ln>
          </p:spPr>
        </p:sp>
        <p:sp>
          <p:nvSpPr>
            <p:cNvPr id="16" name="node07.source-002.text"/>
            <p:cNvSpPr/>
            <p:nvPr/>
          </p:nvSpPr>
          <p:spPr>
            <a:xfrm>
              <a:off x="4762500" y="2095500"/>
              <a:ext cx="4191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Data: test feasibility and source availability</a:t>
              </a:r>
              <a:endParaRPr lang="en-US" sz="1200" spc="0" kern="0" b="0" i="0" dirty="0">
                <a:solidFill>
                  <a:srgbClr val="070154"/>
                </a:solidFill>
                <a:latin typeface="IBM Plex Sans"/>
                <a:ea typeface="IBM Plex Sans"/>
                <a:cs typeface="IBM Plex Sans"/>
              </a:endParaRPr>
            </a:p>
          </p:txBody>
        </p:sp>
      </p:grpSp>
      <p:grpSp>
        <p:nvGrpSpPr>
          <p:cNvPr id="64" name="node08"/>
          <p:cNvGrpSpPr/>
          <p:nvPr/>
        </p:nvGrpSpPr>
        <p:grpSpPr>
          <a:xfrm>
            <a:off x="9182100" y="1828800"/>
            <a:ext cx="2286000" cy="457200"/>
            <a:chOff x="9182100" y="1828800"/>
            <a:chExt cx="2286000" cy="457200"/>
          </a:xfrm>
        </p:grpSpPr>
        <p:sp>
          <p:nvSpPr>
            <p:cNvPr id="17" name="node08.surface"/>
            <p:cNvSpPr/>
            <p:nvPr/>
          </p:nvSpPr>
          <p:spPr>
            <a:xfrm>
              <a:off x="9182100" y="1828800"/>
              <a:ext cx="2286000" cy="457200"/>
            </a:xfrm>
            <a:prstGeom prst="rect">
              <a:avLst/>
            </a:prstGeom>
            <a:solidFill>
              <a:srgbClr val="E8EEF8"/>
            </a:solidFill>
            <a:ln>
              <a:noFill/>
            </a:ln>
          </p:spPr>
        </p:sp>
        <p:sp>
          <p:nvSpPr>
            <p:cNvPr id="18" name="node08.text"/>
            <p:cNvSpPr/>
            <p:nvPr/>
          </p:nvSpPr>
          <p:spPr>
            <a:xfrm>
              <a:off x="9334500" y="1828800"/>
              <a:ext cx="19812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One scoped opportunity with a visible path</a:t>
              </a:r>
              <a:endParaRPr lang="en-US" sz="1200" spc="0" kern="0" b="0" i="0" dirty="0">
                <a:solidFill>
                  <a:srgbClr val="070154"/>
                </a:solidFill>
                <a:latin typeface="IBM Plex Sans"/>
                <a:ea typeface="IBM Plex Sans"/>
                <a:cs typeface="IBM Plex Sans"/>
              </a:endParaRPr>
            </a:p>
          </p:txBody>
        </p:sp>
      </p:grpSp>
      <p:grpSp>
        <p:nvGrpSpPr>
          <p:cNvPr id="65" name="node09"/>
          <p:cNvGrpSpPr/>
          <p:nvPr/>
        </p:nvGrpSpPr>
        <p:grpSpPr>
          <a:xfrm>
            <a:off x="723900" y="2514600"/>
            <a:ext cx="1371600" cy="457200"/>
            <a:chOff x="723900" y="2514600"/>
            <a:chExt cx="1371600" cy="457200"/>
          </a:xfrm>
        </p:grpSpPr>
        <p:sp>
          <p:nvSpPr>
            <p:cNvPr id="19" name="node09.surface"/>
            <p:cNvSpPr/>
            <p:nvPr/>
          </p:nvSpPr>
          <p:spPr>
            <a:xfrm>
              <a:off x="723900" y="2514600"/>
              <a:ext cx="1371600" cy="457200"/>
            </a:xfrm>
            <a:prstGeom prst="rect">
              <a:avLst/>
            </a:prstGeom>
            <a:solidFill>
              <a:srgbClr val="070154"/>
            </a:solidFill>
            <a:ln>
              <a:noFill/>
            </a:ln>
          </p:spPr>
        </p:sp>
        <p:sp>
          <p:nvSpPr>
            <p:cNvPr id="20" name="node09.text"/>
            <p:cNvSpPr/>
            <p:nvPr/>
          </p:nvSpPr>
          <p:spPr>
            <a:xfrm>
              <a:off x="876300" y="2628900"/>
              <a:ext cx="1066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9:35–11:30</a:t>
              </a:r>
              <a:endParaRPr lang="en-US" sz="1200" spc="0" kern="0" b="0" i="0" dirty="0">
                <a:solidFill>
                  <a:srgbClr val="FFFFFF"/>
                </a:solidFill>
                <a:latin typeface="IBM Plex Sans"/>
                <a:ea typeface="IBM Plex Sans"/>
                <a:cs typeface="IBM Plex Sans"/>
              </a:endParaRPr>
            </a:p>
          </p:txBody>
        </p:sp>
      </p:grpSp>
      <p:grpSp>
        <p:nvGrpSpPr>
          <p:cNvPr id="66" name="node10"/>
          <p:cNvGrpSpPr/>
          <p:nvPr/>
        </p:nvGrpSpPr>
        <p:grpSpPr>
          <a:xfrm>
            <a:off x="2324100" y="2514600"/>
            <a:ext cx="2057400" cy="228600"/>
            <a:chOff x="2324100" y="2514600"/>
            <a:chExt cx="2057400" cy="228600"/>
          </a:xfrm>
        </p:grpSpPr>
        <p:sp>
          <p:nvSpPr>
            <p:cNvPr id="21" name="node10.text"/>
            <p:cNvSpPr/>
            <p:nvPr/>
          </p:nvSpPr>
          <p:spPr>
            <a:xfrm>
              <a:off x="2324100" y="2514600"/>
              <a:ext cx="2057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2. Parallel definition</a:t>
              </a:r>
              <a:endParaRPr lang="en-US" sz="1200" spc="0" kern="0" b="0" i="0" dirty="0">
                <a:solidFill>
                  <a:srgbClr val="070154"/>
                </a:solidFill>
                <a:latin typeface="IBM Plex Sans"/>
                <a:ea typeface="IBM Plex Sans"/>
                <a:cs typeface="IBM Plex Sans"/>
              </a:endParaRPr>
            </a:p>
          </p:txBody>
        </p:sp>
      </p:grpSp>
      <p:grpSp>
        <p:nvGrpSpPr>
          <p:cNvPr id="67" name="node11"/>
          <p:cNvGrpSpPr/>
          <p:nvPr/>
        </p:nvGrpSpPr>
        <p:grpSpPr>
          <a:xfrm>
            <a:off x="4610100" y="2514600"/>
            <a:ext cx="4343400" cy="495300"/>
            <a:chOff x="4610100" y="2514600"/>
            <a:chExt cx="4343400" cy="495300"/>
          </a:xfrm>
        </p:grpSpPr>
        <p:sp>
          <p:nvSpPr>
            <p:cNvPr id="22" name="node11.source-001.bullet"/>
            <p:cNvSpPr/>
            <p:nvPr/>
          </p:nvSpPr>
          <p:spPr>
            <a:xfrm>
              <a:off x="4610100" y="2603500"/>
              <a:ext cx="38100" cy="38100"/>
            </a:xfrm>
            <a:prstGeom prst="rect">
              <a:avLst/>
            </a:prstGeom>
            <a:solidFill>
              <a:srgbClr val="070154"/>
            </a:solidFill>
            <a:ln>
              <a:noFill/>
            </a:ln>
          </p:spPr>
        </p:sp>
        <p:sp>
          <p:nvSpPr>
            <p:cNvPr id="23" name="node11.source-001.text"/>
            <p:cNvSpPr/>
            <p:nvPr/>
          </p:nvSpPr>
          <p:spPr>
            <a:xfrm>
              <a:off x="4762500" y="2514600"/>
              <a:ext cx="4191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Finance: define rules, controls, acceptance</a:t>
              </a:r>
              <a:endParaRPr lang="en-US" sz="1200" spc="0" kern="0" b="0" i="0" dirty="0">
                <a:solidFill>
                  <a:srgbClr val="070154"/>
                </a:solidFill>
                <a:latin typeface="IBM Plex Sans"/>
                <a:ea typeface="IBM Plex Sans"/>
                <a:cs typeface="IBM Plex Sans"/>
              </a:endParaRPr>
            </a:p>
          </p:txBody>
        </p:sp>
        <p:sp>
          <p:nvSpPr>
            <p:cNvPr id="24" name="node11.source-002.bullet"/>
            <p:cNvSpPr/>
            <p:nvPr/>
          </p:nvSpPr>
          <p:spPr>
            <a:xfrm>
              <a:off x="4610100" y="2870200"/>
              <a:ext cx="38100" cy="38100"/>
            </a:xfrm>
            <a:prstGeom prst="rect">
              <a:avLst/>
            </a:prstGeom>
            <a:solidFill>
              <a:srgbClr val="070154"/>
            </a:solidFill>
            <a:ln>
              <a:noFill/>
            </a:ln>
          </p:spPr>
        </p:sp>
        <p:sp>
          <p:nvSpPr>
            <p:cNvPr id="25" name="node11.source-002.text"/>
            <p:cNvSpPr/>
            <p:nvPr/>
          </p:nvSpPr>
          <p:spPr>
            <a:xfrm>
              <a:off x="4762500" y="2781300"/>
              <a:ext cx="4191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Data: profile sources and prove the data flow</a:t>
              </a:r>
              <a:endParaRPr lang="en-US" sz="1200" spc="0" kern="0" b="0" i="0" dirty="0">
                <a:solidFill>
                  <a:srgbClr val="070154"/>
                </a:solidFill>
                <a:latin typeface="IBM Plex Sans"/>
                <a:ea typeface="IBM Plex Sans"/>
                <a:cs typeface="IBM Plex Sans"/>
              </a:endParaRPr>
            </a:p>
          </p:txBody>
        </p:sp>
      </p:grpSp>
      <p:grpSp>
        <p:nvGrpSpPr>
          <p:cNvPr id="68" name="node12"/>
          <p:cNvGrpSpPr/>
          <p:nvPr/>
        </p:nvGrpSpPr>
        <p:grpSpPr>
          <a:xfrm>
            <a:off x="9182100" y="2514600"/>
            <a:ext cx="2286000" cy="457200"/>
            <a:chOff x="9182100" y="2514600"/>
            <a:chExt cx="2286000" cy="457200"/>
          </a:xfrm>
        </p:grpSpPr>
        <p:sp>
          <p:nvSpPr>
            <p:cNvPr id="26" name="node12.surface"/>
            <p:cNvSpPr/>
            <p:nvPr/>
          </p:nvSpPr>
          <p:spPr>
            <a:xfrm>
              <a:off x="9182100" y="2514600"/>
              <a:ext cx="2286000" cy="457200"/>
            </a:xfrm>
            <a:prstGeom prst="rect">
              <a:avLst/>
            </a:prstGeom>
            <a:solidFill>
              <a:srgbClr val="E8EEF8"/>
            </a:solidFill>
            <a:ln>
              <a:noFill/>
            </a:ln>
          </p:spPr>
        </p:sp>
        <p:sp>
          <p:nvSpPr>
            <p:cNvPr id="27" name="node12.text"/>
            <p:cNvSpPr/>
            <p:nvPr/>
          </p:nvSpPr>
          <p:spPr>
            <a:xfrm>
              <a:off x="9334500" y="2514600"/>
              <a:ext cx="19812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Agreed rules and a working data sample</a:t>
              </a:r>
              <a:endParaRPr lang="en-US" sz="1200" spc="0" kern="0" b="0" i="0" dirty="0">
                <a:solidFill>
                  <a:srgbClr val="070154"/>
                </a:solidFill>
                <a:latin typeface="IBM Plex Sans"/>
                <a:ea typeface="IBM Plex Sans"/>
                <a:cs typeface="IBM Plex Sans"/>
              </a:endParaRPr>
            </a:p>
          </p:txBody>
        </p:sp>
      </p:grpSp>
      <p:grpSp>
        <p:nvGrpSpPr>
          <p:cNvPr id="69" name="node13"/>
          <p:cNvGrpSpPr/>
          <p:nvPr/>
        </p:nvGrpSpPr>
        <p:grpSpPr>
          <a:xfrm>
            <a:off x="723900" y="3200400"/>
            <a:ext cx="1371600" cy="457200"/>
            <a:chOff x="723900" y="3200400"/>
            <a:chExt cx="1371600" cy="457200"/>
          </a:xfrm>
        </p:grpSpPr>
        <p:sp>
          <p:nvSpPr>
            <p:cNvPr id="28" name="node13.surface"/>
            <p:cNvSpPr/>
            <p:nvPr/>
          </p:nvSpPr>
          <p:spPr>
            <a:xfrm>
              <a:off x="723900" y="3200400"/>
              <a:ext cx="1371600" cy="457200"/>
            </a:xfrm>
            <a:prstGeom prst="rect">
              <a:avLst/>
            </a:prstGeom>
            <a:solidFill>
              <a:srgbClr val="070154"/>
            </a:solidFill>
            <a:ln>
              <a:noFill/>
            </a:ln>
          </p:spPr>
        </p:sp>
        <p:sp>
          <p:nvSpPr>
            <p:cNvPr id="29" name="node13.text"/>
            <p:cNvSpPr/>
            <p:nvPr/>
          </p:nvSpPr>
          <p:spPr>
            <a:xfrm>
              <a:off x="876300" y="3314700"/>
              <a:ext cx="1066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12:15–1:00</a:t>
              </a:r>
              <a:endParaRPr lang="en-US" sz="1200" spc="0" kern="0" b="0" i="0" dirty="0">
                <a:solidFill>
                  <a:srgbClr val="FFFFFF"/>
                </a:solidFill>
                <a:latin typeface="IBM Plex Sans"/>
                <a:ea typeface="IBM Plex Sans"/>
                <a:cs typeface="IBM Plex Sans"/>
              </a:endParaRPr>
            </a:p>
          </p:txBody>
        </p:sp>
      </p:grpSp>
      <p:grpSp>
        <p:nvGrpSpPr>
          <p:cNvPr id="70" name="node14"/>
          <p:cNvGrpSpPr/>
          <p:nvPr/>
        </p:nvGrpSpPr>
        <p:grpSpPr>
          <a:xfrm>
            <a:off x="2324100" y="3200400"/>
            <a:ext cx="2057400" cy="228600"/>
            <a:chOff x="2324100" y="3200400"/>
            <a:chExt cx="2057400" cy="228600"/>
          </a:xfrm>
        </p:grpSpPr>
        <p:sp>
          <p:nvSpPr>
            <p:cNvPr id="30" name="node14.text"/>
            <p:cNvSpPr/>
            <p:nvPr/>
          </p:nvSpPr>
          <p:spPr>
            <a:xfrm>
              <a:off x="2324100" y="3200400"/>
              <a:ext cx="2057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3. Handoff</a:t>
              </a:r>
              <a:endParaRPr lang="en-US" sz="1200" spc="0" kern="0" b="0" i="0" dirty="0">
                <a:solidFill>
                  <a:srgbClr val="070154"/>
                </a:solidFill>
                <a:latin typeface="IBM Plex Sans"/>
                <a:ea typeface="IBM Plex Sans"/>
                <a:cs typeface="IBM Plex Sans"/>
              </a:endParaRPr>
            </a:p>
          </p:txBody>
        </p:sp>
      </p:grpSp>
      <p:grpSp>
        <p:nvGrpSpPr>
          <p:cNvPr id="71" name="node15"/>
          <p:cNvGrpSpPr/>
          <p:nvPr/>
        </p:nvGrpSpPr>
        <p:grpSpPr>
          <a:xfrm>
            <a:off x="4610100" y="3200400"/>
            <a:ext cx="4343400" cy="495300"/>
            <a:chOff x="4610100" y="3200400"/>
            <a:chExt cx="4343400" cy="495300"/>
          </a:xfrm>
        </p:grpSpPr>
        <p:sp>
          <p:nvSpPr>
            <p:cNvPr id="31" name="node15.source-001.bullet"/>
            <p:cNvSpPr/>
            <p:nvPr/>
          </p:nvSpPr>
          <p:spPr>
            <a:xfrm>
              <a:off x="4610100" y="3289300"/>
              <a:ext cx="38100" cy="38100"/>
            </a:xfrm>
            <a:prstGeom prst="rect">
              <a:avLst/>
            </a:prstGeom>
            <a:solidFill>
              <a:srgbClr val="070154"/>
            </a:solidFill>
            <a:ln>
              <a:noFill/>
            </a:ln>
          </p:spPr>
        </p:sp>
        <p:sp>
          <p:nvSpPr>
            <p:cNvPr id="32" name="node15.source-001.text"/>
            <p:cNvSpPr/>
            <p:nvPr/>
          </p:nvSpPr>
          <p:spPr>
            <a:xfrm>
              <a:off x="4762500" y="3200400"/>
              <a:ext cx="4191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Finance: explain intent and open questions</a:t>
              </a:r>
              <a:endParaRPr lang="en-US" sz="1200" spc="0" kern="0" b="0" i="0" dirty="0">
                <a:solidFill>
                  <a:srgbClr val="070154"/>
                </a:solidFill>
                <a:latin typeface="IBM Plex Sans"/>
                <a:ea typeface="IBM Plex Sans"/>
                <a:cs typeface="IBM Plex Sans"/>
              </a:endParaRPr>
            </a:p>
          </p:txBody>
        </p:sp>
        <p:sp>
          <p:nvSpPr>
            <p:cNvPr id="33" name="node15.source-002.bullet"/>
            <p:cNvSpPr/>
            <p:nvPr/>
          </p:nvSpPr>
          <p:spPr>
            <a:xfrm>
              <a:off x="4610100" y="3556000"/>
              <a:ext cx="38100" cy="38100"/>
            </a:xfrm>
            <a:prstGeom prst="rect">
              <a:avLst/>
            </a:prstGeom>
            <a:solidFill>
              <a:srgbClr val="070154"/>
            </a:solidFill>
            <a:ln>
              <a:noFill/>
            </a:ln>
          </p:spPr>
        </p:sp>
        <p:sp>
          <p:nvSpPr>
            <p:cNvPr id="34" name="node15.source-002.text"/>
            <p:cNvSpPr/>
            <p:nvPr/>
          </p:nvSpPr>
          <p:spPr>
            <a:xfrm>
              <a:off x="4762500" y="3467100"/>
              <a:ext cx="4191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Data: challenge ambiguity; propose a slice</a:t>
              </a:r>
              <a:endParaRPr lang="en-US" sz="1200" spc="0" kern="0" b="0" i="0" dirty="0">
                <a:solidFill>
                  <a:srgbClr val="070154"/>
                </a:solidFill>
                <a:latin typeface="IBM Plex Sans"/>
                <a:ea typeface="IBM Plex Sans"/>
                <a:cs typeface="IBM Plex Sans"/>
              </a:endParaRPr>
            </a:p>
          </p:txBody>
        </p:sp>
      </p:grpSp>
      <p:grpSp>
        <p:nvGrpSpPr>
          <p:cNvPr id="72" name="node16"/>
          <p:cNvGrpSpPr/>
          <p:nvPr/>
        </p:nvGrpSpPr>
        <p:grpSpPr>
          <a:xfrm>
            <a:off x="9182100" y="3200400"/>
            <a:ext cx="2286000" cy="457200"/>
            <a:chOff x="9182100" y="3200400"/>
            <a:chExt cx="2286000" cy="457200"/>
          </a:xfrm>
        </p:grpSpPr>
        <p:sp>
          <p:nvSpPr>
            <p:cNvPr id="35" name="node16.surface"/>
            <p:cNvSpPr/>
            <p:nvPr/>
          </p:nvSpPr>
          <p:spPr>
            <a:xfrm>
              <a:off x="9182100" y="3200400"/>
              <a:ext cx="2286000" cy="457200"/>
            </a:xfrm>
            <a:prstGeom prst="rect">
              <a:avLst/>
            </a:prstGeom>
            <a:solidFill>
              <a:srgbClr val="E8EEF8"/>
            </a:solidFill>
            <a:ln>
              <a:noFill/>
            </a:ln>
          </p:spPr>
        </p:sp>
        <p:sp>
          <p:nvSpPr>
            <p:cNvPr id="36" name="node16.text"/>
            <p:cNvSpPr/>
            <p:nvPr/>
          </p:nvSpPr>
          <p:spPr>
            <a:xfrm>
              <a:off x="9334500" y="3200400"/>
              <a:ext cx="19812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Agreed interface, scope and demo slice</a:t>
              </a:r>
              <a:endParaRPr lang="en-US" sz="1200" spc="0" kern="0" b="0" i="0" dirty="0">
                <a:solidFill>
                  <a:srgbClr val="070154"/>
                </a:solidFill>
                <a:latin typeface="IBM Plex Sans"/>
                <a:ea typeface="IBM Plex Sans"/>
                <a:cs typeface="IBM Plex Sans"/>
              </a:endParaRPr>
            </a:p>
          </p:txBody>
        </p:sp>
      </p:grpSp>
      <p:grpSp>
        <p:nvGrpSpPr>
          <p:cNvPr id="73" name="node17"/>
          <p:cNvGrpSpPr/>
          <p:nvPr/>
        </p:nvGrpSpPr>
        <p:grpSpPr>
          <a:xfrm>
            <a:off x="723900" y="3886200"/>
            <a:ext cx="1371600" cy="457200"/>
            <a:chOff x="723900" y="3886200"/>
            <a:chExt cx="1371600" cy="457200"/>
          </a:xfrm>
        </p:grpSpPr>
        <p:sp>
          <p:nvSpPr>
            <p:cNvPr id="37" name="node17.surface"/>
            <p:cNvSpPr/>
            <p:nvPr/>
          </p:nvSpPr>
          <p:spPr>
            <a:xfrm>
              <a:off x="723900" y="3886200"/>
              <a:ext cx="1371600" cy="457200"/>
            </a:xfrm>
            <a:prstGeom prst="rect">
              <a:avLst/>
            </a:prstGeom>
            <a:solidFill>
              <a:srgbClr val="070154"/>
            </a:solidFill>
            <a:ln>
              <a:noFill/>
            </a:ln>
          </p:spPr>
        </p:sp>
        <p:sp>
          <p:nvSpPr>
            <p:cNvPr id="38" name="node17.text"/>
            <p:cNvSpPr/>
            <p:nvPr/>
          </p:nvSpPr>
          <p:spPr>
            <a:xfrm>
              <a:off x="876300" y="4000500"/>
              <a:ext cx="1066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1:00–3:15</a:t>
              </a:r>
              <a:endParaRPr lang="en-US" sz="1200" spc="0" kern="0" b="0" i="0" dirty="0">
                <a:solidFill>
                  <a:srgbClr val="FFFFFF"/>
                </a:solidFill>
                <a:latin typeface="IBM Plex Sans"/>
                <a:ea typeface="IBM Plex Sans"/>
                <a:cs typeface="IBM Plex Sans"/>
              </a:endParaRPr>
            </a:p>
          </p:txBody>
        </p:sp>
      </p:grpSp>
      <p:grpSp>
        <p:nvGrpSpPr>
          <p:cNvPr id="74" name="node18"/>
          <p:cNvGrpSpPr/>
          <p:nvPr/>
        </p:nvGrpSpPr>
        <p:grpSpPr>
          <a:xfrm>
            <a:off x="2324100" y="3886200"/>
            <a:ext cx="2057400" cy="228600"/>
            <a:chOff x="2324100" y="3886200"/>
            <a:chExt cx="2057400" cy="228600"/>
          </a:xfrm>
        </p:grpSpPr>
        <p:sp>
          <p:nvSpPr>
            <p:cNvPr id="39" name="node18.text"/>
            <p:cNvSpPr/>
            <p:nvPr/>
          </p:nvSpPr>
          <p:spPr>
            <a:xfrm>
              <a:off x="2324100" y="3886200"/>
              <a:ext cx="2057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4. Build and review</a:t>
              </a:r>
              <a:endParaRPr lang="en-US" sz="1200" spc="0" kern="0" b="0" i="0" dirty="0">
                <a:solidFill>
                  <a:srgbClr val="070154"/>
                </a:solidFill>
                <a:latin typeface="IBM Plex Sans"/>
                <a:ea typeface="IBM Plex Sans"/>
                <a:cs typeface="IBM Plex Sans"/>
              </a:endParaRPr>
            </a:p>
          </p:txBody>
        </p:sp>
      </p:grpSp>
      <p:grpSp>
        <p:nvGrpSpPr>
          <p:cNvPr id="75" name="node19"/>
          <p:cNvGrpSpPr/>
          <p:nvPr/>
        </p:nvGrpSpPr>
        <p:grpSpPr>
          <a:xfrm>
            <a:off x="4610100" y="3886200"/>
            <a:ext cx="4343400" cy="495300"/>
            <a:chOff x="4610100" y="3886200"/>
            <a:chExt cx="4343400" cy="495300"/>
          </a:xfrm>
        </p:grpSpPr>
        <p:sp>
          <p:nvSpPr>
            <p:cNvPr id="40" name="node19.source-001.bullet"/>
            <p:cNvSpPr/>
            <p:nvPr/>
          </p:nvSpPr>
          <p:spPr>
            <a:xfrm>
              <a:off x="4610100" y="3975100"/>
              <a:ext cx="38100" cy="38100"/>
            </a:xfrm>
            <a:prstGeom prst="rect">
              <a:avLst/>
            </a:prstGeom>
            <a:solidFill>
              <a:srgbClr val="070154"/>
            </a:solidFill>
            <a:ln>
              <a:noFill/>
            </a:ln>
          </p:spPr>
        </p:sp>
        <p:sp>
          <p:nvSpPr>
            <p:cNvPr id="41" name="node19.source-001.text"/>
            <p:cNvSpPr/>
            <p:nvPr/>
          </p:nvSpPr>
          <p:spPr>
            <a:xfrm>
              <a:off x="4762500" y="3886200"/>
              <a:ext cx="4191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Finance: review each increment against rules</a:t>
              </a:r>
              <a:endParaRPr lang="en-US" sz="1200" spc="0" kern="0" b="0" i="0" dirty="0">
                <a:solidFill>
                  <a:srgbClr val="070154"/>
                </a:solidFill>
                <a:latin typeface="IBM Plex Sans"/>
                <a:ea typeface="IBM Plex Sans"/>
                <a:cs typeface="IBM Plex Sans"/>
              </a:endParaRPr>
            </a:p>
          </p:txBody>
        </p:sp>
        <p:sp>
          <p:nvSpPr>
            <p:cNvPr id="42" name="node19.source-002.bullet"/>
            <p:cNvSpPr/>
            <p:nvPr/>
          </p:nvSpPr>
          <p:spPr>
            <a:xfrm>
              <a:off x="4610100" y="4241800"/>
              <a:ext cx="38100" cy="38100"/>
            </a:xfrm>
            <a:prstGeom prst="rect">
              <a:avLst/>
            </a:prstGeom>
            <a:solidFill>
              <a:srgbClr val="070154"/>
            </a:solidFill>
            <a:ln>
              <a:noFill/>
            </a:ln>
          </p:spPr>
        </p:sp>
        <p:sp>
          <p:nvSpPr>
            <p:cNvPr id="43" name="node19.source-002.text"/>
            <p:cNvSpPr/>
            <p:nvPr/>
          </p:nvSpPr>
          <p:spPr>
            <a:xfrm>
              <a:off x="4762500" y="4152900"/>
              <a:ext cx="4191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Data: convert feedback into bounded changes</a:t>
              </a:r>
              <a:endParaRPr lang="en-US" sz="1200" spc="0" kern="0" b="0" i="0" dirty="0">
                <a:solidFill>
                  <a:srgbClr val="070154"/>
                </a:solidFill>
                <a:latin typeface="IBM Plex Sans"/>
                <a:ea typeface="IBM Plex Sans"/>
                <a:cs typeface="IBM Plex Sans"/>
              </a:endParaRPr>
            </a:p>
          </p:txBody>
        </p:sp>
      </p:grpSp>
      <p:grpSp>
        <p:nvGrpSpPr>
          <p:cNvPr id="76" name="node20"/>
          <p:cNvGrpSpPr/>
          <p:nvPr/>
        </p:nvGrpSpPr>
        <p:grpSpPr>
          <a:xfrm>
            <a:off x="9182100" y="3886200"/>
            <a:ext cx="2286000" cy="457200"/>
            <a:chOff x="9182100" y="3886200"/>
            <a:chExt cx="2286000" cy="457200"/>
          </a:xfrm>
        </p:grpSpPr>
        <p:sp>
          <p:nvSpPr>
            <p:cNvPr id="44" name="node20.surface"/>
            <p:cNvSpPr/>
            <p:nvPr/>
          </p:nvSpPr>
          <p:spPr>
            <a:xfrm>
              <a:off x="9182100" y="3886200"/>
              <a:ext cx="2286000" cy="457200"/>
            </a:xfrm>
            <a:prstGeom prst="rect">
              <a:avLst/>
            </a:prstGeom>
            <a:solidFill>
              <a:srgbClr val="E8EEF8"/>
            </a:solidFill>
            <a:ln>
              <a:noFill/>
            </a:ln>
          </p:spPr>
        </p:sp>
        <p:sp>
          <p:nvSpPr>
            <p:cNvPr id="45" name="node20.text"/>
            <p:cNvSpPr/>
            <p:nvPr/>
          </p:nvSpPr>
          <p:spPr>
            <a:xfrm>
              <a:off x="9334500" y="3886200"/>
              <a:ext cx="19812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Traceable feedback and acceptance evidence</a:t>
              </a:r>
              <a:endParaRPr lang="en-US" sz="1200" spc="0" kern="0" b="0" i="0" dirty="0">
                <a:solidFill>
                  <a:srgbClr val="070154"/>
                </a:solidFill>
                <a:latin typeface="IBM Plex Sans"/>
                <a:ea typeface="IBM Plex Sans"/>
                <a:cs typeface="IBM Plex Sans"/>
              </a:endParaRPr>
            </a:p>
          </p:txBody>
        </p:sp>
      </p:grpSp>
      <p:grpSp>
        <p:nvGrpSpPr>
          <p:cNvPr id="77" name="node21"/>
          <p:cNvGrpSpPr/>
          <p:nvPr/>
        </p:nvGrpSpPr>
        <p:grpSpPr>
          <a:xfrm>
            <a:off x="723900" y="4572000"/>
            <a:ext cx="1371600" cy="457200"/>
            <a:chOff x="723900" y="4572000"/>
            <a:chExt cx="1371600" cy="457200"/>
          </a:xfrm>
        </p:grpSpPr>
        <p:sp>
          <p:nvSpPr>
            <p:cNvPr id="46" name="node21.surface"/>
            <p:cNvSpPr/>
            <p:nvPr/>
          </p:nvSpPr>
          <p:spPr>
            <a:xfrm>
              <a:off x="723900" y="4572000"/>
              <a:ext cx="1371600" cy="457200"/>
            </a:xfrm>
            <a:prstGeom prst="rect">
              <a:avLst/>
            </a:prstGeom>
            <a:solidFill>
              <a:srgbClr val="070154"/>
            </a:solidFill>
            <a:ln>
              <a:noFill/>
            </a:ln>
          </p:spPr>
        </p:sp>
        <p:sp>
          <p:nvSpPr>
            <p:cNvPr id="47" name="node21.text"/>
            <p:cNvSpPr/>
            <p:nvPr/>
          </p:nvSpPr>
          <p:spPr>
            <a:xfrm>
              <a:off x="876300" y="4686300"/>
              <a:ext cx="1066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3:15–4:30</a:t>
              </a:r>
              <a:endParaRPr lang="en-US" sz="1200" spc="0" kern="0" b="0" i="0" dirty="0">
                <a:solidFill>
                  <a:srgbClr val="FFFFFF"/>
                </a:solidFill>
                <a:latin typeface="IBM Plex Sans"/>
                <a:ea typeface="IBM Plex Sans"/>
                <a:cs typeface="IBM Plex Sans"/>
              </a:endParaRPr>
            </a:p>
          </p:txBody>
        </p:sp>
      </p:grpSp>
      <p:grpSp>
        <p:nvGrpSpPr>
          <p:cNvPr id="78" name="node22"/>
          <p:cNvGrpSpPr/>
          <p:nvPr/>
        </p:nvGrpSpPr>
        <p:grpSpPr>
          <a:xfrm>
            <a:off x="2324100" y="4572000"/>
            <a:ext cx="2057400" cy="228600"/>
            <a:chOff x="2324100" y="4572000"/>
            <a:chExt cx="2057400" cy="228600"/>
          </a:xfrm>
        </p:grpSpPr>
        <p:sp>
          <p:nvSpPr>
            <p:cNvPr id="48" name="node22.text"/>
            <p:cNvSpPr/>
            <p:nvPr/>
          </p:nvSpPr>
          <p:spPr>
            <a:xfrm>
              <a:off x="2324100" y="4572000"/>
              <a:ext cx="2057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5. Scale-up</a:t>
              </a:r>
              <a:endParaRPr lang="en-US" sz="1200" spc="0" kern="0" b="0" i="0" dirty="0">
                <a:solidFill>
                  <a:srgbClr val="070154"/>
                </a:solidFill>
                <a:latin typeface="IBM Plex Sans"/>
                <a:ea typeface="IBM Plex Sans"/>
                <a:cs typeface="IBM Plex Sans"/>
              </a:endParaRPr>
            </a:p>
          </p:txBody>
        </p:sp>
      </p:grpSp>
      <p:grpSp>
        <p:nvGrpSpPr>
          <p:cNvPr id="79" name="node23"/>
          <p:cNvGrpSpPr/>
          <p:nvPr/>
        </p:nvGrpSpPr>
        <p:grpSpPr>
          <a:xfrm>
            <a:off x="4610100" y="4572000"/>
            <a:ext cx="4343400" cy="495300"/>
            <a:chOff x="4610100" y="4572000"/>
            <a:chExt cx="4343400" cy="495300"/>
          </a:xfrm>
        </p:grpSpPr>
        <p:sp>
          <p:nvSpPr>
            <p:cNvPr id="49" name="node23.source-001.bullet"/>
            <p:cNvSpPr/>
            <p:nvPr/>
          </p:nvSpPr>
          <p:spPr>
            <a:xfrm>
              <a:off x="4610100" y="4660900"/>
              <a:ext cx="38100" cy="38100"/>
            </a:xfrm>
            <a:prstGeom prst="rect">
              <a:avLst/>
            </a:prstGeom>
            <a:solidFill>
              <a:srgbClr val="070154"/>
            </a:solidFill>
            <a:ln>
              <a:noFill/>
            </a:ln>
          </p:spPr>
        </p:sp>
        <p:sp>
          <p:nvSpPr>
            <p:cNvPr id="50" name="node23.source-001.text"/>
            <p:cNvSpPr/>
            <p:nvPr/>
          </p:nvSpPr>
          <p:spPr>
            <a:xfrm>
              <a:off x="4762500" y="4572000"/>
              <a:ext cx="4191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Finance: name operating-model implications</a:t>
              </a:r>
              <a:endParaRPr lang="en-US" sz="1200" spc="0" kern="0" b="0" i="0" dirty="0">
                <a:solidFill>
                  <a:srgbClr val="070154"/>
                </a:solidFill>
                <a:latin typeface="IBM Plex Sans"/>
                <a:ea typeface="IBM Plex Sans"/>
                <a:cs typeface="IBM Plex Sans"/>
              </a:endParaRPr>
            </a:p>
          </p:txBody>
        </p:sp>
        <p:sp>
          <p:nvSpPr>
            <p:cNvPr id="51" name="node23.source-002.bullet"/>
            <p:cNvSpPr/>
            <p:nvPr/>
          </p:nvSpPr>
          <p:spPr>
            <a:xfrm>
              <a:off x="4610100" y="4927600"/>
              <a:ext cx="38100" cy="38100"/>
            </a:xfrm>
            <a:prstGeom prst="rect">
              <a:avLst/>
            </a:prstGeom>
            <a:solidFill>
              <a:srgbClr val="070154"/>
            </a:solidFill>
            <a:ln>
              <a:noFill/>
            </a:ln>
          </p:spPr>
        </p:sp>
        <p:sp>
          <p:nvSpPr>
            <p:cNvPr id="52" name="node23.source-002.text"/>
            <p:cNvSpPr/>
            <p:nvPr/>
          </p:nvSpPr>
          <p:spPr>
            <a:xfrm>
              <a:off x="4762500" y="4838700"/>
              <a:ext cx="4191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Data: name platform and ownership implications</a:t>
              </a:r>
              <a:endParaRPr lang="en-US" sz="1200" spc="0" kern="0" b="0" i="0" dirty="0">
                <a:solidFill>
                  <a:srgbClr val="070154"/>
                </a:solidFill>
                <a:latin typeface="IBM Plex Sans"/>
                <a:ea typeface="IBM Plex Sans"/>
                <a:cs typeface="IBM Plex Sans"/>
              </a:endParaRPr>
            </a:p>
          </p:txBody>
        </p:sp>
      </p:grpSp>
      <p:grpSp>
        <p:nvGrpSpPr>
          <p:cNvPr id="80" name="node24"/>
          <p:cNvGrpSpPr/>
          <p:nvPr/>
        </p:nvGrpSpPr>
        <p:grpSpPr>
          <a:xfrm>
            <a:off x="9182100" y="4572000"/>
            <a:ext cx="2286000" cy="457200"/>
            <a:chOff x="9182100" y="4572000"/>
            <a:chExt cx="2286000" cy="457200"/>
          </a:xfrm>
        </p:grpSpPr>
        <p:sp>
          <p:nvSpPr>
            <p:cNvPr id="53" name="node24.surface"/>
            <p:cNvSpPr/>
            <p:nvPr/>
          </p:nvSpPr>
          <p:spPr>
            <a:xfrm>
              <a:off x="9182100" y="4572000"/>
              <a:ext cx="2286000" cy="457200"/>
            </a:xfrm>
            <a:prstGeom prst="rect">
              <a:avLst/>
            </a:prstGeom>
            <a:solidFill>
              <a:srgbClr val="E8EEF8"/>
            </a:solidFill>
            <a:ln>
              <a:noFill/>
            </a:ln>
          </p:spPr>
        </p:sp>
        <p:sp>
          <p:nvSpPr>
            <p:cNvPr id="54" name="node24.text"/>
            <p:cNvSpPr/>
            <p:nvPr/>
          </p:nvSpPr>
          <p:spPr>
            <a:xfrm>
              <a:off x="9334500" y="4572000"/>
              <a:ext cx="19812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Next actions and a reusable learning record</a:t>
              </a:r>
              <a:endParaRPr lang="en-US" sz="1200" spc="0" kern="0" b="0" i="0" dirty="0">
                <a:solidFill>
                  <a:srgbClr val="070154"/>
                </a:solidFill>
                <a:latin typeface="IBM Plex Sans"/>
                <a:ea typeface="IBM Plex Sans"/>
                <a:cs typeface="IBM Plex Sans"/>
              </a:endParaRPr>
            </a:p>
          </p:txBody>
        </p:sp>
      </p:grpSp>
      <p:grpSp>
        <p:nvGrpSpPr>
          <p:cNvPr id="81" name="node25"/>
          <p:cNvGrpSpPr/>
          <p:nvPr/>
        </p:nvGrpSpPr>
        <p:grpSpPr>
          <a:xfrm>
            <a:off x="723900" y="5257800"/>
            <a:ext cx="10744200" cy="457200"/>
            <a:chOff x="723900" y="5257800"/>
            <a:chExt cx="10744200" cy="457200"/>
          </a:xfrm>
        </p:grpSpPr>
        <p:sp>
          <p:nvSpPr>
            <p:cNvPr id="55" name="node25.surface"/>
            <p:cNvSpPr/>
            <p:nvPr/>
          </p:nvSpPr>
          <p:spPr>
            <a:xfrm>
              <a:off x="723900" y="5257800"/>
              <a:ext cx="10744200" cy="457200"/>
            </a:xfrm>
            <a:prstGeom prst="rect">
              <a:avLst/>
            </a:prstGeom>
            <a:solidFill>
              <a:srgbClr val="E8EEF8"/>
            </a:solidFill>
            <a:ln>
              <a:noFill/>
            </a:ln>
          </p:spPr>
        </p:sp>
        <p:sp>
          <p:nvSpPr>
            <p:cNvPr id="56" name="node25.text"/>
            <p:cNvSpPr/>
            <p:nvPr/>
          </p:nvSpPr>
          <p:spPr>
            <a:xfrm>
              <a:off x="876300" y="5372100"/>
              <a:ext cx="1043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Outcome of the day: one agreed wave 1 scope, a tested data slice and a named owner for each decision.</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ource-037">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TARGET ARCHITECTURE</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Three tiers let us change one layer in isolation</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West Monroe reference architecture.</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6</a:t>
            </a:fld>
            <a:endParaRPr lang="en-US" sz="700" spc="0" kern="0" b="0" i="0" dirty="0">
              <a:solidFill>
                <a:srgbClr val="070154"/>
              </a:solidFill>
              <a:latin typeface="IBM Plex Mono SemiBold"/>
              <a:ea typeface="IBM Plex Mono SemiBold"/>
              <a:cs typeface="IBM Plex Mono SemiBold"/>
            </a:endParaRPr>
          </a:p>
        </p:txBody>
      </p:sp>
      <p:grpSp>
        <p:nvGrpSpPr>
          <p:cNvPr id="54" name="node01"/>
          <p:cNvGrpSpPr/>
          <p:nvPr/>
        </p:nvGrpSpPr>
        <p:grpSpPr>
          <a:xfrm>
            <a:off x="723900" y="1600200"/>
            <a:ext cx="6858000" cy="4114800"/>
            <a:chOff x="723900" y="1600200"/>
            <a:chExt cx="6858000" cy="4114800"/>
          </a:xfrm>
        </p:grpSpPr>
        <p:sp>
          <p:nvSpPr>
            <p:cNvPr id="7" name="node01.surface"/>
            <p:cNvSpPr/>
            <p:nvPr/>
          </p:nvSpPr>
          <p:spPr>
            <a:xfrm>
              <a:off x="723900" y="1600200"/>
              <a:ext cx="6858000" cy="4114800"/>
            </a:xfrm>
            <a:prstGeom prst="rect">
              <a:avLst/>
            </a:prstGeom>
            <a:solidFill>
              <a:srgbClr val="E8EEF8"/>
            </a:solidFill>
            <a:ln>
              <a:noFill/>
            </a:ln>
          </p:spPr>
        </p:sp>
      </p:grpSp>
      <p:grpSp>
        <p:nvGrpSpPr>
          <p:cNvPr id="55" name="node02"/>
          <p:cNvGrpSpPr/>
          <p:nvPr/>
        </p:nvGrpSpPr>
        <p:grpSpPr>
          <a:xfrm>
            <a:off x="952500" y="1828800"/>
            <a:ext cx="1828800" cy="2971800"/>
            <a:chOff x="952500" y="1828800"/>
            <a:chExt cx="1828800" cy="2971800"/>
          </a:xfrm>
        </p:grpSpPr>
        <p:sp>
          <p:nvSpPr>
            <p:cNvPr id="8" name="node02.container"/>
            <p:cNvSpPr/>
            <p:nvPr/>
          </p:nvSpPr>
          <p:spPr>
            <a:xfrm>
              <a:off x="952500" y="1828800"/>
              <a:ext cx="1828800" cy="2971800"/>
            </a:xfrm>
            <a:prstGeom prst="rect">
              <a:avLst/>
            </a:prstGeom>
            <a:solidFill>
              <a:srgbClr val="FFFFFF"/>
            </a:solidFill>
            <a:ln>
              <a:noFill/>
            </a:ln>
          </p:spPr>
        </p:sp>
        <p:sp>
          <p:nvSpPr>
            <p:cNvPr id="9" name="node02.edge"/>
            <p:cNvSpPr/>
            <p:nvPr/>
          </p:nvSpPr>
          <p:spPr>
            <a:xfrm>
              <a:off x="952500" y="1828800"/>
              <a:ext cx="38100" cy="2971800"/>
            </a:xfrm>
            <a:prstGeom prst="rect">
              <a:avLst/>
            </a:prstGeom>
            <a:solidFill>
              <a:srgbClr val="070154"/>
            </a:solidFill>
            <a:ln>
              <a:noFill/>
            </a:ln>
          </p:spPr>
        </p:sp>
        <p:sp>
          <p:nvSpPr>
            <p:cNvPr id="10" name="node02.label"/>
            <p:cNvSpPr/>
            <p:nvPr/>
          </p:nvSpPr>
          <p:spPr>
            <a:xfrm>
              <a:off x="1143000" y="1981200"/>
              <a:ext cx="14859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ACROSS ALL LAYERS</a:t>
              </a:r>
              <a:endParaRPr lang="en-US" sz="900" spc="54" kern="0" b="0" i="0" dirty="0">
                <a:solidFill>
                  <a:srgbClr val="0047FF"/>
                </a:solidFill>
                <a:latin typeface="IBM Plex Mono Medium"/>
                <a:ea typeface="IBM Plex Mono Medium"/>
                <a:cs typeface="IBM Plex Mono Medium"/>
              </a:endParaRPr>
            </a:p>
          </p:txBody>
        </p:sp>
        <p:sp>
          <p:nvSpPr>
            <p:cNvPr id="11" name="node02.title"/>
            <p:cNvSpPr/>
            <p:nvPr/>
          </p:nvSpPr>
          <p:spPr>
            <a:xfrm>
              <a:off x="1143000" y="2171700"/>
              <a:ext cx="1485900" cy="6096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Shared controls</a:t>
              </a:r>
              <a:endParaRPr lang="en-US" sz="1800" spc="-18" kern="0" b="0" i="0" dirty="0">
                <a:solidFill>
                  <a:srgbClr val="070154"/>
                </a:solidFill>
                <a:latin typeface="IBM Plex Sans SemiBold"/>
                <a:ea typeface="IBM Plex Sans SemiBold"/>
                <a:cs typeface="IBM Plex Sans SemiBold"/>
              </a:endParaRPr>
            </a:p>
          </p:txBody>
        </p:sp>
        <p:sp>
          <p:nvSpPr>
            <p:cNvPr id="12" name="node02.body.item-001.bullets.item-001.marker"/>
            <p:cNvSpPr/>
            <p:nvPr/>
          </p:nvSpPr>
          <p:spPr>
            <a:xfrm>
              <a:off x="1143000" y="2984500"/>
              <a:ext cx="38100" cy="38100"/>
            </a:xfrm>
            <a:prstGeom prst="rect">
              <a:avLst/>
            </a:prstGeom>
            <a:solidFill>
              <a:srgbClr val="070154"/>
            </a:solidFill>
            <a:ln>
              <a:noFill/>
            </a:ln>
          </p:spPr>
        </p:sp>
        <p:sp>
          <p:nvSpPr>
            <p:cNvPr id="13" name="node02.body.item-001.bullets.item-001.text"/>
            <p:cNvSpPr/>
            <p:nvPr/>
          </p:nvSpPr>
          <p:spPr>
            <a:xfrm>
              <a:off x="1295400" y="2895600"/>
              <a:ext cx="13335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Identity and access</a:t>
              </a:r>
              <a:endParaRPr lang="en-US" sz="1200" spc="0" kern="0" b="0" i="0" dirty="0">
                <a:solidFill>
                  <a:srgbClr val="070154"/>
                </a:solidFill>
                <a:latin typeface="IBM Plex Sans"/>
                <a:ea typeface="IBM Plex Sans"/>
                <a:cs typeface="IBM Plex Sans"/>
              </a:endParaRPr>
            </a:p>
          </p:txBody>
        </p:sp>
        <p:sp>
          <p:nvSpPr>
            <p:cNvPr id="14" name="node02.body.item-001.bullets.item-002.marker"/>
            <p:cNvSpPr/>
            <p:nvPr/>
          </p:nvSpPr>
          <p:spPr>
            <a:xfrm>
              <a:off x="1143000" y="3479800"/>
              <a:ext cx="38100" cy="38100"/>
            </a:xfrm>
            <a:prstGeom prst="rect">
              <a:avLst/>
            </a:prstGeom>
            <a:solidFill>
              <a:srgbClr val="070154"/>
            </a:solidFill>
            <a:ln>
              <a:noFill/>
            </a:ln>
          </p:spPr>
        </p:sp>
        <p:sp>
          <p:nvSpPr>
            <p:cNvPr id="15" name="node02.body.item-001.bullets.item-002.text"/>
            <p:cNvSpPr/>
            <p:nvPr/>
          </p:nvSpPr>
          <p:spPr>
            <a:xfrm>
              <a:off x="1295400" y="3390900"/>
              <a:ext cx="13335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Encryption</a:t>
              </a:r>
              <a:endParaRPr lang="en-US" sz="1200" spc="0" kern="0" b="0" i="0" dirty="0">
                <a:solidFill>
                  <a:srgbClr val="070154"/>
                </a:solidFill>
                <a:latin typeface="IBM Plex Sans"/>
                <a:ea typeface="IBM Plex Sans"/>
                <a:cs typeface="IBM Plex Sans"/>
              </a:endParaRPr>
            </a:p>
          </p:txBody>
        </p:sp>
        <p:sp>
          <p:nvSpPr>
            <p:cNvPr id="16" name="node02.body.item-001.bullets.item-003.marker"/>
            <p:cNvSpPr/>
            <p:nvPr/>
          </p:nvSpPr>
          <p:spPr>
            <a:xfrm>
              <a:off x="1143000" y="3746500"/>
              <a:ext cx="38100" cy="38100"/>
            </a:xfrm>
            <a:prstGeom prst="rect">
              <a:avLst/>
            </a:prstGeom>
            <a:solidFill>
              <a:srgbClr val="070154"/>
            </a:solidFill>
            <a:ln>
              <a:noFill/>
            </a:ln>
          </p:spPr>
        </p:sp>
        <p:sp>
          <p:nvSpPr>
            <p:cNvPr id="17" name="node02.body.item-001.bullets.item-003.text"/>
            <p:cNvSpPr/>
            <p:nvPr/>
          </p:nvSpPr>
          <p:spPr>
            <a:xfrm>
              <a:off x="1295400" y="3657600"/>
              <a:ext cx="13335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Monitoring</a:t>
              </a:r>
              <a:endParaRPr lang="en-US" sz="1200" spc="0" kern="0" b="0" i="0" dirty="0">
                <a:solidFill>
                  <a:srgbClr val="070154"/>
                </a:solidFill>
                <a:latin typeface="IBM Plex Sans"/>
                <a:ea typeface="IBM Plex Sans"/>
                <a:cs typeface="IBM Plex Sans"/>
              </a:endParaRPr>
            </a:p>
          </p:txBody>
        </p:sp>
        <p:sp>
          <p:nvSpPr>
            <p:cNvPr id="18" name="node02.body.item-001.bullets.item-004.marker"/>
            <p:cNvSpPr/>
            <p:nvPr/>
          </p:nvSpPr>
          <p:spPr>
            <a:xfrm>
              <a:off x="1143000" y="4013200"/>
              <a:ext cx="38100" cy="38100"/>
            </a:xfrm>
            <a:prstGeom prst="rect">
              <a:avLst/>
            </a:prstGeom>
            <a:solidFill>
              <a:srgbClr val="070154"/>
            </a:solidFill>
            <a:ln>
              <a:noFill/>
            </a:ln>
          </p:spPr>
        </p:sp>
        <p:sp>
          <p:nvSpPr>
            <p:cNvPr id="19" name="node02.body.item-001.bullets.item-004.text"/>
            <p:cNvSpPr/>
            <p:nvPr/>
          </p:nvSpPr>
          <p:spPr>
            <a:xfrm>
              <a:off x="1295400" y="3924300"/>
              <a:ext cx="13335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Audit trail</a:t>
              </a:r>
              <a:endParaRPr lang="en-US" sz="1200" spc="0" kern="0" b="0" i="0" dirty="0">
                <a:solidFill>
                  <a:srgbClr val="070154"/>
                </a:solidFill>
                <a:latin typeface="IBM Plex Sans"/>
                <a:ea typeface="IBM Plex Sans"/>
                <a:cs typeface="IBM Plex Sans"/>
              </a:endParaRPr>
            </a:p>
          </p:txBody>
        </p:sp>
      </p:grpSp>
      <p:grpSp>
        <p:nvGrpSpPr>
          <p:cNvPr id="56" name="node03"/>
          <p:cNvGrpSpPr/>
          <p:nvPr/>
        </p:nvGrpSpPr>
        <p:grpSpPr>
          <a:xfrm>
            <a:off x="2781300" y="2400300"/>
            <a:ext cx="228600" cy="1"/>
            <a:chOff x="2781300" y="2400300"/>
            <a:chExt cx="228600" cy="1"/>
          </a:xfrm>
        </p:grpSpPr>
        <p:sp>
          <p:nvSpPr>
            <p:cNvPr id="20" name="node03.segment-1"/>
            <p:cNvSpPr/>
            <p:nvPr/>
          </p:nvSpPr>
          <p:spPr>
            <a:xfrm>
              <a:off x="2781300" y="2400300"/>
              <a:ext cx="228600" cy="0"/>
            </a:xfrm>
            <a:custGeom>
              <a:avLst/>
              <a:gdLst/>
              <a:ahLst/>
              <a:cxnLst/>
              <a:rect l="l" t="t" r="r" b="b"/>
              <a:pathLst>
                <a:path w="228600">
                  <a:moveTo>
                    <a:pt x="0" y="0"/>
                  </a:moveTo>
                  <a:lnTo>
                    <a:pt x="228600" y="0"/>
                  </a:lnTo>
                </a:path>
              </a:pathLst>
            </a:custGeom>
            <a:ln w="19050">
              <a:solidFill>
                <a:srgbClr val="070154"/>
              </a:solidFill>
              <a:prstDash val="sysDot"/>
            </a:ln>
          </p:spPr>
        </p:sp>
      </p:grpSp>
      <p:grpSp>
        <p:nvGrpSpPr>
          <p:cNvPr id="57" name="node04"/>
          <p:cNvGrpSpPr/>
          <p:nvPr/>
        </p:nvGrpSpPr>
        <p:grpSpPr>
          <a:xfrm>
            <a:off x="2781300" y="3314700"/>
            <a:ext cx="228600" cy="1"/>
            <a:chOff x="2781300" y="3314700"/>
            <a:chExt cx="228600" cy="1"/>
          </a:xfrm>
        </p:grpSpPr>
        <p:sp>
          <p:nvSpPr>
            <p:cNvPr id="21" name="node04.segment-1"/>
            <p:cNvSpPr/>
            <p:nvPr/>
          </p:nvSpPr>
          <p:spPr>
            <a:xfrm>
              <a:off x="2781300" y="3314700"/>
              <a:ext cx="228600" cy="0"/>
            </a:xfrm>
            <a:custGeom>
              <a:avLst/>
              <a:gdLst/>
              <a:ahLst/>
              <a:cxnLst/>
              <a:rect l="l" t="t" r="r" b="b"/>
              <a:pathLst>
                <a:path w="228600">
                  <a:moveTo>
                    <a:pt x="0" y="0"/>
                  </a:moveTo>
                  <a:lnTo>
                    <a:pt x="228600" y="0"/>
                  </a:lnTo>
                </a:path>
              </a:pathLst>
            </a:custGeom>
            <a:ln w="19050">
              <a:solidFill>
                <a:srgbClr val="070154"/>
              </a:solidFill>
              <a:prstDash val="sysDot"/>
            </a:ln>
          </p:spPr>
        </p:sp>
      </p:grpSp>
      <p:grpSp>
        <p:nvGrpSpPr>
          <p:cNvPr id="58" name="node05"/>
          <p:cNvGrpSpPr/>
          <p:nvPr/>
        </p:nvGrpSpPr>
        <p:grpSpPr>
          <a:xfrm>
            <a:off x="2781300" y="4229100"/>
            <a:ext cx="228600" cy="1"/>
            <a:chOff x="2781300" y="4229100"/>
            <a:chExt cx="228600" cy="1"/>
          </a:xfrm>
        </p:grpSpPr>
        <p:sp>
          <p:nvSpPr>
            <p:cNvPr id="22" name="node05.segment-1"/>
            <p:cNvSpPr/>
            <p:nvPr/>
          </p:nvSpPr>
          <p:spPr>
            <a:xfrm>
              <a:off x="2781300" y="4229100"/>
              <a:ext cx="228600" cy="0"/>
            </a:xfrm>
            <a:custGeom>
              <a:avLst/>
              <a:gdLst/>
              <a:ahLst/>
              <a:cxnLst/>
              <a:rect l="l" t="t" r="r" b="b"/>
              <a:pathLst>
                <a:path w="228600">
                  <a:moveTo>
                    <a:pt x="0" y="0"/>
                  </a:moveTo>
                  <a:lnTo>
                    <a:pt x="228600" y="0"/>
                  </a:lnTo>
                </a:path>
              </a:pathLst>
            </a:custGeom>
            <a:ln w="19050">
              <a:solidFill>
                <a:srgbClr val="070154"/>
              </a:solidFill>
              <a:prstDash val="sysDot"/>
            </a:ln>
          </p:spPr>
        </p:sp>
      </p:grpSp>
      <p:grpSp>
        <p:nvGrpSpPr>
          <p:cNvPr id="59" name="node06"/>
          <p:cNvGrpSpPr/>
          <p:nvPr/>
        </p:nvGrpSpPr>
        <p:grpSpPr>
          <a:xfrm>
            <a:off x="3009900" y="3657600"/>
            <a:ext cx="4343400" cy="1143000"/>
            <a:chOff x="3009900" y="3657600"/>
            <a:chExt cx="4343400" cy="1143000"/>
          </a:xfrm>
        </p:grpSpPr>
        <p:sp>
          <p:nvSpPr>
            <p:cNvPr id="23" name="node06.plane"/>
            <p:cNvSpPr/>
            <p:nvPr/>
          </p:nvSpPr>
          <p:spPr>
            <a:xfrm>
              <a:off x="3009900" y="3657600"/>
              <a:ext cx="4343400" cy="1143000"/>
            </a:xfrm>
            <a:custGeom>
              <a:avLst/>
              <a:gdLst/>
              <a:ahLst/>
              <a:cxnLst/>
              <a:rect l="l" t="t" r="r" b="b"/>
              <a:pathLst>
                <a:path w="4343400" h="1143000">
                  <a:moveTo>
                    <a:pt x="0" y="571500"/>
                  </a:moveTo>
                  <a:lnTo>
                    <a:pt x="2171700" y="0"/>
                  </a:lnTo>
                  <a:lnTo>
                    <a:pt x="4343400" y="571500"/>
                  </a:lnTo>
                  <a:lnTo>
                    <a:pt x="2171700" y="1143000"/>
                  </a:lnTo>
                  <a:close/>
                </a:path>
              </a:pathLst>
            </a:custGeom>
            <a:solidFill>
              <a:srgbClr val="FFFFFF"/>
            </a:solidFill>
            <a:ln w="9525">
              <a:solidFill>
                <a:srgbClr val="070154"/>
              </a:solidFill>
              <a:prstDash val="solid"/>
            </a:ln>
          </p:spPr>
        </p:sp>
        <p:sp>
          <p:nvSpPr>
            <p:cNvPr id="24" name="node06.label"/>
            <p:cNvSpPr/>
            <p:nvPr/>
          </p:nvSpPr>
          <p:spPr>
            <a:xfrm>
              <a:off x="3878580" y="3987800"/>
              <a:ext cx="260604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Medium"/>
                  <a:ea typeface="IBM Plex Mono Medium"/>
                  <a:cs typeface="IBM Plex Mono Medium"/>
                </a:rPr>
                <a:t>DATA ACCESS LAYER</a:t>
              </a:r>
              <a:endParaRPr lang="en-US" sz="900" spc="54" kern="0" b="0" i="0" dirty="0">
                <a:solidFill>
                  <a:srgbClr val="070154"/>
                </a:solidFill>
                <a:latin typeface="IBM Plex Mono Medium"/>
                <a:ea typeface="IBM Plex Mono Medium"/>
                <a:cs typeface="IBM Plex Mono Medium"/>
              </a:endParaRPr>
            </a:p>
          </p:txBody>
        </p:sp>
        <p:sp>
          <p:nvSpPr>
            <p:cNvPr id="25" name="node06.text"/>
            <p:cNvSpPr/>
            <p:nvPr/>
          </p:nvSpPr>
          <p:spPr>
            <a:xfrm>
              <a:off x="3878580" y="4165600"/>
              <a:ext cx="2606040" cy="304800"/>
            </a:xfrm>
            <a:prstGeom prst="rect">
              <a:avLst/>
            </a:prstGeom>
            <a:noFill/>
            <a:ln/>
          </p:spPr>
          <p:txBody>
            <a:bodyPr wrap="square" lIns="0" tIns="0" rIns="0" bIns="0" rtlCol="0" anchor="t"/>
            <a:lstStyle/>
            <a:p>
              <a:pPr algn="ctr" indent="0" marL="0">
                <a:lnSpc>
                  <a:spcPts val="2400"/>
                </a:lnSpc>
                <a:buNone/>
              </a:pPr>
              <a:r>
                <a:rPr lang="en-US" sz="1800" spc="-18" kern="0" b="0" i="0" dirty="0">
                  <a:solidFill>
                    <a:srgbClr val="070154"/>
                  </a:solidFill>
                  <a:latin typeface="IBM Plex Sans SemiBold"/>
                  <a:ea typeface="IBM Plex Sans SemiBold"/>
                  <a:cs typeface="IBM Plex Sans SemiBold"/>
                </a:rPr>
                <a:t>PostgreSQL access</a:t>
              </a:r>
              <a:endParaRPr lang="en-US" sz="1800" spc="-18" kern="0" b="0" i="0" dirty="0">
                <a:solidFill>
                  <a:srgbClr val="070154"/>
                </a:solidFill>
                <a:latin typeface="IBM Plex Sans SemiBold"/>
                <a:ea typeface="IBM Plex Sans SemiBold"/>
                <a:cs typeface="IBM Plex Sans SemiBold"/>
              </a:endParaRPr>
            </a:p>
          </p:txBody>
        </p:sp>
      </p:grpSp>
      <p:grpSp>
        <p:nvGrpSpPr>
          <p:cNvPr id="60" name="node07"/>
          <p:cNvGrpSpPr/>
          <p:nvPr/>
        </p:nvGrpSpPr>
        <p:grpSpPr>
          <a:xfrm>
            <a:off x="3009900" y="2743200"/>
            <a:ext cx="4343400" cy="1143000"/>
            <a:chOff x="3009900" y="2743200"/>
            <a:chExt cx="4343400" cy="1143000"/>
          </a:xfrm>
        </p:grpSpPr>
        <p:sp>
          <p:nvSpPr>
            <p:cNvPr id="26" name="node07.plane"/>
            <p:cNvSpPr/>
            <p:nvPr/>
          </p:nvSpPr>
          <p:spPr>
            <a:xfrm>
              <a:off x="3009900" y="2743200"/>
              <a:ext cx="4343400" cy="1143000"/>
            </a:xfrm>
            <a:custGeom>
              <a:avLst/>
              <a:gdLst/>
              <a:ahLst/>
              <a:cxnLst/>
              <a:rect l="l" t="t" r="r" b="b"/>
              <a:pathLst>
                <a:path w="4343400" h="1143000">
                  <a:moveTo>
                    <a:pt x="0" y="571500"/>
                  </a:moveTo>
                  <a:lnTo>
                    <a:pt x="2171700" y="0"/>
                  </a:lnTo>
                  <a:lnTo>
                    <a:pt x="4343400" y="571500"/>
                  </a:lnTo>
                  <a:lnTo>
                    <a:pt x="2171700" y="1143000"/>
                  </a:lnTo>
                  <a:close/>
                </a:path>
              </a:pathLst>
            </a:custGeom>
            <a:solidFill>
              <a:srgbClr val="CED7E6"/>
            </a:solidFill>
            <a:ln w="9525">
              <a:solidFill>
                <a:srgbClr val="070154"/>
              </a:solidFill>
              <a:prstDash val="solid"/>
            </a:ln>
          </p:spPr>
        </p:sp>
        <p:sp>
          <p:nvSpPr>
            <p:cNvPr id="27" name="node07.label"/>
            <p:cNvSpPr/>
            <p:nvPr/>
          </p:nvSpPr>
          <p:spPr>
            <a:xfrm>
              <a:off x="3878580" y="3073400"/>
              <a:ext cx="260604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Medium"/>
                  <a:ea typeface="IBM Plex Mono Medium"/>
                  <a:cs typeface="IBM Plex Mono Medium"/>
                </a:rPr>
                <a:t>API LAYER</a:t>
              </a:r>
              <a:endParaRPr lang="en-US" sz="900" spc="54" kern="0" b="0" i="0" dirty="0">
                <a:solidFill>
                  <a:srgbClr val="070154"/>
                </a:solidFill>
                <a:latin typeface="IBM Plex Mono Medium"/>
                <a:ea typeface="IBM Plex Mono Medium"/>
                <a:cs typeface="IBM Plex Mono Medium"/>
              </a:endParaRPr>
            </a:p>
          </p:txBody>
        </p:sp>
        <p:sp>
          <p:nvSpPr>
            <p:cNvPr id="28" name="node07.text"/>
            <p:cNvSpPr/>
            <p:nvPr/>
          </p:nvSpPr>
          <p:spPr>
            <a:xfrm>
              <a:off x="3878580" y="3251200"/>
              <a:ext cx="2606040" cy="304800"/>
            </a:xfrm>
            <a:prstGeom prst="rect">
              <a:avLst/>
            </a:prstGeom>
            <a:noFill/>
            <a:ln/>
          </p:spPr>
          <p:txBody>
            <a:bodyPr wrap="square" lIns="0" tIns="0" rIns="0" bIns="0" rtlCol="0" anchor="t"/>
            <a:lstStyle/>
            <a:p>
              <a:pPr algn="ctr" indent="0" marL="0">
                <a:lnSpc>
                  <a:spcPts val="2400"/>
                </a:lnSpc>
                <a:buNone/>
              </a:pPr>
              <a:r>
                <a:rPr lang="en-US" sz="1800" spc="-18" kern="0" b="0" i="0" dirty="0">
                  <a:solidFill>
                    <a:srgbClr val="070154"/>
                  </a:solidFill>
                  <a:latin typeface="IBM Plex Sans SemiBold"/>
                  <a:ea typeface="IBM Plex Sans SemiBold"/>
                  <a:cs typeface="IBM Plex Sans SemiBold"/>
                </a:rPr>
                <a:t>Domain services</a:t>
              </a:r>
              <a:endParaRPr lang="en-US" sz="1800" spc="-18" kern="0" b="0" i="0" dirty="0">
                <a:solidFill>
                  <a:srgbClr val="070154"/>
                </a:solidFill>
                <a:latin typeface="IBM Plex Sans SemiBold"/>
                <a:ea typeface="IBM Plex Sans SemiBold"/>
                <a:cs typeface="IBM Plex Sans SemiBold"/>
              </a:endParaRPr>
            </a:p>
          </p:txBody>
        </p:sp>
      </p:grpSp>
      <p:grpSp>
        <p:nvGrpSpPr>
          <p:cNvPr id="61" name="node08"/>
          <p:cNvGrpSpPr/>
          <p:nvPr/>
        </p:nvGrpSpPr>
        <p:grpSpPr>
          <a:xfrm>
            <a:off x="3009900" y="1828800"/>
            <a:ext cx="4343400" cy="1143000"/>
            <a:chOff x="3009900" y="1828800"/>
            <a:chExt cx="4343400" cy="1143000"/>
          </a:xfrm>
        </p:grpSpPr>
        <p:sp>
          <p:nvSpPr>
            <p:cNvPr id="29" name="node08.plane"/>
            <p:cNvSpPr/>
            <p:nvPr/>
          </p:nvSpPr>
          <p:spPr>
            <a:xfrm>
              <a:off x="3009900" y="1828800"/>
              <a:ext cx="4343400" cy="1143000"/>
            </a:xfrm>
            <a:custGeom>
              <a:avLst/>
              <a:gdLst/>
              <a:ahLst/>
              <a:cxnLst/>
              <a:rect l="l" t="t" r="r" b="b"/>
              <a:pathLst>
                <a:path w="4343400" h="1143000">
                  <a:moveTo>
                    <a:pt x="0" y="571500"/>
                  </a:moveTo>
                  <a:lnTo>
                    <a:pt x="2171700" y="0"/>
                  </a:lnTo>
                  <a:lnTo>
                    <a:pt x="4343400" y="571500"/>
                  </a:lnTo>
                  <a:lnTo>
                    <a:pt x="2171700" y="1143000"/>
                  </a:lnTo>
                  <a:close/>
                </a:path>
              </a:pathLst>
            </a:custGeom>
            <a:solidFill>
              <a:srgbClr val="070154"/>
            </a:solidFill>
            <a:ln w="9525">
              <a:solidFill>
                <a:srgbClr val="070154"/>
              </a:solidFill>
              <a:prstDash val="solid"/>
            </a:ln>
          </p:spPr>
        </p:sp>
        <p:sp>
          <p:nvSpPr>
            <p:cNvPr id="30" name="node08.label"/>
            <p:cNvSpPr/>
            <p:nvPr/>
          </p:nvSpPr>
          <p:spPr>
            <a:xfrm>
              <a:off x="3878580" y="2159000"/>
              <a:ext cx="260604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FFFFFF"/>
                  </a:solidFill>
                  <a:latin typeface="IBM Plex Mono Medium"/>
                  <a:ea typeface="IBM Plex Mono Medium"/>
                  <a:cs typeface="IBM Plex Mono Medium"/>
                </a:rPr>
                <a:t>USER INTERFACE LAYER</a:t>
              </a:r>
              <a:endParaRPr lang="en-US" sz="900" spc="54" kern="0" b="0" i="0" dirty="0">
                <a:solidFill>
                  <a:srgbClr val="FFFFFF"/>
                </a:solidFill>
                <a:latin typeface="IBM Plex Mono Medium"/>
                <a:ea typeface="IBM Plex Mono Medium"/>
                <a:cs typeface="IBM Plex Mono Medium"/>
              </a:endParaRPr>
            </a:p>
          </p:txBody>
        </p:sp>
        <p:sp>
          <p:nvSpPr>
            <p:cNvPr id="31" name="node08.text"/>
            <p:cNvSpPr/>
            <p:nvPr/>
          </p:nvSpPr>
          <p:spPr>
            <a:xfrm>
              <a:off x="3878580" y="2336800"/>
              <a:ext cx="2606040" cy="304800"/>
            </a:xfrm>
            <a:prstGeom prst="rect">
              <a:avLst/>
            </a:prstGeom>
            <a:noFill/>
            <a:ln/>
          </p:spPr>
          <p:txBody>
            <a:bodyPr wrap="square" lIns="0" tIns="0" rIns="0" bIns="0" rtlCol="0" anchor="t"/>
            <a:lstStyle/>
            <a:p>
              <a:pPr algn="ctr" indent="0" marL="0">
                <a:lnSpc>
                  <a:spcPts val="2400"/>
                </a:lnSpc>
                <a:buNone/>
              </a:pPr>
              <a:r>
                <a:rPr lang="en-US" sz="1800" spc="-18" kern="0" b="0" i="0" dirty="0">
                  <a:solidFill>
                    <a:srgbClr val="FFFFFF"/>
                  </a:solidFill>
                  <a:latin typeface="IBM Plex Sans SemiBold"/>
                  <a:ea typeface="IBM Plex Sans SemiBold"/>
                  <a:cs typeface="IBM Plex Sans SemiBold"/>
                </a:rPr>
                <a:t>React and TypeScript</a:t>
              </a:r>
              <a:endParaRPr lang="en-US" sz="1800" spc="-18" kern="0" b="0" i="0" dirty="0">
                <a:solidFill>
                  <a:srgbClr val="FFFFFF"/>
                </a:solidFill>
                <a:latin typeface="IBM Plex Sans SemiBold"/>
                <a:ea typeface="IBM Plex Sans SemiBold"/>
                <a:cs typeface="IBM Plex Sans SemiBold"/>
              </a:endParaRPr>
            </a:p>
          </p:txBody>
        </p:sp>
      </p:grpSp>
      <p:grpSp>
        <p:nvGrpSpPr>
          <p:cNvPr id="62" name="node09"/>
          <p:cNvGrpSpPr/>
          <p:nvPr/>
        </p:nvGrpSpPr>
        <p:grpSpPr>
          <a:xfrm>
            <a:off x="952500" y="5029200"/>
            <a:ext cx="6400800" cy="457200"/>
            <a:chOff x="952500" y="5029200"/>
            <a:chExt cx="6400800" cy="457200"/>
          </a:xfrm>
        </p:grpSpPr>
        <p:sp>
          <p:nvSpPr>
            <p:cNvPr id="32" name="node09.surface"/>
            <p:cNvSpPr/>
            <p:nvPr/>
          </p:nvSpPr>
          <p:spPr>
            <a:xfrm>
              <a:off x="952500" y="5029200"/>
              <a:ext cx="6400800" cy="457200"/>
            </a:xfrm>
            <a:prstGeom prst="rect">
              <a:avLst/>
            </a:prstGeom>
            <a:solidFill>
              <a:srgbClr val="05013F"/>
            </a:solidFill>
            <a:ln>
              <a:noFill/>
            </a:ln>
          </p:spPr>
        </p:sp>
        <p:sp>
          <p:nvSpPr>
            <p:cNvPr id="33" name="node09.label"/>
            <p:cNvSpPr/>
            <p:nvPr/>
          </p:nvSpPr>
          <p:spPr>
            <a:xfrm>
              <a:off x="1104900" y="5172075"/>
              <a:ext cx="1524000" cy="17145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FFFFF"/>
                  </a:solidFill>
                  <a:latin typeface="IBM Plex Mono SemiBold"/>
                  <a:ea typeface="IBM Plex Mono SemiBold"/>
                  <a:cs typeface="IBM Plex Mono SemiBold"/>
                </a:rPr>
                <a:t>FOUNDATION</a:t>
              </a:r>
              <a:endParaRPr lang="en-US" sz="900" spc="54" kern="0" b="0" i="0" dirty="0">
                <a:solidFill>
                  <a:srgbClr val="FFFFFF"/>
                </a:solidFill>
                <a:latin typeface="IBM Plex Mono SemiBold"/>
                <a:ea typeface="IBM Plex Mono SemiBold"/>
                <a:cs typeface="IBM Plex Mono SemiBold"/>
              </a:endParaRPr>
            </a:p>
          </p:txBody>
        </p:sp>
        <p:sp>
          <p:nvSpPr>
            <p:cNvPr id="34" name="node09.text"/>
            <p:cNvSpPr/>
            <p:nvPr/>
          </p:nvSpPr>
          <p:spPr>
            <a:xfrm>
              <a:off x="2781300" y="5143500"/>
              <a:ext cx="4419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Cloud hosting, network and identity</a:t>
              </a:r>
              <a:endParaRPr lang="en-US" sz="1200" spc="0" kern="0" b="0" i="0" dirty="0">
                <a:solidFill>
                  <a:srgbClr val="FFFFFF"/>
                </a:solidFill>
                <a:latin typeface="IBM Plex Sans"/>
                <a:ea typeface="IBM Plex Sans"/>
                <a:cs typeface="IBM Plex Sans"/>
              </a:endParaRPr>
            </a:p>
          </p:txBody>
        </p:sp>
      </p:grpSp>
      <p:grpSp>
        <p:nvGrpSpPr>
          <p:cNvPr id="63" name="node10"/>
          <p:cNvGrpSpPr/>
          <p:nvPr/>
        </p:nvGrpSpPr>
        <p:grpSpPr>
          <a:xfrm>
            <a:off x="7353300" y="3272079"/>
            <a:ext cx="914400" cy="85242"/>
            <a:chOff x="7353300" y="3272079"/>
            <a:chExt cx="914400" cy="85242"/>
          </a:xfrm>
        </p:grpSpPr>
        <p:sp>
          <p:nvSpPr>
            <p:cNvPr id="35" name="node10.segment-1"/>
            <p:cNvSpPr/>
            <p:nvPr/>
          </p:nvSpPr>
          <p:spPr>
            <a:xfrm>
              <a:off x="7353300" y="3314700"/>
              <a:ext cx="914400" cy="0"/>
            </a:xfrm>
            <a:custGeom>
              <a:avLst/>
              <a:gdLst/>
              <a:ahLst/>
              <a:cxnLst/>
              <a:rect l="l" t="t" r="r" b="b"/>
              <a:pathLst>
                <a:path w="914400">
                  <a:moveTo>
                    <a:pt x="0" y="0"/>
                  </a:moveTo>
                  <a:lnTo>
                    <a:pt x="914400" y="0"/>
                  </a:lnTo>
                </a:path>
              </a:pathLst>
            </a:custGeom>
            <a:ln w="12700">
              <a:solidFill>
                <a:srgbClr val="070154"/>
              </a:solidFill>
              <a:prstDash val="solid"/>
            </a:ln>
          </p:spPr>
        </p:sp>
        <p:sp>
          <p:nvSpPr>
            <p:cNvPr id="36" name="node10.head-end.0"/>
            <p:cNvSpPr/>
            <p:nvPr/>
          </p:nvSpPr>
          <p:spPr>
            <a:xfrm>
              <a:off x="8189683" y="3314700"/>
              <a:ext cx="78017" cy="42621"/>
            </a:xfrm>
            <a:custGeom>
              <a:avLst/>
              <a:gdLst/>
              <a:ahLst/>
              <a:cxnLst/>
              <a:rect l="l" t="t" r="r" b="b"/>
              <a:pathLst>
                <a:path w="78017" h="42621">
                  <a:moveTo>
                    <a:pt x="78017" y="0"/>
                  </a:moveTo>
                  <a:lnTo>
                    <a:pt x="0" y="42621"/>
                  </a:lnTo>
                </a:path>
              </a:pathLst>
            </a:custGeom>
            <a:ln w="12700">
              <a:solidFill>
                <a:srgbClr val="070154"/>
              </a:solidFill>
              <a:prstDash val="solid"/>
            </a:ln>
          </p:spPr>
        </p:sp>
        <p:sp>
          <p:nvSpPr>
            <p:cNvPr id="37" name="node10.head-end.1"/>
            <p:cNvSpPr/>
            <p:nvPr/>
          </p:nvSpPr>
          <p:spPr>
            <a:xfrm>
              <a:off x="8189683" y="3272079"/>
              <a:ext cx="78017" cy="42621"/>
            </a:xfrm>
            <a:custGeom>
              <a:avLst/>
              <a:gdLst/>
              <a:ahLst/>
              <a:cxnLst/>
              <a:rect l="l" t="t" r="r" b="b"/>
              <a:pathLst>
                <a:path w="78017" h="42621">
                  <a:moveTo>
                    <a:pt x="78017" y="42621"/>
                  </a:moveTo>
                  <a:lnTo>
                    <a:pt x="0" y="0"/>
                  </a:lnTo>
                </a:path>
              </a:pathLst>
            </a:custGeom>
            <a:ln w="12700">
              <a:solidFill>
                <a:srgbClr val="070154"/>
              </a:solidFill>
              <a:prstDash val="solid"/>
            </a:ln>
          </p:spPr>
        </p:sp>
        <p:sp>
          <p:nvSpPr>
            <p:cNvPr id="38" name="node10.head-start.0"/>
            <p:cNvSpPr/>
            <p:nvPr/>
          </p:nvSpPr>
          <p:spPr>
            <a:xfrm>
              <a:off x="7353300" y="3272079"/>
              <a:ext cx="78017" cy="42621"/>
            </a:xfrm>
            <a:custGeom>
              <a:avLst/>
              <a:gdLst/>
              <a:ahLst/>
              <a:cxnLst/>
              <a:rect l="l" t="t" r="r" b="b"/>
              <a:pathLst>
                <a:path w="78017" h="42621">
                  <a:moveTo>
                    <a:pt x="0" y="42621"/>
                  </a:moveTo>
                  <a:lnTo>
                    <a:pt x="78017" y="0"/>
                  </a:lnTo>
                </a:path>
              </a:pathLst>
            </a:custGeom>
            <a:ln w="12700">
              <a:solidFill>
                <a:srgbClr val="070154"/>
              </a:solidFill>
              <a:prstDash val="solid"/>
            </a:ln>
          </p:spPr>
        </p:sp>
        <p:sp>
          <p:nvSpPr>
            <p:cNvPr id="39" name="node10.head-start.1"/>
            <p:cNvSpPr/>
            <p:nvPr/>
          </p:nvSpPr>
          <p:spPr>
            <a:xfrm>
              <a:off x="7353300" y="3314700"/>
              <a:ext cx="78017" cy="42621"/>
            </a:xfrm>
            <a:custGeom>
              <a:avLst/>
              <a:gdLst/>
              <a:ahLst/>
              <a:cxnLst/>
              <a:rect l="l" t="t" r="r" b="b"/>
              <a:pathLst>
                <a:path w="78017" h="42621">
                  <a:moveTo>
                    <a:pt x="0" y="0"/>
                  </a:moveTo>
                  <a:lnTo>
                    <a:pt x="78017" y="42621"/>
                  </a:lnTo>
                </a:path>
              </a:pathLst>
            </a:custGeom>
            <a:ln w="12700">
              <a:solidFill>
                <a:srgbClr val="070154"/>
              </a:solidFill>
              <a:prstDash val="solid"/>
            </a:ln>
          </p:spPr>
        </p:sp>
      </p:grpSp>
      <p:grpSp>
        <p:nvGrpSpPr>
          <p:cNvPr id="64" name="node11"/>
          <p:cNvGrpSpPr/>
          <p:nvPr/>
        </p:nvGrpSpPr>
        <p:grpSpPr>
          <a:xfrm>
            <a:off x="7353300" y="4186479"/>
            <a:ext cx="914400" cy="85242"/>
            <a:chOff x="7353300" y="4186479"/>
            <a:chExt cx="914400" cy="85242"/>
          </a:xfrm>
        </p:grpSpPr>
        <p:sp>
          <p:nvSpPr>
            <p:cNvPr id="40" name="node11.segment-1"/>
            <p:cNvSpPr/>
            <p:nvPr/>
          </p:nvSpPr>
          <p:spPr>
            <a:xfrm>
              <a:off x="7353300" y="4229100"/>
              <a:ext cx="914400" cy="0"/>
            </a:xfrm>
            <a:custGeom>
              <a:avLst/>
              <a:gdLst/>
              <a:ahLst/>
              <a:cxnLst/>
              <a:rect l="l" t="t" r="r" b="b"/>
              <a:pathLst>
                <a:path w="914400">
                  <a:moveTo>
                    <a:pt x="0" y="0"/>
                  </a:moveTo>
                  <a:lnTo>
                    <a:pt x="914400" y="0"/>
                  </a:lnTo>
                </a:path>
              </a:pathLst>
            </a:custGeom>
            <a:ln w="12700">
              <a:solidFill>
                <a:srgbClr val="070154"/>
              </a:solidFill>
              <a:prstDash val="solid"/>
            </a:ln>
          </p:spPr>
        </p:sp>
        <p:sp>
          <p:nvSpPr>
            <p:cNvPr id="41" name="node11.head-end.0"/>
            <p:cNvSpPr/>
            <p:nvPr/>
          </p:nvSpPr>
          <p:spPr>
            <a:xfrm>
              <a:off x="8189683" y="4229100"/>
              <a:ext cx="78017" cy="42621"/>
            </a:xfrm>
            <a:custGeom>
              <a:avLst/>
              <a:gdLst/>
              <a:ahLst/>
              <a:cxnLst/>
              <a:rect l="l" t="t" r="r" b="b"/>
              <a:pathLst>
                <a:path w="78017" h="42621">
                  <a:moveTo>
                    <a:pt x="78017" y="0"/>
                  </a:moveTo>
                  <a:lnTo>
                    <a:pt x="0" y="42621"/>
                  </a:lnTo>
                </a:path>
              </a:pathLst>
            </a:custGeom>
            <a:ln w="12700">
              <a:solidFill>
                <a:srgbClr val="070154"/>
              </a:solidFill>
              <a:prstDash val="solid"/>
            </a:ln>
          </p:spPr>
        </p:sp>
        <p:sp>
          <p:nvSpPr>
            <p:cNvPr id="42" name="node11.head-end.1"/>
            <p:cNvSpPr/>
            <p:nvPr/>
          </p:nvSpPr>
          <p:spPr>
            <a:xfrm>
              <a:off x="8189683" y="4186479"/>
              <a:ext cx="78017" cy="42621"/>
            </a:xfrm>
            <a:custGeom>
              <a:avLst/>
              <a:gdLst/>
              <a:ahLst/>
              <a:cxnLst/>
              <a:rect l="l" t="t" r="r" b="b"/>
              <a:pathLst>
                <a:path w="78017" h="42621">
                  <a:moveTo>
                    <a:pt x="78017" y="42621"/>
                  </a:moveTo>
                  <a:lnTo>
                    <a:pt x="0" y="0"/>
                  </a:lnTo>
                </a:path>
              </a:pathLst>
            </a:custGeom>
            <a:ln w="12700">
              <a:solidFill>
                <a:srgbClr val="070154"/>
              </a:solidFill>
              <a:prstDash val="solid"/>
            </a:ln>
          </p:spPr>
        </p:sp>
      </p:grpSp>
      <p:grpSp>
        <p:nvGrpSpPr>
          <p:cNvPr id="65" name="node12"/>
          <p:cNvGrpSpPr/>
          <p:nvPr/>
        </p:nvGrpSpPr>
        <p:grpSpPr>
          <a:xfrm>
            <a:off x="8267700" y="2743200"/>
            <a:ext cx="3200400" cy="1143000"/>
            <a:chOff x="8267700" y="2743200"/>
            <a:chExt cx="3200400" cy="1143000"/>
          </a:xfrm>
        </p:grpSpPr>
        <p:sp>
          <p:nvSpPr>
            <p:cNvPr id="43" name="node12.plane"/>
            <p:cNvSpPr/>
            <p:nvPr/>
          </p:nvSpPr>
          <p:spPr>
            <a:xfrm>
              <a:off x="8267700" y="2743200"/>
              <a:ext cx="3200400" cy="1143000"/>
            </a:xfrm>
            <a:custGeom>
              <a:avLst/>
              <a:gdLst/>
              <a:ahLst/>
              <a:cxnLst/>
              <a:rect l="l" t="t" r="r" b="b"/>
              <a:pathLst>
                <a:path w="3200400" h="1143000">
                  <a:moveTo>
                    <a:pt x="0" y="571500"/>
                  </a:moveTo>
                  <a:lnTo>
                    <a:pt x="1600200" y="0"/>
                  </a:lnTo>
                  <a:lnTo>
                    <a:pt x="3200400" y="571500"/>
                  </a:lnTo>
                  <a:lnTo>
                    <a:pt x="1600200" y="1143000"/>
                  </a:lnTo>
                  <a:close/>
                </a:path>
              </a:pathLst>
            </a:custGeom>
            <a:solidFill>
              <a:srgbClr val="E8EEF8"/>
            </a:solidFill>
            <a:ln w="9525">
              <a:solidFill>
                <a:srgbClr val="070154"/>
              </a:solidFill>
              <a:prstDash val="solid"/>
            </a:ln>
          </p:spPr>
        </p:sp>
        <p:sp>
          <p:nvSpPr>
            <p:cNvPr id="44" name="node12.label"/>
            <p:cNvSpPr/>
            <p:nvPr/>
          </p:nvSpPr>
          <p:spPr>
            <a:xfrm>
              <a:off x="8907780" y="3092450"/>
              <a:ext cx="192024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Medium"/>
                  <a:ea typeface="IBM Plex Mono Medium"/>
                  <a:cs typeface="IBM Plex Mono Medium"/>
                </a:rPr>
                <a:t>PARTNER INTEGRATIONS</a:t>
              </a:r>
              <a:endParaRPr lang="en-US" sz="900" spc="54" kern="0" b="0" i="0" dirty="0">
                <a:solidFill>
                  <a:srgbClr val="070154"/>
                </a:solidFill>
                <a:latin typeface="IBM Plex Mono Medium"/>
                <a:ea typeface="IBM Plex Mono Medium"/>
                <a:cs typeface="IBM Plex Mono Medium"/>
              </a:endParaRPr>
            </a:p>
          </p:txBody>
        </p:sp>
        <p:sp>
          <p:nvSpPr>
            <p:cNvPr id="45" name="node12.text"/>
            <p:cNvSpPr/>
            <p:nvPr/>
          </p:nvSpPr>
          <p:spPr>
            <a:xfrm>
              <a:off x="8907780" y="3270250"/>
              <a:ext cx="192024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070154"/>
                  </a:solidFill>
                  <a:latin typeface="IBM Plex Sans SemiBold"/>
                  <a:ea typeface="IBM Plex Sans SemiBold"/>
                  <a:cs typeface="IBM Plex Sans SemiBold"/>
                </a:rPr>
                <a:t>API paths</a:t>
              </a:r>
              <a:endParaRPr lang="en-US" sz="1400" spc="0" kern="0" b="0" i="0" dirty="0">
                <a:solidFill>
                  <a:srgbClr val="070154"/>
                </a:solidFill>
                <a:latin typeface="IBM Plex Sans SemiBold"/>
                <a:ea typeface="IBM Plex Sans SemiBold"/>
                <a:cs typeface="IBM Plex Sans SemiBold"/>
              </a:endParaRPr>
            </a:p>
          </p:txBody>
        </p:sp>
      </p:grpSp>
      <p:grpSp>
        <p:nvGrpSpPr>
          <p:cNvPr id="66" name="node13"/>
          <p:cNvGrpSpPr/>
          <p:nvPr/>
        </p:nvGrpSpPr>
        <p:grpSpPr>
          <a:xfrm>
            <a:off x="8267700" y="3657600"/>
            <a:ext cx="3200400" cy="1143000"/>
            <a:chOff x="8267700" y="3657600"/>
            <a:chExt cx="3200400" cy="1143000"/>
          </a:xfrm>
        </p:grpSpPr>
        <p:sp>
          <p:nvSpPr>
            <p:cNvPr id="46" name="node13.plane"/>
            <p:cNvSpPr/>
            <p:nvPr/>
          </p:nvSpPr>
          <p:spPr>
            <a:xfrm>
              <a:off x="8267700" y="3657600"/>
              <a:ext cx="3200400" cy="1143000"/>
            </a:xfrm>
            <a:custGeom>
              <a:avLst/>
              <a:gdLst/>
              <a:ahLst/>
              <a:cxnLst/>
              <a:rect l="l" t="t" r="r" b="b"/>
              <a:pathLst>
                <a:path w="3200400" h="1143000">
                  <a:moveTo>
                    <a:pt x="0" y="571500"/>
                  </a:moveTo>
                  <a:lnTo>
                    <a:pt x="1600200" y="0"/>
                  </a:lnTo>
                  <a:lnTo>
                    <a:pt x="3200400" y="571500"/>
                  </a:lnTo>
                  <a:lnTo>
                    <a:pt x="1600200" y="1143000"/>
                  </a:lnTo>
                  <a:close/>
                </a:path>
              </a:pathLst>
            </a:custGeom>
            <a:solidFill>
              <a:srgbClr val="E8EEF8"/>
            </a:solidFill>
            <a:ln w="9525">
              <a:solidFill>
                <a:srgbClr val="070154"/>
              </a:solidFill>
              <a:prstDash val="solid"/>
            </a:ln>
          </p:spPr>
        </p:sp>
        <p:sp>
          <p:nvSpPr>
            <p:cNvPr id="47" name="node13.label"/>
            <p:cNvSpPr/>
            <p:nvPr/>
          </p:nvSpPr>
          <p:spPr>
            <a:xfrm>
              <a:off x="8907780" y="4006850"/>
              <a:ext cx="192024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Medium"/>
                  <a:ea typeface="IBM Plex Mono Medium"/>
                  <a:cs typeface="IBM Plex Mono Medium"/>
                </a:rPr>
                <a:t>ON-PREMISES DATA</a:t>
              </a:r>
              <a:endParaRPr lang="en-US" sz="900" spc="54" kern="0" b="0" i="0" dirty="0">
                <a:solidFill>
                  <a:srgbClr val="070154"/>
                </a:solidFill>
                <a:latin typeface="IBM Plex Mono Medium"/>
                <a:ea typeface="IBM Plex Mono Medium"/>
                <a:cs typeface="IBM Plex Mono Medium"/>
              </a:endParaRPr>
            </a:p>
          </p:txBody>
        </p:sp>
        <p:sp>
          <p:nvSpPr>
            <p:cNvPr id="48" name="node13.text"/>
            <p:cNvSpPr/>
            <p:nvPr/>
          </p:nvSpPr>
          <p:spPr>
            <a:xfrm>
              <a:off x="8907780" y="4184650"/>
              <a:ext cx="192024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070154"/>
                  </a:solidFill>
                  <a:latin typeface="IBM Plex Sans SemiBold"/>
                  <a:ea typeface="IBM Plex Sans SemiBold"/>
                  <a:cs typeface="IBM Plex Sans SemiBold"/>
                </a:rPr>
                <a:t>Imaging</a:t>
              </a:r>
              <a:endParaRPr lang="en-US" sz="1400" spc="0" kern="0" b="0" i="0" dirty="0">
                <a:solidFill>
                  <a:srgbClr val="070154"/>
                </a:solidFill>
                <a:latin typeface="IBM Plex Sans SemiBold"/>
                <a:ea typeface="IBM Plex Sans SemiBold"/>
                <a:cs typeface="IBM Plex Sans SemiBold"/>
              </a:endParaRPr>
            </a:p>
          </p:txBody>
        </p:sp>
      </p:grpSp>
      <p:grpSp>
        <p:nvGrpSpPr>
          <p:cNvPr id="67" name="node14"/>
          <p:cNvGrpSpPr/>
          <p:nvPr/>
        </p:nvGrpSpPr>
        <p:grpSpPr>
          <a:xfrm>
            <a:off x="8267700" y="1600200"/>
            <a:ext cx="3200400" cy="914400"/>
            <a:chOff x="8267700" y="1600200"/>
            <a:chExt cx="3200400" cy="914400"/>
          </a:xfrm>
        </p:grpSpPr>
        <p:sp>
          <p:nvSpPr>
            <p:cNvPr id="49" name="node14.surface"/>
            <p:cNvSpPr/>
            <p:nvPr/>
          </p:nvSpPr>
          <p:spPr>
            <a:xfrm>
              <a:off x="8267700" y="1600200"/>
              <a:ext cx="3200400" cy="914400"/>
            </a:xfrm>
            <a:prstGeom prst="rect">
              <a:avLst/>
            </a:prstGeom>
            <a:solidFill>
              <a:srgbClr val="05013F"/>
            </a:solidFill>
            <a:ln>
              <a:noFill/>
            </a:ln>
          </p:spPr>
        </p:sp>
      </p:grpSp>
      <p:grpSp>
        <p:nvGrpSpPr>
          <p:cNvPr id="68" name="node15"/>
          <p:cNvGrpSpPr/>
          <p:nvPr/>
        </p:nvGrpSpPr>
        <p:grpSpPr>
          <a:xfrm>
            <a:off x="8496300" y="1752600"/>
            <a:ext cx="2743200" cy="152400"/>
            <a:chOff x="8496300" y="1752600"/>
            <a:chExt cx="2743200" cy="152400"/>
          </a:xfrm>
        </p:grpSpPr>
        <p:sp>
          <p:nvSpPr>
            <p:cNvPr id="50" name="node15.text"/>
            <p:cNvSpPr/>
            <p:nvPr/>
          </p:nvSpPr>
          <p:spPr>
            <a:xfrm>
              <a:off x="8496300" y="1752600"/>
              <a:ext cx="2743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900D3"/>
                  </a:solidFill>
                  <a:latin typeface="IBM Plex Mono Medium"/>
                  <a:ea typeface="IBM Plex Mono Medium"/>
                  <a:cs typeface="IBM Plex Mono Medium"/>
                </a:rPr>
                <a:t>CORE RECOMMENDATION</a:t>
              </a:r>
              <a:endParaRPr lang="en-US" sz="900" spc="54" kern="0" b="0" i="0" dirty="0">
                <a:solidFill>
                  <a:srgbClr val="F900D3"/>
                </a:solidFill>
                <a:latin typeface="IBM Plex Mono Medium"/>
                <a:ea typeface="IBM Plex Mono Medium"/>
                <a:cs typeface="IBM Plex Mono Medium"/>
              </a:endParaRPr>
            </a:p>
          </p:txBody>
        </p:sp>
      </p:grpSp>
      <p:grpSp>
        <p:nvGrpSpPr>
          <p:cNvPr id="69" name="node16"/>
          <p:cNvGrpSpPr/>
          <p:nvPr/>
        </p:nvGrpSpPr>
        <p:grpSpPr>
          <a:xfrm>
            <a:off x="8496300" y="2019300"/>
            <a:ext cx="2743200" cy="457200"/>
            <a:chOff x="8496300" y="2019300"/>
            <a:chExt cx="2743200" cy="457200"/>
          </a:xfrm>
        </p:grpSpPr>
        <p:sp>
          <p:nvSpPr>
            <p:cNvPr id="51" name="node16.text"/>
            <p:cNvSpPr/>
            <p:nvPr/>
          </p:nvSpPr>
          <p:spPr>
            <a:xfrm>
              <a:off x="8496300" y="2019300"/>
              <a:ext cx="27432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Retire one journey at a time and keep partner paths live.</a:t>
              </a:r>
              <a:endParaRPr lang="en-US" sz="1200" spc="0" kern="0" b="0" i="0" dirty="0">
                <a:solidFill>
                  <a:srgbClr val="FFFFFF"/>
                </a:solidFill>
                <a:latin typeface="IBM Plex Sans"/>
                <a:ea typeface="IBM Plex Sans"/>
                <a:cs typeface="IBM Plex Sans"/>
              </a:endParaRPr>
            </a:p>
          </p:txBody>
        </p:sp>
      </p:grpSp>
      <p:grpSp>
        <p:nvGrpSpPr>
          <p:cNvPr id="70" name="node17"/>
          <p:cNvGrpSpPr/>
          <p:nvPr/>
        </p:nvGrpSpPr>
        <p:grpSpPr>
          <a:xfrm>
            <a:off x="8267700" y="5029200"/>
            <a:ext cx="3200400" cy="457200"/>
            <a:chOff x="8267700" y="5029200"/>
            <a:chExt cx="3200400" cy="457200"/>
          </a:xfrm>
        </p:grpSpPr>
        <p:sp>
          <p:nvSpPr>
            <p:cNvPr id="52" name="node17.surface"/>
            <p:cNvSpPr/>
            <p:nvPr/>
          </p:nvSpPr>
          <p:spPr>
            <a:xfrm>
              <a:off x="8267700" y="5029200"/>
              <a:ext cx="3200400" cy="457200"/>
            </a:xfrm>
            <a:prstGeom prst="rect">
              <a:avLst/>
            </a:prstGeom>
            <a:solidFill>
              <a:srgbClr val="E8EEF8"/>
            </a:solidFill>
            <a:ln>
              <a:noFill/>
            </a:ln>
          </p:spPr>
        </p:sp>
        <p:sp>
          <p:nvSpPr>
            <p:cNvPr id="53" name="node17.text"/>
            <p:cNvSpPr/>
            <p:nvPr/>
          </p:nvSpPr>
          <p:spPr>
            <a:xfrm>
              <a:off x="8420100" y="5143500"/>
              <a:ext cx="28956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Each layer calls only the layer below it.</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ource-038">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TARGET ARCHITECTURE</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Three tiers change in isolation and reach other systems</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West Monroe reference architecture.</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7</a:t>
            </a:fld>
            <a:endParaRPr lang="en-US" sz="700" spc="0" kern="0" b="0" i="0" dirty="0">
              <a:solidFill>
                <a:srgbClr val="070154"/>
              </a:solidFill>
              <a:latin typeface="IBM Plex Mono SemiBold"/>
              <a:ea typeface="IBM Plex Mono SemiBold"/>
              <a:cs typeface="IBM Plex Mono SemiBold"/>
            </a:endParaRPr>
          </a:p>
        </p:txBody>
      </p:sp>
      <p:grpSp>
        <p:nvGrpSpPr>
          <p:cNvPr id="59" name="node01"/>
          <p:cNvGrpSpPr/>
          <p:nvPr/>
        </p:nvGrpSpPr>
        <p:grpSpPr>
          <a:xfrm>
            <a:off x="723900" y="1600200"/>
            <a:ext cx="6858000" cy="4114800"/>
            <a:chOff x="723900" y="1600200"/>
            <a:chExt cx="6858000" cy="4114800"/>
          </a:xfrm>
        </p:grpSpPr>
        <p:sp>
          <p:nvSpPr>
            <p:cNvPr id="7" name="node01.surface"/>
            <p:cNvSpPr/>
            <p:nvPr/>
          </p:nvSpPr>
          <p:spPr>
            <a:xfrm>
              <a:off x="723900" y="1600200"/>
              <a:ext cx="6858000" cy="4114800"/>
            </a:xfrm>
            <a:prstGeom prst="rect">
              <a:avLst/>
            </a:prstGeom>
            <a:solidFill>
              <a:srgbClr val="E8EEF8"/>
            </a:solidFill>
            <a:ln>
              <a:noFill/>
            </a:ln>
          </p:spPr>
        </p:sp>
      </p:grpSp>
      <p:grpSp>
        <p:nvGrpSpPr>
          <p:cNvPr id="60" name="node02"/>
          <p:cNvGrpSpPr/>
          <p:nvPr/>
        </p:nvGrpSpPr>
        <p:grpSpPr>
          <a:xfrm>
            <a:off x="952500" y="1828800"/>
            <a:ext cx="1828800" cy="2971800"/>
            <a:chOff x="952500" y="1828800"/>
            <a:chExt cx="1828800" cy="2971800"/>
          </a:xfrm>
        </p:grpSpPr>
        <p:sp>
          <p:nvSpPr>
            <p:cNvPr id="8" name="node02.container"/>
            <p:cNvSpPr/>
            <p:nvPr/>
          </p:nvSpPr>
          <p:spPr>
            <a:xfrm>
              <a:off x="952500" y="1828800"/>
              <a:ext cx="1828800" cy="2971800"/>
            </a:xfrm>
            <a:prstGeom prst="rect">
              <a:avLst/>
            </a:prstGeom>
            <a:solidFill>
              <a:srgbClr val="FFFFFF"/>
            </a:solidFill>
            <a:ln>
              <a:noFill/>
            </a:ln>
          </p:spPr>
        </p:sp>
        <p:sp>
          <p:nvSpPr>
            <p:cNvPr id="9" name="node02.edge"/>
            <p:cNvSpPr/>
            <p:nvPr/>
          </p:nvSpPr>
          <p:spPr>
            <a:xfrm>
              <a:off x="952500" y="1828800"/>
              <a:ext cx="38100" cy="2971800"/>
            </a:xfrm>
            <a:prstGeom prst="rect">
              <a:avLst/>
            </a:prstGeom>
            <a:solidFill>
              <a:srgbClr val="070154"/>
            </a:solidFill>
            <a:ln>
              <a:noFill/>
            </a:ln>
          </p:spPr>
        </p:sp>
        <p:sp>
          <p:nvSpPr>
            <p:cNvPr id="10" name="node02.label"/>
            <p:cNvSpPr/>
            <p:nvPr/>
          </p:nvSpPr>
          <p:spPr>
            <a:xfrm>
              <a:off x="1143000" y="1981200"/>
              <a:ext cx="14859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ACROSS ALL LAYERS</a:t>
              </a:r>
              <a:endParaRPr lang="en-US" sz="900" spc="54" kern="0" b="0" i="0" dirty="0">
                <a:solidFill>
                  <a:srgbClr val="0047FF"/>
                </a:solidFill>
                <a:latin typeface="IBM Plex Mono Medium"/>
                <a:ea typeface="IBM Plex Mono Medium"/>
                <a:cs typeface="IBM Plex Mono Medium"/>
              </a:endParaRPr>
            </a:p>
          </p:txBody>
        </p:sp>
        <p:sp>
          <p:nvSpPr>
            <p:cNvPr id="11" name="node02.title"/>
            <p:cNvSpPr/>
            <p:nvPr/>
          </p:nvSpPr>
          <p:spPr>
            <a:xfrm>
              <a:off x="1143000" y="2171700"/>
              <a:ext cx="1485900" cy="6096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Shared controls</a:t>
              </a:r>
              <a:endParaRPr lang="en-US" sz="1800" spc="-18" kern="0" b="0" i="0" dirty="0">
                <a:solidFill>
                  <a:srgbClr val="070154"/>
                </a:solidFill>
                <a:latin typeface="IBM Plex Sans SemiBold"/>
                <a:ea typeface="IBM Plex Sans SemiBold"/>
                <a:cs typeface="IBM Plex Sans SemiBold"/>
              </a:endParaRPr>
            </a:p>
          </p:txBody>
        </p:sp>
        <p:sp>
          <p:nvSpPr>
            <p:cNvPr id="12" name="node02.body.item-001.bullets.item-001.marker"/>
            <p:cNvSpPr/>
            <p:nvPr/>
          </p:nvSpPr>
          <p:spPr>
            <a:xfrm>
              <a:off x="1143000" y="2984500"/>
              <a:ext cx="38100" cy="38100"/>
            </a:xfrm>
            <a:prstGeom prst="rect">
              <a:avLst/>
            </a:prstGeom>
            <a:solidFill>
              <a:srgbClr val="070154"/>
            </a:solidFill>
            <a:ln>
              <a:noFill/>
            </a:ln>
          </p:spPr>
        </p:sp>
        <p:sp>
          <p:nvSpPr>
            <p:cNvPr id="13" name="node02.body.item-001.bullets.item-001.text"/>
            <p:cNvSpPr/>
            <p:nvPr/>
          </p:nvSpPr>
          <p:spPr>
            <a:xfrm>
              <a:off x="1295400" y="2895600"/>
              <a:ext cx="13335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Identity and access</a:t>
              </a:r>
              <a:endParaRPr lang="en-US" sz="1200" spc="0" kern="0" b="0" i="0" dirty="0">
                <a:solidFill>
                  <a:srgbClr val="070154"/>
                </a:solidFill>
                <a:latin typeface="IBM Plex Sans"/>
                <a:ea typeface="IBM Plex Sans"/>
                <a:cs typeface="IBM Plex Sans"/>
              </a:endParaRPr>
            </a:p>
          </p:txBody>
        </p:sp>
        <p:sp>
          <p:nvSpPr>
            <p:cNvPr id="14" name="node02.body.item-001.bullets.item-002.marker"/>
            <p:cNvSpPr/>
            <p:nvPr/>
          </p:nvSpPr>
          <p:spPr>
            <a:xfrm>
              <a:off x="1143000" y="3479800"/>
              <a:ext cx="38100" cy="38100"/>
            </a:xfrm>
            <a:prstGeom prst="rect">
              <a:avLst/>
            </a:prstGeom>
            <a:solidFill>
              <a:srgbClr val="070154"/>
            </a:solidFill>
            <a:ln>
              <a:noFill/>
            </a:ln>
          </p:spPr>
        </p:sp>
        <p:sp>
          <p:nvSpPr>
            <p:cNvPr id="15" name="node02.body.item-001.bullets.item-002.text"/>
            <p:cNvSpPr/>
            <p:nvPr/>
          </p:nvSpPr>
          <p:spPr>
            <a:xfrm>
              <a:off x="1295400" y="3390900"/>
              <a:ext cx="13335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Encryption</a:t>
              </a:r>
              <a:endParaRPr lang="en-US" sz="1200" spc="0" kern="0" b="0" i="0" dirty="0">
                <a:solidFill>
                  <a:srgbClr val="070154"/>
                </a:solidFill>
                <a:latin typeface="IBM Plex Sans"/>
                <a:ea typeface="IBM Plex Sans"/>
                <a:cs typeface="IBM Plex Sans"/>
              </a:endParaRPr>
            </a:p>
          </p:txBody>
        </p:sp>
        <p:sp>
          <p:nvSpPr>
            <p:cNvPr id="16" name="node02.body.item-001.bullets.item-003.marker"/>
            <p:cNvSpPr/>
            <p:nvPr/>
          </p:nvSpPr>
          <p:spPr>
            <a:xfrm>
              <a:off x="1143000" y="3746500"/>
              <a:ext cx="38100" cy="38100"/>
            </a:xfrm>
            <a:prstGeom prst="rect">
              <a:avLst/>
            </a:prstGeom>
            <a:solidFill>
              <a:srgbClr val="070154"/>
            </a:solidFill>
            <a:ln>
              <a:noFill/>
            </a:ln>
          </p:spPr>
        </p:sp>
        <p:sp>
          <p:nvSpPr>
            <p:cNvPr id="17" name="node02.body.item-001.bullets.item-003.text"/>
            <p:cNvSpPr/>
            <p:nvPr/>
          </p:nvSpPr>
          <p:spPr>
            <a:xfrm>
              <a:off x="1295400" y="3657600"/>
              <a:ext cx="13335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Monitoring</a:t>
              </a:r>
              <a:endParaRPr lang="en-US" sz="1200" spc="0" kern="0" b="0" i="0" dirty="0">
                <a:solidFill>
                  <a:srgbClr val="070154"/>
                </a:solidFill>
                <a:latin typeface="IBM Plex Sans"/>
                <a:ea typeface="IBM Plex Sans"/>
                <a:cs typeface="IBM Plex Sans"/>
              </a:endParaRPr>
            </a:p>
          </p:txBody>
        </p:sp>
        <p:sp>
          <p:nvSpPr>
            <p:cNvPr id="18" name="node02.body.item-001.bullets.item-004.marker"/>
            <p:cNvSpPr/>
            <p:nvPr/>
          </p:nvSpPr>
          <p:spPr>
            <a:xfrm>
              <a:off x="1143000" y="4013200"/>
              <a:ext cx="38100" cy="38100"/>
            </a:xfrm>
            <a:prstGeom prst="rect">
              <a:avLst/>
            </a:prstGeom>
            <a:solidFill>
              <a:srgbClr val="070154"/>
            </a:solidFill>
            <a:ln>
              <a:noFill/>
            </a:ln>
          </p:spPr>
        </p:sp>
        <p:sp>
          <p:nvSpPr>
            <p:cNvPr id="19" name="node02.body.item-001.bullets.item-004.text"/>
            <p:cNvSpPr/>
            <p:nvPr/>
          </p:nvSpPr>
          <p:spPr>
            <a:xfrm>
              <a:off x="1295400" y="3924300"/>
              <a:ext cx="13335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Audit trail</a:t>
              </a:r>
              <a:endParaRPr lang="en-US" sz="1200" spc="0" kern="0" b="0" i="0" dirty="0">
                <a:solidFill>
                  <a:srgbClr val="070154"/>
                </a:solidFill>
                <a:latin typeface="IBM Plex Sans"/>
                <a:ea typeface="IBM Plex Sans"/>
                <a:cs typeface="IBM Plex Sans"/>
              </a:endParaRPr>
            </a:p>
          </p:txBody>
        </p:sp>
      </p:grpSp>
      <p:grpSp>
        <p:nvGrpSpPr>
          <p:cNvPr id="61" name="node03"/>
          <p:cNvGrpSpPr/>
          <p:nvPr/>
        </p:nvGrpSpPr>
        <p:grpSpPr>
          <a:xfrm>
            <a:off x="2781300" y="2400300"/>
            <a:ext cx="228600" cy="1"/>
            <a:chOff x="2781300" y="2400300"/>
            <a:chExt cx="228600" cy="1"/>
          </a:xfrm>
        </p:grpSpPr>
        <p:sp>
          <p:nvSpPr>
            <p:cNvPr id="20" name="node03.segment-1"/>
            <p:cNvSpPr/>
            <p:nvPr/>
          </p:nvSpPr>
          <p:spPr>
            <a:xfrm>
              <a:off x="2781300" y="2400300"/>
              <a:ext cx="228600" cy="0"/>
            </a:xfrm>
            <a:custGeom>
              <a:avLst/>
              <a:gdLst/>
              <a:ahLst/>
              <a:cxnLst/>
              <a:rect l="l" t="t" r="r" b="b"/>
              <a:pathLst>
                <a:path w="228600">
                  <a:moveTo>
                    <a:pt x="0" y="0"/>
                  </a:moveTo>
                  <a:lnTo>
                    <a:pt x="228600" y="0"/>
                  </a:lnTo>
                </a:path>
              </a:pathLst>
            </a:custGeom>
            <a:ln w="19050">
              <a:solidFill>
                <a:srgbClr val="070154"/>
              </a:solidFill>
              <a:prstDash val="sysDot"/>
            </a:ln>
          </p:spPr>
        </p:sp>
      </p:grpSp>
      <p:grpSp>
        <p:nvGrpSpPr>
          <p:cNvPr id="62" name="node04"/>
          <p:cNvGrpSpPr/>
          <p:nvPr/>
        </p:nvGrpSpPr>
        <p:grpSpPr>
          <a:xfrm>
            <a:off x="2781300" y="3314700"/>
            <a:ext cx="228600" cy="1"/>
            <a:chOff x="2781300" y="3314700"/>
            <a:chExt cx="228600" cy="1"/>
          </a:xfrm>
        </p:grpSpPr>
        <p:sp>
          <p:nvSpPr>
            <p:cNvPr id="21" name="node04.segment-1"/>
            <p:cNvSpPr/>
            <p:nvPr/>
          </p:nvSpPr>
          <p:spPr>
            <a:xfrm>
              <a:off x="2781300" y="3314700"/>
              <a:ext cx="228600" cy="0"/>
            </a:xfrm>
            <a:custGeom>
              <a:avLst/>
              <a:gdLst/>
              <a:ahLst/>
              <a:cxnLst/>
              <a:rect l="l" t="t" r="r" b="b"/>
              <a:pathLst>
                <a:path w="228600">
                  <a:moveTo>
                    <a:pt x="0" y="0"/>
                  </a:moveTo>
                  <a:lnTo>
                    <a:pt x="228600" y="0"/>
                  </a:lnTo>
                </a:path>
              </a:pathLst>
            </a:custGeom>
            <a:ln w="19050">
              <a:solidFill>
                <a:srgbClr val="070154"/>
              </a:solidFill>
              <a:prstDash val="sysDot"/>
            </a:ln>
          </p:spPr>
        </p:sp>
      </p:grpSp>
      <p:grpSp>
        <p:nvGrpSpPr>
          <p:cNvPr id="63" name="node05"/>
          <p:cNvGrpSpPr/>
          <p:nvPr/>
        </p:nvGrpSpPr>
        <p:grpSpPr>
          <a:xfrm>
            <a:off x="2781300" y="4229100"/>
            <a:ext cx="228600" cy="1"/>
            <a:chOff x="2781300" y="4229100"/>
            <a:chExt cx="228600" cy="1"/>
          </a:xfrm>
        </p:grpSpPr>
        <p:sp>
          <p:nvSpPr>
            <p:cNvPr id="22" name="node05.segment-1"/>
            <p:cNvSpPr/>
            <p:nvPr/>
          </p:nvSpPr>
          <p:spPr>
            <a:xfrm>
              <a:off x="2781300" y="4229100"/>
              <a:ext cx="228600" cy="0"/>
            </a:xfrm>
            <a:custGeom>
              <a:avLst/>
              <a:gdLst/>
              <a:ahLst/>
              <a:cxnLst/>
              <a:rect l="l" t="t" r="r" b="b"/>
              <a:pathLst>
                <a:path w="228600">
                  <a:moveTo>
                    <a:pt x="0" y="0"/>
                  </a:moveTo>
                  <a:lnTo>
                    <a:pt x="228600" y="0"/>
                  </a:lnTo>
                </a:path>
              </a:pathLst>
            </a:custGeom>
            <a:ln w="19050">
              <a:solidFill>
                <a:srgbClr val="070154"/>
              </a:solidFill>
              <a:prstDash val="sysDot"/>
            </a:ln>
          </p:spPr>
        </p:sp>
      </p:grpSp>
      <p:grpSp>
        <p:nvGrpSpPr>
          <p:cNvPr id="64" name="node06"/>
          <p:cNvGrpSpPr/>
          <p:nvPr/>
        </p:nvGrpSpPr>
        <p:grpSpPr>
          <a:xfrm>
            <a:off x="3009900" y="3657600"/>
            <a:ext cx="4343400" cy="1143000"/>
            <a:chOff x="3009900" y="3657600"/>
            <a:chExt cx="4343400" cy="1143000"/>
          </a:xfrm>
        </p:grpSpPr>
        <p:sp>
          <p:nvSpPr>
            <p:cNvPr id="23" name="node06.plane"/>
            <p:cNvSpPr/>
            <p:nvPr/>
          </p:nvSpPr>
          <p:spPr>
            <a:xfrm>
              <a:off x="3009900" y="3657600"/>
              <a:ext cx="4343400" cy="1143000"/>
            </a:xfrm>
            <a:custGeom>
              <a:avLst/>
              <a:gdLst/>
              <a:ahLst/>
              <a:cxnLst/>
              <a:rect l="l" t="t" r="r" b="b"/>
              <a:pathLst>
                <a:path w="4343400" h="1143000">
                  <a:moveTo>
                    <a:pt x="0" y="571500"/>
                  </a:moveTo>
                  <a:lnTo>
                    <a:pt x="2171700" y="0"/>
                  </a:lnTo>
                  <a:lnTo>
                    <a:pt x="4343400" y="571500"/>
                  </a:lnTo>
                  <a:lnTo>
                    <a:pt x="2171700" y="1143000"/>
                  </a:lnTo>
                  <a:close/>
                </a:path>
              </a:pathLst>
            </a:custGeom>
            <a:solidFill>
              <a:srgbClr val="FFFFFF"/>
            </a:solidFill>
            <a:ln w="9525">
              <a:solidFill>
                <a:srgbClr val="070154"/>
              </a:solidFill>
              <a:prstDash val="solid"/>
            </a:ln>
          </p:spPr>
        </p:sp>
        <p:sp>
          <p:nvSpPr>
            <p:cNvPr id="24" name="node06.label"/>
            <p:cNvSpPr/>
            <p:nvPr/>
          </p:nvSpPr>
          <p:spPr>
            <a:xfrm>
              <a:off x="3878580" y="3987800"/>
              <a:ext cx="260604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Medium"/>
                  <a:ea typeface="IBM Plex Mono Medium"/>
                  <a:cs typeface="IBM Plex Mono Medium"/>
                </a:rPr>
                <a:t>DATA ACCESS LAYER</a:t>
              </a:r>
              <a:endParaRPr lang="en-US" sz="900" spc="54" kern="0" b="0" i="0" dirty="0">
                <a:solidFill>
                  <a:srgbClr val="070154"/>
                </a:solidFill>
                <a:latin typeface="IBM Plex Mono Medium"/>
                <a:ea typeface="IBM Plex Mono Medium"/>
                <a:cs typeface="IBM Plex Mono Medium"/>
              </a:endParaRPr>
            </a:p>
          </p:txBody>
        </p:sp>
        <p:sp>
          <p:nvSpPr>
            <p:cNvPr id="25" name="node06.text"/>
            <p:cNvSpPr/>
            <p:nvPr/>
          </p:nvSpPr>
          <p:spPr>
            <a:xfrm>
              <a:off x="3878580" y="4165600"/>
              <a:ext cx="2606040" cy="304800"/>
            </a:xfrm>
            <a:prstGeom prst="rect">
              <a:avLst/>
            </a:prstGeom>
            <a:noFill/>
            <a:ln/>
          </p:spPr>
          <p:txBody>
            <a:bodyPr wrap="square" lIns="0" tIns="0" rIns="0" bIns="0" rtlCol="0" anchor="t"/>
            <a:lstStyle/>
            <a:p>
              <a:pPr algn="ctr" indent="0" marL="0">
                <a:lnSpc>
                  <a:spcPts val="2400"/>
                </a:lnSpc>
                <a:buNone/>
              </a:pPr>
              <a:r>
                <a:rPr lang="en-US" sz="1800" spc="-18" kern="0" b="0" i="0" dirty="0">
                  <a:solidFill>
                    <a:srgbClr val="070154"/>
                  </a:solidFill>
                  <a:latin typeface="IBM Plex Sans SemiBold"/>
                  <a:ea typeface="IBM Plex Sans SemiBold"/>
                  <a:cs typeface="IBM Plex Sans SemiBold"/>
                </a:rPr>
                <a:t>PostgreSQL access</a:t>
              </a:r>
              <a:endParaRPr lang="en-US" sz="1800" spc="-18" kern="0" b="0" i="0" dirty="0">
                <a:solidFill>
                  <a:srgbClr val="070154"/>
                </a:solidFill>
                <a:latin typeface="IBM Plex Sans SemiBold"/>
                <a:ea typeface="IBM Plex Sans SemiBold"/>
                <a:cs typeface="IBM Plex Sans SemiBold"/>
              </a:endParaRPr>
            </a:p>
          </p:txBody>
        </p:sp>
      </p:grpSp>
      <p:grpSp>
        <p:nvGrpSpPr>
          <p:cNvPr id="65" name="node07"/>
          <p:cNvGrpSpPr/>
          <p:nvPr/>
        </p:nvGrpSpPr>
        <p:grpSpPr>
          <a:xfrm>
            <a:off x="3009900" y="2743200"/>
            <a:ext cx="4343400" cy="1143000"/>
            <a:chOff x="3009900" y="2743200"/>
            <a:chExt cx="4343400" cy="1143000"/>
          </a:xfrm>
        </p:grpSpPr>
        <p:sp>
          <p:nvSpPr>
            <p:cNvPr id="26" name="node07.plane"/>
            <p:cNvSpPr/>
            <p:nvPr/>
          </p:nvSpPr>
          <p:spPr>
            <a:xfrm>
              <a:off x="3009900" y="2743200"/>
              <a:ext cx="4343400" cy="1143000"/>
            </a:xfrm>
            <a:custGeom>
              <a:avLst/>
              <a:gdLst/>
              <a:ahLst/>
              <a:cxnLst/>
              <a:rect l="l" t="t" r="r" b="b"/>
              <a:pathLst>
                <a:path w="4343400" h="1143000">
                  <a:moveTo>
                    <a:pt x="0" y="571500"/>
                  </a:moveTo>
                  <a:lnTo>
                    <a:pt x="2171700" y="0"/>
                  </a:lnTo>
                  <a:lnTo>
                    <a:pt x="4343400" y="571500"/>
                  </a:lnTo>
                  <a:lnTo>
                    <a:pt x="2171700" y="1143000"/>
                  </a:lnTo>
                  <a:close/>
                </a:path>
              </a:pathLst>
            </a:custGeom>
            <a:solidFill>
              <a:srgbClr val="CED7E6"/>
            </a:solidFill>
            <a:ln w="9525">
              <a:solidFill>
                <a:srgbClr val="070154"/>
              </a:solidFill>
              <a:prstDash val="solid"/>
            </a:ln>
          </p:spPr>
        </p:sp>
        <p:sp>
          <p:nvSpPr>
            <p:cNvPr id="27" name="node07.label"/>
            <p:cNvSpPr/>
            <p:nvPr/>
          </p:nvSpPr>
          <p:spPr>
            <a:xfrm>
              <a:off x="3878580" y="3073400"/>
              <a:ext cx="260604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Medium"/>
                  <a:ea typeface="IBM Plex Mono Medium"/>
                  <a:cs typeface="IBM Plex Mono Medium"/>
                </a:rPr>
                <a:t>API LAYER</a:t>
              </a:r>
              <a:endParaRPr lang="en-US" sz="900" spc="54" kern="0" b="0" i="0" dirty="0">
                <a:solidFill>
                  <a:srgbClr val="070154"/>
                </a:solidFill>
                <a:latin typeface="IBM Plex Mono Medium"/>
                <a:ea typeface="IBM Plex Mono Medium"/>
                <a:cs typeface="IBM Plex Mono Medium"/>
              </a:endParaRPr>
            </a:p>
          </p:txBody>
        </p:sp>
        <p:sp>
          <p:nvSpPr>
            <p:cNvPr id="28" name="node07.text"/>
            <p:cNvSpPr/>
            <p:nvPr/>
          </p:nvSpPr>
          <p:spPr>
            <a:xfrm>
              <a:off x="3878580" y="3251200"/>
              <a:ext cx="2606040" cy="304800"/>
            </a:xfrm>
            <a:prstGeom prst="rect">
              <a:avLst/>
            </a:prstGeom>
            <a:noFill/>
            <a:ln/>
          </p:spPr>
          <p:txBody>
            <a:bodyPr wrap="square" lIns="0" tIns="0" rIns="0" bIns="0" rtlCol="0" anchor="t"/>
            <a:lstStyle/>
            <a:p>
              <a:pPr algn="ctr" indent="0" marL="0">
                <a:lnSpc>
                  <a:spcPts val="2400"/>
                </a:lnSpc>
                <a:buNone/>
              </a:pPr>
              <a:r>
                <a:rPr lang="en-US" sz="1800" spc="-18" kern="0" b="0" i="0" dirty="0">
                  <a:solidFill>
                    <a:srgbClr val="070154"/>
                  </a:solidFill>
                  <a:latin typeface="IBM Plex Sans SemiBold"/>
                  <a:ea typeface="IBM Plex Sans SemiBold"/>
                  <a:cs typeface="IBM Plex Sans SemiBold"/>
                </a:rPr>
                <a:t>Domain services</a:t>
              </a:r>
              <a:endParaRPr lang="en-US" sz="1800" spc="-18" kern="0" b="0" i="0" dirty="0">
                <a:solidFill>
                  <a:srgbClr val="070154"/>
                </a:solidFill>
                <a:latin typeface="IBM Plex Sans SemiBold"/>
                <a:ea typeface="IBM Plex Sans SemiBold"/>
                <a:cs typeface="IBM Plex Sans SemiBold"/>
              </a:endParaRPr>
            </a:p>
          </p:txBody>
        </p:sp>
      </p:grpSp>
      <p:grpSp>
        <p:nvGrpSpPr>
          <p:cNvPr id="66" name="node08"/>
          <p:cNvGrpSpPr/>
          <p:nvPr/>
        </p:nvGrpSpPr>
        <p:grpSpPr>
          <a:xfrm>
            <a:off x="3009900" y="1828800"/>
            <a:ext cx="4343400" cy="1143000"/>
            <a:chOff x="3009900" y="1828800"/>
            <a:chExt cx="4343400" cy="1143000"/>
          </a:xfrm>
        </p:grpSpPr>
        <p:sp>
          <p:nvSpPr>
            <p:cNvPr id="29" name="node08.plane"/>
            <p:cNvSpPr/>
            <p:nvPr/>
          </p:nvSpPr>
          <p:spPr>
            <a:xfrm>
              <a:off x="3009900" y="1828800"/>
              <a:ext cx="4343400" cy="1143000"/>
            </a:xfrm>
            <a:custGeom>
              <a:avLst/>
              <a:gdLst/>
              <a:ahLst/>
              <a:cxnLst/>
              <a:rect l="l" t="t" r="r" b="b"/>
              <a:pathLst>
                <a:path w="4343400" h="1143000">
                  <a:moveTo>
                    <a:pt x="0" y="571500"/>
                  </a:moveTo>
                  <a:lnTo>
                    <a:pt x="2171700" y="0"/>
                  </a:lnTo>
                  <a:lnTo>
                    <a:pt x="4343400" y="571500"/>
                  </a:lnTo>
                  <a:lnTo>
                    <a:pt x="2171700" y="1143000"/>
                  </a:lnTo>
                  <a:close/>
                </a:path>
              </a:pathLst>
            </a:custGeom>
            <a:solidFill>
              <a:srgbClr val="070154"/>
            </a:solidFill>
            <a:ln w="9525">
              <a:solidFill>
                <a:srgbClr val="070154"/>
              </a:solidFill>
              <a:prstDash val="solid"/>
            </a:ln>
          </p:spPr>
        </p:sp>
        <p:sp>
          <p:nvSpPr>
            <p:cNvPr id="30" name="node08.label"/>
            <p:cNvSpPr/>
            <p:nvPr/>
          </p:nvSpPr>
          <p:spPr>
            <a:xfrm>
              <a:off x="3878580" y="2159000"/>
              <a:ext cx="260604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FFFFFF"/>
                  </a:solidFill>
                  <a:latin typeface="IBM Plex Mono Medium"/>
                  <a:ea typeface="IBM Plex Mono Medium"/>
                  <a:cs typeface="IBM Plex Mono Medium"/>
                </a:rPr>
                <a:t>USER INTERFACE LAYER</a:t>
              </a:r>
              <a:endParaRPr lang="en-US" sz="900" spc="54" kern="0" b="0" i="0" dirty="0">
                <a:solidFill>
                  <a:srgbClr val="FFFFFF"/>
                </a:solidFill>
                <a:latin typeface="IBM Plex Mono Medium"/>
                <a:ea typeface="IBM Plex Mono Medium"/>
                <a:cs typeface="IBM Plex Mono Medium"/>
              </a:endParaRPr>
            </a:p>
          </p:txBody>
        </p:sp>
        <p:sp>
          <p:nvSpPr>
            <p:cNvPr id="31" name="node08.text"/>
            <p:cNvSpPr/>
            <p:nvPr/>
          </p:nvSpPr>
          <p:spPr>
            <a:xfrm>
              <a:off x="3878580" y="2336800"/>
              <a:ext cx="2606040" cy="304800"/>
            </a:xfrm>
            <a:prstGeom prst="rect">
              <a:avLst/>
            </a:prstGeom>
            <a:noFill/>
            <a:ln/>
          </p:spPr>
          <p:txBody>
            <a:bodyPr wrap="square" lIns="0" tIns="0" rIns="0" bIns="0" rtlCol="0" anchor="t"/>
            <a:lstStyle/>
            <a:p>
              <a:pPr algn="ctr" indent="0" marL="0">
                <a:lnSpc>
                  <a:spcPts val="2400"/>
                </a:lnSpc>
                <a:buNone/>
              </a:pPr>
              <a:r>
                <a:rPr lang="en-US" sz="1800" spc="-18" kern="0" b="0" i="0" dirty="0">
                  <a:solidFill>
                    <a:srgbClr val="FFFFFF"/>
                  </a:solidFill>
                  <a:latin typeface="IBM Plex Sans SemiBold"/>
                  <a:ea typeface="IBM Plex Sans SemiBold"/>
                  <a:cs typeface="IBM Plex Sans SemiBold"/>
                </a:rPr>
                <a:t>React and TypeScript</a:t>
              </a:r>
              <a:endParaRPr lang="en-US" sz="1800" spc="-18" kern="0" b="0" i="0" dirty="0">
                <a:solidFill>
                  <a:srgbClr val="FFFFFF"/>
                </a:solidFill>
                <a:latin typeface="IBM Plex Sans SemiBold"/>
                <a:ea typeface="IBM Plex Sans SemiBold"/>
                <a:cs typeface="IBM Plex Sans SemiBold"/>
              </a:endParaRPr>
            </a:p>
          </p:txBody>
        </p:sp>
      </p:grpSp>
      <p:grpSp>
        <p:nvGrpSpPr>
          <p:cNvPr id="67" name="node09"/>
          <p:cNvGrpSpPr/>
          <p:nvPr/>
        </p:nvGrpSpPr>
        <p:grpSpPr>
          <a:xfrm>
            <a:off x="952500" y="5029200"/>
            <a:ext cx="6400800" cy="457200"/>
            <a:chOff x="952500" y="5029200"/>
            <a:chExt cx="6400800" cy="457200"/>
          </a:xfrm>
        </p:grpSpPr>
        <p:sp>
          <p:nvSpPr>
            <p:cNvPr id="32" name="node09.surface"/>
            <p:cNvSpPr/>
            <p:nvPr/>
          </p:nvSpPr>
          <p:spPr>
            <a:xfrm>
              <a:off x="952500" y="5029200"/>
              <a:ext cx="6400800" cy="457200"/>
            </a:xfrm>
            <a:prstGeom prst="rect">
              <a:avLst/>
            </a:prstGeom>
            <a:solidFill>
              <a:srgbClr val="05013F"/>
            </a:solidFill>
            <a:ln>
              <a:noFill/>
            </a:ln>
          </p:spPr>
        </p:sp>
        <p:sp>
          <p:nvSpPr>
            <p:cNvPr id="33" name="node09.label"/>
            <p:cNvSpPr/>
            <p:nvPr/>
          </p:nvSpPr>
          <p:spPr>
            <a:xfrm>
              <a:off x="1104900" y="5172075"/>
              <a:ext cx="1524000" cy="17145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FFFFF"/>
                  </a:solidFill>
                  <a:latin typeface="IBM Plex Mono SemiBold"/>
                  <a:ea typeface="IBM Plex Mono SemiBold"/>
                  <a:cs typeface="IBM Plex Mono SemiBold"/>
                </a:rPr>
                <a:t>FOUNDATION</a:t>
              </a:r>
              <a:endParaRPr lang="en-US" sz="900" spc="54" kern="0" b="0" i="0" dirty="0">
                <a:solidFill>
                  <a:srgbClr val="FFFFFF"/>
                </a:solidFill>
                <a:latin typeface="IBM Plex Mono SemiBold"/>
                <a:ea typeface="IBM Plex Mono SemiBold"/>
                <a:cs typeface="IBM Plex Mono SemiBold"/>
              </a:endParaRPr>
            </a:p>
          </p:txBody>
        </p:sp>
        <p:sp>
          <p:nvSpPr>
            <p:cNvPr id="34" name="node09.text"/>
            <p:cNvSpPr/>
            <p:nvPr/>
          </p:nvSpPr>
          <p:spPr>
            <a:xfrm>
              <a:off x="2781300" y="5143500"/>
              <a:ext cx="4419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Cloud hosting, network and identity</a:t>
              </a:r>
              <a:endParaRPr lang="en-US" sz="1200" spc="0" kern="0" b="0" i="0" dirty="0">
                <a:solidFill>
                  <a:srgbClr val="FFFFFF"/>
                </a:solidFill>
                <a:latin typeface="IBM Plex Sans"/>
                <a:ea typeface="IBM Plex Sans"/>
                <a:cs typeface="IBM Plex Sans"/>
              </a:endParaRPr>
            </a:p>
          </p:txBody>
        </p:sp>
      </p:grpSp>
      <p:grpSp>
        <p:nvGrpSpPr>
          <p:cNvPr id="68" name="node10"/>
          <p:cNvGrpSpPr/>
          <p:nvPr/>
        </p:nvGrpSpPr>
        <p:grpSpPr>
          <a:xfrm>
            <a:off x="7353300" y="3272079"/>
            <a:ext cx="914400" cy="85242"/>
            <a:chOff x="7353300" y="3272079"/>
            <a:chExt cx="914400" cy="85242"/>
          </a:xfrm>
        </p:grpSpPr>
        <p:sp>
          <p:nvSpPr>
            <p:cNvPr id="35" name="node10.segment-1"/>
            <p:cNvSpPr/>
            <p:nvPr/>
          </p:nvSpPr>
          <p:spPr>
            <a:xfrm>
              <a:off x="7353300" y="3314700"/>
              <a:ext cx="914400" cy="0"/>
            </a:xfrm>
            <a:custGeom>
              <a:avLst/>
              <a:gdLst/>
              <a:ahLst/>
              <a:cxnLst/>
              <a:rect l="l" t="t" r="r" b="b"/>
              <a:pathLst>
                <a:path w="914400">
                  <a:moveTo>
                    <a:pt x="0" y="0"/>
                  </a:moveTo>
                  <a:lnTo>
                    <a:pt x="914400" y="0"/>
                  </a:lnTo>
                </a:path>
              </a:pathLst>
            </a:custGeom>
            <a:ln w="12700">
              <a:solidFill>
                <a:srgbClr val="070154"/>
              </a:solidFill>
              <a:prstDash val="solid"/>
            </a:ln>
          </p:spPr>
        </p:sp>
        <p:sp>
          <p:nvSpPr>
            <p:cNvPr id="36" name="node10.head-end.0"/>
            <p:cNvSpPr/>
            <p:nvPr/>
          </p:nvSpPr>
          <p:spPr>
            <a:xfrm>
              <a:off x="8189683" y="3314700"/>
              <a:ext cx="78017" cy="42621"/>
            </a:xfrm>
            <a:custGeom>
              <a:avLst/>
              <a:gdLst/>
              <a:ahLst/>
              <a:cxnLst/>
              <a:rect l="l" t="t" r="r" b="b"/>
              <a:pathLst>
                <a:path w="78017" h="42621">
                  <a:moveTo>
                    <a:pt x="78017" y="0"/>
                  </a:moveTo>
                  <a:lnTo>
                    <a:pt x="0" y="42621"/>
                  </a:lnTo>
                </a:path>
              </a:pathLst>
            </a:custGeom>
            <a:ln w="12700">
              <a:solidFill>
                <a:srgbClr val="070154"/>
              </a:solidFill>
              <a:prstDash val="solid"/>
            </a:ln>
          </p:spPr>
        </p:sp>
        <p:sp>
          <p:nvSpPr>
            <p:cNvPr id="37" name="node10.head-end.1"/>
            <p:cNvSpPr/>
            <p:nvPr/>
          </p:nvSpPr>
          <p:spPr>
            <a:xfrm>
              <a:off x="8189683" y="3272079"/>
              <a:ext cx="78017" cy="42621"/>
            </a:xfrm>
            <a:custGeom>
              <a:avLst/>
              <a:gdLst/>
              <a:ahLst/>
              <a:cxnLst/>
              <a:rect l="l" t="t" r="r" b="b"/>
              <a:pathLst>
                <a:path w="78017" h="42621">
                  <a:moveTo>
                    <a:pt x="78017" y="42621"/>
                  </a:moveTo>
                  <a:lnTo>
                    <a:pt x="0" y="0"/>
                  </a:lnTo>
                </a:path>
              </a:pathLst>
            </a:custGeom>
            <a:ln w="12700">
              <a:solidFill>
                <a:srgbClr val="070154"/>
              </a:solidFill>
              <a:prstDash val="solid"/>
            </a:ln>
          </p:spPr>
        </p:sp>
        <p:sp>
          <p:nvSpPr>
            <p:cNvPr id="38" name="node10.head-start.0"/>
            <p:cNvSpPr/>
            <p:nvPr/>
          </p:nvSpPr>
          <p:spPr>
            <a:xfrm>
              <a:off x="7353300" y="3272079"/>
              <a:ext cx="78017" cy="42621"/>
            </a:xfrm>
            <a:custGeom>
              <a:avLst/>
              <a:gdLst/>
              <a:ahLst/>
              <a:cxnLst/>
              <a:rect l="l" t="t" r="r" b="b"/>
              <a:pathLst>
                <a:path w="78017" h="42621">
                  <a:moveTo>
                    <a:pt x="0" y="42621"/>
                  </a:moveTo>
                  <a:lnTo>
                    <a:pt x="78017" y="0"/>
                  </a:lnTo>
                </a:path>
              </a:pathLst>
            </a:custGeom>
            <a:ln w="12700">
              <a:solidFill>
                <a:srgbClr val="070154"/>
              </a:solidFill>
              <a:prstDash val="solid"/>
            </a:ln>
          </p:spPr>
        </p:sp>
        <p:sp>
          <p:nvSpPr>
            <p:cNvPr id="39" name="node10.head-start.1"/>
            <p:cNvSpPr/>
            <p:nvPr/>
          </p:nvSpPr>
          <p:spPr>
            <a:xfrm>
              <a:off x="7353300" y="3314700"/>
              <a:ext cx="78017" cy="42621"/>
            </a:xfrm>
            <a:custGeom>
              <a:avLst/>
              <a:gdLst/>
              <a:ahLst/>
              <a:cxnLst/>
              <a:rect l="l" t="t" r="r" b="b"/>
              <a:pathLst>
                <a:path w="78017" h="42621">
                  <a:moveTo>
                    <a:pt x="0" y="0"/>
                  </a:moveTo>
                  <a:lnTo>
                    <a:pt x="78017" y="42621"/>
                  </a:lnTo>
                </a:path>
              </a:pathLst>
            </a:custGeom>
            <a:ln w="12700">
              <a:solidFill>
                <a:srgbClr val="070154"/>
              </a:solidFill>
              <a:prstDash val="solid"/>
            </a:ln>
          </p:spPr>
        </p:sp>
      </p:grpSp>
      <p:grpSp>
        <p:nvGrpSpPr>
          <p:cNvPr id="69" name="node11"/>
          <p:cNvGrpSpPr/>
          <p:nvPr/>
        </p:nvGrpSpPr>
        <p:grpSpPr>
          <a:xfrm>
            <a:off x="7353300" y="4186479"/>
            <a:ext cx="914400" cy="85242"/>
            <a:chOff x="7353300" y="4186479"/>
            <a:chExt cx="914400" cy="85242"/>
          </a:xfrm>
        </p:grpSpPr>
        <p:sp>
          <p:nvSpPr>
            <p:cNvPr id="40" name="node11.segment-1"/>
            <p:cNvSpPr/>
            <p:nvPr/>
          </p:nvSpPr>
          <p:spPr>
            <a:xfrm>
              <a:off x="7353300" y="4229100"/>
              <a:ext cx="914400" cy="0"/>
            </a:xfrm>
            <a:custGeom>
              <a:avLst/>
              <a:gdLst/>
              <a:ahLst/>
              <a:cxnLst/>
              <a:rect l="l" t="t" r="r" b="b"/>
              <a:pathLst>
                <a:path w="914400">
                  <a:moveTo>
                    <a:pt x="0" y="0"/>
                  </a:moveTo>
                  <a:lnTo>
                    <a:pt x="914400" y="0"/>
                  </a:lnTo>
                </a:path>
              </a:pathLst>
            </a:custGeom>
            <a:ln w="12700">
              <a:solidFill>
                <a:srgbClr val="070154"/>
              </a:solidFill>
              <a:prstDash val="solid"/>
            </a:ln>
          </p:spPr>
        </p:sp>
        <p:sp>
          <p:nvSpPr>
            <p:cNvPr id="41" name="node11.head-end.0"/>
            <p:cNvSpPr/>
            <p:nvPr/>
          </p:nvSpPr>
          <p:spPr>
            <a:xfrm>
              <a:off x="8189683" y="4229100"/>
              <a:ext cx="78017" cy="42621"/>
            </a:xfrm>
            <a:custGeom>
              <a:avLst/>
              <a:gdLst/>
              <a:ahLst/>
              <a:cxnLst/>
              <a:rect l="l" t="t" r="r" b="b"/>
              <a:pathLst>
                <a:path w="78017" h="42621">
                  <a:moveTo>
                    <a:pt x="78017" y="0"/>
                  </a:moveTo>
                  <a:lnTo>
                    <a:pt x="0" y="42621"/>
                  </a:lnTo>
                </a:path>
              </a:pathLst>
            </a:custGeom>
            <a:ln w="12700">
              <a:solidFill>
                <a:srgbClr val="070154"/>
              </a:solidFill>
              <a:prstDash val="solid"/>
            </a:ln>
          </p:spPr>
        </p:sp>
        <p:sp>
          <p:nvSpPr>
            <p:cNvPr id="42" name="node11.head-end.1"/>
            <p:cNvSpPr/>
            <p:nvPr/>
          </p:nvSpPr>
          <p:spPr>
            <a:xfrm>
              <a:off x="8189683" y="4186479"/>
              <a:ext cx="78017" cy="42621"/>
            </a:xfrm>
            <a:custGeom>
              <a:avLst/>
              <a:gdLst/>
              <a:ahLst/>
              <a:cxnLst/>
              <a:rect l="l" t="t" r="r" b="b"/>
              <a:pathLst>
                <a:path w="78017" h="42621">
                  <a:moveTo>
                    <a:pt x="78017" y="42621"/>
                  </a:moveTo>
                  <a:lnTo>
                    <a:pt x="0" y="0"/>
                  </a:lnTo>
                </a:path>
              </a:pathLst>
            </a:custGeom>
            <a:ln w="12700">
              <a:solidFill>
                <a:srgbClr val="070154"/>
              </a:solidFill>
              <a:prstDash val="solid"/>
            </a:ln>
          </p:spPr>
        </p:sp>
      </p:grpSp>
      <p:grpSp>
        <p:nvGrpSpPr>
          <p:cNvPr id="70" name="node12"/>
          <p:cNvGrpSpPr/>
          <p:nvPr/>
        </p:nvGrpSpPr>
        <p:grpSpPr>
          <a:xfrm>
            <a:off x="8267700" y="1828800"/>
            <a:ext cx="3200400" cy="1828800"/>
            <a:chOff x="8267700" y="1828800"/>
            <a:chExt cx="3200400" cy="1828800"/>
          </a:xfrm>
        </p:grpSpPr>
        <p:sp>
          <p:nvSpPr>
            <p:cNvPr id="43" name="node12.surface"/>
            <p:cNvSpPr/>
            <p:nvPr/>
          </p:nvSpPr>
          <p:spPr>
            <a:xfrm>
              <a:off x="8267700" y="1828800"/>
              <a:ext cx="3200400" cy="1828800"/>
            </a:xfrm>
            <a:prstGeom prst="rect">
              <a:avLst/>
            </a:prstGeom>
            <a:solidFill>
              <a:srgbClr val="E8EEF8"/>
            </a:solidFill>
            <a:ln>
              <a:noFill/>
            </a:ln>
          </p:spPr>
        </p:sp>
        <p:sp>
          <p:nvSpPr>
            <p:cNvPr id="44" name="node12.label"/>
            <p:cNvSpPr/>
            <p:nvPr/>
          </p:nvSpPr>
          <p:spPr>
            <a:xfrm>
              <a:off x="8420100" y="1943100"/>
              <a:ext cx="28956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Partner integrations</a:t>
              </a:r>
              <a:endParaRPr lang="en-US" sz="1800" spc="-18" kern="0" b="0" i="0" dirty="0">
                <a:solidFill>
                  <a:srgbClr val="070154"/>
                </a:solidFill>
                <a:latin typeface="IBM Plex Sans SemiBold"/>
                <a:ea typeface="IBM Plex Sans SemiBold"/>
                <a:cs typeface="IBM Plex Sans SemiBold"/>
              </a:endParaRPr>
            </a:p>
          </p:txBody>
        </p:sp>
      </p:grpSp>
      <p:grpSp>
        <p:nvGrpSpPr>
          <p:cNvPr id="71" name="node13"/>
          <p:cNvGrpSpPr/>
          <p:nvPr/>
        </p:nvGrpSpPr>
        <p:grpSpPr>
          <a:xfrm>
            <a:off x="8496300" y="2286000"/>
            <a:ext cx="1257300" cy="457200"/>
            <a:chOff x="8496300" y="2286000"/>
            <a:chExt cx="1257300" cy="457200"/>
          </a:xfrm>
        </p:grpSpPr>
        <p:sp>
          <p:nvSpPr>
            <p:cNvPr id="45" name="node13.surface"/>
            <p:cNvSpPr/>
            <p:nvPr/>
          </p:nvSpPr>
          <p:spPr>
            <a:xfrm>
              <a:off x="8502650" y="2292350"/>
              <a:ext cx="1244600" cy="444500"/>
            </a:xfrm>
            <a:prstGeom prst="rect">
              <a:avLst/>
            </a:prstGeom>
            <a:solidFill>
              <a:srgbClr val="FFFFFF"/>
            </a:solidFill>
            <a:ln w="12700">
              <a:solidFill>
                <a:srgbClr val="CED7E6"/>
              </a:solidFill>
              <a:prstDash val="solid"/>
            </a:ln>
          </p:spPr>
        </p:sp>
        <p:sp>
          <p:nvSpPr>
            <p:cNvPr id="46" name="node13.text"/>
            <p:cNvSpPr/>
            <p:nvPr/>
          </p:nvSpPr>
          <p:spPr>
            <a:xfrm>
              <a:off x="8648700" y="2400300"/>
              <a:ext cx="9525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Claims API</a:t>
              </a:r>
              <a:endParaRPr lang="en-US" sz="1200" spc="0" kern="0" b="0" i="0" dirty="0">
                <a:solidFill>
                  <a:srgbClr val="070154"/>
                </a:solidFill>
                <a:latin typeface="IBM Plex Sans"/>
                <a:ea typeface="IBM Plex Sans"/>
                <a:cs typeface="IBM Plex Sans"/>
              </a:endParaRPr>
            </a:p>
          </p:txBody>
        </p:sp>
      </p:grpSp>
      <p:grpSp>
        <p:nvGrpSpPr>
          <p:cNvPr id="72" name="node14"/>
          <p:cNvGrpSpPr/>
          <p:nvPr/>
        </p:nvGrpSpPr>
        <p:grpSpPr>
          <a:xfrm>
            <a:off x="9867900" y="2286000"/>
            <a:ext cx="1371600" cy="457200"/>
            <a:chOff x="9867900" y="2286000"/>
            <a:chExt cx="1371600" cy="457200"/>
          </a:xfrm>
        </p:grpSpPr>
        <p:sp>
          <p:nvSpPr>
            <p:cNvPr id="47" name="node14.surface"/>
            <p:cNvSpPr/>
            <p:nvPr/>
          </p:nvSpPr>
          <p:spPr>
            <a:xfrm>
              <a:off x="9874250" y="2292350"/>
              <a:ext cx="1358900" cy="444500"/>
            </a:xfrm>
            <a:prstGeom prst="rect">
              <a:avLst/>
            </a:prstGeom>
            <a:solidFill>
              <a:srgbClr val="FFFFFF"/>
            </a:solidFill>
            <a:ln w="12700">
              <a:solidFill>
                <a:srgbClr val="CED7E6"/>
              </a:solidFill>
              <a:prstDash val="solid"/>
            </a:ln>
          </p:spPr>
        </p:sp>
        <p:sp>
          <p:nvSpPr>
            <p:cNvPr id="48" name="node14.text"/>
            <p:cNvSpPr/>
            <p:nvPr/>
          </p:nvSpPr>
          <p:spPr>
            <a:xfrm>
              <a:off x="10020300" y="2286000"/>
              <a:ext cx="1066800" cy="4572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Payments gateway</a:t>
              </a:r>
              <a:endParaRPr lang="en-US" sz="1200" spc="0" kern="0" b="0" i="0" dirty="0">
                <a:solidFill>
                  <a:srgbClr val="070154"/>
                </a:solidFill>
                <a:latin typeface="IBM Plex Sans"/>
                <a:ea typeface="IBM Plex Sans"/>
                <a:cs typeface="IBM Plex Sans"/>
              </a:endParaRPr>
            </a:p>
          </p:txBody>
        </p:sp>
      </p:grpSp>
      <p:grpSp>
        <p:nvGrpSpPr>
          <p:cNvPr id="73" name="node15"/>
          <p:cNvGrpSpPr/>
          <p:nvPr/>
        </p:nvGrpSpPr>
        <p:grpSpPr>
          <a:xfrm>
            <a:off x="8496300" y="2971800"/>
            <a:ext cx="2743200" cy="457200"/>
            <a:chOff x="8496300" y="2971800"/>
            <a:chExt cx="2743200" cy="457200"/>
          </a:xfrm>
        </p:grpSpPr>
        <p:sp>
          <p:nvSpPr>
            <p:cNvPr id="49" name="node15.surface"/>
            <p:cNvSpPr/>
            <p:nvPr/>
          </p:nvSpPr>
          <p:spPr>
            <a:xfrm>
              <a:off x="8502650" y="2978150"/>
              <a:ext cx="2730500" cy="444500"/>
            </a:xfrm>
            <a:prstGeom prst="rect">
              <a:avLst/>
            </a:prstGeom>
            <a:solidFill>
              <a:srgbClr val="FFFFFF"/>
            </a:solidFill>
            <a:ln w="12700">
              <a:solidFill>
                <a:srgbClr val="CED7E6"/>
              </a:solidFill>
              <a:prstDash val="solid"/>
            </a:ln>
          </p:spPr>
        </p:sp>
        <p:sp>
          <p:nvSpPr>
            <p:cNvPr id="50" name="node15.text"/>
            <p:cNvSpPr/>
            <p:nvPr/>
          </p:nvSpPr>
          <p:spPr>
            <a:xfrm>
              <a:off x="8648700" y="3086100"/>
              <a:ext cx="24384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Bank feeds</a:t>
              </a:r>
              <a:endParaRPr lang="en-US" sz="1200" spc="0" kern="0" b="0" i="0" dirty="0">
                <a:solidFill>
                  <a:srgbClr val="070154"/>
                </a:solidFill>
                <a:latin typeface="IBM Plex Sans"/>
                <a:ea typeface="IBM Plex Sans"/>
                <a:cs typeface="IBM Plex Sans"/>
              </a:endParaRPr>
            </a:p>
          </p:txBody>
        </p:sp>
      </p:grpSp>
      <p:grpSp>
        <p:nvGrpSpPr>
          <p:cNvPr id="74" name="node16"/>
          <p:cNvGrpSpPr/>
          <p:nvPr/>
        </p:nvGrpSpPr>
        <p:grpSpPr>
          <a:xfrm>
            <a:off x="8267700" y="3886200"/>
            <a:ext cx="3200400" cy="1828800"/>
            <a:chOff x="8267700" y="3886200"/>
            <a:chExt cx="3200400" cy="1828800"/>
          </a:xfrm>
        </p:grpSpPr>
        <p:sp>
          <p:nvSpPr>
            <p:cNvPr id="51" name="node16.surface"/>
            <p:cNvSpPr/>
            <p:nvPr/>
          </p:nvSpPr>
          <p:spPr>
            <a:xfrm>
              <a:off x="8267700" y="3886200"/>
              <a:ext cx="3200400" cy="1828800"/>
            </a:xfrm>
            <a:prstGeom prst="rect">
              <a:avLst/>
            </a:prstGeom>
            <a:solidFill>
              <a:srgbClr val="E8EEF8"/>
            </a:solidFill>
            <a:ln>
              <a:noFill/>
            </a:ln>
          </p:spPr>
        </p:sp>
        <p:sp>
          <p:nvSpPr>
            <p:cNvPr id="52" name="node16.label"/>
            <p:cNvSpPr/>
            <p:nvPr/>
          </p:nvSpPr>
          <p:spPr>
            <a:xfrm>
              <a:off x="8420100" y="4000500"/>
              <a:ext cx="28956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On-premises data</a:t>
              </a:r>
              <a:endParaRPr lang="en-US" sz="1800" spc="-18" kern="0" b="0" i="0" dirty="0">
                <a:solidFill>
                  <a:srgbClr val="070154"/>
                </a:solidFill>
                <a:latin typeface="IBM Plex Sans SemiBold"/>
                <a:ea typeface="IBM Plex Sans SemiBold"/>
                <a:cs typeface="IBM Plex Sans SemiBold"/>
              </a:endParaRPr>
            </a:p>
          </p:txBody>
        </p:sp>
      </p:grpSp>
      <p:grpSp>
        <p:nvGrpSpPr>
          <p:cNvPr id="75" name="node17"/>
          <p:cNvGrpSpPr/>
          <p:nvPr/>
        </p:nvGrpSpPr>
        <p:grpSpPr>
          <a:xfrm>
            <a:off x="8496300" y="4343400"/>
            <a:ext cx="1257300" cy="457200"/>
            <a:chOff x="8496300" y="4343400"/>
            <a:chExt cx="1257300" cy="457200"/>
          </a:xfrm>
        </p:grpSpPr>
        <p:sp>
          <p:nvSpPr>
            <p:cNvPr id="53" name="node17.surface"/>
            <p:cNvSpPr/>
            <p:nvPr/>
          </p:nvSpPr>
          <p:spPr>
            <a:xfrm>
              <a:off x="8502650" y="4349750"/>
              <a:ext cx="1244600" cy="444500"/>
            </a:xfrm>
            <a:prstGeom prst="rect">
              <a:avLst/>
            </a:prstGeom>
            <a:solidFill>
              <a:srgbClr val="FFFFFF"/>
            </a:solidFill>
            <a:ln w="12700">
              <a:solidFill>
                <a:srgbClr val="CED7E6"/>
              </a:solidFill>
              <a:prstDash val="solid"/>
            </a:ln>
          </p:spPr>
        </p:sp>
        <p:sp>
          <p:nvSpPr>
            <p:cNvPr id="54" name="node17.text"/>
            <p:cNvSpPr/>
            <p:nvPr/>
          </p:nvSpPr>
          <p:spPr>
            <a:xfrm>
              <a:off x="8648700" y="4343400"/>
              <a:ext cx="952500" cy="4572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Document store</a:t>
              </a:r>
              <a:endParaRPr lang="en-US" sz="1200" spc="0" kern="0" b="0" i="0" dirty="0">
                <a:solidFill>
                  <a:srgbClr val="070154"/>
                </a:solidFill>
                <a:latin typeface="IBM Plex Sans"/>
                <a:ea typeface="IBM Plex Sans"/>
                <a:cs typeface="IBM Plex Sans"/>
              </a:endParaRPr>
            </a:p>
          </p:txBody>
        </p:sp>
      </p:grpSp>
      <p:grpSp>
        <p:nvGrpSpPr>
          <p:cNvPr id="76" name="node18"/>
          <p:cNvGrpSpPr/>
          <p:nvPr/>
        </p:nvGrpSpPr>
        <p:grpSpPr>
          <a:xfrm>
            <a:off x="9867900" y="4343400"/>
            <a:ext cx="1371600" cy="457200"/>
            <a:chOff x="9867900" y="4343400"/>
            <a:chExt cx="1371600" cy="457200"/>
          </a:xfrm>
        </p:grpSpPr>
        <p:sp>
          <p:nvSpPr>
            <p:cNvPr id="55" name="node18.surface"/>
            <p:cNvSpPr/>
            <p:nvPr/>
          </p:nvSpPr>
          <p:spPr>
            <a:xfrm>
              <a:off x="9874250" y="4349750"/>
              <a:ext cx="1358900" cy="444500"/>
            </a:xfrm>
            <a:prstGeom prst="rect">
              <a:avLst/>
            </a:prstGeom>
            <a:solidFill>
              <a:srgbClr val="FFFFFF"/>
            </a:solidFill>
            <a:ln w="12700">
              <a:solidFill>
                <a:srgbClr val="CED7E6"/>
              </a:solidFill>
              <a:prstDash val="solid"/>
            </a:ln>
          </p:spPr>
        </p:sp>
        <p:sp>
          <p:nvSpPr>
            <p:cNvPr id="56" name="node18.text"/>
            <p:cNvSpPr/>
            <p:nvPr/>
          </p:nvSpPr>
          <p:spPr>
            <a:xfrm>
              <a:off x="10020300" y="4343400"/>
              <a:ext cx="1066800" cy="4572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Imaging archive</a:t>
              </a:r>
              <a:endParaRPr lang="en-US" sz="1200" spc="0" kern="0" b="0" i="0" dirty="0">
                <a:solidFill>
                  <a:srgbClr val="070154"/>
                </a:solidFill>
                <a:latin typeface="IBM Plex Sans"/>
                <a:ea typeface="IBM Plex Sans"/>
                <a:cs typeface="IBM Plex Sans"/>
              </a:endParaRPr>
            </a:p>
          </p:txBody>
        </p:sp>
      </p:grpSp>
      <p:grpSp>
        <p:nvGrpSpPr>
          <p:cNvPr id="77" name="node19"/>
          <p:cNvGrpSpPr/>
          <p:nvPr/>
        </p:nvGrpSpPr>
        <p:grpSpPr>
          <a:xfrm>
            <a:off x="8496300" y="5029200"/>
            <a:ext cx="2743200" cy="457200"/>
            <a:chOff x="8496300" y="5029200"/>
            <a:chExt cx="2743200" cy="457200"/>
          </a:xfrm>
        </p:grpSpPr>
        <p:sp>
          <p:nvSpPr>
            <p:cNvPr id="57" name="node19.surface"/>
            <p:cNvSpPr/>
            <p:nvPr/>
          </p:nvSpPr>
          <p:spPr>
            <a:xfrm>
              <a:off x="8502650" y="5035550"/>
              <a:ext cx="2730500" cy="444500"/>
            </a:xfrm>
            <a:prstGeom prst="rect">
              <a:avLst/>
            </a:prstGeom>
            <a:solidFill>
              <a:srgbClr val="FFFFFF"/>
            </a:solidFill>
            <a:ln w="12700">
              <a:solidFill>
                <a:srgbClr val="CED7E6"/>
              </a:solidFill>
              <a:prstDash val="solid"/>
            </a:ln>
          </p:spPr>
        </p:sp>
        <p:sp>
          <p:nvSpPr>
            <p:cNvPr id="58" name="node19.text"/>
            <p:cNvSpPr/>
            <p:nvPr/>
          </p:nvSpPr>
          <p:spPr>
            <a:xfrm>
              <a:off x="8648700" y="5143500"/>
              <a:ext cx="24384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Legacy file shares</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ource-039">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SOLUTION ARCHITECTURE</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One layered platform replaces the old close tools</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West Monroe reference architecture.</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8</a:t>
            </a:fld>
            <a:endParaRPr lang="en-US" sz="700" spc="0" kern="0" b="0" i="0" dirty="0">
              <a:solidFill>
                <a:srgbClr val="070154"/>
              </a:solidFill>
              <a:latin typeface="IBM Plex Mono SemiBold"/>
              <a:ea typeface="IBM Plex Mono SemiBold"/>
              <a:cs typeface="IBM Plex Mono SemiBold"/>
            </a:endParaRPr>
          </a:p>
        </p:txBody>
      </p:sp>
      <p:grpSp>
        <p:nvGrpSpPr>
          <p:cNvPr id="44" name="node01"/>
          <p:cNvGrpSpPr/>
          <p:nvPr/>
        </p:nvGrpSpPr>
        <p:grpSpPr>
          <a:xfrm>
            <a:off x="723900" y="1600200"/>
            <a:ext cx="10744200" cy="4114800"/>
            <a:chOff x="723900" y="1600200"/>
            <a:chExt cx="10744200" cy="4114800"/>
          </a:xfrm>
        </p:grpSpPr>
        <p:sp>
          <p:nvSpPr>
            <p:cNvPr id="7" name="node01.surface"/>
            <p:cNvSpPr/>
            <p:nvPr/>
          </p:nvSpPr>
          <p:spPr>
            <a:xfrm>
              <a:off x="723900" y="1600200"/>
              <a:ext cx="10744200" cy="4114800"/>
            </a:xfrm>
            <a:prstGeom prst="rect">
              <a:avLst/>
            </a:prstGeom>
            <a:ln w="12700">
              <a:solidFill>
                <a:srgbClr val="070154"/>
              </a:solidFill>
              <a:prstDash val="solid"/>
            </a:ln>
          </p:spPr>
        </p:sp>
        <p:sp>
          <p:nvSpPr>
            <p:cNvPr id="8" name="node01.tab"/>
            <p:cNvSpPr/>
            <p:nvPr/>
          </p:nvSpPr>
          <p:spPr>
            <a:xfrm>
              <a:off x="723900" y="1600200"/>
              <a:ext cx="1229494" cy="228600"/>
            </a:xfrm>
            <a:prstGeom prst="rect">
              <a:avLst/>
            </a:prstGeom>
            <a:solidFill>
              <a:srgbClr val="070154"/>
            </a:solidFill>
            <a:ln>
              <a:noFill/>
            </a:ln>
          </p:spPr>
        </p:sp>
        <p:sp>
          <p:nvSpPr>
            <p:cNvPr id="9" name="node01.label"/>
            <p:cNvSpPr/>
            <p:nvPr/>
          </p:nvSpPr>
          <p:spPr>
            <a:xfrm>
              <a:off x="800100" y="1628775"/>
              <a:ext cx="1077094" cy="17145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FFFFF"/>
                  </a:solidFill>
                  <a:latin typeface="IBM Plex Mono SemiBold"/>
                  <a:ea typeface="IBM Plex Mono SemiBold"/>
                  <a:cs typeface="IBM Plex Mono SemiBold"/>
                </a:rPr>
                <a:t>CLOSE PLATFORM</a:t>
              </a:r>
              <a:endParaRPr lang="en-US" sz="900" spc="54" kern="0" b="0" i="0" dirty="0">
                <a:solidFill>
                  <a:srgbClr val="FFFFFF"/>
                </a:solidFill>
                <a:latin typeface="IBM Plex Mono SemiBold"/>
                <a:ea typeface="IBM Plex Mono SemiBold"/>
                <a:cs typeface="IBM Plex Mono SemiBold"/>
              </a:endParaRPr>
            </a:p>
          </p:txBody>
        </p:sp>
      </p:grpSp>
      <p:grpSp>
        <p:nvGrpSpPr>
          <p:cNvPr id="45" name="node02"/>
          <p:cNvGrpSpPr/>
          <p:nvPr/>
        </p:nvGrpSpPr>
        <p:grpSpPr>
          <a:xfrm>
            <a:off x="952500" y="2057400"/>
            <a:ext cx="2286000" cy="1181100"/>
            <a:chOff x="952500" y="2057400"/>
            <a:chExt cx="2286000" cy="1181100"/>
          </a:xfrm>
        </p:grpSpPr>
        <p:sp>
          <p:nvSpPr>
            <p:cNvPr id="10" name="node02.title"/>
            <p:cNvSpPr/>
            <p:nvPr/>
          </p:nvSpPr>
          <p:spPr>
            <a:xfrm>
              <a:off x="952500" y="2057400"/>
              <a:ext cx="22860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Build once</a:t>
              </a:r>
              <a:endParaRPr lang="en-US" sz="1800" spc="-18" kern="0" b="0" i="0" dirty="0">
                <a:solidFill>
                  <a:srgbClr val="070154"/>
                </a:solidFill>
                <a:latin typeface="IBM Plex Sans SemiBold"/>
                <a:ea typeface="IBM Plex Sans SemiBold"/>
                <a:cs typeface="IBM Plex Sans SemiBold"/>
              </a:endParaRPr>
            </a:p>
          </p:txBody>
        </p:sp>
        <p:sp>
          <p:nvSpPr>
            <p:cNvPr id="11" name="node02.body"/>
            <p:cNvSpPr/>
            <p:nvPr/>
          </p:nvSpPr>
          <p:spPr>
            <a:xfrm>
              <a:off x="952500" y="2438400"/>
              <a:ext cx="2286000" cy="8001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Each layer serves every close process, so one moves without a rebuild.</a:t>
              </a:r>
              <a:endParaRPr lang="en-US" sz="1400" spc="0" kern="0" b="0" i="0" dirty="0">
                <a:solidFill>
                  <a:srgbClr val="50658E"/>
                </a:solidFill>
                <a:latin typeface="IBM Plex Sans"/>
                <a:ea typeface="IBM Plex Sans"/>
                <a:cs typeface="IBM Plex Sans"/>
              </a:endParaRPr>
            </a:p>
          </p:txBody>
        </p:sp>
      </p:grpSp>
      <p:grpSp>
        <p:nvGrpSpPr>
          <p:cNvPr id="47" name="node03"/>
          <p:cNvGrpSpPr/>
          <p:nvPr/>
        </p:nvGrpSpPr>
        <p:grpSpPr>
          <a:xfrm>
            <a:off x="3467100" y="2057400"/>
            <a:ext cx="5715000" cy="685800"/>
            <a:chOff x="3467100" y="2057400"/>
            <a:chExt cx="5715000" cy="685800"/>
          </a:xfrm>
        </p:grpSpPr>
        <p:sp>
          <p:nvSpPr>
            <p:cNvPr id="12" name="node03.surface"/>
            <p:cNvSpPr/>
            <p:nvPr/>
          </p:nvSpPr>
          <p:spPr>
            <a:xfrm>
              <a:off x="3467100" y="2057400"/>
              <a:ext cx="5715000" cy="685800"/>
            </a:xfrm>
            <a:prstGeom prst="rect">
              <a:avLst/>
            </a:prstGeom>
            <a:solidFill>
              <a:srgbClr val="070154"/>
            </a:solidFill>
            <a:ln>
              <a:noFill/>
            </a:ln>
          </p:spPr>
        </p:sp>
        <p:grpSp>
          <p:nvGrpSpPr>
            <p:cNvPr id="46" name="node03.icon"/>
            <p:cNvGrpSpPr/>
            <p:nvPr/>
          </p:nvGrpSpPr>
          <p:grpSpPr>
            <a:xfrm>
              <a:off x="3619500" y="2247900"/>
              <a:ext cx="304800" cy="304800"/>
              <a:chOff x="3619500" y="2247900"/>
              <a:chExt cx="304800" cy="304800"/>
            </a:xfrm>
          </p:grpSpPr>
          <p:pic>
            <p:nvPicPr>
              <p:cNvPr id="13" name="node03.icon.image" descr="icon/browser-gear/white; canonical SHA256=204c2297bf20275fbc91643edfe2ec33f14de822813083bf1df75726730a0402">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619500" y="2247900"/>
                <a:ext cx="304800" cy="304800"/>
              </a:xfrm>
              <a:prstGeom prst="rect">
                <a:avLst/>
              </a:prstGeom>
            </p:spPr>
          </p:pic>
        </p:grpSp>
        <p:sp>
          <p:nvSpPr>
            <p:cNvPr id="14" name="node03.text"/>
            <p:cNvSpPr/>
            <p:nvPr/>
          </p:nvSpPr>
          <p:spPr>
            <a:xfrm>
              <a:off x="4076700" y="2152650"/>
              <a:ext cx="49530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FFFFFF"/>
                  </a:solidFill>
                  <a:latin typeface="IBM Plex Sans SemiBold"/>
                  <a:ea typeface="IBM Plex Sans SemiBold"/>
                  <a:cs typeface="IBM Plex Sans SemiBold"/>
                </a:rPr>
                <a:t>Experience</a:t>
              </a:r>
              <a:endParaRPr lang="en-US" sz="1400" spc="0" kern="0" b="0" i="0" dirty="0">
                <a:solidFill>
                  <a:srgbClr val="FFFFFF"/>
                </a:solidFill>
                <a:latin typeface="IBM Plex Sans SemiBold"/>
                <a:ea typeface="IBM Plex Sans SemiBold"/>
                <a:cs typeface="IBM Plex Sans SemiBold"/>
              </a:endParaRPr>
            </a:p>
          </p:txBody>
        </p:sp>
        <p:sp>
          <p:nvSpPr>
            <p:cNvPr id="15" name="node03.sub"/>
            <p:cNvSpPr/>
            <p:nvPr/>
          </p:nvSpPr>
          <p:spPr>
            <a:xfrm>
              <a:off x="4076700" y="2419350"/>
              <a:ext cx="4953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CED7E6"/>
                  </a:solidFill>
                  <a:latin typeface="IBM Plex Sans"/>
                  <a:ea typeface="IBM Plex Sans"/>
                  <a:cs typeface="IBM Plex Sans"/>
                </a:rPr>
                <a:t>Close cockpit and mobile approvals</a:t>
              </a:r>
              <a:endParaRPr lang="en-US" sz="1200" spc="0" kern="0" b="0" i="0" dirty="0">
                <a:solidFill>
                  <a:srgbClr val="CED7E6"/>
                </a:solidFill>
                <a:latin typeface="IBM Plex Sans"/>
                <a:ea typeface="IBM Plex Sans"/>
                <a:cs typeface="IBM Plex Sans"/>
              </a:endParaRPr>
            </a:p>
          </p:txBody>
        </p:sp>
      </p:grpSp>
      <p:grpSp>
        <p:nvGrpSpPr>
          <p:cNvPr id="49" name="node04"/>
          <p:cNvGrpSpPr/>
          <p:nvPr/>
        </p:nvGrpSpPr>
        <p:grpSpPr>
          <a:xfrm>
            <a:off x="3467100" y="2743200"/>
            <a:ext cx="5715000" cy="685800"/>
            <a:chOff x="3467100" y="2743200"/>
            <a:chExt cx="5715000" cy="685800"/>
          </a:xfrm>
        </p:grpSpPr>
        <p:sp>
          <p:nvSpPr>
            <p:cNvPr id="16" name="node04.surface"/>
            <p:cNvSpPr/>
            <p:nvPr/>
          </p:nvSpPr>
          <p:spPr>
            <a:xfrm>
              <a:off x="3467100" y="2743200"/>
              <a:ext cx="5715000" cy="685800"/>
            </a:xfrm>
            <a:prstGeom prst="rect">
              <a:avLst/>
            </a:prstGeom>
            <a:solidFill>
              <a:srgbClr val="CED7E6"/>
            </a:solidFill>
            <a:ln>
              <a:noFill/>
            </a:ln>
          </p:spPr>
        </p:sp>
        <p:grpSp>
          <p:nvGrpSpPr>
            <p:cNvPr id="48" name="node04.icon"/>
            <p:cNvGrpSpPr/>
            <p:nvPr/>
          </p:nvGrpSpPr>
          <p:grpSpPr>
            <a:xfrm>
              <a:off x="3619500" y="2933700"/>
              <a:ext cx="304800" cy="304800"/>
              <a:chOff x="3619500" y="2933700"/>
              <a:chExt cx="304800" cy="304800"/>
            </a:xfrm>
          </p:grpSpPr>
          <p:pic>
            <p:nvPicPr>
              <p:cNvPr id="17" name="node04.icon.image" descr="icon/connection-link/navy; canonical SHA256=a41440298177448468877613a86a5d7bd114b1788732e2b0cacbdeadff0d963e">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619500" y="2933700"/>
                <a:ext cx="304800" cy="304800"/>
              </a:xfrm>
              <a:prstGeom prst="rect">
                <a:avLst/>
              </a:prstGeom>
            </p:spPr>
          </p:pic>
        </p:grpSp>
        <p:sp>
          <p:nvSpPr>
            <p:cNvPr id="18" name="node04.text"/>
            <p:cNvSpPr/>
            <p:nvPr/>
          </p:nvSpPr>
          <p:spPr>
            <a:xfrm>
              <a:off x="4076700" y="2838450"/>
              <a:ext cx="49530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API layer</a:t>
              </a:r>
              <a:endParaRPr lang="en-US" sz="1400" spc="0" kern="0" b="0" i="0" dirty="0">
                <a:solidFill>
                  <a:srgbClr val="070154"/>
                </a:solidFill>
                <a:latin typeface="IBM Plex Sans SemiBold"/>
                <a:ea typeface="IBM Plex Sans SemiBold"/>
                <a:cs typeface="IBM Plex Sans SemiBold"/>
              </a:endParaRPr>
            </a:p>
          </p:txBody>
        </p:sp>
        <p:sp>
          <p:nvSpPr>
            <p:cNvPr id="19" name="node04.sub"/>
            <p:cNvSpPr/>
            <p:nvPr/>
          </p:nvSpPr>
          <p:spPr>
            <a:xfrm>
              <a:off x="4076700" y="3105150"/>
              <a:ext cx="4953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Business rules and posting services</a:t>
              </a:r>
              <a:endParaRPr lang="en-US" sz="1200" spc="0" kern="0" b="0" i="0" dirty="0">
                <a:solidFill>
                  <a:srgbClr val="070154"/>
                </a:solidFill>
                <a:latin typeface="IBM Plex Sans"/>
                <a:ea typeface="IBM Plex Sans"/>
                <a:cs typeface="IBM Plex Sans"/>
              </a:endParaRPr>
            </a:p>
          </p:txBody>
        </p:sp>
      </p:grpSp>
      <p:grpSp>
        <p:nvGrpSpPr>
          <p:cNvPr id="51" name="node05"/>
          <p:cNvGrpSpPr/>
          <p:nvPr/>
        </p:nvGrpSpPr>
        <p:grpSpPr>
          <a:xfrm>
            <a:off x="3467100" y="3429000"/>
            <a:ext cx="5715000" cy="685800"/>
            <a:chOff x="3467100" y="3429000"/>
            <a:chExt cx="5715000" cy="685800"/>
          </a:xfrm>
        </p:grpSpPr>
        <p:sp>
          <p:nvSpPr>
            <p:cNvPr id="20" name="node05.surface"/>
            <p:cNvSpPr/>
            <p:nvPr/>
          </p:nvSpPr>
          <p:spPr>
            <a:xfrm>
              <a:off x="3467100" y="3429000"/>
              <a:ext cx="5715000" cy="685800"/>
            </a:xfrm>
            <a:prstGeom prst="rect">
              <a:avLst/>
            </a:prstGeom>
            <a:solidFill>
              <a:srgbClr val="E8EEF8"/>
            </a:solidFill>
            <a:ln>
              <a:noFill/>
            </a:ln>
          </p:spPr>
        </p:sp>
        <p:grpSp>
          <p:nvGrpSpPr>
            <p:cNvPr id="50" name="node05.icon"/>
            <p:cNvGrpSpPr/>
            <p:nvPr/>
          </p:nvGrpSpPr>
          <p:grpSpPr>
            <a:xfrm>
              <a:off x="3619500" y="3619500"/>
              <a:ext cx="304800" cy="304800"/>
              <a:chOff x="3619500" y="3619500"/>
              <a:chExt cx="304800" cy="304800"/>
            </a:xfrm>
          </p:grpSpPr>
          <p:pic>
            <p:nvPicPr>
              <p:cNvPr id="21" name="node05.icon.image" descr="icon/database-search/navy; canonical SHA256=ce270c75293f81bd712dfc6d2802e98b238d585f0245df17de1542a5def81952">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619500" y="3619500"/>
                <a:ext cx="304800" cy="304800"/>
              </a:xfrm>
              <a:prstGeom prst="rect">
                <a:avLst/>
              </a:prstGeom>
            </p:spPr>
          </p:pic>
        </p:grpSp>
        <p:sp>
          <p:nvSpPr>
            <p:cNvPr id="22" name="node05.text"/>
            <p:cNvSpPr/>
            <p:nvPr/>
          </p:nvSpPr>
          <p:spPr>
            <a:xfrm>
              <a:off x="4076700" y="3524250"/>
              <a:ext cx="49530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Data access</a:t>
              </a:r>
              <a:endParaRPr lang="en-US" sz="1400" spc="0" kern="0" b="0" i="0" dirty="0">
                <a:solidFill>
                  <a:srgbClr val="070154"/>
                </a:solidFill>
                <a:latin typeface="IBM Plex Sans SemiBold"/>
                <a:ea typeface="IBM Plex Sans SemiBold"/>
                <a:cs typeface="IBM Plex Sans SemiBold"/>
              </a:endParaRPr>
            </a:p>
          </p:txBody>
        </p:sp>
        <p:sp>
          <p:nvSpPr>
            <p:cNvPr id="23" name="node05.sub"/>
            <p:cNvSpPr/>
            <p:nvPr/>
          </p:nvSpPr>
          <p:spPr>
            <a:xfrm>
              <a:off x="4076700" y="3790950"/>
              <a:ext cx="4953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One governed path to close data</a:t>
              </a:r>
              <a:endParaRPr lang="en-US" sz="1200" spc="0" kern="0" b="0" i="0" dirty="0">
                <a:solidFill>
                  <a:srgbClr val="50658E"/>
                </a:solidFill>
                <a:latin typeface="IBM Plex Sans"/>
                <a:ea typeface="IBM Plex Sans"/>
                <a:cs typeface="IBM Plex Sans"/>
              </a:endParaRPr>
            </a:p>
          </p:txBody>
        </p:sp>
      </p:grpSp>
      <p:grpSp>
        <p:nvGrpSpPr>
          <p:cNvPr id="53" name="node06"/>
          <p:cNvGrpSpPr/>
          <p:nvPr/>
        </p:nvGrpSpPr>
        <p:grpSpPr>
          <a:xfrm>
            <a:off x="3467100" y="4114800"/>
            <a:ext cx="5715000" cy="685800"/>
            <a:chOff x="3467100" y="4114800"/>
            <a:chExt cx="5715000" cy="685800"/>
          </a:xfrm>
        </p:grpSpPr>
        <p:sp>
          <p:nvSpPr>
            <p:cNvPr id="24" name="node06.surface"/>
            <p:cNvSpPr/>
            <p:nvPr/>
          </p:nvSpPr>
          <p:spPr>
            <a:xfrm>
              <a:off x="3473450" y="4121150"/>
              <a:ext cx="5702300" cy="673100"/>
            </a:xfrm>
            <a:prstGeom prst="rect">
              <a:avLst/>
            </a:prstGeom>
            <a:solidFill>
              <a:srgbClr val="FFFFFF"/>
            </a:solidFill>
            <a:ln w="12700">
              <a:solidFill>
                <a:srgbClr val="CED7E6"/>
              </a:solidFill>
              <a:prstDash val="solid"/>
            </a:ln>
          </p:spPr>
        </p:sp>
        <p:grpSp>
          <p:nvGrpSpPr>
            <p:cNvPr id="52" name="node06.icon"/>
            <p:cNvGrpSpPr/>
            <p:nvPr/>
          </p:nvGrpSpPr>
          <p:grpSpPr>
            <a:xfrm>
              <a:off x="3619500" y="4305300"/>
              <a:ext cx="304800" cy="304800"/>
              <a:chOff x="3619500" y="4305300"/>
              <a:chExt cx="304800" cy="304800"/>
            </a:xfrm>
          </p:grpSpPr>
          <p:pic>
            <p:nvPicPr>
              <p:cNvPr id="25" name="node06.icon.image" descr="icon/server-rack/navy; canonical SHA256=4f89269bbe7d426706dc173ddd6e883cd93f394100e74b2dbf8c87dab9e70fe1">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619500" y="4305300"/>
                <a:ext cx="304800" cy="304800"/>
              </a:xfrm>
              <a:prstGeom prst="rect">
                <a:avLst/>
              </a:prstGeom>
            </p:spPr>
          </p:pic>
        </p:grpSp>
        <p:sp>
          <p:nvSpPr>
            <p:cNvPr id="26" name="node06.text"/>
            <p:cNvSpPr/>
            <p:nvPr/>
          </p:nvSpPr>
          <p:spPr>
            <a:xfrm>
              <a:off x="4076700" y="4210050"/>
              <a:ext cx="49530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Source systems</a:t>
              </a:r>
              <a:endParaRPr lang="en-US" sz="1400" spc="0" kern="0" b="0" i="0" dirty="0">
                <a:solidFill>
                  <a:srgbClr val="070154"/>
                </a:solidFill>
                <a:latin typeface="IBM Plex Sans SemiBold"/>
                <a:ea typeface="IBM Plex Sans SemiBold"/>
                <a:cs typeface="IBM Plex Sans SemiBold"/>
              </a:endParaRPr>
            </a:p>
          </p:txBody>
        </p:sp>
        <p:sp>
          <p:nvSpPr>
            <p:cNvPr id="27" name="node06.sub"/>
            <p:cNvSpPr/>
            <p:nvPr/>
          </p:nvSpPr>
          <p:spPr>
            <a:xfrm>
              <a:off x="4076700" y="4476750"/>
              <a:ext cx="4953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ERP, sub-ledgers and bank feeds</a:t>
              </a:r>
              <a:endParaRPr lang="en-US" sz="1200" spc="0" kern="0" b="0" i="0" dirty="0">
                <a:solidFill>
                  <a:srgbClr val="50658E"/>
                </a:solidFill>
                <a:latin typeface="IBM Plex Sans"/>
                <a:ea typeface="IBM Plex Sans"/>
                <a:cs typeface="IBM Plex Sans"/>
              </a:endParaRPr>
            </a:p>
          </p:txBody>
        </p:sp>
      </p:grpSp>
      <p:grpSp>
        <p:nvGrpSpPr>
          <p:cNvPr id="55" name="node07"/>
          <p:cNvGrpSpPr/>
          <p:nvPr/>
        </p:nvGrpSpPr>
        <p:grpSpPr>
          <a:xfrm>
            <a:off x="9410700" y="2057400"/>
            <a:ext cx="1828800" cy="2743200"/>
            <a:chOff x="9410700" y="2057400"/>
            <a:chExt cx="1828800" cy="2743200"/>
          </a:xfrm>
        </p:grpSpPr>
        <p:sp>
          <p:nvSpPr>
            <p:cNvPr id="28" name="node07.container"/>
            <p:cNvSpPr/>
            <p:nvPr/>
          </p:nvSpPr>
          <p:spPr>
            <a:xfrm>
              <a:off x="9410700" y="2057400"/>
              <a:ext cx="1828800" cy="2743200"/>
            </a:xfrm>
            <a:prstGeom prst="rect">
              <a:avLst/>
            </a:prstGeom>
            <a:solidFill>
              <a:srgbClr val="E8EEF8"/>
            </a:solidFill>
            <a:ln>
              <a:noFill/>
            </a:ln>
          </p:spPr>
        </p:sp>
        <p:sp>
          <p:nvSpPr>
            <p:cNvPr id="29" name="node07.edge"/>
            <p:cNvSpPr/>
            <p:nvPr/>
          </p:nvSpPr>
          <p:spPr>
            <a:xfrm>
              <a:off x="9410700" y="2057400"/>
              <a:ext cx="38100" cy="2743200"/>
            </a:xfrm>
            <a:prstGeom prst="rect">
              <a:avLst/>
            </a:prstGeom>
            <a:solidFill>
              <a:srgbClr val="070154"/>
            </a:solidFill>
            <a:ln>
              <a:noFill/>
            </a:ln>
          </p:spPr>
        </p:sp>
        <p:grpSp>
          <p:nvGrpSpPr>
            <p:cNvPr id="54" name="node07.icon"/>
            <p:cNvGrpSpPr/>
            <p:nvPr/>
          </p:nvGrpSpPr>
          <p:grpSpPr>
            <a:xfrm>
              <a:off x="9563100" y="2171700"/>
              <a:ext cx="381000" cy="381000"/>
              <a:chOff x="9563100" y="2171700"/>
              <a:chExt cx="381000" cy="381000"/>
            </a:xfrm>
          </p:grpSpPr>
          <p:pic>
            <p:nvPicPr>
              <p:cNvPr id="30" name="node07.icon.image" descr="icon/security-shield-gear/navy; canonical SHA256=7c202ecc20ecb0373a6508f8acc8e437235cbc2686af742f60b414ed919bede9">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9563100" y="2171700"/>
                <a:ext cx="381000" cy="381000"/>
              </a:xfrm>
              <a:prstGeom prst="rect">
                <a:avLst/>
              </a:prstGeom>
            </p:spPr>
          </p:pic>
        </p:grpSp>
        <p:sp>
          <p:nvSpPr>
            <p:cNvPr id="31" name="node07.label"/>
            <p:cNvSpPr/>
            <p:nvPr/>
          </p:nvSpPr>
          <p:spPr>
            <a:xfrm>
              <a:off x="9563100" y="2705100"/>
              <a:ext cx="15621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ACROSS LAYERS 1-4</a:t>
              </a:r>
              <a:endParaRPr lang="en-US" sz="900" spc="54" kern="0" b="0" i="0" dirty="0">
                <a:solidFill>
                  <a:srgbClr val="0047FF"/>
                </a:solidFill>
                <a:latin typeface="IBM Plex Mono Medium"/>
                <a:ea typeface="IBM Plex Mono Medium"/>
                <a:cs typeface="IBM Plex Mono Medium"/>
              </a:endParaRPr>
            </a:p>
          </p:txBody>
        </p:sp>
        <p:sp>
          <p:nvSpPr>
            <p:cNvPr id="32" name="node07.title"/>
            <p:cNvSpPr/>
            <p:nvPr/>
          </p:nvSpPr>
          <p:spPr>
            <a:xfrm>
              <a:off x="9563100" y="2895600"/>
              <a:ext cx="1562100" cy="6096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Shared controls</a:t>
              </a:r>
              <a:endParaRPr lang="en-US" sz="1800" spc="-18" kern="0" b="0" i="0" dirty="0">
                <a:solidFill>
                  <a:srgbClr val="070154"/>
                </a:solidFill>
                <a:latin typeface="IBM Plex Sans SemiBold"/>
                <a:ea typeface="IBM Plex Sans SemiBold"/>
                <a:cs typeface="IBM Plex Sans SemiBold"/>
              </a:endParaRPr>
            </a:p>
          </p:txBody>
        </p:sp>
        <p:sp>
          <p:nvSpPr>
            <p:cNvPr id="33" name="node07.body.item-001.bullets.item-001.marker"/>
            <p:cNvSpPr/>
            <p:nvPr/>
          </p:nvSpPr>
          <p:spPr>
            <a:xfrm>
              <a:off x="9563100" y="3708400"/>
              <a:ext cx="38100" cy="38100"/>
            </a:xfrm>
            <a:prstGeom prst="rect">
              <a:avLst/>
            </a:prstGeom>
            <a:solidFill>
              <a:srgbClr val="070154"/>
            </a:solidFill>
            <a:ln>
              <a:noFill/>
            </a:ln>
          </p:spPr>
        </p:sp>
        <p:sp>
          <p:nvSpPr>
            <p:cNvPr id="34" name="node07.body.item-001.bullets.item-001.text"/>
            <p:cNvSpPr/>
            <p:nvPr/>
          </p:nvSpPr>
          <p:spPr>
            <a:xfrm>
              <a:off x="9715500" y="3619500"/>
              <a:ext cx="14097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Security</a:t>
              </a:r>
              <a:endParaRPr lang="en-US" sz="1200" spc="0" kern="0" b="0" i="0" dirty="0">
                <a:solidFill>
                  <a:srgbClr val="070154"/>
                </a:solidFill>
                <a:latin typeface="IBM Plex Sans"/>
                <a:ea typeface="IBM Plex Sans"/>
                <a:cs typeface="IBM Plex Sans"/>
              </a:endParaRPr>
            </a:p>
          </p:txBody>
        </p:sp>
        <p:sp>
          <p:nvSpPr>
            <p:cNvPr id="35" name="node07.body.item-001.bullets.item-002.marker"/>
            <p:cNvSpPr/>
            <p:nvPr/>
          </p:nvSpPr>
          <p:spPr>
            <a:xfrm>
              <a:off x="9563100" y="3975100"/>
              <a:ext cx="38100" cy="38100"/>
            </a:xfrm>
            <a:prstGeom prst="rect">
              <a:avLst/>
            </a:prstGeom>
            <a:solidFill>
              <a:srgbClr val="070154"/>
            </a:solidFill>
            <a:ln>
              <a:noFill/>
            </a:ln>
          </p:spPr>
        </p:sp>
        <p:sp>
          <p:nvSpPr>
            <p:cNvPr id="36" name="node07.body.item-001.bullets.item-002.text"/>
            <p:cNvSpPr/>
            <p:nvPr/>
          </p:nvSpPr>
          <p:spPr>
            <a:xfrm>
              <a:off x="9715500" y="3886200"/>
              <a:ext cx="14097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Governance</a:t>
              </a:r>
              <a:endParaRPr lang="en-US" sz="1200" spc="0" kern="0" b="0" i="0" dirty="0">
                <a:solidFill>
                  <a:srgbClr val="070154"/>
                </a:solidFill>
                <a:latin typeface="IBM Plex Sans"/>
                <a:ea typeface="IBM Plex Sans"/>
                <a:cs typeface="IBM Plex Sans"/>
              </a:endParaRPr>
            </a:p>
          </p:txBody>
        </p:sp>
        <p:sp>
          <p:nvSpPr>
            <p:cNvPr id="37" name="node07.body.item-001.bullets.item-003.marker"/>
            <p:cNvSpPr/>
            <p:nvPr/>
          </p:nvSpPr>
          <p:spPr>
            <a:xfrm>
              <a:off x="9563100" y="4241800"/>
              <a:ext cx="38100" cy="38100"/>
            </a:xfrm>
            <a:prstGeom prst="rect">
              <a:avLst/>
            </a:prstGeom>
            <a:solidFill>
              <a:srgbClr val="070154"/>
            </a:solidFill>
            <a:ln>
              <a:noFill/>
            </a:ln>
          </p:spPr>
        </p:sp>
        <p:sp>
          <p:nvSpPr>
            <p:cNvPr id="38" name="node07.body.item-001.bullets.item-003.text"/>
            <p:cNvSpPr/>
            <p:nvPr/>
          </p:nvSpPr>
          <p:spPr>
            <a:xfrm>
              <a:off x="9715500" y="4152900"/>
              <a:ext cx="14097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Observability</a:t>
              </a:r>
              <a:endParaRPr lang="en-US" sz="1200" spc="0" kern="0" b="0" i="0" dirty="0">
                <a:solidFill>
                  <a:srgbClr val="070154"/>
                </a:solidFill>
                <a:latin typeface="IBM Plex Sans"/>
                <a:ea typeface="IBM Plex Sans"/>
                <a:cs typeface="IBM Plex Sans"/>
              </a:endParaRPr>
            </a:p>
          </p:txBody>
        </p:sp>
        <p:sp>
          <p:nvSpPr>
            <p:cNvPr id="39" name="node07.body.item-001.bullets.item-004.marker"/>
            <p:cNvSpPr/>
            <p:nvPr/>
          </p:nvSpPr>
          <p:spPr>
            <a:xfrm>
              <a:off x="9563100" y="4508500"/>
              <a:ext cx="38100" cy="38100"/>
            </a:xfrm>
            <a:prstGeom prst="rect">
              <a:avLst/>
            </a:prstGeom>
            <a:solidFill>
              <a:srgbClr val="070154"/>
            </a:solidFill>
            <a:ln>
              <a:noFill/>
            </a:ln>
          </p:spPr>
        </p:sp>
        <p:sp>
          <p:nvSpPr>
            <p:cNvPr id="40" name="node07.body.item-001.bullets.item-004.text"/>
            <p:cNvSpPr/>
            <p:nvPr/>
          </p:nvSpPr>
          <p:spPr>
            <a:xfrm>
              <a:off x="9715500" y="4419600"/>
              <a:ext cx="14097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Audit trail</a:t>
              </a:r>
              <a:endParaRPr lang="en-US" sz="1200" spc="0" kern="0" b="0" i="0" dirty="0">
                <a:solidFill>
                  <a:srgbClr val="070154"/>
                </a:solidFill>
                <a:latin typeface="IBM Plex Sans"/>
                <a:ea typeface="IBM Plex Sans"/>
                <a:cs typeface="IBM Plex Sans"/>
              </a:endParaRPr>
            </a:p>
          </p:txBody>
        </p:sp>
      </p:grpSp>
      <p:grpSp>
        <p:nvGrpSpPr>
          <p:cNvPr id="57" name="node08"/>
          <p:cNvGrpSpPr/>
          <p:nvPr/>
        </p:nvGrpSpPr>
        <p:grpSpPr>
          <a:xfrm>
            <a:off x="3467100" y="5029200"/>
            <a:ext cx="7772400" cy="457200"/>
            <a:chOff x="3467100" y="5029200"/>
            <a:chExt cx="7772400" cy="457200"/>
          </a:xfrm>
        </p:grpSpPr>
        <p:sp>
          <p:nvSpPr>
            <p:cNvPr id="41" name="node08.surface"/>
            <p:cNvSpPr/>
            <p:nvPr/>
          </p:nvSpPr>
          <p:spPr>
            <a:xfrm>
              <a:off x="3467100" y="5029200"/>
              <a:ext cx="7772400" cy="457200"/>
            </a:xfrm>
            <a:prstGeom prst="rect">
              <a:avLst/>
            </a:prstGeom>
            <a:solidFill>
              <a:srgbClr val="05013F"/>
            </a:solidFill>
            <a:ln>
              <a:noFill/>
            </a:ln>
          </p:spPr>
        </p:sp>
        <p:grpSp>
          <p:nvGrpSpPr>
            <p:cNvPr id="56" name="node08.icon"/>
            <p:cNvGrpSpPr/>
            <p:nvPr/>
          </p:nvGrpSpPr>
          <p:grpSpPr>
            <a:xfrm>
              <a:off x="3619500" y="5105400"/>
              <a:ext cx="304800" cy="304800"/>
              <a:chOff x="3619500" y="5105400"/>
              <a:chExt cx="304800" cy="304800"/>
            </a:xfrm>
          </p:grpSpPr>
          <p:pic>
            <p:nvPicPr>
              <p:cNvPr id="42" name="node08.icon.image" descr="icon/cloud-check/white; canonical SHA256=1b7997487f78359e3cb5ee6de1cac30af6661a76f3c45c5d282142509572e900">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3619500" y="5105400"/>
                <a:ext cx="304800" cy="304800"/>
              </a:xfrm>
              <a:prstGeom prst="rect">
                <a:avLst/>
              </a:prstGeom>
            </p:spPr>
          </p:pic>
        </p:grpSp>
        <p:sp>
          <p:nvSpPr>
            <p:cNvPr id="43" name="node08.text"/>
            <p:cNvSpPr/>
            <p:nvPr/>
          </p:nvSpPr>
          <p:spPr>
            <a:xfrm>
              <a:off x="4076700" y="5124450"/>
              <a:ext cx="70104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FFFFFF"/>
                  </a:solidFill>
                  <a:latin typeface="IBM Plex Sans SemiBold"/>
                  <a:ea typeface="IBM Plex Sans SemiBold"/>
                  <a:cs typeface="IBM Plex Sans SemiBold"/>
                </a:rPr>
                <a:t>Foundation: cloud landing zone, identity, network and storage</a:t>
              </a:r>
              <a:endParaRPr lang="en-US" sz="1400" spc="0" kern="0" b="0" i="0" dirty="0">
                <a:solidFill>
                  <a:srgbClr val="FFFFFF"/>
                </a:solidFill>
                <a:latin typeface="IBM Plex Sans SemiBold"/>
                <a:ea typeface="IBM Plex Sans SemiBold"/>
                <a:cs typeface="IBM Plex Sans SemiBold"/>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ource-042">
    <p:spTree>
      <p:nvGrpSpPr>
        <p:cNvPr id="1" name=""/>
        <p:cNvGrpSpPr/>
        <p:nvPr/>
      </p:nvGrpSpPr>
      <p:grpSpPr>
        <a:xfrm>
          <a:off x="0" y="0"/>
          <a:ext cx="0" cy="0"/>
          <a:chOff x="0" y="0"/>
          <a:chExt cx="0" cy="0"/>
        </a:xfrm>
      </p:grpSpPr>
      <p:sp>
        <p:nvSpPr>
          <p:cNvPr id="3" name="eyebrow"/>
          <p:cNvSpPr/>
          <p:nvPr/>
        </p:nvSpPr>
        <p:spPr>
          <a:xfrm>
            <a:off x="723900" y="457200"/>
            <a:ext cx="34290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SOLUTION ARCHITECTURE</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3429000" cy="13716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One layered platform replaces the old close tools</a:t>
            </a:r>
            <a:endParaRPr lang="en-US" sz="2400" spc="-36"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34290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West Monroe reference architecture.</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9</a:t>
            </a:fld>
            <a:endParaRPr lang="en-US" sz="700" spc="0" kern="0" b="0" i="0" dirty="0">
              <a:solidFill>
                <a:srgbClr val="070154"/>
              </a:solidFill>
              <a:latin typeface="IBM Plex Mono SemiBold"/>
              <a:ea typeface="IBM Plex Mono SemiBold"/>
              <a:cs typeface="IBM Plex Mono SemiBold"/>
            </a:endParaRPr>
          </a:p>
        </p:txBody>
      </p:sp>
      <p:grpSp>
        <p:nvGrpSpPr>
          <p:cNvPr id="39" name="node01"/>
          <p:cNvGrpSpPr/>
          <p:nvPr/>
        </p:nvGrpSpPr>
        <p:grpSpPr>
          <a:xfrm>
            <a:off x="4381500" y="457200"/>
            <a:ext cx="7086600" cy="5257800"/>
            <a:chOff x="4381500" y="457200"/>
            <a:chExt cx="7086600" cy="5257800"/>
          </a:xfrm>
        </p:grpSpPr>
        <p:sp>
          <p:nvSpPr>
            <p:cNvPr id="7" name="node01.surface"/>
            <p:cNvSpPr/>
            <p:nvPr/>
          </p:nvSpPr>
          <p:spPr>
            <a:xfrm>
              <a:off x="4381500" y="457200"/>
              <a:ext cx="7086600" cy="5257800"/>
            </a:xfrm>
            <a:prstGeom prst="rect">
              <a:avLst/>
            </a:prstGeom>
            <a:ln w="12700">
              <a:solidFill>
                <a:srgbClr val="070154"/>
              </a:solidFill>
              <a:prstDash val="solid"/>
            </a:ln>
          </p:spPr>
        </p:sp>
        <p:sp>
          <p:nvSpPr>
            <p:cNvPr id="8" name="node01.tab"/>
            <p:cNvSpPr/>
            <p:nvPr/>
          </p:nvSpPr>
          <p:spPr>
            <a:xfrm>
              <a:off x="4381500" y="457200"/>
              <a:ext cx="1229494" cy="228600"/>
            </a:xfrm>
            <a:prstGeom prst="rect">
              <a:avLst/>
            </a:prstGeom>
            <a:solidFill>
              <a:srgbClr val="070154"/>
            </a:solidFill>
            <a:ln>
              <a:noFill/>
            </a:ln>
          </p:spPr>
        </p:sp>
        <p:sp>
          <p:nvSpPr>
            <p:cNvPr id="9" name="node01.label"/>
            <p:cNvSpPr/>
            <p:nvPr/>
          </p:nvSpPr>
          <p:spPr>
            <a:xfrm>
              <a:off x="4457700" y="485775"/>
              <a:ext cx="1077094" cy="17145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FFFFF"/>
                  </a:solidFill>
                  <a:latin typeface="IBM Plex Mono SemiBold"/>
                  <a:ea typeface="IBM Plex Mono SemiBold"/>
                  <a:cs typeface="IBM Plex Mono SemiBold"/>
                </a:rPr>
                <a:t>CLOSE PLATFORM</a:t>
              </a:r>
              <a:endParaRPr lang="en-US" sz="900" spc="54" kern="0" b="0" i="0" dirty="0">
                <a:solidFill>
                  <a:srgbClr val="FFFFFF"/>
                </a:solidFill>
                <a:latin typeface="IBM Plex Mono SemiBold"/>
                <a:ea typeface="IBM Plex Mono SemiBold"/>
                <a:cs typeface="IBM Plex Mono SemiBold"/>
              </a:endParaRPr>
            </a:p>
          </p:txBody>
        </p:sp>
      </p:grpSp>
      <p:grpSp>
        <p:nvGrpSpPr>
          <p:cNvPr id="40" name="node02"/>
          <p:cNvGrpSpPr/>
          <p:nvPr/>
        </p:nvGrpSpPr>
        <p:grpSpPr>
          <a:xfrm>
            <a:off x="4610100" y="914400"/>
            <a:ext cx="6629400" cy="914400"/>
            <a:chOff x="4610100" y="914400"/>
            <a:chExt cx="6629400" cy="914400"/>
          </a:xfrm>
        </p:grpSpPr>
        <p:sp>
          <p:nvSpPr>
            <p:cNvPr id="10" name="node02.surface"/>
            <p:cNvSpPr/>
            <p:nvPr/>
          </p:nvSpPr>
          <p:spPr>
            <a:xfrm>
              <a:off x="4610100" y="914400"/>
              <a:ext cx="6629400" cy="914400"/>
            </a:xfrm>
            <a:prstGeom prst="rect">
              <a:avLst/>
            </a:prstGeom>
            <a:solidFill>
              <a:srgbClr val="070154"/>
            </a:solidFill>
            <a:ln>
              <a:noFill/>
            </a:ln>
          </p:spPr>
        </p:sp>
        <p:sp>
          <p:nvSpPr>
            <p:cNvPr id="11" name="node02.label"/>
            <p:cNvSpPr/>
            <p:nvPr/>
          </p:nvSpPr>
          <p:spPr>
            <a:xfrm>
              <a:off x="4762500" y="1285875"/>
              <a:ext cx="1524000" cy="17145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FFFFF"/>
                  </a:solidFill>
                  <a:latin typeface="IBM Plex Mono SemiBold"/>
                  <a:ea typeface="IBM Plex Mono SemiBold"/>
                  <a:cs typeface="IBM Plex Mono SemiBold"/>
                </a:rPr>
                <a:t>1  EXPERIENCE</a:t>
              </a:r>
              <a:endParaRPr lang="en-US" sz="900" spc="54" kern="0" b="0" i="0" dirty="0">
                <a:solidFill>
                  <a:srgbClr val="FFFFFF"/>
                </a:solidFill>
                <a:latin typeface="IBM Plex Mono SemiBold"/>
                <a:ea typeface="IBM Plex Mono SemiBold"/>
                <a:cs typeface="IBM Plex Mono SemiBold"/>
              </a:endParaRPr>
            </a:p>
          </p:txBody>
        </p:sp>
        <p:sp>
          <p:nvSpPr>
            <p:cNvPr id="12" name="node02.text"/>
            <p:cNvSpPr/>
            <p:nvPr/>
          </p:nvSpPr>
          <p:spPr>
            <a:xfrm>
              <a:off x="6438900" y="1257300"/>
              <a:ext cx="4648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Close cockpit and mobile approvals</a:t>
              </a:r>
              <a:endParaRPr lang="en-US" sz="1200" spc="0" kern="0" b="0" i="0" dirty="0">
                <a:solidFill>
                  <a:srgbClr val="FFFFFF"/>
                </a:solidFill>
                <a:latin typeface="IBM Plex Sans"/>
                <a:ea typeface="IBM Plex Sans"/>
                <a:cs typeface="IBM Plex Sans"/>
              </a:endParaRPr>
            </a:p>
          </p:txBody>
        </p:sp>
      </p:grpSp>
      <p:grpSp>
        <p:nvGrpSpPr>
          <p:cNvPr id="41" name="node03"/>
          <p:cNvGrpSpPr/>
          <p:nvPr/>
        </p:nvGrpSpPr>
        <p:grpSpPr>
          <a:xfrm>
            <a:off x="4610100" y="1828800"/>
            <a:ext cx="6629400" cy="914400"/>
            <a:chOff x="4610100" y="1828800"/>
            <a:chExt cx="6629400" cy="914400"/>
          </a:xfrm>
        </p:grpSpPr>
        <p:sp>
          <p:nvSpPr>
            <p:cNvPr id="13" name="node03.surface"/>
            <p:cNvSpPr/>
            <p:nvPr/>
          </p:nvSpPr>
          <p:spPr>
            <a:xfrm>
              <a:off x="4610100" y="1828800"/>
              <a:ext cx="6629400" cy="914400"/>
            </a:xfrm>
            <a:prstGeom prst="rect">
              <a:avLst/>
            </a:prstGeom>
            <a:solidFill>
              <a:srgbClr val="CED7E6"/>
            </a:solidFill>
            <a:ln>
              <a:noFill/>
            </a:ln>
          </p:spPr>
        </p:sp>
        <p:sp>
          <p:nvSpPr>
            <p:cNvPr id="14" name="node03.label"/>
            <p:cNvSpPr/>
            <p:nvPr/>
          </p:nvSpPr>
          <p:spPr>
            <a:xfrm>
              <a:off x="4762500" y="2200275"/>
              <a:ext cx="1524000" cy="17145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SemiBold"/>
                  <a:ea typeface="IBM Plex Mono SemiBold"/>
                  <a:cs typeface="IBM Plex Mono SemiBold"/>
                </a:rPr>
                <a:t>2  API LAYER</a:t>
              </a:r>
              <a:endParaRPr lang="en-US" sz="900" spc="54" kern="0" b="0" i="0" dirty="0">
                <a:solidFill>
                  <a:srgbClr val="070154"/>
                </a:solidFill>
                <a:latin typeface="IBM Plex Mono SemiBold"/>
                <a:ea typeface="IBM Plex Mono SemiBold"/>
                <a:cs typeface="IBM Plex Mono SemiBold"/>
              </a:endParaRPr>
            </a:p>
          </p:txBody>
        </p:sp>
        <p:sp>
          <p:nvSpPr>
            <p:cNvPr id="15" name="node03.text"/>
            <p:cNvSpPr/>
            <p:nvPr/>
          </p:nvSpPr>
          <p:spPr>
            <a:xfrm>
              <a:off x="6438900" y="2171700"/>
              <a:ext cx="4648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Business rules and posting services</a:t>
              </a:r>
              <a:endParaRPr lang="en-US" sz="1200" spc="0" kern="0" b="0" i="0" dirty="0">
                <a:solidFill>
                  <a:srgbClr val="070154"/>
                </a:solidFill>
                <a:latin typeface="IBM Plex Sans"/>
                <a:ea typeface="IBM Plex Sans"/>
                <a:cs typeface="IBM Plex Sans"/>
              </a:endParaRPr>
            </a:p>
          </p:txBody>
        </p:sp>
      </p:grpSp>
      <p:grpSp>
        <p:nvGrpSpPr>
          <p:cNvPr id="42" name="node04"/>
          <p:cNvGrpSpPr/>
          <p:nvPr/>
        </p:nvGrpSpPr>
        <p:grpSpPr>
          <a:xfrm>
            <a:off x="4610100" y="2743200"/>
            <a:ext cx="6629400" cy="914400"/>
            <a:chOff x="4610100" y="2743200"/>
            <a:chExt cx="6629400" cy="914400"/>
          </a:xfrm>
        </p:grpSpPr>
        <p:sp>
          <p:nvSpPr>
            <p:cNvPr id="16" name="node04.surface"/>
            <p:cNvSpPr/>
            <p:nvPr/>
          </p:nvSpPr>
          <p:spPr>
            <a:xfrm>
              <a:off x="4610100" y="2743200"/>
              <a:ext cx="6629400" cy="914400"/>
            </a:xfrm>
            <a:prstGeom prst="rect">
              <a:avLst/>
            </a:prstGeom>
            <a:solidFill>
              <a:srgbClr val="E8EEF8"/>
            </a:solidFill>
            <a:ln>
              <a:noFill/>
            </a:ln>
          </p:spPr>
        </p:sp>
        <p:sp>
          <p:nvSpPr>
            <p:cNvPr id="17" name="node04.label"/>
            <p:cNvSpPr/>
            <p:nvPr/>
          </p:nvSpPr>
          <p:spPr>
            <a:xfrm>
              <a:off x="4762500" y="3114675"/>
              <a:ext cx="1524000" cy="17145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SemiBold"/>
                  <a:ea typeface="IBM Plex Mono SemiBold"/>
                  <a:cs typeface="IBM Plex Mono SemiBold"/>
                </a:rPr>
                <a:t>3  DATA ACCESS</a:t>
              </a:r>
              <a:endParaRPr lang="en-US" sz="900" spc="54" kern="0" b="0" i="0" dirty="0">
                <a:solidFill>
                  <a:srgbClr val="070154"/>
                </a:solidFill>
                <a:latin typeface="IBM Plex Mono SemiBold"/>
                <a:ea typeface="IBM Plex Mono SemiBold"/>
                <a:cs typeface="IBM Plex Mono SemiBold"/>
              </a:endParaRPr>
            </a:p>
          </p:txBody>
        </p:sp>
        <p:sp>
          <p:nvSpPr>
            <p:cNvPr id="18" name="node04.text"/>
            <p:cNvSpPr/>
            <p:nvPr/>
          </p:nvSpPr>
          <p:spPr>
            <a:xfrm>
              <a:off x="6438900" y="3086100"/>
              <a:ext cx="4648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One governed path to close data</a:t>
              </a:r>
              <a:endParaRPr lang="en-US" sz="1200" spc="0" kern="0" b="0" i="0" dirty="0">
                <a:solidFill>
                  <a:srgbClr val="070154"/>
                </a:solidFill>
                <a:latin typeface="IBM Plex Sans"/>
                <a:ea typeface="IBM Plex Sans"/>
                <a:cs typeface="IBM Plex Sans"/>
              </a:endParaRPr>
            </a:p>
          </p:txBody>
        </p:sp>
      </p:grpSp>
      <p:grpSp>
        <p:nvGrpSpPr>
          <p:cNvPr id="43" name="node05"/>
          <p:cNvGrpSpPr/>
          <p:nvPr/>
        </p:nvGrpSpPr>
        <p:grpSpPr>
          <a:xfrm>
            <a:off x="4610100" y="3657600"/>
            <a:ext cx="6629400" cy="914400"/>
            <a:chOff x="4610100" y="3657600"/>
            <a:chExt cx="6629400" cy="914400"/>
          </a:xfrm>
        </p:grpSpPr>
        <p:sp>
          <p:nvSpPr>
            <p:cNvPr id="19" name="node05.surface"/>
            <p:cNvSpPr/>
            <p:nvPr/>
          </p:nvSpPr>
          <p:spPr>
            <a:xfrm>
              <a:off x="4616450" y="3663950"/>
              <a:ext cx="6616700" cy="901700"/>
            </a:xfrm>
            <a:prstGeom prst="rect">
              <a:avLst/>
            </a:prstGeom>
            <a:solidFill>
              <a:srgbClr val="FFFFFF"/>
            </a:solidFill>
            <a:ln w="12700">
              <a:solidFill>
                <a:srgbClr val="CED7E6"/>
              </a:solidFill>
              <a:prstDash val="solid"/>
            </a:ln>
          </p:spPr>
        </p:sp>
        <p:sp>
          <p:nvSpPr>
            <p:cNvPr id="20" name="node05.label"/>
            <p:cNvSpPr/>
            <p:nvPr/>
          </p:nvSpPr>
          <p:spPr>
            <a:xfrm>
              <a:off x="4762500" y="4029075"/>
              <a:ext cx="1524000" cy="17145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SemiBold"/>
                  <a:ea typeface="IBM Plex Mono SemiBold"/>
                  <a:cs typeface="IBM Plex Mono SemiBold"/>
                </a:rPr>
                <a:t>4  SOURCE SYSTEMS</a:t>
              </a:r>
              <a:endParaRPr lang="en-US" sz="900" spc="54" kern="0" b="0" i="0" dirty="0">
                <a:solidFill>
                  <a:srgbClr val="070154"/>
                </a:solidFill>
                <a:latin typeface="IBM Plex Mono SemiBold"/>
                <a:ea typeface="IBM Plex Mono SemiBold"/>
                <a:cs typeface="IBM Plex Mono SemiBold"/>
              </a:endParaRPr>
            </a:p>
          </p:txBody>
        </p:sp>
        <p:sp>
          <p:nvSpPr>
            <p:cNvPr id="21" name="node05.text"/>
            <p:cNvSpPr/>
            <p:nvPr/>
          </p:nvSpPr>
          <p:spPr>
            <a:xfrm>
              <a:off x="6438900" y="4000500"/>
              <a:ext cx="4648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ERP, sub-ledgers and bank feeds</a:t>
              </a:r>
              <a:endParaRPr lang="en-US" sz="1200" spc="0" kern="0" b="0" i="0" dirty="0">
                <a:solidFill>
                  <a:srgbClr val="070154"/>
                </a:solidFill>
                <a:latin typeface="IBM Plex Sans"/>
                <a:ea typeface="IBM Plex Sans"/>
                <a:cs typeface="IBM Plex Sans"/>
              </a:endParaRPr>
            </a:p>
          </p:txBody>
        </p:sp>
      </p:grpSp>
      <p:grpSp>
        <p:nvGrpSpPr>
          <p:cNvPr id="44" name="node06"/>
          <p:cNvGrpSpPr/>
          <p:nvPr/>
        </p:nvGrpSpPr>
        <p:grpSpPr>
          <a:xfrm>
            <a:off x="4610100" y="4800600"/>
            <a:ext cx="6629400" cy="685800"/>
            <a:chOff x="4610100" y="4800600"/>
            <a:chExt cx="6629400" cy="685800"/>
          </a:xfrm>
        </p:grpSpPr>
        <p:sp>
          <p:nvSpPr>
            <p:cNvPr id="22" name="node06.surface"/>
            <p:cNvSpPr/>
            <p:nvPr/>
          </p:nvSpPr>
          <p:spPr>
            <a:xfrm>
              <a:off x="4610100" y="4800600"/>
              <a:ext cx="6629400" cy="685800"/>
            </a:xfrm>
            <a:prstGeom prst="rect">
              <a:avLst/>
            </a:prstGeom>
            <a:solidFill>
              <a:srgbClr val="05013F"/>
            </a:solidFill>
            <a:ln>
              <a:noFill/>
            </a:ln>
          </p:spPr>
        </p:sp>
        <p:sp>
          <p:nvSpPr>
            <p:cNvPr id="23" name="node06.label"/>
            <p:cNvSpPr/>
            <p:nvPr/>
          </p:nvSpPr>
          <p:spPr>
            <a:xfrm>
              <a:off x="4762500" y="5057775"/>
              <a:ext cx="1524000" cy="17145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FFFFF"/>
                  </a:solidFill>
                  <a:latin typeface="IBM Plex Mono SemiBold"/>
                  <a:ea typeface="IBM Plex Mono SemiBold"/>
                  <a:cs typeface="IBM Plex Mono SemiBold"/>
                </a:rPr>
                <a:t>FOUNDATION</a:t>
              </a:r>
              <a:endParaRPr lang="en-US" sz="900" spc="54" kern="0" b="0" i="0" dirty="0">
                <a:solidFill>
                  <a:srgbClr val="FFFFFF"/>
                </a:solidFill>
                <a:latin typeface="IBM Plex Mono SemiBold"/>
                <a:ea typeface="IBM Plex Mono SemiBold"/>
                <a:cs typeface="IBM Plex Mono SemiBold"/>
              </a:endParaRPr>
            </a:p>
          </p:txBody>
        </p:sp>
        <p:sp>
          <p:nvSpPr>
            <p:cNvPr id="24" name="node06.text"/>
            <p:cNvSpPr/>
            <p:nvPr/>
          </p:nvSpPr>
          <p:spPr>
            <a:xfrm>
              <a:off x="6438900" y="5029200"/>
              <a:ext cx="4648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Cloud landing zone, identity, network and storage</a:t>
              </a:r>
              <a:endParaRPr lang="en-US" sz="1200" spc="0" kern="0" b="0" i="0" dirty="0">
                <a:solidFill>
                  <a:srgbClr val="FFFFFF"/>
                </a:solidFill>
                <a:latin typeface="IBM Plex Sans"/>
                <a:ea typeface="IBM Plex Sans"/>
                <a:cs typeface="IBM Plex Sans"/>
              </a:endParaRPr>
            </a:p>
          </p:txBody>
        </p:sp>
      </p:grpSp>
      <p:grpSp>
        <p:nvGrpSpPr>
          <p:cNvPr id="45" name="node07"/>
          <p:cNvGrpSpPr/>
          <p:nvPr/>
        </p:nvGrpSpPr>
        <p:grpSpPr>
          <a:xfrm>
            <a:off x="723900" y="2286000"/>
            <a:ext cx="3429000" cy="914400"/>
            <a:chOff x="723900" y="2286000"/>
            <a:chExt cx="3429000" cy="914400"/>
          </a:xfrm>
        </p:grpSpPr>
        <p:sp>
          <p:nvSpPr>
            <p:cNvPr id="25" name="node07.title"/>
            <p:cNvSpPr/>
            <p:nvPr/>
          </p:nvSpPr>
          <p:spPr>
            <a:xfrm>
              <a:off x="723900" y="2286000"/>
              <a:ext cx="34290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Build once</a:t>
              </a:r>
              <a:endParaRPr lang="en-US" sz="1800" spc="-18" kern="0" b="0" i="0" dirty="0">
                <a:solidFill>
                  <a:srgbClr val="070154"/>
                </a:solidFill>
                <a:latin typeface="IBM Plex Sans SemiBold"/>
                <a:ea typeface="IBM Plex Sans SemiBold"/>
                <a:cs typeface="IBM Plex Sans SemiBold"/>
              </a:endParaRPr>
            </a:p>
          </p:txBody>
        </p:sp>
        <p:sp>
          <p:nvSpPr>
            <p:cNvPr id="26" name="node07.body"/>
            <p:cNvSpPr/>
            <p:nvPr/>
          </p:nvSpPr>
          <p:spPr>
            <a:xfrm>
              <a:off x="723900" y="2667000"/>
              <a:ext cx="34290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Each layer serves every close process, so one moves without a rebuild.</a:t>
              </a:r>
              <a:endParaRPr lang="en-US" sz="1400" spc="0" kern="0" b="0" i="0" dirty="0">
                <a:solidFill>
                  <a:srgbClr val="50658E"/>
                </a:solidFill>
                <a:latin typeface="IBM Plex Sans"/>
                <a:ea typeface="IBM Plex Sans"/>
                <a:cs typeface="IBM Plex Sans"/>
              </a:endParaRPr>
            </a:p>
          </p:txBody>
        </p:sp>
      </p:grpSp>
      <p:grpSp>
        <p:nvGrpSpPr>
          <p:cNvPr id="46" name="node08"/>
          <p:cNvGrpSpPr/>
          <p:nvPr/>
        </p:nvGrpSpPr>
        <p:grpSpPr>
          <a:xfrm>
            <a:off x="723900" y="3429000"/>
            <a:ext cx="3429000" cy="2286000"/>
            <a:chOff x="723900" y="3429000"/>
            <a:chExt cx="3429000" cy="2286000"/>
          </a:xfrm>
        </p:grpSpPr>
        <p:sp>
          <p:nvSpPr>
            <p:cNvPr id="27" name="node08.container"/>
            <p:cNvSpPr/>
            <p:nvPr/>
          </p:nvSpPr>
          <p:spPr>
            <a:xfrm>
              <a:off x="723900" y="3429000"/>
              <a:ext cx="3429000" cy="2286000"/>
            </a:xfrm>
            <a:prstGeom prst="rect">
              <a:avLst/>
            </a:prstGeom>
            <a:solidFill>
              <a:srgbClr val="E8EEF8"/>
            </a:solidFill>
            <a:ln>
              <a:noFill/>
            </a:ln>
          </p:spPr>
        </p:sp>
        <p:sp>
          <p:nvSpPr>
            <p:cNvPr id="28" name="node08.edge"/>
            <p:cNvSpPr/>
            <p:nvPr/>
          </p:nvSpPr>
          <p:spPr>
            <a:xfrm>
              <a:off x="723900" y="3429000"/>
              <a:ext cx="38100" cy="2286000"/>
            </a:xfrm>
            <a:prstGeom prst="rect">
              <a:avLst/>
            </a:prstGeom>
            <a:solidFill>
              <a:srgbClr val="070154"/>
            </a:solidFill>
            <a:ln>
              <a:noFill/>
            </a:ln>
          </p:spPr>
        </p:sp>
        <p:sp>
          <p:nvSpPr>
            <p:cNvPr id="29" name="node08.label"/>
            <p:cNvSpPr/>
            <p:nvPr/>
          </p:nvSpPr>
          <p:spPr>
            <a:xfrm>
              <a:off x="914400" y="3581400"/>
              <a:ext cx="30861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ACROSS LAYERS 1–4</a:t>
              </a:r>
              <a:endParaRPr lang="en-US" sz="900" spc="54" kern="0" b="0" i="0" dirty="0">
                <a:solidFill>
                  <a:srgbClr val="0047FF"/>
                </a:solidFill>
                <a:latin typeface="IBM Plex Mono Medium"/>
                <a:ea typeface="IBM Plex Mono Medium"/>
                <a:cs typeface="IBM Plex Mono Medium"/>
              </a:endParaRPr>
            </a:p>
          </p:txBody>
        </p:sp>
        <p:sp>
          <p:nvSpPr>
            <p:cNvPr id="30" name="node08.title"/>
            <p:cNvSpPr/>
            <p:nvPr/>
          </p:nvSpPr>
          <p:spPr>
            <a:xfrm>
              <a:off x="914400" y="3771900"/>
              <a:ext cx="30861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Shared controls</a:t>
              </a:r>
              <a:endParaRPr lang="en-US" sz="1800" spc="-18" kern="0" b="0" i="0" dirty="0">
                <a:solidFill>
                  <a:srgbClr val="070154"/>
                </a:solidFill>
                <a:latin typeface="IBM Plex Sans SemiBold"/>
                <a:ea typeface="IBM Plex Sans SemiBold"/>
                <a:cs typeface="IBM Plex Sans SemiBold"/>
              </a:endParaRPr>
            </a:p>
          </p:txBody>
        </p:sp>
        <p:sp>
          <p:nvSpPr>
            <p:cNvPr id="31" name="node08.body.item-001.bullets.item-001.marker"/>
            <p:cNvSpPr/>
            <p:nvPr/>
          </p:nvSpPr>
          <p:spPr>
            <a:xfrm>
              <a:off x="914400" y="4279900"/>
              <a:ext cx="38100" cy="38100"/>
            </a:xfrm>
            <a:prstGeom prst="rect">
              <a:avLst/>
            </a:prstGeom>
            <a:solidFill>
              <a:srgbClr val="070154"/>
            </a:solidFill>
            <a:ln>
              <a:noFill/>
            </a:ln>
          </p:spPr>
        </p:sp>
        <p:sp>
          <p:nvSpPr>
            <p:cNvPr id="32" name="node08.body.item-001.bullets.item-001.text"/>
            <p:cNvSpPr/>
            <p:nvPr/>
          </p:nvSpPr>
          <p:spPr>
            <a:xfrm>
              <a:off x="1066800" y="4191000"/>
              <a:ext cx="29337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Security</a:t>
              </a:r>
              <a:endParaRPr lang="en-US" sz="1200" spc="0" kern="0" b="0" i="0" dirty="0">
                <a:solidFill>
                  <a:srgbClr val="070154"/>
                </a:solidFill>
                <a:latin typeface="IBM Plex Sans"/>
                <a:ea typeface="IBM Plex Sans"/>
                <a:cs typeface="IBM Plex Sans"/>
              </a:endParaRPr>
            </a:p>
          </p:txBody>
        </p:sp>
        <p:sp>
          <p:nvSpPr>
            <p:cNvPr id="33" name="node08.body.item-001.bullets.item-002.marker"/>
            <p:cNvSpPr/>
            <p:nvPr/>
          </p:nvSpPr>
          <p:spPr>
            <a:xfrm>
              <a:off x="914400" y="4546600"/>
              <a:ext cx="38100" cy="38100"/>
            </a:xfrm>
            <a:prstGeom prst="rect">
              <a:avLst/>
            </a:prstGeom>
            <a:solidFill>
              <a:srgbClr val="070154"/>
            </a:solidFill>
            <a:ln>
              <a:noFill/>
            </a:ln>
          </p:spPr>
        </p:sp>
        <p:sp>
          <p:nvSpPr>
            <p:cNvPr id="34" name="node08.body.item-001.bullets.item-002.text"/>
            <p:cNvSpPr/>
            <p:nvPr/>
          </p:nvSpPr>
          <p:spPr>
            <a:xfrm>
              <a:off x="1066800" y="4457700"/>
              <a:ext cx="29337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Governance</a:t>
              </a:r>
              <a:endParaRPr lang="en-US" sz="1200" spc="0" kern="0" b="0" i="0" dirty="0">
                <a:solidFill>
                  <a:srgbClr val="070154"/>
                </a:solidFill>
                <a:latin typeface="IBM Plex Sans"/>
                <a:ea typeface="IBM Plex Sans"/>
                <a:cs typeface="IBM Plex Sans"/>
              </a:endParaRPr>
            </a:p>
          </p:txBody>
        </p:sp>
        <p:sp>
          <p:nvSpPr>
            <p:cNvPr id="35" name="node08.body.item-001.bullets.item-003.marker"/>
            <p:cNvSpPr/>
            <p:nvPr/>
          </p:nvSpPr>
          <p:spPr>
            <a:xfrm>
              <a:off x="914400" y="4813300"/>
              <a:ext cx="38100" cy="38100"/>
            </a:xfrm>
            <a:prstGeom prst="rect">
              <a:avLst/>
            </a:prstGeom>
            <a:solidFill>
              <a:srgbClr val="070154"/>
            </a:solidFill>
            <a:ln>
              <a:noFill/>
            </a:ln>
          </p:spPr>
        </p:sp>
        <p:sp>
          <p:nvSpPr>
            <p:cNvPr id="36" name="node08.body.item-001.bullets.item-003.text"/>
            <p:cNvSpPr/>
            <p:nvPr/>
          </p:nvSpPr>
          <p:spPr>
            <a:xfrm>
              <a:off x="1066800" y="4724400"/>
              <a:ext cx="29337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Observability</a:t>
              </a:r>
              <a:endParaRPr lang="en-US" sz="1200" spc="0" kern="0" b="0" i="0" dirty="0">
                <a:solidFill>
                  <a:srgbClr val="070154"/>
                </a:solidFill>
                <a:latin typeface="IBM Plex Sans"/>
                <a:ea typeface="IBM Plex Sans"/>
                <a:cs typeface="IBM Plex Sans"/>
              </a:endParaRPr>
            </a:p>
          </p:txBody>
        </p:sp>
        <p:sp>
          <p:nvSpPr>
            <p:cNvPr id="37" name="node08.body.item-001.bullets.item-004.marker"/>
            <p:cNvSpPr/>
            <p:nvPr/>
          </p:nvSpPr>
          <p:spPr>
            <a:xfrm>
              <a:off x="914400" y="5080000"/>
              <a:ext cx="38100" cy="38100"/>
            </a:xfrm>
            <a:prstGeom prst="rect">
              <a:avLst/>
            </a:prstGeom>
            <a:solidFill>
              <a:srgbClr val="070154"/>
            </a:solidFill>
            <a:ln>
              <a:noFill/>
            </a:ln>
          </p:spPr>
        </p:sp>
        <p:sp>
          <p:nvSpPr>
            <p:cNvPr id="38" name="node08.body.item-001.bullets.item-004.text"/>
            <p:cNvSpPr/>
            <p:nvPr/>
          </p:nvSpPr>
          <p:spPr>
            <a:xfrm>
              <a:off x="1066800" y="4991100"/>
              <a:ext cx="29337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Audit trail</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ource-050">
    <p:spTree>
      <p:nvGrpSpPr>
        <p:cNvPr id="1" name=""/>
        <p:cNvGrpSpPr/>
        <p:nvPr/>
      </p:nvGrpSpPr>
      <p:grpSpPr>
        <a:xfrm>
          <a:off x="0" y="0"/>
          <a:ext cx="0" cy="0"/>
          <a:chOff x="0" y="0"/>
          <a:chExt cx="0" cy="0"/>
        </a:xfrm>
      </p:grpSpPr>
      <p:sp>
        <p:nvSpPr>
          <p:cNvPr id="3" name="eyebrow"/>
          <p:cNvSpPr/>
          <p:nvPr/>
        </p:nvSpPr>
        <p:spPr>
          <a:xfrm>
            <a:off x="723900" y="457200"/>
            <a:ext cx="8458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OUR APPROACH · PHASE 1</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11430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A secure, governed reference architecture lets each workload land on the right platform</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10</a:t>
            </a:fld>
            <a:endParaRPr lang="en-US" sz="700" spc="0" kern="0" b="0" i="0" dirty="0">
              <a:solidFill>
                <a:srgbClr val="070154"/>
              </a:solidFill>
              <a:latin typeface="IBM Plex Mono SemiBold"/>
              <a:ea typeface="IBM Plex Mono SemiBold"/>
              <a:cs typeface="IBM Plex Mono SemiBold"/>
            </a:endParaRPr>
          </a:p>
        </p:txBody>
      </p:sp>
      <p:grpSp>
        <p:nvGrpSpPr>
          <p:cNvPr id="113" name="node01"/>
          <p:cNvGrpSpPr/>
          <p:nvPr/>
        </p:nvGrpSpPr>
        <p:grpSpPr>
          <a:xfrm>
            <a:off x="723900" y="2057400"/>
            <a:ext cx="2971800" cy="304800"/>
            <a:chOff x="723900" y="2057400"/>
            <a:chExt cx="2971800" cy="304800"/>
          </a:xfrm>
        </p:grpSpPr>
        <p:sp>
          <p:nvSpPr>
            <p:cNvPr id="6" name="node01.text"/>
            <p:cNvSpPr/>
            <p:nvPr/>
          </p:nvSpPr>
          <p:spPr>
            <a:xfrm>
              <a:off x="723900" y="2057400"/>
              <a:ext cx="29718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Phase 1 proof points</a:t>
              </a:r>
              <a:endParaRPr lang="en-US" sz="1800" spc="-18" kern="0" b="0" i="0" dirty="0">
                <a:solidFill>
                  <a:srgbClr val="070154"/>
                </a:solidFill>
                <a:latin typeface="IBM Plex Sans SemiBold"/>
                <a:ea typeface="IBM Plex Sans SemiBold"/>
                <a:cs typeface="IBM Plex Sans SemiBold"/>
              </a:endParaRPr>
            </a:p>
          </p:txBody>
        </p:sp>
      </p:grpSp>
      <p:grpSp>
        <p:nvGrpSpPr>
          <p:cNvPr id="114" name="node02"/>
          <p:cNvGrpSpPr/>
          <p:nvPr/>
        </p:nvGrpSpPr>
        <p:grpSpPr>
          <a:xfrm>
            <a:off x="723900" y="2438400"/>
            <a:ext cx="2971800" cy="1752600"/>
            <a:chOff x="723900" y="2438400"/>
            <a:chExt cx="2971800" cy="1752600"/>
          </a:xfrm>
        </p:grpSpPr>
        <p:sp>
          <p:nvSpPr>
            <p:cNvPr id="7" name="node02.source-001.bullet"/>
            <p:cNvSpPr/>
            <p:nvPr/>
          </p:nvSpPr>
          <p:spPr>
            <a:xfrm>
              <a:off x="723900" y="2527300"/>
              <a:ext cx="38100" cy="38100"/>
            </a:xfrm>
            <a:prstGeom prst="rect">
              <a:avLst/>
            </a:prstGeom>
            <a:solidFill>
              <a:srgbClr val="070154"/>
            </a:solidFill>
            <a:ln>
              <a:noFill/>
            </a:ln>
          </p:spPr>
        </p:sp>
        <p:sp>
          <p:nvSpPr>
            <p:cNvPr id="8" name="node02.source-001.text"/>
            <p:cNvSpPr/>
            <p:nvPr/>
          </p:nvSpPr>
          <p:spPr>
            <a:xfrm>
              <a:off x="876300" y="2438400"/>
              <a:ext cx="28194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Workspace and environment pattern approved</a:t>
              </a:r>
              <a:endParaRPr lang="en-US" sz="1200" spc="0" kern="0" b="0" i="0" dirty="0">
                <a:solidFill>
                  <a:srgbClr val="070154"/>
                </a:solidFill>
                <a:latin typeface="IBM Plex Sans"/>
                <a:ea typeface="IBM Plex Sans"/>
                <a:cs typeface="IBM Plex Sans"/>
              </a:endParaRPr>
            </a:p>
          </p:txBody>
        </p:sp>
        <p:sp>
          <p:nvSpPr>
            <p:cNvPr id="9" name="node02.source-002.bullet"/>
            <p:cNvSpPr/>
            <p:nvPr/>
          </p:nvSpPr>
          <p:spPr>
            <a:xfrm>
              <a:off x="723900" y="3022600"/>
              <a:ext cx="38100" cy="38100"/>
            </a:xfrm>
            <a:prstGeom prst="rect">
              <a:avLst/>
            </a:prstGeom>
            <a:solidFill>
              <a:srgbClr val="070154"/>
            </a:solidFill>
            <a:ln>
              <a:noFill/>
            </a:ln>
          </p:spPr>
        </p:sp>
        <p:sp>
          <p:nvSpPr>
            <p:cNvPr id="10" name="node02.source-002.text"/>
            <p:cNvSpPr/>
            <p:nvPr/>
          </p:nvSpPr>
          <p:spPr>
            <a:xfrm>
              <a:off x="876300" y="2933700"/>
              <a:ext cx="281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Code promotion demonstrated</a:t>
              </a:r>
              <a:endParaRPr lang="en-US" sz="1200" spc="0" kern="0" b="0" i="0" dirty="0">
                <a:solidFill>
                  <a:srgbClr val="070154"/>
                </a:solidFill>
                <a:latin typeface="IBM Plex Sans"/>
                <a:ea typeface="IBM Plex Sans"/>
                <a:cs typeface="IBM Plex Sans"/>
              </a:endParaRPr>
            </a:p>
          </p:txBody>
        </p:sp>
        <p:sp>
          <p:nvSpPr>
            <p:cNvPr id="11" name="node02.source-003.bullet"/>
            <p:cNvSpPr/>
            <p:nvPr/>
          </p:nvSpPr>
          <p:spPr>
            <a:xfrm>
              <a:off x="723900" y="3289300"/>
              <a:ext cx="38100" cy="38100"/>
            </a:xfrm>
            <a:prstGeom prst="rect">
              <a:avLst/>
            </a:prstGeom>
            <a:solidFill>
              <a:srgbClr val="070154"/>
            </a:solidFill>
            <a:ln>
              <a:noFill/>
            </a:ln>
          </p:spPr>
        </p:sp>
        <p:sp>
          <p:nvSpPr>
            <p:cNvPr id="12" name="node02.source-003.text"/>
            <p:cNvSpPr/>
            <p:nvPr/>
          </p:nvSpPr>
          <p:spPr>
            <a:xfrm>
              <a:off x="876300" y="3200400"/>
              <a:ext cx="281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Lineage metadata visible for each store</a:t>
              </a:r>
              <a:endParaRPr lang="en-US" sz="1200" spc="0" kern="0" b="0" i="0" dirty="0">
                <a:solidFill>
                  <a:srgbClr val="070154"/>
                </a:solidFill>
                <a:latin typeface="IBM Plex Sans"/>
                <a:ea typeface="IBM Plex Sans"/>
                <a:cs typeface="IBM Plex Sans"/>
              </a:endParaRPr>
            </a:p>
          </p:txBody>
        </p:sp>
        <p:sp>
          <p:nvSpPr>
            <p:cNvPr id="13" name="node02.source-004.bullet"/>
            <p:cNvSpPr/>
            <p:nvPr/>
          </p:nvSpPr>
          <p:spPr>
            <a:xfrm>
              <a:off x="723900" y="3556000"/>
              <a:ext cx="38100" cy="38100"/>
            </a:xfrm>
            <a:prstGeom prst="rect">
              <a:avLst/>
            </a:prstGeom>
            <a:solidFill>
              <a:srgbClr val="070154"/>
            </a:solidFill>
            <a:ln>
              <a:noFill/>
            </a:ln>
          </p:spPr>
        </p:sp>
        <p:sp>
          <p:nvSpPr>
            <p:cNvPr id="14" name="node02.source-004.text"/>
            <p:cNvSpPr/>
            <p:nvPr/>
          </p:nvSpPr>
          <p:spPr>
            <a:xfrm>
              <a:off x="876300" y="3467100"/>
              <a:ext cx="28194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Telemetry externalized to shared monitoring</a:t>
              </a:r>
              <a:endParaRPr lang="en-US" sz="1200" spc="0" kern="0" b="0" i="0" dirty="0">
                <a:solidFill>
                  <a:srgbClr val="070154"/>
                </a:solidFill>
                <a:latin typeface="IBM Plex Sans"/>
                <a:ea typeface="IBM Plex Sans"/>
                <a:cs typeface="IBM Plex Sans"/>
              </a:endParaRPr>
            </a:p>
          </p:txBody>
        </p:sp>
        <p:sp>
          <p:nvSpPr>
            <p:cNvPr id="15" name="node02.source-005.bullet"/>
            <p:cNvSpPr/>
            <p:nvPr/>
          </p:nvSpPr>
          <p:spPr>
            <a:xfrm>
              <a:off x="723900" y="4051300"/>
              <a:ext cx="38100" cy="38100"/>
            </a:xfrm>
            <a:prstGeom prst="rect">
              <a:avLst/>
            </a:prstGeom>
            <a:solidFill>
              <a:srgbClr val="070154"/>
            </a:solidFill>
            <a:ln>
              <a:noFill/>
            </a:ln>
          </p:spPr>
        </p:sp>
        <p:sp>
          <p:nvSpPr>
            <p:cNvPr id="16" name="node02.source-005.text"/>
            <p:cNvSpPr/>
            <p:nvPr/>
          </p:nvSpPr>
          <p:spPr>
            <a:xfrm>
              <a:off x="876300" y="3962400"/>
              <a:ext cx="281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Priority patterns demonstrated</a:t>
              </a:r>
              <a:endParaRPr lang="en-US" sz="1200" spc="0" kern="0" b="0" i="0" dirty="0">
                <a:solidFill>
                  <a:srgbClr val="070154"/>
                </a:solidFill>
                <a:latin typeface="IBM Plex Sans"/>
                <a:ea typeface="IBM Plex Sans"/>
                <a:cs typeface="IBM Plex Sans"/>
              </a:endParaRPr>
            </a:p>
          </p:txBody>
        </p:sp>
      </p:grpSp>
      <p:grpSp>
        <p:nvGrpSpPr>
          <p:cNvPr id="115" name="node03"/>
          <p:cNvGrpSpPr/>
          <p:nvPr/>
        </p:nvGrpSpPr>
        <p:grpSpPr>
          <a:xfrm>
            <a:off x="723900" y="4343400"/>
            <a:ext cx="2971800" cy="304800"/>
            <a:chOff x="723900" y="4343400"/>
            <a:chExt cx="2971800" cy="304800"/>
          </a:xfrm>
        </p:grpSpPr>
        <p:sp>
          <p:nvSpPr>
            <p:cNvPr id="17" name="node03.text"/>
            <p:cNvSpPr/>
            <p:nvPr/>
          </p:nvSpPr>
          <p:spPr>
            <a:xfrm>
              <a:off x="723900" y="4343400"/>
              <a:ext cx="29718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Dependency disposition</a:t>
              </a:r>
              <a:endParaRPr lang="en-US" sz="1800" spc="-18" kern="0" b="0" i="0" dirty="0">
                <a:solidFill>
                  <a:srgbClr val="070154"/>
                </a:solidFill>
                <a:latin typeface="IBM Plex Sans SemiBold"/>
                <a:ea typeface="IBM Plex Sans SemiBold"/>
                <a:cs typeface="IBM Plex Sans SemiBold"/>
              </a:endParaRPr>
            </a:p>
          </p:txBody>
        </p:sp>
      </p:grpSp>
      <p:grpSp>
        <p:nvGrpSpPr>
          <p:cNvPr id="116" name="node04"/>
          <p:cNvGrpSpPr/>
          <p:nvPr/>
        </p:nvGrpSpPr>
        <p:grpSpPr>
          <a:xfrm>
            <a:off x="723900" y="4724400"/>
            <a:ext cx="2971800" cy="990600"/>
            <a:chOff x="723900" y="4724400"/>
            <a:chExt cx="2971800" cy="990600"/>
          </a:xfrm>
        </p:grpSpPr>
        <p:sp>
          <p:nvSpPr>
            <p:cNvPr id="18" name="node04.source-001.bullet"/>
            <p:cNvSpPr/>
            <p:nvPr/>
          </p:nvSpPr>
          <p:spPr>
            <a:xfrm>
              <a:off x="723900" y="4813300"/>
              <a:ext cx="38100" cy="38100"/>
            </a:xfrm>
            <a:prstGeom prst="rect">
              <a:avLst/>
            </a:prstGeom>
            <a:solidFill>
              <a:srgbClr val="070154"/>
            </a:solidFill>
            <a:ln>
              <a:noFill/>
            </a:ln>
          </p:spPr>
        </p:sp>
        <p:sp>
          <p:nvSpPr>
            <p:cNvPr id="19" name="node04.source-001.text"/>
            <p:cNvSpPr/>
            <p:nvPr/>
          </p:nvSpPr>
          <p:spPr>
            <a:xfrm>
              <a:off x="876300" y="4724400"/>
              <a:ext cx="28194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Gaps logged with owner and interim treatment</a:t>
              </a:r>
              <a:endParaRPr lang="en-US" sz="1200" spc="0" kern="0" b="0" i="0" dirty="0">
                <a:solidFill>
                  <a:srgbClr val="070154"/>
                </a:solidFill>
                <a:latin typeface="IBM Plex Sans"/>
                <a:ea typeface="IBM Plex Sans"/>
                <a:cs typeface="IBM Plex Sans"/>
              </a:endParaRPr>
            </a:p>
          </p:txBody>
        </p:sp>
        <p:sp>
          <p:nvSpPr>
            <p:cNvPr id="20" name="node04.source-002.bullet"/>
            <p:cNvSpPr/>
            <p:nvPr/>
          </p:nvSpPr>
          <p:spPr>
            <a:xfrm>
              <a:off x="723900" y="5308600"/>
              <a:ext cx="38100" cy="38100"/>
            </a:xfrm>
            <a:prstGeom prst="rect">
              <a:avLst/>
            </a:prstGeom>
            <a:solidFill>
              <a:srgbClr val="070154"/>
            </a:solidFill>
            <a:ln>
              <a:noFill/>
            </a:ln>
          </p:spPr>
        </p:sp>
        <p:sp>
          <p:nvSpPr>
            <p:cNvPr id="21" name="node04.source-002.text"/>
            <p:cNvSpPr/>
            <p:nvPr/>
          </p:nvSpPr>
          <p:spPr>
            <a:xfrm>
              <a:off x="876300" y="5219700"/>
              <a:ext cx="281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Impact on general availability stated</a:t>
              </a:r>
              <a:endParaRPr lang="en-US" sz="1200" spc="0" kern="0" b="0" i="0" dirty="0">
                <a:solidFill>
                  <a:srgbClr val="070154"/>
                </a:solidFill>
                <a:latin typeface="IBM Plex Sans"/>
                <a:ea typeface="IBM Plex Sans"/>
                <a:cs typeface="IBM Plex Sans"/>
              </a:endParaRPr>
            </a:p>
          </p:txBody>
        </p:sp>
        <p:sp>
          <p:nvSpPr>
            <p:cNvPr id="22" name="node04.source-003.bullet"/>
            <p:cNvSpPr/>
            <p:nvPr/>
          </p:nvSpPr>
          <p:spPr>
            <a:xfrm>
              <a:off x="723900" y="5575300"/>
              <a:ext cx="38100" cy="38100"/>
            </a:xfrm>
            <a:prstGeom prst="rect">
              <a:avLst/>
            </a:prstGeom>
            <a:solidFill>
              <a:srgbClr val="070154"/>
            </a:solidFill>
            <a:ln>
              <a:noFill/>
            </a:ln>
          </p:spPr>
        </p:sp>
        <p:sp>
          <p:nvSpPr>
            <p:cNvPr id="23" name="node04.source-003.text"/>
            <p:cNvSpPr/>
            <p:nvPr/>
          </p:nvSpPr>
          <p:spPr>
            <a:xfrm>
              <a:off x="876300" y="5486400"/>
              <a:ext cx="281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Reviewed at each steering meeting</a:t>
              </a:r>
              <a:endParaRPr lang="en-US" sz="1200" spc="0" kern="0" b="0" i="0" dirty="0">
                <a:solidFill>
                  <a:srgbClr val="070154"/>
                </a:solidFill>
                <a:latin typeface="IBM Plex Sans"/>
                <a:ea typeface="IBM Plex Sans"/>
                <a:cs typeface="IBM Plex Sans"/>
              </a:endParaRPr>
            </a:p>
          </p:txBody>
        </p:sp>
      </p:grpSp>
      <p:grpSp>
        <p:nvGrpSpPr>
          <p:cNvPr id="117" name="node05"/>
          <p:cNvGrpSpPr/>
          <p:nvPr/>
        </p:nvGrpSpPr>
        <p:grpSpPr>
          <a:xfrm>
            <a:off x="4152900" y="2057400"/>
            <a:ext cx="7315200" cy="203200"/>
            <a:chOff x="4152900" y="2057400"/>
            <a:chExt cx="7315200" cy="203200"/>
          </a:xfrm>
        </p:grpSpPr>
        <p:sp>
          <p:nvSpPr>
            <p:cNvPr id="24" name="node05.surface"/>
            <p:cNvSpPr/>
            <p:nvPr/>
          </p:nvSpPr>
          <p:spPr>
            <a:xfrm>
              <a:off x="4152900" y="2057400"/>
              <a:ext cx="7315200" cy="203200"/>
            </a:xfrm>
            <a:prstGeom prst="rect">
              <a:avLst/>
            </a:prstGeom>
            <a:solidFill>
              <a:srgbClr val="05013F"/>
            </a:solidFill>
            <a:ln>
              <a:noFill/>
            </a:ln>
          </p:spPr>
        </p:sp>
        <p:sp>
          <p:nvSpPr>
            <p:cNvPr id="25" name="node05.text"/>
            <p:cNvSpPr/>
            <p:nvPr/>
          </p:nvSpPr>
          <p:spPr>
            <a:xfrm>
              <a:off x="4229100" y="2082800"/>
              <a:ext cx="71628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FFFFFF"/>
                  </a:solidFill>
                  <a:latin typeface="IBM Plex Mono Medium"/>
                  <a:ea typeface="IBM Plex Mono Medium"/>
                  <a:cs typeface="IBM Plex Mono Medium"/>
                </a:rPr>
                <a:t>CROSS-CUTTING GOVERNANCE, SECURITY AND OPERATIONS</a:t>
              </a:r>
              <a:endParaRPr lang="en-US" sz="900" spc="54" kern="0" b="0" i="0" dirty="0">
                <a:solidFill>
                  <a:srgbClr val="FFFFFF"/>
                </a:solidFill>
                <a:latin typeface="IBM Plex Mono Medium"/>
                <a:ea typeface="IBM Plex Mono Medium"/>
                <a:cs typeface="IBM Plex Mono Medium"/>
              </a:endParaRPr>
            </a:p>
          </p:txBody>
        </p:sp>
      </p:grpSp>
      <p:grpSp>
        <p:nvGrpSpPr>
          <p:cNvPr id="118" name="node06"/>
          <p:cNvGrpSpPr/>
          <p:nvPr/>
        </p:nvGrpSpPr>
        <p:grpSpPr>
          <a:xfrm>
            <a:off x="4152900" y="2286000"/>
            <a:ext cx="1752600" cy="203200"/>
            <a:chOff x="4152900" y="2286000"/>
            <a:chExt cx="1752600" cy="203200"/>
          </a:xfrm>
        </p:grpSpPr>
        <p:sp>
          <p:nvSpPr>
            <p:cNvPr id="26" name="node06.surface"/>
            <p:cNvSpPr/>
            <p:nvPr/>
          </p:nvSpPr>
          <p:spPr>
            <a:xfrm>
              <a:off x="4152900" y="2286000"/>
              <a:ext cx="1752600" cy="203200"/>
            </a:xfrm>
            <a:prstGeom prst="rect">
              <a:avLst/>
            </a:prstGeom>
            <a:solidFill>
              <a:srgbClr val="E8EEF8"/>
            </a:solidFill>
            <a:ln>
              <a:noFill/>
            </a:ln>
          </p:spPr>
        </p:sp>
        <p:sp>
          <p:nvSpPr>
            <p:cNvPr id="27" name="node06.text"/>
            <p:cNvSpPr/>
            <p:nvPr/>
          </p:nvSpPr>
          <p:spPr>
            <a:xfrm>
              <a:off x="4229100" y="2311400"/>
              <a:ext cx="16002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Medium"/>
                  <a:ea typeface="IBM Plex Mono Medium"/>
                  <a:cs typeface="IBM Plex Mono Medium"/>
                </a:rPr>
                <a:t>GOVERNANCE</a:t>
              </a:r>
              <a:endParaRPr lang="en-US" sz="900" spc="54" kern="0" b="0" i="0" dirty="0">
                <a:solidFill>
                  <a:srgbClr val="070154"/>
                </a:solidFill>
                <a:latin typeface="IBM Plex Mono Medium"/>
                <a:ea typeface="IBM Plex Mono Medium"/>
                <a:cs typeface="IBM Plex Mono Medium"/>
              </a:endParaRPr>
            </a:p>
          </p:txBody>
        </p:sp>
      </p:grpSp>
      <p:grpSp>
        <p:nvGrpSpPr>
          <p:cNvPr id="119" name="node07"/>
          <p:cNvGrpSpPr/>
          <p:nvPr/>
        </p:nvGrpSpPr>
        <p:grpSpPr>
          <a:xfrm>
            <a:off x="5981700" y="2286000"/>
            <a:ext cx="1752600" cy="203200"/>
            <a:chOff x="5981700" y="2286000"/>
            <a:chExt cx="1752600" cy="203200"/>
          </a:xfrm>
        </p:grpSpPr>
        <p:sp>
          <p:nvSpPr>
            <p:cNvPr id="28" name="node07.surface"/>
            <p:cNvSpPr/>
            <p:nvPr/>
          </p:nvSpPr>
          <p:spPr>
            <a:xfrm>
              <a:off x="5981700" y="2286000"/>
              <a:ext cx="1752600" cy="203200"/>
            </a:xfrm>
            <a:prstGeom prst="rect">
              <a:avLst/>
            </a:prstGeom>
            <a:solidFill>
              <a:srgbClr val="E8EEF8"/>
            </a:solidFill>
            <a:ln>
              <a:noFill/>
            </a:ln>
          </p:spPr>
        </p:sp>
        <p:sp>
          <p:nvSpPr>
            <p:cNvPr id="29" name="node07.text"/>
            <p:cNvSpPr/>
            <p:nvPr/>
          </p:nvSpPr>
          <p:spPr>
            <a:xfrm>
              <a:off x="6057900" y="2311400"/>
              <a:ext cx="16002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Medium"/>
                  <a:ea typeface="IBM Plex Mono Medium"/>
                  <a:cs typeface="IBM Plex Mono Medium"/>
                </a:rPr>
                <a:t>NETWORK</a:t>
              </a:r>
              <a:endParaRPr lang="en-US" sz="900" spc="54" kern="0" b="0" i="0" dirty="0">
                <a:solidFill>
                  <a:srgbClr val="070154"/>
                </a:solidFill>
                <a:latin typeface="IBM Plex Mono Medium"/>
                <a:ea typeface="IBM Plex Mono Medium"/>
                <a:cs typeface="IBM Plex Mono Medium"/>
              </a:endParaRPr>
            </a:p>
          </p:txBody>
        </p:sp>
      </p:grpSp>
      <p:grpSp>
        <p:nvGrpSpPr>
          <p:cNvPr id="120" name="node08"/>
          <p:cNvGrpSpPr/>
          <p:nvPr/>
        </p:nvGrpSpPr>
        <p:grpSpPr>
          <a:xfrm>
            <a:off x="7810500" y="2286000"/>
            <a:ext cx="1752600" cy="203200"/>
            <a:chOff x="7810500" y="2286000"/>
            <a:chExt cx="1752600" cy="203200"/>
          </a:xfrm>
        </p:grpSpPr>
        <p:sp>
          <p:nvSpPr>
            <p:cNvPr id="30" name="node08.surface"/>
            <p:cNvSpPr/>
            <p:nvPr/>
          </p:nvSpPr>
          <p:spPr>
            <a:xfrm>
              <a:off x="7810500" y="2286000"/>
              <a:ext cx="1752600" cy="203200"/>
            </a:xfrm>
            <a:prstGeom prst="rect">
              <a:avLst/>
            </a:prstGeom>
            <a:solidFill>
              <a:srgbClr val="E8EEF8"/>
            </a:solidFill>
            <a:ln>
              <a:noFill/>
            </a:ln>
          </p:spPr>
        </p:sp>
        <p:sp>
          <p:nvSpPr>
            <p:cNvPr id="31" name="node08.text"/>
            <p:cNvSpPr/>
            <p:nvPr/>
          </p:nvSpPr>
          <p:spPr>
            <a:xfrm>
              <a:off x="7886700" y="2311400"/>
              <a:ext cx="16002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Medium"/>
                  <a:ea typeface="IBM Plex Mono Medium"/>
                  <a:cs typeface="IBM Plex Mono Medium"/>
                </a:rPr>
                <a:t>SECURITY AND RISK</a:t>
              </a:r>
              <a:endParaRPr lang="en-US" sz="900" spc="54" kern="0" b="0" i="0" dirty="0">
                <a:solidFill>
                  <a:srgbClr val="070154"/>
                </a:solidFill>
                <a:latin typeface="IBM Plex Mono Medium"/>
                <a:ea typeface="IBM Plex Mono Medium"/>
                <a:cs typeface="IBM Plex Mono Medium"/>
              </a:endParaRPr>
            </a:p>
          </p:txBody>
        </p:sp>
      </p:grpSp>
      <p:grpSp>
        <p:nvGrpSpPr>
          <p:cNvPr id="121" name="node09"/>
          <p:cNvGrpSpPr/>
          <p:nvPr/>
        </p:nvGrpSpPr>
        <p:grpSpPr>
          <a:xfrm>
            <a:off x="9639300" y="2286000"/>
            <a:ext cx="1752600" cy="203200"/>
            <a:chOff x="9639300" y="2286000"/>
            <a:chExt cx="1752600" cy="203200"/>
          </a:xfrm>
        </p:grpSpPr>
        <p:sp>
          <p:nvSpPr>
            <p:cNvPr id="32" name="node09.surface"/>
            <p:cNvSpPr/>
            <p:nvPr/>
          </p:nvSpPr>
          <p:spPr>
            <a:xfrm>
              <a:off x="9639300" y="2286000"/>
              <a:ext cx="1752600" cy="203200"/>
            </a:xfrm>
            <a:prstGeom prst="rect">
              <a:avLst/>
            </a:prstGeom>
            <a:solidFill>
              <a:srgbClr val="E8EEF8"/>
            </a:solidFill>
            <a:ln>
              <a:noFill/>
            </a:ln>
          </p:spPr>
        </p:sp>
        <p:sp>
          <p:nvSpPr>
            <p:cNvPr id="33" name="node09.text"/>
            <p:cNvSpPr/>
            <p:nvPr/>
          </p:nvSpPr>
          <p:spPr>
            <a:xfrm>
              <a:off x="9715500" y="2311400"/>
              <a:ext cx="16002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Medium"/>
                  <a:ea typeface="IBM Plex Mono Medium"/>
                  <a:cs typeface="IBM Plex Mono Medium"/>
                </a:rPr>
                <a:t>CAPACITY AND COST</a:t>
              </a:r>
              <a:endParaRPr lang="en-US" sz="900" spc="54" kern="0" b="0" i="0" dirty="0">
                <a:solidFill>
                  <a:srgbClr val="070154"/>
                </a:solidFill>
                <a:latin typeface="IBM Plex Mono Medium"/>
                <a:ea typeface="IBM Plex Mono Medium"/>
                <a:cs typeface="IBM Plex Mono Medium"/>
              </a:endParaRPr>
            </a:p>
          </p:txBody>
        </p:sp>
      </p:grpSp>
      <p:grpSp>
        <p:nvGrpSpPr>
          <p:cNvPr id="123" name="node10"/>
          <p:cNvGrpSpPr/>
          <p:nvPr/>
        </p:nvGrpSpPr>
        <p:grpSpPr>
          <a:xfrm>
            <a:off x="4152900" y="2743200"/>
            <a:ext cx="1600200" cy="1600200"/>
            <a:chOff x="4152900" y="2743200"/>
            <a:chExt cx="1600200" cy="1600200"/>
          </a:xfrm>
        </p:grpSpPr>
        <p:sp>
          <p:nvSpPr>
            <p:cNvPr id="34" name="node10.surface"/>
            <p:cNvSpPr/>
            <p:nvPr/>
          </p:nvSpPr>
          <p:spPr>
            <a:xfrm>
              <a:off x="4152900" y="2743200"/>
              <a:ext cx="1600200" cy="1600200"/>
            </a:xfrm>
            <a:prstGeom prst="rect">
              <a:avLst/>
            </a:prstGeom>
            <a:solidFill>
              <a:srgbClr val="FFFFFF"/>
            </a:solidFill>
            <a:ln w="12700">
              <a:solidFill>
                <a:srgbClr val="50658E"/>
              </a:solidFill>
              <a:prstDash val="dash"/>
            </a:ln>
          </p:spPr>
        </p:sp>
        <p:sp>
          <p:nvSpPr>
            <p:cNvPr id="35" name="node10.label"/>
            <p:cNvSpPr/>
            <p:nvPr/>
          </p:nvSpPr>
          <p:spPr>
            <a:xfrm>
              <a:off x="4305300" y="2857500"/>
              <a:ext cx="1295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Source systems</a:t>
              </a:r>
              <a:endParaRPr lang="en-US" sz="1200" spc="0" kern="0" b="0" i="0" dirty="0">
                <a:solidFill>
                  <a:srgbClr val="070154"/>
                </a:solidFill>
                <a:latin typeface="IBM Plex Sans SemiBold"/>
                <a:ea typeface="IBM Plex Sans SemiBold"/>
                <a:cs typeface="IBM Plex Sans SemiBold"/>
              </a:endParaRPr>
            </a:p>
          </p:txBody>
        </p:sp>
        <p:sp>
          <p:nvSpPr>
            <p:cNvPr id="36" name="node10.label-underline-0"/>
            <p:cNvSpPr/>
            <p:nvPr/>
          </p:nvSpPr>
          <p:spPr>
            <a:xfrm>
              <a:off x="4305300" y="3044190"/>
              <a:ext cx="1114425" cy="0"/>
            </a:xfrm>
            <a:custGeom>
              <a:avLst/>
              <a:gdLst/>
              <a:ahLst/>
              <a:cxnLst/>
              <a:rect l="l" t="t" r="r" b="b"/>
              <a:pathLst>
                <a:path w="1114425">
                  <a:moveTo>
                    <a:pt x="0" y="0"/>
                  </a:moveTo>
                  <a:lnTo>
                    <a:pt x="1114425" y="0"/>
                  </a:lnTo>
                </a:path>
              </a:pathLst>
            </a:custGeom>
            <a:ln w="9525">
              <a:solidFill>
                <a:srgbClr val="070154"/>
              </a:solidFill>
              <a:prstDash val="solid"/>
            </a:ln>
          </p:spPr>
        </p:sp>
        <p:grpSp>
          <p:nvGrpSpPr>
            <p:cNvPr id="122" name="node10.bullets"/>
            <p:cNvGrpSpPr/>
            <p:nvPr/>
          </p:nvGrpSpPr>
          <p:grpSpPr>
            <a:xfrm>
              <a:off x="4305300" y="3162300"/>
              <a:ext cx="1295400" cy="1028700"/>
              <a:chOff x="4305300" y="3162300"/>
              <a:chExt cx="1295400" cy="1028700"/>
            </a:xfrm>
          </p:grpSpPr>
          <p:sp>
            <p:nvSpPr>
              <p:cNvPr id="37" name="node10.bullets.source-001.bullet"/>
              <p:cNvSpPr/>
              <p:nvPr/>
            </p:nvSpPr>
            <p:spPr>
              <a:xfrm>
                <a:off x="4305300" y="3251200"/>
                <a:ext cx="38100" cy="38100"/>
              </a:xfrm>
              <a:prstGeom prst="rect">
                <a:avLst/>
              </a:prstGeom>
              <a:solidFill>
                <a:srgbClr val="070154"/>
              </a:solidFill>
              <a:ln>
                <a:noFill/>
              </a:ln>
            </p:spPr>
          </p:sp>
          <p:sp>
            <p:nvSpPr>
              <p:cNvPr id="38" name="node10.bullets.source-001.text"/>
              <p:cNvSpPr/>
              <p:nvPr/>
            </p:nvSpPr>
            <p:spPr>
              <a:xfrm>
                <a:off x="4457700" y="3162300"/>
                <a:ext cx="1143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ERP</a:t>
                </a:r>
                <a:endParaRPr lang="en-US" sz="1200" spc="0" kern="0" b="0" i="0" dirty="0">
                  <a:solidFill>
                    <a:srgbClr val="070154"/>
                  </a:solidFill>
                  <a:latin typeface="IBM Plex Sans"/>
                  <a:ea typeface="IBM Plex Sans"/>
                  <a:cs typeface="IBM Plex Sans"/>
                </a:endParaRPr>
              </a:p>
            </p:txBody>
          </p:sp>
          <p:sp>
            <p:nvSpPr>
              <p:cNvPr id="39" name="node10.bullets.source-002.bullet"/>
              <p:cNvSpPr/>
              <p:nvPr/>
            </p:nvSpPr>
            <p:spPr>
              <a:xfrm>
                <a:off x="4305300" y="3517900"/>
                <a:ext cx="38100" cy="38100"/>
              </a:xfrm>
              <a:prstGeom prst="rect">
                <a:avLst/>
              </a:prstGeom>
              <a:solidFill>
                <a:srgbClr val="070154"/>
              </a:solidFill>
              <a:ln>
                <a:noFill/>
              </a:ln>
            </p:spPr>
          </p:sp>
          <p:sp>
            <p:nvSpPr>
              <p:cNvPr id="40" name="node10.bullets.source-002.text"/>
              <p:cNvSpPr/>
              <p:nvPr/>
            </p:nvSpPr>
            <p:spPr>
              <a:xfrm>
                <a:off x="4457700" y="3429000"/>
                <a:ext cx="1143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Claims</a:t>
                </a:r>
                <a:endParaRPr lang="en-US" sz="1200" spc="0" kern="0" b="0" i="0" dirty="0">
                  <a:solidFill>
                    <a:srgbClr val="070154"/>
                  </a:solidFill>
                  <a:latin typeface="IBM Plex Sans"/>
                  <a:ea typeface="IBM Plex Sans"/>
                  <a:cs typeface="IBM Plex Sans"/>
                </a:endParaRPr>
              </a:p>
            </p:txBody>
          </p:sp>
          <p:sp>
            <p:nvSpPr>
              <p:cNvPr id="41" name="node10.bullets.source-003.bullet"/>
              <p:cNvSpPr/>
              <p:nvPr/>
            </p:nvSpPr>
            <p:spPr>
              <a:xfrm>
                <a:off x="4305300" y="3784600"/>
                <a:ext cx="38100" cy="38100"/>
              </a:xfrm>
              <a:prstGeom prst="rect">
                <a:avLst/>
              </a:prstGeom>
              <a:solidFill>
                <a:srgbClr val="070154"/>
              </a:solidFill>
              <a:ln>
                <a:noFill/>
              </a:ln>
            </p:spPr>
          </p:sp>
          <p:sp>
            <p:nvSpPr>
              <p:cNvPr id="42" name="node10.bullets.source-003.text"/>
              <p:cNvSpPr/>
              <p:nvPr/>
            </p:nvSpPr>
            <p:spPr>
              <a:xfrm>
                <a:off x="4457700" y="3695700"/>
                <a:ext cx="1143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CRM</a:t>
                </a:r>
                <a:endParaRPr lang="en-US" sz="1200" spc="0" kern="0" b="0" i="0" dirty="0">
                  <a:solidFill>
                    <a:srgbClr val="070154"/>
                  </a:solidFill>
                  <a:latin typeface="IBM Plex Sans"/>
                  <a:ea typeface="IBM Plex Sans"/>
                  <a:cs typeface="IBM Plex Sans"/>
                </a:endParaRPr>
              </a:p>
            </p:txBody>
          </p:sp>
          <p:sp>
            <p:nvSpPr>
              <p:cNvPr id="43" name="node10.bullets.source-004.bullet"/>
              <p:cNvSpPr/>
              <p:nvPr/>
            </p:nvSpPr>
            <p:spPr>
              <a:xfrm>
                <a:off x="4305300" y="4051300"/>
                <a:ext cx="38100" cy="38100"/>
              </a:xfrm>
              <a:prstGeom prst="rect">
                <a:avLst/>
              </a:prstGeom>
              <a:solidFill>
                <a:srgbClr val="070154"/>
              </a:solidFill>
              <a:ln>
                <a:noFill/>
              </a:ln>
            </p:spPr>
          </p:sp>
          <p:sp>
            <p:nvSpPr>
              <p:cNvPr id="44" name="node10.bullets.source-004.text"/>
              <p:cNvSpPr/>
              <p:nvPr/>
            </p:nvSpPr>
            <p:spPr>
              <a:xfrm>
                <a:off x="4457700" y="3962400"/>
                <a:ext cx="1143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Files</a:t>
                </a:r>
                <a:endParaRPr lang="en-US" sz="1200" spc="0" kern="0" b="0" i="0" dirty="0">
                  <a:solidFill>
                    <a:srgbClr val="070154"/>
                  </a:solidFill>
                  <a:latin typeface="IBM Plex Sans"/>
                  <a:ea typeface="IBM Plex Sans"/>
                  <a:cs typeface="IBM Plex Sans"/>
                </a:endParaRPr>
              </a:p>
            </p:txBody>
          </p:sp>
        </p:grpSp>
      </p:grpSp>
      <p:grpSp>
        <p:nvGrpSpPr>
          <p:cNvPr id="124" name="node11"/>
          <p:cNvGrpSpPr/>
          <p:nvPr/>
        </p:nvGrpSpPr>
        <p:grpSpPr>
          <a:xfrm>
            <a:off x="5981700" y="2743200"/>
            <a:ext cx="3200400" cy="1600200"/>
            <a:chOff x="5981700" y="2743200"/>
            <a:chExt cx="3200400" cy="1600200"/>
          </a:xfrm>
        </p:grpSpPr>
        <p:sp>
          <p:nvSpPr>
            <p:cNvPr id="45" name="node11.surface"/>
            <p:cNvSpPr/>
            <p:nvPr/>
          </p:nvSpPr>
          <p:spPr>
            <a:xfrm>
              <a:off x="5981700" y="2743200"/>
              <a:ext cx="3200400" cy="1600200"/>
            </a:xfrm>
            <a:prstGeom prst="rect">
              <a:avLst/>
            </a:prstGeom>
            <a:solidFill>
              <a:srgbClr val="E8EEF8"/>
            </a:solidFill>
            <a:ln>
              <a:noFill/>
            </a:ln>
          </p:spPr>
        </p:sp>
        <p:sp>
          <p:nvSpPr>
            <p:cNvPr id="46" name="node11.label"/>
            <p:cNvSpPr/>
            <p:nvPr/>
          </p:nvSpPr>
          <p:spPr>
            <a:xfrm>
              <a:off x="6134100" y="2857500"/>
              <a:ext cx="28956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Enterprise data platform</a:t>
              </a:r>
              <a:endParaRPr lang="en-US" sz="1800" spc="-18" kern="0" b="0" i="0" dirty="0">
                <a:solidFill>
                  <a:srgbClr val="070154"/>
                </a:solidFill>
                <a:latin typeface="IBM Plex Sans SemiBold"/>
                <a:ea typeface="IBM Plex Sans SemiBold"/>
                <a:cs typeface="IBM Plex Sans SemiBold"/>
              </a:endParaRPr>
            </a:p>
          </p:txBody>
        </p:sp>
      </p:grpSp>
      <p:grpSp>
        <p:nvGrpSpPr>
          <p:cNvPr id="125" name="node12"/>
          <p:cNvGrpSpPr/>
          <p:nvPr/>
        </p:nvGrpSpPr>
        <p:grpSpPr>
          <a:xfrm>
            <a:off x="6210300" y="3200400"/>
            <a:ext cx="838200" cy="457200"/>
            <a:chOff x="6210300" y="3200400"/>
            <a:chExt cx="838200" cy="457200"/>
          </a:xfrm>
        </p:grpSpPr>
        <p:sp>
          <p:nvSpPr>
            <p:cNvPr id="47" name="node12.surface"/>
            <p:cNvSpPr/>
            <p:nvPr/>
          </p:nvSpPr>
          <p:spPr>
            <a:xfrm>
              <a:off x="6210300" y="3200400"/>
              <a:ext cx="838200" cy="457200"/>
            </a:xfrm>
            <a:prstGeom prst="can">
              <a:avLst/>
            </a:prstGeom>
            <a:solidFill>
              <a:srgbClr val="070154"/>
            </a:solidFill>
            <a:ln w="9525">
              <a:solidFill>
                <a:srgbClr val="070154"/>
              </a:solidFill>
              <a:prstDash val="solid"/>
            </a:ln>
          </p:spPr>
        </p:sp>
        <p:sp>
          <p:nvSpPr>
            <p:cNvPr id="48" name="node12.text"/>
            <p:cNvSpPr/>
            <p:nvPr/>
          </p:nvSpPr>
          <p:spPr>
            <a:xfrm>
              <a:off x="6210300" y="3346704"/>
              <a:ext cx="8382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SemiBold"/>
                  <a:ea typeface="IBM Plex Sans SemiBold"/>
                  <a:cs typeface="IBM Plex Sans SemiBold"/>
                </a:rPr>
                <a:t>Raw</a:t>
              </a:r>
              <a:endParaRPr lang="en-US" sz="1200" spc="0" kern="0" b="0" i="0" dirty="0">
                <a:solidFill>
                  <a:srgbClr val="FFFFFF"/>
                </a:solidFill>
                <a:latin typeface="IBM Plex Sans SemiBold"/>
                <a:ea typeface="IBM Plex Sans SemiBold"/>
                <a:cs typeface="IBM Plex Sans SemiBold"/>
              </a:endParaRPr>
            </a:p>
          </p:txBody>
        </p:sp>
      </p:grpSp>
      <p:grpSp>
        <p:nvGrpSpPr>
          <p:cNvPr id="126" name="node13"/>
          <p:cNvGrpSpPr/>
          <p:nvPr/>
        </p:nvGrpSpPr>
        <p:grpSpPr>
          <a:xfrm>
            <a:off x="7124700" y="3200400"/>
            <a:ext cx="838200" cy="457200"/>
            <a:chOff x="7124700" y="3200400"/>
            <a:chExt cx="838200" cy="457200"/>
          </a:xfrm>
        </p:grpSpPr>
        <p:sp>
          <p:nvSpPr>
            <p:cNvPr id="49" name="node13.surface"/>
            <p:cNvSpPr/>
            <p:nvPr/>
          </p:nvSpPr>
          <p:spPr>
            <a:xfrm>
              <a:off x="7124700" y="3200400"/>
              <a:ext cx="838200" cy="457200"/>
            </a:xfrm>
            <a:prstGeom prst="can">
              <a:avLst/>
            </a:prstGeom>
            <a:solidFill>
              <a:srgbClr val="070154"/>
            </a:solidFill>
            <a:ln w="9525">
              <a:solidFill>
                <a:srgbClr val="070154"/>
              </a:solidFill>
              <a:prstDash val="solid"/>
            </a:ln>
          </p:spPr>
        </p:sp>
        <p:sp>
          <p:nvSpPr>
            <p:cNvPr id="50" name="node13.text"/>
            <p:cNvSpPr/>
            <p:nvPr/>
          </p:nvSpPr>
          <p:spPr>
            <a:xfrm>
              <a:off x="7124700" y="3346704"/>
              <a:ext cx="8382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SemiBold"/>
                  <a:ea typeface="IBM Plex Sans SemiBold"/>
                  <a:cs typeface="IBM Plex Sans SemiBold"/>
                </a:rPr>
                <a:t>Refined</a:t>
              </a:r>
              <a:endParaRPr lang="en-US" sz="1200" spc="0" kern="0" b="0" i="0" dirty="0">
                <a:solidFill>
                  <a:srgbClr val="FFFFFF"/>
                </a:solidFill>
                <a:latin typeface="IBM Plex Sans SemiBold"/>
                <a:ea typeface="IBM Plex Sans SemiBold"/>
                <a:cs typeface="IBM Plex Sans SemiBold"/>
              </a:endParaRPr>
            </a:p>
          </p:txBody>
        </p:sp>
      </p:grpSp>
      <p:grpSp>
        <p:nvGrpSpPr>
          <p:cNvPr id="127" name="node14"/>
          <p:cNvGrpSpPr/>
          <p:nvPr/>
        </p:nvGrpSpPr>
        <p:grpSpPr>
          <a:xfrm>
            <a:off x="8039100" y="3200400"/>
            <a:ext cx="838200" cy="457200"/>
            <a:chOff x="8039100" y="3200400"/>
            <a:chExt cx="838200" cy="457200"/>
          </a:xfrm>
        </p:grpSpPr>
        <p:sp>
          <p:nvSpPr>
            <p:cNvPr id="51" name="node14.surface"/>
            <p:cNvSpPr/>
            <p:nvPr/>
          </p:nvSpPr>
          <p:spPr>
            <a:xfrm>
              <a:off x="8039100" y="3200400"/>
              <a:ext cx="838200" cy="457200"/>
            </a:xfrm>
            <a:prstGeom prst="can">
              <a:avLst/>
            </a:prstGeom>
            <a:solidFill>
              <a:srgbClr val="070154"/>
            </a:solidFill>
            <a:ln w="9525">
              <a:solidFill>
                <a:srgbClr val="070154"/>
              </a:solidFill>
              <a:prstDash val="solid"/>
            </a:ln>
          </p:spPr>
        </p:sp>
        <p:sp>
          <p:nvSpPr>
            <p:cNvPr id="52" name="node14.text"/>
            <p:cNvSpPr/>
            <p:nvPr/>
          </p:nvSpPr>
          <p:spPr>
            <a:xfrm>
              <a:off x="8039100" y="3346704"/>
              <a:ext cx="8382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SemiBold"/>
                  <a:ea typeface="IBM Plex Sans SemiBold"/>
                  <a:cs typeface="IBM Plex Sans SemiBold"/>
                </a:rPr>
                <a:t>Curated</a:t>
              </a:r>
              <a:endParaRPr lang="en-US" sz="1200" spc="0" kern="0" b="0" i="0" dirty="0">
                <a:solidFill>
                  <a:srgbClr val="FFFFFF"/>
                </a:solidFill>
                <a:latin typeface="IBM Plex Sans SemiBold"/>
                <a:ea typeface="IBM Plex Sans SemiBold"/>
                <a:cs typeface="IBM Plex Sans SemiBold"/>
              </a:endParaRPr>
            </a:p>
          </p:txBody>
        </p:sp>
      </p:grpSp>
      <p:grpSp>
        <p:nvGrpSpPr>
          <p:cNvPr id="128" name="node15"/>
          <p:cNvGrpSpPr/>
          <p:nvPr/>
        </p:nvGrpSpPr>
        <p:grpSpPr>
          <a:xfrm>
            <a:off x="6210300" y="3886200"/>
            <a:ext cx="2743200" cy="228600"/>
            <a:chOff x="6210300" y="3886200"/>
            <a:chExt cx="2743200" cy="228600"/>
          </a:xfrm>
        </p:grpSpPr>
        <p:sp>
          <p:nvSpPr>
            <p:cNvPr id="53" name="node15.surface"/>
            <p:cNvSpPr/>
            <p:nvPr/>
          </p:nvSpPr>
          <p:spPr>
            <a:xfrm>
              <a:off x="6210300" y="3886200"/>
              <a:ext cx="2743200" cy="228600"/>
            </a:xfrm>
            <a:prstGeom prst="rect">
              <a:avLst/>
            </a:prstGeom>
            <a:solidFill>
              <a:srgbClr val="FFFFFF"/>
            </a:solidFill>
            <a:ln>
              <a:noFill/>
            </a:ln>
          </p:spPr>
        </p:sp>
        <p:sp>
          <p:nvSpPr>
            <p:cNvPr id="54" name="node15.text"/>
            <p:cNvSpPr/>
            <p:nvPr/>
          </p:nvSpPr>
          <p:spPr>
            <a:xfrm>
              <a:off x="6286500" y="3924300"/>
              <a:ext cx="25908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Medium"/>
                  <a:ea typeface="IBM Plex Mono Medium"/>
                  <a:cs typeface="IBM Plex Mono Medium"/>
                </a:rPr>
                <a:t>INTEROPERABILITY SERVICES</a:t>
              </a:r>
              <a:endParaRPr lang="en-US" sz="900" spc="54" kern="0" b="0" i="0" dirty="0">
                <a:solidFill>
                  <a:srgbClr val="070154"/>
                </a:solidFill>
                <a:latin typeface="IBM Plex Mono Medium"/>
                <a:ea typeface="IBM Plex Mono Medium"/>
                <a:cs typeface="IBM Plex Mono Medium"/>
              </a:endParaRPr>
            </a:p>
          </p:txBody>
        </p:sp>
      </p:grpSp>
      <p:grpSp>
        <p:nvGrpSpPr>
          <p:cNvPr id="129" name="node16"/>
          <p:cNvGrpSpPr/>
          <p:nvPr/>
        </p:nvGrpSpPr>
        <p:grpSpPr>
          <a:xfrm>
            <a:off x="9410700" y="2743200"/>
            <a:ext cx="2057400" cy="1600200"/>
            <a:chOff x="9410700" y="2743200"/>
            <a:chExt cx="2057400" cy="1600200"/>
          </a:xfrm>
        </p:grpSpPr>
        <p:sp>
          <p:nvSpPr>
            <p:cNvPr id="55" name="node16.surface"/>
            <p:cNvSpPr/>
            <p:nvPr/>
          </p:nvSpPr>
          <p:spPr>
            <a:xfrm>
              <a:off x="9410700" y="2743200"/>
              <a:ext cx="2057400" cy="1600200"/>
            </a:xfrm>
            <a:prstGeom prst="rect">
              <a:avLst/>
            </a:prstGeom>
            <a:solidFill>
              <a:srgbClr val="E8EEF8"/>
            </a:solidFill>
            <a:ln>
              <a:noFill/>
            </a:ln>
          </p:spPr>
        </p:sp>
        <p:sp>
          <p:nvSpPr>
            <p:cNvPr id="56" name="node16.label"/>
            <p:cNvSpPr/>
            <p:nvPr/>
          </p:nvSpPr>
          <p:spPr>
            <a:xfrm>
              <a:off x="9563100" y="2857500"/>
              <a:ext cx="17526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Consumption</a:t>
              </a:r>
              <a:endParaRPr lang="en-US" sz="1800" spc="-18" kern="0" b="0" i="0" dirty="0">
                <a:solidFill>
                  <a:srgbClr val="070154"/>
                </a:solidFill>
                <a:latin typeface="IBM Plex Sans SemiBold"/>
                <a:ea typeface="IBM Plex Sans SemiBold"/>
                <a:cs typeface="IBM Plex Sans SemiBold"/>
              </a:endParaRPr>
            </a:p>
          </p:txBody>
        </p:sp>
      </p:grpSp>
      <p:grpSp>
        <p:nvGrpSpPr>
          <p:cNvPr id="130" name="node17"/>
          <p:cNvGrpSpPr/>
          <p:nvPr/>
        </p:nvGrpSpPr>
        <p:grpSpPr>
          <a:xfrm>
            <a:off x="9639300" y="3200400"/>
            <a:ext cx="1600200" cy="381000"/>
            <a:chOff x="9639300" y="3200400"/>
            <a:chExt cx="1600200" cy="381000"/>
          </a:xfrm>
        </p:grpSpPr>
        <p:sp>
          <p:nvSpPr>
            <p:cNvPr id="57" name="node17.surface"/>
            <p:cNvSpPr/>
            <p:nvPr/>
          </p:nvSpPr>
          <p:spPr>
            <a:xfrm>
              <a:off x="9639300" y="3200400"/>
              <a:ext cx="1600200" cy="381000"/>
            </a:xfrm>
            <a:prstGeom prst="rect">
              <a:avLst/>
            </a:prstGeom>
            <a:solidFill>
              <a:srgbClr val="070154"/>
            </a:solidFill>
            <a:ln>
              <a:noFill/>
            </a:ln>
          </p:spPr>
        </p:sp>
        <p:sp>
          <p:nvSpPr>
            <p:cNvPr id="58" name="node17.text"/>
            <p:cNvSpPr/>
            <p:nvPr/>
          </p:nvSpPr>
          <p:spPr>
            <a:xfrm>
              <a:off x="9791700" y="3276600"/>
              <a:ext cx="12954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BI platform</a:t>
              </a:r>
              <a:endParaRPr lang="en-US" sz="1200" spc="0" kern="0" b="0" i="0" dirty="0">
                <a:solidFill>
                  <a:srgbClr val="FFFFFF"/>
                </a:solidFill>
                <a:latin typeface="IBM Plex Sans"/>
                <a:ea typeface="IBM Plex Sans"/>
                <a:cs typeface="IBM Plex Sans"/>
              </a:endParaRPr>
            </a:p>
          </p:txBody>
        </p:sp>
      </p:grpSp>
      <p:grpSp>
        <p:nvGrpSpPr>
          <p:cNvPr id="131" name="node18"/>
          <p:cNvGrpSpPr/>
          <p:nvPr/>
        </p:nvGrpSpPr>
        <p:grpSpPr>
          <a:xfrm>
            <a:off x="9639300" y="3657600"/>
            <a:ext cx="1600200" cy="381000"/>
            <a:chOff x="9639300" y="3657600"/>
            <a:chExt cx="1600200" cy="381000"/>
          </a:xfrm>
        </p:grpSpPr>
        <p:sp>
          <p:nvSpPr>
            <p:cNvPr id="59" name="node18.surface"/>
            <p:cNvSpPr/>
            <p:nvPr/>
          </p:nvSpPr>
          <p:spPr>
            <a:xfrm>
              <a:off x="9639300" y="3657600"/>
              <a:ext cx="1600200" cy="381000"/>
            </a:xfrm>
            <a:prstGeom prst="rect">
              <a:avLst/>
            </a:prstGeom>
            <a:solidFill>
              <a:srgbClr val="070154"/>
            </a:solidFill>
            <a:ln>
              <a:noFill/>
            </a:ln>
          </p:spPr>
        </p:sp>
        <p:sp>
          <p:nvSpPr>
            <p:cNvPr id="60" name="node18.text"/>
            <p:cNvSpPr/>
            <p:nvPr/>
          </p:nvSpPr>
          <p:spPr>
            <a:xfrm>
              <a:off x="9791700" y="3733800"/>
              <a:ext cx="12954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Data science, AI</a:t>
              </a:r>
              <a:endParaRPr lang="en-US" sz="1200" spc="0" kern="0" b="0" i="0" dirty="0">
                <a:solidFill>
                  <a:srgbClr val="FFFFFF"/>
                </a:solidFill>
                <a:latin typeface="IBM Plex Sans"/>
                <a:ea typeface="IBM Plex Sans"/>
                <a:cs typeface="IBM Plex Sans"/>
              </a:endParaRPr>
            </a:p>
          </p:txBody>
        </p:sp>
      </p:grpSp>
      <p:grpSp>
        <p:nvGrpSpPr>
          <p:cNvPr id="132" name="node19"/>
          <p:cNvGrpSpPr/>
          <p:nvPr/>
        </p:nvGrpSpPr>
        <p:grpSpPr>
          <a:xfrm>
            <a:off x="5753100" y="3500679"/>
            <a:ext cx="228600" cy="85242"/>
            <a:chOff x="5753100" y="3500679"/>
            <a:chExt cx="228600" cy="85242"/>
          </a:xfrm>
        </p:grpSpPr>
        <p:sp>
          <p:nvSpPr>
            <p:cNvPr id="61" name="node19.segment-1"/>
            <p:cNvSpPr/>
            <p:nvPr/>
          </p:nvSpPr>
          <p:spPr>
            <a:xfrm>
              <a:off x="5753100" y="3543300"/>
              <a:ext cx="228600" cy="0"/>
            </a:xfrm>
            <a:custGeom>
              <a:avLst/>
              <a:gdLst/>
              <a:ahLst/>
              <a:cxnLst/>
              <a:rect l="l" t="t" r="r" b="b"/>
              <a:pathLst>
                <a:path w="228600">
                  <a:moveTo>
                    <a:pt x="0" y="0"/>
                  </a:moveTo>
                  <a:lnTo>
                    <a:pt x="228600" y="0"/>
                  </a:lnTo>
                </a:path>
              </a:pathLst>
            </a:custGeom>
            <a:ln w="12700">
              <a:solidFill>
                <a:srgbClr val="070154"/>
              </a:solidFill>
              <a:prstDash val="solid"/>
            </a:ln>
          </p:spPr>
        </p:sp>
        <p:sp>
          <p:nvSpPr>
            <p:cNvPr id="62" name="node19.head-end.0"/>
            <p:cNvSpPr/>
            <p:nvPr/>
          </p:nvSpPr>
          <p:spPr>
            <a:xfrm>
              <a:off x="5903683" y="3543300"/>
              <a:ext cx="78017" cy="42621"/>
            </a:xfrm>
            <a:custGeom>
              <a:avLst/>
              <a:gdLst/>
              <a:ahLst/>
              <a:cxnLst/>
              <a:rect l="l" t="t" r="r" b="b"/>
              <a:pathLst>
                <a:path w="78017" h="42621">
                  <a:moveTo>
                    <a:pt x="78017" y="0"/>
                  </a:moveTo>
                  <a:lnTo>
                    <a:pt x="0" y="42621"/>
                  </a:lnTo>
                </a:path>
              </a:pathLst>
            </a:custGeom>
            <a:ln w="12700">
              <a:solidFill>
                <a:srgbClr val="070154"/>
              </a:solidFill>
              <a:prstDash val="solid"/>
            </a:ln>
          </p:spPr>
        </p:sp>
        <p:sp>
          <p:nvSpPr>
            <p:cNvPr id="63" name="node19.head-end.1"/>
            <p:cNvSpPr/>
            <p:nvPr/>
          </p:nvSpPr>
          <p:spPr>
            <a:xfrm>
              <a:off x="5903683" y="3500679"/>
              <a:ext cx="78017" cy="42621"/>
            </a:xfrm>
            <a:custGeom>
              <a:avLst/>
              <a:gdLst/>
              <a:ahLst/>
              <a:cxnLst/>
              <a:rect l="l" t="t" r="r" b="b"/>
              <a:pathLst>
                <a:path w="78017" h="42621">
                  <a:moveTo>
                    <a:pt x="78017" y="42621"/>
                  </a:moveTo>
                  <a:lnTo>
                    <a:pt x="0" y="0"/>
                  </a:lnTo>
                </a:path>
              </a:pathLst>
            </a:custGeom>
            <a:ln w="12700">
              <a:solidFill>
                <a:srgbClr val="070154"/>
              </a:solidFill>
              <a:prstDash val="solid"/>
            </a:ln>
          </p:spPr>
        </p:sp>
        <p:sp>
          <p:nvSpPr>
            <p:cNvPr id="64" name="node19.head-start.0"/>
            <p:cNvSpPr/>
            <p:nvPr/>
          </p:nvSpPr>
          <p:spPr>
            <a:xfrm>
              <a:off x="5753100" y="3500679"/>
              <a:ext cx="78017" cy="42621"/>
            </a:xfrm>
            <a:custGeom>
              <a:avLst/>
              <a:gdLst/>
              <a:ahLst/>
              <a:cxnLst/>
              <a:rect l="l" t="t" r="r" b="b"/>
              <a:pathLst>
                <a:path w="78017" h="42621">
                  <a:moveTo>
                    <a:pt x="0" y="42621"/>
                  </a:moveTo>
                  <a:lnTo>
                    <a:pt x="78017" y="0"/>
                  </a:lnTo>
                </a:path>
              </a:pathLst>
            </a:custGeom>
            <a:ln w="12700">
              <a:solidFill>
                <a:srgbClr val="070154"/>
              </a:solidFill>
              <a:prstDash val="solid"/>
            </a:ln>
          </p:spPr>
        </p:sp>
        <p:sp>
          <p:nvSpPr>
            <p:cNvPr id="65" name="node19.head-start.1"/>
            <p:cNvSpPr/>
            <p:nvPr/>
          </p:nvSpPr>
          <p:spPr>
            <a:xfrm>
              <a:off x="5753100" y="3543300"/>
              <a:ext cx="78017" cy="42621"/>
            </a:xfrm>
            <a:custGeom>
              <a:avLst/>
              <a:gdLst/>
              <a:ahLst/>
              <a:cxnLst/>
              <a:rect l="l" t="t" r="r" b="b"/>
              <a:pathLst>
                <a:path w="78017" h="42621">
                  <a:moveTo>
                    <a:pt x="0" y="0"/>
                  </a:moveTo>
                  <a:lnTo>
                    <a:pt x="78017" y="42621"/>
                  </a:lnTo>
                </a:path>
              </a:pathLst>
            </a:custGeom>
            <a:ln w="12700">
              <a:solidFill>
                <a:srgbClr val="070154"/>
              </a:solidFill>
              <a:prstDash val="solid"/>
            </a:ln>
          </p:spPr>
        </p:sp>
      </p:grpSp>
      <p:grpSp>
        <p:nvGrpSpPr>
          <p:cNvPr id="133" name="node20"/>
          <p:cNvGrpSpPr/>
          <p:nvPr/>
        </p:nvGrpSpPr>
        <p:grpSpPr>
          <a:xfrm>
            <a:off x="9182100" y="3500679"/>
            <a:ext cx="228600" cy="85242"/>
            <a:chOff x="9182100" y="3500679"/>
            <a:chExt cx="228600" cy="85242"/>
          </a:xfrm>
        </p:grpSpPr>
        <p:sp>
          <p:nvSpPr>
            <p:cNvPr id="66" name="node20.segment-1"/>
            <p:cNvSpPr/>
            <p:nvPr/>
          </p:nvSpPr>
          <p:spPr>
            <a:xfrm>
              <a:off x="9182100" y="3543300"/>
              <a:ext cx="228600" cy="0"/>
            </a:xfrm>
            <a:custGeom>
              <a:avLst/>
              <a:gdLst/>
              <a:ahLst/>
              <a:cxnLst/>
              <a:rect l="l" t="t" r="r" b="b"/>
              <a:pathLst>
                <a:path w="228600">
                  <a:moveTo>
                    <a:pt x="0" y="0"/>
                  </a:moveTo>
                  <a:lnTo>
                    <a:pt x="228600" y="0"/>
                  </a:lnTo>
                </a:path>
              </a:pathLst>
            </a:custGeom>
            <a:ln w="12700">
              <a:solidFill>
                <a:srgbClr val="070154"/>
              </a:solidFill>
              <a:prstDash val="solid"/>
            </a:ln>
          </p:spPr>
        </p:sp>
        <p:sp>
          <p:nvSpPr>
            <p:cNvPr id="67" name="node20.head-end.0"/>
            <p:cNvSpPr/>
            <p:nvPr/>
          </p:nvSpPr>
          <p:spPr>
            <a:xfrm>
              <a:off x="9332683" y="3543300"/>
              <a:ext cx="78017" cy="42621"/>
            </a:xfrm>
            <a:custGeom>
              <a:avLst/>
              <a:gdLst/>
              <a:ahLst/>
              <a:cxnLst/>
              <a:rect l="l" t="t" r="r" b="b"/>
              <a:pathLst>
                <a:path w="78017" h="42621">
                  <a:moveTo>
                    <a:pt x="78017" y="0"/>
                  </a:moveTo>
                  <a:lnTo>
                    <a:pt x="0" y="42621"/>
                  </a:lnTo>
                </a:path>
              </a:pathLst>
            </a:custGeom>
            <a:ln w="12700">
              <a:solidFill>
                <a:srgbClr val="070154"/>
              </a:solidFill>
              <a:prstDash val="solid"/>
            </a:ln>
          </p:spPr>
        </p:sp>
        <p:sp>
          <p:nvSpPr>
            <p:cNvPr id="68" name="node20.head-end.1"/>
            <p:cNvSpPr/>
            <p:nvPr/>
          </p:nvSpPr>
          <p:spPr>
            <a:xfrm>
              <a:off x="9332683" y="3500679"/>
              <a:ext cx="78017" cy="42621"/>
            </a:xfrm>
            <a:custGeom>
              <a:avLst/>
              <a:gdLst/>
              <a:ahLst/>
              <a:cxnLst/>
              <a:rect l="l" t="t" r="r" b="b"/>
              <a:pathLst>
                <a:path w="78017" h="42621">
                  <a:moveTo>
                    <a:pt x="78017" y="42621"/>
                  </a:moveTo>
                  <a:lnTo>
                    <a:pt x="0" y="0"/>
                  </a:lnTo>
                </a:path>
              </a:pathLst>
            </a:custGeom>
            <a:ln w="12700">
              <a:solidFill>
                <a:srgbClr val="070154"/>
              </a:solidFill>
              <a:prstDash val="solid"/>
            </a:ln>
          </p:spPr>
        </p:sp>
        <p:sp>
          <p:nvSpPr>
            <p:cNvPr id="69" name="node20.head-start.0"/>
            <p:cNvSpPr/>
            <p:nvPr/>
          </p:nvSpPr>
          <p:spPr>
            <a:xfrm>
              <a:off x="9182100" y="3500679"/>
              <a:ext cx="78017" cy="42621"/>
            </a:xfrm>
            <a:custGeom>
              <a:avLst/>
              <a:gdLst/>
              <a:ahLst/>
              <a:cxnLst/>
              <a:rect l="l" t="t" r="r" b="b"/>
              <a:pathLst>
                <a:path w="78017" h="42621">
                  <a:moveTo>
                    <a:pt x="0" y="42621"/>
                  </a:moveTo>
                  <a:lnTo>
                    <a:pt x="78017" y="0"/>
                  </a:lnTo>
                </a:path>
              </a:pathLst>
            </a:custGeom>
            <a:ln w="12700">
              <a:solidFill>
                <a:srgbClr val="070154"/>
              </a:solidFill>
              <a:prstDash val="solid"/>
            </a:ln>
          </p:spPr>
        </p:sp>
        <p:sp>
          <p:nvSpPr>
            <p:cNvPr id="70" name="node20.head-start.1"/>
            <p:cNvSpPr/>
            <p:nvPr/>
          </p:nvSpPr>
          <p:spPr>
            <a:xfrm>
              <a:off x="9182100" y="3543300"/>
              <a:ext cx="78017" cy="42621"/>
            </a:xfrm>
            <a:custGeom>
              <a:avLst/>
              <a:gdLst/>
              <a:ahLst/>
              <a:cxnLst/>
              <a:rect l="l" t="t" r="r" b="b"/>
              <a:pathLst>
                <a:path w="78017" h="42621">
                  <a:moveTo>
                    <a:pt x="0" y="0"/>
                  </a:moveTo>
                  <a:lnTo>
                    <a:pt x="78017" y="42621"/>
                  </a:lnTo>
                </a:path>
              </a:pathLst>
            </a:custGeom>
            <a:ln w="12700">
              <a:solidFill>
                <a:srgbClr val="070154"/>
              </a:solidFill>
              <a:prstDash val="solid"/>
            </a:ln>
          </p:spPr>
        </p:sp>
      </p:grpSp>
      <p:grpSp>
        <p:nvGrpSpPr>
          <p:cNvPr id="134" name="node21"/>
          <p:cNvGrpSpPr/>
          <p:nvPr/>
        </p:nvGrpSpPr>
        <p:grpSpPr>
          <a:xfrm>
            <a:off x="4152900" y="4495800"/>
            <a:ext cx="7315200" cy="228600"/>
            <a:chOff x="4152900" y="4495800"/>
            <a:chExt cx="7315200" cy="228600"/>
          </a:xfrm>
        </p:grpSpPr>
        <p:sp>
          <p:nvSpPr>
            <p:cNvPr id="71" name="node21.label"/>
            <p:cNvSpPr/>
            <p:nvPr/>
          </p:nvSpPr>
          <p:spPr>
            <a:xfrm>
              <a:off x="4152900" y="4495800"/>
              <a:ext cx="1302457"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PLATFORM SERVICES</a:t>
              </a:r>
              <a:endParaRPr lang="en-US" sz="900" spc="54" kern="0" b="0" i="0" dirty="0">
                <a:solidFill>
                  <a:srgbClr val="50658E"/>
                </a:solidFill>
                <a:latin typeface="IBM Plex Mono Medium"/>
                <a:ea typeface="IBM Plex Mono Medium"/>
                <a:cs typeface="IBM Plex Mono Medium"/>
              </a:endParaRPr>
            </a:p>
          </p:txBody>
        </p:sp>
        <p:sp>
          <p:nvSpPr>
            <p:cNvPr id="72" name="node21.rule"/>
            <p:cNvSpPr/>
            <p:nvPr/>
          </p:nvSpPr>
          <p:spPr>
            <a:xfrm>
              <a:off x="5582357" y="4605338"/>
              <a:ext cx="5885743" cy="9525"/>
            </a:xfrm>
            <a:prstGeom prst="rect">
              <a:avLst/>
            </a:prstGeom>
            <a:solidFill>
              <a:srgbClr val="CED7E6"/>
            </a:solidFill>
            <a:ln>
              <a:noFill/>
            </a:ln>
          </p:spPr>
        </p:sp>
      </p:grpSp>
      <p:grpSp>
        <p:nvGrpSpPr>
          <p:cNvPr id="135" name="node22"/>
          <p:cNvGrpSpPr/>
          <p:nvPr/>
        </p:nvGrpSpPr>
        <p:grpSpPr>
          <a:xfrm>
            <a:off x="4152900" y="4800600"/>
            <a:ext cx="1752600" cy="203200"/>
            <a:chOff x="4152900" y="4800600"/>
            <a:chExt cx="1752600" cy="203200"/>
          </a:xfrm>
        </p:grpSpPr>
        <p:sp>
          <p:nvSpPr>
            <p:cNvPr id="73" name="node22.surface"/>
            <p:cNvSpPr/>
            <p:nvPr/>
          </p:nvSpPr>
          <p:spPr>
            <a:xfrm>
              <a:off x="4152900" y="4800600"/>
              <a:ext cx="1752600" cy="203200"/>
            </a:xfrm>
            <a:prstGeom prst="rect">
              <a:avLst/>
            </a:prstGeom>
            <a:solidFill>
              <a:srgbClr val="E8EEF8"/>
            </a:solidFill>
            <a:ln>
              <a:noFill/>
            </a:ln>
          </p:spPr>
        </p:sp>
        <p:sp>
          <p:nvSpPr>
            <p:cNvPr id="74" name="node22.text"/>
            <p:cNvSpPr/>
            <p:nvPr/>
          </p:nvSpPr>
          <p:spPr>
            <a:xfrm>
              <a:off x="4229100" y="4826000"/>
              <a:ext cx="16002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Medium"/>
                  <a:ea typeface="IBM Plex Mono Medium"/>
                  <a:cs typeface="IBM Plex Mono Medium"/>
                </a:rPr>
                <a:t>WORKSPACE MGMT.</a:t>
              </a:r>
              <a:endParaRPr lang="en-US" sz="900" spc="54" kern="0" b="0" i="0" dirty="0">
                <a:solidFill>
                  <a:srgbClr val="070154"/>
                </a:solidFill>
                <a:latin typeface="IBM Plex Mono Medium"/>
                <a:ea typeface="IBM Plex Mono Medium"/>
                <a:cs typeface="IBM Plex Mono Medium"/>
              </a:endParaRPr>
            </a:p>
          </p:txBody>
        </p:sp>
      </p:grpSp>
      <p:grpSp>
        <p:nvGrpSpPr>
          <p:cNvPr id="136" name="node23"/>
          <p:cNvGrpSpPr/>
          <p:nvPr/>
        </p:nvGrpSpPr>
        <p:grpSpPr>
          <a:xfrm>
            <a:off x="5981700" y="4800600"/>
            <a:ext cx="1752600" cy="203200"/>
            <a:chOff x="5981700" y="4800600"/>
            <a:chExt cx="1752600" cy="203200"/>
          </a:xfrm>
        </p:grpSpPr>
        <p:sp>
          <p:nvSpPr>
            <p:cNvPr id="75" name="node23.surface"/>
            <p:cNvSpPr/>
            <p:nvPr/>
          </p:nvSpPr>
          <p:spPr>
            <a:xfrm>
              <a:off x="5981700" y="4800600"/>
              <a:ext cx="1752600" cy="203200"/>
            </a:xfrm>
            <a:prstGeom prst="rect">
              <a:avLst/>
            </a:prstGeom>
            <a:solidFill>
              <a:srgbClr val="E8EEF8"/>
            </a:solidFill>
            <a:ln>
              <a:noFill/>
            </a:ln>
          </p:spPr>
        </p:sp>
        <p:sp>
          <p:nvSpPr>
            <p:cNvPr id="76" name="node23.text"/>
            <p:cNvSpPr/>
            <p:nvPr/>
          </p:nvSpPr>
          <p:spPr>
            <a:xfrm>
              <a:off x="6057900" y="4826000"/>
              <a:ext cx="16002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Medium"/>
                  <a:ea typeface="IBM Plex Mono Medium"/>
                  <a:cs typeface="IBM Plex Mono Medium"/>
                </a:rPr>
                <a:t>PROVISIONING</a:t>
              </a:r>
              <a:endParaRPr lang="en-US" sz="900" spc="54" kern="0" b="0" i="0" dirty="0">
                <a:solidFill>
                  <a:srgbClr val="070154"/>
                </a:solidFill>
                <a:latin typeface="IBM Plex Mono Medium"/>
                <a:ea typeface="IBM Plex Mono Medium"/>
                <a:cs typeface="IBM Plex Mono Medium"/>
              </a:endParaRPr>
            </a:p>
          </p:txBody>
        </p:sp>
      </p:grpSp>
      <p:grpSp>
        <p:nvGrpSpPr>
          <p:cNvPr id="137" name="node24"/>
          <p:cNvGrpSpPr/>
          <p:nvPr/>
        </p:nvGrpSpPr>
        <p:grpSpPr>
          <a:xfrm>
            <a:off x="7810500" y="4800600"/>
            <a:ext cx="1752600" cy="203200"/>
            <a:chOff x="7810500" y="4800600"/>
            <a:chExt cx="1752600" cy="203200"/>
          </a:xfrm>
        </p:grpSpPr>
        <p:sp>
          <p:nvSpPr>
            <p:cNvPr id="77" name="node24.surface"/>
            <p:cNvSpPr/>
            <p:nvPr/>
          </p:nvSpPr>
          <p:spPr>
            <a:xfrm>
              <a:off x="7810500" y="4800600"/>
              <a:ext cx="1752600" cy="203200"/>
            </a:xfrm>
            <a:prstGeom prst="rect">
              <a:avLst/>
            </a:prstGeom>
            <a:solidFill>
              <a:srgbClr val="E8EEF8"/>
            </a:solidFill>
            <a:ln>
              <a:noFill/>
            </a:ln>
          </p:spPr>
        </p:sp>
        <p:sp>
          <p:nvSpPr>
            <p:cNvPr id="78" name="node24.text"/>
            <p:cNvSpPr/>
            <p:nvPr/>
          </p:nvSpPr>
          <p:spPr>
            <a:xfrm>
              <a:off x="7886700" y="4826000"/>
              <a:ext cx="16002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Medium"/>
                  <a:ea typeface="IBM Plex Mono Medium"/>
                  <a:cs typeface="IBM Plex Mono Medium"/>
                </a:rPr>
                <a:t>POLICY ENFORCEMENT</a:t>
              </a:r>
              <a:endParaRPr lang="en-US" sz="900" spc="54" kern="0" b="0" i="0" dirty="0">
                <a:solidFill>
                  <a:srgbClr val="070154"/>
                </a:solidFill>
                <a:latin typeface="IBM Plex Mono Medium"/>
                <a:ea typeface="IBM Plex Mono Medium"/>
                <a:cs typeface="IBM Plex Mono Medium"/>
              </a:endParaRPr>
            </a:p>
          </p:txBody>
        </p:sp>
      </p:grpSp>
      <p:grpSp>
        <p:nvGrpSpPr>
          <p:cNvPr id="138" name="node25"/>
          <p:cNvGrpSpPr/>
          <p:nvPr/>
        </p:nvGrpSpPr>
        <p:grpSpPr>
          <a:xfrm>
            <a:off x="9639300" y="4800600"/>
            <a:ext cx="1752600" cy="203200"/>
            <a:chOff x="9639300" y="4800600"/>
            <a:chExt cx="1752600" cy="203200"/>
          </a:xfrm>
        </p:grpSpPr>
        <p:sp>
          <p:nvSpPr>
            <p:cNvPr id="79" name="node25.surface"/>
            <p:cNvSpPr/>
            <p:nvPr/>
          </p:nvSpPr>
          <p:spPr>
            <a:xfrm>
              <a:off x="9639300" y="4800600"/>
              <a:ext cx="1752600" cy="203200"/>
            </a:xfrm>
            <a:prstGeom prst="rect">
              <a:avLst/>
            </a:prstGeom>
            <a:solidFill>
              <a:srgbClr val="E8EEF8"/>
            </a:solidFill>
            <a:ln>
              <a:noFill/>
            </a:ln>
          </p:spPr>
        </p:sp>
        <p:sp>
          <p:nvSpPr>
            <p:cNvPr id="80" name="node25.text"/>
            <p:cNvSpPr/>
            <p:nvPr/>
          </p:nvSpPr>
          <p:spPr>
            <a:xfrm>
              <a:off x="9715500" y="4826000"/>
              <a:ext cx="16002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Medium"/>
                  <a:ea typeface="IBM Plex Mono Medium"/>
                  <a:cs typeface="IBM Plex Mono Medium"/>
                </a:rPr>
                <a:t>CONFIGURATION</a:t>
              </a:r>
              <a:endParaRPr lang="en-US" sz="900" spc="54" kern="0" b="0" i="0" dirty="0">
                <a:solidFill>
                  <a:srgbClr val="070154"/>
                </a:solidFill>
                <a:latin typeface="IBM Plex Mono Medium"/>
                <a:ea typeface="IBM Plex Mono Medium"/>
                <a:cs typeface="IBM Plex Mono Medium"/>
              </a:endParaRPr>
            </a:p>
          </p:txBody>
        </p:sp>
      </p:grpSp>
      <p:grpSp>
        <p:nvGrpSpPr>
          <p:cNvPr id="139" name="node26"/>
          <p:cNvGrpSpPr/>
          <p:nvPr/>
        </p:nvGrpSpPr>
        <p:grpSpPr>
          <a:xfrm>
            <a:off x="4152900" y="5029200"/>
            <a:ext cx="1752600" cy="203200"/>
            <a:chOff x="4152900" y="5029200"/>
            <a:chExt cx="1752600" cy="203200"/>
          </a:xfrm>
        </p:grpSpPr>
        <p:sp>
          <p:nvSpPr>
            <p:cNvPr id="81" name="node26.surface"/>
            <p:cNvSpPr/>
            <p:nvPr/>
          </p:nvSpPr>
          <p:spPr>
            <a:xfrm>
              <a:off x="4152900" y="5029200"/>
              <a:ext cx="1752600" cy="203200"/>
            </a:xfrm>
            <a:prstGeom prst="rect">
              <a:avLst/>
            </a:prstGeom>
            <a:solidFill>
              <a:srgbClr val="E8EEF8"/>
            </a:solidFill>
            <a:ln>
              <a:noFill/>
            </a:ln>
          </p:spPr>
        </p:sp>
        <p:sp>
          <p:nvSpPr>
            <p:cNvPr id="82" name="node26.text"/>
            <p:cNvSpPr/>
            <p:nvPr/>
          </p:nvSpPr>
          <p:spPr>
            <a:xfrm>
              <a:off x="4229100" y="5054600"/>
              <a:ext cx="16002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Medium"/>
                  <a:ea typeface="IBM Plex Mono Medium"/>
                  <a:cs typeface="IBM Plex Mono Medium"/>
                </a:rPr>
                <a:t>CAPACITY MGMT.</a:t>
              </a:r>
              <a:endParaRPr lang="en-US" sz="900" spc="54" kern="0" b="0" i="0" dirty="0">
                <a:solidFill>
                  <a:srgbClr val="070154"/>
                </a:solidFill>
                <a:latin typeface="IBM Plex Mono Medium"/>
                <a:ea typeface="IBM Plex Mono Medium"/>
                <a:cs typeface="IBM Plex Mono Medium"/>
              </a:endParaRPr>
            </a:p>
          </p:txBody>
        </p:sp>
      </p:grpSp>
      <p:grpSp>
        <p:nvGrpSpPr>
          <p:cNvPr id="140" name="node27"/>
          <p:cNvGrpSpPr/>
          <p:nvPr/>
        </p:nvGrpSpPr>
        <p:grpSpPr>
          <a:xfrm>
            <a:off x="5981700" y="5029200"/>
            <a:ext cx="1752600" cy="203200"/>
            <a:chOff x="5981700" y="5029200"/>
            <a:chExt cx="1752600" cy="203200"/>
          </a:xfrm>
        </p:grpSpPr>
        <p:sp>
          <p:nvSpPr>
            <p:cNvPr id="83" name="node27.surface"/>
            <p:cNvSpPr/>
            <p:nvPr/>
          </p:nvSpPr>
          <p:spPr>
            <a:xfrm>
              <a:off x="5981700" y="5029200"/>
              <a:ext cx="1752600" cy="203200"/>
            </a:xfrm>
            <a:prstGeom prst="rect">
              <a:avLst/>
            </a:prstGeom>
            <a:solidFill>
              <a:srgbClr val="E8EEF8"/>
            </a:solidFill>
            <a:ln>
              <a:noFill/>
            </a:ln>
          </p:spPr>
        </p:sp>
        <p:sp>
          <p:nvSpPr>
            <p:cNvPr id="84" name="node27.text"/>
            <p:cNvSpPr/>
            <p:nvPr/>
          </p:nvSpPr>
          <p:spPr>
            <a:xfrm>
              <a:off x="6057900" y="5054600"/>
              <a:ext cx="16002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Medium"/>
                  <a:ea typeface="IBM Plex Mono Medium"/>
                  <a:cs typeface="IBM Plex Mono Medium"/>
                </a:rPr>
                <a:t>CI/CD, DEPLOY</a:t>
              </a:r>
              <a:endParaRPr lang="en-US" sz="900" spc="54" kern="0" b="0" i="0" dirty="0">
                <a:solidFill>
                  <a:srgbClr val="070154"/>
                </a:solidFill>
                <a:latin typeface="IBM Plex Mono Medium"/>
                <a:ea typeface="IBM Plex Mono Medium"/>
                <a:cs typeface="IBM Plex Mono Medium"/>
              </a:endParaRPr>
            </a:p>
          </p:txBody>
        </p:sp>
      </p:grpSp>
      <p:grpSp>
        <p:nvGrpSpPr>
          <p:cNvPr id="141" name="node28"/>
          <p:cNvGrpSpPr/>
          <p:nvPr/>
        </p:nvGrpSpPr>
        <p:grpSpPr>
          <a:xfrm>
            <a:off x="7810500" y="5029200"/>
            <a:ext cx="1752600" cy="203200"/>
            <a:chOff x="7810500" y="5029200"/>
            <a:chExt cx="1752600" cy="203200"/>
          </a:xfrm>
        </p:grpSpPr>
        <p:sp>
          <p:nvSpPr>
            <p:cNvPr id="85" name="node28.surface"/>
            <p:cNvSpPr/>
            <p:nvPr/>
          </p:nvSpPr>
          <p:spPr>
            <a:xfrm>
              <a:off x="7810500" y="5029200"/>
              <a:ext cx="1752600" cy="203200"/>
            </a:xfrm>
            <a:prstGeom prst="rect">
              <a:avLst/>
            </a:prstGeom>
            <a:solidFill>
              <a:srgbClr val="E8EEF8"/>
            </a:solidFill>
            <a:ln>
              <a:noFill/>
            </a:ln>
          </p:spPr>
        </p:sp>
        <p:sp>
          <p:nvSpPr>
            <p:cNvPr id="86" name="node28.text"/>
            <p:cNvSpPr/>
            <p:nvPr/>
          </p:nvSpPr>
          <p:spPr>
            <a:xfrm>
              <a:off x="7886700" y="5054600"/>
              <a:ext cx="16002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Medium"/>
                  <a:ea typeface="IBM Plex Mono Medium"/>
                  <a:cs typeface="IBM Plex Mono Medium"/>
                </a:rPr>
                <a:t>TELEMETRY</a:t>
              </a:r>
              <a:endParaRPr lang="en-US" sz="900" spc="54" kern="0" b="0" i="0" dirty="0">
                <a:solidFill>
                  <a:srgbClr val="070154"/>
                </a:solidFill>
                <a:latin typeface="IBM Plex Mono Medium"/>
                <a:ea typeface="IBM Plex Mono Medium"/>
                <a:cs typeface="IBM Plex Mono Medium"/>
              </a:endParaRPr>
            </a:p>
          </p:txBody>
        </p:sp>
      </p:grpSp>
      <p:grpSp>
        <p:nvGrpSpPr>
          <p:cNvPr id="142" name="node29"/>
          <p:cNvGrpSpPr/>
          <p:nvPr/>
        </p:nvGrpSpPr>
        <p:grpSpPr>
          <a:xfrm>
            <a:off x="9639300" y="5029200"/>
            <a:ext cx="1752600" cy="203200"/>
            <a:chOff x="9639300" y="5029200"/>
            <a:chExt cx="1752600" cy="203200"/>
          </a:xfrm>
        </p:grpSpPr>
        <p:sp>
          <p:nvSpPr>
            <p:cNvPr id="87" name="node29.surface"/>
            <p:cNvSpPr/>
            <p:nvPr/>
          </p:nvSpPr>
          <p:spPr>
            <a:xfrm>
              <a:off x="9639300" y="5029200"/>
              <a:ext cx="1752600" cy="203200"/>
            </a:xfrm>
            <a:prstGeom prst="rect">
              <a:avLst/>
            </a:prstGeom>
            <a:solidFill>
              <a:srgbClr val="E8EEF8"/>
            </a:solidFill>
            <a:ln>
              <a:noFill/>
            </a:ln>
          </p:spPr>
        </p:sp>
        <p:sp>
          <p:nvSpPr>
            <p:cNvPr id="88" name="node29.text"/>
            <p:cNvSpPr/>
            <p:nvPr/>
          </p:nvSpPr>
          <p:spPr>
            <a:xfrm>
              <a:off x="9715500" y="5054600"/>
              <a:ext cx="16002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Medium"/>
                  <a:ea typeface="IBM Plex Mono Medium"/>
                  <a:cs typeface="IBM Plex Mono Medium"/>
                </a:rPr>
                <a:t>MONITORING</a:t>
              </a:r>
              <a:endParaRPr lang="en-US" sz="900" spc="54" kern="0" b="0" i="0" dirty="0">
                <a:solidFill>
                  <a:srgbClr val="070154"/>
                </a:solidFill>
                <a:latin typeface="IBM Plex Mono Medium"/>
                <a:ea typeface="IBM Plex Mono Medium"/>
                <a:cs typeface="IBM Plex Mono Medium"/>
              </a:endParaRPr>
            </a:p>
          </p:txBody>
        </p:sp>
      </p:grpSp>
      <p:grpSp>
        <p:nvGrpSpPr>
          <p:cNvPr id="143" name="node30"/>
          <p:cNvGrpSpPr/>
          <p:nvPr/>
        </p:nvGrpSpPr>
        <p:grpSpPr>
          <a:xfrm>
            <a:off x="4152900" y="5334000"/>
            <a:ext cx="2286000" cy="152400"/>
            <a:chOff x="4152900" y="5334000"/>
            <a:chExt cx="2286000" cy="152400"/>
          </a:xfrm>
        </p:grpSpPr>
        <p:sp>
          <p:nvSpPr>
            <p:cNvPr id="89" name="node30.text"/>
            <p:cNvSpPr/>
            <p:nvPr/>
          </p:nvSpPr>
          <p:spPr>
            <a:xfrm>
              <a:off x="4152900" y="5334000"/>
              <a:ext cx="2286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SECURE BY DESIGN</a:t>
              </a:r>
              <a:endParaRPr lang="en-US" sz="900" spc="54" kern="0" b="0" i="0" dirty="0">
                <a:solidFill>
                  <a:srgbClr val="0047FF"/>
                </a:solidFill>
                <a:latin typeface="IBM Plex Mono Medium"/>
                <a:ea typeface="IBM Plex Mono Medium"/>
                <a:cs typeface="IBM Plex Mono Medium"/>
              </a:endParaRPr>
            </a:p>
          </p:txBody>
        </p:sp>
      </p:grpSp>
      <p:grpSp>
        <p:nvGrpSpPr>
          <p:cNvPr id="144" name="node31"/>
          <p:cNvGrpSpPr/>
          <p:nvPr/>
        </p:nvGrpSpPr>
        <p:grpSpPr>
          <a:xfrm>
            <a:off x="4152900" y="5511800"/>
            <a:ext cx="2286000" cy="228600"/>
            <a:chOff x="4152900" y="5511800"/>
            <a:chExt cx="2286000" cy="228600"/>
          </a:xfrm>
        </p:grpSpPr>
        <p:sp>
          <p:nvSpPr>
            <p:cNvPr id="90" name="node31.text"/>
            <p:cNvSpPr/>
            <p:nvPr/>
          </p:nvSpPr>
          <p:spPr>
            <a:xfrm>
              <a:off x="4152900" y="5511800"/>
              <a:ext cx="2286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Controls in the baseline</a:t>
              </a:r>
              <a:endParaRPr lang="en-US" sz="1200" spc="0" kern="0" b="0" i="0" dirty="0">
                <a:solidFill>
                  <a:srgbClr val="070154"/>
                </a:solidFill>
                <a:latin typeface="IBM Plex Sans"/>
                <a:ea typeface="IBM Plex Sans"/>
                <a:cs typeface="IBM Plex Sans"/>
              </a:endParaRPr>
            </a:p>
          </p:txBody>
        </p:sp>
      </p:grpSp>
      <p:grpSp>
        <p:nvGrpSpPr>
          <p:cNvPr id="145" name="node32"/>
          <p:cNvGrpSpPr/>
          <p:nvPr/>
        </p:nvGrpSpPr>
        <p:grpSpPr>
          <a:xfrm>
            <a:off x="6667500" y="5334000"/>
            <a:ext cx="2286000" cy="152400"/>
            <a:chOff x="6667500" y="5334000"/>
            <a:chExt cx="2286000" cy="152400"/>
          </a:xfrm>
        </p:grpSpPr>
        <p:sp>
          <p:nvSpPr>
            <p:cNvPr id="91" name="node32.text"/>
            <p:cNvSpPr/>
            <p:nvPr/>
          </p:nvSpPr>
          <p:spPr>
            <a:xfrm>
              <a:off x="6667500" y="5334000"/>
              <a:ext cx="2286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GOVERNED EVERYWHERE</a:t>
              </a:r>
              <a:endParaRPr lang="en-US" sz="900" spc="54" kern="0" b="0" i="0" dirty="0">
                <a:solidFill>
                  <a:srgbClr val="0047FF"/>
                </a:solidFill>
                <a:latin typeface="IBM Plex Mono Medium"/>
                <a:ea typeface="IBM Plex Mono Medium"/>
                <a:cs typeface="IBM Plex Mono Medium"/>
              </a:endParaRPr>
            </a:p>
          </p:txBody>
        </p:sp>
      </p:grpSp>
      <p:grpSp>
        <p:nvGrpSpPr>
          <p:cNvPr id="146" name="node33"/>
          <p:cNvGrpSpPr/>
          <p:nvPr/>
        </p:nvGrpSpPr>
        <p:grpSpPr>
          <a:xfrm>
            <a:off x="6667500" y="5511800"/>
            <a:ext cx="2286000" cy="228600"/>
            <a:chOff x="6667500" y="5511800"/>
            <a:chExt cx="2286000" cy="228600"/>
          </a:xfrm>
        </p:grpSpPr>
        <p:sp>
          <p:nvSpPr>
            <p:cNvPr id="92" name="node33.text"/>
            <p:cNvSpPr/>
            <p:nvPr/>
          </p:nvSpPr>
          <p:spPr>
            <a:xfrm>
              <a:off x="6667500" y="5511800"/>
              <a:ext cx="2286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One lineage model</a:t>
              </a:r>
              <a:endParaRPr lang="en-US" sz="1200" spc="0" kern="0" b="0" i="0" dirty="0">
                <a:solidFill>
                  <a:srgbClr val="070154"/>
                </a:solidFill>
                <a:latin typeface="IBM Plex Sans"/>
                <a:ea typeface="IBM Plex Sans"/>
                <a:cs typeface="IBM Plex Sans"/>
              </a:endParaRPr>
            </a:p>
          </p:txBody>
        </p:sp>
      </p:grpSp>
      <p:grpSp>
        <p:nvGrpSpPr>
          <p:cNvPr id="147" name="node34"/>
          <p:cNvGrpSpPr/>
          <p:nvPr/>
        </p:nvGrpSpPr>
        <p:grpSpPr>
          <a:xfrm>
            <a:off x="9182100" y="5334000"/>
            <a:ext cx="2286000" cy="152400"/>
            <a:chOff x="9182100" y="5334000"/>
            <a:chExt cx="2286000" cy="152400"/>
          </a:xfrm>
        </p:grpSpPr>
        <p:sp>
          <p:nvSpPr>
            <p:cNvPr id="93" name="node34.text"/>
            <p:cNvSpPr/>
            <p:nvPr/>
          </p:nvSpPr>
          <p:spPr>
            <a:xfrm>
              <a:off x="9182100" y="5334000"/>
              <a:ext cx="2286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REPEATABLE BY DEFAULT</a:t>
              </a:r>
              <a:endParaRPr lang="en-US" sz="900" spc="54" kern="0" b="0" i="0" dirty="0">
                <a:solidFill>
                  <a:srgbClr val="0047FF"/>
                </a:solidFill>
                <a:latin typeface="IBM Plex Mono Medium"/>
                <a:ea typeface="IBM Plex Mono Medium"/>
                <a:cs typeface="IBM Plex Mono Medium"/>
              </a:endParaRPr>
            </a:p>
          </p:txBody>
        </p:sp>
      </p:grpSp>
      <p:grpSp>
        <p:nvGrpSpPr>
          <p:cNvPr id="148" name="node35"/>
          <p:cNvGrpSpPr/>
          <p:nvPr/>
        </p:nvGrpSpPr>
        <p:grpSpPr>
          <a:xfrm>
            <a:off x="9182100" y="5511800"/>
            <a:ext cx="2286000" cy="228600"/>
            <a:chOff x="9182100" y="5511800"/>
            <a:chExt cx="2286000" cy="228600"/>
          </a:xfrm>
        </p:grpSpPr>
        <p:sp>
          <p:nvSpPr>
            <p:cNvPr id="94" name="node35.text"/>
            <p:cNvSpPr/>
            <p:nvPr/>
          </p:nvSpPr>
          <p:spPr>
            <a:xfrm>
              <a:off x="9182100" y="5511800"/>
              <a:ext cx="2286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Standards as templates</a:t>
              </a:r>
              <a:endParaRPr lang="en-US" sz="1200" spc="0" kern="0" b="0" i="0" dirty="0">
                <a:solidFill>
                  <a:srgbClr val="070154"/>
                </a:solidFill>
                <a:latin typeface="IBM Plex Sans"/>
                <a:ea typeface="IBM Plex Sans"/>
                <a:cs typeface="IBM Plex Sans"/>
              </a:endParaRPr>
            </a:p>
          </p:txBody>
        </p:sp>
      </p:grpSp>
      <p:grpSp>
        <p:nvGrpSpPr>
          <p:cNvPr id="149" name="node36"/>
          <p:cNvGrpSpPr/>
          <p:nvPr/>
        </p:nvGrpSpPr>
        <p:grpSpPr>
          <a:xfrm>
            <a:off x="4910379" y="2489200"/>
            <a:ext cx="85242" cy="254000"/>
            <a:chOff x="4910379" y="2489200"/>
            <a:chExt cx="85242" cy="254000"/>
          </a:xfrm>
        </p:grpSpPr>
        <p:sp>
          <p:nvSpPr>
            <p:cNvPr id="95" name="node36.segment-1"/>
            <p:cNvSpPr/>
            <p:nvPr/>
          </p:nvSpPr>
          <p:spPr>
            <a:xfrm>
              <a:off x="4953000" y="2489200"/>
              <a:ext cx="0" cy="254000"/>
            </a:xfrm>
            <a:custGeom>
              <a:avLst/>
              <a:gdLst/>
              <a:ahLst/>
              <a:cxnLst/>
              <a:rect l="l" t="t" r="r" b="b"/>
              <a:pathLst>
                <a:path h="254000">
                  <a:moveTo>
                    <a:pt x="0" y="0"/>
                  </a:moveTo>
                  <a:lnTo>
                    <a:pt x="0" y="254000"/>
                  </a:lnTo>
                </a:path>
              </a:pathLst>
            </a:custGeom>
            <a:ln w="19050">
              <a:solidFill>
                <a:srgbClr val="070154"/>
              </a:solidFill>
              <a:prstDash val="sysDot"/>
            </a:ln>
          </p:spPr>
        </p:sp>
        <p:sp>
          <p:nvSpPr>
            <p:cNvPr id="96" name="node36.head-end.0"/>
            <p:cNvSpPr/>
            <p:nvPr/>
          </p:nvSpPr>
          <p:spPr>
            <a:xfrm>
              <a:off x="4910379" y="2665183"/>
              <a:ext cx="42621" cy="78017"/>
            </a:xfrm>
            <a:custGeom>
              <a:avLst/>
              <a:gdLst/>
              <a:ahLst/>
              <a:cxnLst/>
              <a:rect l="l" t="t" r="r" b="b"/>
              <a:pathLst>
                <a:path w="42621" h="78017">
                  <a:moveTo>
                    <a:pt x="42621" y="78017"/>
                  </a:moveTo>
                  <a:lnTo>
                    <a:pt x="0" y="0"/>
                  </a:lnTo>
                </a:path>
              </a:pathLst>
            </a:custGeom>
            <a:ln w="12700">
              <a:solidFill>
                <a:srgbClr val="070154"/>
              </a:solidFill>
              <a:prstDash val="solid"/>
            </a:ln>
          </p:spPr>
        </p:sp>
        <p:sp>
          <p:nvSpPr>
            <p:cNvPr id="97" name="node36.head-end.1"/>
            <p:cNvSpPr/>
            <p:nvPr/>
          </p:nvSpPr>
          <p:spPr>
            <a:xfrm>
              <a:off x="4953000" y="2665183"/>
              <a:ext cx="42621" cy="78017"/>
            </a:xfrm>
            <a:custGeom>
              <a:avLst/>
              <a:gdLst/>
              <a:ahLst/>
              <a:cxnLst/>
              <a:rect l="l" t="t" r="r" b="b"/>
              <a:pathLst>
                <a:path w="42621" h="78017">
                  <a:moveTo>
                    <a:pt x="0" y="78017"/>
                  </a:moveTo>
                  <a:lnTo>
                    <a:pt x="42621" y="0"/>
                  </a:lnTo>
                </a:path>
              </a:pathLst>
            </a:custGeom>
            <a:ln w="12700">
              <a:solidFill>
                <a:srgbClr val="070154"/>
              </a:solidFill>
              <a:prstDash val="solid"/>
            </a:ln>
          </p:spPr>
        </p:sp>
      </p:grpSp>
      <p:grpSp>
        <p:nvGrpSpPr>
          <p:cNvPr id="150" name="node37"/>
          <p:cNvGrpSpPr/>
          <p:nvPr/>
        </p:nvGrpSpPr>
        <p:grpSpPr>
          <a:xfrm>
            <a:off x="7539279" y="2489200"/>
            <a:ext cx="85242" cy="254000"/>
            <a:chOff x="7539279" y="2489200"/>
            <a:chExt cx="85242" cy="254000"/>
          </a:xfrm>
        </p:grpSpPr>
        <p:sp>
          <p:nvSpPr>
            <p:cNvPr id="98" name="node37.segment-1"/>
            <p:cNvSpPr/>
            <p:nvPr/>
          </p:nvSpPr>
          <p:spPr>
            <a:xfrm>
              <a:off x="7581900" y="2489200"/>
              <a:ext cx="0" cy="254000"/>
            </a:xfrm>
            <a:custGeom>
              <a:avLst/>
              <a:gdLst/>
              <a:ahLst/>
              <a:cxnLst/>
              <a:rect l="l" t="t" r="r" b="b"/>
              <a:pathLst>
                <a:path h="254000">
                  <a:moveTo>
                    <a:pt x="0" y="0"/>
                  </a:moveTo>
                  <a:lnTo>
                    <a:pt x="0" y="254000"/>
                  </a:lnTo>
                </a:path>
              </a:pathLst>
            </a:custGeom>
            <a:ln w="19050">
              <a:solidFill>
                <a:srgbClr val="070154"/>
              </a:solidFill>
              <a:prstDash val="sysDot"/>
            </a:ln>
          </p:spPr>
        </p:sp>
        <p:sp>
          <p:nvSpPr>
            <p:cNvPr id="99" name="node37.head-end.0"/>
            <p:cNvSpPr/>
            <p:nvPr/>
          </p:nvSpPr>
          <p:spPr>
            <a:xfrm>
              <a:off x="7539279" y="2665183"/>
              <a:ext cx="42621" cy="78017"/>
            </a:xfrm>
            <a:custGeom>
              <a:avLst/>
              <a:gdLst/>
              <a:ahLst/>
              <a:cxnLst/>
              <a:rect l="l" t="t" r="r" b="b"/>
              <a:pathLst>
                <a:path w="42621" h="78017">
                  <a:moveTo>
                    <a:pt x="42621" y="78017"/>
                  </a:moveTo>
                  <a:lnTo>
                    <a:pt x="0" y="0"/>
                  </a:lnTo>
                </a:path>
              </a:pathLst>
            </a:custGeom>
            <a:ln w="12700">
              <a:solidFill>
                <a:srgbClr val="070154"/>
              </a:solidFill>
              <a:prstDash val="solid"/>
            </a:ln>
          </p:spPr>
        </p:sp>
        <p:sp>
          <p:nvSpPr>
            <p:cNvPr id="100" name="node37.head-end.1"/>
            <p:cNvSpPr/>
            <p:nvPr/>
          </p:nvSpPr>
          <p:spPr>
            <a:xfrm>
              <a:off x="7581900" y="2665183"/>
              <a:ext cx="42621" cy="78017"/>
            </a:xfrm>
            <a:custGeom>
              <a:avLst/>
              <a:gdLst/>
              <a:ahLst/>
              <a:cxnLst/>
              <a:rect l="l" t="t" r="r" b="b"/>
              <a:pathLst>
                <a:path w="42621" h="78017">
                  <a:moveTo>
                    <a:pt x="0" y="78017"/>
                  </a:moveTo>
                  <a:lnTo>
                    <a:pt x="42621" y="0"/>
                  </a:lnTo>
                </a:path>
              </a:pathLst>
            </a:custGeom>
            <a:ln w="12700">
              <a:solidFill>
                <a:srgbClr val="070154"/>
              </a:solidFill>
              <a:prstDash val="solid"/>
            </a:ln>
          </p:spPr>
        </p:sp>
      </p:grpSp>
      <p:grpSp>
        <p:nvGrpSpPr>
          <p:cNvPr id="151" name="node38"/>
          <p:cNvGrpSpPr/>
          <p:nvPr/>
        </p:nvGrpSpPr>
        <p:grpSpPr>
          <a:xfrm>
            <a:off x="10396779" y="2489200"/>
            <a:ext cx="85242" cy="254000"/>
            <a:chOff x="10396779" y="2489200"/>
            <a:chExt cx="85242" cy="254000"/>
          </a:xfrm>
        </p:grpSpPr>
        <p:sp>
          <p:nvSpPr>
            <p:cNvPr id="101" name="node38.segment-1"/>
            <p:cNvSpPr/>
            <p:nvPr/>
          </p:nvSpPr>
          <p:spPr>
            <a:xfrm>
              <a:off x="10439400" y="2489200"/>
              <a:ext cx="0" cy="254000"/>
            </a:xfrm>
            <a:custGeom>
              <a:avLst/>
              <a:gdLst/>
              <a:ahLst/>
              <a:cxnLst/>
              <a:rect l="l" t="t" r="r" b="b"/>
              <a:pathLst>
                <a:path h="254000">
                  <a:moveTo>
                    <a:pt x="0" y="0"/>
                  </a:moveTo>
                  <a:lnTo>
                    <a:pt x="0" y="254000"/>
                  </a:lnTo>
                </a:path>
              </a:pathLst>
            </a:custGeom>
            <a:ln w="19050">
              <a:solidFill>
                <a:srgbClr val="070154"/>
              </a:solidFill>
              <a:prstDash val="sysDot"/>
            </a:ln>
          </p:spPr>
        </p:sp>
        <p:sp>
          <p:nvSpPr>
            <p:cNvPr id="102" name="node38.head-end.0"/>
            <p:cNvSpPr/>
            <p:nvPr/>
          </p:nvSpPr>
          <p:spPr>
            <a:xfrm>
              <a:off x="10396779" y="2665183"/>
              <a:ext cx="42621" cy="78017"/>
            </a:xfrm>
            <a:custGeom>
              <a:avLst/>
              <a:gdLst/>
              <a:ahLst/>
              <a:cxnLst/>
              <a:rect l="l" t="t" r="r" b="b"/>
              <a:pathLst>
                <a:path w="42621" h="78017">
                  <a:moveTo>
                    <a:pt x="42621" y="78017"/>
                  </a:moveTo>
                  <a:lnTo>
                    <a:pt x="0" y="0"/>
                  </a:lnTo>
                </a:path>
              </a:pathLst>
            </a:custGeom>
            <a:ln w="12700">
              <a:solidFill>
                <a:srgbClr val="070154"/>
              </a:solidFill>
              <a:prstDash val="solid"/>
            </a:ln>
          </p:spPr>
        </p:sp>
        <p:sp>
          <p:nvSpPr>
            <p:cNvPr id="103" name="node38.head-end.1"/>
            <p:cNvSpPr/>
            <p:nvPr/>
          </p:nvSpPr>
          <p:spPr>
            <a:xfrm>
              <a:off x="10439400" y="2665183"/>
              <a:ext cx="42621" cy="78017"/>
            </a:xfrm>
            <a:custGeom>
              <a:avLst/>
              <a:gdLst/>
              <a:ahLst/>
              <a:cxnLst/>
              <a:rect l="l" t="t" r="r" b="b"/>
              <a:pathLst>
                <a:path w="42621" h="78017">
                  <a:moveTo>
                    <a:pt x="0" y="78017"/>
                  </a:moveTo>
                  <a:lnTo>
                    <a:pt x="42621" y="0"/>
                  </a:lnTo>
                </a:path>
              </a:pathLst>
            </a:custGeom>
            <a:ln w="12700">
              <a:solidFill>
                <a:srgbClr val="070154"/>
              </a:solidFill>
              <a:prstDash val="solid"/>
            </a:ln>
          </p:spPr>
        </p:sp>
      </p:grpSp>
      <p:grpSp>
        <p:nvGrpSpPr>
          <p:cNvPr id="152" name="node39"/>
          <p:cNvGrpSpPr/>
          <p:nvPr/>
        </p:nvGrpSpPr>
        <p:grpSpPr>
          <a:xfrm>
            <a:off x="8953500" y="3805479"/>
            <a:ext cx="685800" cy="237642"/>
            <a:chOff x="8953500" y="3805479"/>
            <a:chExt cx="685800" cy="237642"/>
          </a:xfrm>
        </p:grpSpPr>
        <p:sp>
          <p:nvSpPr>
            <p:cNvPr id="104" name="node39.segment-1"/>
            <p:cNvSpPr/>
            <p:nvPr/>
          </p:nvSpPr>
          <p:spPr>
            <a:xfrm>
              <a:off x="8953500" y="4000500"/>
              <a:ext cx="342900" cy="0"/>
            </a:xfrm>
            <a:custGeom>
              <a:avLst/>
              <a:gdLst/>
              <a:ahLst/>
              <a:cxnLst/>
              <a:rect l="l" t="t" r="r" b="b"/>
              <a:pathLst>
                <a:path w="342900">
                  <a:moveTo>
                    <a:pt x="0" y="0"/>
                  </a:moveTo>
                  <a:lnTo>
                    <a:pt x="342900" y="0"/>
                  </a:lnTo>
                </a:path>
              </a:pathLst>
            </a:custGeom>
            <a:ln w="12700">
              <a:solidFill>
                <a:srgbClr val="070154"/>
              </a:solidFill>
              <a:prstDash val="solid"/>
            </a:ln>
          </p:spPr>
        </p:sp>
        <p:sp>
          <p:nvSpPr>
            <p:cNvPr id="105" name="node39.segment-2"/>
            <p:cNvSpPr/>
            <p:nvPr/>
          </p:nvSpPr>
          <p:spPr>
            <a:xfrm>
              <a:off x="9296400" y="3848100"/>
              <a:ext cx="0" cy="152400"/>
            </a:xfrm>
            <a:custGeom>
              <a:avLst/>
              <a:gdLst/>
              <a:ahLst/>
              <a:cxnLst/>
              <a:rect l="l" t="t" r="r" b="b"/>
              <a:pathLst>
                <a:path h="152400">
                  <a:moveTo>
                    <a:pt x="0" y="152400"/>
                  </a:moveTo>
                  <a:lnTo>
                    <a:pt x="0" y="0"/>
                  </a:lnTo>
                </a:path>
              </a:pathLst>
            </a:custGeom>
            <a:ln w="12700">
              <a:solidFill>
                <a:srgbClr val="070154"/>
              </a:solidFill>
              <a:prstDash val="solid"/>
            </a:ln>
          </p:spPr>
        </p:sp>
        <p:sp>
          <p:nvSpPr>
            <p:cNvPr id="106" name="node39.segment-3"/>
            <p:cNvSpPr/>
            <p:nvPr/>
          </p:nvSpPr>
          <p:spPr>
            <a:xfrm>
              <a:off x="9296400" y="3848100"/>
              <a:ext cx="342900" cy="0"/>
            </a:xfrm>
            <a:custGeom>
              <a:avLst/>
              <a:gdLst/>
              <a:ahLst/>
              <a:cxnLst/>
              <a:rect l="l" t="t" r="r" b="b"/>
              <a:pathLst>
                <a:path w="342900">
                  <a:moveTo>
                    <a:pt x="0" y="0"/>
                  </a:moveTo>
                  <a:lnTo>
                    <a:pt x="342900" y="0"/>
                  </a:lnTo>
                </a:path>
              </a:pathLst>
            </a:custGeom>
            <a:ln w="12700">
              <a:solidFill>
                <a:srgbClr val="070154"/>
              </a:solidFill>
              <a:prstDash val="solid"/>
            </a:ln>
          </p:spPr>
        </p:sp>
        <p:sp>
          <p:nvSpPr>
            <p:cNvPr id="107" name="node39.head-end.0"/>
            <p:cNvSpPr/>
            <p:nvPr/>
          </p:nvSpPr>
          <p:spPr>
            <a:xfrm>
              <a:off x="9561283" y="3848100"/>
              <a:ext cx="78017" cy="42621"/>
            </a:xfrm>
            <a:custGeom>
              <a:avLst/>
              <a:gdLst/>
              <a:ahLst/>
              <a:cxnLst/>
              <a:rect l="l" t="t" r="r" b="b"/>
              <a:pathLst>
                <a:path w="78017" h="42621">
                  <a:moveTo>
                    <a:pt x="78017" y="0"/>
                  </a:moveTo>
                  <a:lnTo>
                    <a:pt x="0" y="42621"/>
                  </a:lnTo>
                </a:path>
              </a:pathLst>
            </a:custGeom>
            <a:ln w="12700">
              <a:solidFill>
                <a:srgbClr val="070154"/>
              </a:solidFill>
              <a:prstDash val="solid"/>
            </a:ln>
          </p:spPr>
        </p:sp>
        <p:sp>
          <p:nvSpPr>
            <p:cNvPr id="108" name="node39.head-end.1"/>
            <p:cNvSpPr/>
            <p:nvPr/>
          </p:nvSpPr>
          <p:spPr>
            <a:xfrm>
              <a:off x="9561283" y="3805479"/>
              <a:ext cx="78017" cy="42621"/>
            </a:xfrm>
            <a:custGeom>
              <a:avLst/>
              <a:gdLst/>
              <a:ahLst/>
              <a:cxnLst/>
              <a:rect l="l" t="t" r="r" b="b"/>
              <a:pathLst>
                <a:path w="78017" h="42621">
                  <a:moveTo>
                    <a:pt x="78017" y="42621"/>
                  </a:moveTo>
                  <a:lnTo>
                    <a:pt x="0" y="0"/>
                  </a:lnTo>
                </a:path>
              </a:pathLst>
            </a:custGeom>
            <a:ln w="12700">
              <a:solidFill>
                <a:srgbClr val="070154"/>
              </a:solidFill>
              <a:prstDash val="solid"/>
            </a:ln>
          </p:spPr>
        </p:sp>
        <p:sp>
          <p:nvSpPr>
            <p:cNvPr id="109" name="node39.head-start.0"/>
            <p:cNvSpPr/>
            <p:nvPr/>
          </p:nvSpPr>
          <p:spPr>
            <a:xfrm>
              <a:off x="8953500" y="3957879"/>
              <a:ext cx="78017" cy="42621"/>
            </a:xfrm>
            <a:custGeom>
              <a:avLst/>
              <a:gdLst/>
              <a:ahLst/>
              <a:cxnLst/>
              <a:rect l="l" t="t" r="r" b="b"/>
              <a:pathLst>
                <a:path w="78017" h="42621">
                  <a:moveTo>
                    <a:pt x="0" y="42621"/>
                  </a:moveTo>
                  <a:lnTo>
                    <a:pt x="78017" y="0"/>
                  </a:lnTo>
                </a:path>
              </a:pathLst>
            </a:custGeom>
            <a:ln w="12700">
              <a:solidFill>
                <a:srgbClr val="070154"/>
              </a:solidFill>
              <a:prstDash val="solid"/>
            </a:ln>
          </p:spPr>
        </p:sp>
        <p:sp>
          <p:nvSpPr>
            <p:cNvPr id="110" name="node39.head-start.1"/>
            <p:cNvSpPr/>
            <p:nvPr/>
          </p:nvSpPr>
          <p:spPr>
            <a:xfrm>
              <a:off x="8953500" y="4000500"/>
              <a:ext cx="78017" cy="42621"/>
            </a:xfrm>
            <a:custGeom>
              <a:avLst/>
              <a:gdLst/>
              <a:ahLst/>
              <a:cxnLst/>
              <a:rect l="l" t="t" r="r" b="b"/>
              <a:pathLst>
                <a:path w="78017" h="42621">
                  <a:moveTo>
                    <a:pt x="0" y="0"/>
                  </a:moveTo>
                  <a:lnTo>
                    <a:pt x="78017" y="42621"/>
                  </a:lnTo>
                </a:path>
              </a:pathLst>
            </a:custGeom>
            <a:ln w="12700">
              <a:solidFill>
                <a:srgbClr val="070154"/>
              </a:solidFill>
              <a:prstDash val="solid"/>
            </a:ln>
          </p:spPr>
        </p:sp>
      </p:grpSp>
      <p:grpSp>
        <p:nvGrpSpPr>
          <p:cNvPr id="153" name="wm.library-stamp"/>
          <p:cNvGrpSpPr/>
          <p:nvPr/>
        </p:nvGrpSpPr>
        <p:grpSpPr>
          <a:xfrm>
            <a:off x="10468880" y="419100"/>
            <a:ext cx="999220" cy="228600"/>
            <a:chOff x="10468880" y="419100"/>
            <a:chExt cx="999220" cy="228600"/>
          </a:xfrm>
        </p:grpSpPr>
        <p:sp>
          <p:nvSpPr>
            <p:cNvPr id="111" name="wm.library-stamp.outline"/>
            <p:cNvSpPr/>
            <p:nvPr/>
          </p:nvSpPr>
          <p:spPr>
            <a:xfrm>
              <a:off x="10468880" y="419100"/>
              <a:ext cx="999220" cy="228600"/>
            </a:xfrm>
            <a:prstGeom prst="rect">
              <a:avLst/>
            </a:prstGeom>
            <a:ln w="9525">
              <a:solidFill>
                <a:srgbClr val="070154"/>
              </a:solidFill>
              <a:prstDash val="solid"/>
            </a:ln>
          </p:spPr>
        </p:sp>
        <p:sp>
          <p:nvSpPr>
            <p:cNvPr id="112" name="wm.library-stamp.text"/>
            <p:cNvSpPr/>
            <p:nvPr/>
          </p:nvSpPr>
          <p:spPr>
            <a:xfrm>
              <a:off x="10545080" y="457200"/>
              <a:ext cx="846820" cy="152400"/>
            </a:xfrm>
            <a:prstGeom prst="rect">
              <a:avLst/>
            </a:prstGeom>
            <a:noFill/>
            <a:ln/>
          </p:spPr>
          <p:txBody>
            <a:bodyPr wrap="square" lIns="0" tIns="0" rIns="0" bIns="0" rtlCol="0" anchor="t"/>
            <a:lstStyle/>
            <a:p>
              <a:pPr algn="l" indent="0" marL="0">
                <a:lnSpc>
                  <a:spcPts val="1200"/>
                </a:lnSpc>
                <a:buNone/>
              </a:pPr>
              <a:r>
                <a:rPr lang="en-US" sz="800" spc="64" kern="0" b="0" i="0" dirty="0">
                  <a:solidFill>
                    <a:srgbClr val="070154"/>
                  </a:solidFill>
                  <a:latin typeface="IBM Plex Mono SemiBold"/>
                  <a:ea typeface="IBM Plex Mono SemiBold"/>
                  <a:cs typeface="IBM Plex Mono SemiBold"/>
                </a:rPr>
                <a:t>ILLUSTRATIVE</a:t>
              </a:r>
              <a:endParaRPr lang="en-US" sz="800" spc="64" kern="0" b="0" i="0" dirty="0">
                <a:solidFill>
                  <a:srgbClr val="070154"/>
                </a:solidFill>
                <a:latin typeface="IBM Plex Mono SemiBold"/>
                <a:ea typeface="IBM Plex Mono SemiBold"/>
                <a:cs typeface="IBM Plex Mono SemiBold"/>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ource-057">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TRANSITION ARCHITECTURE</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Data and API move to the cloud while UIs stay on site</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11</a:t>
            </a:fld>
            <a:endParaRPr lang="en-US" sz="700" spc="0" kern="0" b="0" i="0" dirty="0">
              <a:solidFill>
                <a:srgbClr val="070154"/>
              </a:solidFill>
              <a:latin typeface="IBM Plex Mono SemiBold"/>
              <a:ea typeface="IBM Plex Mono SemiBold"/>
              <a:cs typeface="IBM Plex Mono SemiBold"/>
            </a:endParaRPr>
          </a:p>
        </p:txBody>
      </p:sp>
      <p:grpSp>
        <p:nvGrpSpPr>
          <p:cNvPr id="119" name="node01"/>
          <p:cNvGrpSpPr/>
          <p:nvPr/>
        </p:nvGrpSpPr>
        <p:grpSpPr>
          <a:xfrm>
            <a:off x="723900" y="1600200"/>
            <a:ext cx="5029200" cy="228600"/>
            <a:chOff x="723900" y="1600200"/>
            <a:chExt cx="5029200" cy="228600"/>
          </a:xfrm>
        </p:grpSpPr>
        <p:sp>
          <p:nvSpPr>
            <p:cNvPr id="6" name="node01.surface"/>
            <p:cNvSpPr/>
            <p:nvPr/>
          </p:nvSpPr>
          <p:spPr>
            <a:xfrm>
              <a:off x="723900" y="1600200"/>
              <a:ext cx="5029200" cy="228600"/>
            </a:xfrm>
            <a:prstGeom prst="rect">
              <a:avLst/>
            </a:prstGeom>
            <a:solidFill>
              <a:srgbClr val="070154"/>
            </a:solidFill>
            <a:ln>
              <a:noFill/>
            </a:ln>
          </p:spPr>
        </p:sp>
        <p:sp>
          <p:nvSpPr>
            <p:cNvPr id="7" name="node01.text"/>
            <p:cNvSpPr/>
            <p:nvPr/>
          </p:nvSpPr>
          <p:spPr>
            <a:xfrm>
              <a:off x="800100" y="1600200"/>
              <a:ext cx="4876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Customer sites · on-premises</a:t>
              </a:r>
              <a:endParaRPr lang="en-US" sz="1200" spc="0" kern="0" b="0" i="0" dirty="0">
                <a:solidFill>
                  <a:srgbClr val="FFFFFF"/>
                </a:solidFill>
                <a:latin typeface="IBM Plex Sans"/>
                <a:ea typeface="IBM Plex Sans"/>
                <a:cs typeface="IBM Plex Sans"/>
              </a:endParaRPr>
            </a:p>
          </p:txBody>
        </p:sp>
      </p:grpSp>
      <p:grpSp>
        <p:nvGrpSpPr>
          <p:cNvPr id="120" name="node02"/>
          <p:cNvGrpSpPr/>
          <p:nvPr/>
        </p:nvGrpSpPr>
        <p:grpSpPr>
          <a:xfrm>
            <a:off x="6210300" y="1600200"/>
            <a:ext cx="5257800" cy="228600"/>
            <a:chOff x="6210300" y="1600200"/>
            <a:chExt cx="5257800" cy="228600"/>
          </a:xfrm>
        </p:grpSpPr>
        <p:sp>
          <p:nvSpPr>
            <p:cNvPr id="8" name="node02.surface"/>
            <p:cNvSpPr/>
            <p:nvPr/>
          </p:nvSpPr>
          <p:spPr>
            <a:xfrm>
              <a:off x="6210300" y="1600200"/>
              <a:ext cx="5257800" cy="228600"/>
            </a:xfrm>
            <a:prstGeom prst="rect">
              <a:avLst/>
            </a:prstGeom>
            <a:solidFill>
              <a:srgbClr val="070154"/>
            </a:solidFill>
            <a:ln>
              <a:noFill/>
            </a:ln>
          </p:spPr>
        </p:sp>
        <p:sp>
          <p:nvSpPr>
            <p:cNvPr id="9" name="node02.text"/>
            <p:cNvSpPr/>
            <p:nvPr/>
          </p:nvSpPr>
          <p:spPr>
            <a:xfrm>
              <a:off x="6286500" y="1600200"/>
              <a:ext cx="5105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Northfield cloud · central services</a:t>
              </a:r>
              <a:endParaRPr lang="en-US" sz="1200" spc="0" kern="0" b="0" i="0" dirty="0">
                <a:solidFill>
                  <a:srgbClr val="FFFFFF"/>
                </a:solidFill>
                <a:latin typeface="IBM Plex Sans"/>
                <a:ea typeface="IBM Plex Sans"/>
                <a:cs typeface="IBM Plex Sans"/>
              </a:endParaRPr>
            </a:p>
          </p:txBody>
        </p:sp>
      </p:grpSp>
      <p:grpSp>
        <p:nvGrpSpPr>
          <p:cNvPr id="121" name="node03"/>
          <p:cNvGrpSpPr/>
          <p:nvPr/>
        </p:nvGrpSpPr>
        <p:grpSpPr>
          <a:xfrm>
            <a:off x="723900" y="1828800"/>
            <a:ext cx="5029200" cy="3429000"/>
            <a:chOff x="723900" y="1828800"/>
            <a:chExt cx="5029200" cy="3429000"/>
          </a:xfrm>
        </p:grpSpPr>
        <p:sp>
          <p:nvSpPr>
            <p:cNvPr id="10" name="node03.surface"/>
            <p:cNvSpPr/>
            <p:nvPr/>
          </p:nvSpPr>
          <p:spPr>
            <a:xfrm>
              <a:off x="723900" y="1828800"/>
              <a:ext cx="5029200" cy="3429000"/>
            </a:xfrm>
            <a:prstGeom prst="rect">
              <a:avLst/>
            </a:prstGeom>
            <a:solidFill>
              <a:srgbClr val="E8EEF8"/>
            </a:solidFill>
            <a:ln>
              <a:noFill/>
            </a:ln>
          </p:spPr>
        </p:sp>
      </p:grpSp>
      <p:grpSp>
        <p:nvGrpSpPr>
          <p:cNvPr id="122" name="node04"/>
          <p:cNvGrpSpPr/>
          <p:nvPr/>
        </p:nvGrpSpPr>
        <p:grpSpPr>
          <a:xfrm>
            <a:off x="6210300" y="1828800"/>
            <a:ext cx="5257800" cy="3429000"/>
            <a:chOff x="6210300" y="1828800"/>
            <a:chExt cx="5257800" cy="3429000"/>
          </a:xfrm>
        </p:grpSpPr>
        <p:sp>
          <p:nvSpPr>
            <p:cNvPr id="11" name="node04.surface"/>
            <p:cNvSpPr/>
            <p:nvPr/>
          </p:nvSpPr>
          <p:spPr>
            <a:xfrm>
              <a:off x="6210300" y="1828800"/>
              <a:ext cx="5257800" cy="3429000"/>
            </a:xfrm>
            <a:prstGeom prst="rect">
              <a:avLst/>
            </a:prstGeom>
            <a:solidFill>
              <a:srgbClr val="E8EEF8"/>
            </a:solidFill>
            <a:ln>
              <a:noFill/>
            </a:ln>
          </p:spPr>
        </p:sp>
      </p:grpSp>
      <p:grpSp>
        <p:nvGrpSpPr>
          <p:cNvPr id="123" name="node05"/>
          <p:cNvGrpSpPr/>
          <p:nvPr/>
        </p:nvGrpSpPr>
        <p:grpSpPr>
          <a:xfrm>
            <a:off x="5981700" y="1600200"/>
            <a:ext cx="38100" cy="3657600"/>
            <a:chOff x="5981700" y="1600200"/>
            <a:chExt cx="38100" cy="3657600"/>
          </a:xfrm>
        </p:grpSpPr>
        <p:sp>
          <p:nvSpPr>
            <p:cNvPr id="12" name="node05.surface"/>
            <p:cNvSpPr/>
            <p:nvPr/>
          </p:nvSpPr>
          <p:spPr>
            <a:xfrm>
              <a:off x="5981700" y="1600200"/>
              <a:ext cx="38100" cy="3657600"/>
            </a:xfrm>
            <a:prstGeom prst="rect">
              <a:avLst/>
            </a:prstGeom>
            <a:solidFill>
              <a:srgbClr val="070154"/>
            </a:solidFill>
            <a:ln>
              <a:noFill/>
            </a:ln>
          </p:spPr>
        </p:sp>
      </p:grpSp>
      <p:grpSp>
        <p:nvGrpSpPr>
          <p:cNvPr id="124" name="node06"/>
          <p:cNvGrpSpPr/>
          <p:nvPr/>
        </p:nvGrpSpPr>
        <p:grpSpPr>
          <a:xfrm>
            <a:off x="952500" y="2286000"/>
            <a:ext cx="1371600" cy="228600"/>
            <a:chOff x="952500" y="2286000"/>
            <a:chExt cx="1371600" cy="228600"/>
          </a:xfrm>
        </p:grpSpPr>
        <p:sp>
          <p:nvSpPr>
            <p:cNvPr id="13" name="node06.text"/>
            <p:cNvSpPr/>
            <p:nvPr/>
          </p:nvSpPr>
          <p:spPr>
            <a:xfrm>
              <a:off x="952500" y="2286000"/>
              <a:ext cx="1371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Site A</a:t>
              </a:r>
              <a:endParaRPr lang="en-US" sz="1200" spc="0" kern="0" b="0" i="0" dirty="0">
                <a:solidFill>
                  <a:srgbClr val="070154"/>
                </a:solidFill>
                <a:latin typeface="IBM Plex Sans"/>
                <a:ea typeface="IBM Plex Sans"/>
                <a:cs typeface="IBM Plex Sans"/>
              </a:endParaRPr>
            </a:p>
          </p:txBody>
        </p:sp>
      </p:grpSp>
      <p:grpSp>
        <p:nvGrpSpPr>
          <p:cNvPr id="125" name="node07"/>
          <p:cNvGrpSpPr/>
          <p:nvPr/>
        </p:nvGrpSpPr>
        <p:grpSpPr>
          <a:xfrm>
            <a:off x="952500" y="2514600"/>
            <a:ext cx="914400" cy="457200"/>
            <a:chOff x="952500" y="2514600"/>
            <a:chExt cx="914400" cy="457200"/>
          </a:xfrm>
        </p:grpSpPr>
        <p:sp>
          <p:nvSpPr>
            <p:cNvPr id="14" name="node07.surface"/>
            <p:cNvSpPr/>
            <p:nvPr/>
          </p:nvSpPr>
          <p:spPr>
            <a:xfrm>
              <a:off x="952500" y="2514600"/>
              <a:ext cx="914400" cy="457200"/>
            </a:xfrm>
            <a:prstGeom prst="rect">
              <a:avLst/>
            </a:prstGeom>
            <a:solidFill>
              <a:srgbClr val="070154"/>
            </a:solidFill>
            <a:ln>
              <a:noFill/>
            </a:ln>
          </p:spPr>
        </p:sp>
        <p:sp>
          <p:nvSpPr>
            <p:cNvPr id="15" name="node07.text"/>
            <p:cNvSpPr/>
            <p:nvPr/>
          </p:nvSpPr>
          <p:spPr>
            <a:xfrm>
              <a:off x="1028700" y="2628900"/>
              <a:ext cx="762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Local UI</a:t>
              </a:r>
              <a:endParaRPr lang="en-US" sz="1200" spc="0" kern="0" b="0" i="0" dirty="0">
                <a:solidFill>
                  <a:srgbClr val="FFFFFF"/>
                </a:solidFill>
                <a:latin typeface="IBM Plex Sans"/>
                <a:ea typeface="IBM Plex Sans"/>
                <a:cs typeface="IBM Plex Sans"/>
              </a:endParaRPr>
            </a:p>
          </p:txBody>
        </p:sp>
      </p:grpSp>
      <p:grpSp>
        <p:nvGrpSpPr>
          <p:cNvPr id="126" name="node08"/>
          <p:cNvGrpSpPr/>
          <p:nvPr/>
        </p:nvGrpSpPr>
        <p:grpSpPr>
          <a:xfrm>
            <a:off x="1866900" y="2514600"/>
            <a:ext cx="457200" cy="457200"/>
            <a:chOff x="1866900" y="2514600"/>
            <a:chExt cx="457200" cy="457200"/>
          </a:xfrm>
        </p:grpSpPr>
        <p:sp>
          <p:nvSpPr>
            <p:cNvPr id="16" name="node08.surface"/>
            <p:cNvSpPr/>
            <p:nvPr/>
          </p:nvSpPr>
          <p:spPr>
            <a:xfrm>
              <a:off x="1866900" y="2514600"/>
              <a:ext cx="457200" cy="457200"/>
            </a:xfrm>
            <a:prstGeom prst="rect">
              <a:avLst/>
            </a:prstGeom>
            <a:solidFill>
              <a:srgbClr val="CED7E6"/>
            </a:solidFill>
            <a:ln>
              <a:noFill/>
            </a:ln>
          </p:spPr>
        </p:sp>
        <p:sp>
          <p:nvSpPr>
            <p:cNvPr id="17" name="node08.text"/>
            <p:cNvSpPr/>
            <p:nvPr/>
          </p:nvSpPr>
          <p:spPr>
            <a:xfrm>
              <a:off x="1943100" y="2628900"/>
              <a:ext cx="304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W3</a:t>
              </a:r>
              <a:endParaRPr lang="en-US" sz="1200" spc="0" kern="0" b="0" i="0" dirty="0">
                <a:solidFill>
                  <a:srgbClr val="070154"/>
                </a:solidFill>
                <a:latin typeface="IBM Plex Sans"/>
                <a:ea typeface="IBM Plex Sans"/>
                <a:cs typeface="IBM Plex Sans"/>
              </a:endParaRPr>
            </a:p>
          </p:txBody>
        </p:sp>
      </p:grpSp>
      <p:grpSp>
        <p:nvGrpSpPr>
          <p:cNvPr id="127" name="node09"/>
          <p:cNvGrpSpPr/>
          <p:nvPr/>
        </p:nvGrpSpPr>
        <p:grpSpPr>
          <a:xfrm>
            <a:off x="952500" y="3086100"/>
            <a:ext cx="1371600" cy="571500"/>
            <a:chOff x="952500" y="3086100"/>
            <a:chExt cx="1371600" cy="571500"/>
          </a:xfrm>
        </p:grpSpPr>
        <p:sp>
          <p:nvSpPr>
            <p:cNvPr id="18" name="node09.surface"/>
            <p:cNvSpPr/>
            <p:nvPr/>
          </p:nvSpPr>
          <p:spPr>
            <a:xfrm>
              <a:off x="952500" y="3200400"/>
              <a:ext cx="1371600" cy="457200"/>
            </a:xfrm>
            <a:prstGeom prst="rect">
              <a:avLst/>
            </a:prstGeom>
            <a:ln w="12700">
              <a:solidFill>
                <a:srgbClr val="50658E"/>
              </a:solidFill>
              <a:prstDash val="dash"/>
            </a:ln>
          </p:spPr>
        </p:sp>
        <p:sp>
          <p:nvSpPr>
            <p:cNvPr id="19" name="node09.label-patch"/>
            <p:cNvSpPr/>
            <p:nvPr/>
          </p:nvSpPr>
          <p:spPr>
            <a:xfrm>
              <a:off x="1066800" y="3086100"/>
              <a:ext cx="602047" cy="171450"/>
            </a:xfrm>
            <a:prstGeom prst="rect">
              <a:avLst/>
            </a:prstGeom>
            <a:solidFill>
              <a:srgbClr val="FFFFFF"/>
            </a:solidFill>
            <a:ln>
              <a:noFill/>
            </a:ln>
          </p:spPr>
        </p:sp>
        <p:sp>
          <p:nvSpPr>
            <p:cNvPr id="20" name="node09.label"/>
            <p:cNvSpPr/>
            <p:nvPr/>
          </p:nvSpPr>
          <p:spPr>
            <a:xfrm>
              <a:off x="1104900" y="3086100"/>
              <a:ext cx="1066800" cy="17145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SemiBold"/>
                  <a:ea typeface="IBM Plex Mono SemiBold"/>
                  <a:cs typeface="IBM Plex Mono SemiBold"/>
                </a:rPr>
                <a:t>RETIRED</a:t>
              </a:r>
              <a:endParaRPr lang="en-US" sz="900" spc="54" kern="0" b="0" i="0" dirty="0">
                <a:solidFill>
                  <a:srgbClr val="070154"/>
                </a:solidFill>
                <a:latin typeface="IBM Plex Mono SemiBold"/>
                <a:ea typeface="IBM Plex Mono SemiBold"/>
                <a:cs typeface="IBM Plex Mono SemiBold"/>
              </a:endParaRPr>
            </a:p>
          </p:txBody>
        </p:sp>
      </p:grpSp>
      <p:grpSp>
        <p:nvGrpSpPr>
          <p:cNvPr id="128" name="node10"/>
          <p:cNvGrpSpPr/>
          <p:nvPr/>
        </p:nvGrpSpPr>
        <p:grpSpPr>
          <a:xfrm>
            <a:off x="1104900" y="3314700"/>
            <a:ext cx="762000" cy="228600"/>
            <a:chOff x="1104900" y="3314700"/>
            <a:chExt cx="762000" cy="228600"/>
          </a:xfrm>
        </p:grpSpPr>
        <p:sp>
          <p:nvSpPr>
            <p:cNvPr id="21" name="node10.text"/>
            <p:cNvSpPr/>
            <p:nvPr/>
          </p:nvSpPr>
          <p:spPr>
            <a:xfrm>
              <a:off x="1104900" y="3314700"/>
              <a:ext cx="762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Local DB</a:t>
              </a:r>
              <a:endParaRPr lang="en-US" sz="1200" spc="0" kern="0" b="0" i="0" dirty="0">
                <a:solidFill>
                  <a:srgbClr val="50658E"/>
                </a:solidFill>
                <a:latin typeface="IBM Plex Sans"/>
                <a:ea typeface="IBM Plex Sans"/>
                <a:cs typeface="IBM Plex Sans"/>
              </a:endParaRPr>
            </a:p>
          </p:txBody>
        </p:sp>
      </p:grpSp>
      <p:grpSp>
        <p:nvGrpSpPr>
          <p:cNvPr id="129" name="node11"/>
          <p:cNvGrpSpPr/>
          <p:nvPr/>
        </p:nvGrpSpPr>
        <p:grpSpPr>
          <a:xfrm>
            <a:off x="1866900" y="3200400"/>
            <a:ext cx="457200" cy="457200"/>
            <a:chOff x="1866900" y="3200400"/>
            <a:chExt cx="457200" cy="457200"/>
          </a:xfrm>
        </p:grpSpPr>
        <p:sp>
          <p:nvSpPr>
            <p:cNvPr id="22" name="node11.surface"/>
            <p:cNvSpPr/>
            <p:nvPr/>
          </p:nvSpPr>
          <p:spPr>
            <a:xfrm>
              <a:off x="1866900" y="3200400"/>
              <a:ext cx="457200" cy="457200"/>
            </a:xfrm>
            <a:prstGeom prst="rect">
              <a:avLst/>
            </a:prstGeom>
            <a:solidFill>
              <a:srgbClr val="CED7E6"/>
            </a:solidFill>
            <a:ln>
              <a:noFill/>
            </a:ln>
          </p:spPr>
        </p:sp>
        <p:sp>
          <p:nvSpPr>
            <p:cNvPr id="23" name="node11.text"/>
            <p:cNvSpPr/>
            <p:nvPr/>
          </p:nvSpPr>
          <p:spPr>
            <a:xfrm>
              <a:off x="1943100" y="3314700"/>
              <a:ext cx="304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W1</a:t>
              </a:r>
              <a:endParaRPr lang="en-US" sz="1200" spc="0" kern="0" b="0" i="0" dirty="0">
                <a:solidFill>
                  <a:srgbClr val="070154"/>
                </a:solidFill>
                <a:latin typeface="IBM Plex Sans"/>
                <a:ea typeface="IBM Plex Sans"/>
                <a:cs typeface="IBM Plex Sans"/>
              </a:endParaRPr>
            </a:p>
          </p:txBody>
        </p:sp>
      </p:grpSp>
      <p:grpSp>
        <p:nvGrpSpPr>
          <p:cNvPr id="130" name="node12"/>
          <p:cNvGrpSpPr/>
          <p:nvPr/>
        </p:nvGrpSpPr>
        <p:grpSpPr>
          <a:xfrm>
            <a:off x="952500" y="4114800"/>
            <a:ext cx="1371600" cy="228600"/>
            <a:chOff x="952500" y="4114800"/>
            <a:chExt cx="1371600" cy="228600"/>
          </a:xfrm>
        </p:grpSpPr>
        <p:sp>
          <p:nvSpPr>
            <p:cNvPr id="24" name="node12.text"/>
            <p:cNvSpPr/>
            <p:nvPr/>
          </p:nvSpPr>
          <p:spPr>
            <a:xfrm>
              <a:off x="952500" y="4114800"/>
              <a:ext cx="1371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Cut over</a:t>
              </a:r>
              <a:endParaRPr lang="en-US" sz="1200" spc="0" kern="0" b="0" i="0" dirty="0">
                <a:solidFill>
                  <a:srgbClr val="50658E"/>
                </a:solidFill>
                <a:latin typeface="IBM Plex Sans"/>
                <a:ea typeface="IBM Plex Sans"/>
                <a:cs typeface="IBM Plex Sans"/>
              </a:endParaRPr>
            </a:p>
          </p:txBody>
        </p:sp>
      </p:grpSp>
      <p:grpSp>
        <p:nvGrpSpPr>
          <p:cNvPr id="131" name="node13"/>
          <p:cNvGrpSpPr/>
          <p:nvPr/>
        </p:nvGrpSpPr>
        <p:grpSpPr>
          <a:xfrm>
            <a:off x="2552700" y="2286000"/>
            <a:ext cx="1371600" cy="228600"/>
            <a:chOff x="2552700" y="2286000"/>
            <a:chExt cx="1371600" cy="228600"/>
          </a:xfrm>
        </p:grpSpPr>
        <p:sp>
          <p:nvSpPr>
            <p:cNvPr id="25" name="node13.text"/>
            <p:cNvSpPr/>
            <p:nvPr/>
          </p:nvSpPr>
          <p:spPr>
            <a:xfrm>
              <a:off x="2552700" y="2286000"/>
              <a:ext cx="1371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Site B</a:t>
              </a:r>
              <a:endParaRPr lang="en-US" sz="1200" spc="0" kern="0" b="0" i="0" dirty="0">
                <a:solidFill>
                  <a:srgbClr val="070154"/>
                </a:solidFill>
                <a:latin typeface="IBM Plex Sans"/>
                <a:ea typeface="IBM Plex Sans"/>
                <a:cs typeface="IBM Plex Sans"/>
              </a:endParaRPr>
            </a:p>
          </p:txBody>
        </p:sp>
      </p:grpSp>
      <p:grpSp>
        <p:nvGrpSpPr>
          <p:cNvPr id="132" name="node14"/>
          <p:cNvGrpSpPr/>
          <p:nvPr/>
        </p:nvGrpSpPr>
        <p:grpSpPr>
          <a:xfrm>
            <a:off x="2552700" y="2514600"/>
            <a:ext cx="914400" cy="457200"/>
            <a:chOff x="2552700" y="2514600"/>
            <a:chExt cx="914400" cy="457200"/>
          </a:xfrm>
        </p:grpSpPr>
        <p:sp>
          <p:nvSpPr>
            <p:cNvPr id="26" name="node14.surface"/>
            <p:cNvSpPr/>
            <p:nvPr/>
          </p:nvSpPr>
          <p:spPr>
            <a:xfrm>
              <a:off x="2559050" y="2520950"/>
              <a:ext cx="901700" cy="444500"/>
            </a:xfrm>
            <a:prstGeom prst="rect">
              <a:avLst/>
            </a:prstGeom>
            <a:solidFill>
              <a:srgbClr val="FFFFFF"/>
            </a:solidFill>
            <a:ln w="12700">
              <a:solidFill>
                <a:srgbClr val="CED7E6"/>
              </a:solidFill>
              <a:prstDash val="solid"/>
            </a:ln>
          </p:spPr>
        </p:sp>
        <p:sp>
          <p:nvSpPr>
            <p:cNvPr id="27" name="node14.text"/>
            <p:cNvSpPr/>
            <p:nvPr/>
          </p:nvSpPr>
          <p:spPr>
            <a:xfrm>
              <a:off x="2628900" y="2628900"/>
              <a:ext cx="762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Local UI</a:t>
              </a:r>
              <a:endParaRPr lang="en-US" sz="1200" spc="0" kern="0" b="0" i="0" dirty="0">
                <a:solidFill>
                  <a:srgbClr val="070154"/>
                </a:solidFill>
                <a:latin typeface="IBM Plex Sans"/>
                <a:ea typeface="IBM Plex Sans"/>
                <a:cs typeface="IBM Plex Sans"/>
              </a:endParaRPr>
            </a:p>
          </p:txBody>
        </p:sp>
      </p:grpSp>
      <p:grpSp>
        <p:nvGrpSpPr>
          <p:cNvPr id="133" name="node15"/>
          <p:cNvGrpSpPr/>
          <p:nvPr/>
        </p:nvGrpSpPr>
        <p:grpSpPr>
          <a:xfrm>
            <a:off x="3467100" y="2514600"/>
            <a:ext cx="457200" cy="457200"/>
            <a:chOff x="3467100" y="2514600"/>
            <a:chExt cx="457200" cy="457200"/>
          </a:xfrm>
        </p:grpSpPr>
        <p:sp>
          <p:nvSpPr>
            <p:cNvPr id="28" name="node15.surface"/>
            <p:cNvSpPr/>
            <p:nvPr/>
          </p:nvSpPr>
          <p:spPr>
            <a:xfrm>
              <a:off x="3467100" y="2514600"/>
              <a:ext cx="457200" cy="457200"/>
            </a:xfrm>
            <a:prstGeom prst="rect">
              <a:avLst/>
            </a:prstGeom>
            <a:solidFill>
              <a:srgbClr val="CED7E6"/>
            </a:solidFill>
            <a:ln>
              <a:noFill/>
            </a:ln>
          </p:spPr>
        </p:sp>
        <p:sp>
          <p:nvSpPr>
            <p:cNvPr id="29" name="node15.text"/>
            <p:cNvSpPr/>
            <p:nvPr/>
          </p:nvSpPr>
          <p:spPr>
            <a:xfrm>
              <a:off x="3543300" y="2628900"/>
              <a:ext cx="304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W3</a:t>
              </a:r>
              <a:endParaRPr lang="en-US" sz="1200" spc="0" kern="0" b="0" i="0" dirty="0">
                <a:solidFill>
                  <a:srgbClr val="070154"/>
                </a:solidFill>
                <a:latin typeface="IBM Plex Sans"/>
                <a:ea typeface="IBM Plex Sans"/>
                <a:cs typeface="IBM Plex Sans"/>
              </a:endParaRPr>
            </a:p>
          </p:txBody>
        </p:sp>
      </p:grpSp>
      <p:sp>
        <p:nvSpPr>
          <p:cNvPr id="30" name="node16"/>
          <p:cNvSpPr/>
          <p:nvPr/>
        </p:nvSpPr>
        <p:spPr>
          <a:xfrm>
            <a:off x="2552700" y="2514600"/>
            <a:ext cx="1371600" cy="38100"/>
          </a:xfrm>
          <a:prstGeom prst="rect">
            <a:avLst/>
          </a:prstGeom>
          <a:solidFill>
            <a:srgbClr val="0047FF"/>
          </a:solidFill>
          <a:ln>
            <a:noFill/>
          </a:ln>
        </p:spPr>
      </p:sp>
      <p:grpSp>
        <p:nvGrpSpPr>
          <p:cNvPr id="134" name="node17"/>
          <p:cNvGrpSpPr/>
          <p:nvPr/>
        </p:nvGrpSpPr>
        <p:grpSpPr>
          <a:xfrm>
            <a:off x="2552700" y="3200400"/>
            <a:ext cx="914400" cy="457200"/>
            <a:chOff x="2552700" y="3200400"/>
            <a:chExt cx="914400" cy="457200"/>
          </a:xfrm>
        </p:grpSpPr>
        <p:sp>
          <p:nvSpPr>
            <p:cNvPr id="31" name="node17.surface"/>
            <p:cNvSpPr/>
            <p:nvPr/>
          </p:nvSpPr>
          <p:spPr>
            <a:xfrm>
              <a:off x="2559050" y="3206750"/>
              <a:ext cx="901700" cy="444500"/>
            </a:xfrm>
            <a:prstGeom prst="rect">
              <a:avLst/>
            </a:prstGeom>
            <a:solidFill>
              <a:srgbClr val="FFFFFF"/>
            </a:solidFill>
            <a:ln w="12700">
              <a:solidFill>
                <a:srgbClr val="CED7E6"/>
              </a:solidFill>
              <a:prstDash val="solid"/>
            </a:ln>
          </p:spPr>
        </p:sp>
        <p:sp>
          <p:nvSpPr>
            <p:cNvPr id="32" name="node17.text"/>
            <p:cNvSpPr/>
            <p:nvPr/>
          </p:nvSpPr>
          <p:spPr>
            <a:xfrm>
              <a:off x="2628900" y="3314700"/>
              <a:ext cx="762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Local DB</a:t>
              </a:r>
              <a:endParaRPr lang="en-US" sz="1200" spc="0" kern="0" b="0" i="0" dirty="0">
                <a:solidFill>
                  <a:srgbClr val="070154"/>
                </a:solidFill>
                <a:latin typeface="IBM Plex Sans"/>
                <a:ea typeface="IBM Plex Sans"/>
                <a:cs typeface="IBM Plex Sans"/>
              </a:endParaRPr>
            </a:p>
          </p:txBody>
        </p:sp>
      </p:grpSp>
      <p:grpSp>
        <p:nvGrpSpPr>
          <p:cNvPr id="135" name="node18"/>
          <p:cNvGrpSpPr/>
          <p:nvPr/>
        </p:nvGrpSpPr>
        <p:grpSpPr>
          <a:xfrm>
            <a:off x="3467100" y="3200400"/>
            <a:ext cx="457200" cy="457200"/>
            <a:chOff x="3467100" y="3200400"/>
            <a:chExt cx="457200" cy="457200"/>
          </a:xfrm>
        </p:grpSpPr>
        <p:sp>
          <p:nvSpPr>
            <p:cNvPr id="33" name="node18.surface"/>
            <p:cNvSpPr/>
            <p:nvPr/>
          </p:nvSpPr>
          <p:spPr>
            <a:xfrm>
              <a:off x="3467100" y="3200400"/>
              <a:ext cx="457200" cy="457200"/>
            </a:xfrm>
            <a:prstGeom prst="rect">
              <a:avLst/>
            </a:prstGeom>
            <a:solidFill>
              <a:srgbClr val="CED7E6"/>
            </a:solidFill>
            <a:ln>
              <a:noFill/>
            </a:ln>
          </p:spPr>
        </p:sp>
        <p:sp>
          <p:nvSpPr>
            <p:cNvPr id="34" name="node18.text"/>
            <p:cNvSpPr/>
            <p:nvPr/>
          </p:nvSpPr>
          <p:spPr>
            <a:xfrm>
              <a:off x="3543300" y="3314700"/>
              <a:ext cx="304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W1</a:t>
              </a:r>
              <a:endParaRPr lang="en-US" sz="1200" spc="0" kern="0" b="0" i="0" dirty="0">
                <a:solidFill>
                  <a:srgbClr val="070154"/>
                </a:solidFill>
                <a:latin typeface="IBM Plex Sans"/>
                <a:ea typeface="IBM Plex Sans"/>
                <a:cs typeface="IBM Plex Sans"/>
              </a:endParaRPr>
            </a:p>
          </p:txBody>
        </p:sp>
      </p:grpSp>
      <p:sp>
        <p:nvSpPr>
          <p:cNvPr id="35" name="node19"/>
          <p:cNvSpPr/>
          <p:nvPr/>
        </p:nvSpPr>
        <p:spPr>
          <a:xfrm>
            <a:off x="2552700" y="3200400"/>
            <a:ext cx="1371600" cy="38100"/>
          </a:xfrm>
          <a:prstGeom prst="rect">
            <a:avLst/>
          </a:prstGeom>
          <a:solidFill>
            <a:srgbClr val="0047FF"/>
          </a:solidFill>
          <a:ln>
            <a:noFill/>
          </a:ln>
        </p:spPr>
      </p:sp>
      <p:grpSp>
        <p:nvGrpSpPr>
          <p:cNvPr id="136" name="node20"/>
          <p:cNvGrpSpPr/>
          <p:nvPr/>
        </p:nvGrpSpPr>
        <p:grpSpPr>
          <a:xfrm>
            <a:off x="2552700" y="4114800"/>
            <a:ext cx="1371600" cy="228600"/>
            <a:chOff x="2552700" y="4114800"/>
            <a:chExt cx="1371600" cy="228600"/>
          </a:xfrm>
        </p:grpSpPr>
        <p:sp>
          <p:nvSpPr>
            <p:cNvPr id="36" name="node20.text"/>
            <p:cNvSpPr/>
            <p:nvPr/>
          </p:nvSpPr>
          <p:spPr>
            <a:xfrm>
              <a:off x="2552700" y="4114800"/>
              <a:ext cx="1371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Replicating</a:t>
              </a:r>
              <a:endParaRPr lang="en-US" sz="1200" spc="0" kern="0" b="0" i="0" dirty="0">
                <a:solidFill>
                  <a:srgbClr val="50658E"/>
                </a:solidFill>
                <a:latin typeface="IBM Plex Sans"/>
                <a:ea typeface="IBM Plex Sans"/>
                <a:cs typeface="IBM Plex Sans"/>
              </a:endParaRPr>
            </a:p>
          </p:txBody>
        </p:sp>
      </p:grpSp>
      <p:grpSp>
        <p:nvGrpSpPr>
          <p:cNvPr id="137" name="node21"/>
          <p:cNvGrpSpPr/>
          <p:nvPr/>
        </p:nvGrpSpPr>
        <p:grpSpPr>
          <a:xfrm>
            <a:off x="4152900" y="2286000"/>
            <a:ext cx="1371600" cy="228600"/>
            <a:chOff x="4152900" y="2286000"/>
            <a:chExt cx="1371600" cy="228600"/>
          </a:xfrm>
        </p:grpSpPr>
        <p:sp>
          <p:nvSpPr>
            <p:cNvPr id="37" name="node21.text"/>
            <p:cNvSpPr/>
            <p:nvPr/>
          </p:nvSpPr>
          <p:spPr>
            <a:xfrm>
              <a:off x="4152900" y="2286000"/>
              <a:ext cx="1371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Site C</a:t>
              </a:r>
              <a:endParaRPr lang="en-US" sz="1200" spc="0" kern="0" b="0" i="0" dirty="0">
                <a:solidFill>
                  <a:srgbClr val="070154"/>
                </a:solidFill>
                <a:latin typeface="IBM Plex Sans"/>
                <a:ea typeface="IBM Plex Sans"/>
                <a:cs typeface="IBM Plex Sans"/>
              </a:endParaRPr>
            </a:p>
          </p:txBody>
        </p:sp>
      </p:grpSp>
      <p:grpSp>
        <p:nvGrpSpPr>
          <p:cNvPr id="138" name="node22"/>
          <p:cNvGrpSpPr/>
          <p:nvPr/>
        </p:nvGrpSpPr>
        <p:grpSpPr>
          <a:xfrm>
            <a:off x="4152900" y="2514600"/>
            <a:ext cx="914400" cy="457200"/>
            <a:chOff x="4152900" y="2514600"/>
            <a:chExt cx="914400" cy="457200"/>
          </a:xfrm>
        </p:grpSpPr>
        <p:sp>
          <p:nvSpPr>
            <p:cNvPr id="38" name="node22.surface"/>
            <p:cNvSpPr/>
            <p:nvPr/>
          </p:nvSpPr>
          <p:spPr>
            <a:xfrm>
              <a:off x="4159250" y="2520950"/>
              <a:ext cx="901700" cy="444500"/>
            </a:xfrm>
            <a:prstGeom prst="rect">
              <a:avLst/>
            </a:prstGeom>
            <a:solidFill>
              <a:srgbClr val="FFFFFF"/>
            </a:solidFill>
            <a:ln w="12700">
              <a:solidFill>
                <a:srgbClr val="CED7E6"/>
              </a:solidFill>
              <a:prstDash val="solid"/>
            </a:ln>
          </p:spPr>
        </p:sp>
        <p:sp>
          <p:nvSpPr>
            <p:cNvPr id="39" name="node22.text"/>
            <p:cNvSpPr/>
            <p:nvPr/>
          </p:nvSpPr>
          <p:spPr>
            <a:xfrm>
              <a:off x="4229100" y="2628900"/>
              <a:ext cx="762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Local UI</a:t>
              </a:r>
              <a:endParaRPr lang="en-US" sz="1200" spc="0" kern="0" b="0" i="0" dirty="0">
                <a:solidFill>
                  <a:srgbClr val="070154"/>
                </a:solidFill>
                <a:latin typeface="IBM Plex Sans"/>
                <a:ea typeface="IBM Plex Sans"/>
                <a:cs typeface="IBM Plex Sans"/>
              </a:endParaRPr>
            </a:p>
          </p:txBody>
        </p:sp>
      </p:grpSp>
      <p:grpSp>
        <p:nvGrpSpPr>
          <p:cNvPr id="139" name="node23"/>
          <p:cNvGrpSpPr/>
          <p:nvPr/>
        </p:nvGrpSpPr>
        <p:grpSpPr>
          <a:xfrm>
            <a:off x="5067300" y="2514600"/>
            <a:ext cx="457200" cy="457200"/>
            <a:chOff x="5067300" y="2514600"/>
            <a:chExt cx="457200" cy="457200"/>
          </a:xfrm>
        </p:grpSpPr>
        <p:sp>
          <p:nvSpPr>
            <p:cNvPr id="40" name="node23.surface"/>
            <p:cNvSpPr/>
            <p:nvPr/>
          </p:nvSpPr>
          <p:spPr>
            <a:xfrm>
              <a:off x="5067300" y="2514600"/>
              <a:ext cx="457200" cy="457200"/>
            </a:xfrm>
            <a:prstGeom prst="rect">
              <a:avLst/>
            </a:prstGeom>
            <a:solidFill>
              <a:srgbClr val="CED7E6"/>
            </a:solidFill>
            <a:ln>
              <a:noFill/>
            </a:ln>
          </p:spPr>
        </p:sp>
        <p:sp>
          <p:nvSpPr>
            <p:cNvPr id="41" name="node23.text"/>
            <p:cNvSpPr/>
            <p:nvPr/>
          </p:nvSpPr>
          <p:spPr>
            <a:xfrm>
              <a:off x="5143500" y="2628900"/>
              <a:ext cx="304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W3</a:t>
              </a:r>
              <a:endParaRPr lang="en-US" sz="1200" spc="0" kern="0" b="0" i="0" dirty="0">
                <a:solidFill>
                  <a:srgbClr val="070154"/>
                </a:solidFill>
                <a:latin typeface="IBM Plex Sans"/>
                <a:ea typeface="IBM Plex Sans"/>
                <a:cs typeface="IBM Plex Sans"/>
              </a:endParaRPr>
            </a:p>
          </p:txBody>
        </p:sp>
      </p:grpSp>
      <p:grpSp>
        <p:nvGrpSpPr>
          <p:cNvPr id="140" name="node24"/>
          <p:cNvGrpSpPr/>
          <p:nvPr/>
        </p:nvGrpSpPr>
        <p:grpSpPr>
          <a:xfrm>
            <a:off x="4152900" y="3200400"/>
            <a:ext cx="914400" cy="457200"/>
            <a:chOff x="4152900" y="3200400"/>
            <a:chExt cx="914400" cy="457200"/>
          </a:xfrm>
        </p:grpSpPr>
        <p:sp>
          <p:nvSpPr>
            <p:cNvPr id="42" name="node24.surface"/>
            <p:cNvSpPr/>
            <p:nvPr/>
          </p:nvSpPr>
          <p:spPr>
            <a:xfrm>
              <a:off x="4159250" y="3206750"/>
              <a:ext cx="901700" cy="444500"/>
            </a:xfrm>
            <a:prstGeom prst="rect">
              <a:avLst/>
            </a:prstGeom>
            <a:solidFill>
              <a:srgbClr val="FFFFFF"/>
            </a:solidFill>
            <a:ln w="12700">
              <a:solidFill>
                <a:srgbClr val="CED7E6"/>
              </a:solidFill>
              <a:prstDash val="solid"/>
            </a:ln>
          </p:spPr>
        </p:sp>
        <p:sp>
          <p:nvSpPr>
            <p:cNvPr id="43" name="node24.text"/>
            <p:cNvSpPr/>
            <p:nvPr/>
          </p:nvSpPr>
          <p:spPr>
            <a:xfrm>
              <a:off x="4229100" y="3314700"/>
              <a:ext cx="762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Local DB</a:t>
              </a:r>
              <a:endParaRPr lang="en-US" sz="1200" spc="0" kern="0" b="0" i="0" dirty="0">
                <a:solidFill>
                  <a:srgbClr val="070154"/>
                </a:solidFill>
                <a:latin typeface="IBM Plex Sans"/>
                <a:ea typeface="IBM Plex Sans"/>
                <a:cs typeface="IBM Plex Sans"/>
              </a:endParaRPr>
            </a:p>
          </p:txBody>
        </p:sp>
      </p:grpSp>
      <p:grpSp>
        <p:nvGrpSpPr>
          <p:cNvPr id="141" name="node25"/>
          <p:cNvGrpSpPr/>
          <p:nvPr/>
        </p:nvGrpSpPr>
        <p:grpSpPr>
          <a:xfrm>
            <a:off x="5067300" y="3200400"/>
            <a:ext cx="457200" cy="457200"/>
            <a:chOff x="5067300" y="3200400"/>
            <a:chExt cx="457200" cy="457200"/>
          </a:xfrm>
        </p:grpSpPr>
        <p:sp>
          <p:nvSpPr>
            <p:cNvPr id="44" name="node25.surface"/>
            <p:cNvSpPr/>
            <p:nvPr/>
          </p:nvSpPr>
          <p:spPr>
            <a:xfrm>
              <a:off x="5067300" y="3200400"/>
              <a:ext cx="457200" cy="457200"/>
            </a:xfrm>
            <a:prstGeom prst="rect">
              <a:avLst/>
            </a:prstGeom>
            <a:solidFill>
              <a:srgbClr val="CED7E6"/>
            </a:solidFill>
            <a:ln>
              <a:noFill/>
            </a:ln>
          </p:spPr>
        </p:sp>
        <p:sp>
          <p:nvSpPr>
            <p:cNvPr id="45" name="node25.text"/>
            <p:cNvSpPr/>
            <p:nvPr/>
          </p:nvSpPr>
          <p:spPr>
            <a:xfrm>
              <a:off x="5143500" y="3314700"/>
              <a:ext cx="304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W1</a:t>
              </a:r>
              <a:endParaRPr lang="en-US" sz="1200" spc="0" kern="0" b="0" i="0" dirty="0">
                <a:solidFill>
                  <a:srgbClr val="070154"/>
                </a:solidFill>
                <a:latin typeface="IBM Plex Sans"/>
                <a:ea typeface="IBM Plex Sans"/>
                <a:cs typeface="IBM Plex Sans"/>
              </a:endParaRPr>
            </a:p>
          </p:txBody>
        </p:sp>
      </p:grpSp>
      <p:grpSp>
        <p:nvGrpSpPr>
          <p:cNvPr id="142" name="node26"/>
          <p:cNvGrpSpPr/>
          <p:nvPr/>
        </p:nvGrpSpPr>
        <p:grpSpPr>
          <a:xfrm>
            <a:off x="4152900" y="4114800"/>
            <a:ext cx="1371600" cy="228600"/>
            <a:chOff x="4152900" y="4114800"/>
            <a:chExt cx="1371600" cy="228600"/>
          </a:xfrm>
        </p:grpSpPr>
        <p:sp>
          <p:nvSpPr>
            <p:cNvPr id="46" name="node26.text"/>
            <p:cNvSpPr/>
            <p:nvPr/>
          </p:nvSpPr>
          <p:spPr>
            <a:xfrm>
              <a:off x="4152900" y="4114800"/>
              <a:ext cx="1371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Not started</a:t>
              </a:r>
              <a:endParaRPr lang="en-US" sz="1200" spc="0" kern="0" b="0" i="0" dirty="0">
                <a:solidFill>
                  <a:srgbClr val="50658E"/>
                </a:solidFill>
                <a:latin typeface="IBM Plex Sans"/>
                <a:ea typeface="IBM Plex Sans"/>
                <a:cs typeface="IBM Plex Sans"/>
              </a:endParaRPr>
            </a:p>
          </p:txBody>
        </p:sp>
      </p:grpSp>
      <p:grpSp>
        <p:nvGrpSpPr>
          <p:cNvPr id="143" name="node27"/>
          <p:cNvGrpSpPr/>
          <p:nvPr/>
        </p:nvGrpSpPr>
        <p:grpSpPr>
          <a:xfrm>
            <a:off x="952500" y="4572000"/>
            <a:ext cx="4572000" cy="457200"/>
            <a:chOff x="952500" y="4572000"/>
            <a:chExt cx="4572000" cy="457200"/>
          </a:xfrm>
        </p:grpSpPr>
        <p:sp>
          <p:nvSpPr>
            <p:cNvPr id="47" name="node27.surface"/>
            <p:cNvSpPr/>
            <p:nvPr/>
          </p:nvSpPr>
          <p:spPr>
            <a:xfrm>
              <a:off x="958850" y="4578350"/>
              <a:ext cx="4559300" cy="444500"/>
            </a:xfrm>
            <a:prstGeom prst="rect">
              <a:avLst/>
            </a:prstGeom>
            <a:solidFill>
              <a:srgbClr val="FFFFFF"/>
            </a:solidFill>
            <a:ln w="12700">
              <a:solidFill>
                <a:srgbClr val="CED7E6"/>
              </a:solidFill>
              <a:prstDash val="solid"/>
            </a:ln>
          </p:spPr>
        </p:sp>
        <p:sp>
          <p:nvSpPr>
            <p:cNvPr id="48" name="node27.text"/>
            <p:cNvSpPr/>
            <p:nvPr/>
          </p:nvSpPr>
          <p:spPr>
            <a:xfrm>
              <a:off x="1104900" y="4686300"/>
              <a:ext cx="4267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+12 more sites, same pattern</a:t>
              </a:r>
              <a:endParaRPr lang="en-US" sz="1200" spc="0" kern="0" b="0" i="0" dirty="0">
                <a:solidFill>
                  <a:srgbClr val="070154"/>
                </a:solidFill>
                <a:latin typeface="IBM Plex Sans"/>
                <a:ea typeface="IBM Plex Sans"/>
                <a:cs typeface="IBM Plex Sans"/>
              </a:endParaRPr>
            </a:p>
          </p:txBody>
        </p:sp>
      </p:grpSp>
      <p:grpSp>
        <p:nvGrpSpPr>
          <p:cNvPr id="144" name="node28"/>
          <p:cNvGrpSpPr/>
          <p:nvPr/>
        </p:nvGrpSpPr>
        <p:grpSpPr>
          <a:xfrm>
            <a:off x="3195879" y="2971800"/>
            <a:ext cx="85242" cy="228600"/>
            <a:chOff x="3195879" y="2971800"/>
            <a:chExt cx="85242" cy="228600"/>
          </a:xfrm>
        </p:grpSpPr>
        <p:sp>
          <p:nvSpPr>
            <p:cNvPr id="49" name="node28.segment-1"/>
            <p:cNvSpPr/>
            <p:nvPr/>
          </p:nvSpPr>
          <p:spPr>
            <a:xfrm>
              <a:off x="3238500" y="2971800"/>
              <a:ext cx="0" cy="228600"/>
            </a:xfrm>
            <a:custGeom>
              <a:avLst/>
              <a:gdLst/>
              <a:ahLst/>
              <a:cxnLst/>
              <a:rect l="l" t="t" r="r" b="b"/>
              <a:pathLst>
                <a:path h="228600">
                  <a:moveTo>
                    <a:pt x="0" y="0"/>
                  </a:moveTo>
                  <a:lnTo>
                    <a:pt x="0" y="228600"/>
                  </a:lnTo>
                </a:path>
              </a:pathLst>
            </a:custGeom>
            <a:ln w="12700">
              <a:solidFill>
                <a:srgbClr val="070154"/>
              </a:solidFill>
              <a:prstDash val="solid"/>
            </a:ln>
          </p:spPr>
        </p:sp>
        <p:sp>
          <p:nvSpPr>
            <p:cNvPr id="50" name="node28.head-end.0"/>
            <p:cNvSpPr/>
            <p:nvPr/>
          </p:nvSpPr>
          <p:spPr>
            <a:xfrm>
              <a:off x="3195879" y="3122383"/>
              <a:ext cx="42621" cy="78017"/>
            </a:xfrm>
            <a:custGeom>
              <a:avLst/>
              <a:gdLst/>
              <a:ahLst/>
              <a:cxnLst/>
              <a:rect l="l" t="t" r="r" b="b"/>
              <a:pathLst>
                <a:path w="42621" h="78017">
                  <a:moveTo>
                    <a:pt x="42621" y="78017"/>
                  </a:moveTo>
                  <a:lnTo>
                    <a:pt x="0" y="0"/>
                  </a:lnTo>
                </a:path>
              </a:pathLst>
            </a:custGeom>
            <a:ln w="12700">
              <a:solidFill>
                <a:srgbClr val="070154"/>
              </a:solidFill>
              <a:prstDash val="solid"/>
            </a:ln>
          </p:spPr>
        </p:sp>
        <p:sp>
          <p:nvSpPr>
            <p:cNvPr id="51" name="node28.head-end.1"/>
            <p:cNvSpPr/>
            <p:nvPr/>
          </p:nvSpPr>
          <p:spPr>
            <a:xfrm>
              <a:off x="3238500" y="3122383"/>
              <a:ext cx="42621" cy="78017"/>
            </a:xfrm>
            <a:custGeom>
              <a:avLst/>
              <a:gdLst/>
              <a:ahLst/>
              <a:cxnLst/>
              <a:rect l="l" t="t" r="r" b="b"/>
              <a:pathLst>
                <a:path w="42621" h="78017">
                  <a:moveTo>
                    <a:pt x="0" y="78017"/>
                  </a:moveTo>
                  <a:lnTo>
                    <a:pt x="42621" y="0"/>
                  </a:lnTo>
                </a:path>
              </a:pathLst>
            </a:custGeom>
            <a:ln w="12700">
              <a:solidFill>
                <a:srgbClr val="070154"/>
              </a:solidFill>
              <a:prstDash val="solid"/>
            </a:ln>
          </p:spPr>
        </p:sp>
      </p:grpSp>
      <p:grpSp>
        <p:nvGrpSpPr>
          <p:cNvPr id="145" name="node29"/>
          <p:cNvGrpSpPr/>
          <p:nvPr/>
        </p:nvGrpSpPr>
        <p:grpSpPr>
          <a:xfrm>
            <a:off x="4796079" y="2971800"/>
            <a:ext cx="85242" cy="228600"/>
            <a:chOff x="4796079" y="2971800"/>
            <a:chExt cx="85242" cy="228600"/>
          </a:xfrm>
        </p:grpSpPr>
        <p:sp>
          <p:nvSpPr>
            <p:cNvPr id="52" name="node29.segment-1"/>
            <p:cNvSpPr/>
            <p:nvPr/>
          </p:nvSpPr>
          <p:spPr>
            <a:xfrm>
              <a:off x="4838700" y="2971800"/>
              <a:ext cx="0" cy="228600"/>
            </a:xfrm>
            <a:custGeom>
              <a:avLst/>
              <a:gdLst/>
              <a:ahLst/>
              <a:cxnLst/>
              <a:rect l="l" t="t" r="r" b="b"/>
              <a:pathLst>
                <a:path h="228600">
                  <a:moveTo>
                    <a:pt x="0" y="0"/>
                  </a:moveTo>
                  <a:lnTo>
                    <a:pt x="0" y="228600"/>
                  </a:lnTo>
                </a:path>
              </a:pathLst>
            </a:custGeom>
            <a:ln w="12700">
              <a:solidFill>
                <a:srgbClr val="070154"/>
              </a:solidFill>
              <a:prstDash val="solid"/>
            </a:ln>
          </p:spPr>
        </p:sp>
        <p:sp>
          <p:nvSpPr>
            <p:cNvPr id="53" name="node29.head-end.0"/>
            <p:cNvSpPr/>
            <p:nvPr/>
          </p:nvSpPr>
          <p:spPr>
            <a:xfrm>
              <a:off x="4796079" y="3122383"/>
              <a:ext cx="42621" cy="78017"/>
            </a:xfrm>
            <a:custGeom>
              <a:avLst/>
              <a:gdLst/>
              <a:ahLst/>
              <a:cxnLst/>
              <a:rect l="l" t="t" r="r" b="b"/>
              <a:pathLst>
                <a:path w="42621" h="78017">
                  <a:moveTo>
                    <a:pt x="42621" y="78017"/>
                  </a:moveTo>
                  <a:lnTo>
                    <a:pt x="0" y="0"/>
                  </a:lnTo>
                </a:path>
              </a:pathLst>
            </a:custGeom>
            <a:ln w="12700">
              <a:solidFill>
                <a:srgbClr val="070154"/>
              </a:solidFill>
              <a:prstDash val="solid"/>
            </a:ln>
          </p:spPr>
        </p:sp>
        <p:sp>
          <p:nvSpPr>
            <p:cNvPr id="54" name="node29.head-end.1"/>
            <p:cNvSpPr/>
            <p:nvPr/>
          </p:nvSpPr>
          <p:spPr>
            <a:xfrm>
              <a:off x="4838700" y="3122383"/>
              <a:ext cx="42621" cy="78017"/>
            </a:xfrm>
            <a:custGeom>
              <a:avLst/>
              <a:gdLst/>
              <a:ahLst/>
              <a:cxnLst/>
              <a:rect l="l" t="t" r="r" b="b"/>
              <a:pathLst>
                <a:path w="42621" h="78017">
                  <a:moveTo>
                    <a:pt x="0" y="78017"/>
                  </a:moveTo>
                  <a:lnTo>
                    <a:pt x="42621" y="0"/>
                  </a:lnTo>
                </a:path>
              </a:pathLst>
            </a:custGeom>
            <a:ln w="12700">
              <a:solidFill>
                <a:srgbClr val="070154"/>
              </a:solidFill>
              <a:prstDash val="solid"/>
            </a:ln>
          </p:spPr>
        </p:sp>
      </p:grpSp>
      <p:grpSp>
        <p:nvGrpSpPr>
          <p:cNvPr id="146" name="node30"/>
          <p:cNvGrpSpPr/>
          <p:nvPr/>
        </p:nvGrpSpPr>
        <p:grpSpPr>
          <a:xfrm>
            <a:off x="6438900" y="2514600"/>
            <a:ext cx="4343400" cy="457200"/>
            <a:chOff x="6438900" y="2514600"/>
            <a:chExt cx="4343400" cy="457200"/>
          </a:xfrm>
        </p:grpSpPr>
        <p:sp>
          <p:nvSpPr>
            <p:cNvPr id="55" name="node30.surface"/>
            <p:cNvSpPr/>
            <p:nvPr/>
          </p:nvSpPr>
          <p:spPr>
            <a:xfrm>
              <a:off x="6438900" y="2514600"/>
              <a:ext cx="4343400" cy="457200"/>
            </a:xfrm>
            <a:prstGeom prst="rect">
              <a:avLst/>
            </a:prstGeom>
            <a:solidFill>
              <a:srgbClr val="070154"/>
            </a:solidFill>
            <a:ln>
              <a:noFill/>
            </a:ln>
          </p:spPr>
        </p:sp>
        <p:sp>
          <p:nvSpPr>
            <p:cNvPr id="56" name="node30.text"/>
            <p:cNvSpPr/>
            <p:nvPr/>
          </p:nvSpPr>
          <p:spPr>
            <a:xfrm>
              <a:off x="6591300" y="2628900"/>
              <a:ext cx="4038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Central API layer</a:t>
              </a:r>
              <a:endParaRPr lang="en-US" sz="1200" spc="0" kern="0" b="0" i="0" dirty="0">
                <a:solidFill>
                  <a:srgbClr val="FFFFFF"/>
                </a:solidFill>
                <a:latin typeface="IBM Plex Sans"/>
                <a:ea typeface="IBM Plex Sans"/>
                <a:cs typeface="IBM Plex Sans"/>
              </a:endParaRPr>
            </a:p>
          </p:txBody>
        </p:sp>
      </p:grpSp>
      <p:grpSp>
        <p:nvGrpSpPr>
          <p:cNvPr id="147" name="node31"/>
          <p:cNvGrpSpPr/>
          <p:nvPr/>
        </p:nvGrpSpPr>
        <p:grpSpPr>
          <a:xfrm>
            <a:off x="10782300" y="2514600"/>
            <a:ext cx="457200" cy="457200"/>
            <a:chOff x="10782300" y="2514600"/>
            <a:chExt cx="457200" cy="457200"/>
          </a:xfrm>
        </p:grpSpPr>
        <p:sp>
          <p:nvSpPr>
            <p:cNvPr id="57" name="node31.surface"/>
            <p:cNvSpPr/>
            <p:nvPr/>
          </p:nvSpPr>
          <p:spPr>
            <a:xfrm>
              <a:off x="10782300" y="2514600"/>
              <a:ext cx="457200" cy="457200"/>
            </a:xfrm>
            <a:prstGeom prst="rect">
              <a:avLst/>
            </a:prstGeom>
            <a:solidFill>
              <a:srgbClr val="CED7E6"/>
            </a:solidFill>
            <a:ln>
              <a:noFill/>
            </a:ln>
          </p:spPr>
        </p:sp>
        <p:sp>
          <p:nvSpPr>
            <p:cNvPr id="58" name="node31.text"/>
            <p:cNvSpPr/>
            <p:nvPr/>
          </p:nvSpPr>
          <p:spPr>
            <a:xfrm>
              <a:off x="10858500" y="2628900"/>
              <a:ext cx="304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W2</a:t>
              </a:r>
              <a:endParaRPr lang="en-US" sz="1200" spc="0" kern="0" b="0" i="0" dirty="0">
                <a:solidFill>
                  <a:srgbClr val="070154"/>
                </a:solidFill>
                <a:latin typeface="IBM Plex Sans"/>
                <a:ea typeface="IBM Plex Sans"/>
                <a:cs typeface="IBM Plex Sans"/>
              </a:endParaRPr>
            </a:p>
          </p:txBody>
        </p:sp>
      </p:grpSp>
      <p:grpSp>
        <p:nvGrpSpPr>
          <p:cNvPr id="148" name="node32"/>
          <p:cNvGrpSpPr/>
          <p:nvPr/>
        </p:nvGrpSpPr>
        <p:grpSpPr>
          <a:xfrm>
            <a:off x="6438900" y="3200400"/>
            <a:ext cx="1371600" cy="457200"/>
            <a:chOff x="6438900" y="3200400"/>
            <a:chExt cx="1371600" cy="457200"/>
          </a:xfrm>
        </p:grpSpPr>
        <p:sp>
          <p:nvSpPr>
            <p:cNvPr id="59" name="node32.surface"/>
            <p:cNvSpPr/>
            <p:nvPr/>
          </p:nvSpPr>
          <p:spPr>
            <a:xfrm>
              <a:off x="6445250" y="3206750"/>
              <a:ext cx="1358900" cy="444500"/>
            </a:xfrm>
            <a:prstGeom prst="rect">
              <a:avLst/>
            </a:prstGeom>
            <a:solidFill>
              <a:srgbClr val="FFFFFF"/>
            </a:solidFill>
            <a:ln w="12700">
              <a:solidFill>
                <a:srgbClr val="CED7E6"/>
              </a:solidFill>
              <a:prstDash val="solid"/>
            </a:ln>
          </p:spPr>
        </p:sp>
        <p:sp>
          <p:nvSpPr>
            <p:cNvPr id="60" name="node32.text"/>
            <p:cNvSpPr/>
            <p:nvPr/>
          </p:nvSpPr>
          <p:spPr>
            <a:xfrm>
              <a:off x="6591300" y="3314700"/>
              <a:ext cx="1066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Sync service</a:t>
              </a:r>
              <a:endParaRPr lang="en-US" sz="1200" spc="0" kern="0" b="0" i="0" dirty="0">
                <a:solidFill>
                  <a:srgbClr val="070154"/>
                </a:solidFill>
                <a:latin typeface="IBM Plex Sans"/>
                <a:ea typeface="IBM Plex Sans"/>
                <a:cs typeface="IBM Plex Sans"/>
              </a:endParaRPr>
            </a:p>
          </p:txBody>
        </p:sp>
      </p:grpSp>
      <p:grpSp>
        <p:nvGrpSpPr>
          <p:cNvPr id="149" name="node33"/>
          <p:cNvGrpSpPr/>
          <p:nvPr/>
        </p:nvGrpSpPr>
        <p:grpSpPr>
          <a:xfrm>
            <a:off x="7810500" y="3200400"/>
            <a:ext cx="457200" cy="457200"/>
            <a:chOff x="7810500" y="3200400"/>
            <a:chExt cx="457200" cy="457200"/>
          </a:xfrm>
        </p:grpSpPr>
        <p:sp>
          <p:nvSpPr>
            <p:cNvPr id="61" name="node33.surface"/>
            <p:cNvSpPr/>
            <p:nvPr/>
          </p:nvSpPr>
          <p:spPr>
            <a:xfrm>
              <a:off x="7810500" y="3200400"/>
              <a:ext cx="457200" cy="457200"/>
            </a:xfrm>
            <a:prstGeom prst="rect">
              <a:avLst/>
            </a:prstGeom>
            <a:solidFill>
              <a:srgbClr val="CED7E6"/>
            </a:solidFill>
            <a:ln>
              <a:noFill/>
            </a:ln>
          </p:spPr>
        </p:sp>
        <p:sp>
          <p:nvSpPr>
            <p:cNvPr id="62" name="node33.text"/>
            <p:cNvSpPr/>
            <p:nvPr/>
          </p:nvSpPr>
          <p:spPr>
            <a:xfrm>
              <a:off x="7886700" y="3314700"/>
              <a:ext cx="304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W1</a:t>
              </a:r>
              <a:endParaRPr lang="en-US" sz="1200" spc="0" kern="0" b="0" i="0" dirty="0">
                <a:solidFill>
                  <a:srgbClr val="070154"/>
                </a:solidFill>
                <a:latin typeface="IBM Plex Sans"/>
                <a:ea typeface="IBM Plex Sans"/>
                <a:cs typeface="IBM Plex Sans"/>
              </a:endParaRPr>
            </a:p>
          </p:txBody>
        </p:sp>
      </p:grpSp>
      <p:sp>
        <p:nvSpPr>
          <p:cNvPr id="63" name="node34"/>
          <p:cNvSpPr/>
          <p:nvPr/>
        </p:nvSpPr>
        <p:spPr>
          <a:xfrm>
            <a:off x="6438900" y="3200400"/>
            <a:ext cx="1828800" cy="38100"/>
          </a:xfrm>
          <a:prstGeom prst="rect">
            <a:avLst/>
          </a:prstGeom>
          <a:solidFill>
            <a:srgbClr val="0047FF"/>
          </a:solidFill>
          <a:ln>
            <a:noFill/>
          </a:ln>
        </p:spPr>
      </p:sp>
      <p:grpSp>
        <p:nvGrpSpPr>
          <p:cNvPr id="150" name="node35"/>
          <p:cNvGrpSpPr/>
          <p:nvPr/>
        </p:nvGrpSpPr>
        <p:grpSpPr>
          <a:xfrm>
            <a:off x="8496300" y="3200400"/>
            <a:ext cx="2286000" cy="457200"/>
            <a:chOff x="8496300" y="3200400"/>
            <a:chExt cx="2286000" cy="457200"/>
          </a:xfrm>
        </p:grpSpPr>
        <p:sp>
          <p:nvSpPr>
            <p:cNvPr id="64" name="node35.surface"/>
            <p:cNvSpPr/>
            <p:nvPr/>
          </p:nvSpPr>
          <p:spPr>
            <a:xfrm>
              <a:off x="8496300" y="3200400"/>
              <a:ext cx="2286000" cy="457200"/>
            </a:xfrm>
            <a:prstGeom prst="rect">
              <a:avLst/>
            </a:prstGeom>
            <a:solidFill>
              <a:srgbClr val="070154"/>
            </a:solidFill>
            <a:ln>
              <a:noFill/>
            </a:ln>
          </p:spPr>
        </p:sp>
        <p:sp>
          <p:nvSpPr>
            <p:cNvPr id="65" name="node35.text"/>
            <p:cNvSpPr/>
            <p:nvPr/>
          </p:nvSpPr>
          <p:spPr>
            <a:xfrm>
              <a:off x="8648700" y="3314700"/>
              <a:ext cx="1981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Cloud database</a:t>
              </a:r>
              <a:endParaRPr lang="en-US" sz="1200" spc="0" kern="0" b="0" i="0" dirty="0">
                <a:solidFill>
                  <a:srgbClr val="FFFFFF"/>
                </a:solidFill>
                <a:latin typeface="IBM Plex Sans"/>
                <a:ea typeface="IBM Plex Sans"/>
                <a:cs typeface="IBM Plex Sans"/>
              </a:endParaRPr>
            </a:p>
          </p:txBody>
        </p:sp>
      </p:grpSp>
      <p:grpSp>
        <p:nvGrpSpPr>
          <p:cNvPr id="151" name="node36"/>
          <p:cNvGrpSpPr/>
          <p:nvPr/>
        </p:nvGrpSpPr>
        <p:grpSpPr>
          <a:xfrm>
            <a:off x="10782300" y="3200400"/>
            <a:ext cx="457200" cy="457200"/>
            <a:chOff x="10782300" y="3200400"/>
            <a:chExt cx="457200" cy="457200"/>
          </a:xfrm>
        </p:grpSpPr>
        <p:sp>
          <p:nvSpPr>
            <p:cNvPr id="66" name="node36.surface"/>
            <p:cNvSpPr/>
            <p:nvPr/>
          </p:nvSpPr>
          <p:spPr>
            <a:xfrm>
              <a:off x="10782300" y="3200400"/>
              <a:ext cx="457200" cy="457200"/>
            </a:xfrm>
            <a:prstGeom prst="rect">
              <a:avLst/>
            </a:prstGeom>
            <a:solidFill>
              <a:srgbClr val="CED7E6"/>
            </a:solidFill>
            <a:ln>
              <a:noFill/>
            </a:ln>
          </p:spPr>
        </p:sp>
        <p:sp>
          <p:nvSpPr>
            <p:cNvPr id="67" name="node36.text"/>
            <p:cNvSpPr/>
            <p:nvPr/>
          </p:nvSpPr>
          <p:spPr>
            <a:xfrm>
              <a:off x="10858500" y="3314700"/>
              <a:ext cx="304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W1</a:t>
              </a:r>
              <a:endParaRPr lang="en-US" sz="1200" spc="0" kern="0" b="0" i="0" dirty="0">
                <a:solidFill>
                  <a:srgbClr val="070154"/>
                </a:solidFill>
                <a:latin typeface="IBM Plex Sans"/>
                <a:ea typeface="IBM Plex Sans"/>
                <a:cs typeface="IBM Plex Sans"/>
              </a:endParaRPr>
            </a:p>
          </p:txBody>
        </p:sp>
      </p:grpSp>
      <p:grpSp>
        <p:nvGrpSpPr>
          <p:cNvPr id="152" name="node37"/>
          <p:cNvGrpSpPr/>
          <p:nvPr/>
        </p:nvGrpSpPr>
        <p:grpSpPr>
          <a:xfrm>
            <a:off x="8267700" y="3386379"/>
            <a:ext cx="228600" cy="85242"/>
            <a:chOff x="8267700" y="3386379"/>
            <a:chExt cx="228600" cy="85242"/>
          </a:xfrm>
        </p:grpSpPr>
        <p:sp>
          <p:nvSpPr>
            <p:cNvPr id="68" name="node37.segment-1"/>
            <p:cNvSpPr/>
            <p:nvPr/>
          </p:nvSpPr>
          <p:spPr>
            <a:xfrm>
              <a:off x="8267700" y="3429000"/>
              <a:ext cx="228600" cy="0"/>
            </a:xfrm>
            <a:custGeom>
              <a:avLst/>
              <a:gdLst/>
              <a:ahLst/>
              <a:cxnLst/>
              <a:rect l="l" t="t" r="r" b="b"/>
              <a:pathLst>
                <a:path w="228600">
                  <a:moveTo>
                    <a:pt x="0" y="0"/>
                  </a:moveTo>
                  <a:lnTo>
                    <a:pt x="228600" y="0"/>
                  </a:lnTo>
                </a:path>
              </a:pathLst>
            </a:custGeom>
            <a:ln w="12700">
              <a:solidFill>
                <a:srgbClr val="070154"/>
              </a:solidFill>
              <a:prstDash val="dash"/>
            </a:ln>
          </p:spPr>
        </p:sp>
        <p:sp>
          <p:nvSpPr>
            <p:cNvPr id="69" name="node37.head-end.0"/>
            <p:cNvSpPr/>
            <p:nvPr/>
          </p:nvSpPr>
          <p:spPr>
            <a:xfrm>
              <a:off x="8418283" y="3429000"/>
              <a:ext cx="78017" cy="42621"/>
            </a:xfrm>
            <a:custGeom>
              <a:avLst/>
              <a:gdLst/>
              <a:ahLst/>
              <a:cxnLst/>
              <a:rect l="l" t="t" r="r" b="b"/>
              <a:pathLst>
                <a:path w="78017" h="42621">
                  <a:moveTo>
                    <a:pt x="78017" y="0"/>
                  </a:moveTo>
                  <a:lnTo>
                    <a:pt x="0" y="42621"/>
                  </a:lnTo>
                </a:path>
              </a:pathLst>
            </a:custGeom>
            <a:ln w="12700">
              <a:solidFill>
                <a:srgbClr val="070154"/>
              </a:solidFill>
              <a:prstDash val="solid"/>
            </a:ln>
          </p:spPr>
        </p:sp>
        <p:sp>
          <p:nvSpPr>
            <p:cNvPr id="70" name="node37.head-end.1"/>
            <p:cNvSpPr/>
            <p:nvPr/>
          </p:nvSpPr>
          <p:spPr>
            <a:xfrm>
              <a:off x="8418283" y="3386379"/>
              <a:ext cx="78017" cy="42621"/>
            </a:xfrm>
            <a:custGeom>
              <a:avLst/>
              <a:gdLst/>
              <a:ahLst/>
              <a:cxnLst/>
              <a:rect l="l" t="t" r="r" b="b"/>
              <a:pathLst>
                <a:path w="78017" h="42621">
                  <a:moveTo>
                    <a:pt x="78017" y="42621"/>
                  </a:moveTo>
                  <a:lnTo>
                    <a:pt x="0" y="0"/>
                  </a:lnTo>
                </a:path>
              </a:pathLst>
            </a:custGeom>
            <a:ln w="12700">
              <a:solidFill>
                <a:srgbClr val="070154"/>
              </a:solidFill>
              <a:prstDash val="solid"/>
            </a:ln>
          </p:spPr>
        </p:sp>
      </p:grpSp>
      <p:grpSp>
        <p:nvGrpSpPr>
          <p:cNvPr id="153" name="node38"/>
          <p:cNvGrpSpPr/>
          <p:nvPr/>
        </p:nvGrpSpPr>
        <p:grpSpPr>
          <a:xfrm>
            <a:off x="9825279" y="2971800"/>
            <a:ext cx="85242" cy="228600"/>
            <a:chOff x="9825279" y="2971800"/>
            <a:chExt cx="85242" cy="228600"/>
          </a:xfrm>
        </p:grpSpPr>
        <p:sp>
          <p:nvSpPr>
            <p:cNvPr id="71" name="node38.segment-1"/>
            <p:cNvSpPr/>
            <p:nvPr/>
          </p:nvSpPr>
          <p:spPr>
            <a:xfrm>
              <a:off x="9867900" y="2971800"/>
              <a:ext cx="0" cy="228600"/>
            </a:xfrm>
            <a:custGeom>
              <a:avLst/>
              <a:gdLst/>
              <a:ahLst/>
              <a:cxnLst/>
              <a:rect l="l" t="t" r="r" b="b"/>
              <a:pathLst>
                <a:path h="228600">
                  <a:moveTo>
                    <a:pt x="0" y="0"/>
                  </a:moveTo>
                  <a:lnTo>
                    <a:pt x="0" y="228600"/>
                  </a:lnTo>
                </a:path>
              </a:pathLst>
            </a:custGeom>
            <a:ln w="12700">
              <a:solidFill>
                <a:srgbClr val="070154"/>
              </a:solidFill>
              <a:prstDash val="solid"/>
            </a:ln>
          </p:spPr>
        </p:sp>
        <p:sp>
          <p:nvSpPr>
            <p:cNvPr id="72" name="node38.head-end.0"/>
            <p:cNvSpPr/>
            <p:nvPr/>
          </p:nvSpPr>
          <p:spPr>
            <a:xfrm>
              <a:off x="9825279" y="3122383"/>
              <a:ext cx="42621" cy="78017"/>
            </a:xfrm>
            <a:custGeom>
              <a:avLst/>
              <a:gdLst/>
              <a:ahLst/>
              <a:cxnLst/>
              <a:rect l="l" t="t" r="r" b="b"/>
              <a:pathLst>
                <a:path w="42621" h="78017">
                  <a:moveTo>
                    <a:pt x="42621" y="78017"/>
                  </a:moveTo>
                  <a:lnTo>
                    <a:pt x="0" y="0"/>
                  </a:lnTo>
                </a:path>
              </a:pathLst>
            </a:custGeom>
            <a:ln w="12700">
              <a:solidFill>
                <a:srgbClr val="070154"/>
              </a:solidFill>
              <a:prstDash val="solid"/>
            </a:ln>
          </p:spPr>
        </p:sp>
        <p:sp>
          <p:nvSpPr>
            <p:cNvPr id="73" name="node38.head-end.1"/>
            <p:cNvSpPr/>
            <p:nvPr/>
          </p:nvSpPr>
          <p:spPr>
            <a:xfrm>
              <a:off x="9867900" y="3122383"/>
              <a:ext cx="42621" cy="78017"/>
            </a:xfrm>
            <a:custGeom>
              <a:avLst/>
              <a:gdLst/>
              <a:ahLst/>
              <a:cxnLst/>
              <a:rect l="l" t="t" r="r" b="b"/>
              <a:pathLst>
                <a:path w="42621" h="78017">
                  <a:moveTo>
                    <a:pt x="0" y="78017"/>
                  </a:moveTo>
                  <a:lnTo>
                    <a:pt x="42621" y="0"/>
                  </a:lnTo>
                </a:path>
              </a:pathLst>
            </a:custGeom>
            <a:ln w="12700">
              <a:solidFill>
                <a:srgbClr val="070154"/>
              </a:solidFill>
              <a:prstDash val="solid"/>
            </a:ln>
          </p:spPr>
        </p:sp>
        <p:sp>
          <p:nvSpPr>
            <p:cNvPr id="74" name="node38.head-start.0"/>
            <p:cNvSpPr/>
            <p:nvPr/>
          </p:nvSpPr>
          <p:spPr>
            <a:xfrm>
              <a:off x="9867900" y="2971800"/>
              <a:ext cx="42621" cy="78017"/>
            </a:xfrm>
            <a:custGeom>
              <a:avLst/>
              <a:gdLst/>
              <a:ahLst/>
              <a:cxnLst/>
              <a:rect l="l" t="t" r="r" b="b"/>
              <a:pathLst>
                <a:path w="42621" h="78017">
                  <a:moveTo>
                    <a:pt x="0" y="0"/>
                  </a:moveTo>
                  <a:lnTo>
                    <a:pt x="42621" y="78017"/>
                  </a:lnTo>
                </a:path>
              </a:pathLst>
            </a:custGeom>
            <a:ln w="12700">
              <a:solidFill>
                <a:srgbClr val="070154"/>
              </a:solidFill>
              <a:prstDash val="solid"/>
            </a:ln>
          </p:spPr>
        </p:sp>
        <p:sp>
          <p:nvSpPr>
            <p:cNvPr id="75" name="node38.head-start.1"/>
            <p:cNvSpPr/>
            <p:nvPr/>
          </p:nvSpPr>
          <p:spPr>
            <a:xfrm>
              <a:off x="9825279" y="2971800"/>
              <a:ext cx="42621" cy="78017"/>
            </a:xfrm>
            <a:custGeom>
              <a:avLst/>
              <a:gdLst/>
              <a:ahLst/>
              <a:cxnLst/>
              <a:rect l="l" t="t" r="r" b="b"/>
              <a:pathLst>
                <a:path w="42621" h="78017">
                  <a:moveTo>
                    <a:pt x="42621" y="0"/>
                  </a:moveTo>
                  <a:lnTo>
                    <a:pt x="0" y="78017"/>
                  </a:lnTo>
                </a:path>
              </a:pathLst>
            </a:custGeom>
            <a:ln w="12700">
              <a:solidFill>
                <a:srgbClr val="070154"/>
              </a:solidFill>
              <a:prstDash val="solid"/>
            </a:ln>
          </p:spPr>
        </p:sp>
      </p:grpSp>
      <p:grpSp>
        <p:nvGrpSpPr>
          <p:cNvPr id="154" name="node39"/>
          <p:cNvGrpSpPr/>
          <p:nvPr/>
        </p:nvGrpSpPr>
        <p:grpSpPr>
          <a:xfrm>
            <a:off x="1638300" y="1943100"/>
            <a:ext cx="5757621" cy="571500"/>
            <a:chOff x="1638300" y="1943100"/>
            <a:chExt cx="5757621" cy="571500"/>
          </a:xfrm>
        </p:grpSpPr>
        <p:sp>
          <p:nvSpPr>
            <p:cNvPr id="76" name="node39.segment-1"/>
            <p:cNvSpPr/>
            <p:nvPr/>
          </p:nvSpPr>
          <p:spPr>
            <a:xfrm>
              <a:off x="1638300" y="2057400"/>
              <a:ext cx="0" cy="457200"/>
            </a:xfrm>
            <a:custGeom>
              <a:avLst/>
              <a:gdLst/>
              <a:ahLst/>
              <a:cxnLst/>
              <a:rect l="l" t="t" r="r" b="b"/>
              <a:pathLst>
                <a:path h="457200">
                  <a:moveTo>
                    <a:pt x="0" y="457200"/>
                  </a:moveTo>
                  <a:lnTo>
                    <a:pt x="0" y="0"/>
                  </a:lnTo>
                </a:path>
              </a:pathLst>
            </a:custGeom>
            <a:ln w="12700">
              <a:solidFill>
                <a:srgbClr val="070154"/>
              </a:solidFill>
              <a:prstDash val="solid"/>
            </a:ln>
          </p:spPr>
        </p:sp>
        <p:sp>
          <p:nvSpPr>
            <p:cNvPr id="77" name="node39.segment-2"/>
            <p:cNvSpPr/>
            <p:nvPr/>
          </p:nvSpPr>
          <p:spPr>
            <a:xfrm>
              <a:off x="1638300" y="2057400"/>
              <a:ext cx="5715000" cy="0"/>
            </a:xfrm>
            <a:custGeom>
              <a:avLst/>
              <a:gdLst/>
              <a:ahLst/>
              <a:cxnLst/>
              <a:rect l="l" t="t" r="r" b="b"/>
              <a:pathLst>
                <a:path w="5715000">
                  <a:moveTo>
                    <a:pt x="0" y="0"/>
                  </a:moveTo>
                  <a:lnTo>
                    <a:pt x="5715000" y="0"/>
                  </a:lnTo>
                </a:path>
              </a:pathLst>
            </a:custGeom>
            <a:ln w="12700">
              <a:solidFill>
                <a:srgbClr val="070154"/>
              </a:solidFill>
              <a:prstDash val="solid"/>
            </a:ln>
          </p:spPr>
        </p:sp>
        <p:sp>
          <p:nvSpPr>
            <p:cNvPr id="78" name="node39.segment-3"/>
            <p:cNvSpPr/>
            <p:nvPr/>
          </p:nvSpPr>
          <p:spPr>
            <a:xfrm>
              <a:off x="7353300" y="2057400"/>
              <a:ext cx="0" cy="457200"/>
            </a:xfrm>
            <a:custGeom>
              <a:avLst/>
              <a:gdLst/>
              <a:ahLst/>
              <a:cxnLst/>
              <a:rect l="l" t="t" r="r" b="b"/>
              <a:pathLst>
                <a:path h="457200">
                  <a:moveTo>
                    <a:pt x="0" y="0"/>
                  </a:moveTo>
                  <a:lnTo>
                    <a:pt x="0" y="457200"/>
                  </a:lnTo>
                </a:path>
              </a:pathLst>
            </a:custGeom>
            <a:ln w="12700">
              <a:solidFill>
                <a:srgbClr val="070154"/>
              </a:solidFill>
              <a:prstDash val="solid"/>
            </a:ln>
          </p:spPr>
        </p:sp>
        <p:sp>
          <p:nvSpPr>
            <p:cNvPr id="79" name="node39.head-end.0"/>
            <p:cNvSpPr/>
            <p:nvPr/>
          </p:nvSpPr>
          <p:spPr>
            <a:xfrm>
              <a:off x="7310679" y="2436583"/>
              <a:ext cx="42621" cy="78017"/>
            </a:xfrm>
            <a:custGeom>
              <a:avLst/>
              <a:gdLst/>
              <a:ahLst/>
              <a:cxnLst/>
              <a:rect l="l" t="t" r="r" b="b"/>
              <a:pathLst>
                <a:path w="42621" h="78017">
                  <a:moveTo>
                    <a:pt x="42621" y="78017"/>
                  </a:moveTo>
                  <a:lnTo>
                    <a:pt x="0" y="0"/>
                  </a:lnTo>
                </a:path>
              </a:pathLst>
            </a:custGeom>
            <a:ln w="12700">
              <a:solidFill>
                <a:srgbClr val="070154"/>
              </a:solidFill>
              <a:prstDash val="solid"/>
            </a:ln>
          </p:spPr>
        </p:sp>
        <p:sp>
          <p:nvSpPr>
            <p:cNvPr id="80" name="node39.head-end.1"/>
            <p:cNvSpPr/>
            <p:nvPr/>
          </p:nvSpPr>
          <p:spPr>
            <a:xfrm>
              <a:off x="7353300" y="2436583"/>
              <a:ext cx="42621" cy="78017"/>
            </a:xfrm>
            <a:custGeom>
              <a:avLst/>
              <a:gdLst/>
              <a:ahLst/>
              <a:cxnLst/>
              <a:rect l="l" t="t" r="r" b="b"/>
              <a:pathLst>
                <a:path w="42621" h="78017">
                  <a:moveTo>
                    <a:pt x="0" y="78017"/>
                  </a:moveTo>
                  <a:lnTo>
                    <a:pt x="42621" y="0"/>
                  </a:lnTo>
                </a:path>
              </a:pathLst>
            </a:custGeom>
            <a:ln w="12700">
              <a:solidFill>
                <a:srgbClr val="070154"/>
              </a:solidFill>
              <a:prstDash val="solid"/>
            </a:ln>
          </p:spPr>
        </p:sp>
        <p:sp>
          <p:nvSpPr>
            <p:cNvPr id="81" name="node39.label-patch"/>
            <p:cNvSpPr/>
            <p:nvPr/>
          </p:nvSpPr>
          <p:spPr>
            <a:xfrm>
              <a:off x="3856193" y="1943100"/>
              <a:ext cx="1279215" cy="228600"/>
            </a:xfrm>
            <a:prstGeom prst="rect">
              <a:avLst/>
            </a:prstGeom>
            <a:solidFill>
              <a:srgbClr val="FFFFFF"/>
            </a:solidFill>
            <a:ln>
              <a:noFill/>
            </a:ln>
          </p:spPr>
        </p:sp>
        <p:sp>
          <p:nvSpPr>
            <p:cNvPr id="82" name="node39.label"/>
            <p:cNvSpPr/>
            <p:nvPr/>
          </p:nvSpPr>
          <p:spPr>
            <a:xfrm>
              <a:off x="3894293" y="1981200"/>
              <a:ext cx="1203015"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Medium"/>
                  <a:ea typeface="IBM Plex Mono Medium"/>
                  <a:cs typeface="IBM Plex Mono Medium"/>
                </a:rPr>
                <a:t>API CALLS, LIVE</a:t>
              </a:r>
              <a:endParaRPr lang="en-US" sz="900" spc="54" kern="0" b="0" i="0" dirty="0">
                <a:solidFill>
                  <a:srgbClr val="50658E"/>
                </a:solidFill>
                <a:latin typeface="IBM Plex Mono Medium"/>
                <a:ea typeface="IBM Plex Mono Medium"/>
                <a:cs typeface="IBM Plex Mono Medium"/>
              </a:endParaRPr>
            </a:p>
          </p:txBody>
        </p:sp>
      </p:grpSp>
      <p:grpSp>
        <p:nvGrpSpPr>
          <p:cNvPr id="155" name="node40"/>
          <p:cNvGrpSpPr/>
          <p:nvPr/>
        </p:nvGrpSpPr>
        <p:grpSpPr>
          <a:xfrm>
            <a:off x="3238500" y="2171700"/>
            <a:ext cx="3471621" cy="342900"/>
            <a:chOff x="3238500" y="2171700"/>
            <a:chExt cx="3471621" cy="342900"/>
          </a:xfrm>
        </p:grpSpPr>
        <p:sp>
          <p:nvSpPr>
            <p:cNvPr id="83" name="node40.segment-1"/>
            <p:cNvSpPr/>
            <p:nvPr/>
          </p:nvSpPr>
          <p:spPr>
            <a:xfrm>
              <a:off x="3238500" y="2171700"/>
              <a:ext cx="0" cy="342900"/>
            </a:xfrm>
            <a:custGeom>
              <a:avLst/>
              <a:gdLst/>
              <a:ahLst/>
              <a:cxnLst/>
              <a:rect l="l" t="t" r="r" b="b"/>
              <a:pathLst>
                <a:path h="342900">
                  <a:moveTo>
                    <a:pt x="0" y="342900"/>
                  </a:moveTo>
                  <a:lnTo>
                    <a:pt x="0" y="0"/>
                  </a:lnTo>
                </a:path>
              </a:pathLst>
            </a:custGeom>
            <a:ln w="12700">
              <a:solidFill>
                <a:srgbClr val="070154"/>
              </a:solidFill>
              <a:prstDash val="dash"/>
            </a:ln>
          </p:spPr>
        </p:sp>
        <p:sp>
          <p:nvSpPr>
            <p:cNvPr id="84" name="node40.segment-2"/>
            <p:cNvSpPr/>
            <p:nvPr/>
          </p:nvSpPr>
          <p:spPr>
            <a:xfrm>
              <a:off x="3238500" y="2171700"/>
              <a:ext cx="3429000" cy="0"/>
            </a:xfrm>
            <a:custGeom>
              <a:avLst/>
              <a:gdLst/>
              <a:ahLst/>
              <a:cxnLst/>
              <a:rect l="l" t="t" r="r" b="b"/>
              <a:pathLst>
                <a:path w="3429000">
                  <a:moveTo>
                    <a:pt x="0" y="0"/>
                  </a:moveTo>
                  <a:lnTo>
                    <a:pt x="3429000" y="0"/>
                  </a:lnTo>
                </a:path>
              </a:pathLst>
            </a:custGeom>
            <a:ln w="12700">
              <a:solidFill>
                <a:srgbClr val="070154"/>
              </a:solidFill>
              <a:prstDash val="dash"/>
            </a:ln>
          </p:spPr>
        </p:sp>
        <p:sp>
          <p:nvSpPr>
            <p:cNvPr id="85" name="node40.segment-3"/>
            <p:cNvSpPr/>
            <p:nvPr/>
          </p:nvSpPr>
          <p:spPr>
            <a:xfrm>
              <a:off x="6667500" y="2171700"/>
              <a:ext cx="0" cy="342900"/>
            </a:xfrm>
            <a:custGeom>
              <a:avLst/>
              <a:gdLst/>
              <a:ahLst/>
              <a:cxnLst/>
              <a:rect l="l" t="t" r="r" b="b"/>
              <a:pathLst>
                <a:path h="342900">
                  <a:moveTo>
                    <a:pt x="0" y="0"/>
                  </a:moveTo>
                  <a:lnTo>
                    <a:pt x="0" y="342900"/>
                  </a:lnTo>
                </a:path>
              </a:pathLst>
            </a:custGeom>
            <a:ln w="12700">
              <a:solidFill>
                <a:srgbClr val="070154"/>
              </a:solidFill>
              <a:prstDash val="dash"/>
            </a:ln>
          </p:spPr>
        </p:sp>
        <p:sp>
          <p:nvSpPr>
            <p:cNvPr id="86" name="node40.head-end.0"/>
            <p:cNvSpPr/>
            <p:nvPr/>
          </p:nvSpPr>
          <p:spPr>
            <a:xfrm>
              <a:off x="6624879" y="2436583"/>
              <a:ext cx="42621" cy="78017"/>
            </a:xfrm>
            <a:custGeom>
              <a:avLst/>
              <a:gdLst/>
              <a:ahLst/>
              <a:cxnLst/>
              <a:rect l="l" t="t" r="r" b="b"/>
              <a:pathLst>
                <a:path w="42621" h="78017">
                  <a:moveTo>
                    <a:pt x="42621" y="78017"/>
                  </a:moveTo>
                  <a:lnTo>
                    <a:pt x="0" y="0"/>
                  </a:lnTo>
                </a:path>
              </a:pathLst>
            </a:custGeom>
            <a:ln w="12700">
              <a:solidFill>
                <a:srgbClr val="070154"/>
              </a:solidFill>
              <a:prstDash val="solid"/>
            </a:ln>
          </p:spPr>
        </p:sp>
        <p:sp>
          <p:nvSpPr>
            <p:cNvPr id="87" name="node40.head-end.1"/>
            <p:cNvSpPr/>
            <p:nvPr/>
          </p:nvSpPr>
          <p:spPr>
            <a:xfrm>
              <a:off x="6667500" y="2436583"/>
              <a:ext cx="42621" cy="78017"/>
            </a:xfrm>
            <a:custGeom>
              <a:avLst/>
              <a:gdLst/>
              <a:ahLst/>
              <a:cxnLst/>
              <a:rect l="l" t="t" r="r" b="b"/>
              <a:pathLst>
                <a:path w="42621" h="78017">
                  <a:moveTo>
                    <a:pt x="0" y="78017"/>
                  </a:moveTo>
                  <a:lnTo>
                    <a:pt x="42621" y="0"/>
                  </a:lnTo>
                </a:path>
              </a:pathLst>
            </a:custGeom>
            <a:ln w="12700">
              <a:solidFill>
                <a:srgbClr val="070154"/>
              </a:solidFill>
              <a:prstDash val="solid"/>
            </a:ln>
          </p:spPr>
        </p:sp>
      </p:grpSp>
      <p:grpSp>
        <p:nvGrpSpPr>
          <p:cNvPr id="156" name="node41"/>
          <p:cNvGrpSpPr/>
          <p:nvPr/>
        </p:nvGrpSpPr>
        <p:grpSpPr>
          <a:xfrm>
            <a:off x="3238500" y="3657600"/>
            <a:ext cx="4157421" cy="342900"/>
            <a:chOff x="3238500" y="3657600"/>
            <a:chExt cx="4157421" cy="342900"/>
          </a:xfrm>
        </p:grpSpPr>
        <p:sp>
          <p:nvSpPr>
            <p:cNvPr id="88" name="node41.segment-1"/>
            <p:cNvSpPr/>
            <p:nvPr/>
          </p:nvSpPr>
          <p:spPr>
            <a:xfrm>
              <a:off x="3238500" y="3657600"/>
              <a:ext cx="0" cy="228600"/>
            </a:xfrm>
            <a:custGeom>
              <a:avLst/>
              <a:gdLst/>
              <a:ahLst/>
              <a:cxnLst/>
              <a:rect l="l" t="t" r="r" b="b"/>
              <a:pathLst>
                <a:path h="228600">
                  <a:moveTo>
                    <a:pt x="0" y="0"/>
                  </a:moveTo>
                  <a:lnTo>
                    <a:pt x="0" y="228600"/>
                  </a:lnTo>
                </a:path>
              </a:pathLst>
            </a:custGeom>
            <a:ln w="12700">
              <a:solidFill>
                <a:srgbClr val="070154"/>
              </a:solidFill>
              <a:prstDash val="dash"/>
            </a:ln>
          </p:spPr>
        </p:sp>
        <p:sp>
          <p:nvSpPr>
            <p:cNvPr id="89" name="node41.segment-2"/>
            <p:cNvSpPr/>
            <p:nvPr/>
          </p:nvSpPr>
          <p:spPr>
            <a:xfrm>
              <a:off x="3238500" y="3886200"/>
              <a:ext cx="4114800" cy="0"/>
            </a:xfrm>
            <a:custGeom>
              <a:avLst/>
              <a:gdLst/>
              <a:ahLst/>
              <a:cxnLst/>
              <a:rect l="l" t="t" r="r" b="b"/>
              <a:pathLst>
                <a:path w="4114800">
                  <a:moveTo>
                    <a:pt x="0" y="0"/>
                  </a:moveTo>
                  <a:lnTo>
                    <a:pt x="4114800" y="0"/>
                  </a:lnTo>
                </a:path>
              </a:pathLst>
            </a:custGeom>
            <a:ln w="12700">
              <a:solidFill>
                <a:srgbClr val="070154"/>
              </a:solidFill>
              <a:prstDash val="dash"/>
            </a:ln>
          </p:spPr>
        </p:sp>
        <p:sp>
          <p:nvSpPr>
            <p:cNvPr id="90" name="node41.segment-3"/>
            <p:cNvSpPr/>
            <p:nvPr/>
          </p:nvSpPr>
          <p:spPr>
            <a:xfrm>
              <a:off x="7353300" y="3657600"/>
              <a:ext cx="0" cy="228600"/>
            </a:xfrm>
            <a:custGeom>
              <a:avLst/>
              <a:gdLst/>
              <a:ahLst/>
              <a:cxnLst/>
              <a:rect l="l" t="t" r="r" b="b"/>
              <a:pathLst>
                <a:path h="228600">
                  <a:moveTo>
                    <a:pt x="0" y="228600"/>
                  </a:moveTo>
                  <a:lnTo>
                    <a:pt x="0" y="0"/>
                  </a:lnTo>
                </a:path>
              </a:pathLst>
            </a:custGeom>
            <a:ln w="12700">
              <a:solidFill>
                <a:srgbClr val="070154"/>
              </a:solidFill>
              <a:prstDash val="dash"/>
            </a:ln>
          </p:spPr>
        </p:sp>
        <p:sp>
          <p:nvSpPr>
            <p:cNvPr id="91" name="node41.head-end.0"/>
            <p:cNvSpPr/>
            <p:nvPr/>
          </p:nvSpPr>
          <p:spPr>
            <a:xfrm>
              <a:off x="7353300" y="3657600"/>
              <a:ext cx="42621" cy="78017"/>
            </a:xfrm>
            <a:custGeom>
              <a:avLst/>
              <a:gdLst/>
              <a:ahLst/>
              <a:cxnLst/>
              <a:rect l="l" t="t" r="r" b="b"/>
              <a:pathLst>
                <a:path w="42621" h="78017">
                  <a:moveTo>
                    <a:pt x="0" y="0"/>
                  </a:moveTo>
                  <a:lnTo>
                    <a:pt x="42621" y="78017"/>
                  </a:lnTo>
                </a:path>
              </a:pathLst>
            </a:custGeom>
            <a:ln w="12700">
              <a:solidFill>
                <a:srgbClr val="070154"/>
              </a:solidFill>
              <a:prstDash val="solid"/>
            </a:ln>
          </p:spPr>
        </p:sp>
        <p:sp>
          <p:nvSpPr>
            <p:cNvPr id="92" name="node41.head-end.1"/>
            <p:cNvSpPr/>
            <p:nvPr/>
          </p:nvSpPr>
          <p:spPr>
            <a:xfrm>
              <a:off x="7310679" y="3657600"/>
              <a:ext cx="42621" cy="78017"/>
            </a:xfrm>
            <a:custGeom>
              <a:avLst/>
              <a:gdLst/>
              <a:ahLst/>
              <a:cxnLst/>
              <a:rect l="l" t="t" r="r" b="b"/>
              <a:pathLst>
                <a:path w="42621" h="78017">
                  <a:moveTo>
                    <a:pt x="42621" y="0"/>
                  </a:moveTo>
                  <a:lnTo>
                    <a:pt x="0" y="78017"/>
                  </a:lnTo>
                </a:path>
              </a:pathLst>
            </a:custGeom>
            <a:ln w="12700">
              <a:solidFill>
                <a:srgbClr val="070154"/>
              </a:solidFill>
              <a:prstDash val="solid"/>
            </a:ln>
          </p:spPr>
        </p:sp>
        <p:sp>
          <p:nvSpPr>
            <p:cNvPr id="93" name="node41.label-patch"/>
            <p:cNvSpPr/>
            <p:nvPr/>
          </p:nvSpPr>
          <p:spPr>
            <a:xfrm>
              <a:off x="4806535" y="3771900"/>
              <a:ext cx="978731" cy="228600"/>
            </a:xfrm>
            <a:prstGeom prst="rect">
              <a:avLst/>
            </a:prstGeom>
            <a:solidFill>
              <a:srgbClr val="FFFFFF"/>
            </a:solidFill>
            <a:ln>
              <a:noFill/>
            </a:ln>
          </p:spPr>
        </p:sp>
        <p:sp>
          <p:nvSpPr>
            <p:cNvPr id="94" name="node41.label"/>
            <p:cNvSpPr/>
            <p:nvPr/>
          </p:nvSpPr>
          <p:spPr>
            <a:xfrm>
              <a:off x="4844635" y="3810000"/>
              <a:ext cx="902531"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Medium"/>
                  <a:ea typeface="IBM Plex Mono Medium"/>
                  <a:cs typeface="IBM Plex Mono Medium"/>
                </a:rPr>
                <a:t>REPLICATION</a:t>
              </a:r>
              <a:endParaRPr lang="en-US" sz="900" spc="54" kern="0" b="0" i="0" dirty="0">
                <a:solidFill>
                  <a:srgbClr val="50658E"/>
                </a:solidFill>
                <a:latin typeface="IBM Plex Mono Medium"/>
                <a:ea typeface="IBM Plex Mono Medium"/>
                <a:cs typeface="IBM Plex Mono Medium"/>
              </a:endParaRPr>
            </a:p>
          </p:txBody>
        </p:sp>
      </p:grpSp>
      <p:grpSp>
        <p:nvGrpSpPr>
          <p:cNvPr id="157" name="node42"/>
          <p:cNvGrpSpPr/>
          <p:nvPr/>
        </p:nvGrpSpPr>
        <p:grpSpPr>
          <a:xfrm>
            <a:off x="6438900" y="4114800"/>
            <a:ext cx="4800600" cy="228600"/>
            <a:chOff x="6438900" y="4114800"/>
            <a:chExt cx="4800600" cy="228600"/>
          </a:xfrm>
        </p:grpSpPr>
        <p:sp>
          <p:nvSpPr>
            <p:cNvPr id="95" name="node42.label"/>
            <p:cNvSpPr/>
            <p:nvPr/>
          </p:nvSpPr>
          <p:spPr>
            <a:xfrm>
              <a:off x="6438900" y="4114800"/>
              <a:ext cx="701489"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WAVE PLAN</a:t>
              </a:r>
              <a:endParaRPr lang="en-US" sz="900" spc="54" kern="0" b="0" i="0" dirty="0">
                <a:solidFill>
                  <a:srgbClr val="50658E"/>
                </a:solidFill>
                <a:latin typeface="IBM Plex Mono Medium"/>
                <a:ea typeface="IBM Plex Mono Medium"/>
                <a:cs typeface="IBM Plex Mono Medium"/>
              </a:endParaRPr>
            </a:p>
          </p:txBody>
        </p:sp>
        <p:sp>
          <p:nvSpPr>
            <p:cNvPr id="96" name="node42.rule"/>
            <p:cNvSpPr/>
            <p:nvPr/>
          </p:nvSpPr>
          <p:spPr>
            <a:xfrm>
              <a:off x="7267389" y="4224338"/>
              <a:ext cx="3972111" cy="9525"/>
            </a:xfrm>
            <a:prstGeom prst="rect">
              <a:avLst/>
            </a:prstGeom>
            <a:solidFill>
              <a:srgbClr val="CED7E6"/>
            </a:solidFill>
            <a:ln>
              <a:noFill/>
            </a:ln>
          </p:spPr>
        </p:sp>
      </p:grpSp>
      <p:grpSp>
        <p:nvGrpSpPr>
          <p:cNvPr id="158" name="node43"/>
          <p:cNvGrpSpPr/>
          <p:nvPr/>
        </p:nvGrpSpPr>
        <p:grpSpPr>
          <a:xfrm>
            <a:off x="6438900" y="4457700"/>
            <a:ext cx="4800600" cy="762000"/>
            <a:chOff x="6438900" y="4457700"/>
            <a:chExt cx="4800600" cy="762000"/>
          </a:xfrm>
        </p:grpSpPr>
        <p:sp>
          <p:nvSpPr>
            <p:cNvPr id="97" name="node43.source-001.bullet"/>
            <p:cNvSpPr/>
            <p:nvPr/>
          </p:nvSpPr>
          <p:spPr>
            <a:xfrm>
              <a:off x="6438900" y="4546600"/>
              <a:ext cx="38100" cy="38100"/>
            </a:xfrm>
            <a:prstGeom prst="rect">
              <a:avLst/>
            </a:prstGeom>
            <a:solidFill>
              <a:srgbClr val="070154"/>
            </a:solidFill>
            <a:ln>
              <a:noFill/>
            </a:ln>
          </p:spPr>
        </p:sp>
        <p:sp>
          <p:nvSpPr>
            <p:cNvPr id="98" name="node43.source-001.text"/>
            <p:cNvSpPr/>
            <p:nvPr/>
          </p:nvSpPr>
          <p:spPr>
            <a:xfrm>
              <a:off x="6591300" y="4457700"/>
              <a:ext cx="4648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 xml:space="preserve">W1</a:t>
              </a:r>
              <a:r>
                <a:rPr lang="en-US" sz="1200" spc="0" kern="0" b="0" i="0" dirty="0">
                  <a:solidFill>
                    <a:srgbClr val="50658E"/>
                  </a:solidFill>
                  <a:latin typeface="IBM Plex Sans"/>
                  <a:ea typeface="IBM Plex Sans"/>
                  <a:cs typeface="IBM Plex Sans"/>
                </a:rPr>
                <a:t xml:space="preserve"> Replicate site databases to the cloud</a:t>
              </a:r>
              <a:endParaRPr lang="en-US" sz="1200" spc="0" kern="0" b="0" i="0" dirty="0">
                <a:solidFill>
                  <a:srgbClr val="070154"/>
                </a:solidFill>
                <a:latin typeface="IBM Plex Sans"/>
                <a:ea typeface="IBM Plex Sans"/>
                <a:cs typeface="IBM Plex Sans"/>
              </a:endParaRPr>
            </a:p>
          </p:txBody>
        </p:sp>
        <p:sp>
          <p:nvSpPr>
            <p:cNvPr id="99" name="node43.source-002.bullet"/>
            <p:cNvSpPr/>
            <p:nvPr/>
          </p:nvSpPr>
          <p:spPr>
            <a:xfrm>
              <a:off x="6438900" y="4813300"/>
              <a:ext cx="38100" cy="38100"/>
            </a:xfrm>
            <a:prstGeom prst="rect">
              <a:avLst/>
            </a:prstGeom>
            <a:solidFill>
              <a:srgbClr val="070154"/>
            </a:solidFill>
            <a:ln>
              <a:noFill/>
            </a:ln>
          </p:spPr>
        </p:sp>
        <p:sp>
          <p:nvSpPr>
            <p:cNvPr id="100" name="node43.source-002.text"/>
            <p:cNvSpPr/>
            <p:nvPr/>
          </p:nvSpPr>
          <p:spPr>
            <a:xfrm>
              <a:off x="6591300" y="4724400"/>
              <a:ext cx="4648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 xml:space="preserve">W2</a:t>
              </a:r>
              <a:r>
                <a:rPr lang="en-US" sz="1200" spc="0" kern="0" b="0" i="0" dirty="0">
                  <a:solidFill>
                    <a:srgbClr val="50658E"/>
                  </a:solidFill>
                  <a:latin typeface="IBM Plex Sans"/>
                  <a:ea typeface="IBM Plex Sans"/>
                  <a:cs typeface="IBM Plex Sans"/>
                </a:rPr>
                <a:t xml:space="preserve"> Route calls through the central API</a:t>
              </a:r>
              <a:endParaRPr lang="en-US" sz="1200" spc="0" kern="0" b="0" i="0" dirty="0">
                <a:solidFill>
                  <a:srgbClr val="070154"/>
                </a:solidFill>
                <a:latin typeface="IBM Plex Sans"/>
                <a:ea typeface="IBM Plex Sans"/>
                <a:cs typeface="IBM Plex Sans"/>
              </a:endParaRPr>
            </a:p>
          </p:txBody>
        </p:sp>
        <p:sp>
          <p:nvSpPr>
            <p:cNvPr id="101" name="node43.source-003.bullet"/>
            <p:cNvSpPr/>
            <p:nvPr/>
          </p:nvSpPr>
          <p:spPr>
            <a:xfrm>
              <a:off x="6438900" y="5080000"/>
              <a:ext cx="38100" cy="38100"/>
            </a:xfrm>
            <a:prstGeom prst="rect">
              <a:avLst/>
            </a:prstGeom>
            <a:solidFill>
              <a:srgbClr val="070154"/>
            </a:solidFill>
            <a:ln>
              <a:noFill/>
            </a:ln>
          </p:spPr>
        </p:sp>
        <p:sp>
          <p:nvSpPr>
            <p:cNvPr id="102" name="node43.source-003.text"/>
            <p:cNvSpPr/>
            <p:nvPr/>
          </p:nvSpPr>
          <p:spPr>
            <a:xfrm>
              <a:off x="6591300" y="4991100"/>
              <a:ext cx="4648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 xml:space="preserve">W3</a:t>
              </a:r>
              <a:r>
                <a:rPr lang="en-US" sz="1200" spc="0" kern="0" b="0" i="0" dirty="0">
                  <a:solidFill>
                    <a:srgbClr val="50658E"/>
                  </a:solidFill>
                  <a:latin typeface="IBM Plex Sans"/>
                  <a:ea typeface="IBM Plex Sans"/>
                  <a:cs typeface="IBM Plex Sans"/>
                </a:rPr>
                <a:t xml:space="preserve"> Repoint site UIs and retire site DBs</a:t>
              </a:r>
              <a:endParaRPr lang="en-US" sz="1200" spc="0" kern="0" b="0" i="0" dirty="0">
                <a:solidFill>
                  <a:srgbClr val="070154"/>
                </a:solidFill>
                <a:latin typeface="IBM Plex Sans"/>
                <a:ea typeface="IBM Plex Sans"/>
                <a:cs typeface="IBM Plex Sans"/>
              </a:endParaRPr>
            </a:p>
          </p:txBody>
        </p:sp>
      </p:grpSp>
      <p:grpSp>
        <p:nvGrpSpPr>
          <p:cNvPr id="159" name="node44"/>
          <p:cNvGrpSpPr/>
          <p:nvPr/>
        </p:nvGrpSpPr>
        <p:grpSpPr>
          <a:xfrm>
            <a:off x="723900" y="5486400"/>
            <a:ext cx="457200" cy="228600"/>
            <a:chOff x="723900" y="5486400"/>
            <a:chExt cx="457200" cy="228600"/>
          </a:xfrm>
        </p:grpSpPr>
        <p:sp>
          <p:nvSpPr>
            <p:cNvPr id="103" name="node44.surface"/>
            <p:cNvSpPr/>
            <p:nvPr/>
          </p:nvSpPr>
          <p:spPr>
            <a:xfrm>
              <a:off x="730250" y="5492750"/>
              <a:ext cx="444500" cy="215900"/>
            </a:xfrm>
            <a:prstGeom prst="rect">
              <a:avLst/>
            </a:prstGeom>
            <a:solidFill>
              <a:srgbClr val="FFFFFF"/>
            </a:solidFill>
            <a:ln w="12700">
              <a:solidFill>
                <a:srgbClr val="CED7E6"/>
              </a:solidFill>
              <a:prstDash val="solid"/>
            </a:ln>
          </p:spPr>
        </p:sp>
      </p:grpSp>
      <p:grpSp>
        <p:nvGrpSpPr>
          <p:cNvPr id="160" name="node45"/>
          <p:cNvGrpSpPr/>
          <p:nvPr/>
        </p:nvGrpSpPr>
        <p:grpSpPr>
          <a:xfrm>
            <a:off x="1295400" y="5486400"/>
            <a:ext cx="1371600" cy="228600"/>
            <a:chOff x="1295400" y="5486400"/>
            <a:chExt cx="1371600" cy="228600"/>
          </a:xfrm>
        </p:grpSpPr>
        <p:sp>
          <p:nvSpPr>
            <p:cNvPr id="104" name="node45.text"/>
            <p:cNvSpPr/>
            <p:nvPr/>
          </p:nvSpPr>
          <p:spPr>
            <a:xfrm>
              <a:off x="1295400" y="5486400"/>
              <a:ext cx="1371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Legacy / on-prem</a:t>
              </a:r>
              <a:endParaRPr lang="en-US" sz="1200" spc="0" kern="0" b="0" i="0" dirty="0">
                <a:solidFill>
                  <a:srgbClr val="070154"/>
                </a:solidFill>
                <a:latin typeface="IBM Plex Sans"/>
                <a:ea typeface="IBM Plex Sans"/>
                <a:cs typeface="IBM Plex Sans"/>
              </a:endParaRPr>
            </a:p>
          </p:txBody>
        </p:sp>
      </p:grpSp>
      <p:grpSp>
        <p:nvGrpSpPr>
          <p:cNvPr id="161" name="node46"/>
          <p:cNvGrpSpPr/>
          <p:nvPr/>
        </p:nvGrpSpPr>
        <p:grpSpPr>
          <a:xfrm>
            <a:off x="2781300" y="5486400"/>
            <a:ext cx="457200" cy="228600"/>
            <a:chOff x="2781300" y="5486400"/>
            <a:chExt cx="457200" cy="228600"/>
          </a:xfrm>
        </p:grpSpPr>
        <p:sp>
          <p:nvSpPr>
            <p:cNvPr id="105" name="node46.surface"/>
            <p:cNvSpPr/>
            <p:nvPr/>
          </p:nvSpPr>
          <p:spPr>
            <a:xfrm>
              <a:off x="2787650" y="5492750"/>
              <a:ext cx="444500" cy="215900"/>
            </a:xfrm>
            <a:prstGeom prst="rect">
              <a:avLst/>
            </a:prstGeom>
            <a:solidFill>
              <a:srgbClr val="FFFFFF"/>
            </a:solidFill>
            <a:ln w="12700">
              <a:solidFill>
                <a:srgbClr val="CED7E6"/>
              </a:solidFill>
              <a:prstDash val="solid"/>
            </a:ln>
          </p:spPr>
        </p:sp>
      </p:grpSp>
      <p:sp>
        <p:nvSpPr>
          <p:cNvPr id="106" name="node47"/>
          <p:cNvSpPr/>
          <p:nvPr/>
        </p:nvSpPr>
        <p:spPr>
          <a:xfrm>
            <a:off x="2781300" y="5486400"/>
            <a:ext cx="457200" cy="38100"/>
          </a:xfrm>
          <a:prstGeom prst="rect">
            <a:avLst/>
          </a:prstGeom>
          <a:solidFill>
            <a:srgbClr val="0047FF"/>
          </a:solidFill>
          <a:ln>
            <a:noFill/>
          </a:ln>
        </p:spPr>
      </p:sp>
      <p:grpSp>
        <p:nvGrpSpPr>
          <p:cNvPr id="162" name="node48"/>
          <p:cNvGrpSpPr/>
          <p:nvPr/>
        </p:nvGrpSpPr>
        <p:grpSpPr>
          <a:xfrm>
            <a:off x="3352800" y="5486400"/>
            <a:ext cx="889000" cy="228600"/>
            <a:chOff x="3352800" y="5486400"/>
            <a:chExt cx="889000" cy="228600"/>
          </a:xfrm>
        </p:grpSpPr>
        <p:sp>
          <p:nvSpPr>
            <p:cNvPr id="107" name="node48.text"/>
            <p:cNvSpPr/>
            <p:nvPr/>
          </p:nvSpPr>
          <p:spPr>
            <a:xfrm>
              <a:off x="3352800" y="5486400"/>
              <a:ext cx="889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Coexisting</a:t>
              </a:r>
              <a:endParaRPr lang="en-US" sz="1200" spc="0" kern="0" b="0" i="0" dirty="0">
                <a:solidFill>
                  <a:srgbClr val="070154"/>
                </a:solidFill>
                <a:latin typeface="IBM Plex Sans"/>
                <a:ea typeface="IBM Plex Sans"/>
                <a:cs typeface="IBM Plex Sans"/>
              </a:endParaRPr>
            </a:p>
          </p:txBody>
        </p:sp>
      </p:grpSp>
      <p:grpSp>
        <p:nvGrpSpPr>
          <p:cNvPr id="163" name="node49"/>
          <p:cNvGrpSpPr/>
          <p:nvPr/>
        </p:nvGrpSpPr>
        <p:grpSpPr>
          <a:xfrm>
            <a:off x="4381500" y="5486400"/>
            <a:ext cx="457200" cy="228600"/>
            <a:chOff x="4381500" y="5486400"/>
            <a:chExt cx="457200" cy="228600"/>
          </a:xfrm>
        </p:grpSpPr>
        <p:sp>
          <p:nvSpPr>
            <p:cNvPr id="108" name="node49.surface"/>
            <p:cNvSpPr/>
            <p:nvPr/>
          </p:nvSpPr>
          <p:spPr>
            <a:xfrm>
              <a:off x="4381500" y="5486400"/>
              <a:ext cx="457200" cy="228600"/>
            </a:xfrm>
            <a:prstGeom prst="rect">
              <a:avLst/>
            </a:prstGeom>
            <a:solidFill>
              <a:srgbClr val="070154"/>
            </a:solidFill>
            <a:ln>
              <a:noFill/>
            </a:ln>
          </p:spPr>
        </p:sp>
      </p:grpSp>
      <p:grpSp>
        <p:nvGrpSpPr>
          <p:cNvPr id="164" name="node50"/>
          <p:cNvGrpSpPr/>
          <p:nvPr/>
        </p:nvGrpSpPr>
        <p:grpSpPr>
          <a:xfrm>
            <a:off x="4953000" y="5486400"/>
            <a:ext cx="723900" cy="228600"/>
            <a:chOff x="4953000" y="5486400"/>
            <a:chExt cx="723900" cy="228600"/>
          </a:xfrm>
        </p:grpSpPr>
        <p:sp>
          <p:nvSpPr>
            <p:cNvPr id="109" name="node50.text"/>
            <p:cNvSpPr/>
            <p:nvPr/>
          </p:nvSpPr>
          <p:spPr>
            <a:xfrm>
              <a:off x="4953000" y="5486400"/>
              <a:ext cx="7239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Migrated</a:t>
              </a:r>
              <a:endParaRPr lang="en-US" sz="1200" spc="0" kern="0" b="0" i="0" dirty="0">
                <a:solidFill>
                  <a:srgbClr val="070154"/>
                </a:solidFill>
                <a:latin typeface="IBM Plex Sans"/>
                <a:ea typeface="IBM Plex Sans"/>
                <a:cs typeface="IBM Plex Sans"/>
              </a:endParaRPr>
            </a:p>
          </p:txBody>
        </p:sp>
      </p:grpSp>
      <p:grpSp>
        <p:nvGrpSpPr>
          <p:cNvPr id="165" name="node51"/>
          <p:cNvGrpSpPr/>
          <p:nvPr/>
        </p:nvGrpSpPr>
        <p:grpSpPr>
          <a:xfrm>
            <a:off x="5753100" y="5486400"/>
            <a:ext cx="457200" cy="228600"/>
            <a:chOff x="5753100" y="5486400"/>
            <a:chExt cx="457200" cy="228600"/>
          </a:xfrm>
        </p:grpSpPr>
        <p:sp>
          <p:nvSpPr>
            <p:cNvPr id="110" name="node51.surface"/>
            <p:cNvSpPr/>
            <p:nvPr/>
          </p:nvSpPr>
          <p:spPr>
            <a:xfrm>
              <a:off x="5753100" y="5486400"/>
              <a:ext cx="457200" cy="228600"/>
            </a:xfrm>
            <a:prstGeom prst="rect">
              <a:avLst/>
            </a:prstGeom>
            <a:solidFill>
              <a:srgbClr val="FFFFFF"/>
            </a:solidFill>
            <a:ln w="12700">
              <a:solidFill>
                <a:srgbClr val="50658E"/>
              </a:solidFill>
              <a:prstDash val="dash"/>
            </a:ln>
          </p:spPr>
        </p:sp>
      </p:grpSp>
      <p:grpSp>
        <p:nvGrpSpPr>
          <p:cNvPr id="166" name="node52"/>
          <p:cNvGrpSpPr/>
          <p:nvPr/>
        </p:nvGrpSpPr>
        <p:grpSpPr>
          <a:xfrm>
            <a:off x="6324600" y="5486400"/>
            <a:ext cx="1447800" cy="228600"/>
            <a:chOff x="6324600" y="5486400"/>
            <a:chExt cx="1447800" cy="228600"/>
          </a:xfrm>
        </p:grpSpPr>
        <p:sp>
          <p:nvSpPr>
            <p:cNvPr id="111" name="node52.text"/>
            <p:cNvSpPr/>
            <p:nvPr/>
          </p:nvSpPr>
          <p:spPr>
            <a:xfrm>
              <a:off x="6324600" y="5486400"/>
              <a:ext cx="1447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Retired / planned</a:t>
              </a:r>
              <a:endParaRPr lang="en-US" sz="1200" spc="0" kern="0" b="0" i="0" dirty="0">
                <a:solidFill>
                  <a:srgbClr val="070154"/>
                </a:solidFill>
                <a:latin typeface="IBM Plex Sans"/>
                <a:ea typeface="IBM Plex Sans"/>
                <a:cs typeface="IBM Plex Sans"/>
              </a:endParaRPr>
            </a:p>
          </p:txBody>
        </p:sp>
      </p:grpSp>
      <p:grpSp>
        <p:nvGrpSpPr>
          <p:cNvPr id="167" name="node53"/>
          <p:cNvGrpSpPr/>
          <p:nvPr/>
        </p:nvGrpSpPr>
        <p:grpSpPr>
          <a:xfrm>
            <a:off x="7810500" y="5486400"/>
            <a:ext cx="457200" cy="228600"/>
            <a:chOff x="7810500" y="5486400"/>
            <a:chExt cx="457200" cy="228600"/>
          </a:xfrm>
        </p:grpSpPr>
        <p:sp>
          <p:nvSpPr>
            <p:cNvPr id="112" name="node53.surface"/>
            <p:cNvSpPr/>
            <p:nvPr/>
          </p:nvSpPr>
          <p:spPr>
            <a:xfrm>
              <a:off x="7810500" y="5486400"/>
              <a:ext cx="457200" cy="228600"/>
            </a:xfrm>
            <a:prstGeom prst="rect">
              <a:avLst/>
            </a:prstGeom>
            <a:solidFill>
              <a:srgbClr val="CED7E6"/>
            </a:solidFill>
            <a:ln>
              <a:noFill/>
            </a:ln>
          </p:spPr>
        </p:sp>
        <p:sp>
          <p:nvSpPr>
            <p:cNvPr id="113" name="node53.text"/>
            <p:cNvSpPr/>
            <p:nvPr/>
          </p:nvSpPr>
          <p:spPr>
            <a:xfrm>
              <a:off x="7886700" y="5486400"/>
              <a:ext cx="304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W1</a:t>
              </a:r>
              <a:endParaRPr lang="en-US" sz="1200" spc="0" kern="0" b="0" i="0" dirty="0">
                <a:solidFill>
                  <a:srgbClr val="070154"/>
                </a:solidFill>
                <a:latin typeface="IBM Plex Sans"/>
                <a:ea typeface="IBM Plex Sans"/>
                <a:cs typeface="IBM Plex Sans"/>
              </a:endParaRPr>
            </a:p>
          </p:txBody>
        </p:sp>
      </p:grpSp>
      <p:grpSp>
        <p:nvGrpSpPr>
          <p:cNvPr id="168" name="node54"/>
          <p:cNvGrpSpPr/>
          <p:nvPr/>
        </p:nvGrpSpPr>
        <p:grpSpPr>
          <a:xfrm>
            <a:off x="8382000" y="5486400"/>
            <a:ext cx="393700" cy="228600"/>
            <a:chOff x="8382000" y="5486400"/>
            <a:chExt cx="393700" cy="228600"/>
          </a:xfrm>
        </p:grpSpPr>
        <p:sp>
          <p:nvSpPr>
            <p:cNvPr id="114" name="node54.text"/>
            <p:cNvSpPr/>
            <p:nvPr/>
          </p:nvSpPr>
          <p:spPr>
            <a:xfrm>
              <a:off x="8382000" y="5486400"/>
              <a:ext cx="3937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Wave</a:t>
              </a:r>
              <a:endParaRPr lang="en-US" sz="1200" spc="0" kern="0" b="0" i="0" dirty="0">
                <a:solidFill>
                  <a:srgbClr val="070154"/>
                </a:solidFill>
                <a:latin typeface="IBM Plex Sans"/>
                <a:ea typeface="IBM Plex Sans"/>
                <a:cs typeface="IBM Plex Sans"/>
              </a:endParaRPr>
            </a:p>
          </p:txBody>
        </p:sp>
      </p:grpSp>
      <p:grpSp>
        <p:nvGrpSpPr>
          <p:cNvPr id="169" name="node55"/>
          <p:cNvGrpSpPr/>
          <p:nvPr/>
        </p:nvGrpSpPr>
        <p:grpSpPr>
          <a:xfrm>
            <a:off x="8953500" y="5558079"/>
            <a:ext cx="457200" cy="85242"/>
            <a:chOff x="8953500" y="5558079"/>
            <a:chExt cx="457200" cy="85242"/>
          </a:xfrm>
        </p:grpSpPr>
        <p:sp>
          <p:nvSpPr>
            <p:cNvPr id="115" name="node55.segment-1"/>
            <p:cNvSpPr/>
            <p:nvPr/>
          </p:nvSpPr>
          <p:spPr>
            <a:xfrm>
              <a:off x="8953500" y="5600700"/>
              <a:ext cx="457200" cy="0"/>
            </a:xfrm>
            <a:custGeom>
              <a:avLst/>
              <a:gdLst/>
              <a:ahLst/>
              <a:cxnLst/>
              <a:rect l="l" t="t" r="r" b="b"/>
              <a:pathLst>
                <a:path w="457200">
                  <a:moveTo>
                    <a:pt x="0" y="0"/>
                  </a:moveTo>
                  <a:lnTo>
                    <a:pt x="457200" y="0"/>
                  </a:lnTo>
                </a:path>
              </a:pathLst>
            </a:custGeom>
            <a:ln w="12700">
              <a:solidFill>
                <a:srgbClr val="070154"/>
              </a:solidFill>
              <a:prstDash val="dash"/>
            </a:ln>
          </p:spPr>
        </p:sp>
        <p:sp>
          <p:nvSpPr>
            <p:cNvPr id="116" name="node55.head-end.0"/>
            <p:cNvSpPr/>
            <p:nvPr/>
          </p:nvSpPr>
          <p:spPr>
            <a:xfrm>
              <a:off x="9332683" y="5600700"/>
              <a:ext cx="78017" cy="42621"/>
            </a:xfrm>
            <a:custGeom>
              <a:avLst/>
              <a:gdLst/>
              <a:ahLst/>
              <a:cxnLst/>
              <a:rect l="l" t="t" r="r" b="b"/>
              <a:pathLst>
                <a:path w="78017" h="42621">
                  <a:moveTo>
                    <a:pt x="78017" y="0"/>
                  </a:moveTo>
                  <a:lnTo>
                    <a:pt x="0" y="42621"/>
                  </a:lnTo>
                </a:path>
              </a:pathLst>
            </a:custGeom>
            <a:ln w="12700">
              <a:solidFill>
                <a:srgbClr val="070154"/>
              </a:solidFill>
              <a:prstDash val="solid"/>
            </a:ln>
          </p:spPr>
        </p:sp>
        <p:sp>
          <p:nvSpPr>
            <p:cNvPr id="117" name="node55.head-end.1"/>
            <p:cNvSpPr/>
            <p:nvPr/>
          </p:nvSpPr>
          <p:spPr>
            <a:xfrm>
              <a:off x="9332683" y="5558079"/>
              <a:ext cx="78017" cy="42621"/>
            </a:xfrm>
            <a:custGeom>
              <a:avLst/>
              <a:gdLst/>
              <a:ahLst/>
              <a:cxnLst/>
              <a:rect l="l" t="t" r="r" b="b"/>
              <a:pathLst>
                <a:path w="78017" h="42621">
                  <a:moveTo>
                    <a:pt x="78017" y="42621"/>
                  </a:moveTo>
                  <a:lnTo>
                    <a:pt x="0" y="0"/>
                  </a:lnTo>
                </a:path>
              </a:pathLst>
            </a:custGeom>
            <a:ln w="12700">
              <a:solidFill>
                <a:srgbClr val="070154"/>
              </a:solidFill>
              <a:prstDash val="solid"/>
            </a:ln>
          </p:spPr>
        </p:sp>
      </p:grpSp>
      <p:grpSp>
        <p:nvGrpSpPr>
          <p:cNvPr id="170" name="node56"/>
          <p:cNvGrpSpPr/>
          <p:nvPr/>
        </p:nvGrpSpPr>
        <p:grpSpPr>
          <a:xfrm>
            <a:off x="9525000" y="5486400"/>
            <a:ext cx="1206500" cy="228600"/>
            <a:chOff x="9525000" y="5486400"/>
            <a:chExt cx="1206500" cy="228600"/>
          </a:xfrm>
        </p:grpSpPr>
        <p:sp>
          <p:nvSpPr>
            <p:cNvPr id="118" name="node56.text"/>
            <p:cNvSpPr/>
            <p:nvPr/>
          </p:nvSpPr>
          <p:spPr>
            <a:xfrm>
              <a:off x="9525000" y="5486400"/>
              <a:ext cx="12065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Sync / routing</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ource-058">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TRANSITION ARCHITECTURE</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Data and API move to the cloud while UIs stay on site</a:t>
            </a:r>
            <a:endParaRPr lang="en-US" sz="3200" spc="-64" kern="0" b="0" i="0" dirty="0">
              <a:solidFill>
                <a:srgbClr val="070154"/>
              </a:solidFill>
              <a:latin typeface="IBM Plex Sans SemiBold"/>
              <a:ea typeface="IBM Plex Sans SemiBold"/>
              <a:cs typeface="IBM Plex Sans SemiBold"/>
            </a:endParaRPr>
          </a:p>
        </p:txBody>
      </p:sp>
      <p:sp>
        <p:nvSpPr>
          <p:cNvPr id="5" name="nav.section-01"/>
          <p:cNvSpPr/>
          <p:nvPr/>
        </p:nvSpPr>
        <p:spPr>
          <a:xfrm>
            <a:off x="266700" y="457200"/>
            <a:ext cx="228600" cy="1036320"/>
          </a:xfrm>
          <a:prstGeom prst="rect">
            <a:avLst/>
          </a:prstGeom>
          <a:solidFill>
            <a:srgbClr val="E8EEF8"/>
          </a:solidFill>
          <a:ln>
            <a:noFill/>
          </a:ln>
        </p:spPr>
      </p:sp>
      <p:sp>
        <p:nvSpPr>
          <p:cNvPr id="6" name="nav.label.section-01"/>
          <p:cNvSpPr/>
          <p:nvPr/>
        </p:nvSpPr>
        <p:spPr>
          <a:xfrm>
            <a:off x="266700" y="457200"/>
            <a:ext cx="228600" cy="103632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50658E"/>
                </a:solidFill>
                <a:latin typeface="IBM Plex Mono SemiBold"/>
                <a:ea typeface="IBM Plex Mono SemiBold"/>
                <a:cs typeface="IBM Plex Mono SemiBold"/>
              </a:rPr>
              <a:t>CONTEXT</a:t>
            </a:r>
            <a:endParaRPr lang="en-US" sz="800" spc="80" kern="0" b="0" i="0" dirty="0">
              <a:solidFill>
                <a:srgbClr val="50658E"/>
              </a:solidFill>
              <a:latin typeface="IBM Plex Mono SemiBold"/>
              <a:ea typeface="IBM Plex Mono SemiBold"/>
              <a:cs typeface="IBM Plex Mono SemiBold"/>
            </a:endParaRPr>
          </a:p>
        </p:txBody>
      </p:sp>
      <p:sp>
        <p:nvSpPr>
          <p:cNvPr id="7" name="nav.section-02"/>
          <p:cNvSpPr/>
          <p:nvPr/>
        </p:nvSpPr>
        <p:spPr>
          <a:xfrm>
            <a:off x="266700" y="1569720"/>
            <a:ext cx="228600" cy="1036320"/>
          </a:xfrm>
          <a:prstGeom prst="rect">
            <a:avLst/>
          </a:prstGeom>
          <a:solidFill>
            <a:srgbClr val="E8EEF8"/>
          </a:solidFill>
          <a:ln>
            <a:noFill/>
          </a:ln>
        </p:spPr>
      </p:sp>
      <p:sp>
        <p:nvSpPr>
          <p:cNvPr id="8" name="nav.label.section-02"/>
          <p:cNvSpPr/>
          <p:nvPr/>
        </p:nvSpPr>
        <p:spPr>
          <a:xfrm>
            <a:off x="266700" y="1569720"/>
            <a:ext cx="228600" cy="103632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50658E"/>
                </a:solidFill>
                <a:latin typeface="IBM Plex Mono SemiBold"/>
                <a:ea typeface="IBM Plex Mono SemiBold"/>
                <a:cs typeface="IBM Plex Mono SemiBold"/>
              </a:rPr>
              <a:t>SOLUTION</a:t>
            </a:r>
            <a:endParaRPr lang="en-US" sz="800" spc="80" kern="0" b="0" i="0" dirty="0">
              <a:solidFill>
                <a:srgbClr val="50658E"/>
              </a:solidFill>
              <a:latin typeface="IBM Plex Mono SemiBold"/>
              <a:ea typeface="IBM Plex Mono SemiBold"/>
              <a:cs typeface="IBM Plex Mono SemiBold"/>
            </a:endParaRPr>
          </a:p>
        </p:txBody>
      </p:sp>
      <p:sp>
        <p:nvSpPr>
          <p:cNvPr id="9" name="nav.section-03"/>
          <p:cNvSpPr/>
          <p:nvPr/>
        </p:nvSpPr>
        <p:spPr>
          <a:xfrm>
            <a:off x="266700" y="2682240"/>
            <a:ext cx="228600" cy="1036320"/>
          </a:xfrm>
          <a:prstGeom prst="rect">
            <a:avLst/>
          </a:prstGeom>
          <a:solidFill>
            <a:srgbClr val="070154"/>
          </a:solidFill>
          <a:ln>
            <a:noFill/>
          </a:ln>
        </p:spPr>
      </p:sp>
      <p:sp>
        <p:nvSpPr>
          <p:cNvPr id="10" name="nav.label.section-03"/>
          <p:cNvSpPr/>
          <p:nvPr/>
        </p:nvSpPr>
        <p:spPr>
          <a:xfrm>
            <a:off x="266700" y="2682240"/>
            <a:ext cx="228600" cy="103632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FFFFFF"/>
                </a:solidFill>
                <a:latin typeface="IBM Plex Mono SemiBold"/>
                <a:ea typeface="IBM Plex Mono SemiBold"/>
                <a:cs typeface="IBM Plex Mono SemiBold"/>
              </a:rPr>
              <a:t>TRANSITION</a:t>
            </a:r>
            <a:endParaRPr lang="en-US" sz="800" spc="80" kern="0" b="0" i="0" dirty="0">
              <a:solidFill>
                <a:srgbClr val="FFFFFF"/>
              </a:solidFill>
              <a:latin typeface="IBM Plex Mono SemiBold"/>
              <a:ea typeface="IBM Plex Mono SemiBold"/>
              <a:cs typeface="IBM Plex Mono SemiBold"/>
            </a:endParaRPr>
          </a:p>
        </p:txBody>
      </p:sp>
      <p:sp>
        <p:nvSpPr>
          <p:cNvPr id="11" name="nav.section-04"/>
          <p:cNvSpPr/>
          <p:nvPr/>
        </p:nvSpPr>
        <p:spPr>
          <a:xfrm>
            <a:off x="266700" y="3794760"/>
            <a:ext cx="228600" cy="1036320"/>
          </a:xfrm>
          <a:prstGeom prst="rect">
            <a:avLst/>
          </a:prstGeom>
          <a:solidFill>
            <a:srgbClr val="E8EEF8"/>
          </a:solidFill>
          <a:ln>
            <a:noFill/>
          </a:ln>
        </p:spPr>
      </p:sp>
      <p:sp>
        <p:nvSpPr>
          <p:cNvPr id="12" name="nav.label.section-04"/>
          <p:cNvSpPr/>
          <p:nvPr/>
        </p:nvSpPr>
        <p:spPr>
          <a:xfrm>
            <a:off x="266700" y="3794760"/>
            <a:ext cx="228600" cy="103632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50658E"/>
                </a:solidFill>
                <a:latin typeface="IBM Plex Mono SemiBold"/>
                <a:ea typeface="IBM Plex Mono SemiBold"/>
                <a:cs typeface="IBM Plex Mono SemiBold"/>
              </a:rPr>
              <a:t>TEAM</a:t>
            </a:r>
            <a:endParaRPr lang="en-US" sz="800" spc="80" kern="0" b="0" i="0" dirty="0">
              <a:solidFill>
                <a:srgbClr val="50658E"/>
              </a:solidFill>
              <a:latin typeface="IBM Plex Mono SemiBold"/>
              <a:ea typeface="IBM Plex Mono SemiBold"/>
              <a:cs typeface="IBM Plex Mono SemiBold"/>
            </a:endParaRPr>
          </a:p>
        </p:txBody>
      </p:sp>
      <p:sp>
        <p:nvSpPr>
          <p:cNvPr id="13" name="nav.section-05"/>
          <p:cNvSpPr/>
          <p:nvPr/>
        </p:nvSpPr>
        <p:spPr>
          <a:xfrm>
            <a:off x="266700" y="4907280"/>
            <a:ext cx="228600" cy="1036320"/>
          </a:xfrm>
          <a:prstGeom prst="rect">
            <a:avLst/>
          </a:prstGeom>
          <a:solidFill>
            <a:srgbClr val="E8EEF8"/>
          </a:solidFill>
          <a:ln>
            <a:noFill/>
          </a:ln>
        </p:spPr>
      </p:sp>
      <p:sp>
        <p:nvSpPr>
          <p:cNvPr id="14" name="nav.label.section-05"/>
          <p:cNvSpPr/>
          <p:nvPr/>
        </p:nvSpPr>
        <p:spPr>
          <a:xfrm>
            <a:off x="266700" y="4907280"/>
            <a:ext cx="228600" cy="103632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50658E"/>
                </a:solidFill>
                <a:latin typeface="IBM Plex Mono SemiBold"/>
                <a:ea typeface="IBM Plex Mono SemiBold"/>
                <a:cs typeface="IBM Plex Mono SemiBold"/>
              </a:rPr>
              <a:t>COMMERCIALS</a:t>
            </a:r>
            <a:endParaRPr lang="en-US" sz="800" spc="80" kern="0" b="0" i="0" dirty="0">
              <a:solidFill>
                <a:srgbClr val="50658E"/>
              </a:solidFill>
              <a:latin typeface="IBM Plex Mono SemiBold"/>
              <a:ea typeface="IBM Plex Mono SemiBold"/>
              <a:cs typeface="IBM Plex Mono SemiBold"/>
            </a:endParaRPr>
          </a:p>
        </p:txBody>
      </p:sp>
      <p:sp>
        <p:nvSpPr>
          <p:cNvPr id="1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12</a:t>
            </a:fld>
            <a:endParaRPr lang="en-US" sz="700" spc="0" kern="0" b="0" i="0" dirty="0">
              <a:solidFill>
                <a:srgbClr val="070154"/>
              </a:solidFill>
              <a:latin typeface="IBM Plex Mono SemiBold"/>
              <a:ea typeface="IBM Plex Mono SemiBold"/>
              <a:cs typeface="IBM Plex Mono SemiBold"/>
            </a:endParaRPr>
          </a:p>
        </p:txBody>
      </p:sp>
      <p:grpSp>
        <p:nvGrpSpPr>
          <p:cNvPr id="129" name="node01"/>
          <p:cNvGrpSpPr/>
          <p:nvPr/>
        </p:nvGrpSpPr>
        <p:grpSpPr>
          <a:xfrm>
            <a:off x="723900" y="1600200"/>
            <a:ext cx="5029200" cy="228600"/>
            <a:chOff x="723900" y="1600200"/>
            <a:chExt cx="5029200" cy="228600"/>
          </a:xfrm>
        </p:grpSpPr>
        <p:sp>
          <p:nvSpPr>
            <p:cNvPr id="16" name="node01.surface"/>
            <p:cNvSpPr/>
            <p:nvPr/>
          </p:nvSpPr>
          <p:spPr>
            <a:xfrm>
              <a:off x="723900" y="1600200"/>
              <a:ext cx="5029200" cy="228600"/>
            </a:xfrm>
            <a:prstGeom prst="rect">
              <a:avLst/>
            </a:prstGeom>
            <a:solidFill>
              <a:srgbClr val="070154"/>
            </a:solidFill>
            <a:ln>
              <a:noFill/>
            </a:ln>
          </p:spPr>
        </p:sp>
        <p:sp>
          <p:nvSpPr>
            <p:cNvPr id="17" name="node01.text"/>
            <p:cNvSpPr/>
            <p:nvPr/>
          </p:nvSpPr>
          <p:spPr>
            <a:xfrm>
              <a:off x="800100" y="1600200"/>
              <a:ext cx="4876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Customer sites · on-premises</a:t>
              </a:r>
              <a:endParaRPr lang="en-US" sz="1200" spc="0" kern="0" b="0" i="0" dirty="0">
                <a:solidFill>
                  <a:srgbClr val="FFFFFF"/>
                </a:solidFill>
                <a:latin typeface="IBM Plex Sans"/>
                <a:ea typeface="IBM Plex Sans"/>
                <a:cs typeface="IBM Plex Sans"/>
              </a:endParaRPr>
            </a:p>
          </p:txBody>
        </p:sp>
      </p:grpSp>
      <p:grpSp>
        <p:nvGrpSpPr>
          <p:cNvPr id="130" name="node02"/>
          <p:cNvGrpSpPr/>
          <p:nvPr/>
        </p:nvGrpSpPr>
        <p:grpSpPr>
          <a:xfrm>
            <a:off x="6210300" y="1600200"/>
            <a:ext cx="5257800" cy="228600"/>
            <a:chOff x="6210300" y="1600200"/>
            <a:chExt cx="5257800" cy="228600"/>
          </a:xfrm>
        </p:grpSpPr>
        <p:sp>
          <p:nvSpPr>
            <p:cNvPr id="18" name="node02.surface"/>
            <p:cNvSpPr/>
            <p:nvPr/>
          </p:nvSpPr>
          <p:spPr>
            <a:xfrm>
              <a:off x="6210300" y="1600200"/>
              <a:ext cx="5257800" cy="228600"/>
            </a:xfrm>
            <a:prstGeom prst="rect">
              <a:avLst/>
            </a:prstGeom>
            <a:solidFill>
              <a:srgbClr val="070154"/>
            </a:solidFill>
            <a:ln>
              <a:noFill/>
            </a:ln>
          </p:spPr>
        </p:sp>
        <p:sp>
          <p:nvSpPr>
            <p:cNvPr id="19" name="node02.text"/>
            <p:cNvSpPr/>
            <p:nvPr/>
          </p:nvSpPr>
          <p:spPr>
            <a:xfrm>
              <a:off x="6286500" y="1600200"/>
              <a:ext cx="5105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Northfield cloud · central services</a:t>
              </a:r>
              <a:endParaRPr lang="en-US" sz="1200" spc="0" kern="0" b="0" i="0" dirty="0">
                <a:solidFill>
                  <a:srgbClr val="FFFFFF"/>
                </a:solidFill>
                <a:latin typeface="IBM Plex Sans"/>
                <a:ea typeface="IBM Plex Sans"/>
                <a:cs typeface="IBM Plex Sans"/>
              </a:endParaRPr>
            </a:p>
          </p:txBody>
        </p:sp>
      </p:grpSp>
      <p:grpSp>
        <p:nvGrpSpPr>
          <p:cNvPr id="131" name="node03"/>
          <p:cNvGrpSpPr/>
          <p:nvPr/>
        </p:nvGrpSpPr>
        <p:grpSpPr>
          <a:xfrm>
            <a:off x="723900" y="1828800"/>
            <a:ext cx="5029200" cy="3429000"/>
            <a:chOff x="723900" y="1828800"/>
            <a:chExt cx="5029200" cy="3429000"/>
          </a:xfrm>
        </p:grpSpPr>
        <p:sp>
          <p:nvSpPr>
            <p:cNvPr id="20" name="node03.surface"/>
            <p:cNvSpPr/>
            <p:nvPr/>
          </p:nvSpPr>
          <p:spPr>
            <a:xfrm>
              <a:off x="723900" y="1828800"/>
              <a:ext cx="5029200" cy="3429000"/>
            </a:xfrm>
            <a:prstGeom prst="rect">
              <a:avLst/>
            </a:prstGeom>
            <a:solidFill>
              <a:srgbClr val="E8EEF8"/>
            </a:solidFill>
            <a:ln>
              <a:noFill/>
            </a:ln>
          </p:spPr>
        </p:sp>
      </p:grpSp>
      <p:grpSp>
        <p:nvGrpSpPr>
          <p:cNvPr id="132" name="node04"/>
          <p:cNvGrpSpPr/>
          <p:nvPr/>
        </p:nvGrpSpPr>
        <p:grpSpPr>
          <a:xfrm>
            <a:off x="6210300" y="1828800"/>
            <a:ext cx="5257800" cy="3429000"/>
            <a:chOff x="6210300" y="1828800"/>
            <a:chExt cx="5257800" cy="3429000"/>
          </a:xfrm>
        </p:grpSpPr>
        <p:sp>
          <p:nvSpPr>
            <p:cNvPr id="21" name="node04.surface"/>
            <p:cNvSpPr/>
            <p:nvPr/>
          </p:nvSpPr>
          <p:spPr>
            <a:xfrm>
              <a:off x="6210300" y="1828800"/>
              <a:ext cx="5257800" cy="3429000"/>
            </a:xfrm>
            <a:prstGeom prst="rect">
              <a:avLst/>
            </a:prstGeom>
            <a:solidFill>
              <a:srgbClr val="E8EEF8"/>
            </a:solidFill>
            <a:ln>
              <a:noFill/>
            </a:ln>
          </p:spPr>
        </p:sp>
      </p:grpSp>
      <p:grpSp>
        <p:nvGrpSpPr>
          <p:cNvPr id="133" name="node05"/>
          <p:cNvGrpSpPr/>
          <p:nvPr/>
        </p:nvGrpSpPr>
        <p:grpSpPr>
          <a:xfrm>
            <a:off x="5981700" y="1600200"/>
            <a:ext cx="38100" cy="3657600"/>
            <a:chOff x="5981700" y="1600200"/>
            <a:chExt cx="38100" cy="3657600"/>
          </a:xfrm>
        </p:grpSpPr>
        <p:sp>
          <p:nvSpPr>
            <p:cNvPr id="22" name="node05.surface"/>
            <p:cNvSpPr/>
            <p:nvPr/>
          </p:nvSpPr>
          <p:spPr>
            <a:xfrm>
              <a:off x="5981700" y="1600200"/>
              <a:ext cx="38100" cy="3657600"/>
            </a:xfrm>
            <a:prstGeom prst="rect">
              <a:avLst/>
            </a:prstGeom>
            <a:solidFill>
              <a:srgbClr val="070154"/>
            </a:solidFill>
            <a:ln>
              <a:noFill/>
            </a:ln>
          </p:spPr>
        </p:sp>
      </p:grpSp>
      <p:grpSp>
        <p:nvGrpSpPr>
          <p:cNvPr id="134" name="node06"/>
          <p:cNvGrpSpPr/>
          <p:nvPr/>
        </p:nvGrpSpPr>
        <p:grpSpPr>
          <a:xfrm>
            <a:off x="952500" y="2286000"/>
            <a:ext cx="1371600" cy="228600"/>
            <a:chOff x="952500" y="2286000"/>
            <a:chExt cx="1371600" cy="228600"/>
          </a:xfrm>
        </p:grpSpPr>
        <p:sp>
          <p:nvSpPr>
            <p:cNvPr id="23" name="node06.text"/>
            <p:cNvSpPr/>
            <p:nvPr/>
          </p:nvSpPr>
          <p:spPr>
            <a:xfrm>
              <a:off x="952500" y="2286000"/>
              <a:ext cx="1371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Site A</a:t>
              </a:r>
              <a:endParaRPr lang="en-US" sz="1200" spc="0" kern="0" b="0" i="0" dirty="0">
                <a:solidFill>
                  <a:srgbClr val="070154"/>
                </a:solidFill>
                <a:latin typeface="IBM Plex Sans"/>
                <a:ea typeface="IBM Plex Sans"/>
                <a:cs typeface="IBM Plex Sans"/>
              </a:endParaRPr>
            </a:p>
          </p:txBody>
        </p:sp>
      </p:grpSp>
      <p:grpSp>
        <p:nvGrpSpPr>
          <p:cNvPr id="135" name="node07"/>
          <p:cNvGrpSpPr/>
          <p:nvPr/>
        </p:nvGrpSpPr>
        <p:grpSpPr>
          <a:xfrm>
            <a:off x="952500" y="2514600"/>
            <a:ext cx="914400" cy="457200"/>
            <a:chOff x="952500" y="2514600"/>
            <a:chExt cx="914400" cy="457200"/>
          </a:xfrm>
        </p:grpSpPr>
        <p:sp>
          <p:nvSpPr>
            <p:cNvPr id="24" name="node07.surface"/>
            <p:cNvSpPr/>
            <p:nvPr/>
          </p:nvSpPr>
          <p:spPr>
            <a:xfrm>
              <a:off x="952500" y="2514600"/>
              <a:ext cx="914400" cy="457200"/>
            </a:xfrm>
            <a:prstGeom prst="rect">
              <a:avLst/>
            </a:prstGeom>
            <a:solidFill>
              <a:srgbClr val="070154"/>
            </a:solidFill>
            <a:ln>
              <a:noFill/>
            </a:ln>
          </p:spPr>
        </p:sp>
        <p:sp>
          <p:nvSpPr>
            <p:cNvPr id="25" name="node07.text"/>
            <p:cNvSpPr/>
            <p:nvPr/>
          </p:nvSpPr>
          <p:spPr>
            <a:xfrm>
              <a:off x="1028700" y="2628900"/>
              <a:ext cx="762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Local UI</a:t>
              </a:r>
              <a:endParaRPr lang="en-US" sz="1200" spc="0" kern="0" b="0" i="0" dirty="0">
                <a:solidFill>
                  <a:srgbClr val="FFFFFF"/>
                </a:solidFill>
                <a:latin typeface="IBM Plex Sans"/>
                <a:ea typeface="IBM Plex Sans"/>
                <a:cs typeface="IBM Plex Sans"/>
              </a:endParaRPr>
            </a:p>
          </p:txBody>
        </p:sp>
      </p:grpSp>
      <p:grpSp>
        <p:nvGrpSpPr>
          <p:cNvPr id="136" name="node08"/>
          <p:cNvGrpSpPr/>
          <p:nvPr/>
        </p:nvGrpSpPr>
        <p:grpSpPr>
          <a:xfrm>
            <a:off x="1866900" y="2514600"/>
            <a:ext cx="457200" cy="457200"/>
            <a:chOff x="1866900" y="2514600"/>
            <a:chExt cx="457200" cy="457200"/>
          </a:xfrm>
        </p:grpSpPr>
        <p:sp>
          <p:nvSpPr>
            <p:cNvPr id="26" name="node08.surface"/>
            <p:cNvSpPr/>
            <p:nvPr/>
          </p:nvSpPr>
          <p:spPr>
            <a:xfrm>
              <a:off x="1866900" y="2514600"/>
              <a:ext cx="457200" cy="457200"/>
            </a:xfrm>
            <a:prstGeom prst="rect">
              <a:avLst/>
            </a:prstGeom>
            <a:solidFill>
              <a:srgbClr val="CED7E6"/>
            </a:solidFill>
            <a:ln>
              <a:noFill/>
            </a:ln>
          </p:spPr>
        </p:sp>
        <p:sp>
          <p:nvSpPr>
            <p:cNvPr id="27" name="node08.text"/>
            <p:cNvSpPr/>
            <p:nvPr/>
          </p:nvSpPr>
          <p:spPr>
            <a:xfrm>
              <a:off x="1943100" y="2628900"/>
              <a:ext cx="304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W3</a:t>
              </a:r>
              <a:endParaRPr lang="en-US" sz="1200" spc="0" kern="0" b="0" i="0" dirty="0">
                <a:solidFill>
                  <a:srgbClr val="070154"/>
                </a:solidFill>
                <a:latin typeface="IBM Plex Sans"/>
                <a:ea typeface="IBM Plex Sans"/>
                <a:cs typeface="IBM Plex Sans"/>
              </a:endParaRPr>
            </a:p>
          </p:txBody>
        </p:sp>
      </p:grpSp>
      <p:grpSp>
        <p:nvGrpSpPr>
          <p:cNvPr id="137" name="node09"/>
          <p:cNvGrpSpPr/>
          <p:nvPr/>
        </p:nvGrpSpPr>
        <p:grpSpPr>
          <a:xfrm>
            <a:off x="952500" y="3086100"/>
            <a:ext cx="1371600" cy="571500"/>
            <a:chOff x="952500" y="3086100"/>
            <a:chExt cx="1371600" cy="571500"/>
          </a:xfrm>
        </p:grpSpPr>
        <p:sp>
          <p:nvSpPr>
            <p:cNvPr id="28" name="node09.surface"/>
            <p:cNvSpPr/>
            <p:nvPr/>
          </p:nvSpPr>
          <p:spPr>
            <a:xfrm>
              <a:off x="952500" y="3200400"/>
              <a:ext cx="1371600" cy="457200"/>
            </a:xfrm>
            <a:prstGeom prst="rect">
              <a:avLst/>
            </a:prstGeom>
            <a:ln w="12700">
              <a:solidFill>
                <a:srgbClr val="50658E"/>
              </a:solidFill>
              <a:prstDash val="dash"/>
            </a:ln>
          </p:spPr>
        </p:sp>
        <p:sp>
          <p:nvSpPr>
            <p:cNvPr id="29" name="node09.label-patch"/>
            <p:cNvSpPr/>
            <p:nvPr/>
          </p:nvSpPr>
          <p:spPr>
            <a:xfrm>
              <a:off x="1066800" y="3086100"/>
              <a:ext cx="602047" cy="171450"/>
            </a:xfrm>
            <a:prstGeom prst="rect">
              <a:avLst/>
            </a:prstGeom>
            <a:solidFill>
              <a:srgbClr val="FFFFFF"/>
            </a:solidFill>
            <a:ln>
              <a:noFill/>
            </a:ln>
          </p:spPr>
        </p:sp>
        <p:sp>
          <p:nvSpPr>
            <p:cNvPr id="30" name="node09.label"/>
            <p:cNvSpPr/>
            <p:nvPr/>
          </p:nvSpPr>
          <p:spPr>
            <a:xfrm>
              <a:off x="1104900" y="3086100"/>
              <a:ext cx="1066800" cy="17145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SemiBold"/>
                  <a:ea typeface="IBM Plex Mono SemiBold"/>
                  <a:cs typeface="IBM Plex Mono SemiBold"/>
                </a:rPr>
                <a:t>RETIRED</a:t>
              </a:r>
              <a:endParaRPr lang="en-US" sz="900" spc="54" kern="0" b="0" i="0" dirty="0">
                <a:solidFill>
                  <a:srgbClr val="070154"/>
                </a:solidFill>
                <a:latin typeface="IBM Plex Mono SemiBold"/>
                <a:ea typeface="IBM Plex Mono SemiBold"/>
                <a:cs typeface="IBM Plex Mono SemiBold"/>
              </a:endParaRPr>
            </a:p>
          </p:txBody>
        </p:sp>
      </p:grpSp>
      <p:grpSp>
        <p:nvGrpSpPr>
          <p:cNvPr id="138" name="node10"/>
          <p:cNvGrpSpPr/>
          <p:nvPr/>
        </p:nvGrpSpPr>
        <p:grpSpPr>
          <a:xfrm>
            <a:off x="1104900" y="3314700"/>
            <a:ext cx="762000" cy="228600"/>
            <a:chOff x="1104900" y="3314700"/>
            <a:chExt cx="762000" cy="228600"/>
          </a:xfrm>
        </p:grpSpPr>
        <p:sp>
          <p:nvSpPr>
            <p:cNvPr id="31" name="node10.text"/>
            <p:cNvSpPr/>
            <p:nvPr/>
          </p:nvSpPr>
          <p:spPr>
            <a:xfrm>
              <a:off x="1104900" y="3314700"/>
              <a:ext cx="762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Local DB</a:t>
              </a:r>
              <a:endParaRPr lang="en-US" sz="1200" spc="0" kern="0" b="0" i="0" dirty="0">
                <a:solidFill>
                  <a:srgbClr val="50658E"/>
                </a:solidFill>
                <a:latin typeface="IBM Plex Sans"/>
                <a:ea typeface="IBM Plex Sans"/>
                <a:cs typeface="IBM Plex Sans"/>
              </a:endParaRPr>
            </a:p>
          </p:txBody>
        </p:sp>
      </p:grpSp>
      <p:grpSp>
        <p:nvGrpSpPr>
          <p:cNvPr id="139" name="node11"/>
          <p:cNvGrpSpPr/>
          <p:nvPr/>
        </p:nvGrpSpPr>
        <p:grpSpPr>
          <a:xfrm>
            <a:off x="1866900" y="3200400"/>
            <a:ext cx="457200" cy="457200"/>
            <a:chOff x="1866900" y="3200400"/>
            <a:chExt cx="457200" cy="457200"/>
          </a:xfrm>
        </p:grpSpPr>
        <p:sp>
          <p:nvSpPr>
            <p:cNvPr id="32" name="node11.surface"/>
            <p:cNvSpPr/>
            <p:nvPr/>
          </p:nvSpPr>
          <p:spPr>
            <a:xfrm>
              <a:off x="1866900" y="3200400"/>
              <a:ext cx="457200" cy="457200"/>
            </a:xfrm>
            <a:prstGeom prst="rect">
              <a:avLst/>
            </a:prstGeom>
            <a:solidFill>
              <a:srgbClr val="CED7E6"/>
            </a:solidFill>
            <a:ln>
              <a:noFill/>
            </a:ln>
          </p:spPr>
        </p:sp>
        <p:sp>
          <p:nvSpPr>
            <p:cNvPr id="33" name="node11.text"/>
            <p:cNvSpPr/>
            <p:nvPr/>
          </p:nvSpPr>
          <p:spPr>
            <a:xfrm>
              <a:off x="1943100" y="3314700"/>
              <a:ext cx="304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W1</a:t>
              </a:r>
              <a:endParaRPr lang="en-US" sz="1200" spc="0" kern="0" b="0" i="0" dirty="0">
                <a:solidFill>
                  <a:srgbClr val="070154"/>
                </a:solidFill>
                <a:latin typeface="IBM Plex Sans"/>
                <a:ea typeface="IBM Plex Sans"/>
                <a:cs typeface="IBM Plex Sans"/>
              </a:endParaRPr>
            </a:p>
          </p:txBody>
        </p:sp>
      </p:grpSp>
      <p:grpSp>
        <p:nvGrpSpPr>
          <p:cNvPr id="140" name="node12"/>
          <p:cNvGrpSpPr/>
          <p:nvPr/>
        </p:nvGrpSpPr>
        <p:grpSpPr>
          <a:xfrm>
            <a:off x="952500" y="4114800"/>
            <a:ext cx="1371600" cy="228600"/>
            <a:chOff x="952500" y="4114800"/>
            <a:chExt cx="1371600" cy="228600"/>
          </a:xfrm>
        </p:grpSpPr>
        <p:sp>
          <p:nvSpPr>
            <p:cNvPr id="34" name="node12.text"/>
            <p:cNvSpPr/>
            <p:nvPr/>
          </p:nvSpPr>
          <p:spPr>
            <a:xfrm>
              <a:off x="952500" y="4114800"/>
              <a:ext cx="1371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Cut over</a:t>
              </a:r>
              <a:endParaRPr lang="en-US" sz="1200" spc="0" kern="0" b="0" i="0" dirty="0">
                <a:solidFill>
                  <a:srgbClr val="50658E"/>
                </a:solidFill>
                <a:latin typeface="IBM Plex Sans"/>
                <a:ea typeface="IBM Plex Sans"/>
                <a:cs typeface="IBM Plex Sans"/>
              </a:endParaRPr>
            </a:p>
          </p:txBody>
        </p:sp>
      </p:grpSp>
      <p:grpSp>
        <p:nvGrpSpPr>
          <p:cNvPr id="141" name="node13"/>
          <p:cNvGrpSpPr/>
          <p:nvPr/>
        </p:nvGrpSpPr>
        <p:grpSpPr>
          <a:xfrm>
            <a:off x="2552700" y="2286000"/>
            <a:ext cx="1371600" cy="228600"/>
            <a:chOff x="2552700" y="2286000"/>
            <a:chExt cx="1371600" cy="228600"/>
          </a:xfrm>
        </p:grpSpPr>
        <p:sp>
          <p:nvSpPr>
            <p:cNvPr id="35" name="node13.text"/>
            <p:cNvSpPr/>
            <p:nvPr/>
          </p:nvSpPr>
          <p:spPr>
            <a:xfrm>
              <a:off x="2552700" y="2286000"/>
              <a:ext cx="1371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Site B</a:t>
              </a:r>
              <a:endParaRPr lang="en-US" sz="1200" spc="0" kern="0" b="0" i="0" dirty="0">
                <a:solidFill>
                  <a:srgbClr val="070154"/>
                </a:solidFill>
                <a:latin typeface="IBM Plex Sans"/>
                <a:ea typeface="IBM Plex Sans"/>
                <a:cs typeface="IBM Plex Sans"/>
              </a:endParaRPr>
            </a:p>
          </p:txBody>
        </p:sp>
      </p:grpSp>
      <p:grpSp>
        <p:nvGrpSpPr>
          <p:cNvPr id="142" name="node14"/>
          <p:cNvGrpSpPr/>
          <p:nvPr/>
        </p:nvGrpSpPr>
        <p:grpSpPr>
          <a:xfrm>
            <a:off x="2552700" y="2514600"/>
            <a:ext cx="914400" cy="457200"/>
            <a:chOff x="2552700" y="2514600"/>
            <a:chExt cx="914400" cy="457200"/>
          </a:xfrm>
        </p:grpSpPr>
        <p:sp>
          <p:nvSpPr>
            <p:cNvPr id="36" name="node14.surface"/>
            <p:cNvSpPr/>
            <p:nvPr/>
          </p:nvSpPr>
          <p:spPr>
            <a:xfrm>
              <a:off x="2559050" y="2520950"/>
              <a:ext cx="901700" cy="444500"/>
            </a:xfrm>
            <a:prstGeom prst="rect">
              <a:avLst/>
            </a:prstGeom>
            <a:solidFill>
              <a:srgbClr val="FFFFFF"/>
            </a:solidFill>
            <a:ln w="12700">
              <a:solidFill>
                <a:srgbClr val="CED7E6"/>
              </a:solidFill>
              <a:prstDash val="solid"/>
            </a:ln>
          </p:spPr>
        </p:sp>
        <p:sp>
          <p:nvSpPr>
            <p:cNvPr id="37" name="node14.text"/>
            <p:cNvSpPr/>
            <p:nvPr/>
          </p:nvSpPr>
          <p:spPr>
            <a:xfrm>
              <a:off x="2628900" y="2628900"/>
              <a:ext cx="762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Local UI</a:t>
              </a:r>
              <a:endParaRPr lang="en-US" sz="1200" spc="0" kern="0" b="0" i="0" dirty="0">
                <a:solidFill>
                  <a:srgbClr val="070154"/>
                </a:solidFill>
                <a:latin typeface="IBM Plex Sans"/>
                <a:ea typeface="IBM Plex Sans"/>
                <a:cs typeface="IBM Plex Sans"/>
              </a:endParaRPr>
            </a:p>
          </p:txBody>
        </p:sp>
      </p:grpSp>
      <p:grpSp>
        <p:nvGrpSpPr>
          <p:cNvPr id="143" name="node15"/>
          <p:cNvGrpSpPr/>
          <p:nvPr/>
        </p:nvGrpSpPr>
        <p:grpSpPr>
          <a:xfrm>
            <a:off x="3467100" y="2514600"/>
            <a:ext cx="457200" cy="457200"/>
            <a:chOff x="3467100" y="2514600"/>
            <a:chExt cx="457200" cy="457200"/>
          </a:xfrm>
        </p:grpSpPr>
        <p:sp>
          <p:nvSpPr>
            <p:cNvPr id="38" name="node15.surface"/>
            <p:cNvSpPr/>
            <p:nvPr/>
          </p:nvSpPr>
          <p:spPr>
            <a:xfrm>
              <a:off x="3467100" y="2514600"/>
              <a:ext cx="457200" cy="457200"/>
            </a:xfrm>
            <a:prstGeom prst="rect">
              <a:avLst/>
            </a:prstGeom>
            <a:solidFill>
              <a:srgbClr val="CED7E6"/>
            </a:solidFill>
            <a:ln>
              <a:noFill/>
            </a:ln>
          </p:spPr>
        </p:sp>
        <p:sp>
          <p:nvSpPr>
            <p:cNvPr id="39" name="node15.text"/>
            <p:cNvSpPr/>
            <p:nvPr/>
          </p:nvSpPr>
          <p:spPr>
            <a:xfrm>
              <a:off x="3543300" y="2628900"/>
              <a:ext cx="304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W3</a:t>
              </a:r>
              <a:endParaRPr lang="en-US" sz="1200" spc="0" kern="0" b="0" i="0" dirty="0">
                <a:solidFill>
                  <a:srgbClr val="070154"/>
                </a:solidFill>
                <a:latin typeface="IBM Plex Sans"/>
                <a:ea typeface="IBM Plex Sans"/>
                <a:cs typeface="IBM Plex Sans"/>
              </a:endParaRPr>
            </a:p>
          </p:txBody>
        </p:sp>
      </p:grpSp>
      <p:sp>
        <p:nvSpPr>
          <p:cNvPr id="40" name="node16"/>
          <p:cNvSpPr/>
          <p:nvPr/>
        </p:nvSpPr>
        <p:spPr>
          <a:xfrm>
            <a:off x="2552700" y="2514600"/>
            <a:ext cx="1371600" cy="38100"/>
          </a:xfrm>
          <a:prstGeom prst="rect">
            <a:avLst/>
          </a:prstGeom>
          <a:solidFill>
            <a:srgbClr val="0047FF"/>
          </a:solidFill>
          <a:ln>
            <a:noFill/>
          </a:ln>
        </p:spPr>
      </p:sp>
      <p:grpSp>
        <p:nvGrpSpPr>
          <p:cNvPr id="144" name="node17"/>
          <p:cNvGrpSpPr/>
          <p:nvPr/>
        </p:nvGrpSpPr>
        <p:grpSpPr>
          <a:xfrm>
            <a:off x="2552700" y="3200400"/>
            <a:ext cx="914400" cy="457200"/>
            <a:chOff x="2552700" y="3200400"/>
            <a:chExt cx="914400" cy="457200"/>
          </a:xfrm>
        </p:grpSpPr>
        <p:sp>
          <p:nvSpPr>
            <p:cNvPr id="41" name="node17.surface"/>
            <p:cNvSpPr/>
            <p:nvPr/>
          </p:nvSpPr>
          <p:spPr>
            <a:xfrm>
              <a:off x="2559050" y="3206750"/>
              <a:ext cx="901700" cy="444500"/>
            </a:xfrm>
            <a:prstGeom prst="rect">
              <a:avLst/>
            </a:prstGeom>
            <a:solidFill>
              <a:srgbClr val="FFFFFF"/>
            </a:solidFill>
            <a:ln w="12700">
              <a:solidFill>
                <a:srgbClr val="CED7E6"/>
              </a:solidFill>
              <a:prstDash val="solid"/>
            </a:ln>
          </p:spPr>
        </p:sp>
        <p:sp>
          <p:nvSpPr>
            <p:cNvPr id="42" name="node17.text"/>
            <p:cNvSpPr/>
            <p:nvPr/>
          </p:nvSpPr>
          <p:spPr>
            <a:xfrm>
              <a:off x="2628900" y="3314700"/>
              <a:ext cx="762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Local DB</a:t>
              </a:r>
              <a:endParaRPr lang="en-US" sz="1200" spc="0" kern="0" b="0" i="0" dirty="0">
                <a:solidFill>
                  <a:srgbClr val="070154"/>
                </a:solidFill>
                <a:latin typeface="IBM Plex Sans"/>
                <a:ea typeface="IBM Plex Sans"/>
                <a:cs typeface="IBM Plex Sans"/>
              </a:endParaRPr>
            </a:p>
          </p:txBody>
        </p:sp>
      </p:grpSp>
      <p:grpSp>
        <p:nvGrpSpPr>
          <p:cNvPr id="145" name="node18"/>
          <p:cNvGrpSpPr/>
          <p:nvPr/>
        </p:nvGrpSpPr>
        <p:grpSpPr>
          <a:xfrm>
            <a:off x="3467100" y="3200400"/>
            <a:ext cx="457200" cy="457200"/>
            <a:chOff x="3467100" y="3200400"/>
            <a:chExt cx="457200" cy="457200"/>
          </a:xfrm>
        </p:grpSpPr>
        <p:sp>
          <p:nvSpPr>
            <p:cNvPr id="43" name="node18.surface"/>
            <p:cNvSpPr/>
            <p:nvPr/>
          </p:nvSpPr>
          <p:spPr>
            <a:xfrm>
              <a:off x="3467100" y="3200400"/>
              <a:ext cx="457200" cy="457200"/>
            </a:xfrm>
            <a:prstGeom prst="rect">
              <a:avLst/>
            </a:prstGeom>
            <a:solidFill>
              <a:srgbClr val="CED7E6"/>
            </a:solidFill>
            <a:ln>
              <a:noFill/>
            </a:ln>
          </p:spPr>
        </p:sp>
        <p:sp>
          <p:nvSpPr>
            <p:cNvPr id="44" name="node18.text"/>
            <p:cNvSpPr/>
            <p:nvPr/>
          </p:nvSpPr>
          <p:spPr>
            <a:xfrm>
              <a:off x="3543300" y="3314700"/>
              <a:ext cx="304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W1</a:t>
              </a:r>
              <a:endParaRPr lang="en-US" sz="1200" spc="0" kern="0" b="0" i="0" dirty="0">
                <a:solidFill>
                  <a:srgbClr val="070154"/>
                </a:solidFill>
                <a:latin typeface="IBM Plex Sans"/>
                <a:ea typeface="IBM Plex Sans"/>
                <a:cs typeface="IBM Plex Sans"/>
              </a:endParaRPr>
            </a:p>
          </p:txBody>
        </p:sp>
      </p:grpSp>
      <p:sp>
        <p:nvSpPr>
          <p:cNvPr id="45" name="node19"/>
          <p:cNvSpPr/>
          <p:nvPr/>
        </p:nvSpPr>
        <p:spPr>
          <a:xfrm>
            <a:off x="2552700" y="3200400"/>
            <a:ext cx="1371600" cy="38100"/>
          </a:xfrm>
          <a:prstGeom prst="rect">
            <a:avLst/>
          </a:prstGeom>
          <a:solidFill>
            <a:srgbClr val="0047FF"/>
          </a:solidFill>
          <a:ln>
            <a:noFill/>
          </a:ln>
        </p:spPr>
      </p:sp>
      <p:grpSp>
        <p:nvGrpSpPr>
          <p:cNvPr id="146" name="node20"/>
          <p:cNvGrpSpPr/>
          <p:nvPr/>
        </p:nvGrpSpPr>
        <p:grpSpPr>
          <a:xfrm>
            <a:off x="2552700" y="4114800"/>
            <a:ext cx="1371600" cy="228600"/>
            <a:chOff x="2552700" y="4114800"/>
            <a:chExt cx="1371600" cy="228600"/>
          </a:xfrm>
        </p:grpSpPr>
        <p:sp>
          <p:nvSpPr>
            <p:cNvPr id="46" name="node20.text"/>
            <p:cNvSpPr/>
            <p:nvPr/>
          </p:nvSpPr>
          <p:spPr>
            <a:xfrm>
              <a:off x="2552700" y="4114800"/>
              <a:ext cx="1371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Replicating</a:t>
              </a:r>
              <a:endParaRPr lang="en-US" sz="1200" spc="0" kern="0" b="0" i="0" dirty="0">
                <a:solidFill>
                  <a:srgbClr val="50658E"/>
                </a:solidFill>
                <a:latin typeface="IBM Plex Sans"/>
                <a:ea typeface="IBM Plex Sans"/>
                <a:cs typeface="IBM Plex Sans"/>
              </a:endParaRPr>
            </a:p>
          </p:txBody>
        </p:sp>
      </p:grpSp>
      <p:grpSp>
        <p:nvGrpSpPr>
          <p:cNvPr id="147" name="node21"/>
          <p:cNvGrpSpPr/>
          <p:nvPr/>
        </p:nvGrpSpPr>
        <p:grpSpPr>
          <a:xfrm>
            <a:off x="4152900" y="2286000"/>
            <a:ext cx="1371600" cy="228600"/>
            <a:chOff x="4152900" y="2286000"/>
            <a:chExt cx="1371600" cy="228600"/>
          </a:xfrm>
        </p:grpSpPr>
        <p:sp>
          <p:nvSpPr>
            <p:cNvPr id="47" name="node21.text"/>
            <p:cNvSpPr/>
            <p:nvPr/>
          </p:nvSpPr>
          <p:spPr>
            <a:xfrm>
              <a:off x="4152900" y="2286000"/>
              <a:ext cx="1371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Site C</a:t>
              </a:r>
              <a:endParaRPr lang="en-US" sz="1200" spc="0" kern="0" b="0" i="0" dirty="0">
                <a:solidFill>
                  <a:srgbClr val="070154"/>
                </a:solidFill>
                <a:latin typeface="IBM Plex Sans"/>
                <a:ea typeface="IBM Plex Sans"/>
                <a:cs typeface="IBM Plex Sans"/>
              </a:endParaRPr>
            </a:p>
          </p:txBody>
        </p:sp>
      </p:grpSp>
      <p:grpSp>
        <p:nvGrpSpPr>
          <p:cNvPr id="148" name="node22"/>
          <p:cNvGrpSpPr/>
          <p:nvPr/>
        </p:nvGrpSpPr>
        <p:grpSpPr>
          <a:xfrm>
            <a:off x="4152900" y="2514600"/>
            <a:ext cx="914400" cy="457200"/>
            <a:chOff x="4152900" y="2514600"/>
            <a:chExt cx="914400" cy="457200"/>
          </a:xfrm>
        </p:grpSpPr>
        <p:sp>
          <p:nvSpPr>
            <p:cNvPr id="48" name="node22.surface"/>
            <p:cNvSpPr/>
            <p:nvPr/>
          </p:nvSpPr>
          <p:spPr>
            <a:xfrm>
              <a:off x="4159250" y="2520950"/>
              <a:ext cx="901700" cy="444500"/>
            </a:xfrm>
            <a:prstGeom prst="rect">
              <a:avLst/>
            </a:prstGeom>
            <a:solidFill>
              <a:srgbClr val="FFFFFF"/>
            </a:solidFill>
            <a:ln w="12700">
              <a:solidFill>
                <a:srgbClr val="CED7E6"/>
              </a:solidFill>
              <a:prstDash val="solid"/>
            </a:ln>
          </p:spPr>
        </p:sp>
        <p:sp>
          <p:nvSpPr>
            <p:cNvPr id="49" name="node22.text"/>
            <p:cNvSpPr/>
            <p:nvPr/>
          </p:nvSpPr>
          <p:spPr>
            <a:xfrm>
              <a:off x="4229100" y="2628900"/>
              <a:ext cx="762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Local UI</a:t>
              </a:r>
              <a:endParaRPr lang="en-US" sz="1200" spc="0" kern="0" b="0" i="0" dirty="0">
                <a:solidFill>
                  <a:srgbClr val="070154"/>
                </a:solidFill>
                <a:latin typeface="IBM Plex Sans"/>
                <a:ea typeface="IBM Plex Sans"/>
                <a:cs typeface="IBM Plex Sans"/>
              </a:endParaRPr>
            </a:p>
          </p:txBody>
        </p:sp>
      </p:grpSp>
      <p:grpSp>
        <p:nvGrpSpPr>
          <p:cNvPr id="149" name="node23"/>
          <p:cNvGrpSpPr/>
          <p:nvPr/>
        </p:nvGrpSpPr>
        <p:grpSpPr>
          <a:xfrm>
            <a:off x="5067300" y="2514600"/>
            <a:ext cx="457200" cy="457200"/>
            <a:chOff x="5067300" y="2514600"/>
            <a:chExt cx="457200" cy="457200"/>
          </a:xfrm>
        </p:grpSpPr>
        <p:sp>
          <p:nvSpPr>
            <p:cNvPr id="50" name="node23.surface"/>
            <p:cNvSpPr/>
            <p:nvPr/>
          </p:nvSpPr>
          <p:spPr>
            <a:xfrm>
              <a:off x="5067300" y="2514600"/>
              <a:ext cx="457200" cy="457200"/>
            </a:xfrm>
            <a:prstGeom prst="rect">
              <a:avLst/>
            </a:prstGeom>
            <a:solidFill>
              <a:srgbClr val="CED7E6"/>
            </a:solidFill>
            <a:ln>
              <a:noFill/>
            </a:ln>
          </p:spPr>
        </p:sp>
        <p:sp>
          <p:nvSpPr>
            <p:cNvPr id="51" name="node23.text"/>
            <p:cNvSpPr/>
            <p:nvPr/>
          </p:nvSpPr>
          <p:spPr>
            <a:xfrm>
              <a:off x="5143500" y="2628900"/>
              <a:ext cx="304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W3</a:t>
              </a:r>
              <a:endParaRPr lang="en-US" sz="1200" spc="0" kern="0" b="0" i="0" dirty="0">
                <a:solidFill>
                  <a:srgbClr val="070154"/>
                </a:solidFill>
                <a:latin typeface="IBM Plex Sans"/>
                <a:ea typeface="IBM Plex Sans"/>
                <a:cs typeface="IBM Plex Sans"/>
              </a:endParaRPr>
            </a:p>
          </p:txBody>
        </p:sp>
      </p:grpSp>
      <p:grpSp>
        <p:nvGrpSpPr>
          <p:cNvPr id="150" name="node24"/>
          <p:cNvGrpSpPr/>
          <p:nvPr/>
        </p:nvGrpSpPr>
        <p:grpSpPr>
          <a:xfrm>
            <a:off x="4152900" y="3200400"/>
            <a:ext cx="914400" cy="457200"/>
            <a:chOff x="4152900" y="3200400"/>
            <a:chExt cx="914400" cy="457200"/>
          </a:xfrm>
        </p:grpSpPr>
        <p:sp>
          <p:nvSpPr>
            <p:cNvPr id="52" name="node24.surface"/>
            <p:cNvSpPr/>
            <p:nvPr/>
          </p:nvSpPr>
          <p:spPr>
            <a:xfrm>
              <a:off x="4159250" y="3206750"/>
              <a:ext cx="901700" cy="444500"/>
            </a:xfrm>
            <a:prstGeom prst="rect">
              <a:avLst/>
            </a:prstGeom>
            <a:solidFill>
              <a:srgbClr val="FFFFFF"/>
            </a:solidFill>
            <a:ln w="12700">
              <a:solidFill>
                <a:srgbClr val="CED7E6"/>
              </a:solidFill>
              <a:prstDash val="solid"/>
            </a:ln>
          </p:spPr>
        </p:sp>
        <p:sp>
          <p:nvSpPr>
            <p:cNvPr id="53" name="node24.text"/>
            <p:cNvSpPr/>
            <p:nvPr/>
          </p:nvSpPr>
          <p:spPr>
            <a:xfrm>
              <a:off x="4229100" y="3314700"/>
              <a:ext cx="762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Local DB</a:t>
              </a:r>
              <a:endParaRPr lang="en-US" sz="1200" spc="0" kern="0" b="0" i="0" dirty="0">
                <a:solidFill>
                  <a:srgbClr val="070154"/>
                </a:solidFill>
                <a:latin typeface="IBM Plex Sans"/>
                <a:ea typeface="IBM Plex Sans"/>
                <a:cs typeface="IBM Plex Sans"/>
              </a:endParaRPr>
            </a:p>
          </p:txBody>
        </p:sp>
      </p:grpSp>
      <p:grpSp>
        <p:nvGrpSpPr>
          <p:cNvPr id="151" name="node25"/>
          <p:cNvGrpSpPr/>
          <p:nvPr/>
        </p:nvGrpSpPr>
        <p:grpSpPr>
          <a:xfrm>
            <a:off x="5067300" y="3200400"/>
            <a:ext cx="457200" cy="457200"/>
            <a:chOff x="5067300" y="3200400"/>
            <a:chExt cx="457200" cy="457200"/>
          </a:xfrm>
        </p:grpSpPr>
        <p:sp>
          <p:nvSpPr>
            <p:cNvPr id="54" name="node25.surface"/>
            <p:cNvSpPr/>
            <p:nvPr/>
          </p:nvSpPr>
          <p:spPr>
            <a:xfrm>
              <a:off x="5067300" y="3200400"/>
              <a:ext cx="457200" cy="457200"/>
            </a:xfrm>
            <a:prstGeom prst="rect">
              <a:avLst/>
            </a:prstGeom>
            <a:solidFill>
              <a:srgbClr val="CED7E6"/>
            </a:solidFill>
            <a:ln>
              <a:noFill/>
            </a:ln>
          </p:spPr>
        </p:sp>
        <p:sp>
          <p:nvSpPr>
            <p:cNvPr id="55" name="node25.text"/>
            <p:cNvSpPr/>
            <p:nvPr/>
          </p:nvSpPr>
          <p:spPr>
            <a:xfrm>
              <a:off x="5143500" y="3314700"/>
              <a:ext cx="304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W1</a:t>
              </a:r>
              <a:endParaRPr lang="en-US" sz="1200" spc="0" kern="0" b="0" i="0" dirty="0">
                <a:solidFill>
                  <a:srgbClr val="070154"/>
                </a:solidFill>
                <a:latin typeface="IBM Plex Sans"/>
                <a:ea typeface="IBM Plex Sans"/>
                <a:cs typeface="IBM Plex Sans"/>
              </a:endParaRPr>
            </a:p>
          </p:txBody>
        </p:sp>
      </p:grpSp>
      <p:grpSp>
        <p:nvGrpSpPr>
          <p:cNvPr id="152" name="node26"/>
          <p:cNvGrpSpPr/>
          <p:nvPr/>
        </p:nvGrpSpPr>
        <p:grpSpPr>
          <a:xfrm>
            <a:off x="4152900" y="4114800"/>
            <a:ext cx="1371600" cy="228600"/>
            <a:chOff x="4152900" y="4114800"/>
            <a:chExt cx="1371600" cy="228600"/>
          </a:xfrm>
        </p:grpSpPr>
        <p:sp>
          <p:nvSpPr>
            <p:cNvPr id="56" name="node26.text"/>
            <p:cNvSpPr/>
            <p:nvPr/>
          </p:nvSpPr>
          <p:spPr>
            <a:xfrm>
              <a:off x="4152900" y="4114800"/>
              <a:ext cx="1371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Not started</a:t>
              </a:r>
              <a:endParaRPr lang="en-US" sz="1200" spc="0" kern="0" b="0" i="0" dirty="0">
                <a:solidFill>
                  <a:srgbClr val="50658E"/>
                </a:solidFill>
                <a:latin typeface="IBM Plex Sans"/>
                <a:ea typeface="IBM Plex Sans"/>
                <a:cs typeface="IBM Plex Sans"/>
              </a:endParaRPr>
            </a:p>
          </p:txBody>
        </p:sp>
      </p:grpSp>
      <p:grpSp>
        <p:nvGrpSpPr>
          <p:cNvPr id="153" name="node27"/>
          <p:cNvGrpSpPr/>
          <p:nvPr/>
        </p:nvGrpSpPr>
        <p:grpSpPr>
          <a:xfrm>
            <a:off x="952500" y="4572000"/>
            <a:ext cx="4572000" cy="457200"/>
            <a:chOff x="952500" y="4572000"/>
            <a:chExt cx="4572000" cy="457200"/>
          </a:xfrm>
        </p:grpSpPr>
        <p:sp>
          <p:nvSpPr>
            <p:cNvPr id="57" name="node27.surface"/>
            <p:cNvSpPr/>
            <p:nvPr/>
          </p:nvSpPr>
          <p:spPr>
            <a:xfrm>
              <a:off x="958850" y="4578350"/>
              <a:ext cx="4559300" cy="444500"/>
            </a:xfrm>
            <a:prstGeom prst="rect">
              <a:avLst/>
            </a:prstGeom>
            <a:solidFill>
              <a:srgbClr val="FFFFFF"/>
            </a:solidFill>
            <a:ln w="12700">
              <a:solidFill>
                <a:srgbClr val="CED7E6"/>
              </a:solidFill>
              <a:prstDash val="solid"/>
            </a:ln>
          </p:spPr>
        </p:sp>
        <p:sp>
          <p:nvSpPr>
            <p:cNvPr id="58" name="node27.text"/>
            <p:cNvSpPr/>
            <p:nvPr/>
          </p:nvSpPr>
          <p:spPr>
            <a:xfrm>
              <a:off x="1104900" y="4686300"/>
              <a:ext cx="4267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+12 more sites, same pattern</a:t>
              </a:r>
              <a:endParaRPr lang="en-US" sz="1200" spc="0" kern="0" b="0" i="0" dirty="0">
                <a:solidFill>
                  <a:srgbClr val="070154"/>
                </a:solidFill>
                <a:latin typeface="IBM Plex Sans"/>
                <a:ea typeface="IBM Plex Sans"/>
                <a:cs typeface="IBM Plex Sans"/>
              </a:endParaRPr>
            </a:p>
          </p:txBody>
        </p:sp>
      </p:grpSp>
      <p:grpSp>
        <p:nvGrpSpPr>
          <p:cNvPr id="154" name="node28"/>
          <p:cNvGrpSpPr/>
          <p:nvPr/>
        </p:nvGrpSpPr>
        <p:grpSpPr>
          <a:xfrm>
            <a:off x="3195879" y="2971800"/>
            <a:ext cx="85242" cy="228600"/>
            <a:chOff x="3195879" y="2971800"/>
            <a:chExt cx="85242" cy="228600"/>
          </a:xfrm>
        </p:grpSpPr>
        <p:sp>
          <p:nvSpPr>
            <p:cNvPr id="59" name="node28.segment-1"/>
            <p:cNvSpPr/>
            <p:nvPr/>
          </p:nvSpPr>
          <p:spPr>
            <a:xfrm>
              <a:off x="3238500" y="2971800"/>
              <a:ext cx="0" cy="228600"/>
            </a:xfrm>
            <a:custGeom>
              <a:avLst/>
              <a:gdLst/>
              <a:ahLst/>
              <a:cxnLst/>
              <a:rect l="l" t="t" r="r" b="b"/>
              <a:pathLst>
                <a:path h="228600">
                  <a:moveTo>
                    <a:pt x="0" y="0"/>
                  </a:moveTo>
                  <a:lnTo>
                    <a:pt x="0" y="228600"/>
                  </a:lnTo>
                </a:path>
              </a:pathLst>
            </a:custGeom>
            <a:ln w="12700">
              <a:solidFill>
                <a:srgbClr val="070154"/>
              </a:solidFill>
              <a:prstDash val="solid"/>
            </a:ln>
          </p:spPr>
        </p:sp>
        <p:sp>
          <p:nvSpPr>
            <p:cNvPr id="60" name="node28.head-end.0"/>
            <p:cNvSpPr/>
            <p:nvPr/>
          </p:nvSpPr>
          <p:spPr>
            <a:xfrm>
              <a:off x="3195879" y="3122383"/>
              <a:ext cx="42621" cy="78017"/>
            </a:xfrm>
            <a:custGeom>
              <a:avLst/>
              <a:gdLst/>
              <a:ahLst/>
              <a:cxnLst/>
              <a:rect l="l" t="t" r="r" b="b"/>
              <a:pathLst>
                <a:path w="42621" h="78017">
                  <a:moveTo>
                    <a:pt x="42621" y="78017"/>
                  </a:moveTo>
                  <a:lnTo>
                    <a:pt x="0" y="0"/>
                  </a:lnTo>
                </a:path>
              </a:pathLst>
            </a:custGeom>
            <a:ln w="12700">
              <a:solidFill>
                <a:srgbClr val="070154"/>
              </a:solidFill>
              <a:prstDash val="solid"/>
            </a:ln>
          </p:spPr>
        </p:sp>
        <p:sp>
          <p:nvSpPr>
            <p:cNvPr id="61" name="node28.head-end.1"/>
            <p:cNvSpPr/>
            <p:nvPr/>
          </p:nvSpPr>
          <p:spPr>
            <a:xfrm>
              <a:off x="3238500" y="3122383"/>
              <a:ext cx="42621" cy="78017"/>
            </a:xfrm>
            <a:custGeom>
              <a:avLst/>
              <a:gdLst/>
              <a:ahLst/>
              <a:cxnLst/>
              <a:rect l="l" t="t" r="r" b="b"/>
              <a:pathLst>
                <a:path w="42621" h="78017">
                  <a:moveTo>
                    <a:pt x="0" y="78017"/>
                  </a:moveTo>
                  <a:lnTo>
                    <a:pt x="42621" y="0"/>
                  </a:lnTo>
                </a:path>
              </a:pathLst>
            </a:custGeom>
            <a:ln w="12700">
              <a:solidFill>
                <a:srgbClr val="070154"/>
              </a:solidFill>
              <a:prstDash val="solid"/>
            </a:ln>
          </p:spPr>
        </p:sp>
      </p:grpSp>
      <p:grpSp>
        <p:nvGrpSpPr>
          <p:cNvPr id="155" name="node29"/>
          <p:cNvGrpSpPr/>
          <p:nvPr/>
        </p:nvGrpSpPr>
        <p:grpSpPr>
          <a:xfrm>
            <a:off x="4796079" y="2971800"/>
            <a:ext cx="85242" cy="228600"/>
            <a:chOff x="4796079" y="2971800"/>
            <a:chExt cx="85242" cy="228600"/>
          </a:xfrm>
        </p:grpSpPr>
        <p:sp>
          <p:nvSpPr>
            <p:cNvPr id="62" name="node29.segment-1"/>
            <p:cNvSpPr/>
            <p:nvPr/>
          </p:nvSpPr>
          <p:spPr>
            <a:xfrm>
              <a:off x="4838700" y="2971800"/>
              <a:ext cx="0" cy="228600"/>
            </a:xfrm>
            <a:custGeom>
              <a:avLst/>
              <a:gdLst/>
              <a:ahLst/>
              <a:cxnLst/>
              <a:rect l="l" t="t" r="r" b="b"/>
              <a:pathLst>
                <a:path h="228600">
                  <a:moveTo>
                    <a:pt x="0" y="0"/>
                  </a:moveTo>
                  <a:lnTo>
                    <a:pt x="0" y="228600"/>
                  </a:lnTo>
                </a:path>
              </a:pathLst>
            </a:custGeom>
            <a:ln w="12700">
              <a:solidFill>
                <a:srgbClr val="070154"/>
              </a:solidFill>
              <a:prstDash val="solid"/>
            </a:ln>
          </p:spPr>
        </p:sp>
        <p:sp>
          <p:nvSpPr>
            <p:cNvPr id="63" name="node29.head-end.0"/>
            <p:cNvSpPr/>
            <p:nvPr/>
          </p:nvSpPr>
          <p:spPr>
            <a:xfrm>
              <a:off x="4796079" y="3122383"/>
              <a:ext cx="42621" cy="78017"/>
            </a:xfrm>
            <a:custGeom>
              <a:avLst/>
              <a:gdLst/>
              <a:ahLst/>
              <a:cxnLst/>
              <a:rect l="l" t="t" r="r" b="b"/>
              <a:pathLst>
                <a:path w="42621" h="78017">
                  <a:moveTo>
                    <a:pt x="42621" y="78017"/>
                  </a:moveTo>
                  <a:lnTo>
                    <a:pt x="0" y="0"/>
                  </a:lnTo>
                </a:path>
              </a:pathLst>
            </a:custGeom>
            <a:ln w="12700">
              <a:solidFill>
                <a:srgbClr val="070154"/>
              </a:solidFill>
              <a:prstDash val="solid"/>
            </a:ln>
          </p:spPr>
        </p:sp>
        <p:sp>
          <p:nvSpPr>
            <p:cNvPr id="64" name="node29.head-end.1"/>
            <p:cNvSpPr/>
            <p:nvPr/>
          </p:nvSpPr>
          <p:spPr>
            <a:xfrm>
              <a:off x="4838700" y="3122383"/>
              <a:ext cx="42621" cy="78017"/>
            </a:xfrm>
            <a:custGeom>
              <a:avLst/>
              <a:gdLst/>
              <a:ahLst/>
              <a:cxnLst/>
              <a:rect l="l" t="t" r="r" b="b"/>
              <a:pathLst>
                <a:path w="42621" h="78017">
                  <a:moveTo>
                    <a:pt x="0" y="78017"/>
                  </a:moveTo>
                  <a:lnTo>
                    <a:pt x="42621" y="0"/>
                  </a:lnTo>
                </a:path>
              </a:pathLst>
            </a:custGeom>
            <a:ln w="12700">
              <a:solidFill>
                <a:srgbClr val="070154"/>
              </a:solidFill>
              <a:prstDash val="solid"/>
            </a:ln>
          </p:spPr>
        </p:sp>
      </p:grpSp>
      <p:grpSp>
        <p:nvGrpSpPr>
          <p:cNvPr id="156" name="node30"/>
          <p:cNvGrpSpPr/>
          <p:nvPr/>
        </p:nvGrpSpPr>
        <p:grpSpPr>
          <a:xfrm>
            <a:off x="6438900" y="2514600"/>
            <a:ext cx="4343400" cy="457200"/>
            <a:chOff x="6438900" y="2514600"/>
            <a:chExt cx="4343400" cy="457200"/>
          </a:xfrm>
        </p:grpSpPr>
        <p:sp>
          <p:nvSpPr>
            <p:cNvPr id="65" name="node30.surface"/>
            <p:cNvSpPr/>
            <p:nvPr/>
          </p:nvSpPr>
          <p:spPr>
            <a:xfrm>
              <a:off x="6438900" y="2514600"/>
              <a:ext cx="4343400" cy="457200"/>
            </a:xfrm>
            <a:prstGeom prst="rect">
              <a:avLst/>
            </a:prstGeom>
            <a:solidFill>
              <a:srgbClr val="070154"/>
            </a:solidFill>
            <a:ln>
              <a:noFill/>
            </a:ln>
          </p:spPr>
        </p:sp>
        <p:sp>
          <p:nvSpPr>
            <p:cNvPr id="66" name="node30.text"/>
            <p:cNvSpPr/>
            <p:nvPr/>
          </p:nvSpPr>
          <p:spPr>
            <a:xfrm>
              <a:off x="6591300" y="2628900"/>
              <a:ext cx="4038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Central API layer</a:t>
              </a:r>
              <a:endParaRPr lang="en-US" sz="1200" spc="0" kern="0" b="0" i="0" dirty="0">
                <a:solidFill>
                  <a:srgbClr val="FFFFFF"/>
                </a:solidFill>
                <a:latin typeface="IBM Plex Sans"/>
                <a:ea typeface="IBM Plex Sans"/>
                <a:cs typeface="IBM Plex Sans"/>
              </a:endParaRPr>
            </a:p>
          </p:txBody>
        </p:sp>
      </p:grpSp>
      <p:grpSp>
        <p:nvGrpSpPr>
          <p:cNvPr id="157" name="node31"/>
          <p:cNvGrpSpPr/>
          <p:nvPr/>
        </p:nvGrpSpPr>
        <p:grpSpPr>
          <a:xfrm>
            <a:off x="10782300" y="2514600"/>
            <a:ext cx="457200" cy="457200"/>
            <a:chOff x="10782300" y="2514600"/>
            <a:chExt cx="457200" cy="457200"/>
          </a:xfrm>
        </p:grpSpPr>
        <p:sp>
          <p:nvSpPr>
            <p:cNvPr id="67" name="node31.surface"/>
            <p:cNvSpPr/>
            <p:nvPr/>
          </p:nvSpPr>
          <p:spPr>
            <a:xfrm>
              <a:off x="10782300" y="2514600"/>
              <a:ext cx="457200" cy="457200"/>
            </a:xfrm>
            <a:prstGeom prst="rect">
              <a:avLst/>
            </a:prstGeom>
            <a:solidFill>
              <a:srgbClr val="CED7E6"/>
            </a:solidFill>
            <a:ln>
              <a:noFill/>
            </a:ln>
          </p:spPr>
        </p:sp>
        <p:sp>
          <p:nvSpPr>
            <p:cNvPr id="68" name="node31.text"/>
            <p:cNvSpPr/>
            <p:nvPr/>
          </p:nvSpPr>
          <p:spPr>
            <a:xfrm>
              <a:off x="10858500" y="2628900"/>
              <a:ext cx="304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W2</a:t>
              </a:r>
              <a:endParaRPr lang="en-US" sz="1200" spc="0" kern="0" b="0" i="0" dirty="0">
                <a:solidFill>
                  <a:srgbClr val="070154"/>
                </a:solidFill>
                <a:latin typeface="IBM Plex Sans"/>
                <a:ea typeface="IBM Plex Sans"/>
                <a:cs typeface="IBM Plex Sans"/>
              </a:endParaRPr>
            </a:p>
          </p:txBody>
        </p:sp>
      </p:grpSp>
      <p:grpSp>
        <p:nvGrpSpPr>
          <p:cNvPr id="158" name="node32"/>
          <p:cNvGrpSpPr/>
          <p:nvPr/>
        </p:nvGrpSpPr>
        <p:grpSpPr>
          <a:xfrm>
            <a:off x="6438900" y="3200400"/>
            <a:ext cx="1371600" cy="457200"/>
            <a:chOff x="6438900" y="3200400"/>
            <a:chExt cx="1371600" cy="457200"/>
          </a:xfrm>
        </p:grpSpPr>
        <p:sp>
          <p:nvSpPr>
            <p:cNvPr id="69" name="node32.surface"/>
            <p:cNvSpPr/>
            <p:nvPr/>
          </p:nvSpPr>
          <p:spPr>
            <a:xfrm>
              <a:off x="6445250" y="3206750"/>
              <a:ext cx="1358900" cy="444500"/>
            </a:xfrm>
            <a:prstGeom prst="rect">
              <a:avLst/>
            </a:prstGeom>
            <a:solidFill>
              <a:srgbClr val="FFFFFF"/>
            </a:solidFill>
            <a:ln w="12700">
              <a:solidFill>
                <a:srgbClr val="CED7E6"/>
              </a:solidFill>
              <a:prstDash val="solid"/>
            </a:ln>
          </p:spPr>
        </p:sp>
        <p:sp>
          <p:nvSpPr>
            <p:cNvPr id="70" name="node32.text"/>
            <p:cNvSpPr/>
            <p:nvPr/>
          </p:nvSpPr>
          <p:spPr>
            <a:xfrm>
              <a:off x="6591300" y="3314700"/>
              <a:ext cx="1066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Sync service</a:t>
              </a:r>
              <a:endParaRPr lang="en-US" sz="1200" spc="0" kern="0" b="0" i="0" dirty="0">
                <a:solidFill>
                  <a:srgbClr val="070154"/>
                </a:solidFill>
                <a:latin typeface="IBM Plex Sans"/>
                <a:ea typeface="IBM Plex Sans"/>
                <a:cs typeface="IBM Plex Sans"/>
              </a:endParaRPr>
            </a:p>
          </p:txBody>
        </p:sp>
      </p:grpSp>
      <p:grpSp>
        <p:nvGrpSpPr>
          <p:cNvPr id="159" name="node33"/>
          <p:cNvGrpSpPr/>
          <p:nvPr/>
        </p:nvGrpSpPr>
        <p:grpSpPr>
          <a:xfrm>
            <a:off x="7810500" y="3200400"/>
            <a:ext cx="457200" cy="457200"/>
            <a:chOff x="7810500" y="3200400"/>
            <a:chExt cx="457200" cy="457200"/>
          </a:xfrm>
        </p:grpSpPr>
        <p:sp>
          <p:nvSpPr>
            <p:cNvPr id="71" name="node33.surface"/>
            <p:cNvSpPr/>
            <p:nvPr/>
          </p:nvSpPr>
          <p:spPr>
            <a:xfrm>
              <a:off x="7810500" y="3200400"/>
              <a:ext cx="457200" cy="457200"/>
            </a:xfrm>
            <a:prstGeom prst="rect">
              <a:avLst/>
            </a:prstGeom>
            <a:solidFill>
              <a:srgbClr val="CED7E6"/>
            </a:solidFill>
            <a:ln>
              <a:noFill/>
            </a:ln>
          </p:spPr>
        </p:sp>
        <p:sp>
          <p:nvSpPr>
            <p:cNvPr id="72" name="node33.text"/>
            <p:cNvSpPr/>
            <p:nvPr/>
          </p:nvSpPr>
          <p:spPr>
            <a:xfrm>
              <a:off x="7886700" y="3314700"/>
              <a:ext cx="304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W1</a:t>
              </a:r>
              <a:endParaRPr lang="en-US" sz="1200" spc="0" kern="0" b="0" i="0" dirty="0">
                <a:solidFill>
                  <a:srgbClr val="070154"/>
                </a:solidFill>
                <a:latin typeface="IBM Plex Sans"/>
                <a:ea typeface="IBM Plex Sans"/>
                <a:cs typeface="IBM Plex Sans"/>
              </a:endParaRPr>
            </a:p>
          </p:txBody>
        </p:sp>
      </p:grpSp>
      <p:sp>
        <p:nvSpPr>
          <p:cNvPr id="73" name="node34"/>
          <p:cNvSpPr/>
          <p:nvPr/>
        </p:nvSpPr>
        <p:spPr>
          <a:xfrm>
            <a:off x="6438900" y="3200400"/>
            <a:ext cx="1828800" cy="38100"/>
          </a:xfrm>
          <a:prstGeom prst="rect">
            <a:avLst/>
          </a:prstGeom>
          <a:solidFill>
            <a:srgbClr val="0047FF"/>
          </a:solidFill>
          <a:ln>
            <a:noFill/>
          </a:ln>
        </p:spPr>
      </p:sp>
      <p:grpSp>
        <p:nvGrpSpPr>
          <p:cNvPr id="160" name="node35"/>
          <p:cNvGrpSpPr/>
          <p:nvPr/>
        </p:nvGrpSpPr>
        <p:grpSpPr>
          <a:xfrm>
            <a:off x="8496300" y="3200400"/>
            <a:ext cx="2286000" cy="457200"/>
            <a:chOff x="8496300" y="3200400"/>
            <a:chExt cx="2286000" cy="457200"/>
          </a:xfrm>
        </p:grpSpPr>
        <p:sp>
          <p:nvSpPr>
            <p:cNvPr id="74" name="node35.surface"/>
            <p:cNvSpPr/>
            <p:nvPr/>
          </p:nvSpPr>
          <p:spPr>
            <a:xfrm>
              <a:off x="8496300" y="3200400"/>
              <a:ext cx="2286000" cy="457200"/>
            </a:xfrm>
            <a:prstGeom prst="rect">
              <a:avLst/>
            </a:prstGeom>
            <a:solidFill>
              <a:srgbClr val="070154"/>
            </a:solidFill>
            <a:ln>
              <a:noFill/>
            </a:ln>
          </p:spPr>
        </p:sp>
        <p:sp>
          <p:nvSpPr>
            <p:cNvPr id="75" name="node35.text"/>
            <p:cNvSpPr/>
            <p:nvPr/>
          </p:nvSpPr>
          <p:spPr>
            <a:xfrm>
              <a:off x="8648700" y="3314700"/>
              <a:ext cx="1981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Cloud database</a:t>
              </a:r>
              <a:endParaRPr lang="en-US" sz="1200" spc="0" kern="0" b="0" i="0" dirty="0">
                <a:solidFill>
                  <a:srgbClr val="FFFFFF"/>
                </a:solidFill>
                <a:latin typeface="IBM Plex Sans"/>
                <a:ea typeface="IBM Plex Sans"/>
                <a:cs typeface="IBM Plex Sans"/>
              </a:endParaRPr>
            </a:p>
          </p:txBody>
        </p:sp>
      </p:grpSp>
      <p:grpSp>
        <p:nvGrpSpPr>
          <p:cNvPr id="161" name="node36"/>
          <p:cNvGrpSpPr/>
          <p:nvPr/>
        </p:nvGrpSpPr>
        <p:grpSpPr>
          <a:xfrm>
            <a:off x="10782300" y="3200400"/>
            <a:ext cx="457200" cy="457200"/>
            <a:chOff x="10782300" y="3200400"/>
            <a:chExt cx="457200" cy="457200"/>
          </a:xfrm>
        </p:grpSpPr>
        <p:sp>
          <p:nvSpPr>
            <p:cNvPr id="76" name="node36.surface"/>
            <p:cNvSpPr/>
            <p:nvPr/>
          </p:nvSpPr>
          <p:spPr>
            <a:xfrm>
              <a:off x="10782300" y="3200400"/>
              <a:ext cx="457200" cy="457200"/>
            </a:xfrm>
            <a:prstGeom prst="rect">
              <a:avLst/>
            </a:prstGeom>
            <a:solidFill>
              <a:srgbClr val="CED7E6"/>
            </a:solidFill>
            <a:ln>
              <a:noFill/>
            </a:ln>
          </p:spPr>
        </p:sp>
        <p:sp>
          <p:nvSpPr>
            <p:cNvPr id="77" name="node36.text"/>
            <p:cNvSpPr/>
            <p:nvPr/>
          </p:nvSpPr>
          <p:spPr>
            <a:xfrm>
              <a:off x="10858500" y="3314700"/>
              <a:ext cx="304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W1</a:t>
              </a:r>
              <a:endParaRPr lang="en-US" sz="1200" spc="0" kern="0" b="0" i="0" dirty="0">
                <a:solidFill>
                  <a:srgbClr val="070154"/>
                </a:solidFill>
                <a:latin typeface="IBM Plex Sans"/>
                <a:ea typeface="IBM Plex Sans"/>
                <a:cs typeface="IBM Plex Sans"/>
              </a:endParaRPr>
            </a:p>
          </p:txBody>
        </p:sp>
      </p:grpSp>
      <p:grpSp>
        <p:nvGrpSpPr>
          <p:cNvPr id="162" name="node37"/>
          <p:cNvGrpSpPr/>
          <p:nvPr/>
        </p:nvGrpSpPr>
        <p:grpSpPr>
          <a:xfrm>
            <a:off x="8267700" y="3386379"/>
            <a:ext cx="228600" cy="85242"/>
            <a:chOff x="8267700" y="3386379"/>
            <a:chExt cx="228600" cy="85242"/>
          </a:xfrm>
        </p:grpSpPr>
        <p:sp>
          <p:nvSpPr>
            <p:cNvPr id="78" name="node37.segment-1"/>
            <p:cNvSpPr/>
            <p:nvPr/>
          </p:nvSpPr>
          <p:spPr>
            <a:xfrm>
              <a:off x="8267700" y="3429000"/>
              <a:ext cx="228600" cy="0"/>
            </a:xfrm>
            <a:custGeom>
              <a:avLst/>
              <a:gdLst/>
              <a:ahLst/>
              <a:cxnLst/>
              <a:rect l="l" t="t" r="r" b="b"/>
              <a:pathLst>
                <a:path w="228600">
                  <a:moveTo>
                    <a:pt x="0" y="0"/>
                  </a:moveTo>
                  <a:lnTo>
                    <a:pt x="228600" y="0"/>
                  </a:lnTo>
                </a:path>
              </a:pathLst>
            </a:custGeom>
            <a:ln w="12700">
              <a:solidFill>
                <a:srgbClr val="070154"/>
              </a:solidFill>
              <a:prstDash val="dash"/>
            </a:ln>
          </p:spPr>
        </p:sp>
        <p:sp>
          <p:nvSpPr>
            <p:cNvPr id="79" name="node37.head-end.0"/>
            <p:cNvSpPr/>
            <p:nvPr/>
          </p:nvSpPr>
          <p:spPr>
            <a:xfrm>
              <a:off x="8418283" y="3429000"/>
              <a:ext cx="78017" cy="42621"/>
            </a:xfrm>
            <a:custGeom>
              <a:avLst/>
              <a:gdLst/>
              <a:ahLst/>
              <a:cxnLst/>
              <a:rect l="l" t="t" r="r" b="b"/>
              <a:pathLst>
                <a:path w="78017" h="42621">
                  <a:moveTo>
                    <a:pt x="78017" y="0"/>
                  </a:moveTo>
                  <a:lnTo>
                    <a:pt x="0" y="42621"/>
                  </a:lnTo>
                </a:path>
              </a:pathLst>
            </a:custGeom>
            <a:ln w="12700">
              <a:solidFill>
                <a:srgbClr val="070154"/>
              </a:solidFill>
              <a:prstDash val="solid"/>
            </a:ln>
          </p:spPr>
        </p:sp>
        <p:sp>
          <p:nvSpPr>
            <p:cNvPr id="80" name="node37.head-end.1"/>
            <p:cNvSpPr/>
            <p:nvPr/>
          </p:nvSpPr>
          <p:spPr>
            <a:xfrm>
              <a:off x="8418283" y="3386379"/>
              <a:ext cx="78017" cy="42621"/>
            </a:xfrm>
            <a:custGeom>
              <a:avLst/>
              <a:gdLst/>
              <a:ahLst/>
              <a:cxnLst/>
              <a:rect l="l" t="t" r="r" b="b"/>
              <a:pathLst>
                <a:path w="78017" h="42621">
                  <a:moveTo>
                    <a:pt x="78017" y="42621"/>
                  </a:moveTo>
                  <a:lnTo>
                    <a:pt x="0" y="0"/>
                  </a:lnTo>
                </a:path>
              </a:pathLst>
            </a:custGeom>
            <a:ln w="12700">
              <a:solidFill>
                <a:srgbClr val="070154"/>
              </a:solidFill>
              <a:prstDash val="solid"/>
            </a:ln>
          </p:spPr>
        </p:sp>
      </p:grpSp>
      <p:grpSp>
        <p:nvGrpSpPr>
          <p:cNvPr id="163" name="node38"/>
          <p:cNvGrpSpPr/>
          <p:nvPr/>
        </p:nvGrpSpPr>
        <p:grpSpPr>
          <a:xfrm>
            <a:off x="9825279" y="2971800"/>
            <a:ext cx="85242" cy="228600"/>
            <a:chOff x="9825279" y="2971800"/>
            <a:chExt cx="85242" cy="228600"/>
          </a:xfrm>
        </p:grpSpPr>
        <p:sp>
          <p:nvSpPr>
            <p:cNvPr id="81" name="node38.segment-1"/>
            <p:cNvSpPr/>
            <p:nvPr/>
          </p:nvSpPr>
          <p:spPr>
            <a:xfrm>
              <a:off x="9867900" y="2971800"/>
              <a:ext cx="0" cy="228600"/>
            </a:xfrm>
            <a:custGeom>
              <a:avLst/>
              <a:gdLst/>
              <a:ahLst/>
              <a:cxnLst/>
              <a:rect l="l" t="t" r="r" b="b"/>
              <a:pathLst>
                <a:path h="228600">
                  <a:moveTo>
                    <a:pt x="0" y="0"/>
                  </a:moveTo>
                  <a:lnTo>
                    <a:pt x="0" y="228600"/>
                  </a:lnTo>
                </a:path>
              </a:pathLst>
            </a:custGeom>
            <a:ln w="12700">
              <a:solidFill>
                <a:srgbClr val="070154"/>
              </a:solidFill>
              <a:prstDash val="solid"/>
            </a:ln>
          </p:spPr>
        </p:sp>
        <p:sp>
          <p:nvSpPr>
            <p:cNvPr id="82" name="node38.head-end.0"/>
            <p:cNvSpPr/>
            <p:nvPr/>
          </p:nvSpPr>
          <p:spPr>
            <a:xfrm>
              <a:off x="9825279" y="3122383"/>
              <a:ext cx="42621" cy="78017"/>
            </a:xfrm>
            <a:custGeom>
              <a:avLst/>
              <a:gdLst/>
              <a:ahLst/>
              <a:cxnLst/>
              <a:rect l="l" t="t" r="r" b="b"/>
              <a:pathLst>
                <a:path w="42621" h="78017">
                  <a:moveTo>
                    <a:pt x="42621" y="78017"/>
                  </a:moveTo>
                  <a:lnTo>
                    <a:pt x="0" y="0"/>
                  </a:lnTo>
                </a:path>
              </a:pathLst>
            </a:custGeom>
            <a:ln w="12700">
              <a:solidFill>
                <a:srgbClr val="070154"/>
              </a:solidFill>
              <a:prstDash val="solid"/>
            </a:ln>
          </p:spPr>
        </p:sp>
        <p:sp>
          <p:nvSpPr>
            <p:cNvPr id="83" name="node38.head-end.1"/>
            <p:cNvSpPr/>
            <p:nvPr/>
          </p:nvSpPr>
          <p:spPr>
            <a:xfrm>
              <a:off x="9867900" y="3122383"/>
              <a:ext cx="42621" cy="78017"/>
            </a:xfrm>
            <a:custGeom>
              <a:avLst/>
              <a:gdLst/>
              <a:ahLst/>
              <a:cxnLst/>
              <a:rect l="l" t="t" r="r" b="b"/>
              <a:pathLst>
                <a:path w="42621" h="78017">
                  <a:moveTo>
                    <a:pt x="0" y="78017"/>
                  </a:moveTo>
                  <a:lnTo>
                    <a:pt x="42621" y="0"/>
                  </a:lnTo>
                </a:path>
              </a:pathLst>
            </a:custGeom>
            <a:ln w="12700">
              <a:solidFill>
                <a:srgbClr val="070154"/>
              </a:solidFill>
              <a:prstDash val="solid"/>
            </a:ln>
          </p:spPr>
        </p:sp>
        <p:sp>
          <p:nvSpPr>
            <p:cNvPr id="84" name="node38.head-start.0"/>
            <p:cNvSpPr/>
            <p:nvPr/>
          </p:nvSpPr>
          <p:spPr>
            <a:xfrm>
              <a:off x="9867900" y="2971800"/>
              <a:ext cx="42621" cy="78017"/>
            </a:xfrm>
            <a:custGeom>
              <a:avLst/>
              <a:gdLst/>
              <a:ahLst/>
              <a:cxnLst/>
              <a:rect l="l" t="t" r="r" b="b"/>
              <a:pathLst>
                <a:path w="42621" h="78017">
                  <a:moveTo>
                    <a:pt x="0" y="0"/>
                  </a:moveTo>
                  <a:lnTo>
                    <a:pt x="42621" y="78017"/>
                  </a:lnTo>
                </a:path>
              </a:pathLst>
            </a:custGeom>
            <a:ln w="12700">
              <a:solidFill>
                <a:srgbClr val="070154"/>
              </a:solidFill>
              <a:prstDash val="solid"/>
            </a:ln>
          </p:spPr>
        </p:sp>
        <p:sp>
          <p:nvSpPr>
            <p:cNvPr id="85" name="node38.head-start.1"/>
            <p:cNvSpPr/>
            <p:nvPr/>
          </p:nvSpPr>
          <p:spPr>
            <a:xfrm>
              <a:off x="9825279" y="2971800"/>
              <a:ext cx="42621" cy="78017"/>
            </a:xfrm>
            <a:custGeom>
              <a:avLst/>
              <a:gdLst/>
              <a:ahLst/>
              <a:cxnLst/>
              <a:rect l="l" t="t" r="r" b="b"/>
              <a:pathLst>
                <a:path w="42621" h="78017">
                  <a:moveTo>
                    <a:pt x="42621" y="0"/>
                  </a:moveTo>
                  <a:lnTo>
                    <a:pt x="0" y="78017"/>
                  </a:lnTo>
                </a:path>
              </a:pathLst>
            </a:custGeom>
            <a:ln w="12700">
              <a:solidFill>
                <a:srgbClr val="070154"/>
              </a:solidFill>
              <a:prstDash val="solid"/>
            </a:ln>
          </p:spPr>
        </p:sp>
      </p:grpSp>
      <p:grpSp>
        <p:nvGrpSpPr>
          <p:cNvPr id="164" name="node39"/>
          <p:cNvGrpSpPr/>
          <p:nvPr/>
        </p:nvGrpSpPr>
        <p:grpSpPr>
          <a:xfrm>
            <a:off x="1638300" y="1943100"/>
            <a:ext cx="5757621" cy="571500"/>
            <a:chOff x="1638300" y="1943100"/>
            <a:chExt cx="5757621" cy="571500"/>
          </a:xfrm>
        </p:grpSpPr>
        <p:sp>
          <p:nvSpPr>
            <p:cNvPr id="86" name="node39.segment-1"/>
            <p:cNvSpPr/>
            <p:nvPr/>
          </p:nvSpPr>
          <p:spPr>
            <a:xfrm>
              <a:off x="1638300" y="2057400"/>
              <a:ext cx="0" cy="457200"/>
            </a:xfrm>
            <a:custGeom>
              <a:avLst/>
              <a:gdLst/>
              <a:ahLst/>
              <a:cxnLst/>
              <a:rect l="l" t="t" r="r" b="b"/>
              <a:pathLst>
                <a:path h="457200">
                  <a:moveTo>
                    <a:pt x="0" y="457200"/>
                  </a:moveTo>
                  <a:lnTo>
                    <a:pt x="0" y="0"/>
                  </a:lnTo>
                </a:path>
              </a:pathLst>
            </a:custGeom>
            <a:ln w="12700">
              <a:solidFill>
                <a:srgbClr val="070154"/>
              </a:solidFill>
              <a:prstDash val="solid"/>
            </a:ln>
          </p:spPr>
        </p:sp>
        <p:sp>
          <p:nvSpPr>
            <p:cNvPr id="87" name="node39.segment-2"/>
            <p:cNvSpPr/>
            <p:nvPr/>
          </p:nvSpPr>
          <p:spPr>
            <a:xfrm>
              <a:off x="1638300" y="2057400"/>
              <a:ext cx="5715000" cy="0"/>
            </a:xfrm>
            <a:custGeom>
              <a:avLst/>
              <a:gdLst/>
              <a:ahLst/>
              <a:cxnLst/>
              <a:rect l="l" t="t" r="r" b="b"/>
              <a:pathLst>
                <a:path w="5715000">
                  <a:moveTo>
                    <a:pt x="0" y="0"/>
                  </a:moveTo>
                  <a:lnTo>
                    <a:pt x="5715000" y="0"/>
                  </a:lnTo>
                </a:path>
              </a:pathLst>
            </a:custGeom>
            <a:ln w="12700">
              <a:solidFill>
                <a:srgbClr val="070154"/>
              </a:solidFill>
              <a:prstDash val="solid"/>
            </a:ln>
          </p:spPr>
        </p:sp>
        <p:sp>
          <p:nvSpPr>
            <p:cNvPr id="88" name="node39.segment-3"/>
            <p:cNvSpPr/>
            <p:nvPr/>
          </p:nvSpPr>
          <p:spPr>
            <a:xfrm>
              <a:off x="7353300" y="2057400"/>
              <a:ext cx="0" cy="457200"/>
            </a:xfrm>
            <a:custGeom>
              <a:avLst/>
              <a:gdLst/>
              <a:ahLst/>
              <a:cxnLst/>
              <a:rect l="l" t="t" r="r" b="b"/>
              <a:pathLst>
                <a:path h="457200">
                  <a:moveTo>
                    <a:pt x="0" y="0"/>
                  </a:moveTo>
                  <a:lnTo>
                    <a:pt x="0" y="457200"/>
                  </a:lnTo>
                </a:path>
              </a:pathLst>
            </a:custGeom>
            <a:ln w="12700">
              <a:solidFill>
                <a:srgbClr val="070154"/>
              </a:solidFill>
              <a:prstDash val="solid"/>
            </a:ln>
          </p:spPr>
        </p:sp>
        <p:sp>
          <p:nvSpPr>
            <p:cNvPr id="89" name="node39.head-end.0"/>
            <p:cNvSpPr/>
            <p:nvPr/>
          </p:nvSpPr>
          <p:spPr>
            <a:xfrm>
              <a:off x="7310679" y="2436583"/>
              <a:ext cx="42621" cy="78017"/>
            </a:xfrm>
            <a:custGeom>
              <a:avLst/>
              <a:gdLst/>
              <a:ahLst/>
              <a:cxnLst/>
              <a:rect l="l" t="t" r="r" b="b"/>
              <a:pathLst>
                <a:path w="42621" h="78017">
                  <a:moveTo>
                    <a:pt x="42621" y="78017"/>
                  </a:moveTo>
                  <a:lnTo>
                    <a:pt x="0" y="0"/>
                  </a:lnTo>
                </a:path>
              </a:pathLst>
            </a:custGeom>
            <a:ln w="12700">
              <a:solidFill>
                <a:srgbClr val="070154"/>
              </a:solidFill>
              <a:prstDash val="solid"/>
            </a:ln>
          </p:spPr>
        </p:sp>
        <p:sp>
          <p:nvSpPr>
            <p:cNvPr id="90" name="node39.head-end.1"/>
            <p:cNvSpPr/>
            <p:nvPr/>
          </p:nvSpPr>
          <p:spPr>
            <a:xfrm>
              <a:off x="7353300" y="2436583"/>
              <a:ext cx="42621" cy="78017"/>
            </a:xfrm>
            <a:custGeom>
              <a:avLst/>
              <a:gdLst/>
              <a:ahLst/>
              <a:cxnLst/>
              <a:rect l="l" t="t" r="r" b="b"/>
              <a:pathLst>
                <a:path w="42621" h="78017">
                  <a:moveTo>
                    <a:pt x="0" y="78017"/>
                  </a:moveTo>
                  <a:lnTo>
                    <a:pt x="42621" y="0"/>
                  </a:lnTo>
                </a:path>
              </a:pathLst>
            </a:custGeom>
            <a:ln w="12700">
              <a:solidFill>
                <a:srgbClr val="070154"/>
              </a:solidFill>
              <a:prstDash val="solid"/>
            </a:ln>
          </p:spPr>
        </p:sp>
        <p:sp>
          <p:nvSpPr>
            <p:cNvPr id="91" name="node39.label-patch"/>
            <p:cNvSpPr/>
            <p:nvPr/>
          </p:nvSpPr>
          <p:spPr>
            <a:xfrm>
              <a:off x="3856193" y="1943100"/>
              <a:ext cx="1279215" cy="228600"/>
            </a:xfrm>
            <a:prstGeom prst="rect">
              <a:avLst/>
            </a:prstGeom>
            <a:solidFill>
              <a:srgbClr val="FFFFFF"/>
            </a:solidFill>
            <a:ln>
              <a:noFill/>
            </a:ln>
          </p:spPr>
        </p:sp>
        <p:sp>
          <p:nvSpPr>
            <p:cNvPr id="92" name="node39.label"/>
            <p:cNvSpPr/>
            <p:nvPr/>
          </p:nvSpPr>
          <p:spPr>
            <a:xfrm>
              <a:off x="3894293" y="1981200"/>
              <a:ext cx="1203015"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Medium"/>
                  <a:ea typeface="IBM Plex Mono Medium"/>
                  <a:cs typeface="IBM Plex Mono Medium"/>
                </a:rPr>
                <a:t>API CALLS, LIVE</a:t>
              </a:r>
              <a:endParaRPr lang="en-US" sz="900" spc="54" kern="0" b="0" i="0" dirty="0">
                <a:solidFill>
                  <a:srgbClr val="50658E"/>
                </a:solidFill>
                <a:latin typeface="IBM Plex Mono Medium"/>
                <a:ea typeface="IBM Plex Mono Medium"/>
                <a:cs typeface="IBM Plex Mono Medium"/>
              </a:endParaRPr>
            </a:p>
          </p:txBody>
        </p:sp>
      </p:grpSp>
      <p:grpSp>
        <p:nvGrpSpPr>
          <p:cNvPr id="165" name="node40"/>
          <p:cNvGrpSpPr/>
          <p:nvPr/>
        </p:nvGrpSpPr>
        <p:grpSpPr>
          <a:xfrm>
            <a:off x="3238500" y="2171700"/>
            <a:ext cx="3471621" cy="342900"/>
            <a:chOff x="3238500" y="2171700"/>
            <a:chExt cx="3471621" cy="342900"/>
          </a:xfrm>
        </p:grpSpPr>
        <p:sp>
          <p:nvSpPr>
            <p:cNvPr id="93" name="node40.segment-1"/>
            <p:cNvSpPr/>
            <p:nvPr/>
          </p:nvSpPr>
          <p:spPr>
            <a:xfrm>
              <a:off x="3238500" y="2171700"/>
              <a:ext cx="0" cy="342900"/>
            </a:xfrm>
            <a:custGeom>
              <a:avLst/>
              <a:gdLst/>
              <a:ahLst/>
              <a:cxnLst/>
              <a:rect l="l" t="t" r="r" b="b"/>
              <a:pathLst>
                <a:path h="342900">
                  <a:moveTo>
                    <a:pt x="0" y="342900"/>
                  </a:moveTo>
                  <a:lnTo>
                    <a:pt x="0" y="0"/>
                  </a:lnTo>
                </a:path>
              </a:pathLst>
            </a:custGeom>
            <a:ln w="12700">
              <a:solidFill>
                <a:srgbClr val="070154"/>
              </a:solidFill>
              <a:prstDash val="dash"/>
            </a:ln>
          </p:spPr>
        </p:sp>
        <p:sp>
          <p:nvSpPr>
            <p:cNvPr id="94" name="node40.segment-2"/>
            <p:cNvSpPr/>
            <p:nvPr/>
          </p:nvSpPr>
          <p:spPr>
            <a:xfrm>
              <a:off x="3238500" y="2171700"/>
              <a:ext cx="3429000" cy="0"/>
            </a:xfrm>
            <a:custGeom>
              <a:avLst/>
              <a:gdLst/>
              <a:ahLst/>
              <a:cxnLst/>
              <a:rect l="l" t="t" r="r" b="b"/>
              <a:pathLst>
                <a:path w="3429000">
                  <a:moveTo>
                    <a:pt x="0" y="0"/>
                  </a:moveTo>
                  <a:lnTo>
                    <a:pt x="3429000" y="0"/>
                  </a:lnTo>
                </a:path>
              </a:pathLst>
            </a:custGeom>
            <a:ln w="12700">
              <a:solidFill>
                <a:srgbClr val="070154"/>
              </a:solidFill>
              <a:prstDash val="dash"/>
            </a:ln>
          </p:spPr>
        </p:sp>
        <p:sp>
          <p:nvSpPr>
            <p:cNvPr id="95" name="node40.segment-3"/>
            <p:cNvSpPr/>
            <p:nvPr/>
          </p:nvSpPr>
          <p:spPr>
            <a:xfrm>
              <a:off x="6667500" y="2171700"/>
              <a:ext cx="0" cy="342900"/>
            </a:xfrm>
            <a:custGeom>
              <a:avLst/>
              <a:gdLst/>
              <a:ahLst/>
              <a:cxnLst/>
              <a:rect l="l" t="t" r="r" b="b"/>
              <a:pathLst>
                <a:path h="342900">
                  <a:moveTo>
                    <a:pt x="0" y="0"/>
                  </a:moveTo>
                  <a:lnTo>
                    <a:pt x="0" y="342900"/>
                  </a:lnTo>
                </a:path>
              </a:pathLst>
            </a:custGeom>
            <a:ln w="12700">
              <a:solidFill>
                <a:srgbClr val="070154"/>
              </a:solidFill>
              <a:prstDash val="dash"/>
            </a:ln>
          </p:spPr>
        </p:sp>
        <p:sp>
          <p:nvSpPr>
            <p:cNvPr id="96" name="node40.head-end.0"/>
            <p:cNvSpPr/>
            <p:nvPr/>
          </p:nvSpPr>
          <p:spPr>
            <a:xfrm>
              <a:off x="6624879" y="2436583"/>
              <a:ext cx="42621" cy="78017"/>
            </a:xfrm>
            <a:custGeom>
              <a:avLst/>
              <a:gdLst/>
              <a:ahLst/>
              <a:cxnLst/>
              <a:rect l="l" t="t" r="r" b="b"/>
              <a:pathLst>
                <a:path w="42621" h="78017">
                  <a:moveTo>
                    <a:pt x="42621" y="78017"/>
                  </a:moveTo>
                  <a:lnTo>
                    <a:pt x="0" y="0"/>
                  </a:lnTo>
                </a:path>
              </a:pathLst>
            </a:custGeom>
            <a:ln w="12700">
              <a:solidFill>
                <a:srgbClr val="070154"/>
              </a:solidFill>
              <a:prstDash val="solid"/>
            </a:ln>
          </p:spPr>
        </p:sp>
        <p:sp>
          <p:nvSpPr>
            <p:cNvPr id="97" name="node40.head-end.1"/>
            <p:cNvSpPr/>
            <p:nvPr/>
          </p:nvSpPr>
          <p:spPr>
            <a:xfrm>
              <a:off x="6667500" y="2436583"/>
              <a:ext cx="42621" cy="78017"/>
            </a:xfrm>
            <a:custGeom>
              <a:avLst/>
              <a:gdLst/>
              <a:ahLst/>
              <a:cxnLst/>
              <a:rect l="l" t="t" r="r" b="b"/>
              <a:pathLst>
                <a:path w="42621" h="78017">
                  <a:moveTo>
                    <a:pt x="0" y="78017"/>
                  </a:moveTo>
                  <a:lnTo>
                    <a:pt x="42621" y="0"/>
                  </a:lnTo>
                </a:path>
              </a:pathLst>
            </a:custGeom>
            <a:ln w="12700">
              <a:solidFill>
                <a:srgbClr val="070154"/>
              </a:solidFill>
              <a:prstDash val="solid"/>
            </a:ln>
          </p:spPr>
        </p:sp>
      </p:grpSp>
      <p:grpSp>
        <p:nvGrpSpPr>
          <p:cNvPr id="166" name="node41"/>
          <p:cNvGrpSpPr/>
          <p:nvPr/>
        </p:nvGrpSpPr>
        <p:grpSpPr>
          <a:xfrm>
            <a:off x="3238500" y="3657600"/>
            <a:ext cx="4157421" cy="342900"/>
            <a:chOff x="3238500" y="3657600"/>
            <a:chExt cx="4157421" cy="342900"/>
          </a:xfrm>
        </p:grpSpPr>
        <p:sp>
          <p:nvSpPr>
            <p:cNvPr id="98" name="node41.segment-1"/>
            <p:cNvSpPr/>
            <p:nvPr/>
          </p:nvSpPr>
          <p:spPr>
            <a:xfrm>
              <a:off x="3238500" y="3657600"/>
              <a:ext cx="0" cy="228600"/>
            </a:xfrm>
            <a:custGeom>
              <a:avLst/>
              <a:gdLst/>
              <a:ahLst/>
              <a:cxnLst/>
              <a:rect l="l" t="t" r="r" b="b"/>
              <a:pathLst>
                <a:path h="228600">
                  <a:moveTo>
                    <a:pt x="0" y="0"/>
                  </a:moveTo>
                  <a:lnTo>
                    <a:pt x="0" y="228600"/>
                  </a:lnTo>
                </a:path>
              </a:pathLst>
            </a:custGeom>
            <a:ln w="12700">
              <a:solidFill>
                <a:srgbClr val="070154"/>
              </a:solidFill>
              <a:prstDash val="dash"/>
            </a:ln>
          </p:spPr>
        </p:sp>
        <p:sp>
          <p:nvSpPr>
            <p:cNvPr id="99" name="node41.segment-2"/>
            <p:cNvSpPr/>
            <p:nvPr/>
          </p:nvSpPr>
          <p:spPr>
            <a:xfrm>
              <a:off x="3238500" y="3886200"/>
              <a:ext cx="4114800" cy="0"/>
            </a:xfrm>
            <a:custGeom>
              <a:avLst/>
              <a:gdLst/>
              <a:ahLst/>
              <a:cxnLst/>
              <a:rect l="l" t="t" r="r" b="b"/>
              <a:pathLst>
                <a:path w="4114800">
                  <a:moveTo>
                    <a:pt x="0" y="0"/>
                  </a:moveTo>
                  <a:lnTo>
                    <a:pt x="4114800" y="0"/>
                  </a:lnTo>
                </a:path>
              </a:pathLst>
            </a:custGeom>
            <a:ln w="12700">
              <a:solidFill>
                <a:srgbClr val="070154"/>
              </a:solidFill>
              <a:prstDash val="dash"/>
            </a:ln>
          </p:spPr>
        </p:sp>
        <p:sp>
          <p:nvSpPr>
            <p:cNvPr id="100" name="node41.segment-3"/>
            <p:cNvSpPr/>
            <p:nvPr/>
          </p:nvSpPr>
          <p:spPr>
            <a:xfrm>
              <a:off x="7353300" y="3657600"/>
              <a:ext cx="0" cy="228600"/>
            </a:xfrm>
            <a:custGeom>
              <a:avLst/>
              <a:gdLst/>
              <a:ahLst/>
              <a:cxnLst/>
              <a:rect l="l" t="t" r="r" b="b"/>
              <a:pathLst>
                <a:path h="228600">
                  <a:moveTo>
                    <a:pt x="0" y="228600"/>
                  </a:moveTo>
                  <a:lnTo>
                    <a:pt x="0" y="0"/>
                  </a:lnTo>
                </a:path>
              </a:pathLst>
            </a:custGeom>
            <a:ln w="12700">
              <a:solidFill>
                <a:srgbClr val="070154"/>
              </a:solidFill>
              <a:prstDash val="dash"/>
            </a:ln>
          </p:spPr>
        </p:sp>
        <p:sp>
          <p:nvSpPr>
            <p:cNvPr id="101" name="node41.head-end.0"/>
            <p:cNvSpPr/>
            <p:nvPr/>
          </p:nvSpPr>
          <p:spPr>
            <a:xfrm>
              <a:off x="7353300" y="3657600"/>
              <a:ext cx="42621" cy="78017"/>
            </a:xfrm>
            <a:custGeom>
              <a:avLst/>
              <a:gdLst/>
              <a:ahLst/>
              <a:cxnLst/>
              <a:rect l="l" t="t" r="r" b="b"/>
              <a:pathLst>
                <a:path w="42621" h="78017">
                  <a:moveTo>
                    <a:pt x="0" y="0"/>
                  </a:moveTo>
                  <a:lnTo>
                    <a:pt x="42621" y="78017"/>
                  </a:lnTo>
                </a:path>
              </a:pathLst>
            </a:custGeom>
            <a:ln w="12700">
              <a:solidFill>
                <a:srgbClr val="070154"/>
              </a:solidFill>
              <a:prstDash val="solid"/>
            </a:ln>
          </p:spPr>
        </p:sp>
        <p:sp>
          <p:nvSpPr>
            <p:cNvPr id="102" name="node41.head-end.1"/>
            <p:cNvSpPr/>
            <p:nvPr/>
          </p:nvSpPr>
          <p:spPr>
            <a:xfrm>
              <a:off x="7310679" y="3657600"/>
              <a:ext cx="42621" cy="78017"/>
            </a:xfrm>
            <a:custGeom>
              <a:avLst/>
              <a:gdLst/>
              <a:ahLst/>
              <a:cxnLst/>
              <a:rect l="l" t="t" r="r" b="b"/>
              <a:pathLst>
                <a:path w="42621" h="78017">
                  <a:moveTo>
                    <a:pt x="42621" y="0"/>
                  </a:moveTo>
                  <a:lnTo>
                    <a:pt x="0" y="78017"/>
                  </a:lnTo>
                </a:path>
              </a:pathLst>
            </a:custGeom>
            <a:ln w="12700">
              <a:solidFill>
                <a:srgbClr val="070154"/>
              </a:solidFill>
              <a:prstDash val="solid"/>
            </a:ln>
          </p:spPr>
        </p:sp>
        <p:sp>
          <p:nvSpPr>
            <p:cNvPr id="103" name="node41.label-patch"/>
            <p:cNvSpPr/>
            <p:nvPr/>
          </p:nvSpPr>
          <p:spPr>
            <a:xfrm>
              <a:off x="4806535" y="3771900"/>
              <a:ext cx="978731" cy="228600"/>
            </a:xfrm>
            <a:prstGeom prst="rect">
              <a:avLst/>
            </a:prstGeom>
            <a:solidFill>
              <a:srgbClr val="FFFFFF"/>
            </a:solidFill>
            <a:ln>
              <a:noFill/>
            </a:ln>
          </p:spPr>
        </p:sp>
        <p:sp>
          <p:nvSpPr>
            <p:cNvPr id="104" name="node41.label"/>
            <p:cNvSpPr/>
            <p:nvPr/>
          </p:nvSpPr>
          <p:spPr>
            <a:xfrm>
              <a:off x="4844635" y="3810000"/>
              <a:ext cx="902531"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Medium"/>
                  <a:ea typeface="IBM Plex Mono Medium"/>
                  <a:cs typeface="IBM Plex Mono Medium"/>
                </a:rPr>
                <a:t>REPLICATION</a:t>
              </a:r>
              <a:endParaRPr lang="en-US" sz="900" spc="54" kern="0" b="0" i="0" dirty="0">
                <a:solidFill>
                  <a:srgbClr val="50658E"/>
                </a:solidFill>
                <a:latin typeface="IBM Plex Mono Medium"/>
                <a:ea typeface="IBM Plex Mono Medium"/>
                <a:cs typeface="IBM Plex Mono Medium"/>
              </a:endParaRPr>
            </a:p>
          </p:txBody>
        </p:sp>
      </p:grpSp>
      <p:grpSp>
        <p:nvGrpSpPr>
          <p:cNvPr id="167" name="node42"/>
          <p:cNvGrpSpPr/>
          <p:nvPr/>
        </p:nvGrpSpPr>
        <p:grpSpPr>
          <a:xfrm>
            <a:off x="6438900" y="4114800"/>
            <a:ext cx="4800600" cy="228600"/>
            <a:chOff x="6438900" y="4114800"/>
            <a:chExt cx="4800600" cy="228600"/>
          </a:xfrm>
        </p:grpSpPr>
        <p:sp>
          <p:nvSpPr>
            <p:cNvPr id="105" name="node42.label"/>
            <p:cNvSpPr/>
            <p:nvPr/>
          </p:nvSpPr>
          <p:spPr>
            <a:xfrm>
              <a:off x="6438900" y="4114800"/>
              <a:ext cx="701489"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WAVE PLAN</a:t>
              </a:r>
              <a:endParaRPr lang="en-US" sz="900" spc="54" kern="0" b="0" i="0" dirty="0">
                <a:solidFill>
                  <a:srgbClr val="50658E"/>
                </a:solidFill>
                <a:latin typeface="IBM Plex Mono Medium"/>
                <a:ea typeface="IBM Plex Mono Medium"/>
                <a:cs typeface="IBM Plex Mono Medium"/>
              </a:endParaRPr>
            </a:p>
          </p:txBody>
        </p:sp>
        <p:sp>
          <p:nvSpPr>
            <p:cNvPr id="106" name="node42.rule"/>
            <p:cNvSpPr/>
            <p:nvPr/>
          </p:nvSpPr>
          <p:spPr>
            <a:xfrm>
              <a:off x="7267389" y="4224338"/>
              <a:ext cx="3972111" cy="9525"/>
            </a:xfrm>
            <a:prstGeom prst="rect">
              <a:avLst/>
            </a:prstGeom>
            <a:solidFill>
              <a:srgbClr val="CED7E6"/>
            </a:solidFill>
            <a:ln>
              <a:noFill/>
            </a:ln>
          </p:spPr>
        </p:sp>
      </p:grpSp>
      <p:grpSp>
        <p:nvGrpSpPr>
          <p:cNvPr id="168" name="node43"/>
          <p:cNvGrpSpPr/>
          <p:nvPr/>
        </p:nvGrpSpPr>
        <p:grpSpPr>
          <a:xfrm>
            <a:off x="6438900" y="4457700"/>
            <a:ext cx="4800600" cy="762000"/>
            <a:chOff x="6438900" y="4457700"/>
            <a:chExt cx="4800600" cy="762000"/>
          </a:xfrm>
        </p:grpSpPr>
        <p:sp>
          <p:nvSpPr>
            <p:cNvPr id="107" name="node43.source-001.bullet"/>
            <p:cNvSpPr/>
            <p:nvPr/>
          </p:nvSpPr>
          <p:spPr>
            <a:xfrm>
              <a:off x="6438900" y="4546600"/>
              <a:ext cx="38100" cy="38100"/>
            </a:xfrm>
            <a:prstGeom prst="rect">
              <a:avLst/>
            </a:prstGeom>
            <a:solidFill>
              <a:srgbClr val="070154"/>
            </a:solidFill>
            <a:ln>
              <a:noFill/>
            </a:ln>
          </p:spPr>
        </p:sp>
        <p:sp>
          <p:nvSpPr>
            <p:cNvPr id="108" name="node43.source-001.text"/>
            <p:cNvSpPr/>
            <p:nvPr/>
          </p:nvSpPr>
          <p:spPr>
            <a:xfrm>
              <a:off x="6591300" y="4457700"/>
              <a:ext cx="4648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 xml:space="preserve">W1</a:t>
              </a:r>
              <a:r>
                <a:rPr lang="en-US" sz="1200" spc="0" kern="0" b="0" i="0" dirty="0">
                  <a:solidFill>
                    <a:srgbClr val="50658E"/>
                  </a:solidFill>
                  <a:latin typeface="IBM Plex Sans"/>
                  <a:ea typeface="IBM Plex Sans"/>
                  <a:cs typeface="IBM Plex Sans"/>
                </a:rPr>
                <a:t xml:space="preserve"> Replicate site databases to the cloud</a:t>
              </a:r>
              <a:endParaRPr lang="en-US" sz="1200" spc="0" kern="0" b="0" i="0" dirty="0">
                <a:solidFill>
                  <a:srgbClr val="070154"/>
                </a:solidFill>
                <a:latin typeface="IBM Plex Sans"/>
                <a:ea typeface="IBM Plex Sans"/>
                <a:cs typeface="IBM Plex Sans"/>
              </a:endParaRPr>
            </a:p>
          </p:txBody>
        </p:sp>
        <p:sp>
          <p:nvSpPr>
            <p:cNvPr id="109" name="node43.source-002.bullet"/>
            <p:cNvSpPr/>
            <p:nvPr/>
          </p:nvSpPr>
          <p:spPr>
            <a:xfrm>
              <a:off x="6438900" y="4813300"/>
              <a:ext cx="38100" cy="38100"/>
            </a:xfrm>
            <a:prstGeom prst="rect">
              <a:avLst/>
            </a:prstGeom>
            <a:solidFill>
              <a:srgbClr val="070154"/>
            </a:solidFill>
            <a:ln>
              <a:noFill/>
            </a:ln>
          </p:spPr>
        </p:sp>
        <p:sp>
          <p:nvSpPr>
            <p:cNvPr id="110" name="node43.source-002.text"/>
            <p:cNvSpPr/>
            <p:nvPr/>
          </p:nvSpPr>
          <p:spPr>
            <a:xfrm>
              <a:off x="6591300" y="4724400"/>
              <a:ext cx="4648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 xml:space="preserve">W2</a:t>
              </a:r>
              <a:r>
                <a:rPr lang="en-US" sz="1200" spc="0" kern="0" b="0" i="0" dirty="0">
                  <a:solidFill>
                    <a:srgbClr val="50658E"/>
                  </a:solidFill>
                  <a:latin typeface="IBM Plex Sans"/>
                  <a:ea typeface="IBM Plex Sans"/>
                  <a:cs typeface="IBM Plex Sans"/>
                </a:rPr>
                <a:t xml:space="preserve"> Route calls through the central API</a:t>
              </a:r>
              <a:endParaRPr lang="en-US" sz="1200" spc="0" kern="0" b="0" i="0" dirty="0">
                <a:solidFill>
                  <a:srgbClr val="070154"/>
                </a:solidFill>
                <a:latin typeface="IBM Plex Sans"/>
                <a:ea typeface="IBM Plex Sans"/>
                <a:cs typeface="IBM Plex Sans"/>
              </a:endParaRPr>
            </a:p>
          </p:txBody>
        </p:sp>
        <p:sp>
          <p:nvSpPr>
            <p:cNvPr id="111" name="node43.source-003.bullet"/>
            <p:cNvSpPr/>
            <p:nvPr/>
          </p:nvSpPr>
          <p:spPr>
            <a:xfrm>
              <a:off x="6438900" y="5080000"/>
              <a:ext cx="38100" cy="38100"/>
            </a:xfrm>
            <a:prstGeom prst="rect">
              <a:avLst/>
            </a:prstGeom>
            <a:solidFill>
              <a:srgbClr val="070154"/>
            </a:solidFill>
            <a:ln>
              <a:noFill/>
            </a:ln>
          </p:spPr>
        </p:sp>
        <p:sp>
          <p:nvSpPr>
            <p:cNvPr id="112" name="node43.source-003.text"/>
            <p:cNvSpPr/>
            <p:nvPr/>
          </p:nvSpPr>
          <p:spPr>
            <a:xfrm>
              <a:off x="6591300" y="4991100"/>
              <a:ext cx="4648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 xml:space="preserve">W3</a:t>
              </a:r>
              <a:r>
                <a:rPr lang="en-US" sz="1200" spc="0" kern="0" b="0" i="0" dirty="0">
                  <a:solidFill>
                    <a:srgbClr val="50658E"/>
                  </a:solidFill>
                  <a:latin typeface="IBM Plex Sans"/>
                  <a:ea typeface="IBM Plex Sans"/>
                  <a:cs typeface="IBM Plex Sans"/>
                </a:rPr>
                <a:t xml:space="preserve"> Repoint site UIs and retire site DBs</a:t>
              </a:r>
              <a:endParaRPr lang="en-US" sz="1200" spc="0" kern="0" b="0" i="0" dirty="0">
                <a:solidFill>
                  <a:srgbClr val="070154"/>
                </a:solidFill>
                <a:latin typeface="IBM Plex Sans"/>
                <a:ea typeface="IBM Plex Sans"/>
                <a:cs typeface="IBM Plex Sans"/>
              </a:endParaRPr>
            </a:p>
          </p:txBody>
        </p:sp>
      </p:grpSp>
      <p:grpSp>
        <p:nvGrpSpPr>
          <p:cNvPr id="169" name="node44"/>
          <p:cNvGrpSpPr/>
          <p:nvPr/>
        </p:nvGrpSpPr>
        <p:grpSpPr>
          <a:xfrm>
            <a:off x="723900" y="5486400"/>
            <a:ext cx="457200" cy="228600"/>
            <a:chOff x="723900" y="5486400"/>
            <a:chExt cx="457200" cy="228600"/>
          </a:xfrm>
        </p:grpSpPr>
        <p:sp>
          <p:nvSpPr>
            <p:cNvPr id="113" name="node44.surface"/>
            <p:cNvSpPr/>
            <p:nvPr/>
          </p:nvSpPr>
          <p:spPr>
            <a:xfrm>
              <a:off x="730250" y="5492750"/>
              <a:ext cx="444500" cy="215900"/>
            </a:xfrm>
            <a:prstGeom prst="rect">
              <a:avLst/>
            </a:prstGeom>
            <a:solidFill>
              <a:srgbClr val="FFFFFF"/>
            </a:solidFill>
            <a:ln w="12700">
              <a:solidFill>
                <a:srgbClr val="CED7E6"/>
              </a:solidFill>
              <a:prstDash val="solid"/>
            </a:ln>
          </p:spPr>
        </p:sp>
      </p:grpSp>
      <p:grpSp>
        <p:nvGrpSpPr>
          <p:cNvPr id="170" name="node45"/>
          <p:cNvGrpSpPr/>
          <p:nvPr/>
        </p:nvGrpSpPr>
        <p:grpSpPr>
          <a:xfrm>
            <a:off x="1295400" y="5486400"/>
            <a:ext cx="1371600" cy="228600"/>
            <a:chOff x="1295400" y="5486400"/>
            <a:chExt cx="1371600" cy="228600"/>
          </a:xfrm>
        </p:grpSpPr>
        <p:sp>
          <p:nvSpPr>
            <p:cNvPr id="114" name="node45.text"/>
            <p:cNvSpPr/>
            <p:nvPr/>
          </p:nvSpPr>
          <p:spPr>
            <a:xfrm>
              <a:off x="1295400" y="5486400"/>
              <a:ext cx="1371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Legacy / on-prem</a:t>
              </a:r>
              <a:endParaRPr lang="en-US" sz="1200" spc="0" kern="0" b="0" i="0" dirty="0">
                <a:solidFill>
                  <a:srgbClr val="070154"/>
                </a:solidFill>
                <a:latin typeface="IBM Plex Sans"/>
                <a:ea typeface="IBM Plex Sans"/>
                <a:cs typeface="IBM Plex Sans"/>
              </a:endParaRPr>
            </a:p>
          </p:txBody>
        </p:sp>
      </p:grpSp>
      <p:grpSp>
        <p:nvGrpSpPr>
          <p:cNvPr id="171" name="node46"/>
          <p:cNvGrpSpPr/>
          <p:nvPr/>
        </p:nvGrpSpPr>
        <p:grpSpPr>
          <a:xfrm>
            <a:off x="2781300" y="5486400"/>
            <a:ext cx="457200" cy="228600"/>
            <a:chOff x="2781300" y="5486400"/>
            <a:chExt cx="457200" cy="228600"/>
          </a:xfrm>
        </p:grpSpPr>
        <p:sp>
          <p:nvSpPr>
            <p:cNvPr id="115" name="node46.surface"/>
            <p:cNvSpPr/>
            <p:nvPr/>
          </p:nvSpPr>
          <p:spPr>
            <a:xfrm>
              <a:off x="2787650" y="5492750"/>
              <a:ext cx="444500" cy="215900"/>
            </a:xfrm>
            <a:prstGeom prst="rect">
              <a:avLst/>
            </a:prstGeom>
            <a:solidFill>
              <a:srgbClr val="FFFFFF"/>
            </a:solidFill>
            <a:ln w="12700">
              <a:solidFill>
                <a:srgbClr val="CED7E6"/>
              </a:solidFill>
              <a:prstDash val="solid"/>
            </a:ln>
          </p:spPr>
        </p:sp>
      </p:grpSp>
      <p:sp>
        <p:nvSpPr>
          <p:cNvPr id="116" name="node47"/>
          <p:cNvSpPr/>
          <p:nvPr/>
        </p:nvSpPr>
        <p:spPr>
          <a:xfrm>
            <a:off x="2781300" y="5486400"/>
            <a:ext cx="457200" cy="38100"/>
          </a:xfrm>
          <a:prstGeom prst="rect">
            <a:avLst/>
          </a:prstGeom>
          <a:solidFill>
            <a:srgbClr val="0047FF"/>
          </a:solidFill>
          <a:ln>
            <a:noFill/>
          </a:ln>
        </p:spPr>
      </p:sp>
      <p:grpSp>
        <p:nvGrpSpPr>
          <p:cNvPr id="172" name="node48"/>
          <p:cNvGrpSpPr/>
          <p:nvPr/>
        </p:nvGrpSpPr>
        <p:grpSpPr>
          <a:xfrm>
            <a:off x="3352800" y="5486400"/>
            <a:ext cx="889000" cy="228600"/>
            <a:chOff x="3352800" y="5486400"/>
            <a:chExt cx="889000" cy="228600"/>
          </a:xfrm>
        </p:grpSpPr>
        <p:sp>
          <p:nvSpPr>
            <p:cNvPr id="117" name="node48.text"/>
            <p:cNvSpPr/>
            <p:nvPr/>
          </p:nvSpPr>
          <p:spPr>
            <a:xfrm>
              <a:off x="3352800" y="5486400"/>
              <a:ext cx="889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Coexisting</a:t>
              </a:r>
              <a:endParaRPr lang="en-US" sz="1200" spc="0" kern="0" b="0" i="0" dirty="0">
                <a:solidFill>
                  <a:srgbClr val="070154"/>
                </a:solidFill>
                <a:latin typeface="IBM Plex Sans"/>
                <a:ea typeface="IBM Plex Sans"/>
                <a:cs typeface="IBM Plex Sans"/>
              </a:endParaRPr>
            </a:p>
          </p:txBody>
        </p:sp>
      </p:grpSp>
      <p:grpSp>
        <p:nvGrpSpPr>
          <p:cNvPr id="173" name="node49"/>
          <p:cNvGrpSpPr/>
          <p:nvPr/>
        </p:nvGrpSpPr>
        <p:grpSpPr>
          <a:xfrm>
            <a:off x="4381500" y="5486400"/>
            <a:ext cx="457200" cy="228600"/>
            <a:chOff x="4381500" y="5486400"/>
            <a:chExt cx="457200" cy="228600"/>
          </a:xfrm>
        </p:grpSpPr>
        <p:sp>
          <p:nvSpPr>
            <p:cNvPr id="118" name="node49.surface"/>
            <p:cNvSpPr/>
            <p:nvPr/>
          </p:nvSpPr>
          <p:spPr>
            <a:xfrm>
              <a:off x="4381500" y="5486400"/>
              <a:ext cx="457200" cy="228600"/>
            </a:xfrm>
            <a:prstGeom prst="rect">
              <a:avLst/>
            </a:prstGeom>
            <a:solidFill>
              <a:srgbClr val="070154"/>
            </a:solidFill>
            <a:ln>
              <a:noFill/>
            </a:ln>
          </p:spPr>
        </p:sp>
      </p:grpSp>
      <p:grpSp>
        <p:nvGrpSpPr>
          <p:cNvPr id="174" name="node50"/>
          <p:cNvGrpSpPr/>
          <p:nvPr/>
        </p:nvGrpSpPr>
        <p:grpSpPr>
          <a:xfrm>
            <a:off x="4953000" y="5486400"/>
            <a:ext cx="723900" cy="228600"/>
            <a:chOff x="4953000" y="5486400"/>
            <a:chExt cx="723900" cy="228600"/>
          </a:xfrm>
        </p:grpSpPr>
        <p:sp>
          <p:nvSpPr>
            <p:cNvPr id="119" name="node50.text"/>
            <p:cNvSpPr/>
            <p:nvPr/>
          </p:nvSpPr>
          <p:spPr>
            <a:xfrm>
              <a:off x="4953000" y="5486400"/>
              <a:ext cx="7239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Migrated</a:t>
              </a:r>
              <a:endParaRPr lang="en-US" sz="1200" spc="0" kern="0" b="0" i="0" dirty="0">
                <a:solidFill>
                  <a:srgbClr val="070154"/>
                </a:solidFill>
                <a:latin typeface="IBM Plex Sans"/>
                <a:ea typeface="IBM Plex Sans"/>
                <a:cs typeface="IBM Plex Sans"/>
              </a:endParaRPr>
            </a:p>
          </p:txBody>
        </p:sp>
      </p:grpSp>
      <p:grpSp>
        <p:nvGrpSpPr>
          <p:cNvPr id="175" name="node51"/>
          <p:cNvGrpSpPr/>
          <p:nvPr/>
        </p:nvGrpSpPr>
        <p:grpSpPr>
          <a:xfrm>
            <a:off x="5753100" y="5486400"/>
            <a:ext cx="457200" cy="228600"/>
            <a:chOff x="5753100" y="5486400"/>
            <a:chExt cx="457200" cy="228600"/>
          </a:xfrm>
        </p:grpSpPr>
        <p:sp>
          <p:nvSpPr>
            <p:cNvPr id="120" name="node51.surface"/>
            <p:cNvSpPr/>
            <p:nvPr/>
          </p:nvSpPr>
          <p:spPr>
            <a:xfrm>
              <a:off x="5753100" y="5486400"/>
              <a:ext cx="457200" cy="228600"/>
            </a:xfrm>
            <a:prstGeom prst="rect">
              <a:avLst/>
            </a:prstGeom>
            <a:solidFill>
              <a:srgbClr val="FFFFFF"/>
            </a:solidFill>
            <a:ln w="12700">
              <a:solidFill>
                <a:srgbClr val="50658E"/>
              </a:solidFill>
              <a:prstDash val="dash"/>
            </a:ln>
          </p:spPr>
        </p:sp>
      </p:grpSp>
      <p:grpSp>
        <p:nvGrpSpPr>
          <p:cNvPr id="176" name="node52"/>
          <p:cNvGrpSpPr/>
          <p:nvPr/>
        </p:nvGrpSpPr>
        <p:grpSpPr>
          <a:xfrm>
            <a:off x="6324600" y="5486400"/>
            <a:ext cx="1447800" cy="228600"/>
            <a:chOff x="6324600" y="5486400"/>
            <a:chExt cx="1447800" cy="228600"/>
          </a:xfrm>
        </p:grpSpPr>
        <p:sp>
          <p:nvSpPr>
            <p:cNvPr id="121" name="node52.text"/>
            <p:cNvSpPr/>
            <p:nvPr/>
          </p:nvSpPr>
          <p:spPr>
            <a:xfrm>
              <a:off x="6324600" y="5486400"/>
              <a:ext cx="1447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Retired / planned</a:t>
              </a:r>
              <a:endParaRPr lang="en-US" sz="1200" spc="0" kern="0" b="0" i="0" dirty="0">
                <a:solidFill>
                  <a:srgbClr val="070154"/>
                </a:solidFill>
                <a:latin typeface="IBM Plex Sans"/>
                <a:ea typeface="IBM Plex Sans"/>
                <a:cs typeface="IBM Plex Sans"/>
              </a:endParaRPr>
            </a:p>
          </p:txBody>
        </p:sp>
      </p:grpSp>
      <p:grpSp>
        <p:nvGrpSpPr>
          <p:cNvPr id="177" name="node53"/>
          <p:cNvGrpSpPr/>
          <p:nvPr/>
        </p:nvGrpSpPr>
        <p:grpSpPr>
          <a:xfrm>
            <a:off x="7810500" y="5486400"/>
            <a:ext cx="457200" cy="228600"/>
            <a:chOff x="7810500" y="5486400"/>
            <a:chExt cx="457200" cy="228600"/>
          </a:xfrm>
        </p:grpSpPr>
        <p:sp>
          <p:nvSpPr>
            <p:cNvPr id="122" name="node53.surface"/>
            <p:cNvSpPr/>
            <p:nvPr/>
          </p:nvSpPr>
          <p:spPr>
            <a:xfrm>
              <a:off x="7810500" y="5486400"/>
              <a:ext cx="457200" cy="228600"/>
            </a:xfrm>
            <a:prstGeom prst="rect">
              <a:avLst/>
            </a:prstGeom>
            <a:solidFill>
              <a:srgbClr val="CED7E6"/>
            </a:solidFill>
            <a:ln>
              <a:noFill/>
            </a:ln>
          </p:spPr>
        </p:sp>
        <p:sp>
          <p:nvSpPr>
            <p:cNvPr id="123" name="node53.text"/>
            <p:cNvSpPr/>
            <p:nvPr/>
          </p:nvSpPr>
          <p:spPr>
            <a:xfrm>
              <a:off x="7886700" y="5486400"/>
              <a:ext cx="304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W1</a:t>
              </a:r>
              <a:endParaRPr lang="en-US" sz="1200" spc="0" kern="0" b="0" i="0" dirty="0">
                <a:solidFill>
                  <a:srgbClr val="070154"/>
                </a:solidFill>
                <a:latin typeface="IBM Plex Sans"/>
                <a:ea typeface="IBM Plex Sans"/>
                <a:cs typeface="IBM Plex Sans"/>
              </a:endParaRPr>
            </a:p>
          </p:txBody>
        </p:sp>
      </p:grpSp>
      <p:grpSp>
        <p:nvGrpSpPr>
          <p:cNvPr id="178" name="node54"/>
          <p:cNvGrpSpPr/>
          <p:nvPr/>
        </p:nvGrpSpPr>
        <p:grpSpPr>
          <a:xfrm>
            <a:off x="8382000" y="5486400"/>
            <a:ext cx="393700" cy="228600"/>
            <a:chOff x="8382000" y="5486400"/>
            <a:chExt cx="393700" cy="228600"/>
          </a:xfrm>
        </p:grpSpPr>
        <p:sp>
          <p:nvSpPr>
            <p:cNvPr id="124" name="node54.text"/>
            <p:cNvSpPr/>
            <p:nvPr/>
          </p:nvSpPr>
          <p:spPr>
            <a:xfrm>
              <a:off x="8382000" y="5486400"/>
              <a:ext cx="3937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Wave</a:t>
              </a:r>
              <a:endParaRPr lang="en-US" sz="1200" spc="0" kern="0" b="0" i="0" dirty="0">
                <a:solidFill>
                  <a:srgbClr val="070154"/>
                </a:solidFill>
                <a:latin typeface="IBM Plex Sans"/>
                <a:ea typeface="IBM Plex Sans"/>
                <a:cs typeface="IBM Plex Sans"/>
              </a:endParaRPr>
            </a:p>
          </p:txBody>
        </p:sp>
      </p:grpSp>
      <p:grpSp>
        <p:nvGrpSpPr>
          <p:cNvPr id="179" name="node55"/>
          <p:cNvGrpSpPr/>
          <p:nvPr/>
        </p:nvGrpSpPr>
        <p:grpSpPr>
          <a:xfrm>
            <a:off x="8953500" y="5558079"/>
            <a:ext cx="457200" cy="85242"/>
            <a:chOff x="8953500" y="5558079"/>
            <a:chExt cx="457200" cy="85242"/>
          </a:xfrm>
        </p:grpSpPr>
        <p:sp>
          <p:nvSpPr>
            <p:cNvPr id="125" name="node55.segment-1"/>
            <p:cNvSpPr/>
            <p:nvPr/>
          </p:nvSpPr>
          <p:spPr>
            <a:xfrm>
              <a:off x="8953500" y="5600700"/>
              <a:ext cx="457200" cy="0"/>
            </a:xfrm>
            <a:custGeom>
              <a:avLst/>
              <a:gdLst/>
              <a:ahLst/>
              <a:cxnLst/>
              <a:rect l="l" t="t" r="r" b="b"/>
              <a:pathLst>
                <a:path w="457200">
                  <a:moveTo>
                    <a:pt x="0" y="0"/>
                  </a:moveTo>
                  <a:lnTo>
                    <a:pt x="457200" y="0"/>
                  </a:lnTo>
                </a:path>
              </a:pathLst>
            </a:custGeom>
            <a:ln w="12700">
              <a:solidFill>
                <a:srgbClr val="070154"/>
              </a:solidFill>
              <a:prstDash val="dash"/>
            </a:ln>
          </p:spPr>
        </p:sp>
        <p:sp>
          <p:nvSpPr>
            <p:cNvPr id="126" name="node55.head-end.0"/>
            <p:cNvSpPr/>
            <p:nvPr/>
          </p:nvSpPr>
          <p:spPr>
            <a:xfrm>
              <a:off x="9332683" y="5600700"/>
              <a:ext cx="78017" cy="42621"/>
            </a:xfrm>
            <a:custGeom>
              <a:avLst/>
              <a:gdLst/>
              <a:ahLst/>
              <a:cxnLst/>
              <a:rect l="l" t="t" r="r" b="b"/>
              <a:pathLst>
                <a:path w="78017" h="42621">
                  <a:moveTo>
                    <a:pt x="78017" y="0"/>
                  </a:moveTo>
                  <a:lnTo>
                    <a:pt x="0" y="42621"/>
                  </a:lnTo>
                </a:path>
              </a:pathLst>
            </a:custGeom>
            <a:ln w="12700">
              <a:solidFill>
                <a:srgbClr val="070154"/>
              </a:solidFill>
              <a:prstDash val="solid"/>
            </a:ln>
          </p:spPr>
        </p:sp>
        <p:sp>
          <p:nvSpPr>
            <p:cNvPr id="127" name="node55.head-end.1"/>
            <p:cNvSpPr/>
            <p:nvPr/>
          </p:nvSpPr>
          <p:spPr>
            <a:xfrm>
              <a:off x="9332683" y="5558079"/>
              <a:ext cx="78017" cy="42621"/>
            </a:xfrm>
            <a:custGeom>
              <a:avLst/>
              <a:gdLst/>
              <a:ahLst/>
              <a:cxnLst/>
              <a:rect l="l" t="t" r="r" b="b"/>
              <a:pathLst>
                <a:path w="78017" h="42621">
                  <a:moveTo>
                    <a:pt x="78017" y="42621"/>
                  </a:moveTo>
                  <a:lnTo>
                    <a:pt x="0" y="0"/>
                  </a:lnTo>
                </a:path>
              </a:pathLst>
            </a:custGeom>
            <a:ln w="12700">
              <a:solidFill>
                <a:srgbClr val="070154"/>
              </a:solidFill>
              <a:prstDash val="solid"/>
            </a:ln>
          </p:spPr>
        </p:sp>
      </p:grpSp>
      <p:grpSp>
        <p:nvGrpSpPr>
          <p:cNvPr id="180" name="node56"/>
          <p:cNvGrpSpPr/>
          <p:nvPr/>
        </p:nvGrpSpPr>
        <p:grpSpPr>
          <a:xfrm>
            <a:off x="9525000" y="5486400"/>
            <a:ext cx="1206500" cy="228600"/>
            <a:chOff x="9525000" y="5486400"/>
            <a:chExt cx="1206500" cy="228600"/>
          </a:xfrm>
        </p:grpSpPr>
        <p:sp>
          <p:nvSpPr>
            <p:cNvPr id="128" name="node56.text"/>
            <p:cNvSpPr/>
            <p:nvPr/>
          </p:nvSpPr>
          <p:spPr>
            <a:xfrm>
              <a:off x="9525000" y="5486400"/>
              <a:ext cx="12065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Sync / routing</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ource-072">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CAPABILITY GAPS</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One row carries the largest gap to target</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Northfield Health System assessment, Sep 2026.</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13</a:t>
            </a:fld>
            <a:endParaRPr lang="en-US" sz="700" spc="0" kern="0" b="0" i="0" dirty="0">
              <a:solidFill>
                <a:srgbClr val="070154"/>
              </a:solidFill>
              <a:latin typeface="IBM Plex Mono SemiBold"/>
              <a:ea typeface="IBM Plex Mono SemiBold"/>
              <a:cs typeface="IBM Plex Mono SemiBold"/>
            </a:endParaRPr>
          </a:p>
        </p:txBody>
      </p:sp>
      <p:grpSp>
        <p:nvGrpSpPr>
          <p:cNvPr id="84" name="node01"/>
          <p:cNvGrpSpPr/>
          <p:nvPr/>
        </p:nvGrpSpPr>
        <p:grpSpPr>
          <a:xfrm>
            <a:off x="723900" y="1600200"/>
            <a:ext cx="5715000" cy="3657600"/>
            <a:chOff x="723900" y="1600200"/>
            <a:chExt cx="5715000" cy="3657600"/>
          </a:xfrm>
        </p:grpSpPr>
        <p:sp>
          <p:nvSpPr>
            <p:cNvPr id="7" name="node01.row.item-001.c1.heat-gap"/>
            <p:cNvSpPr/>
            <p:nvPr/>
          </p:nvSpPr>
          <p:spPr>
            <a:xfrm>
              <a:off x="2781300" y="2057400"/>
              <a:ext cx="914400" cy="457200"/>
            </a:xfrm>
            <a:prstGeom prst="rect">
              <a:avLst/>
            </a:prstGeom>
            <a:solidFill>
              <a:srgbClr val="FFFFFF"/>
            </a:solidFill>
            <a:ln>
              <a:noFill/>
            </a:ln>
          </p:spPr>
        </p:sp>
        <p:sp>
          <p:nvSpPr>
            <p:cNvPr id="8" name="node01.row.item-001.c1.heat"/>
            <p:cNvSpPr/>
            <p:nvPr/>
          </p:nvSpPr>
          <p:spPr>
            <a:xfrm>
              <a:off x="2800350" y="2076450"/>
              <a:ext cx="876300" cy="419100"/>
            </a:xfrm>
            <a:prstGeom prst="rect">
              <a:avLst/>
            </a:prstGeom>
            <a:solidFill>
              <a:srgbClr val="CED7E6"/>
            </a:solidFill>
            <a:ln>
              <a:noFill/>
            </a:ln>
          </p:spPr>
        </p:sp>
        <p:sp>
          <p:nvSpPr>
            <p:cNvPr id="9" name="node01.row.item-001.c2.heat-gap"/>
            <p:cNvSpPr/>
            <p:nvPr/>
          </p:nvSpPr>
          <p:spPr>
            <a:xfrm>
              <a:off x="3695700" y="2057400"/>
              <a:ext cx="914400" cy="457200"/>
            </a:xfrm>
            <a:prstGeom prst="rect">
              <a:avLst/>
            </a:prstGeom>
            <a:solidFill>
              <a:srgbClr val="FFFFFF"/>
            </a:solidFill>
            <a:ln>
              <a:noFill/>
            </a:ln>
          </p:spPr>
        </p:sp>
        <p:sp>
          <p:nvSpPr>
            <p:cNvPr id="10" name="node01.row.item-001.c2.heat"/>
            <p:cNvSpPr/>
            <p:nvPr/>
          </p:nvSpPr>
          <p:spPr>
            <a:xfrm>
              <a:off x="3714750" y="2076450"/>
              <a:ext cx="876300" cy="419100"/>
            </a:xfrm>
            <a:prstGeom prst="rect">
              <a:avLst/>
            </a:prstGeom>
            <a:solidFill>
              <a:srgbClr val="F3D6EE"/>
            </a:solidFill>
            <a:ln>
              <a:noFill/>
            </a:ln>
          </p:spPr>
        </p:sp>
        <p:sp>
          <p:nvSpPr>
            <p:cNvPr id="11" name="node01.row.item-001.c3.heat-gap"/>
            <p:cNvSpPr/>
            <p:nvPr/>
          </p:nvSpPr>
          <p:spPr>
            <a:xfrm>
              <a:off x="4610100" y="2057400"/>
              <a:ext cx="914400" cy="457200"/>
            </a:xfrm>
            <a:prstGeom prst="rect">
              <a:avLst/>
            </a:prstGeom>
            <a:solidFill>
              <a:srgbClr val="FFFFFF"/>
            </a:solidFill>
            <a:ln>
              <a:noFill/>
            </a:ln>
          </p:spPr>
        </p:sp>
        <p:sp>
          <p:nvSpPr>
            <p:cNvPr id="12" name="node01.row.item-001.c3.heat"/>
            <p:cNvSpPr/>
            <p:nvPr/>
          </p:nvSpPr>
          <p:spPr>
            <a:xfrm>
              <a:off x="4629150" y="2076450"/>
              <a:ext cx="876300" cy="419100"/>
            </a:xfrm>
            <a:prstGeom prst="rect">
              <a:avLst/>
            </a:prstGeom>
            <a:solidFill>
              <a:srgbClr val="F3D6EE"/>
            </a:solidFill>
            <a:ln>
              <a:noFill/>
            </a:ln>
          </p:spPr>
        </p:sp>
        <p:sp>
          <p:nvSpPr>
            <p:cNvPr id="13" name="node01.row.item-001.c4.heat-gap"/>
            <p:cNvSpPr/>
            <p:nvPr/>
          </p:nvSpPr>
          <p:spPr>
            <a:xfrm>
              <a:off x="5524500" y="2057400"/>
              <a:ext cx="914400" cy="457200"/>
            </a:xfrm>
            <a:prstGeom prst="rect">
              <a:avLst/>
            </a:prstGeom>
            <a:solidFill>
              <a:srgbClr val="FFFFFF"/>
            </a:solidFill>
            <a:ln>
              <a:noFill/>
            </a:ln>
          </p:spPr>
        </p:sp>
        <p:sp>
          <p:nvSpPr>
            <p:cNvPr id="14" name="node01.row.item-001.c4.heat"/>
            <p:cNvSpPr/>
            <p:nvPr/>
          </p:nvSpPr>
          <p:spPr>
            <a:xfrm>
              <a:off x="5543550" y="2076450"/>
              <a:ext cx="876300" cy="419100"/>
            </a:xfrm>
            <a:prstGeom prst="rect">
              <a:avLst/>
            </a:prstGeom>
            <a:solidFill>
              <a:srgbClr val="FB7FE8"/>
            </a:solidFill>
            <a:ln>
              <a:noFill/>
            </a:ln>
          </p:spPr>
        </p:sp>
        <p:sp>
          <p:nvSpPr>
            <p:cNvPr id="15" name="node01.row.item-002.c1.heat-gap"/>
            <p:cNvSpPr/>
            <p:nvPr/>
          </p:nvSpPr>
          <p:spPr>
            <a:xfrm>
              <a:off x="2781300" y="2514600"/>
              <a:ext cx="914400" cy="457200"/>
            </a:xfrm>
            <a:prstGeom prst="rect">
              <a:avLst/>
            </a:prstGeom>
            <a:solidFill>
              <a:srgbClr val="FFFFFF"/>
            </a:solidFill>
            <a:ln>
              <a:noFill/>
            </a:ln>
          </p:spPr>
        </p:sp>
        <p:sp>
          <p:nvSpPr>
            <p:cNvPr id="16" name="node01.row.item-002.c1.heat"/>
            <p:cNvSpPr/>
            <p:nvPr/>
          </p:nvSpPr>
          <p:spPr>
            <a:xfrm>
              <a:off x="2800350" y="2533650"/>
              <a:ext cx="876300" cy="419100"/>
            </a:xfrm>
            <a:prstGeom prst="rect">
              <a:avLst/>
            </a:prstGeom>
            <a:solidFill>
              <a:srgbClr val="F3D6EE"/>
            </a:solidFill>
            <a:ln>
              <a:noFill/>
            </a:ln>
          </p:spPr>
        </p:sp>
        <p:sp>
          <p:nvSpPr>
            <p:cNvPr id="17" name="node01.row.item-002.c2.heat-gap"/>
            <p:cNvSpPr/>
            <p:nvPr/>
          </p:nvSpPr>
          <p:spPr>
            <a:xfrm>
              <a:off x="3695700" y="2514600"/>
              <a:ext cx="914400" cy="457200"/>
            </a:xfrm>
            <a:prstGeom prst="rect">
              <a:avLst/>
            </a:prstGeom>
            <a:solidFill>
              <a:srgbClr val="FFFFFF"/>
            </a:solidFill>
            <a:ln>
              <a:noFill/>
            </a:ln>
          </p:spPr>
        </p:sp>
        <p:sp>
          <p:nvSpPr>
            <p:cNvPr id="18" name="node01.row.item-002.c2.heat"/>
            <p:cNvSpPr/>
            <p:nvPr/>
          </p:nvSpPr>
          <p:spPr>
            <a:xfrm>
              <a:off x="3714750" y="2533650"/>
              <a:ext cx="876300" cy="419100"/>
            </a:xfrm>
            <a:prstGeom prst="rect">
              <a:avLst/>
            </a:prstGeom>
            <a:solidFill>
              <a:srgbClr val="F3D6EE"/>
            </a:solidFill>
            <a:ln>
              <a:noFill/>
            </a:ln>
          </p:spPr>
        </p:sp>
        <p:sp>
          <p:nvSpPr>
            <p:cNvPr id="19" name="node01.row.item-002.c3.heat-gap"/>
            <p:cNvSpPr/>
            <p:nvPr/>
          </p:nvSpPr>
          <p:spPr>
            <a:xfrm>
              <a:off x="4610100" y="2514600"/>
              <a:ext cx="914400" cy="457200"/>
            </a:xfrm>
            <a:prstGeom prst="rect">
              <a:avLst/>
            </a:prstGeom>
            <a:solidFill>
              <a:srgbClr val="FFFFFF"/>
            </a:solidFill>
            <a:ln>
              <a:noFill/>
            </a:ln>
          </p:spPr>
        </p:sp>
        <p:sp>
          <p:nvSpPr>
            <p:cNvPr id="20" name="node01.row.item-002.c3.heat"/>
            <p:cNvSpPr/>
            <p:nvPr/>
          </p:nvSpPr>
          <p:spPr>
            <a:xfrm>
              <a:off x="4629150" y="2533650"/>
              <a:ext cx="876300" cy="419100"/>
            </a:xfrm>
            <a:prstGeom prst="rect">
              <a:avLst/>
            </a:prstGeom>
            <a:solidFill>
              <a:srgbClr val="FB7FE8"/>
            </a:solidFill>
            <a:ln>
              <a:noFill/>
            </a:ln>
          </p:spPr>
        </p:sp>
        <p:sp>
          <p:nvSpPr>
            <p:cNvPr id="21" name="node01.row.item-002.c4.heat-gap"/>
            <p:cNvSpPr/>
            <p:nvPr/>
          </p:nvSpPr>
          <p:spPr>
            <a:xfrm>
              <a:off x="5524500" y="2514600"/>
              <a:ext cx="914400" cy="457200"/>
            </a:xfrm>
            <a:prstGeom prst="rect">
              <a:avLst/>
            </a:prstGeom>
            <a:solidFill>
              <a:srgbClr val="FFFFFF"/>
            </a:solidFill>
            <a:ln>
              <a:noFill/>
            </a:ln>
          </p:spPr>
        </p:sp>
        <p:sp>
          <p:nvSpPr>
            <p:cNvPr id="22" name="node01.row.item-002.c4.heat"/>
            <p:cNvSpPr/>
            <p:nvPr/>
          </p:nvSpPr>
          <p:spPr>
            <a:xfrm>
              <a:off x="5543550" y="2533650"/>
              <a:ext cx="876300" cy="419100"/>
            </a:xfrm>
            <a:prstGeom prst="rect">
              <a:avLst/>
            </a:prstGeom>
            <a:solidFill>
              <a:srgbClr val="FB7FE8"/>
            </a:solidFill>
            <a:ln>
              <a:noFill/>
            </a:ln>
          </p:spPr>
        </p:sp>
        <p:sp>
          <p:nvSpPr>
            <p:cNvPr id="23" name="node01.row.item-003.c1.heat-gap"/>
            <p:cNvSpPr/>
            <p:nvPr/>
          </p:nvSpPr>
          <p:spPr>
            <a:xfrm>
              <a:off x="2781300" y="2971800"/>
              <a:ext cx="914400" cy="457200"/>
            </a:xfrm>
            <a:prstGeom prst="rect">
              <a:avLst/>
            </a:prstGeom>
            <a:solidFill>
              <a:srgbClr val="FFFFFF"/>
            </a:solidFill>
            <a:ln>
              <a:noFill/>
            </a:ln>
          </p:spPr>
        </p:sp>
        <p:sp>
          <p:nvSpPr>
            <p:cNvPr id="24" name="node01.row.item-003.c1.heat"/>
            <p:cNvSpPr/>
            <p:nvPr/>
          </p:nvSpPr>
          <p:spPr>
            <a:xfrm>
              <a:off x="2800350" y="2990850"/>
              <a:ext cx="876300" cy="419100"/>
            </a:xfrm>
            <a:prstGeom prst="rect">
              <a:avLst/>
            </a:prstGeom>
            <a:solidFill>
              <a:srgbClr val="CED7E6"/>
            </a:solidFill>
            <a:ln>
              <a:noFill/>
            </a:ln>
          </p:spPr>
        </p:sp>
        <p:sp>
          <p:nvSpPr>
            <p:cNvPr id="25" name="node01.row.item-003.c2.heat-gap"/>
            <p:cNvSpPr/>
            <p:nvPr/>
          </p:nvSpPr>
          <p:spPr>
            <a:xfrm>
              <a:off x="3695700" y="2971800"/>
              <a:ext cx="914400" cy="457200"/>
            </a:xfrm>
            <a:prstGeom prst="rect">
              <a:avLst/>
            </a:prstGeom>
            <a:solidFill>
              <a:srgbClr val="FFFFFF"/>
            </a:solidFill>
            <a:ln>
              <a:noFill/>
            </a:ln>
          </p:spPr>
        </p:sp>
        <p:sp>
          <p:nvSpPr>
            <p:cNvPr id="26" name="node01.row.item-003.c2.heat"/>
            <p:cNvSpPr/>
            <p:nvPr/>
          </p:nvSpPr>
          <p:spPr>
            <a:xfrm>
              <a:off x="3714750" y="2990850"/>
              <a:ext cx="876300" cy="419100"/>
            </a:xfrm>
            <a:prstGeom prst="rect">
              <a:avLst/>
            </a:prstGeom>
            <a:solidFill>
              <a:srgbClr val="CED7E6"/>
            </a:solidFill>
            <a:ln>
              <a:noFill/>
            </a:ln>
          </p:spPr>
        </p:sp>
        <p:sp>
          <p:nvSpPr>
            <p:cNvPr id="27" name="node01.row.item-003.c3.heat-gap"/>
            <p:cNvSpPr/>
            <p:nvPr/>
          </p:nvSpPr>
          <p:spPr>
            <a:xfrm>
              <a:off x="4610100" y="2971800"/>
              <a:ext cx="914400" cy="457200"/>
            </a:xfrm>
            <a:prstGeom prst="rect">
              <a:avLst/>
            </a:prstGeom>
            <a:solidFill>
              <a:srgbClr val="FFFFFF"/>
            </a:solidFill>
            <a:ln>
              <a:noFill/>
            </a:ln>
          </p:spPr>
        </p:sp>
        <p:sp>
          <p:nvSpPr>
            <p:cNvPr id="28" name="node01.row.item-003.c3.heat"/>
            <p:cNvSpPr/>
            <p:nvPr/>
          </p:nvSpPr>
          <p:spPr>
            <a:xfrm>
              <a:off x="4629150" y="2990850"/>
              <a:ext cx="876300" cy="419100"/>
            </a:xfrm>
            <a:prstGeom prst="rect">
              <a:avLst/>
            </a:prstGeom>
            <a:solidFill>
              <a:srgbClr val="F3D6EE"/>
            </a:solidFill>
            <a:ln>
              <a:noFill/>
            </a:ln>
          </p:spPr>
        </p:sp>
        <p:sp>
          <p:nvSpPr>
            <p:cNvPr id="29" name="node01.row.item-003.c4.heat-gap"/>
            <p:cNvSpPr/>
            <p:nvPr/>
          </p:nvSpPr>
          <p:spPr>
            <a:xfrm>
              <a:off x="5524500" y="2971800"/>
              <a:ext cx="914400" cy="457200"/>
            </a:xfrm>
            <a:prstGeom prst="rect">
              <a:avLst/>
            </a:prstGeom>
            <a:solidFill>
              <a:srgbClr val="FFFFFF"/>
            </a:solidFill>
            <a:ln>
              <a:noFill/>
            </a:ln>
          </p:spPr>
        </p:sp>
        <p:sp>
          <p:nvSpPr>
            <p:cNvPr id="30" name="node01.row.item-003.c4.heat"/>
            <p:cNvSpPr/>
            <p:nvPr/>
          </p:nvSpPr>
          <p:spPr>
            <a:xfrm>
              <a:off x="5543550" y="2990850"/>
              <a:ext cx="876300" cy="419100"/>
            </a:xfrm>
            <a:prstGeom prst="rect">
              <a:avLst/>
            </a:prstGeom>
            <a:solidFill>
              <a:srgbClr val="FB7FE8"/>
            </a:solidFill>
            <a:ln>
              <a:noFill/>
            </a:ln>
          </p:spPr>
        </p:sp>
        <p:sp>
          <p:nvSpPr>
            <p:cNvPr id="31" name="node01.row.item-004.c1.heat-gap"/>
            <p:cNvSpPr/>
            <p:nvPr/>
          </p:nvSpPr>
          <p:spPr>
            <a:xfrm>
              <a:off x="2781300" y="3429000"/>
              <a:ext cx="914400" cy="457200"/>
            </a:xfrm>
            <a:prstGeom prst="rect">
              <a:avLst/>
            </a:prstGeom>
            <a:solidFill>
              <a:srgbClr val="FFFFFF"/>
            </a:solidFill>
            <a:ln>
              <a:noFill/>
            </a:ln>
          </p:spPr>
        </p:sp>
        <p:sp>
          <p:nvSpPr>
            <p:cNvPr id="32" name="node01.row.item-004.c1.heat"/>
            <p:cNvSpPr/>
            <p:nvPr/>
          </p:nvSpPr>
          <p:spPr>
            <a:xfrm>
              <a:off x="2800350" y="3448050"/>
              <a:ext cx="876300" cy="419100"/>
            </a:xfrm>
            <a:prstGeom prst="rect">
              <a:avLst/>
            </a:prstGeom>
            <a:solidFill>
              <a:srgbClr val="CED7E6"/>
            </a:solidFill>
            <a:ln>
              <a:noFill/>
            </a:ln>
          </p:spPr>
        </p:sp>
        <p:sp>
          <p:nvSpPr>
            <p:cNvPr id="33" name="node01.row.item-004.c2.heat-gap"/>
            <p:cNvSpPr/>
            <p:nvPr/>
          </p:nvSpPr>
          <p:spPr>
            <a:xfrm>
              <a:off x="3695700" y="3429000"/>
              <a:ext cx="914400" cy="457200"/>
            </a:xfrm>
            <a:prstGeom prst="rect">
              <a:avLst/>
            </a:prstGeom>
            <a:solidFill>
              <a:srgbClr val="FFFFFF"/>
            </a:solidFill>
            <a:ln>
              <a:noFill/>
            </a:ln>
          </p:spPr>
        </p:sp>
        <p:sp>
          <p:nvSpPr>
            <p:cNvPr id="34" name="node01.row.item-004.c2.heat"/>
            <p:cNvSpPr/>
            <p:nvPr/>
          </p:nvSpPr>
          <p:spPr>
            <a:xfrm>
              <a:off x="3714750" y="3448050"/>
              <a:ext cx="876300" cy="419100"/>
            </a:xfrm>
            <a:prstGeom prst="rect">
              <a:avLst/>
            </a:prstGeom>
            <a:solidFill>
              <a:srgbClr val="F3D6EE"/>
            </a:solidFill>
            <a:ln>
              <a:noFill/>
            </a:ln>
          </p:spPr>
        </p:sp>
        <p:sp>
          <p:nvSpPr>
            <p:cNvPr id="35" name="node01.row.item-004.c3.heat-gap"/>
            <p:cNvSpPr/>
            <p:nvPr/>
          </p:nvSpPr>
          <p:spPr>
            <a:xfrm>
              <a:off x="4610100" y="3429000"/>
              <a:ext cx="914400" cy="457200"/>
            </a:xfrm>
            <a:prstGeom prst="rect">
              <a:avLst/>
            </a:prstGeom>
            <a:solidFill>
              <a:srgbClr val="FFFFFF"/>
            </a:solidFill>
            <a:ln>
              <a:noFill/>
            </a:ln>
          </p:spPr>
        </p:sp>
        <p:sp>
          <p:nvSpPr>
            <p:cNvPr id="36" name="node01.row.item-004.c3.heat"/>
            <p:cNvSpPr/>
            <p:nvPr/>
          </p:nvSpPr>
          <p:spPr>
            <a:xfrm>
              <a:off x="4629150" y="3448050"/>
              <a:ext cx="876300" cy="419100"/>
            </a:xfrm>
            <a:prstGeom prst="rect">
              <a:avLst/>
            </a:prstGeom>
            <a:solidFill>
              <a:srgbClr val="F3D6EE"/>
            </a:solidFill>
            <a:ln>
              <a:noFill/>
            </a:ln>
          </p:spPr>
        </p:sp>
        <p:sp>
          <p:nvSpPr>
            <p:cNvPr id="37" name="node01.row.item-004.c4.heat-gap"/>
            <p:cNvSpPr/>
            <p:nvPr/>
          </p:nvSpPr>
          <p:spPr>
            <a:xfrm>
              <a:off x="5524500" y="3429000"/>
              <a:ext cx="914400" cy="457200"/>
            </a:xfrm>
            <a:prstGeom prst="rect">
              <a:avLst/>
            </a:prstGeom>
            <a:solidFill>
              <a:srgbClr val="FFFFFF"/>
            </a:solidFill>
            <a:ln>
              <a:noFill/>
            </a:ln>
          </p:spPr>
        </p:sp>
        <p:sp>
          <p:nvSpPr>
            <p:cNvPr id="38" name="node01.row.item-004.c4.heat"/>
            <p:cNvSpPr/>
            <p:nvPr/>
          </p:nvSpPr>
          <p:spPr>
            <a:xfrm>
              <a:off x="5543550" y="3448050"/>
              <a:ext cx="876300" cy="419100"/>
            </a:xfrm>
            <a:prstGeom prst="rect">
              <a:avLst/>
            </a:prstGeom>
            <a:solidFill>
              <a:srgbClr val="F3D6EE"/>
            </a:solidFill>
            <a:ln>
              <a:noFill/>
            </a:ln>
          </p:spPr>
        </p:sp>
        <p:sp>
          <p:nvSpPr>
            <p:cNvPr id="39" name="node01.row.item-005.c1.heat-gap"/>
            <p:cNvSpPr/>
            <p:nvPr/>
          </p:nvSpPr>
          <p:spPr>
            <a:xfrm>
              <a:off x="2781300" y="3886200"/>
              <a:ext cx="914400" cy="457200"/>
            </a:xfrm>
            <a:prstGeom prst="rect">
              <a:avLst/>
            </a:prstGeom>
            <a:solidFill>
              <a:srgbClr val="FFFFFF"/>
            </a:solidFill>
            <a:ln>
              <a:noFill/>
            </a:ln>
          </p:spPr>
        </p:sp>
        <p:sp>
          <p:nvSpPr>
            <p:cNvPr id="40" name="node01.row.item-005.c1.heat"/>
            <p:cNvSpPr/>
            <p:nvPr/>
          </p:nvSpPr>
          <p:spPr>
            <a:xfrm>
              <a:off x="2800350" y="3905250"/>
              <a:ext cx="876300" cy="419100"/>
            </a:xfrm>
            <a:prstGeom prst="rect">
              <a:avLst/>
            </a:prstGeom>
            <a:solidFill>
              <a:srgbClr val="F3D6EE"/>
            </a:solidFill>
            <a:ln>
              <a:noFill/>
            </a:ln>
          </p:spPr>
        </p:sp>
        <p:sp>
          <p:nvSpPr>
            <p:cNvPr id="41" name="node01.row.item-005.c2.heat-gap"/>
            <p:cNvSpPr/>
            <p:nvPr/>
          </p:nvSpPr>
          <p:spPr>
            <a:xfrm>
              <a:off x="3695700" y="3886200"/>
              <a:ext cx="914400" cy="457200"/>
            </a:xfrm>
            <a:prstGeom prst="rect">
              <a:avLst/>
            </a:prstGeom>
            <a:solidFill>
              <a:srgbClr val="FFFFFF"/>
            </a:solidFill>
            <a:ln>
              <a:noFill/>
            </a:ln>
          </p:spPr>
        </p:sp>
        <p:sp>
          <p:nvSpPr>
            <p:cNvPr id="42" name="node01.row.item-005.c2.heat"/>
            <p:cNvSpPr/>
            <p:nvPr/>
          </p:nvSpPr>
          <p:spPr>
            <a:xfrm>
              <a:off x="3714750" y="3905250"/>
              <a:ext cx="876300" cy="419100"/>
            </a:xfrm>
            <a:prstGeom prst="rect">
              <a:avLst/>
            </a:prstGeom>
            <a:solidFill>
              <a:srgbClr val="F3D6EE"/>
            </a:solidFill>
            <a:ln>
              <a:noFill/>
            </a:ln>
          </p:spPr>
        </p:sp>
        <p:sp>
          <p:nvSpPr>
            <p:cNvPr id="43" name="node01.row.item-005.c3.heat-gap"/>
            <p:cNvSpPr/>
            <p:nvPr/>
          </p:nvSpPr>
          <p:spPr>
            <a:xfrm>
              <a:off x="4610100" y="3886200"/>
              <a:ext cx="914400" cy="457200"/>
            </a:xfrm>
            <a:prstGeom prst="rect">
              <a:avLst/>
            </a:prstGeom>
            <a:solidFill>
              <a:srgbClr val="FFFFFF"/>
            </a:solidFill>
            <a:ln>
              <a:noFill/>
            </a:ln>
          </p:spPr>
        </p:sp>
        <p:sp>
          <p:nvSpPr>
            <p:cNvPr id="44" name="node01.row.item-005.c3.heat"/>
            <p:cNvSpPr/>
            <p:nvPr/>
          </p:nvSpPr>
          <p:spPr>
            <a:xfrm>
              <a:off x="4629150" y="3905250"/>
              <a:ext cx="876300" cy="419100"/>
            </a:xfrm>
            <a:prstGeom prst="rect">
              <a:avLst/>
            </a:prstGeom>
            <a:solidFill>
              <a:srgbClr val="FB7FE8"/>
            </a:solidFill>
            <a:ln>
              <a:noFill/>
            </a:ln>
          </p:spPr>
        </p:sp>
        <p:sp>
          <p:nvSpPr>
            <p:cNvPr id="45" name="node01.row.item-005.c4.heat-gap"/>
            <p:cNvSpPr/>
            <p:nvPr/>
          </p:nvSpPr>
          <p:spPr>
            <a:xfrm>
              <a:off x="5524500" y="3886200"/>
              <a:ext cx="914400" cy="457200"/>
            </a:xfrm>
            <a:prstGeom prst="rect">
              <a:avLst/>
            </a:prstGeom>
            <a:solidFill>
              <a:srgbClr val="FFFFFF"/>
            </a:solidFill>
            <a:ln>
              <a:noFill/>
            </a:ln>
          </p:spPr>
        </p:sp>
        <p:sp>
          <p:nvSpPr>
            <p:cNvPr id="46" name="node01.row.item-005.c4.heat"/>
            <p:cNvSpPr/>
            <p:nvPr/>
          </p:nvSpPr>
          <p:spPr>
            <a:xfrm>
              <a:off x="5543550" y="3905250"/>
              <a:ext cx="876300" cy="419100"/>
            </a:xfrm>
            <a:prstGeom prst="rect">
              <a:avLst/>
            </a:prstGeom>
            <a:solidFill>
              <a:srgbClr val="F900D3"/>
            </a:solidFill>
            <a:ln>
              <a:noFill/>
            </a:ln>
          </p:spPr>
        </p:sp>
        <p:sp>
          <p:nvSpPr>
            <p:cNvPr id="47" name="node01.row.item-006.c1.heat-gap"/>
            <p:cNvSpPr/>
            <p:nvPr/>
          </p:nvSpPr>
          <p:spPr>
            <a:xfrm>
              <a:off x="2781300" y="4343400"/>
              <a:ext cx="914400" cy="457200"/>
            </a:xfrm>
            <a:prstGeom prst="rect">
              <a:avLst/>
            </a:prstGeom>
            <a:solidFill>
              <a:srgbClr val="FFFFFF"/>
            </a:solidFill>
            <a:ln>
              <a:noFill/>
            </a:ln>
          </p:spPr>
        </p:sp>
        <p:sp>
          <p:nvSpPr>
            <p:cNvPr id="48" name="node01.row.item-006.c1.heat"/>
            <p:cNvSpPr/>
            <p:nvPr/>
          </p:nvSpPr>
          <p:spPr>
            <a:xfrm>
              <a:off x="2800350" y="4362450"/>
              <a:ext cx="876300" cy="419100"/>
            </a:xfrm>
            <a:prstGeom prst="rect">
              <a:avLst/>
            </a:prstGeom>
            <a:solidFill>
              <a:srgbClr val="CED7E6"/>
            </a:solidFill>
            <a:ln>
              <a:noFill/>
            </a:ln>
          </p:spPr>
        </p:sp>
        <p:sp>
          <p:nvSpPr>
            <p:cNvPr id="49" name="node01.row.item-006.c2.heat-gap"/>
            <p:cNvSpPr/>
            <p:nvPr/>
          </p:nvSpPr>
          <p:spPr>
            <a:xfrm>
              <a:off x="3695700" y="4343400"/>
              <a:ext cx="914400" cy="457200"/>
            </a:xfrm>
            <a:prstGeom prst="rect">
              <a:avLst/>
            </a:prstGeom>
            <a:solidFill>
              <a:srgbClr val="FFFFFF"/>
            </a:solidFill>
            <a:ln>
              <a:noFill/>
            </a:ln>
          </p:spPr>
        </p:sp>
        <p:sp>
          <p:nvSpPr>
            <p:cNvPr id="50" name="node01.row.item-006.c2.heat"/>
            <p:cNvSpPr/>
            <p:nvPr/>
          </p:nvSpPr>
          <p:spPr>
            <a:xfrm>
              <a:off x="3714750" y="4362450"/>
              <a:ext cx="876300" cy="419100"/>
            </a:xfrm>
            <a:prstGeom prst="rect">
              <a:avLst/>
            </a:prstGeom>
            <a:solidFill>
              <a:srgbClr val="F3D6EE"/>
            </a:solidFill>
            <a:ln>
              <a:noFill/>
            </a:ln>
          </p:spPr>
        </p:sp>
        <p:sp>
          <p:nvSpPr>
            <p:cNvPr id="51" name="node01.row.item-006.c3.heat-gap"/>
            <p:cNvSpPr/>
            <p:nvPr/>
          </p:nvSpPr>
          <p:spPr>
            <a:xfrm>
              <a:off x="4610100" y="4343400"/>
              <a:ext cx="914400" cy="457200"/>
            </a:xfrm>
            <a:prstGeom prst="rect">
              <a:avLst/>
            </a:prstGeom>
            <a:solidFill>
              <a:srgbClr val="FFFFFF"/>
            </a:solidFill>
            <a:ln>
              <a:noFill/>
            </a:ln>
          </p:spPr>
        </p:sp>
        <p:sp>
          <p:nvSpPr>
            <p:cNvPr id="52" name="node01.row.item-006.c3.heat"/>
            <p:cNvSpPr/>
            <p:nvPr/>
          </p:nvSpPr>
          <p:spPr>
            <a:xfrm>
              <a:off x="4629150" y="4362450"/>
              <a:ext cx="876300" cy="419100"/>
            </a:xfrm>
            <a:prstGeom prst="rect">
              <a:avLst/>
            </a:prstGeom>
            <a:solidFill>
              <a:srgbClr val="FB7FE8"/>
            </a:solidFill>
            <a:ln>
              <a:noFill/>
            </a:ln>
          </p:spPr>
        </p:sp>
        <p:sp>
          <p:nvSpPr>
            <p:cNvPr id="53" name="node01.row.item-006.c4.heat-gap"/>
            <p:cNvSpPr/>
            <p:nvPr/>
          </p:nvSpPr>
          <p:spPr>
            <a:xfrm>
              <a:off x="5524500" y="4343400"/>
              <a:ext cx="914400" cy="457200"/>
            </a:xfrm>
            <a:prstGeom prst="rect">
              <a:avLst/>
            </a:prstGeom>
            <a:solidFill>
              <a:srgbClr val="FFFFFF"/>
            </a:solidFill>
            <a:ln>
              <a:noFill/>
            </a:ln>
          </p:spPr>
        </p:sp>
        <p:sp>
          <p:nvSpPr>
            <p:cNvPr id="54" name="node01.row.item-006.c4.heat"/>
            <p:cNvSpPr/>
            <p:nvPr/>
          </p:nvSpPr>
          <p:spPr>
            <a:xfrm>
              <a:off x="5543550" y="4362450"/>
              <a:ext cx="876300" cy="419100"/>
            </a:xfrm>
            <a:prstGeom prst="rect">
              <a:avLst/>
            </a:prstGeom>
            <a:solidFill>
              <a:srgbClr val="FB7FE8"/>
            </a:solidFill>
            <a:ln>
              <a:noFill/>
            </a:ln>
          </p:spPr>
        </p:sp>
        <p:sp>
          <p:nvSpPr>
            <p:cNvPr id="55" name="node01.row.item-007.c1.heat-gap"/>
            <p:cNvSpPr/>
            <p:nvPr/>
          </p:nvSpPr>
          <p:spPr>
            <a:xfrm>
              <a:off x="2781300" y="4800600"/>
              <a:ext cx="914400" cy="457200"/>
            </a:xfrm>
            <a:prstGeom prst="rect">
              <a:avLst/>
            </a:prstGeom>
            <a:solidFill>
              <a:srgbClr val="FFFFFF"/>
            </a:solidFill>
            <a:ln>
              <a:noFill/>
            </a:ln>
          </p:spPr>
        </p:sp>
        <p:sp>
          <p:nvSpPr>
            <p:cNvPr id="56" name="node01.row.item-007.c1.heat"/>
            <p:cNvSpPr/>
            <p:nvPr/>
          </p:nvSpPr>
          <p:spPr>
            <a:xfrm>
              <a:off x="2800350" y="4819650"/>
              <a:ext cx="876300" cy="419100"/>
            </a:xfrm>
            <a:prstGeom prst="rect">
              <a:avLst/>
            </a:prstGeom>
            <a:solidFill>
              <a:srgbClr val="F3D6EE"/>
            </a:solidFill>
            <a:ln>
              <a:noFill/>
            </a:ln>
          </p:spPr>
        </p:sp>
        <p:sp>
          <p:nvSpPr>
            <p:cNvPr id="57" name="node01.row.item-007.c2.heat-gap"/>
            <p:cNvSpPr/>
            <p:nvPr/>
          </p:nvSpPr>
          <p:spPr>
            <a:xfrm>
              <a:off x="3695700" y="4800600"/>
              <a:ext cx="914400" cy="457200"/>
            </a:xfrm>
            <a:prstGeom prst="rect">
              <a:avLst/>
            </a:prstGeom>
            <a:solidFill>
              <a:srgbClr val="FFFFFF"/>
            </a:solidFill>
            <a:ln>
              <a:noFill/>
            </a:ln>
          </p:spPr>
        </p:sp>
        <p:sp>
          <p:nvSpPr>
            <p:cNvPr id="58" name="node01.row.item-007.c2.heat"/>
            <p:cNvSpPr/>
            <p:nvPr/>
          </p:nvSpPr>
          <p:spPr>
            <a:xfrm>
              <a:off x="3714750" y="4819650"/>
              <a:ext cx="876300" cy="419100"/>
            </a:xfrm>
            <a:prstGeom prst="rect">
              <a:avLst/>
            </a:prstGeom>
            <a:solidFill>
              <a:srgbClr val="F3D6EE"/>
            </a:solidFill>
            <a:ln>
              <a:noFill/>
            </a:ln>
          </p:spPr>
        </p:sp>
        <p:sp>
          <p:nvSpPr>
            <p:cNvPr id="59" name="node01.row.item-007.c3.heat-gap"/>
            <p:cNvSpPr/>
            <p:nvPr/>
          </p:nvSpPr>
          <p:spPr>
            <a:xfrm>
              <a:off x="4610100" y="4800600"/>
              <a:ext cx="914400" cy="457200"/>
            </a:xfrm>
            <a:prstGeom prst="rect">
              <a:avLst/>
            </a:prstGeom>
            <a:solidFill>
              <a:srgbClr val="FFFFFF"/>
            </a:solidFill>
            <a:ln>
              <a:noFill/>
            </a:ln>
          </p:spPr>
        </p:sp>
        <p:sp>
          <p:nvSpPr>
            <p:cNvPr id="60" name="node01.row.item-007.c3.heat"/>
            <p:cNvSpPr/>
            <p:nvPr/>
          </p:nvSpPr>
          <p:spPr>
            <a:xfrm>
              <a:off x="4629150" y="4819650"/>
              <a:ext cx="876300" cy="419100"/>
            </a:xfrm>
            <a:prstGeom prst="rect">
              <a:avLst/>
            </a:prstGeom>
            <a:solidFill>
              <a:srgbClr val="FB7FE8"/>
            </a:solidFill>
            <a:ln>
              <a:noFill/>
            </a:ln>
          </p:spPr>
        </p:sp>
        <p:sp>
          <p:nvSpPr>
            <p:cNvPr id="61" name="node01.row.item-007.c4.heat-gap"/>
            <p:cNvSpPr/>
            <p:nvPr/>
          </p:nvSpPr>
          <p:spPr>
            <a:xfrm>
              <a:off x="5524500" y="4800600"/>
              <a:ext cx="914400" cy="457200"/>
            </a:xfrm>
            <a:prstGeom prst="rect">
              <a:avLst/>
            </a:prstGeom>
            <a:solidFill>
              <a:srgbClr val="FFFFFF"/>
            </a:solidFill>
            <a:ln>
              <a:noFill/>
            </a:ln>
          </p:spPr>
        </p:sp>
        <p:sp>
          <p:nvSpPr>
            <p:cNvPr id="62" name="node01.row.item-007.c4.heat"/>
            <p:cNvSpPr/>
            <p:nvPr/>
          </p:nvSpPr>
          <p:spPr>
            <a:xfrm>
              <a:off x="5543550" y="4819650"/>
              <a:ext cx="876300" cy="419100"/>
            </a:xfrm>
            <a:prstGeom prst="rect">
              <a:avLst/>
            </a:prstGeom>
            <a:solidFill>
              <a:srgbClr val="FB7FE8"/>
            </a:solidFill>
            <a:ln>
              <a:noFill/>
            </a:ln>
          </p:spPr>
        </p:sp>
        <p:graphicFrame>
          <p:nvGraphicFramePr>
            <p:cNvPr id="63" name="node01.native"/>
            <p:cNvGraphicFramePr>
              <a:graphicFrameLocks noGrp="1"/>
            </p:cNvGraphicFramePr>
            <p:nvPr>
              <p:extLst>
                <p:ext uri="{D42A27DB-BD31-4B8C-83A1-F6EECF244321}">
                  <p14:modId xmlns:p14="http://schemas.microsoft.com/office/powerpoint/2010/main" val="1579011935"/>
                </p:ext>
              </p:extLst>
            </p:nvPr>
          </p:nvGraphicFramePr>
          <p:xfrm>
            <a:off x="723900" y="1600200"/>
            <a:ext cx="5715000" cy="3657600"/>
          </p:xfrm>
          <a:graphic>
            <a:graphicData uri="http://schemas.openxmlformats.org/drawingml/2006/table">
              <a:tbl>
                <a:tblPr/>
                <a:tblGrid>
                  <a:gridCol w="2057400"/>
                  <a:gridCol w="914400"/>
                  <a:gridCol w="914400"/>
                  <a:gridCol w="914400"/>
                  <a:gridCol w="914400"/>
                </a:tblGrid>
                <a:tr h="457200">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CAPABILITY</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MAIN</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LAKESIDE</a:t>
                        </a:r>
                        <a:endParaRPr lang="en-US" sz="900" spc="54" kern="0" b="0" i="0" dirty="0">
                          <a:solidFill>
                            <a:srgbClr val="070154"/>
                          </a:solidFill>
                          <a:latin typeface="IBM Plex Mono SemiBold"/>
                          <a:ea typeface="IBM Plex Mono SemiBold"/>
                          <a:cs typeface="IBM Plex Mono SemiBold"/>
                        </a:endParaRPr>
                      </a:p>
                    </a:txBody>
                    <a:tcPr marL="76200" marR="762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RIDGEVIEW</a:t>
                        </a:r>
                        <a:endParaRPr lang="en-US" sz="900" spc="54" kern="0" b="0" i="0" dirty="0">
                          <a:solidFill>
                            <a:srgbClr val="070154"/>
                          </a:solidFill>
                          <a:latin typeface="IBM Plex Mono SemiBold"/>
                          <a:ea typeface="IBM Plex Mono SemiBold"/>
                          <a:cs typeface="IBM Plex Mono SemiBold"/>
                        </a:endParaRPr>
                      </a:p>
                    </a:txBody>
                    <a:tcPr marL="76200" marR="762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HARBOR</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r>
                <a:tr h="457200">
                  <a:tc>
                    <a:txBody>
                      <a:bodyPr wrap="square" anchor="ctr" lIns="0" rIns="0" tIns="0" bIns="0">
                        <a:noAutofit/>
                      </a:bodyPr>
                      <a:lstStyle/>
                      <a:p>
                        <a:pPr algn="l" marL="0" indent="0">
                          <a:lnSpc>
                            <a:spcPts val="2100"/>
                          </a:lnSpc>
                          <a:spcBef>
                            <a:spcPts val="0"/>
                          </a:spcBef>
                          <a:spcAft>
                            <a:spcPts val="0"/>
                          </a:spcAft>
                          <a:buNone/>
                          <a:defRPr lang="en-US" sz="1400" spc="0" kern="0" b="0" i="0" dirty="0">
                            <a:solidFill>
                              <a:srgbClr val="070154"/>
                            </a:solidFill>
                            <a:latin typeface="IBM Plex Sans SemiBold"/>
                            <a:ea typeface="IBM Plex Sans SemiBold"/>
                            <a:cs typeface="IBM Plex Sans SemiBold"/>
                          </a:defRPr>
                        </a:pPr>
                        <a:r>
                          <a:rPr lang="en-US" sz="1400" spc="0" kern="0" b="0" i="0" dirty="0">
                            <a:solidFill>
                              <a:srgbClr val="070154"/>
                            </a:solidFill>
                            <a:latin typeface="IBM Plex Sans SemiBold"/>
                            <a:ea typeface="IBM Plex Sans SemiBold"/>
                            <a:cs typeface="IBM Plex Sans SemiBold"/>
                          </a:rPr>
                          <a:t xml:space="preserve">Patient access</a:t>
                        </a:r>
                        <a:endParaRPr lang="en-US" sz="14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2100"/>
                          </a:lnSpc>
                          <a:spcBef>
                            <a:spcPts val="0"/>
                          </a:spcBef>
                          <a:spcAft>
                            <a:spcPts val="0"/>
                          </a:spcAft>
                          <a:buNone/>
                          <a:defRPr lang="en-US" sz="1400" spc="0" kern="0" b="0" i="0" dirty="0">
                            <a:solidFill>
                              <a:srgbClr val="070154"/>
                            </a:solidFill>
                            <a:latin typeface="IBM Plex Sans SemiBold"/>
                            <a:ea typeface="IBM Plex Sans SemiBold"/>
                            <a:cs typeface="IBM Plex Sans SemiBold"/>
                          </a:defRPr>
                        </a:pPr>
                        <a:endParaRPr lang="en-US" sz="14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2100"/>
                          </a:lnSpc>
                          <a:spcBef>
                            <a:spcPts val="0"/>
                          </a:spcBef>
                          <a:spcAft>
                            <a:spcPts val="0"/>
                          </a:spcAft>
                          <a:buNone/>
                          <a:defRPr lang="en-US" sz="1400" spc="0" kern="0" b="0" i="0" dirty="0">
                            <a:solidFill>
                              <a:srgbClr val="070154"/>
                            </a:solidFill>
                            <a:latin typeface="IBM Plex Sans SemiBold"/>
                            <a:ea typeface="IBM Plex Sans SemiBold"/>
                            <a:cs typeface="IBM Plex Sans SemiBold"/>
                          </a:defRPr>
                        </a:pPr>
                        <a:endParaRPr lang="en-US" sz="14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2100"/>
                          </a:lnSpc>
                          <a:spcBef>
                            <a:spcPts val="0"/>
                          </a:spcBef>
                          <a:spcAft>
                            <a:spcPts val="0"/>
                          </a:spcAft>
                          <a:buNone/>
                          <a:defRPr lang="en-US" sz="1400" spc="0" kern="0" b="0" i="0" dirty="0">
                            <a:solidFill>
                              <a:srgbClr val="070154"/>
                            </a:solidFill>
                            <a:latin typeface="IBM Plex Sans SemiBold"/>
                            <a:ea typeface="IBM Plex Sans SemiBold"/>
                            <a:cs typeface="IBM Plex Sans SemiBold"/>
                          </a:defRPr>
                        </a:pPr>
                        <a:endParaRPr lang="en-US" sz="14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2100"/>
                          </a:lnSpc>
                          <a:spcBef>
                            <a:spcPts val="0"/>
                          </a:spcBef>
                          <a:spcAft>
                            <a:spcPts val="0"/>
                          </a:spcAft>
                          <a:buNone/>
                          <a:defRPr lang="en-US" sz="1400" spc="0" kern="0" b="0" i="0" dirty="0">
                            <a:solidFill>
                              <a:srgbClr val="070154"/>
                            </a:solidFill>
                            <a:latin typeface="IBM Plex Sans SemiBold"/>
                            <a:ea typeface="IBM Plex Sans SemiBold"/>
                            <a:cs typeface="IBM Plex Sans SemiBold"/>
                          </a:defRPr>
                        </a:pPr>
                        <a:endParaRPr lang="en-US" sz="14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r h="457200">
                  <a:tc>
                    <a:txBody>
                      <a:bodyPr wrap="square" anchor="ctr" lIns="0" rIns="0" tIns="0" bIns="0">
                        <a:noAutofit/>
                      </a:bodyPr>
                      <a:lstStyle/>
                      <a:p>
                        <a:pPr algn="l" marL="0" indent="0">
                          <a:lnSpc>
                            <a:spcPts val="2100"/>
                          </a:lnSpc>
                          <a:spcBef>
                            <a:spcPts val="0"/>
                          </a:spcBef>
                          <a:spcAft>
                            <a:spcPts val="0"/>
                          </a:spcAft>
                          <a:buNone/>
                          <a:defRPr lang="en-US" sz="1400" spc="0" kern="0" b="0" i="0" dirty="0">
                            <a:solidFill>
                              <a:srgbClr val="070154"/>
                            </a:solidFill>
                            <a:latin typeface="IBM Plex Sans SemiBold"/>
                            <a:ea typeface="IBM Plex Sans SemiBold"/>
                            <a:cs typeface="IBM Plex Sans SemiBold"/>
                          </a:defRPr>
                        </a:pPr>
                        <a:r>
                          <a:rPr lang="en-US" sz="1400" spc="0" kern="0" b="0" i="0" dirty="0">
                            <a:solidFill>
                              <a:srgbClr val="070154"/>
                            </a:solidFill>
                            <a:latin typeface="IBM Plex Sans SemiBold"/>
                            <a:ea typeface="IBM Plex Sans SemiBold"/>
                            <a:cs typeface="IBM Plex Sans SemiBold"/>
                          </a:rPr>
                          <a:t xml:space="preserve">Scheduling</a:t>
                        </a:r>
                        <a:endParaRPr lang="en-US" sz="14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2100"/>
                          </a:lnSpc>
                          <a:spcBef>
                            <a:spcPts val="0"/>
                          </a:spcBef>
                          <a:spcAft>
                            <a:spcPts val="0"/>
                          </a:spcAft>
                          <a:buNone/>
                          <a:defRPr lang="en-US" sz="1400" spc="0" kern="0" b="0" i="0" dirty="0">
                            <a:solidFill>
                              <a:srgbClr val="070154"/>
                            </a:solidFill>
                            <a:latin typeface="IBM Plex Sans SemiBold"/>
                            <a:ea typeface="IBM Plex Sans SemiBold"/>
                            <a:cs typeface="IBM Plex Sans SemiBold"/>
                          </a:defRPr>
                        </a:pPr>
                        <a:endParaRPr lang="en-US" sz="14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2100"/>
                          </a:lnSpc>
                          <a:spcBef>
                            <a:spcPts val="0"/>
                          </a:spcBef>
                          <a:spcAft>
                            <a:spcPts val="0"/>
                          </a:spcAft>
                          <a:buNone/>
                          <a:defRPr lang="en-US" sz="1400" spc="0" kern="0" b="0" i="0" dirty="0">
                            <a:solidFill>
                              <a:srgbClr val="070154"/>
                            </a:solidFill>
                            <a:latin typeface="IBM Plex Sans SemiBold"/>
                            <a:ea typeface="IBM Plex Sans SemiBold"/>
                            <a:cs typeface="IBM Plex Sans SemiBold"/>
                          </a:defRPr>
                        </a:pPr>
                        <a:endParaRPr lang="en-US" sz="14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2100"/>
                          </a:lnSpc>
                          <a:spcBef>
                            <a:spcPts val="0"/>
                          </a:spcBef>
                          <a:spcAft>
                            <a:spcPts val="0"/>
                          </a:spcAft>
                          <a:buNone/>
                          <a:defRPr lang="en-US" sz="1400" spc="0" kern="0" b="0" i="0" dirty="0">
                            <a:solidFill>
                              <a:srgbClr val="070154"/>
                            </a:solidFill>
                            <a:latin typeface="IBM Plex Sans SemiBold"/>
                            <a:ea typeface="IBM Plex Sans SemiBold"/>
                            <a:cs typeface="IBM Plex Sans SemiBold"/>
                          </a:defRPr>
                        </a:pPr>
                        <a:endParaRPr lang="en-US" sz="14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2100"/>
                          </a:lnSpc>
                          <a:spcBef>
                            <a:spcPts val="0"/>
                          </a:spcBef>
                          <a:spcAft>
                            <a:spcPts val="0"/>
                          </a:spcAft>
                          <a:buNone/>
                          <a:defRPr lang="en-US" sz="1400" spc="0" kern="0" b="0" i="0" dirty="0">
                            <a:solidFill>
                              <a:srgbClr val="070154"/>
                            </a:solidFill>
                            <a:latin typeface="IBM Plex Sans SemiBold"/>
                            <a:ea typeface="IBM Plex Sans SemiBold"/>
                            <a:cs typeface="IBM Plex Sans SemiBold"/>
                          </a:defRPr>
                        </a:pPr>
                        <a:endParaRPr lang="en-US" sz="14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r h="457200">
                  <a:tc>
                    <a:txBody>
                      <a:bodyPr wrap="square" anchor="ctr" lIns="0" rIns="0" tIns="0" bIns="0">
                        <a:noAutofit/>
                      </a:bodyPr>
                      <a:lstStyle/>
                      <a:p>
                        <a:pPr algn="l" marL="0" indent="0">
                          <a:lnSpc>
                            <a:spcPts val="2100"/>
                          </a:lnSpc>
                          <a:spcBef>
                            <a:spcPts val="0"/>
                          </a:spcBef>
                          <a:spcAft>
                            <a:spcPts val="0"/>
                          </a:spcAft>
                          <a:buNone/>
                          <a:defRPr lang="en-US" sz="1400" spc="0" kern="0" b="0" i="0" dirty="0">
                            <a:solidFill>
                              <a:srgbClr val="070154"/>
                            </a:solidFill>
                            <a:latin typeface="IBM Plex Sans SemiBold"/>
                            <a:ea typeface="IBM Plex Sans SemiBold"/>
                            <a:cs typeface="IBM Plex Sans SemiBold"/>
                          </a:defRPr>
                        </a:pPr>
                        <a:r>
                          <a:rPr lang="en-US" sz="1400" spc="0" kern="0" b="0" i="0" dirty="0">
                            <a:solidFill>
                              <a:srgbClr val="070154"/>
                            </a:solidFill>
                            <a:latin typeface="IBM Plex Sans SemiBold"/>
                            <a:ea typeface="IBM Plex Sans SemiBold"/>
                            <a:cs typeface="IBM Plex Sans SemiBold"/>
                          </a:rPr>
                          <a:t xml:space="preserve">Revenue cycle</a:t>
                        </a:r>
                        <a:endParaRPr lang="en-US" sz="14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2100"/>
                          </a:lnSpc>
                          <a:spcBef>
                            <a:spcPts val="0"/>
                          </a:spcBef>
                          <a:spcAft>
                            <a:spcPts val="0"/>
                          </a:spcAft>
                          <a:buNone/>
                          <a:defRPr lang="en-US" sz="1400" spc="0" kern="0" b="0" i="0" dirty="0">
                            <a:solidFill>
                              <a:srgbClr val="070154"/>
                            </a:solidFill>
                            <a:latin typeface="IBM Plex Sans SemiBold"/>
                            <a:ea typeface="IBM Plex Sans SemiBold"/>
                            <a:cs typeface="IBM Plex Sans SemiBold"/>
                          </a:defRPr>
                        </a:pPr>
                        <a:endParaRPr lang="en-US" sz="14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2100"/>
                          </a:lnSpc>
                          <a:spcBef>
                            <a:spcPts val="0"/>
                          </a:spcBef>
                          <a:spcAft>
                            <a:spcPts val="0"/>
                          </a:spcAft>
                          <a:buNone/>
                          <a:defRPr lang="en-US" sz="1400" spc="0" kern="0" b="0" i="0" dirty="0">
                            <a:solidFill>
                              <a:srgbClr val="070154"/>
                            </a:solidFill>
                            <a:latin typeface="IBM Plex Sans SemiBold"/>
                            <a:ea typeface="IBM Plex Sans SemiBold"/>
                            <a:cs typeface="IBM Plex Sans SemiBold"/>
                          </a:defRPr>
                        </a:pPr>
                        <a:endParaRPr lang="en-US" sz="14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2100"/>
                          </a:lnSpc>
                          <a:spcBef>
                            <a:spcPts val="0"/>
                          </a:spcBef>
                          <a:spcAft>
                            <a:spcPts val="0"/>
                          </a:spcAft>
                          <a:buNone/>
                          <a:defRPr lang="en-US" sz="1400" spc="0" kern="0" b="0" i="0" dirty="0">
                            <a:solidFill>
                              <a:srgbClr val="070154"/>
                            </a:solidFill>
                            <a:latin typeface="IBM Plex Sans SemiBold"/>
                            <a:ea typeface="IBM Plex Sans SemiBold"/>
                            <a:cs typeface="IBM Plex Sans SemiBold"/>
                          </a:defRPr>
                        </a:pPr>
                        <a:endParaRPr lang="en-US" sz="14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2100"/>
                          </a:lnSpc>
                          <a:spcBef>
                            <a:spcPts val="0"/>
                          </a:spcBef>
                          <a:spcAft>
                            <a:spcPts val="0"/>
                          </a:spcAft>
                          <a:buNone/>
                          <a:defRPr lang="en-US" sz="1400" spc="0" kern="0" b="0" i="0" dirty="0">
                            <a:solidFill>
                              <a:srgbClr val="070154"/>
                            </a:solidFill>
                            <a:latin typeface="IBM Plex Sans SemiBold"/>
                            <a:ea typeface="IBM Plex Sans SemiBold"/>
                            <a:cs typeface="IBM Plex Sans SemiBold"/>
                          </a:defRPr>
                        </a:pPr>
                        <a:endParaRPr lang="en-US" sz="14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r h="457200">
                  <a:tc>
                    <a:txBody>
                      <a:bodyPr wrap="square" anchor="ctr" lIns="0" rIns="0" tIns="0" bIns="0">
                        <a:noAutofit/>
                      </a:bodyPr>
                      <a:lstStyle/>
                      <a:p>
                        <a:pPr algn="l" marL="0" indent="0">
                          <a:lnSpc>
                            <a:spcPts val="2100"/>
                          </a:lnSpc>
                          <a:spcBef>
                            <a:spcPts val="0"/>
                          </a:spcBef>
                          <a:spcAft>
                            <a:spcPts val="0"/>
                          </a:spcAft>
                          <a:buNone/>
                          <a:defRPr lang="en-US" sz="1400" spc="0" kern="0" b="0" i="0" dirty="0">
                            <a:solidFill>
                              <a:srgbClr val="070154"/>
                            </a:solidFill>
                            <a:latin typeface="IBM Plex Sans SemiBold"/>
                            <a:ea typeface="IBM Plex Sans SemiBold"/>
                            <a:cs typeface="IBM Plex Sans SemiBold"/>
                          </a:defRPr>
                        </a:pPr>
                        <a:r>
                          <a:rPr lang="en-US" sz="1400" spc="0" kern="0" b="0" i="0" dirty="0">
                            <a:solidFill>
                              <a:srgbClr val="070154"/>
                            </a:solidFill>
                            <a:latin typeface="IBM Plex Sans SemiBold"/>
                            <a:ea typeface="IBM Plex Sans SemiBold"/>
                            <a:cs typeface="IBM Plex Sans SemiBold"/>
                          </a:rPr>
                          <a:t xml:space="preserve">Documentation</a:t>
                        </a:r>
                        <a:endParaRPr lang="en-US" sz="14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2100"/>
                          </a:lnSpc>
                          <a:spcBef>
                            <a:spcPts val="0"/>
                          </a:spcBef>
                          <a:spcAft>
                            <a:spcPts val="0"/>
                          </a:spcAft>
                          <a:buNone/>
                          <a:defRPr lang="en-US" sz="1400" spc="0" kern="0" b="0" i="0" dirty="0">
                            <a:solidFill>
                              <a:srgbClr val="070154"/>
                            </a:solidFill>
                            <a:latin typeface="IBM Plex Sans SemiBold"/>
                            <a:ea typeface="IBM Plex Sans SemiBold"/>
                            <a:cs typeface="IBM Plex Sans SemiBold"/>
                          </a:defRPr>
                        </a:pPr>
                        <a:endParaRPr lang="en-US" sz="14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2100"/>
                          </a:lnSpc>
                          <a:spcBef>
                            <a:spcPts val="0"/>
                          </a:spcBef>
                          <a:spcAft>
                            <a:spcPts val="0"/>
                          </a:spcAft>
                          <a:buNone/>
                          <a:defRPr lang="en-US" sz="1400" spc="0" kern="0" b="0" i="0" dirty="0">
                            <a:solidFill>
                              <a:srgbClr val="070154"/>
                            </a:solidFill>
                            <a:latin typeface="IBM Plex Sans SemiBold"/>
                            <a:ea typeface="IBM Plex Sans SemiBold"/>
                            <a:cs typeface="IBM Plex Sans SemiBold"/>
                          </a:defRPr>
                        </a:pPr>
                        <a:endParaRPr lang="en-US" sz="14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2100"/>
                          </a:lnSpc>
                          <a:spcBef>
                            <a:spcPts val="0"/>
                          </a:spcBef>
                          <a:spcAft>
                            <a:spcPts val="0"/>
                          </a:spcAft>
                          <a:buNone/>
                          <a:defRPr lang="en-US" sz="1400" spc="0" kern="0" b="0" i="0" dirty="0">
                            <a:solidFill>
                              <a:srgbClr val="070154"/>
                            </a:solidFill>
                            <a:latin typeface="IBM Plex Sans SemiBold"/>
                            <a:ea typeface="IBM Plex Sans SemiBold"/>
                            <a:cs typeface="IBM Plex Sans SemiBold"/>
                          </a:defRPr>
                        </a:pPr>
                        <a:endParaRPr lang="en-US" sz="14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2100"/>
                          </a:lnSpc>
                          <a:spcBef>
                            <a:spcPts val="0"/>
                          </a:spcBef>
                          <a:spcAft>
                            <a:spcPts val="0"/>
                          </a:spcAft>
                          <a:buNone/>
                          <a:defRPr lang="en-US" sz="1400" spc="0" kern="0" b="0" i="0" dirty="0">
                            <a:solidFill>
                              <a:srgbClr val="070154"/>
                            </a:solidFill>
                            <a:latin typeface="IBM Plex Sans SemiBold"/>
                            <a:ea typeface="IBM Plex Sans SemiBold"/>
                            <a:cs typeface="IBM Plex Sans SemiBold"/>
                          </a:defRPr>
                        </a:pPr>
                        <a:endParaRPr lang="en-US" sz="14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r h="457200">
                  <a:tc>
                    <a:txBody>
                      <a:bodyPr wrap="square" anchor="ctr" lIns="0" rIns="0" tIns="0" bIns="0">
                        <a:noAutofit/>
                      </a:bodyPr>
                      <a:lstStyle/>
                      <a:p>
                        <a:pPr algn="l" marL="0" indent="0">
                          <a:lnSpc>
                            <a:spcPts val="2100"/>
                          </a:lnSpc>
                          <a:spcBef>
                            <a:spcPts val="0"/>
                          </a:spcBef>
                          <a:spcAft>
                            <a:spcPts val="0"/>
                          </a:spcAft>
                          <a:buNone/>
                          <a:defRPr lang="en-US" sz="1400" spc="0" kern="0" b="0" i="0" dirty="0">
                            <a:solidFill>
                              <a:srgbClr val="070154"/>
                            </a:solidFill>
                            <a:latin typeface="IBM Plex Sans SemiBold"/>
                            <a:ea typeface="IBM Plex Sans SemiBold"/>
                            <a:cs typeface="IBM Plex Sans SemiBold"/>
                          </a:defRPr>
                        </a:pPr>
                        <a:r>
                          <a:rPr lang="en-US" sz="1400" spc="0" kern="0" b="0" i="0" dirty="0">
                            <a:solidFill>
                              <a:srgbClr val="070154"/>
                            </a:solidFill>
                            <a:latin typeface="IBM Plex Sans SemiBold"/>
                            <a:ea typeface="IBM Plex Sans SemiBold"/>
                            <a:cs typeface="IBM Plex Sans SemiBold"/>
                          </a:rPr>
                          <a:t xml:space="preserve">Care coordination</a:t>
                        </a:r>
                        <a:endParaRPr lang="en-US" sz="14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2100"/>
                          </a:lnSpc>
                          <a:spcBef>
                            <a:spcPts val="0"/>
                          </a:spcBef>
                          <a:spcAft>
                            <a:spcPts val="0"/>
                          </a:spcAft>
                          <a:buNone/>
                          <a:defRPr lang="en-US" sz="1400" spc="0" kern="0" b="0" i="0" dirty="0">
                            <a:solidFill>
                              <a:srgbClr val="070154"/>
                            </a:solidFill>
                            <a:latin typeface="IBM Plex Sans SemiBold"/>
                            <a:ea typeface="IBM Plex Sans SemiBold"/>
                            <a:cs typeface="IBM Plex Sans SemiBold"/>
                          </a:defRPr>
                        </a:pPr>
                        <a:endParaRPr lang="en-US" sz="14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2100"/>
                          </a:lnSpc>
                          <a:spcBef>
                            <a:spcPts val="0"/>
                          </a:spcBef>
                          <a:spcAft>
                            <a:spcPts val="0"/>
                          </a:spcAft>
                          <a:buNone/>
                          <a:defRPr lang="en-US" sz="1400" spc="0" kern="0" b="0" i="0" dirty="0">
                            <a:solidFill>
                              <a:srgbClr val="070154"/>
                            </a:solidFill>
                            <a:latin typeface="IBM Plex Sans SemiBold"/>
                            <a:ea typeface="IBM Plex Sans SemiBold"/>
                            <a:cs typeface="IBM Plex Sans SemiBold"/>
                          </a:defRPr>
                        </a:pPr>
                        <a:endParaRPr lang="en-US" sz="14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2100"/>
                          </a:lnSpc>
                          <a:spcBef>
                            <a:spcPts val="0"/>
                          </a:spcBef>
                          <a:spcAft>
                            <a:spcPts val="0"/>
                          </a:spcAft>
                          <a:buNone/>
                          <a:defRPr lang="en-US" sz="1400" spc="0" kern="0" b="0" i="0" dirty="0">
                            <a:solidFill>
                              <a:srgbClr val="070154"/>
                            </a:solidFill>
                            <a:latin typeface="IBM Plex Sans SemiBold"/>
                            <a:ea typeface="IBM Plex Sans SemiBold"/>
                            <a:cs typeface="IBM Plex Sans SemiBold"/>
                          </a:defRPr>
                        </a:pPr>
                        <a:endParaRPr lang="en-US" sz="14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2100"/>
                          </a:lnSpc>
                          <a:spcBef>
                            <a:spcPts val="0"/>
                          </a:spcBef>
                          <a:spcAft>
                            <a:spcPts val="0"/>
                          </a:spcAft>
                          <a:buNone/>
                          <a:defRPr lang="en-US" sz="1400" spc="0" kern="0" b="0" i="0" dirty="0">
                            <a:solidFill>
                              <a:srgbClr val="070154"/>
                            </a:solidFill>
                            <a:latin typeface="IBM Plex Sans SemiBold"/>
                            <a:ea typeface="IBM Plex Sans SemiBold"/>
                            <a:cs typeface="IBM Plex Sans SemiBold"/>
                          </a:defRPr>
                        </a:pPr>
                        <a:endParaRPr lang="en-US" sz="14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r h="457200">
                  <a:tc>
                    <a:txBody>
                      <a:bodyPr wrap="square" anchor="ctr" lIns="0" rIns="0" tIns="0" bIns="0">
                        <a:noAutofit/>
                      </a:bodyPr>
                      <a:lstStyle/>
                      <a:p>
                        <a:pPr algn="l" marL="0" indent="0">
                          <a:lnSpc>
                            <a:spcPts val="2100"/>
                          </a:lnSpc>
                          <a:spcBef>
                            <a:spcPts val="0"/>
                          </a:spcBef>
                          <a:spcAft>
                            <a:spcPts val="0"/>
                          </a:spcAft>
                          <a:buNone/>
                          <a:defRPr lang="en-US" sz="1400" spc="0" kern="0" b="0" i="0" dirty="0">
                            <a:solidFill>
                              <a:srgbClr val="070154"/>
                            </a:solidFill>
                            <a:latin typeface="IBM Plex Sans SemiBold"/>
                            <a:ea typeface="IBM Plex Sans SemiBold"/>
                            <a:cs typeface="IBM Plex Sans SemiBold"/>
                          </a:defRPr>
                        </a:pPr>
                        <a:r>
                          <a:rPr lang="en-US" sz="1400" spc="0" kern="0" b="0" i="0" dirty="0">
                            <a:solidFill>
                              <a:srgbClr val="070154"/>
                            </a:solidFill>
                            <a:latin typeface="IBM Plex Sans SemiBold"/>
                            <a:ea typeface="IBM Plex Sans SemiBold"/>
                            <a:cs typeface="IBM Plex Sans SemiBold"/>
                          </a:rPr>
                          <a:t xml:space="preserve">Supply chain</a:t>
                        </a:r>
                        <a:endParaRPr lang="en-US" sz="14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2100"/>
                          </a:lnSpc>
                          <a:spcBef>
                            <a:spcPts val="0"/>
                          </a:spcBef>
                          <a:spcAft>
                            <a:spcPts val="0"/>
                          </a:spcAft>
                          <a:buNone/>
                          <a:defRPr lang="en-US" sz="1400" spc="0" kern="0" b="0" i="0" dirty="0">
                            <a:solidFill>
                              <a:srgbClr val="070154"/>
                            </a:solidFill>
                            <a:latin typeface="IBM Plex Sans SemiBold"/>
                            <a:ea typeface="IBM Plex Sans SemiBold"/>
                            <a:cs typeface="IBM Plex Sans SemiBold"/>
                          </a:defRPr>
                        </a:pPr>
                        <a:endParaRPr lang="en-US" sz="14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2100"/>
                          </a:lnSpc>
                          <a:spcBef>
                            <a:spcPts val="0"/>
                          </a:spcBef>
                          <a:spcAft>
                            <a:spcPts val="0"/>
                          </a:spcAft>
                          <a:buNone/>
                          <a:defRPr lang="en-US" sz="1400" spc="0" kern="0" b="0" i="0" dirty="0">
                            <a:solidFill>
                              <a:srgbClr val="070154"/>
                            </a:solidFill>
                            <a:latin typeface="IBM Plex Sans SemiBold"/>
                            <a:ea typeface="IBM Plex Sans SemiBold"/>
                            <a:cs typeface="IBM Plex Sans SemiBold"/>
                          </a:defRPr>
                        </a:pPr>
                        <a:endParaRPr lang="en-US" sz="14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2100"/>
                          </a:lnSpc>
                          <a:spcBef>
                            <a:spcPts val="0"/>
                          </a:spcBef>
                          <a:spcAft>
                            <a:spcPts val="0"/>
                          </a:spcAft>
                          <a:buNone/>
                          <a:defRPr lang="en-US" sz="1400" spc="0" kern="0" b="0" i="0" dirty="0">
                            <a:solidFill>
                              <a:srgbClr val="070154"/>
                            </a:solidFill>
                            <a:latin typeface="IBM Plex Sans SemiBold"/>
                            <a:ea typeface="IBM Plex Sans SemiBold"/>
                            <a:cs typeface="IBM Plex Sans SemiBold"/>
                          </a:defRPr>
                        </a:pPr>
                        <a:endParaRPr lang="en-US" sz="14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2100"/>
                          </a:lnSpc>
                          <a:spcBef>
                            <a:spcPts val="0"/>
                          </a:spcBef>
                          <a:spcAft>
                            <a:spcPts val="0"/>
                          </a:spcAft>
                          <a:buNone/>
                          <a:defRPr lang="en-US" sz="1400" spc="0" kern="0" b="0" i="0" dirty="0">
                            <a:solidFill>
                              <a:srgbClr val="070154"/>
                            </a:solidFill>
                            <a:latin typeface="IBM Plex Sans SemiBold"/>
                            <a:ea typeface="IBM Plex Sans SemiBold"/>
                            <a:cs typeface="IBM Plex Sans SemiBold"/>
                          </a:defRPr>
                        </a:pPr>
                        <a:endParaRPr lang="en-US" sz="14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r h="457200">
                  <a:tc>
                    <a:txBody>
                      <a:bodyPr wrap="square" anchor="ctr" lIns="0" rIns="0" tIns="0" bIns="0">
                        <a:noAutofit/>
                      </a:bodyPr>
                      <a:lstStyle/>
                      <a:p>
                        <a:pPr algn="l" marL="0" indent="0">
                          <a:lnSpc>
                            <a:spcPts val="2100"/>
                          </a:lnSpc>
                          <a:spcBef>
                            <a:spcPts val="0"/>
                          </a:spcBef>
                          <a:spcAft>
                            <a:spcPts val="0"/>
                          </a:spcAft>
                          <a:buNone/>
                          <a:defRPr lang="en-US" sz="1400" spc="0" kern="0" b="0" i="0" dirty="0">
                            <a:solidFill>
                              <a:srgbClr val="070154"/>
                            </a:solidFill>
                            <a:latin typeface="IBM Plex Sans SemiBold"/>
                            <a:ea typeface="IBM Plex Sans SemiBold"/>
                            <a:cs typeface="IBM Plex Sans SemiBold"/>
                          </a:defRPr>
                        </a:pPr>
                        <a:r>
                          <a:rPr lang="en-US" sz="1400" spc="0" kern="0" b="0" i="0" dirty="0">
                            <a:solidFill>
                              <a:srgbClr val="070154"/>
                            </a:solidFill>
                            <a:latin typeface="IBM Plex Sans SemiBold"/>
                            <a:ea typeface="IBM Plex Sans SemiBold"/>
                            <a:cs typeface="IBM Plex Sans SemiBold"/>
                          </a:rPr>
                          <a:t xml:space="preserve">Data and analytics</a:t>
                        </a:r>
                        <a:endParaRPr lang="en-US" sz="14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2100"/>
                          </a:lnSpc>
                          <a:spcBef>
                            <a:spcPts val="0"/>
                          </a:spcBef>
                          <a:spcAft>
                            <a:spcPts val="0"/>
                          </a:spcAft>
                          <a:buNone/>
                          <a:defRPr lang="en-US" sz="1400" spc="0" kern="0" b="0" i="0" dirty="0">
                            <a:solidFill>
                              <a:srgbClr val="070154"/>
                            </a:solidFill>
                            <a:latin typeface="IBM Plex Sans SemiBold"/>
                            <a:ea typeface="IBM Plex Sans SemiBold"/>
                            <a:cs typeface="IBM Plex Sans SemiBold"/>
                          </a:defRPr>
                        </a:pPr>
                        <a:endParaRPr lang="en-US" sz="14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2100"/>
                          </a:lnSpc>
                          <a:spcBef>
                            <a:spcPts val="0"/>
                          </a:spcBef>
                          <a:spcAft>
                            <a:spcPts val="0"/>
                          </a:spcAft>
                          <a:buNone/>
                          <a:defRPr lang="en-US" sz="1400" spc="0" kern="0" b="0" i="0" dirty="0">
                            <a:solidFill>
                              <a:srgbClr val="070154"/>
                            </a:solidFill>
                            <a:latin typeface="IBM Plex Sans SemiBold"/>
                            <a:ea typeface="IBM Plex Sans SemiBold"/>
                            <a:cs typeface="IBM Plex Sans SemiBold"/>
                          </a:defRPr>
                        </a:pPr>
                        <a:endParaRPr lang="en-US" sz="14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2100"/>
                          </a:lnSpc>
                          <a:spcBef>
                            <a:spcPts val="0"/>
                          </a:spcBef>
                          <a:spcAft>
                            <a:spcPts val="0"/>
                          </a:spcAft>
                          <a:buNone/>
                          <a:defRPr lang="en-US" sz="1400" spc="0" kern="0" b="0" i="0" dirty="0">
                            <a:solidFill>
                              <a:srgbClr val="070154"/>
                            </a:solidFill>
                            <a:latin typeface="IBM Plex Sans SemiBold"/>
                            <a:ea typeface="IBM Plex Sans SemiBold"/>
                            <a:cs typeface="IBM Plex Sans SemiBold"/>
                          </a:defRPr>
                        </a:pPr>
                        <a:endParaRPr lang="en-US" sz="14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2100"/>
                          </a:lnSpc>
                          <a:spcBef>
                            <a:spcPts val="0"/>
                          </a:spcBef>
                          <a:spcAft>
                            <a:spcPts val="0"/>
                          </a:spcAft>
                          <a:buNone/>
                          <a:defRPr lang="en-US" sz="1400" spc="0" kern="0" b="0" i="0" dirty="0">
                            <a:solidFill>
                              <a:srgbClr val="070154"/>
                            </a:solidFill>
                            <a:latin typeface="IBM Plex Sans SemiBold"/>
                            <a:ea typeface="IBM Plex Sans SemiBold"/>
                            <a:cs typeface="IBM Plex Sans SemiBold"/>
                          </a:defRPr>
                        </a:pPr>
                        <a:endParaRPr lang="en-US" sz="14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bl>
            </a:graphicData>
          </a:graphic>
        </p:graphicFrame>
      </p:grpSp>
      <p:grpSp>
        <p:nvGrpSpPr>
          <p:cNvPr id="85" name="node02"/>
          <p:cNvGrpSpPr/>
          <p:nvPr/>
        </p:nvGrpSpPr>
        <p:grpSpPr>
          <a:xfrm>
            <a:off x="723900" y="5486400"/>
            <a:ext cx="5010150" cy="228600"/>
            <a:chOff x="723900" y="5486400"/>
            <a:chExt cx="5010150" cy="228600"/>
          </a:xfrm>
        </p:grpSpPr>
        <p:sp>
          <p:nvSpPr>
            <p:cNvPr id="64" name="node02.items.slot-001.swatch"/>
            <p:cNvSpPr/>
            <p:nvPr/>
          </p:nvSpPr>
          <p:spPr>
            <a:xfrm>
              <a:off x="723900" y="5537200"/>
              <a:ext cx="228600" cy="127000"/>
            </a:xfrm>
            <a:prstGeom prst="rect">
              <a:avLst/>
            </a:prstGeom>
            <a:solidFill>
              <a:srgbClr val="E8EEF8"/>
            </a:solidFill>
            <a:ln>
              <a:noFill/>
            </a:ln>
          </p:spPr>
        </p:sp>
        <p:sp>
          <p:nvSpPr>
            <p:cNvPr id="65" name="node02.items.slot-001.text"/>
            <p:cNvSpPr/>
            <p:nvPr/>
          </p:nvSpPr>
          <p:spPr>
            <a:xfrm>
              <a:off x="1016000" y="5486400"/>
              <a:ext cx="531813"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No gap</a:t>
              </a:r>
              <a:endParaRPr lang="en-US" sz="1200" spc="0" kern="0" b="0" i="0" dirty="0">
                <a:solidFill>
                  <a:srgbClr val="070154"/>
                </a:solidFill>
                <a:latin typeface="IBM Plex Sans"/>
                <a:ea typeface="IBM Plex Sans"/>
                <a:cs typeface="IBM Plex Sans"/>
              </a:endParaRPr>
            </a:p>
          </p:txBody>
        </p:sp>
        <p:sp>
          <p:nvSpPr>
            <p:cNvPr id="66" name="node02.items.slot-002.swatch"/>
            <p:cNvSpPr/>
            <p:nvPr/>
          </p:nvSpPr>
          <p:spPr>
            <a:xfrm>
              <a:off x="1776413" y="5537200"/>
              <a:ext cx="228600" cy="127000"/>
            </a:xfrm>
            <a:prstGeom prst="rect">
              <a:avLst/>
            </a:prstGeom>
            <a:solidFill>
              <a:srgbClr val="CED7E6"/>
            </a:solidFill>
            <a:ln>
              <a:noFill/>
            </a:ln>
          </p:spPr>
        </p:sp>
        <p:sp>
          <p:nvSpPr>
            <p:cNvPr id="67" name="node02.items.slot-002.text"/>
            <p:cNvSpPr/>
            <p:nvPr/>
          </p:nvSpPr>
          <p:spPr>
            <a:xfrm>
              <a:off x="2068513" y="5486400"/>
              <a:ext cx="436563"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Small</a:t>
              </a:r>
              <a:endParaRPr lang="en-US" sz="1200" spc="0" kern="0" b="0" i="0" dirty="0">
                <a:solidFill>
                  <a:srgbClr val="070154"/>
                </a:solidFill>
                <a:latin typeface="IBM Plex Sans"/>
                <a:ea typeface="IBM Plex Sans"/>
                <a:cs typeface="IBM Plex Sans"/>
              </a:endParaRPr>
            </a:p>
          </p:txBody>
        </p:sp>
        <p:sp>
          <p:nvSpPr>
            <p:cNvPr id="68" name="node02.items.slot-003.swatch"/>
            <p:cNvSpPr/>
            <p:nvPr/>
          </p:nvSpPr>
          <p:spPr>
            <a:xfrm>
              <a:off x="2733675" y="5537200"/>
              <a:ext cx="228600" cy="127000"/>
            </a:xfrm>
            <a:prstGeom prst="rect">
              <a:avLst/>
            </a:prstGeom>
            <a:solidFill>
              <a:srgbClr val="F3D6EE"/>
            </a:solidFill>
            <a:ln>
              <a:noFill/>
            </a:ln>
          </p:spPr>
        </p:sp>
        <p:sp>
          <p:nvSpPr>
            <p:cNvPr id="69" name="node02.items.slot-003.text"/>
            <p:cNvSpPr/>
            <p:nvPr/>
          </p:nvSpPr>
          <p:spPr>
            <a:xfrm>
              <a:off x="3025775" y="5486400"/>
              <a:ext cx="708025"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Moderate</a:t>
              </a:r>
              <a:endParaRPr lang="en-US" sz="1200" spc="0" kern="0" b="0" i="0" dirty="0">
                <a:solidFill>
                  <a:srgbClr val="070154"/>
                </a:solidFill>
                <a:latin typeface="IBM Plex Sans"/>
                <a:ea typeface="IBM Plex Sans"/>
                <a:cs typeface="IBM Plex Sans"/>
              </a:endParaRPr>
            </a:p>
          </p:txBody>
        </p:sp>
        <p:sp>
          <p:nvSpPr>
            <p:cNvPr id="70" name="node02.items.slot-004.swatch"/>
            <p:cNvSpPr/>
            <p:nvPr/>
          </p:nvSpPr>
          <p:spPr>
            <a:xfrm>
              <a:off x="3962400" y="5537200"/>
              <a:ext cx="228600" cy="127000"/>
            </a:xfrm>
            <a:prstGeom prst="rect">
              <a:avLst/>
            </a:prstGeom>
            <a:solidFill>
              <a:srgbClr val="FB7FE8"/>
            </a:solidFill>
            <a:ln>
              <a:noFill/>
            </a:ln>
          </p:spPr>
        </p:sp>
        <p:sp>
          <p:nvSpPr>
            <p:cNvPr id="71" name="node02.items.slot-004.text"/>
            <p:cNvSpPr/>
            <p:nvPr/>
          </p:nvSpPr>
          <p:spPr>
            <a:xfrm>
              <a:off x="4254500" y="5486400"/>
              <a:ext cx="428625"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Large</a:t>
              </a:r>
              <a:endParaRPr lang="en-US" sz="1200" spc="0" kern="0" b="0" i="0" dirty="0">
                <a:solidFill>
                  <a:srgbClr val="070154"/>
                </a:solidFill>
                <a:latin typeface="IBM Plex Sans"/>
                <a:ea typeface="IBM Plex Sans"/>
                <a:cs typeface="IBM Plex Sans"/>
              </a:endParaRPr>
            </a:p>
          </p:txBody>
        </p:sp>
        <p:sp>
          <p:nvSpPr>
            <p:cNvPr id="72" name="node02.items.slot-005.swatch"/>
            <p:cNvSpPr/>
            <p:nvPr/>
          </p:nvSpPr>
          <p:spPr>
            <a:xfrm>
              <a:off x="4911725" y="5537200"/>
              <a:ext cx="228600" cy="127000"/>
            </a:xfrm>
            <a:prstGeom prst="rect">
              <a:avLst/>
            </a:prstGeom>
            <a:solidFill>
              <a:srgbClr val="F900D3"/>
            </a:solidFill>
            <a:ln>
              <a:noFill/>
            </a:ln>
          </p:spPr>
        </p:sp>
        <p:sp>
          <p:nvSpPr>
            <p:cNvPr id="73" name="node02.items.slot-005.text"/>
            <p:cNvSpPr/>
            <p:nvPr/>
          </p:nvSpPr>
          <p:spPr>
            <a:xfrm>
              <a:off x="5203825" y="5486400"/>
              <a:ext cx="530225"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Critical</a:t>
              </a:r>
              <a:endParaRPr lang="en-US" sz="1200" spc="0" kern="0" b="0" i="0" dirty="0">
                <a:solidFill>
                  <a:srgbClr val="070154"/>
                </a:solidFill>
                <a:latin typeface="IBM Plex Sans"/>
                <a:ea typeface="IBM Plex Sans"/>
                <a:cs typeface="IBM Plex Sans"/>
              </a:endParaRPr>
            </a:p>
          </p:txBody>
        </p:sp>
      </p:grpSp>
      <p:grpSp>
        <p:nvGrpSpPr>
          <p:cNvPr id="86" name="node03"/>
          <p:cNvGrpSpPr/>
          <p:nvPr/>
        </p:nvGrpSpPr>
        <p:grpSpPr>
          <a:xfrm>
            <a:off x="800100" y="4216400"/>
            <a:ext cx="1600200" cy="144366"/>
            <a:chOff x="800100" y="4216400"/>
            <a:chExt cx="1600200" cy="144366"/>
          </a:xfrm>
        </p:grpSpPr>
        <p:pic>
          <p:nvPicPr>
            <p:cNvPr id="74" name="node03.mark" descr="underscore; canonical SHA256=49d5a97f776a33dcf11e794bad153776f1f33cf3747f42e2c277857faa224278; resolved ink=070154">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00100" y="4216400"/>
              <a:ext cx="1600200" cy="144366"/>
            </a:xfrm>
            <a:prstGeom prst="rect">
              <a:avLst/>
            </a:prstGeom>
          </p:spPr>
        </p:pic>
      </p:grpSp>
      <p:grpSp>
        <p:nvGrpSpPr>
          <p:cNvPr id="87" name="node04"/>
          <p:cNvGrpSpPr/>
          <p:nvPr/>
        </p:nvGrpSpPr>
        <p:grpSpPr>
          <a:xfrm>
            <a:off x="6591300" y="3962400"/>
            <a:ext cx="1219200" cy="230532"/>
            <a:chOff x="6591300" y="3962400"/>
            <a:chExt cx="1219200" cy="230532"/>
          </a:xfrm>
        </p:grpSpPr>
        <p:pic>
          <p:nvPicPr>
            <p:cNvPr id="75" name="node04.mark" descr="arrow-straight; canonical SHA256=115a8f5079b158c346e9f9ca6c6eeecb7567bbab70f4cd058c365f09ed10290e; resolved ink=070154">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591300" y="3962400"/>
              <a:ext cx="1219200" cy="230532"/>
            </a:xfrm>
            <a:prstGeom prst="rect">
              <a:avLst/>
            </a:prstGeom>
          </p:spPr>
        </p:pic>
      </p:grpSp>
      <p:grpSp>
        <p:nvGrpSpPr>
          <p:cNvPr id="88" name="node05"/>
          <p:cNvGrpSpPr/>
          <p:nvPr/>
        </p:nvGrpSpPr>
        <p:grpSpPr>
          <a:xfrm>
            <a:off x="8039100" y="2971800"/>
            <a:ext cx="3429000" cy="2057400"/>
            <a:chOff x="8039100" y="2971800"/>
            <a:chExt cx="3429000" cy="2057400"/>
          </a:xfrm>
        </p:grpSpPr>
        <p:sp>
          <p:nvSpPr>
            <p:cNvPr id="76" name="node05.container"/>
            <p:cNvSpPr/>
            <p:nvPr/>
          </p:nvSpPr>
          <p:spPr>
            <a:xfrm>
              <a:off x="8039100" y="2971800"/>
              <a:ext cx="3429000" cy="2057400"/>
            </a:xfrm>
            <a:prstGeom prst="rect">
              <a:avLst/>
            </a:prstGeom>
            <a:solidFill>
              <a:srgbClr val="F900D3"/>
            </a:solidFill>
            <a:ln>
              <a:noFill/>
            </a:ln>
          </p:spPr>
        </p:sp>
        <p:sp>
          <p:nvSpPr>
            <p:cNvPr id="77" name="node05.label"/>
            <p:cNvSpPr/>
            <p:nvPr/>
          </p:nvSpPr>
          <p:spPr>
            <a:xfrm>
              <a:off x="8267700" y="3200400"/>
              <a:ext cx="2971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Medium"/>
                  <a:ea typeface="IBM Plex Mono Medium"/>
                  <a:cs typeface="IBM Plex Mono Medium"/>
                </a:rPr>
                <a:t>BIGGEST GAP</a:t>
              </a:r>
              <a:endParaRPr lang="en-US" sz="900" spc="54" kern="0" b="0" i="0" dirty="0">
                <a:solidFill>
                  <a:srgbClr val="070154"/>
                </a:solidFill>
                <a:latin typeface="IBM Plex Mono Medium"/>
                <a:ea typeface="IBM Plex Mono Medium"/>
                <a:cs typeface="IBM Plex Mono Medium"/>
              </a:endParaRPr>
            </a:p>
          </p:txBody>
        </p:sp>
        <p:sp>
          <p:nvSpPr>
            <p:cNvPr id="78" name="node05.title"/>
            <p:cNvSpPr/>
            <p:nvPr/>
          </p:nvSpPr>
          <p:spPr>
            <a:xfrm>
              <a:off x="8267700" y="3429000"/>
              <a:ext cx="29718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FFFFFF"/>
                  </a:solidFill>
                  <a:latin typeface="IBM Plex Sans SemiBold"/>
                  <a:ea typeface="IBM Plex Sans SemiBold"/>
                  <a:cs typeface="IBM Plex Sans SemiBold"/>
                </a:rPr>
                <a:t>Care coordination at Harbor</a:t>
              </a:r>
              <a:endParaRPr lang="en-US" sz="1800" spc="-18" kern="0" b="0" i="0" dirty="0">
                <a:solidFill>
                  <a:srgbClr val="FFFFFF"/>
                </a:solidFill>
                <a:latin typeface="IBM Plex Sans SemiBold"/>
                <a:ea typeface="IBM Plex Sans SemiBold"/>
                <a:cs typeface="IBM Plex Sans SemiBold"/>
              </a:endParaRPr>
            </a:p>
          </p:txBody>
        </p:sp>
        <p:sp>
          <p:nvSpPr>
            <p:cNvPr id="79" name="node05.body.item-001.paragraph"/>
            <p:cNvSpPr/>
            <p:nvPr/>
          </p:nvSpPr>
          <p:spPr>
            <a:xfrm>
              <a:off x="8267700" y="3886200"/>
              <a:ext cx="2971800" cy="8001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Referral status lives in faxes and phone notes, so no one sees a patient's whole path.</a:t>
              </a:r>
              <a:endParaRPr lang="en-US" sz="1400" spc="0" kern="0" b="0" i="0" dirty="0">
                <a:solidFill>
                  <a:srgbClr val="070154"/>
                </a:solidFill>
                <a:latin typeface="IBM Plex Sans"/>
                <a:ea typeface="IBM Plex Sans"/>
                <a:cs typeface="IBM Plex Sans"/>
              </a:endParaRPr>
            </a:p>
          </p:txBody>
        </p:sp>
      </p:grpSp>
      <p:grpSp>
        <p:nvGrpSpPr>
          <p:cNvPr id="89" name="node06"/>
          <p:cNvGrpSpPr/>
          <p:nvPr/>
        </p:nvGrpSpPr>
        <p:grpSpPr>
          <a:xfrm>
            <a:off x="8039100" y="1600200"/>
            <a:ext cx="3429000" cy="723900"/>
            <a:chOff x="8039100" y="1600200"/>
            <a:chExt cx="3429000" cy="723900"/>
          </a:xfrm>
        </p:grpSpPr>
        <p:sp>
          <p:nvSpPr>
            <p:cNvPr id="80" name="node06.source-001.bullet"/>
            <p:cNvSpPr/>
            <p:nvPr/>
          </p:nvSpPr>
          <p:spPr>
            <a:xfrm>
              <a:off x="8039100" y="1689100"/>
              <a:ext cx="38100" cy="38100"/>
            </a:xfrm>
            <a:prstGeom prst="rect">
              <a:avLst/>
            </a:prstGeom>
            <a:solidFill>
              <a:srgbClr val="070154"/>
            </a:solidFill>
            <a:ln>
              <a:noFill/>
            </a:ln>
          </p:spPr>
        </p:sp>
        <p:sp>
          <p:nvSpPr>
            <p:cNvPr id="81" name="node06.source-001.text"/>
            <p:cNvSpPr/>
            <p:nvPr/>
          </p:nvSpPr>
          <p:spPr>
            <a:xfrm>
              <a:off x="8191500" y="1600200"/>
              <a:ext cx="32766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Nine other cells sit in the large band, all at Ridgeview or Harbor.</a:t>
              </a:r>
              <a:endParaRPr lang="en-US" sz="1200" spc="0" kern="0" b="0" i="0" dirty="0">
                <a:solidFill>
                  <a:srgbClr val="070154"/>
                </a:solidFill>
                <a:latin typeface="IBM Plex Sans"/>
                <a:ea typeface="IBM Plex Sans"/>
                <a:cs typeface="IBM Plex Sans"/>
              </a:endParaRPr>
            </a:p>
          </p:txBody>
        </p:sp>
        <p:sp>
          <p:nvSpPr>
            <p:cNvPr id="82" name="node06.source-002.bullet"/>
            <p:cNvSpPr/>
            <p:nvPr/>
          </p:nvSpPr>
          <p:spPr>
            <a:xfrm>
              <a:off x="8039100" y="2184400"/>
              <a:ext cx="38100" cy="38100"/>
            </a:xfrm>
            <a:prstGeom prst="rect">
              <a:avLst/>
            </a:prstGeom>
            <a:solidFill>
              <a:srgbClr val="070154"/>
            </a:solidFill>
            <a:ln>
              <a:noFill/>
            </a:ln>
          </p:spPr>
        </p:sp>
        <p:sp>
          <p:nvSpPr>
            <p:cNvPr id="83" name="node06.source-002.text"/>
            <p:cNvSpPr/>
            <p:nvPr/>
          </p:nvSpPr>
          <p:spPr>
            <a:xfrm>
              <a:off x="8191500" y="20955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Main campus has no gap above moderate.</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ource-073">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CAPABILITY GAPS</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Three gaps drive most of the distance to target</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Northfield Health System assessment, Sep 2026.</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14</a:t>
            </a:fld>
            <a:endParaRPr lang="en-US" sz="700" spc="0" kern="0" b="0" i="0" dirty="0">
              <a:solidFill>
                <a:srgbClr val="070154"/>
              </a:solidFill>
              <a:latin typeface="IBM Plex Mono SemiBold"/>
              <a:ea typeface="IBM Plex Mono SemiBold"/>
              <a:cs typeface="IBM Plex Mono SemiBold"/>
            </a:endParaRPr>
          </a:p>
        </p:txBody>
      </p:sp>
      <p:grpSp>
        <p:nvGrpSpPr>
          <p:cNvPr id="92" name="node01"/>
          <p:cNvGrpSpPr/>
          <p:nvPr/>
        </p:nvGrpSpPr>
        <p:grpSpPr>
          <a:xfrm>
            <a:off x="723900" y="1600200"/>
            <a:ext cx="6400800" cy="3657600"/>
            <a:chOff x="723900" y="1600200"/>
            <a:chExt cx="6400800" cy="3657600"/>
          </a:xfrm>
        </p:grpSpPr>
        <p:sp>
          <p:nvSpPr>
            <p:cNvPr id="7" name="node01.row.item-001.c1.heat-gap"/>
            <p:cNvSpPr/>
            <p:nvPr/>
          </p:nvSpPr>
          <p:spPr>
            <a:xfrm>
              <a:off x="3009900" y="2057400"/>
              <a:ext cx="1028700" cy="457200"/>
            </a:xfrm>
            <a:prstGeom prst="rect">
              <a:avLst/>
            </a:prstGeom>
            <a:solidFill>
              <a:srgbClr val="FFFFFF"/>
            </a:solidFill>
            <a:ln>
              <a:noFill/>
            </a:ln>
          </p:spPr>
        </p:sp>
        <p:sp>
          <p:nvSpPr>
            <p:cNvPr id="8" name="node01.row.item-001.c1.heat"/>
            <p:cNvSpPr/>
            <p:nvPr/>
          </p:nvSpPr>
          <p:spPr>
            <a:xfrm>
              <a:off x="3028950" y="2076450"/>
              <a:ext cx="990600" cy="419100"/>
            </a:xfrm>
            <a:prstGeom prst="rect">
              <a:avLst/>
            </a:prstGeom>
            <a:solidFill>
              <a:srgbClr val="CED7E6"/>
            </a:solidFill>
            <a:ln>
              <a:noFill/>
            </a:ln>
          </p:spPr>
        </p:sp>
        <p:sp>
          <p:nvSpPr>
            <p:cNvPr id="9" name="node01.row.item-001.c2.heat-gap"/>
            <p:cNvSpPr/>
            <p:nvPr/>
          </p:nvSpPr>
          <p:spPr>
            <a:xfrm>
              <a:off x="4038600" y="2057400"/>
              <a:ext cx="1028700" cy="457200"/>
            </a:xfrm>
            <a:prstGeom prst="rect">
              <a:avLst/>
            </a:prstGeom>
            <a:solidFill>
              <a:srgbClr val="FFFFFF"/>
            </a:solidFill>
            <a:ln>
              <a:noFill/>
            </a:ln>
          </p:spPr>
        </p:sp>
        <p:sp>
          <p:nvSpPr>
            <p:cNvPr id="10" name="node01.row.item-001.c2.heat"/>
            <p:cNvSpPr/>
            <p:nvPr/>
          </p:nvSpPr>
          <p:spPr>
            <a:xfrm>
              <a:off x="4057650" y="2076450"/>
              <a:ext cx="990600" cy="419100"/>
            </a:xfrm>
            <a:prstGeom prst="rect">
              <a:avLst/>
            </a:prstGeom>
            <a:solidFill>
              <a:srgbClr val="F3D6EE"/>
            </a:solidFill>
            <a:ln>
              <a:noFill/>
            </a:ln>
          </p:spPr>
        </p:sp>
        <p:sp>
          <p:nvSpPr>
            <p:cNvPr id="11" name="node01.row.item-001.c3.heat-gap"/>
            <p:cNvSpPr/>
            <p:nvPr/>
          </p:nvSpPr>
          <p:spPr>
            <a:xfrm>
              <a:off x="5067300" y="2057400"/>
              <a:ext cx="1028700" cy="457200"/>
            </a:xfrm>
            <a:prstGeom prst="rect">
              <a:avLst/>
            </a:prstGeom>
            <a:solidFill>
              <a:srgbClr val="FFFFFF"/>
            </a:solidFill>
            <a:ln>
              <a:noFill/>
            </a:ln>
          </p:spPr>
        </p:sp>
        <p:sp>
          <p:nvSpPr>
            <p:cNvPr id="12" name="node01.row.item-001.c3.heat"/>
            <p:cNvSpPr/>
            <p:nvPr/>
          </p:nvSpPr>
          <p:spPr>
            <a:xfrm>
              <a:off x="5086350" y="2076450"/>
              <a:ext cx="990600" cy="419100"/>
            </a:xfrm>
            <a:prstGeom prst="rect">
              <a:avLst/>
            </a:prstGeom>
            <a:solidFill>
              <a:srgbClr val="F3D6EE"/>
            </a:solidFill>
            <a:ln>
              <a:noFill/>
            </a:ln>
          </p:spPr>
        </p:sp>
        <p:sp>
          <p:nvSpPr>
            <p:cNvPr id="13" name="node01.row.item-001.c4.heat-gap"/>
            <p:cNvSpPr/>
            <p:nvPr/>
          </p:nvSpPr>
          <p:spPr>
            <a:xfrm>
              <a:off x="6096000" y="2057400"/>
              <a:ext cx="1028700" cy="457200"/>
            </a:xfrm>
            <a:prstGeom prst="rect">
              <a:avLst/>
            </a:prstGeom>
            <a:solidFill>
              <a:srgbClr val="FFFFFF"/>
            </a:solidFill>
            <a:ln>
              <a:noFill/>
            </a:ln>
          </p:spPr>
        </p:sp>
        <p:sp>
          <p:nvSpPr>
            <p:cNvPr id="14" name="node01.row.item-001.c4.heat"/>
            <p:cNvSpPr/>
            <p:nvPr/>
          </p:nvSpPr>
          <p:spPr>
            <a:xfrm>
              <a:off x="6115050" y="2076450"/>
              <a:ext cx="990600" cy="419100"/>
            </a:xfrm>
            <a:prstGeom prst="rect">
              <a:avLst/>
            </a:prstGeom>
            <a:solidFill>
              <a:srgbClr val="FB7FE8"/>
            </a:solidFill>
            <a:ln>
              <a:noFill/>
            </a:ln>
          </p:spPr>
        </p:sp>
        <p:sp>
          <p:nvSpPr>
            <p:cNvPr id="15" name="node01.row.item-002.c1.heat-gap"/>
            <p:cNvSpPr/>
            <p:nvPr/>
          </p:nvSpPr>
          <p:spPr>
            <a:xfrm>
              <a:off x="3009900" y="2514600"/>
              <a:ext cx="1028700" cy="457200"/>
            </a:xfrm>
            <a:prstGeom prst="rect">
              <a:avLst/>
            </a:prstGeom>
            <a:solidFill>
              <a:srgbClr val="FFFFFF"/>
            </a:solidFill>
            <a:ln>
              <a:noFill/>
            </a:ln>
          </p:spPr>
        </p:sp>
        <p:sp>
          <p:nvSpPr>
            <p:cNvPr id="16" name="node01.row.item-002.c1.heat"/>
            <p:cNvSpPr/>
            <p:nvPr/>
          </p:nvSpPr>
          <p:spPr>
            <a:xfrm>
              <a:off x="3028950" y="2533650"/>
              <a:ext cx="990600" cy="419100"/>
            </a:xfrm>
            <a:prstGeom prst="rect">
              <a:avLst/>
            </a:prstGeom>
            <a:solidFill>
              <a:srgbClr val="F3D6EE"/>
            </a:solidFill>
            <a:ln>
              <a:noFill/>
            </a:ln>
          </p:spPr>
        </p:sp>
        <p:sp>
          <p:nvSpPr>
            <p:cNvPr id="17" name="node01.row.item-002.c2.heat-gap"/>
            <p:cNvSpPr/>
            <p:nvPr/>
          </p:nvSpPr>
          <p:spPr>
            <a:xfrm>
              <a:off x="4038600" y="2514600"/>
              <a:ext cx="1028700" cy="457200"/>
            </a:xfrm>
            <a:prstGeom prst="rect">
              <a:avLst/>
            </a:prstGeom>
            <a:solidFill>
              <a:srgbClr val="FFFFFF"/>
            </a:solidFill>
            <a:ln>
              <a:noFill/>
            </a:ln>
          </p:spPr>
        </p:sp>
        <p:sp>
          <p:nvSpPr>
            <p:cNvPr id="18" name="node01.row.item-002.c2.heat"/>
            <p:cNvSpPr/>
            <p:nvPr/>
          </p:nvSpPr>
          <p:spPr>
            <a:xfrm>
              <a:off x="4057650" y="2533650"/>
              <a:ext cx="990600" cy="419100"/>
            </a:xfrm>
            <a:prstGeom prst="rect">
              <a:avLst/>
            </a:prstGeom>
            <a:solidFill>
              <a:srgbClr val="F3D6EE"/>
            </a:solidFill>
            <a:ln>
              <a:noFill/>
            </a:ln>
          </p:spPr>
        </p:sp>
        <p:sp>
          <p:nvSpPr>
            <p:cNvPr id="19" name="node01.row.item-002.c3.heat-gap"/>
            <p:cNvSpPr/>
            <p:nvPr/>
          </p:nvSpPr>
          <p:spPr>
            <a:xfrm>
              <a:off x="5067300" y="2514600"/>
              <a:ext cx="1028700" cy="457200"/>
            </a:xfrm>
            <a:prstGeom prst="rect">
              <a:avLst/>
            </a:prstGeom>
            <a:solidFill>
              <a:srgbClr val="FFFFFF"/>
            </a:solidFill>
            <a:ln>
              <a:noFill/>
            </a:ln>
          </p:spPr>
        </p:sp>
        <p:sp>
          <p:nvSpPr>
            <p:cNvPr id="20" name="node01.row.item-002.c3.heat"/>
            <p:cNvSpPr/>
            <p:nvPr/>
          </p:nvSpPr>
          <p:spPr>
            <a:xfrm>
              <a:off x="5086350" y="2533650"/>
              <a:ext cx="990600" cy="419100"/>
            </a:xfrm>
            <a:prstGeom prst="rect">
              <a:avLst/>
            </a:prstGeom>
            <a:solidFill>
              <a:srgbClr val="FB7FE8"/>
            </a:solidFill>
            <a:ln>
              <a:noFill/>
            </a:ln>
          </p:spPr>
        </p:sp>
        <p:sp>
          <p:nvSpPr>
            <p:cNvPr id="21" name="node01.row.item-002.c4.heat-gap"/>
            <p:cNvSpPr/>
            <p:nvPr/>
          </p:nvSpPr>
          <p:spPr>
            <a:xfrm>
              <a:off x="6096000" y="2514600"/>
              <a:ext cx="1028700" cy="457200"/>
            </a:xfrm>
            <a:prstGeom prst="rect">
              <a:avLst/>
            </a:prstGeom>
            <a:solidFill>
              <a:srgbClr val="FFFFFF"/>
            </a:solidFill>
            <a:ln>
              <a:noFill/>
            </a:ln>
          </p:spPr>
        </p:sp>
        <p:sp>
          <p:nvSpPr>
            <p:cNvPr id="22" name="node01.row.item-002.c4.heat"/>
            <p:cNvSpPr/>
            <p:nvPr/>
          </p:nvSpPr>
          <p:spPr>
            <a:xfrm>
              <a:off x="6115050" y="2533650"/>
              <a:ext cx="990600" cy="419100"/>
            </a:xfrm>
            <a:prstGeom prst="rect">
              <a:avLst/>
            </a:prstGeom>
            <a:solidFill>
              <a:srgbClr val="FB7FE8"/>
            </a:solidFill>
            <a:ln>
              <a:noFill/>
            </a:ln>
          </p:spPr>
        </p:sp>
        <p:sp>
          <p:nvSpPr>
            <p:cNvPr id="23" name="node01.row.item-003.c1.heat-gap"/>
            <p:cNvSpPr/>
            <p:nvPr/>
          </p:nvSpPr>
          <p:spPr>
            <a:xfrm>
              <a:off x="3009900" y="2971800"/>
              <a:ext cx="1028700" cy="457200"/>
            </a:xfrm>
            <a:prstGeom prst="rect">
              <a:avLst/>
            </a:prstGeom>
            <a:solidFill>
              <a:srgbClr val="FFFFFF"/>
            </a:solidFill>
            <a:ln>
              <a:noFill/>
            </a:ln>
          </p:spPr>
        </p:sp>
        <p:sp>
          <p:nvSpPr>
            <p:cNvPr id="24" name="node01.row.item-003.c1.heat"/>
            <p:cNvSpPr/>
            <p:nvPr/>
          </p:nvSpPr>
          <p:spPr>
            <a:xfrm>
              <a:off x="3028950" y="2990850"/>
              <a:ext cx="990600" cy="419100"/>
            </a:xfrm>
            <a:prstGeom prst="rect">
              <a:avLst/>
            </a:prstGeom>
            <a:solidFill>
              <a:srgbClr val="CED7E6"/>
            </a:solidFill>
            <a:ln>
              <a:noFill/>
            </a:ln>
          </p:spPr>
        </p:sp>
        <p:sp>
          <p:nvSpPr>
            <p:cNvPr id="25" name="node01.row.item-003.c2.heat-gap"/>
            <p:cNvSpPr/>
            <p:nvPr/>
          </p:nvSpPr>
          <p:spPr>
            <a:xfrm>
              <a:off x="4038600" y="2971800"/>
              <a:ext cx="1028700" cy="457200"/>
            </a:xfrm>
            <a:prstGeom prst="rect">
              <a:avLst/>
            </a:prstGeom>
            <a:solidFill>
              <a:srgbClr val="FFFFFF"/>
            </a:solidFill>
            <a:ln>
              <a:noFill/>
            </a:ln>
          </p:spPr>
        </p:sp>
        <p:sp>
          <p:nvSpPr>
            <p:cNvPr id="26" name="node01.row.item-003.c2.heat"/>
            <p:cNvSpPr/>
            <p:nvPr/>
          </p:nvSpPr>
          <p:spPr>
            <a:xfrm>
              <a:off x="4057650" y="2990850"/>
              <a:ext cx="990600" cy="419100"/>
            </a:xfrm>
            <a:prstGeom prst="rect">
              <a:avLst/>
            </a:prstGeom>
            <a:solidFill>
              <a:srgbClr val="CED7E6"/>
            </a:solidFill>
            <a:ln>
              <a:noFill/>
            </a:ln>
          </p:spPr>
        </p:sp>
        <p:sp>
          <p:nvSpPr>
            <p:cNvPr id="27" name="node01.row.item-003.c3.heat-gap"/>
            <p:cNvSpPr/>
            <p:nvPr/>
          </p:nvSpPr>
          <p:spPr>
            <a:xfrm>
              <a:off x="5067300" y="2971800"/>
              <a:ext cx="1028700" cy="457200"/>
            </a:xfrm>
            <a:prstGeom prst="rect">
              <a:avLst/>
            </a:prstGeom>
            <a:solidFill>
              <a:srgbClr val="FFFFFF"/>
            </a:solidFill>
            <a:ln>
              <a:noFill/>
            </a:ln>
          </p:spPr>
        </p:sp>
        <p:sp>
          <p:nvSpPr>
            <p:cNvPr id="28" name="node01.row.item-003.c3.heat"/>
            <p:cNvSpPr/>
            <p:nvPr/>
          </p:nvSpPr>
          <p:spPr>
            <a:xfrm>
              <a:off x="5086350" y="2990850"/>
              <a:ext cx="990600" cy="419100"/>
            </a:xfrm>
            <a:prstGeom prst="rect">
              <a:avLst/>
            </a:prstGeom>
            <a:solidFill>
              <a:srgbClr val="F3D6EE"/>
            </a:solidFill>
            <a:ln>
              <a:noFill/>
            </a:ln>
          </p:spPr>
        </p:sp>
        <p:sp>
          <p:nvSpPr>
            <p:cNvPr id="29" name="node01.row.item-003.c4.heat-gap"/>
            <p:cNvSpPr/>
            <p:nvPr/>
          </p:nvSpPr>
          <p:spPr>
            <a:xfrm>
              <a:off x="6096000" y="2971800"/>
              <a:ext cx="1028700" cy="457200"/>
            </a:xfrm>
            <a:prstGeom prst="rect">
              <a:avLst/>
            </a:prstGeom>
            <a:solidFill>
              <a:srgbClr val="FFFFFF"/>
            </a:solidFill>
            <a:ln>
              <a:noFill/>
            </a:ln>
          </p:spPr>
        </p:sp>
        <p:sp>
          <p:nvSpPr>
            <p:cNvPr id="30" name="node01.row.item-003.c4.heat"/>
            <p:cNvSpPr/>
            <p:nvPr/>
          </p:nvSpPr>
          <p:spPr>
            <a:xfrm>
              <a:off x="6115050" y="2990850"/>
              <a:ext cx="990600" cy="419100"/>
            </a:xfrm>
            <a:prstGeom prst="rect">
              <a:avLst/>
            </a:prstGeom>
            <a:solidFill>
              <a:srgbClr val="FB7FE8"/>
            </a:solidFill>
            <a:ln>
              <a:noFill/>
            </a:ln>
          </p:spPr>
        </p:sp>
        <p:sp>
          <p:nvSpPr>
            <p:cNvPr id="31" name="node01.row.item-004.c1.heat-gap"/>
            <p:cNvSpPr/>
            <p:nvPr/>
          </p:nvSpPr>
          <p:spPr>
            <a:xfrm>
              <a:off x="3009900" y="3429000"/>
              <a:ext cx="1028700" cy="457200"/>
            </a:xfrm>
            <a:prstGeom prst="rect">
              <a:avLst/>
            </a:prstGeom>
            <a:solidFill>
              <a:srgbClr val="FFFFFF"/>
            </a:solidFill>
            <a:ln>
              <a:noFill/>
            </a:ln>
          </p:spPr>
        </p:sp>
        <p:sp>
          <p:nvSpPr>
            <p:cNvPr id="32" name="node01.row.item-004.c1.heat"/>
            <p:cNvSpPr/>
            <p:nvPr/>
          </p:nvSpPr>
          <p:spPr>
            <a:xfrm>
              <a:off x="3028950" y="3448050"/>
              <a:ext cx="990600" cy="419100"/>
            </a:xfrm>
            <a:prstGeom prst="rect">
              <a:avLst/>
            </a:prstGeom>
            <a:solidFill>
              <a:srgbClr val="CED7E6"/>
            </a:solidFill>
            <a:ln>
              <a:noFill/>
            </a:ln>
          </p:spPr>
        </p:sp>
        <p:sp>
          <p:nvSpPr>
            <p:cNvPr id="33" name="node01.row.item-004.c2.heat-gap"/>
            <p:cNvSpPr/>
            <p:nvPr/>
          </p:nvSpPr>
          <p:spPr>
            <a:xfrm>
              <a:off x="4038600" y="3429000"/>
              <a:ext cx="1028700" cy="457200"/>
            </a:xfrm>
            <a:prstGeom prst="rect">
              <a:avLst/>
            </a:prstGeom>
            <a:solidFill>
              <a:srgbClr val="FFFFFF"/>
            </a:solidFill>
            <a:ln>
              <a:noFill/>
            </a:ln>
          </p:spPr>
        </p:sp>
        <p:sp>
          <p:nvSpPr>
            <p:cNvPr id="34" name="node01.row.item-004.c2.heat"/>
            <p:cNvSpPr/>
            <p:nvPr/>
          </p:nvSpPr>
          <p:spPr>
            <a:xfrm>
              <a:off x="4057650" y="3448050"/>
              <a:ext cx="990600" cy="419100"/>
            </a:xfrm>
            <a:prstGeom prst="rect">
              <a:avLst/>
            </a:prstGeom>
            <a:solidFill>
              <a:srgbClr val="F3D6EE"/>
            </a:solidFill>
            <a:ln>
              <a:noFill/>
            </a:ln>
          </p:spPr>
        </p:sp>
        <p:sp>
          <p:nvSpPr>
            <p:cNvPr id="35" name="node01.row.item-004.c3.heat-gap"/>
            <p:cNvSpPr/>
            <p:nvPr/>
          </p:nvSpPr>
          <p:spPr>
            <a:xfrm>
              <a:off x="5067300" y="3429000"/>
              <a:ext cx="1028700" cy="457200"/>
            </a:xfrm>
            <a:prstGeom prst="rect">
              <a:avLst/>
            </a:prstGeom>
            <a:solidFill>
              <a:srgbClr val="FFFFFF"/>
            </a:solidFill>
            <a:ln>
              <a:noFill/>
            </a:ln>
          </p:spPr>
        </p:sp>
        <p:sp>
          <p:nvSpPr>
            <p:cNvPr id="36" name="node01.row.item-004.c3.heat"/>
            <p:cNvSpPr/>
            <p:nvPr/>
          </p:nvSpPr>
          <p:spPr>
            <a:xfrm>
              <a:off x="5086350" y="3448050"/>
              <a:ext cx="990600" cy="419100"/>
            </a:xfrm>
            <a:prstGeom prst="rect">
              <a:avLst/>
            </a:prstGeom>
            <a:solidFill>
              <a:srgbClr val="F3D6EE"/>
            </a:solidFill>
            <a:ln>
              <a:noFill/>
            </a:ln>
          </p:spPr>
        </p:sp>
        <p:sp>
          <p:nvSpPr>
            <p:cNvPr id="37" name="node01.row.item-004.c4.heat-gap"/>
            <p:cNvSpPr/>
            <p:nvPr/>
          </p:nvSpPr>
          <p:spPr>
            <a:xfrm>
              <a:off x="6096000" y="3429000"/>
              <a:ext cx="1028700" cy="457200"/>
            </a:xfrm>
            <a:prstGeom prst="rect">
              <a:avLst/>
            </a:prstGeom>
            <a:solidFill>
              <a:srgbClr val="FFFFFF"/>
            </a:solidFill>
            <a:ln>
              <a:noFill/>
            </a:ln>
          </p:spPr>
        </p:sp>
        <p:sp>
          <p:nvSpPr>
            <p:cNvPr id="38" name="node01.row.item-004.c4.heat"/>
            <p:cNvSpPr/>
            <p:nvPr/>
          </p:nvSpPr>
          <p:spPr>
            <a:xfrm>
              <a:off x="6115050" y="3448050"/>
              <a:ext cx="990600" cy="419100"/>
            </a:xfrm>
            <a:prstGeom prst="rect">
              <a:avLst/>
            </a:prstGeom>
            <a:solidFill>
              <a:srgbClr val="F3D6EE"/>
            </a:solidFill>
            <a:ln>
              <a:noFill/>
            </a:ln>
          </p:spPr>
        </p:sp>
        <p:sp>
          <p:nvSpPr>
            <p:cNvPr id="39" name="node01.row.item-005.c1.heat-gap"/>
            <p:cNvSpPr/>
            <p:nvPr/>
          </p:nvSpPr>
          <p:spPr>
            <a:xfrm>
              <a:off x="3009900" y="3886200"/>
              <a:ext cx="1028700" cy="457200"/>
            </a:xfrm>
            <a:prstGeom prst="rect">
              <a:avLst/>
            </a:prstGeom>
            <a:solidFill>
              <a:srgbClr val="FFFFFF"/>
            </a:solidFill>
            <a:ln>
              <a:noFill/>
            </a:ln>
          </p:spPr>
        </p:sp>
        <p:sp>
          <p:nvSpPr>
            <p:cNvPr id="40" name="node01.row.item-005.c1.heat"/>
            <p:cNvSpPr/>
            <p:nvPr/>
          </p:nvSpPr>
          <p:spPr>
            <a:xfrm>
              <a:off x="3028950" y="3905250"/>
              <a:ext cx="990600" cy="419100"/>
            </a:xfrm>
            <a:prstGeom prst="rect">
              <a:avLst/>
            </a:prstGeom>
            <a:solidFill>
              <a:srgbClr val="F3D6EE"/>
            </a:solidFill>
            <a:ln>
              <a:noFill/>
            </a:ln>
          </p:spPr>
        </p:sp>
        <p:sp>
          <p:nvSpPr>
            <p:cNvPr id="41" name="node01.row.item-005.c2.heat-gap"/>
            <p:cNvSpPr/>
            <p:nvPr/>
          </p:nvSpPr>
          <p:spPr>
            <a:xfrm>
              <a:off x="4038600" y="3886200"/>
              <a:ext cx="1028700" cy="457200"/>
            </a:xfrm>
            <a:prstGeom prst="rect">
              <a:avLst/>
            </a:prstGeom>
            <a:solidFill>
              <a:srgbClr val="FFFFFF"/>
            </a:solidFill>
            <a:ln>
              <a:noFill/>
            </a:ln>
          </p:spPr>
        </p:sp>
        <p:sp>
          <p:nvSpPr>
            <p:cNvPr id="42" name="node01.row.item-005.c2.heat"/>
            <p:cNvSpPr/>
            <p:nvPr/>
          </p:nvSpPr>
          <p:spPr>
            <a:xfrm>
              <a:off x="4057650" y="3905250"/>
              <a:ext cx="990600" cy="419100"/>
            </a:xfrm>
            <a:prstGeom prst="rect">
              <a:avLst/>
            </a:prstGeom>
            <a:solidFill>
              <a:srgbClr val="F3D6EE"/>
            </a:solidFill>
            <a:ln>
              <a:noFill/>
            </a:ln>
          </p:spPr>
        </p:sp>
        <p:sp>
          <p:nvSpPr>
            <p:cNvPr id="43" name="node01.row.item-005.c3.heat-gap"/>
            <p:cNvSpPr/>
            <p:nvPr/>
          </p:nvSpPr>
          <p:spPr>
            <a:xfrm>
              <a:off x="5067300" y="3886200"/>
              <a:ext cx="1028700" cy="457200"/>
            </a:xfrm>
            <a:prstGeom prst="rect">
              <a:avLst/>
            </a:prstGeom>
            <a:solidFill>
              <a:srgbClr val="FFFFFF"/>
            </a:solidFill>
            <a:ln>
              <a:noFill/>
            </a:ln>
          </p:spPr>
        </p:sp>
        <p:sp>
          <p:nvSpPr>
            <p:cNvPr id="44" name="node01.row.item-005.c3.heat"/>
            <p:cNvSpPr/>
            <p:nvPr/>
          </p:nvSpPr>
          <p:spPr>
            <a:xfrm>
              <a:off x="5086350" y="3905250"/>
              <a:ext cx="990600" cy="419100"/>
            </a:xfrm>
            <a:prstGeom prst="rect">
              <a:avLst/>
            </a:prstGeom>
            <a:solidFill>
              <a:srgbClr val="FB7FE8"/>
            </a:solidFill>
            <a:ln>
              <a:noFill/>
            </a:ln>
          </p:spPr>
        </p:sp>
        <p:sp>
          <p:nvSpPr>
            <p:cNvPr id="45" name="node01.row.item-005.c4.heat-gap"/>
            <p:cNvSpPr/>
            <p:nvPr/>
          </p:nvSpPr>
          <p:spPr>
            <a:xfrm>
              <a:off x="6096000" y="3886200"/>
              <a:ext cx="1028700" cy="457200"/>
            </a:xfrm>
            <a:prstGeom prst="rect">
              <a:avLst/>
            </a:prstGeom>
            <a:solidFill>
              <a:srgbClr val="FFFFFF"/>
            </a:solidFill>
            <a:ln>
              <a:noFill/>
            </a:ln>
          </p:spPr>
        </p:sp>
        <p:sp>
          <p:nvSpPr>
            <p:cNvPr id="46" name="node01.row.item-005.c4.heat"/>
            <p:cNvSpPr/>
            <p:nvPr/>
          </p:nvSpPr>
          <p:spPr>
            <a:xfrm>
              <a:off x="6115050" y="3905250"/>
              <a:ext cx="990600" cy="419100"/>
            </a:xfrm>
            <a:prstGeom prst="rect">
              <a:avLst/>
            </a:prstGeom>
            <a:solidFill>
              <a:srgbClr val="F900D3"/>
            </a:solidFill>
            <a:ln>
              <a:noFill/>
            </a:ln>
          </p:spPr>
        </p:sp>
        <p:sp>
          <p:nvSpPr>
            <p:cNvPr id="47" name="node01.row.item-006.c1.heat-gap"/>
            <p:cNvSpPr/>
            <p:nvPr/>
          </p:nvSpPr>
          <p:spPr>
            <a:xfrm>
              <a:off x="3009900" y="4343400"/>
              <a:ext cx="1028700" cy="457200"/>
            </a:xfrm>
            <a:prstGeom prst="rect">
              <a:avLst/>
            </a:prstGeom>
            <a:solidFill>
              <a:srgbClr val="FFFFFF"/>
            </a:solidFill>
            <a:ln>
              <a:noFill/>
            </a:ln>
          </p:spPr>
        </p:sp>
        <p:sp>
          <p:nvSpPr>
            <p:cNvPr id="48" name="node01.row.item-006.c1.heat"/>
            <p:cNvSpPr/>
            <p:nvPr/>
          </p:nvSpPr>
          <p:spPr>
            <a:xfrm>
              <a:off x="3028950" y="4362450"/>
              <a:ext cx="990600" cy="419100"/>
            </a:xfrm>
            <a:prstGeom prst="rect">
              <a:avLst/>
            </a:prstGeom>
            <a:solidFill>
              <a:srgbClr val="CED7E6"/>
            </a:solidFill>
            <a:ln>
              <a:noFill/>
            </a:ln>
          </p:spPr>
        </p:sp>
        <p:sp>
          <p:nvSpPr>
            <p:cNvPr id="49" name="node01.row.item-006.c2.heat-gap"/>
            <p:cNvSpPr/>
            <p:nvPr/>
          </p:nvSpPr>
          <p:spPr>
            <a:xfrm>
              <a:off x="4038600" y="4343400"/>
              <a:ext cx="1028700" cy="457200"/>
            </a:xfrm>
            <a:prstGeom prst="rect">
              <a:avLst/>
            </a:prstGeom>
            <a:solidFill>
              <a:srgbClr val="FFFFFF"/>
            </a:solidFill>
            <a:ln>
              <a:noFill/>
            </a:ln>
          </p:spPr>
        </p:sp>
        <p:sp>
          <p:nvSpPr>
            <p:cNvPr id="50" name="node01.row.item-006.c2.heat"/>
            <p:cNvSpPr/>
            <p:nvPr/>
          </p:nvSpPr>
          <p:spPr>
            <a:xfrm>
              <a:off x="4057650" y="4362450"/>
              <a:ext cx="990600" cy="419100"/>
            </a:xfrm>
            <a:prstGeom prst="rect">
              <a:avLst/>
            </a:prstGeom>
            <a:solidFill>
              <a:srgbClr val="F3D6EE"/>
            </a:solidFill>
            <a:ln>
              <a:noFill/>
            </a:ln>
          </p:spPr>
        </p:sp>
        <p:sp>
          <p:nvSpPr>
            <p:cNvPr id="51" name="node01.row.item-006.c3.heat-gap"/>
            <p:cNvSpPr/>
            <p:nvPr/>
          </p:nvSpPr>
          <p:spPr>
            <a:xfrm>
              <a:off x="5067300" y="4343400"/>
              <a:ext cx="1028700" cy="457200"/>
            </a:xfrm>
            <a:prstGeom prst="rect">
              <a:avLst/>
            </a:prstGeom>
            <a:solidFill>
              <a:srgbClr val="FFFFFF"/>
            </a:solidFill>
            <a:ln>
              <a:noFill/>
            </a:ln>
          </p:spPr>
        </p:sp>
        <p:sp>
          <p:nvSpPr>
            <p:cNvPr id="52" name="node01.row.item-006.c3.heat"/>
            <p:cNvSpPr/>
            <p:nvPr/>
          </p:nvSpPr>
          <p:spPr>
            <a:xfrm>
              <a:off x="5086350" y="4362450"/>
              <a:ext cx="990600" cy="419100"/>
            </a:xfrm>
            <a:prstGeom prst="rect">
              <a:avLst/>
            </a:prstGeom>
            <a:solidFill>
              <a:srgbClr val="FB7FE8"/>
            </a:solidFill>
            <a:ln>
              <a:noFill/>
            </a:ln>
          </p:spPr>
        </p:sp>
        <p:sp>
          <p:nvSpPr>
            <p:cNvPr id="53" name="node01.row.item-006.c4.heat-gap"/>
            <p:cNvSpPr/>
            <p:nvPr/>
          </p:nvSpPr>
          <p:spPr>
            <a:xfrm>
              <a:off x="6096000" y="4343400"/>
              <a:ext cx="1028700" cy="457200"/>
            </a:xfrm>
            <a:prstGeom prst="rect">
              <a:avLst/>
            </a:prstGeom>
            <a:solidFill>
              <a:srgbClr val="FFFFFF"/>
            </a:solidFill>
            <a:ln>
              <a:noFill/>
            </a:ln>
          </p:spPr>
        </p:sp>
        <p:sp>
          <p:nvSpPr>
            <p:cNvPr id="54" name="node01.row.item-006.c4.heat"/>
            <p:cNvSpPr/>
            <p:nvPr/>
          </p:nvSpPr>
          <p:spPr>
            <a:xfrm>
              <a:off x="6115050" y="4362450"/>
              <a:ext cx="990600" cy="419100"/>
            </a:xfrm>
            <a:prstGeom prst="rect">
              <a:avLst/>
            </a:prstGeom>
            <a:solidFill>
              <a:srgbClr val="FB7FE8"/>
            </a:solidFill>
            <a:ln>
              <a:noFill/>
            </a:ln>
          </p:spPr>
        </p:sp>
        <p:sp>
          <p:nvSpPr>
            <p:cNvPr id="55" name="node01.row.item-007.c1.heat-gap"/>
            <p:cNvSpPr/>
            <p:nvPr/>
          </p:nvSpPr>
          <p:spPr>
            <a:xfrm>
              <a:off x="3009900" y="4800600"/>
              <a:ext cx="1028700" cy="457200"/>
            </a:xfrm>
            <a:prstGeom prst="rect">
              <a:avLst/>
            </a:prstGeom>
            <a:solidFill>
              <a:srgbClr val="FFFFFF"/>
            </a:solidFill>
            <a:ln>
              <a:noFill/>
            </a:ln>
          </p:spPr>
        </p:sp>
        <p:sp>
          <p:nvSpPr>
            <p:cNvPr id="56" name="node01.row.item-007.c1.heat"/>
            <p:cNvSpPr/>
            <p:nvPr/>
          </p:nvSpPr>
          <p:spPr>
            <a:xfrm>
              <a:off x="3028950" y="4819650"/>
              <a:ext cx="990600" cy="419100"/>
            </a:xfrm>
            <a:prstGeom prst="rect">
              <a:avLst/>
            </a:prstGeom>
            <a:solidFill>
              <a:srgbClr val="F3D6EE"/>
            </a:solidFill>
            <a:ln>
              <a:noFill/>
            </a:ln>
          </p:spPr>
        </p:sp>
        <p:sp>
          <p:nvSpPr>
            <p:cNvPr id="57" name="node01.row.item-007.c2.heat-gap"/>
            <p:cNvSpPr/>
            <p:nvPr/>
          </p:nvSpPr>
          <p:spPr>
            <a:xfrm>
              <a:off x="4038600" y="4800600"/>
              <a:ext cx="1028700" cy="457200"/>
            </a:xfrm>
            <a:prstGeom prst="rect">
              <a:avLst/>
            </a:prstGeom>
            <a:solidFill>
              <a:srgbClr val="FFFFFF"/>
            </a:solidFill>
            <a:ln>
              <a:noFill/>
            </a:ln>
          </p:spPr>
        </p:sp>
        <p:sp>
          <p:nvSpPr>
            <p:cNvPr id="58" name="node01.row.item-007.c2.heat"/>
            <p:cNvSpPr/>
            <p:nvPr/>
          </p:nvSpPr>
          <p:spPr>
            <a:xfrm>
              <a:off x="4057650" y="4819650"/>
              <a:ext cx="990600" cy="419100"/>
            </a:xfrm>
            <a:prstGeom prst="rect">
              <a:avLst/>
            </a:prstGeom>
            <a:solidFill>
              <a:srgbClr val="F3D6EE"/>
            </a:solidFill>
            <a:ln>
              <a:noFill/>
            </a:ln>
          </p:spPr>
        </p:sp>
        <p:sp>
          <p:nvSpPr>
            <p:cNvPr id="59" name="node01.row.item-007.c3.heat-gap"/>
            <p:cNvSpPr/>
            <p:nvPr/>
          </p:nvSpPr>
          <p:spPr>
            <a:xfrm>
              <a:off x="5067300" y="4800600"/>
              <a:ext cx="1028700" cy="457200"/>
            </a:xfrm>
            <a:prstGeom prst="rect">
              <a:avLst/>
            </a:prstGeom>
            <a:solidFill>
              <a:srgbClr val="FFFFFF"/>
            </a:solidFill>
            <a:ln>
              <a:noFill/>
            </a:ln>
          </p:spPr>
        </p:sp>
        <p:sp>
          <p:nvSpPr>
            <p:cNvPr id="60" name="node01.row.item-007.c3.heat"/>
            <p:cNvSpPr/>
            <p:nvPr/>
          </p:nvSpPr>
          <p:spPr>
            <a:xfrm>
              <a:off x="5086350" y="4819650"/>
              <a:ext cx="990600" cy="419100"/>
            </a:xfrm>
            <a:prstGeom prst="rect">
              <a:avLst/>
            </a:prstGeom>
            <a:solidFill>
              <a:srgbClr val="FB7FE8"/>
            </a:solidFill>
            <a:ln>
              <a:noFill/>
            </a:ln>
          </p:spPr>
        </p:sp>
        <p:sp>
          <p:nvSpPr>
            <p:cNvPr id="61" name="node01.row.item-007.c4.heat-gap"/>
            <p:cNvSpPr/>
            <p:nvPr/>
          </p:nvSpPr>
          <p:spPr>
            <a:xfrm>
              <a:off x="6096000" y="4800600"/>
              <a:ext cx="1028700" cy="457200"/>
            </a:xfrm>
            <a:prstGeom prst="rect">
              <a:avLst/>
            </a:prstGeom>
            <a:solidFill>
              <a:srgbClr val="FFFFFF"/>
            </a:solidFill>
            <a:ln>
              <a:noFill/>
            </a:ln>
          </p:spPr>
        </p:sp>
        <p:sp>
          <p:nvSpPr>
            <p:cNvPr id="62" name="node01.row.item-007.c4.heat"/>
            <p:cNvSpPr/>
            <p:nvPr/>
          </p:nvSpPr>
          <p:spPr>
            <a:xfrm>
              <a:off x="6115050" y="4819650"/>
              <a:ext cx="990600" cy="419100"/>
            </a:xfrm>
            <a:prstGeom prst="rect">
              <a:avLst/>
            </a:prstGeom>
            <a:solidFill>
              <a:srgbClr val="FB7FE8"/>
            </a:solidFill>
            <a:ln>
              <a:noFill/>
            </a:ln>
          </p:spPr>
        </p:sp>
        <p:graphicFrame>
          <p:nvGraphicFramePr>
            <p:cNvPr id="63" name="node01.native"/>
            <p:cNvGraphicFramePr>
              <a:graphicFrameLocks noGrp="1"/>
            </p:cNvGraphicFramePr>
            <p:nvPr>
              <p:extLst>
                <p:ext uri="{D42A27DB-BD31-4B8C-83A1-F6EECF244321}">
                  <p14:modId xmlns:p14="http://schemas.microsoft.com/office/powerpoint/2010/main" val="1579011935"/>
                </p:ext>
              </p:extLst>
            </p:nvPr>
          </p:nvGraphicFramePr>
          <p:xfrm>
            <a:off x="723900" y="1600200"/>
            <a:ext cx="6400800" cy="3657600"/>
          </p:xfrm>
          <a:graphic>
            <a:graphicData uri="http://schemas.openxmlformats.org/drawingml/2006/table">
              <a:tbl>
                <a:tblPr/>
                <a:tblGrid>
                  <a:gridCol w="2286000"/>
                  <a:gridCol w="1028700"/>
                  <a:gridCol w="1028700"/>
                  <a:gridCol w="1028700"/>
                  <a:gridCol w="1028700"/>
                </a:tblGrid>
                <a:tr h="457200">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CAPABILITY</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MAIN CAMPUS</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LAKESIDE</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RIDGEVIEW</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HARBOR</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r>
                <a:tr h="457200">
                  <a:tc>
                    <a:txBody>
                      <a:bodyPr wrap="square" anchor="ctr" lIns="0" rIns="0" tIns="0" bIns="0">
                        <a:noAutofit/>
                      </a:bodyPr>
                      <a:lstStyle/>
                      <a:p>
                        <a:pPr algn="l" marL="0" indent="0">
                          <a:lnSpc>
                            <a:spcPts val="2100"/>
                          </a:lnSpc>
                          <a:spcBef>
                            <a:spcPts val="0"/>
                          </a:spcBef>
                          <a:spcAft>
                            <a:spcPts val="0"/>
                          </a:spcAft>
                          <a:buNone/>
                          <a:defRPr lang="en-US" sz="1400" spc="0" kern="0" b="0" i="0" dirty="0">
                            <a:solidFill>
                              <a:srgbClr val="070154"/>
                            </a:solidFill>
                            <a:latin typeface="IBM Plex Sans SemiBold"/>
                            <a:ea typeface="IBM Plex Sans SemiBold"/>
                            <a:cs typeface="IBM Plex Sans SemiBold"/>
                          </a:defRPr>
                        </a:pPr>
                        <a:r>
                          <a:rPr lang="en-US" sz="1400" spc="0" kern="0" b="0" i="0" dirty="0">
                            <a:solidFill>
                              <a:srgbClr val="070154"/>
                            </a:solidFill>
                            <a:latin typeface="IBM Plex Sans SemiBold"/>
                            <a:ea typeface="IBM Plex Sans SemiBold"/>
                            <a:cs typeface="IBM Plex Sans SemiBold"/>
                          </a:rPr>
                          <a:t xml:space="preserve">Patient access</a:t>
                        </a:r>
                        <a:endParaRPr lang="en-US" sz="14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2100"/>
                          </a:lnSpc>
                          <a:spcBef>
                            <a:spcPts val="0"/>
                          </a:spcBef>
                          <a:spcAft>
                            <a:spcPts val="0"/>
                          </a:spcAft>
                          <a:buNone/>
                          <a:defRPr lang="en-US" sz="1400" spc="0" kern="0" b="0" i="0" dirty="0">
                            <a:solidFill>
                              <a:srgbClr val="070154"/>
                            </a:solidFill>
                            <a:latin typeface="IBM Plex Sans SemiBold"/>
                            <a:ea typeface="IBM Plex Sans SemiBold"/>
                            <a:cs typeface="IBM Plex Sans SemiBold"/>
                          </a:defRPr>
                        </a:pPr>
                        <a:endParaRPr lang="en-US" sz="14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2100"/>
                          </a:lnSpc>
                          <a:spcBef>
                            <a:spcPts val="0"/>
                          </a:spcBef>
                          <a:spcAft>
                            <a:spcPts val="0"/>
                          </a:spcAft>
                          <a:buNone/>
                          <a:defRPr lang="en-US" sz="1400" spc="0" kern="0" b="0" i="0" dirty="0">
                            <a:solidFill>
                              <a:srgbClr val="070154"/>
                            </a:solidFill>
                            <a:latin typeface="IBM Plex Sans SemiBold"/>
                            <a:ea typeface="IBM Plex Sans SemiBold"/>
                            <a:cs typeface="IBM Plex Sans SemiBold"/>
                          </a:defRPr>
                        </a:pPr>
                        <a:endParaRPr lang="en-US" sz="14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2100"/>
                          </a:lnSpc>
                          <a:spcBef>
                            <a:spcPts val="0"/>
                          </a:spcBef>
                          <a:spcAft>
                            <a:spcPts val="0"/>
                          </a:spcAft>
                          <a:buNone/>
                          <a:defRPr lang="en-US" sz="1400" spc="0" kern="0" b="0" i="0" dirty="0">
                            <a:solidFill>
                              <a:srgbClr val="070154"/>
                            </a:solidFill>
                            <a:latin typeface="IBM Plex Sans SemiBold"/>
                            <a:ea typeface="IBM Plex Sans SemiBold"/>
                            <a:cs typeface="IBM Plex Sans SemiBold"/>
                          </a:defRPr>
                        </a:pPr>
                        <a:endParaRPr lang="en-US" sz="14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2100"/>
                          </a:lnSpc>
                          <a:spcBef>
                            <a:spcPts val="0"/>
                          </a:spcBef>
                          <a:spcAft>
                            <a:spcPts val="0"/>
                          </a:spcAft>
                          <a:buNone/>
                          <a:defRPr lang="en-US" sz="1400" spc="0" kern="0" b="0" i="0" dirty="0">
                            <a:solidFill>
                              <a:srgbClr val="070154"/>
                            </a:solidFill>
                            <a:latin typeface="IBM Plex Sans SemiBold"/>
                            <a:ea typeface="IBM Plex Sans SemiBold"/>
                            <a:cs typeface="IBM Plex Sans SemiBold"/>
                          </a:defRPr>
                        </a:pPr>
                        <a:endParaRPr lang="en-US" sz="14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r h="457200">
                  <a:tc>
                    <a:txBody>
                      <a:bodyPr wrap="square" anchor="ctr" lIns="0" rIns="0" tIns="0" bIns="0">
                        <a:noAutofit/>
                      </a:bodyPr>
                      <a:lstStyle/>
                      <a:p>
                        <a:pPr algn="l" marL="0" indent="0">
                          <a:lnSpc>
                            <a:spcPts val="2100"/>
                          </a:lnSpc>
                          <a:spcBef>
                            <a:spcPts val="0"/>
                          </a:spcBef>
                          <a:spcAft>
                            <a:spcPts val="0"/>
                          </a:spcAft>
                          <a:buNone/>
                          <a:defRPr lang="en-US" sz="1400" spc="0" kern="0" b="0" i="0" dirty="0">
                            <a:solidFill>
                              <a:srgbClr val="070154"/>
                            </a:solidFill>
                            <a:latin typeface="IBM Plex Sans SemiBold"/>
                            <a:ea typeface="IBM Plex Sans SemiBold"/>
                            <a:cs typeface="IBM Plex Sans SemiBold"/>
                          </a:defRPr>
                        </a:pPr>
                        <a:r>
                          <a:rPr lang="en-US" sz="1400" spc="0" kern="0" b="0" i="0" dirty="0">
                            <a:solidFill>
                              <a:srgbClr val="070154"/>
                            </a:solidFill>
                            <a:latin typeface="IBM Plex Sans SemiBold"/>
                            <a:ea typeface="IBM Plex Sans SemiBold"/>
                            <a:cs typeface="IBM Plex Sans SemiBold"/>
                          </a:rPr>
                          <a:t xml:space="preserve">Scheduling</a:t>
                        </a:r>
                        <a:endParaRPr lang="en-US" sz="14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2100"/>
                          </a:lnSpc>
                          <a:spcBef>
                            <a:spcPts val="0"/>
                          </a:spcBef>
                          <a:spcAft>
                            <a:spcPts val="0"/>
                          </a:spcAft>
                          <a:buNone/>
                          <a:defRPr lang="en-US" sz="1400" spc="0" kern="0" b="0" i="0" dirty="0">
                            <a:solidFill>
                              <a:srgbClr val="070154"/>
                            </a:solidFill>
                            <a:latin typeface="IBM Plex Sans SemiBold"/>
                            <a:ea typeface="IBM Plex Sans SemiBold"/>
                            <a:cs typeface="IBM Plex Sans SemiBold"/>
                          </a:defRPr>
                        </a:pPr>
                        <a:endParaRPr lang="en-US" sz="14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2100"/>
                          </a:lnSpc>
                          <a:spcBef>
                            <a:spcPts val="0"/>
                          </a:spcBef>
                          <a:spcAft>
                            <a:spcPts val="0"/>
                          </a:spcAft>
                          <a:buNone/>
                          <a:defRPr lang="en-US" sz="1400" spc="0" kern="0" b="0" i="0" dirty="0">
                            <a:solidFill>
                              <a:srgbClr val="070154"/>
                            </a:solidFill>
                            <a:latin typeface="IBM Plex Sans SemiBold"/>
                            <a:ea typeface="IBM Plex Sans SemiBold"/>
                            <a:cs typeface="IBM Plex Sans SemiBold"/>
                          </a:defRPr>
                        </a:pPr>
                        <a:endParaRPr lang="en-US" sz="14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2100"/>
                          </a:lnSpc>
                          <a:spcBef>
                            <a:spcPts val="0"/>
                          </a:spcBef>
                          <a:spcAft>
                            <a:spcPts val="0"/>
                          </a:spcAft>
                          <a:buNone/>
                          <a:defRPr lang="en-US" sz="1400" spc="0" kern="0" b="0" i="0" dirty="0">
                            <a:solidFill>
                              <a:srgbClr val="070154"/>
                            </a:solidFill>
                            <a:latin typeface="IBM Plex Sans SemiBold"/>
                            <a:ea typeface="IBM Plex Sans SemiBold"/>
                            <a:cs typeface="IBM Plex Sans SemiBold"/>
                          </a:defRPr>
                        </a:pPr>
                        <a:endParaRPr lang="en-US" sz="14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2100"/>
                          </a:lnSpc>
                          <a:spcBef>
                            <a:spcPts val="0"/>
                          </a:spcBef>
                          <a:spcAft>
                            <a:spcPts val="0"/>
                          </a:spcAft>
                          <a:buNone/>
                          <a:defRPr lang="en-US" sz="1400" spc="0" kern="0" b="0" i="0" dirty="0">
                            <a:solidFill>
                              <a:srgbClr val="070154"/>
                            </a:solidFill>
                            <a:latin typeface="IBM Plex Sans SemiBold"/>
                            <a:ea typeface="IBM Plex Sans SemiBold"/>
                            <a:cs typeface="IBM Plex Sans SemiBold"/>
                          </a:defRPr>
                        </a:pPr>
                        <a:endParaRPr lang="en-US" sz="14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r h="457200">
                  <a:tc>
                    <a:txBody>
                      <a:bodyPr wrap="square" anchor="ctr" lIns="0" rIns="0" tIns="0" bIns="0">
                        <a:noAutofit/>
                      </a:bodyPr>
                      <a:lstStyle/>
                      <a:p>
                        <a:pPr algn="l" marL="0" indent="0">
                          <a:lnSpc>
                            <a:spcPts val="2100"/>
                          </a:lnSpc>
                          <a:spcBef>
                            <a:spcPts val="0"/>
                          </a:spcBef>
                          <a:spcAft>
                            <a:spcPts val="0"/>
                          </a:spcAft>
                          <a:buNone/>
                          <a:defRPr lang="en-US" sz="1400" spc="0" kern="0" b="0" i="0" dirty="0">
                            <a:solidFill>
                              <a:srgbClr val="070154"/>
                            </a:solidFill>
                            <a:latin typeface="IBM Plex Sans SemiBold"/>
                            <a:ea typeface="IBM Plex Sans SemiBold"/>
                            <a:cs typeface="IBM Plex Sans SemiBold"/>
                          </a:defRPr>
                        </a:pPr>
                        <a:r>
                          <a:rPr lang="en-US" sz="1400" spc="0" kern="0" b="0" i="0" dirty="0">
                            <a:solidFill>
                              <a:srgbClr val="070154"/>
                            </a:solidFill>
                            <a:latin typeface="IBM Plex Sans SemiBold"/>
                            <a:ea typeface="IBM Plex Sans SemiBold"/>
                            <a:cs typeface="IBM Plex Sans SemiBold"/>
                          </a:rPr>
                          <a:t xml:space="preserve">Revenue cycle</a:t>
                        </a:r>
                        <a:endParaRPr lang="en-US" sz="14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2100"/>
                          </a:lnSpc>
                          <a:spcBef>
                            <a:spcPts val="0"/>
                          </a:spcBef>
                          <a:spcAft>
                            <a:spcPts val="0"/>
                          </a:spcAft>
                          <a:buNone/>
                          <a:defRPr lang="en-US" sz="1400" spc="0" kern="0" b="0" i="0" dirty="0">
                            <a:solidFill>
                              <a:srgbClr val="070154"/>
                            </a:solidFill>
                            <a:latin typeface="IBM Plex Sans SemiBold"/>
                            <a:ea typeface="IBM Plex Sans SemiBold"/>
                            <a:cs typeface="IBM Plex Sans SemiBold"/>
                          </a:defRPr>
                        </a:pPr>
                        <a:endParaRPr lang="en-US" sz="14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2100"/>
                          </a:lnSpc>
                          <a:spcBef>
                            <a:spcPts val="0"/>
                          </a:spcBef>
                          <a:spcAft>
                            <a:spcPts val="0"/>
                          </a:spcAft>
                          <a:buNone/>
                          <a:defRPr lang="en-US" sz="1400" spc="0" kern="0" b="0" i="0" dirty="0">
                            <a:solidFill>
                              <a:srgbClr val="070154"/>
                            </a:solidFill>
                            <a:latin typeface="IBM Plex Sans SemiBold"/>
                            <a:ea typeface="IBM Plex Sans SemiBold"/>
                            <a:cs typeface="IBM Plex Sans SemiBold"/>
                          </a:defRPr>
                        </a:pPr>
                        <a:endParaRPr lang="en-US" sz="14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2100"/>
                          </a:lnSpc>
                          <a:spcBef>
                            <a:spcPts val="0"/>
                          </a:spcBef>
                          <a:spcAft>
                            <a:spcPts val="0"/>
                          </a:spcAft>
                          <a:buNone/>
                          <a:defRPr lang="en-US" sz="1400" spc="0" kern="0" b="0" i="0" dirty="0">
                            <a:solidFill>
                              <a:srgbClr val="070154"/>
                            </a:solidFill>
                            <a:latin typeface="IBM Plex Sans SemiBold"/>
                            <a:ea typeface="IBM Plex Sans SemiBold"/>
                            <a:cs typeface="IBM Plex Sans SemiBold"/>
                          </a:defRPr>
                        </a:pPr>
                        <a:endParaRPr lang="en-US" sz="14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2100"/>
                          </a:lnSpc>
                          <a:spcBef>
                            <a:spcPts val="0"/>
                          </a:spcBef>
                          <a:spcAft>
                            <a:spcPts val="0"/>
                          </a:spcAft>
                          <a:buNone/>
                          <a:defRPr lang="en-US" sz="1400" spc="0" kern="0" b="0" i="0" dirty="0">
                            <a:solidFill>
                              <a:srgbClr val="070154"/>
                            </a:solidFill>
                            <a:latin typeface="IBM Plex Sans SemiBold"/>
                            <a:ea typeface="IBM Plex Sans SemiBold"/>
                            <a:cs typeface="IBM Plex Sans SemiBold"/>
                          </a:defRPr>
                        </a:pPr>
                        <a:endParaRPr lang="en-US" sz="14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r h="457200">
                  <a:tc>
                    <a:txBody>
                      <a:bodyPr wrap="square" anchor="ctr" lIns="0" rIns="0" tIns="0" bIns="0">
                        <a:noAutofit/>
                      </a:bodyPr>
                      <a:lstStyle/>
                      <a:p>
                        <a:pPr algn="l" marL="0" indent="0">
                          <a:lnSpc>
                            <a:spcPts val="2100"/>
                          </a:lnSpc>
                          <a:spcBef>
                            <a:spcPts val="0"/>
                          </a:spcBef>
                          <a:spcAft>
                            <a:spcPts val="0"/>
                          </a:spcAft>
                          <a:buNone/>
                          <a:defRPr lang="en-US" sz="1400" spc="0" kern="0" b="0" i="0" dirty="0">
                            <a:solidFill>
                              <a:srgbClr val="070154"/>
                            </a:solidFill>
                            <a:latin typeface="IBM Plex Sans SemiBold"/>
                            <a:ea typeface="IBM Plex Sans SemiBold"/>
                            <a:cs typeface="IBM Plex Sans SemiBold"/>
                          </a:defRPr>
                        </a:pPr>
                        <a:r>
                          <a:rPr lang="en-US" sz="1400" spc="0" kern="0" b="0" i="0" dirty="0">
                            <a:solidFill>
                              <a:srgbClr val="070154"/>
                            </a:solidFill>
                            <a:latin typeface="IBM Plex Sans SemiBold"/>
                            <a:ea typeface="IBM Plex Sans SemiBold"/>
                            <a:cs typeface="IBM Plex Sans SemiBold"/>
                          </a:rPr>
                          <a:t xml:space="preserve">Documentation</a:t>
                        </a:r>
                        <a:endParaRPr lang="en-US" sz="14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2100"/>
                          </a:lnSpc>
                          <a:spcBef>
                            <a:spcPts val="0"/>
                          </a:spcBef>
                          <a:spcAft>
                            <a:spcPts val="0"/>
                          </a:spcAft>
                          <a:buNone/>
                          <a:defRPr lang="en-US" sz="1400" spc="0" kern="0" b="0" i="0" dirty="0">
                            <a:solidFill>
                              <a:srgbClr val="070154"/>
                            </a:solidFill>
                            <a:latin typeface="IBM Plex Sans SemiBold"/>
                            <a:ea typeface="IBM Plex Sans SemiBold"/>
                            <a:cs typeface="IBM Plex Sans SemiBold"/>
                          </a:defRPr>
                        </a:pPr>
                        <a:endParaRPr lang="en-US" sz="14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2100"/>
                          </a:lnSpc>
                          <a:spcBef>
                            <a:spcPts val="0"/>
                          </a:spcBef>
                          <a:spcAft>
                            <a:spcPts val="0"/>
                          </a:spcAft>
                          <a:buNone/>
                          <a:defRPr lang="en-US" sz="1400" spc="0" kern="0" b="0" i="0" dirty="0">
                            <a:solidFill>
                              <a:srgbClr val="070154"/>
                            </a:solidFill>
                            <a:latin typeface="IBM Plex Sans SemiBold"/>
                            <a:ea typeface="IBM Plex Sans SemiBold"/>
                            <a:cs typeface="IBM Plex Sans SemiBold"/>
                          </a:defRPr>
                        </a:pPr>
                        <a:endParaRPr lang="en-US" sz="14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2100"/>
                          </a:lnSpc>
                          <a:spcBef>
                            <a:spcPts val="0"/>
                          </a:spcBef>
                          <a:spcAft>
                            <a:spcPts val="0"/>
                          </a:spcAft>
                          <a:buNone/>
                          <a:defRPr lang="en-US" sz="1400" spc="0" kern="0" b="0" i="0" dirty="0">
                            <a:solidFill>
                              <a:srgbClr val="070154"/>
                            </a:solidFill>
                            <a:latin typeface="IBM Plex Sans SemiBold"/>
                            <a:ea typeface="IBM Plex Sans SemiBold"/>
                            <a:cs typeface="IBM Plex Sans SemiBold"/>
                          </a:defRPr>
                        </a:pPr>
                        <a:endParaRPr lang="en-US" sz="14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2100"/>
                          </a:lnSpc>
                          <a:spcBef>
                            <a:spcPts val="0"/>
                          </a:spcBef>
                          <a:spcAft>
                            <a:spcPts val="0"/>
                          </a:spcAft>
                          <a:buNone/>
                          <a:defRPr lang="en-US" sz="1400" spc="0" kern="0" b="0" i="0" dirty="0">
                            <a:solidFill>
                              <a:srgbClr val="070154"/>
                            </a:solidFill>
                            <a:latin typeface="IBM Plex Sans SemiBold"/>
                            <a:ea typeface="IBM Plex Sans SemiBold"/>
                            <a:cs typeface="IBM Plex Sans SemiBold"/>
                          </a:defRPr>
                        </a:pPr>
                        <a:endParaRPr lang="en-US" sz="14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r h="457200">
                  <a:tc>
                    <a:txBody>
                      <a:bodyPr wrap="square" anchor="ctr" lIns="0" rIns="0" tIns="0" bIns="0">
                        <a:noAutofit/>
                      </a:bodyPr>
                      <a:lstStyle/>
                      <a:p>
                        <a:pPr algn="l" marL="0" indent="0">
                          <a:lnSpc>
                            <a:spcPts val="2100"/>
                          </a:lnSpc>
                          <a:spcBef>
                            <a:spcPts val="0"/>
                          </a:spcBef>
                          <a:spcAft>
                            <a:spcPts val="0"/>
                          </a:spcAft>
                          <a:buNone/>
                          <a:defRPr lang="en-US" sz="1400" spc="0" kern="0" b="0" i="0" dirty="0">
                            <a:solidFill>
                              <a:srgbClr val="070154"/>
                            </a:solidFill>
                            <a:latin typeface="IBM Plex Sans SemiBold"/>
                            <a:ea typeface="IBM Plex Sans SemiBold"/>
                            <a:cs typeface="IBM Plex Sans SemiBold"/>
                          </a:defRPr>
                        </a:pPr>
                        <a:r>
                          <a:rPr lang="en-US" sz="1400" spc="0" kern="0" b="0" i="0" dirty="0">
                            <a:solidFill>
                              <a:srgbClr val="070154"/>
                            </a:solidFill>
                            <a:latin typeface="IBM Plex Sans SemiBold"/>
                            <a:ea typeface="IBM Plex Sans SemiBold"/>
                            <a:cs typeface="IBM Plex Sans SemiBold"/>
                          </a:rPr>
                          <a:t xml:space="preserve">Care coordination</a:t>
                        </a:r>
                        <a:endParaRPr lang="en-US" sz="14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2100"/>
                          </a:lnSpc>
                          <a:spcBef>
                            <a:spcPts val="0"/>
                          </a:spcBef>
                          <a:spcAft>
                            <a:spcPts val="0"/>
                          </a:spcAft>
                          <a:buNone/>
                          <a:defRPr lang="en-US" sz="1400" spc="0" kern="0" b="0" i="0" dirty="0">
                            <a:solidFill>
                              <a:srgbClr val="070154"/>
                            </a:solidFill>
                            <a:latin typeface="IBM Plex Sans SemiBold"/>
                            <a:ea typeface="IBM Plex Sans SemiBold"/>
                            <a:cs typeface="IBM Plex Sans SemiBold"/>
                          </a:defRPr>
                        </a:pPr>
                        <a:endParaRPr lang="en-US" sz="14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2100"/>
                          </a:lnSpc>
                          <a:spcBef>
                            <a:spcPts val="0"/>
                          </a:spcBef>
                          <a:spcAft>
                            <a:spcPts val="0"/>
                          </a:spcAft>
                          <a:buNone/>
                          <a:defRPr lang="en-US" sz="1400" spc="0" kern="0" b="0" i="0" dirty="0">
                            <a:solidFill>
                              <a:srgbClr val="070154"/>
                            </a:solidFill>
                            <a:latin typeface="IBM Plex Sans SemiBold"/>
                            <a:ea typeface="IBM Plex Sans SemiBold"/>
                            <a:cs typeface="IBM Plex Sans SemiBold"/>
                          </a:defRPr>
                        </a:pPr>
                        <a:endParaRPr lang="en-US" sz="14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2100"/>
                          </a:lnSpc>
                          <a:spcBef>
                            <a:spcPts val="0"/>
                          </a:spcBef>
                          <a:spcAft>
                            <a:spcPts val="0"/>
                          </a:spcAft>
                          <a:buNone/>
                          <a:defRPr lang="en-US" sz="1400" spc="0" kern="0" b="0" i="0" dirty="0">
                            <a:solidFill>
                              <a:srgbClr val="070154"/>
                            </a:solidFill>
                            <a:latin typeface="IBM Plex Sans SemiBold"/>
                            <a:ea typeface="IBM Plex Sans SemiBold"/>
                            <a:cs typeface="IBM Plex Sans SemiBold"/>
                          </a:defRPr>
                        </a:pPr>
                        <a:endParaRPr lang="en-US" sz="14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2100"/>
                          </a:lnSpc>
                          <a:spcBef>
                            <a:spcPts val="0"/>
                          </a:spcBef>
                          <a:spcAft>
                            <a:spcPts val="0"/>
                          </a:spcAft>
                          <a:buNone/>
                          <a:defRPr lang="en-US" sz="1400" spc="0" kern="0" b="0" i="0" dirty="0">
                            <a:solidFill>
                              <a:srgbClr val="070154"/>
                            </a:solidFill>
                            <a:latin typeface="IBM Plex Sans SemiBold"/>
                            <a:ea typeface="IBM Plex Sans SemiBold"/>
                            <a:cs typeface="IBM Plex Sans SemiBold"/>
                          </a:defRPr>
                        </a:pPr>
                        <a:endParaRPr lang="en-US" sz="14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r h="457200">
                  <a:tc>
                    <a:txBody>
                      <a:bodyPr wrap="square" anchor="ctr" lIns="0" rIns="0" tIns="0" bIns="0">
                        <a:noAutofit/>
                      </a:bodyPr>
                      <a:lstStyle/>
                      <a:p>
                        <a:pPr algn="l" marL="0" indent="0">
                          <a:lnSpc>
                            <a:spcPts val="2100"/>
                          </a:lnSpc>
                          <a:spcBef>
                            <a:spcPts val="0"/>
                          </a:spcBef>
                          <a:spcAft>
                            <a:spcPts val="0"/>
                          </a:spcAft>
                          <a:buNone/>
                          <a:defRPr lang="en-US" sz="1400" spc="0" kern="0" b="0" i="0" dirty="0">
                            <a:solidFill>
                              <a:srgbClr val="070154"/>
                            </a:solidFill>
                            <a:latin typeface="IBM Plex Sans SemiBold"/>
                            <a:ea typeface="IBM Plex Sans SemiBold"/>
                            <a:cs typeface="IBM Plex Sans SemiBold"/>
                          </a:defRPr>
                        </a:pPr>
                        <a:r>
                          <a:rPr lang="en-US" sz="1400" spc="0" kern="0" b="0" i="0" dirty="0">
                            <a:solidFill>
                              <a:srgbClr val="070154"/>
                            </a:solidFill>
                            <a:latin typeface="IBM Plex Sans SemiBold"/>
                            <a:ea typeface="IBM Plex Sans SemiBold"/>
                            <a:cs typeface="IBM Plex Sans SemiBold"/>
                          </a:rPr>
                          <a:t xml:space="preserve">Supply chain</a:t>
                        </a:r>
                        <a:endParaRPr lang="en-US" sz="14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2100"/>
                          </a:lnSpc>
                          <a:spcBef>
                            <a:spcPts val="0"/>
                          </a:spcBef>
                          <a:spcAft>
                            <a:spcPts val="0"/>
                          </a:spcAft>
                          <a:buNone/>
                          <a:defRPr lang="en-US" sz="1400" spc="0" kern="0" b="0" i="0" dirty="0">
                            <a:solidFill>
                              <a:srgbClr val="070154"/>
                            </a:solidFill>
                            <a:latin typeface="IBM Plex Sans SemiBold"/>
                            <a:ea typeface="IBM Plex Sans SemiBold"/>
                            <a:cs typeface="IBM Plex Sans SemiBold"/>
                          </a:defRPr>
                        </a:pPr>
                        <a:endParaRPr lang="en-US" sz="14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2100"/>
                          </a:lnSpc>
                          <a:spcBef>
                            <a:spcPts val="0"/>
                          </a:spcBef>
                          <a:spcAft>
                            <a:spcPts val="0"/>
                          </a:spcAft>
                          <a:buNone/>
                          <a:defRPr lang="en-US" sz="1400" spc="0" kern="0" b="0" i="0" dirty="0">
                            <a:solidFill>
                              <a:srgbClr val="070154"/>
                            </a:solidFill>
                            <a:latin typeface="IBM Plex Sans SemiBold"/>
                            <a:ea typeface="IBM Plex Sans SemiBold"/>
                            <a:cs typeface="IBM Plex Sans SemiBold"/>
                          </a:defRPr>
                        </a:pPr>
                        <a:endParaRPr lang="en-US" sz="14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2100"/>
                          </a:lnSpc>
                          <a:spcBef>
                            <a:spcPts val="0"/>
                          </a:spcBef>
                          <a:spcAft>
                            <a:spcPts val="0"/>
                          </a:spcAft>
                          <a:buNone/>
                          <a:defRPr lang="en-US" sz="1400" spc="0" kern="0" b="0" i="0" dirty="0">
                            <a:solidFill>
                              <a:srgbClr val="070154"/>
                            </a:solidFill>
                            <a:latin typeface="IBM Plex Sans SemiBold"/>
                            <a:ea typeface="IBM Plex Sans SemiBold"/>
                            <a:cs typeface="IBM Plex Sans SemiBold"/>
                          </a:defRPr>
                        </a:pPr>
                        <a:endParaRPr lang="en-US" sz="14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2100"/>
                          </a:lnSpc>
                          <a:spcBef>
                            <a:spcPts val="0"/>
                          </a:spcBef>
                          <a:spcAft>
                            <a:spcPts val="0"/>
                          </a:spcAft>
                          <a:buNone/>
                          <a:defRPr lang="en-US" sz="1400" spc="0" kern="0" b="0" i="0" dirty="0">
                            <a:solidFill>
                              <a:srgbClr val="070154"/>
                            </a:solidFill>
                            <a:latin typeface="IBM Plex Sans SemiBold"/>
                            <a:ea typeface="IBM Plex Sans SemiBold"/>
                            <a:cs typeface="IBM Plex Sans SemiBold"/>
                          </a:defRPr>
                        </a:pPr>
                        <a:endParaRPr lang="en-US" sz="14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r h="457200">
                  <a:tc>
                    <a:txBody>
                      <a:bodyPr wrap="square" anchor="ctr" lIns="0" rIns="0" tIns="0" bIns="0">
                        <a:noAutofit/>
                      </a:bodyPr>
                      <a:lstStyle/>
                      <a:p>
                        <a:pPr algn="l" marL="0" indent="0">
                          <a:lnSpc>
                            <a:spcPts val="2100"/>
                          </a:lnSpc>
                          <a:spcBef>
                            <a:spcPts val="0"/>
                          </a:spcBef>
                          <a:spcAft>
                            <a:spcPts val="0"/>
                          </a:spcAft>
                          <a:buNone/>
                          <a:defRPr lang="en-US" sz="1400" spc="0" kern="0" b="0" i="0" dirty="0">
                            <a:solidFill>
                              <a:srgbClr val="070154"/>
                            </a:solidFill>
                            <a:latin typeface="IBM Plex Sans SemiBold"/>
                            <a:ea typeface="IBM Plex Sans SemiBold"/>
                            <a:cs typeface="IBM Plex Sans SemiBold"/>
                          </a:defRPr>
                        </a:pPr>
                        <a:r>
                          <a:rPr lang="en-US" sz="1400" spc="0" kern="0" b="0" i="0" dirty="0">
                            <a:solidFill>
                              <a:srgbClr val="070154"/>
                            </a:solidFill>
                            <a:latin typeface="IBM Plex Sans SemiBold"/>
                            <a:ea typeface="IBM Plex Sans SemiBold"/>
                            <a:cs typeface="IBM Plex Sans SemiBold"/>
                          </a:rPr>
                          <a:t xml:space="preserve">Data and analytics</a:t>
                        </a:r>
                        <a:endParaRPr lang="en-US" sz="14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2100"/>
                          </a:lnSpc>
                          <a:spcBef>
                            <a:spcPts val="0"/>
                          </a:spcBef>
                          <a:spcAft>
                            <a:spcPts val="0"/>
                          </a:spcAft>
                          <a:buNone/>
                          <a:defRPr lang="en-US" sz="1400" spc="0" kern="0" b="0" i="0" dirty="0">
                            <a:solidFill>
                              <a:srgbClr val="070154"/>
                            </a:solidFill>
                            <a:latin typeface="IBM Plex Sans SemiBold"/>
                            <a:ea typeface="IBM Plex Sans SemiBold"/>
                            <a:cs typeface="IBM Plex Sans SemiBold"/>
                          </a:defRPr>
                        </a:pPr>
                        <a:endParaRPr lang="en-US" sz="14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2100"/>
                          </a:lnSpc>
                          <a:spcBef>
                            <a:spcPts val="0"/>
                          </a:spcBef>
                          <a:spcAft>
                            <a:spcPts val="0"/>
                          </a:spcAft>
                          <a:buNone/>
                          <a:defRPr lang="en-US" sz="1400" spc="0" kern="0" b="0" i="0" dirty="0">
                            <a:solidFill>
                              <a:srgbClr val="070154"/>
                            </a:solidFill>
                            <a:latin typeface="IBM Plex Sans SemiBold"/>
                            <a:ea typeface="IBM Plex Sans SemiBold"/>
                            <a:cs typeface="IBM Plex Sans SemiBold"/>
                          </a:defRPr>
                        </a:pPr>
                        <a:endParaRPr lang="en-US" sz="14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2100"/>
                          </a:lnSpc>
                          <a:spcBef>
                            <a:spcPts val="0"/>
                          </a:spcBef>
                          <a:spcAft>
                            <a:spcPts val="0"/>
                          </a:spcAft>
                          <a:buNone/>
                          <a:defRPr lang="en-US" sz="1400" spc="0" kern="0" b="0" i="0" dirty="0">
                            <a:solidFill>
                              <a:srgbClr val="070154"/>
                            </a:solidFill>
                            <a:latin typeface="IBM Plex Sans SemiBold"/>
                            <a:ea typeface="IBM Plex Sans SemiBold"/>
                            <a:cs typeface="IBM Plex Sans SemiBold"/>
                          </a:defRPr>
                        </a:pPr>
                        <a:endParaRPr lang="en-US" sz="14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2100"/>
                          </a:lnSpc>
                          <a:spcBef>
                            <a:spcPts val="0"/>
                          </a:spcBef>
                          <a:spcAft>
                            <a:spcPts val="0"/>
                          </a:spcAft>
                          <a:buNone/>
                          <a:defRPr lang="en-US" sz="1400" spc="0" kern="0" b="0" i="0" dirty="0">
                            <a:solidFill>
                              <a:srgbClr val="070154"/>
                            </a:solidFill>
                            <a:latin typeface="IBM Plex Sans SemiBold"/>
                            <a:ea typeface="IBM Plex Sans SemiBold"/>
                            <a:cs typeface="IBM Plex Sans SemiBold"/>
                          </a:defRPr>
                        </a:pPr>
                        <a:endParaRPr lang="en-US" sz="14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bl>
            </a:graphicData>
          </a:graphic>
        </p:graphicFrame>
      </p:grpSp>
      <p:grpSp>
        <p:nvGrpSpPr>
          <p:cNvPr id="93" name="node02"/>
          <p:cNvGrpSpPr/>
          <p:nvPr/>
        </p:nvGrpSpPr>
        <p:grpSpPr>
          <a:xfrm>
            <a:off x="723900" y="5486400"/>
            <a:ext cx="5010150" cy="228600"/>
            <a:chOff x="723900" y="5486400"/>
            <a:chExt cx="5010150" cy="228600"/>
          </a:xfrm>
        </p:grpSpPr>
        <p:sp>
          <p:nvSpPr>
            <p:cNvPr id="64" name="node02.items.slot-001.swatch"/>
            <p:cNvSpPr/>
            <p:nvPr/>
          </p:nvSpPr>
          <p:spPr>
            <a:xfrm>
              <a:off x="723900" y="5537200"/>
              <a:ext cx="228600" cy="127000"/>
            </a:xfrm>
            <a:prstGeom prst="rect">
              <a:avLst/>
            </a:prstGeom>
            <a:solidFill>
              <a:srgbClr val="E8EEF8"/>
            </a:solidFill>
            <a:ln>
              <a:noFill/>
            </a:ln>
          </p:spPr>
        </p:sp>
        <p:sp>
          <p:nvSpPr>
            <p:cNvPr id="65" name="node02.items.slot-001.text"/>
            <p:cNvSpPr/>
            <p:nvPr/>
          </p:nvSpPr>
          <p:spPr>
            <a:xfrm>
              <a:off x="1016000" y="5486400"/>
              <a:ext cx="531813"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No gap</a:t>
              </a:r>
              <a:endParaRPr lang="en-US" sz="1200" spc="0" kern="0" b="0" i="0" dirty="0">
                <a:solidFill>
                  <a:srgbClr val="070154"/>
                </a:solidFill>
                <a:latin typeface="IBM Plex Sans"/>
                <a:ea typeface="IBM Plex Sans"/>
                <a:cs typeface="IBM Plex Sans"/>
              </a:endParaRPr>
            </a:p>
          </p:txBody>
        </p:sp>
        <p:sp>
          <p:nvSpPr>
            <p:cNvPr id="66" name="node02.items.slot-002.swatch"/>
            <p:cNvSpPr/>
            <p:nvPr/>
          </p:nvSpPr>
          <p:spPr>
            <a:xfrm>
              <a:off x="1776413" y="5537200"/>
              <a:ext cx="228600" cy="127000"/>
            </a:xfrm>
            <a:prstGeom prst="rect">
              <a:avLst/>
            </a:prstGeom>
            <a:solidFill>
              <a:srgbClr val="CED7E6"/>
            </a:solidFill>
            <a:ln>
              <a:noFill/>
            </a:ln>
          </p:spPr>
        </p:sp>
        <p:sp>
          <p:nvSpPr>
            <p:cNvPr id="67" name="node02.items.slot-002.text"/>
            <p:cNvSpPr/>
            <p:nvPr/>
          </p:nvSpPr>
          <p:spPr>
            <a:xfrm>
              <a:off x="2068513" y="5486400"/>
              <a:ext cx="436563"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Small</a:t>
              </a:r>
              <a:endParaRPr lang="en-US" sz="1200" spc="0" kern="0" b="0" i="0" dirty="0">
                <a:solidFill>
                  <a:srgbClr val="070154"/>
                </a:solidFill>
                <a:latin typeface="IBM Plex Sans"/>
                <a:ea typeface="IBM Plex Sans"/>
                <a:cs typeface="IBM Plex Sans"/>
              </a:endParaRPr>
            </a:p>
          </p:txBody>
        </p:sp>
        <p:sp>
          <p:nvSpPr>
            <p:cNvPr id="68" name="node02.items.slot-003.swatch"/>
            <p:cNvSpPr/>
            <p:nvPr/>
          </p:nvSpPr>
          <p:spPr>
            <a:xfrm>
              <a:off x="2733675" y="5537200"/>
              <a:ext cx="228600" cy="127000"/>
            </a:xfrm>
            <a:prstGeom prst="rect">
              <a:avLst/>
            </a:prstGeom>
            <a:solidFill>
              <a:srgbClr val="F3D6EE"/>
            </a:solidFill>
            <a:ln>
              <a:noFill/>
            </a:ln>
          </p:spPr>
        </p:sp>
        <p:sp>
          <p:nvSpPr>
            <p:cNvPr id="69" name="node02.items.slot-003.text"/>
            <p:cNvSpPr/>
            <p:nvPr/>
          </p:nvSpPr>
          <p:spPr>
            <a:xfrm>
              <a:off x="3025775" y="5486400"/>
              <a:ext cx="708025"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Moderate</a:t>
              </a:r>
              <a:endParaRPr lang="en-US" sz="1200" spc="0" kern="0" b="0" i="0" dirty="0">
                <a:solidFill>
                  <a:srgbClr val="070154"/>
                </a:solidFill>
                <a:latin typeface="IBM Plex Sans"/>
                <a:ea typeface="IBM Plex Sans"/>
                <a:cs typeface="IBM Plex Sans"/>
              </a:endParaRPr>
            </a:p>
          </p:txBody>
        </p:sp>
        <p:sp>
          <p:nvSpPr>
            <p:cNvPr id="70" name="node02.items.slot-004.swatch"/>
            <p:cNvSpPr/>
            <p:nvPr/>
          </p:nvSpPr>
          <p:spPr>
            <a:xfrm>
              <a:off x="3962400" y="5537200"/>
              <a:ext cx="228600" cy="127000"/>
            </a:xfrm>
            <a:prstGeom prst="rect">
              <a:avLst/>
            </a:prstGeom>
            <a:solidFill>
              <a:srgbClr val="FB7FE8"/>
            </a:solidFill>
            <a:ln>
              <a:noFill/>
            </a:ln>
          </p:spPr>
        </p:sp>
        <p:sp>
          <p:nvSpPr>
            <p:cNvPr id="71" name="node02.items.slot-004.text"/>
            <p:cNvSpPr/>
            <p:nvPr/>
          </p:nvSpPr>
          <p:spPr>
            <a:xfrm>
              <a:off x="4254500" y="5486400"/>
              <a:ext cx="428625"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Large</a:t>
              </a:r>
              <a:endParaRPr lang="en-US" sz="1200" spc="0" kern="0" b="0" i="0" dirty="0">
                <a:solidFill>
                  <a:srgbClr val="070154"/>
                </a:solidFill>
                <a:latin typeface="IBM Plex Sans"/>
                <a:ea typeface="IBM Plex Sans"/>
                <a:cs typeface="IBM Plex Sans"/>
              </a:endParaRPr>
            </a:p>
          </p:txBody>
        </p:sp>
        <p:sp>
          <p:nvSpPr>
            <p:cNvPr id="72" name="node02.items.slot-005.swatch"/>
            <p:cNvSpPr/>
            <p:nvPr/>
          </p:nvSpPr>
          <p:spPr>
            <a:xfrm>
              <a:off x="4911725" y="5537200"/>
              <a:ext cx="228600" cy="127000"/>
            </a:xfrm>
            <a:prstGeom prst="rect">
              <a:avLst/>
            </a:prstGeom>
            <a:solidFill>
              <a:srgbClr val="F900D3"/>
            </a:solidFill>
            <a:ln>
              <a:noFill/>
            </a:ln>
          </p:spPr>
        </p:sp>
        <p:sp>
          <p:nvSpPr>
            <p:cNvPr id="73" name="node02.items.slot-005.text"/>
            <p:cNvSpPr/>
            <p:nvPr/>
          </p:nvSpPr>
          <p:spPr>
            <a:xfrm>
              <a:off x="5203825" y="5486400"/>
              <a:ext cx="530225"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Critical</a:t>
              </a:r>
              <a:endParaRPr lang="en-US" sz="1200" spc="0" kern="0" b="0" i="0" dirty="0">
                <a:solidFill>
                  <a:srgbClr val="070154"/>
                </a:solidFill>
                <a:latin typeface="IBM Plex Sans"/>
                <a:ea typeface="IBM Plex Sans"/>
                <a:cs typeface="IBM Plex Sans"/>
              </a:endParaRPr>
            </a:p>
          </p:txBody>
        </p:sp>
      </p:grpSp>
      <p:grpSp>
        <p:nvGrpSpPr>
          <p:cNvPr id="94" name="node03"/>
          <p:cNvGrpSpPr/>
          <p:nvPr/>
        </p:nvGrpSpPr>
        <p:grpSpPr>
          <a:xfrm>
            <a:off x="6096000" y="3886200"/>
            <a:ext cx="228600" cy="228600"/>
            <a:chOff x="6096000" y="3886200"/>
            <a:chExt cx="228600" cy="228600"/>
          </a:xfrm>
        </p:grpSpPr>
        <p:sp>
          <p:nvSpPr>
            <p:cNvPr id="74" name="node03.surface"/>
            <p:cNvSpPr/>
            <p:nvPr/>
          </p:nvSpPr>
          <p:spPr>
            <a:xfrm>
              <a:off x="6096000" y="3886200"/>
              <a:ext cx="228600" cy="228600"/>
            </a:xfrm>
            <a:prstGeom prst="rect">
              <a:avLst/>
            </a:prstGeom>
            <a:solidFill>
              <a:srgbClr val="070154"/>
            </a:solidFill>
            <a:ln>
              <a:noFill/>
            </a:ln>
          </p:spPr>
        </p:sp>
        <p:sp>
          <p:nvSpPr>
            <p:cNvPr id="75" name="node03.text"/>
            <p:cNvSpPr/>
            <p:nvPr/>
          </p:nvSpPr>
          <p:spPr>
            <a:xfrm>
              <a:off x="6134100" y="3924300"/>
              <a:ext cx="1524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FFFFFF"/>
                  </a:solidFill>
                  <a:latin typeface="IBM Plex Mono Medium"/>
                  <a:ea typeface="IBM Plex Mono Medium"/>
                  <a:cs typeface="IBM Plex Mono Medium"/>
                </a:rPr>
                <a:t>1</a:t>
              </a:r>
              <a:endParaRPr lang="en-US" sz="900" spc="54" kern="0" b="0" i="0" dirty="0">
                <a:solidFill>
                  <a:srgbClr val="FFFFFF"/>
                </a:solidFill>
                <a:latin typeface="IBM Plex Mono Medium"/>
                <a:ea typeface="IBM Plex Mono Medium"/>
                <a:cs typeface="IBM Plex Mono Medium"/>
              </a:endParaRPr>
            </a:p>
          </p:txBody>
        </p:sp>
      </p:grpSp>
      <p:grpSp>
        <p:nvGrpSpPr>
          <p:cNvPr id="95" name="node04"/>
          <p:cNvGrpSpPr/>
          <p:nvPr/>
        </p:nvGrpSpPr>
        <p:grpSpPr>
          <a:xfrm>
            <a:off x="6096000" y="2514600"/>
            <a:ext cx="228600" cy="228600"/>
            <a:chOff x="6096000" y="2514600"/>
            <a:chExt cx="228600" cy="228600"/>
          </a:xfrm>
        </p:grpSpPr>
        <p:sp>
          <p:nvSpPr>
            <p:cNvPr id="76" name="node04.surface"/>
            <p:cNvSpPr/>
            <p:nvPr/>
          </p:nvSpPr>
          <p:spPr>
            <a:xfrm>
              <a:off x="6096000" y="2514600"/>
              <a:ext cx="228600" cy="228600"/>
            </a:xfrm>
            <a:prstGeom prst="rect">
              <a:avLst/>
            </a:prstGeom>
            <a:solidFill>
              <a:srgbClr val="070154"/>
            </a:solidFill>
            <a:ln>
              <a:noFill/>
            </a:ln>
          </p:spPr>
        </p:sp>
        <p:sp>
          <p:nvSpPr>
            <p:cNvPr id="77" name="node04.text"/>
            <p:cNvSpPr/>
            <p:nvPr/>
          </p:nvSpPr>
          <p:spPr>
            <a:xfrm>
              <a:off x="6134100" y="2552700"/>
              <a:ext cx="1524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FFFFFF"/>
                  </a:solidFill>
                  <a:latin typeface="IBM Plex Mono Medium"/>
                  <a:ea typeface="IBM Plex Mono Medium"/>
                  <a:cs typeface="IBM Plex Mono Medium"/>
                </a:rPr>
                <a:t>2</a:t>
              </a:r>
              <a:endParaRPr lang="en-US" sz="900" spc="54" kern="0" b="0" i="0" dirty="0">
                <a:solidFill>
                  <a:srgbClr val="FFFFFF"/>
                </a:solidFill>
                <a:latin typeface="IBM Plex Mono Medium"/>
                <a:ea typeface="IBM Plex Mono Medium"/>
                <a:cs typeface="IBM Plex Mono Medium"/>
              </a:endParaRPr>
            </a:p>
          </p:txBody>
        </p:sp>
      </p:grpSp>
      <p:grpSp>
        <p:nvGrpSpPr>
          <p:cNvPr id="96" name="node05"/>
          <p:cNvGrpSpPr/>
          <p:nvPr/>
        </p:nvGrpSpPr>
        <p:grpSpPr>
          <a:xfrm>
            <a:off x="5067300" y="4800600"/>
            <a:ext cx="228600" cy="228600"/>
            <a:chOff x="5067300" y="4800600"/>
            <a:chExt cx="228600" cy="228600"/>
          </a:xfrm>
        </p:grpSpPr>
        <p:sp>
          <p:nvSpPr>
            <p:cNvPr id="78" name="node05.surface"/>
            <p:cNvSpPr/>
            <p:nvPr/>
          </p:nvSpPr>
          <p:spPr>
            <a:xfrm>
              <a:off x="5067300" y="4800600"/>
              <a:ext cx="228600" cy="228600"/>
            </a:xfrm>
            <a:prstGeom prst="rect">
              <a:avLst/>
            </a:prstGeom>
            <a:solidFill>
              <a:srgbClr val="070154"/>
            </a:solidFill>
            <a:ln>
              <a:noFill/>
            </a:ln>
          </p:spPr>
        </p:sp>
        <p:sp>
          <p:nvSpPr>
            <p:cNvPr id="79" name="node05.text"/>
            <p:cNvSpPr/>
            <p:nvPr/>
          </p:nvSpPr>
          <p:spPr>
            <a:xfrm>
              <a:off x="5105400" y="4838700"/>
              <a:ext cx="1524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FFFFFF"/>
                  </a:solidFill>
                  <a:latin typeface="IBM Plex Mono Medium"/>
                  <a:ea typeface="IBM Plex Mono Medium"/>
                  <a:cs typeface="IBM Plex Mono Medium"/>
                </a:rPr>
                <a:t>3</a:t>
              </a:r>
              <a:endParaRPr lang="en-US" sz="900" spc="54" kern="0" b="0" i="0" dirty="0">
                <a:solidFill>
                  <a:srgbClr val="FFFFFF"/>
                </a:solidFill>
                <a:latin typeface="IBM Plex Mono Medium"/>
                <a:ea typeface="IBM Plex Mono Medium"/>
                <a:cs typeface="IBM Plex Mono Medium"/>
              </a:endParaRPr>
            </a:p>
          </p:txBody>
        </p:sp>
      </p:grpSp>
      <p:grpSp>
        <p:nvGrpSpPr>
          <p:cNvPr id="97" name="node06"/>
          <p:cNvGrpSpPr/>
          <p:nvPr/>
        </p:nvGrpSpPr>
        <p:grpSpPr>
          <a:xfrm>
            <a:off x="7353300" y="1600200"/>
            <a:ext cx="4114800" cy="2362200"/>
            <a:chOff x="7353300" y="1600200"/>
            <a:chExt cx="4114800" cy="2362200"/>
          </a:xfrm>
        </p:grpSpPr>
        <p:sp>
          <p:nvSpPr>
            <p:cNvPr id="80" name="node06.source-001.number"/>
            <p:cNvSpPr/>
            <p:nvPr/>
          </p:nvSpPr>
          <p:spPr>
            <a:xfrm>
              <a:off x="7353300" y="1600200"/>
              <a:ext cx="381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047FF"/>
                  </a:solidFill>
                  <a:latin typeface="IBM Plex Mono SemiBold"/>
                  <a:ea typeface="IBM Plex Mono SemiBold"/>
                  <a:cs typeface="IBM Plex Mono SemiBold"/>
                </a:rPr>
                <a:t>01</a:t>
              </a:r>
              <a:endParaRPr lang="en-US" sz="1200" spc="0" kern="0" b="0" i="0" dirty="0">
                <a:solidFill>
                  <a:srgbClr val="0047FF"/>
                </a:solidFill>
                <a:latin typeface="IBM Plex Mono SemiBold"/>
                <a:ea typeface="IBM Plex Mono SemiBold"/>
                <a:cs typeface="IBM Plex Mono SemiBold"/>
              </a:endParaRPr>
            </a:p>
          </p:txBody>
        </p:sp>
        <p:sp>
          <p:nvSpPr>
            <p:cNvPr id="81" name="node06.source-001.title"/>
            <p:cNvSpPr/>
            <p:nvPr/>
          </p:nvSpPr>
          <p:spPr>
            <a:xfrm>
              <a:off x="7886700" y="1600200"/>
              <a:ext cx="3581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Care coordination at Harbor</a:t>
              </a:r>
              <a:endParaRPr lang="en-US" sz="1200" spc="0" kern="0" b="0" i="0" dirty="0">
                <a:solidFill>
                  <a:srgbClr val="070154"/>
                </a:solidFill>
                <a:latin typeface="IBM Plex Sans SemiBold"/>
                <a:ea typeface="IBM Plex Sans SemiBold"/>
                <a:cs typeface="IBM Plex Sans SemiBold"/>
              </a:endParaRPr>
            </a:p>
          </p:txBody>
        </p:sp>
        <p:sp>
          <p:nvSpPr>
            <p:cNvPr id="82" name="node06.source-001.text"/>
            <p:cNvSpPr/>
            <p:nvPr/>
          </p:nvSpPr>
          <p:spPr>
            <a:xfrm>
              <a:off x="7886700" y="1828800"/>
              <a:ext cx="35814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No shared care plan or referral tracking; clinics hand off by phone and fax.</a:t>
              </a:r>
              <a:endParaRPr lang="en-US" sz="1200" spc="0" kern="0" b="0" i="0" dirty="0">
                <a:solidFill>
                  <a:srgbClr val="50658E"/>
                </a:solidFill>
                <a:latin typeface="IBM Plex Sans"/>
                <a:ea typeface="IBM Plex Sans"/>
                <a:cs typeface="IBM Plex Sans"/>
              </a:endParaRPr>
            </a:p>
          </p:txBody>
        </p:sp>
        <p:sp>
          <p:nvSpPr>
            <p:cNvPr id="83" name="node06.source-002.number"/>
            <p:cNvSpPr/>
            <p:nvPr/>
          </p:nvSpPr>
          <p:spPr>
            <a:xfrm>
              <a:off x="7353300" y="2438400"/>
              <a:ext cx="381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047FF"/>
                  </a:solidFill>
                  <a:latin typeface="IBM Plex Mono SemiBold"/>
                  <a:ea typeface="IBM Plex Mono SemiBold"/>
                  <a:cs typeface="IBM Plex Mono SemiBold"/>
                </a:rPr>
                <a:t>02</a:t>
              </a:r>
              <a:endParaRPr lang="en-US" sz="1200" spc="0" kern="0" b="0" i="0" dirty="0">
                <a:solidFill>
                  <a:srgbClr val="0047FF"/>
                </a:solidFill>
                <a:latin typeface="IBM Plex Mono SemiBold"/>
                <a:ea typeface="IBM Plex Mono SemiBold"/>
                <a:cs typeface="IBM Plex Mono SemiBold"/>
              </a:endParaRPr>
            </a:p>
          </p:txBody>
        </p:sp>
        <p:sp>
          <p:nvSpPr>
            <p:cNvPr id="84" name="node06.source-002.title"/>
            <p:cNvSpPr/>
            <p:nvPr/>
          </p:nvSpPr>
          <p:spPr>
            <a:xfrm>
              <a:off x="7886700" y="2438400"/>
              <a:ext cx="3581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Scheduling at Harbor</a:t>
              </a:r>
              <a:endParaRPr lang="en-US" sz="1200" spc="0" kern="0" b="0" i="0" dirty="0">
                <a:solidFill>
                  <a:srgbClr val="070154"/>
                </a:solidFill>
                <a:latin typeface="IBM Plex Sans SemiBold"/>
                <a:ea typeface="IBM Plex Sans SemiBold"/>
                <a:cs typeface="IBM Plex Sans SemiBold"/>
              </a:endParaRPr>
            </a:p>
          </p:txBody>
        </p:sp>
        <p:sp>
          <p:nvSpPr>
            <p:cNvPr id="85" name="node06.source-002.text"/>
            <p:cNvSpPr/>
            <p:nvPr/>
          </p:nvSpPr>
          <p:spPr>
            <a:xfrm>
              <a:off x="7886700" y="2667000"/>
              <a:ext cx="35814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Templates differ by clinic, so open slots never reach the central call center.</a:t>
              </a:r>
              <a:endParaRPr lang="en-US" sz="1200" spc="0" kern="0" b="0" i="0" dirty="0">
                <a:solidFill>
                  <a:srgbClr val="50658E"/>
                </a:solidFill>
                <a:latin typeface="IBM Plex Sans"/>
                <a:ea typeface="IBM Plex Sans"/>
                <a:cs typeface="IBM Plex Sans"/>
              </a:endParaRPr>
            </a:p>
          </p:txBody>
        </p:sp>
        <p:sp>
          <p:nvSpPr>
            <p:cNvPr id="86" name="node06.source-003.number"/>
            <p:cNvSpPr/>
            <p:nvPr/>
          </p:nvSpPr>
          <p:spPr>
            <a:xfrm>
              <a:off x="7353300" y="3276600"/>
              <a:ext cx="381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047FF"/>
                  </a:solidFill>
                  <a:latin typeface="IBM Plex Mono SemiBold"/>
                  <a:ea typeface="IBM Plex Mono SemiBold"/>
                  <a:cs typeface="IBM Plex Mono SemiBold"/>
                </a:rPr>
                <a:t>03</a:t>
              </a:r>
              <a:endParaRPr lang="en-US" sz="1200" spc="0" kern="0" b="0" i="0" dirty="0">
                <a:solidFill>
                  <a:srgbClr val="0047FF"/>
                </a:solidFill>
                <a:latin typeface="IBM Plex Mono SemiBold"/>
                <a:ea typeface="IBM Plex Mono SemiBold"/>
                <a:cs typeface="IBM Plex Mono SemiBold"/>
              </a:endParaRPr>
            </a:p>
          </p:txBody>
        </p:sp>
        <p:sp>
          <p:nvSpPr>
            <p:cNvPr id="87" name="node06.source-003.title"/>
            <p:cNvSpPr/>
            <p:nvPr/>
          </p:nvSpPr>
          <p:spPr>
            <a:xfrm>
              <a:off x="7886700" y="3276600"/>
              <a:ext cx="3581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Data and analytics at Ridgeview</a:t>
              </a:r>
              <a:endParaRPr lang="en-US" sz="1200" spc="0" kern="0" b="0" i="0" dirty="0">
                <a:solidFill>
                  <a:srgbClr val="070154"/>
                </a:solidFill>
                <a:latin typeface="IBM Plex Sans SemiBold"/>
                <a:ea typeface="IBM Plex Sans SemiBold"/>
                <a:cs typeface="IBM Plex Sans SemiBold"/>
              </a:endParaRPr>
            </a:p>
          </p:txBody>
        </p:sp>
        <p:sp>
          <p:nvSpPr>
            <p:cNvPr id="88" name="node06.source-003.text"/>
            <p:cNvSpPr/>
            <p:nvPr/>
          </p:nvSpPr>
          <p:spPr>
            <a:xfrm>
              <a:off x="7886700" y="3505200"/>
              <a:ext cx="35814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Reports are built by hand each month and cannot be compared with other sites.</a:t>
              </a:r>
              <a:endParaRPr lang="en-US" sz="1200" spc="0" kern="0" b="0" i="0" dirty="0">
                <a:solidFill>
                  <a:srgbClr val="50658E"/>
                </a:solidFill>
                <a:latin typeface="IBM Plex Sans"/>
                <a:ea typeface="IBM Plex Sans"/>
                <a:cs typeface="IBM Plex Sans"/>
              </a:endParaRPr>
            </a:p>
          </p:txBody>
        </p:sp>
      </p:grpSp>
      <p:grpSp>
        <p:nvGrpSpPr>
          <p:cNvPr id="98" name="node07"/>
          <p:cNvGrpSpPr/>
          <p:nvPr/>
        </p:nvGrpSpPr>
        <p:grpSpPr>
          <a:xfrm>
            <a:off x="7353300" y="4114800"/>
            <a:ext cx="4114800" cy="1600200"/>
            <a:chOff x="7353300" y="4114800"/>
            <a:chExt cx="4114800" cy="1600200"/>
          </a:xfrm>
        </p:grpSpPr>
        <p:sp>
          <p:nvSpPr>
            <p:cNvPr id="89" name="node07.container"/>
            <p:cNvSpPr/>
            <p:nvPr/>
          </p:nvSpPr>
          <p:spPr>
            <a:xfrm>
              <a:off x="7353300" y="4114800"/>
              <a:ext cx="4114800" cy="1600200"/>
            </a:xfrm>
            <a:prstGeom prst="rect">
              <a:avLst/>
            </a:prstGeom>
            <a:solidFill>
              <a:srgbClr val="F900D3"/>
            </a:solidFill>
            <a:ln>
              <a:noFill/>
            </a:ln>
          </p:spPr>
        </p:sp>
        <p:sp>
          <p:nvSpPr>
            <p:cNvPr id="90" name="node07.metric.value"/>
            <p:cNvSpPr/>
            <p:nvPr/>
          </p:nvSpPr>
          <p:spPr>
            <a:xfrm>
              <a:off x="7581900" y="4343400"/>
              <a:ext cx="3657600" cy="611950"/>
            </a:xfrm>
            <a:prstGeom prst="rect">
              <a:avLst/>
            </a:prstGeom>
            <a:noFill/>
            <a:ln/>
          </p:spPr>
          <p:txBody>
            <a:bodyPr wrap="square" lIns="0" tIns="0" rIns="0" bIns="0" rtlCol="0" anchor="t"/>
            <a:lstStyle/>
            <a:p>
              <a:pPr algn="l" indent="0" marL="0">
                <a:lnSpc>
                  <a:spcPts val="4800"/>
                </a:lnSpc>
                <a:buNone/>
              </a:pPr>
              <a:r>
                <a:rPr lang="en-US" sz="4800" spc="-96" kern="0" b="0" i="0" dirty="0">
                  <a:solidFill>
                    <a:srgbClr val="FFFFFF"/>
                  </a:solidFill>
                  <a:latin typeface="IBM Plex Mono SemiBold"/>
                  <a:ea typeface="IBM Plex Mono SemiBold"/>
                  <a:cs typeface="IBM Plex Mono SemiBold"/>
                </a:rPr>
                <a:t>-0.5</a:t>
              </a:r>
              <a:endParaRPr lang="en-US" sz="4800" spc="-96" kern="0" b="0" i="0" dirty="0">
                <a:solidFill>
                  <a:srgbClr val="FFFFFF"/>
                </a:solidFill>
                <a:latin typeface="IBM Plex Mono SemiBold"/>
                <a:ea typeface="IBM Plex Mono SemiBold"/>
                <a:cs typeface="IBM Plex Mono SemiBold"/>
              </a:endParaRPr>
            </a:p>
          </p:txBody>
        </p:sp>
        <p:sp>
          <p:nvSpPr>
            <p:cNvPr id="91" name="node07.metric.label"/>
            <p:cNvSpPr/>
            <p:nvPr/>
          </p:nvSpPr>
          <p:spPr>
            <a:xfrm>
              <a:off x="7581900" y="5031550"/>
              <a:ext cx="36576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off the weighted gap score.</a:t>
              </a:r>
              <a:endParaRPr lang="en-US" sz="1400" spc="0" kern="0" b="0" i="0" dirty="0">
                <a:solidFill>
                  <a:srgbClr val="070154"/>
                </a:solidFill>
                <a:latin typeface="IBM Plex Sans"/>
                <a:ea typeface="IBM Plex Sans"/>
                <a:cs typeface="IBM Plex Sans"/>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ource-076">
    <p:spTree>
      <p:nvGrpSpPr>
        <p:cNvPr id="1" name=""/>
        <p:cNvGrpSpPr/>
        <p:nvPr/>
      </p:nvGrpSpPr>
      <p:grpSpPr>
        <a:xfrm>
          <a:off x="0" y="0"/>
          <a:ext cx="0" cy="0"/>
          <a:chOff x="0" y="0"/>
          <a:chExt cx="0" cy="0"/>
        </a:xfrm>
      </p:grpSpPr>
      <p:sp>
        <p:nvSpPr>
          <p:cNvPr id="3" name="eyebrow"/>
          <p:cNvSpPr/>
          <p:nvPr/>
        </p:nvSpPr>
        <p:spPr>
          <a:xfrm>
            <a:off x="723900" y="457200"/>
            <a:ext cx="34290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CAPABILITY ASSESSMENT</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3429000" cy="13716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The front door is the weakest group</a:t>
            </a:r>
            <a:endParaRPr lang="en-US" sz="2400" spc="-36"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34290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Northfield Health System assessment, Sep 2026.</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15</a:t>
            </a:fld>
            <a:endParaRPr lang="en-US" sz="700" spc="0" kern="0" b="0" i="0" dirty="0">
              <a:solidFill>
                <a:srgbClr val="070154"/>
              </a:solidFill>
              <a:latin typeface="IBM Plex Mono SemiBold"/>
              <a:ea typeface="IBM Plex Mono SemiBold"/>
              <a:cs typeface="IBM Plex Mono SemiBold"/>
            </a:endParaRPr>
          </a:p>
        </p:txBody>
      </p:sp>
      <p:grpSp>
        <p:nvGrpSpPr>
          <p:cNvPr id="146" name="node01"/>
          <p:cNvGrpSpPr/>
          <p:nvPr/>
        </p:nvGrpSpPr>
        <p:grpSpPr>
          <a:xfrm>
            <a:off x="4381500" y="457200"/>
            <a:ext cx="7086600" cy="4978400"/>
            <a:chOff x="4381500" y="457200"/>
            <a:chExt cx="7086600" cy="4978400"/>
          </a:xfrm>
        </p:grpSpPr>
        <p:sp>
          <p:nvSpPr>
            <p:cNvPr id="7" name="node01.row.item-001.c1.heat-gap"/>
            <p:cNvSpPr/>
            <p:nvPr/>
          </p:nvSpPr>
          <p:spPr>
            <a:xfrm>
              <a:off x="6896100" y="812800"/>
              <a:ext cx="1143000" cy="330200"/>
            </a:xfrm>
            <a:prstGeom prst="rect">
              <a:avLst/>
            </a:prstGeom>
            <a:solidFill>
              <a:srgbClr val="FFFFFF"/>
            </a:solidFill>
            <a:ln>
              <a:noFill/>
            </a:ln>
          </p:spPr>
        </p:sp>
        <p:sp>
          <p:nvSpPr>
            <p:cNvPr id="8" name="node01.row.item-001.c1.heat"/>
            <p:cNvSpPr/>
            <p:nvPr/>
          </p:nvSpPr>
          <p:spPr>
            <a:xfrm>
              <a:off x="6915150" y="831850"/>
              <a:ext cx="1104900" cy="292100"/>
            </a:xfrm>
            <a:prstGeom prst="rect">
              <a:avLst/>
            </a:prstGeom>
            <a:solidFill>
              <a:srgbClr val="0047FF"/>
            </a:solidFill>
            <a:ln>
              <a:noFill/>
            </a:ln>
          </p:spPr>
        </p:sp>
        <p:sp>
          <p:nvSpPr>
            <p:cNvPr id="9" name="node01.row.item-001.c2.heat-gap"/>
            <p:cNvSpPr/>
            <p:nvPr/>
          </p:nvSpPr>
          <p:spPr>
            <a:xfrm>
              <a:off x="8039100" y="812800"/>
              <a:ext cx="1143000" cy="330200"/>
            </a:xfrm>
            <a:prstGeom prst="rect">
              <a:avLst/>
            </a:prstGeom>
            <a:solidFill>
              <a:srgbClr val="FFFFFF"/>
            </a:solidFill>
            <a:ln>
              <a:noFill/>
            </a:ln>
          </p:spPr>
        </p:sp>
        <p:sp>
          <p:nvSpPr>
            <p:cNvPr id="10" name="node01.row.item-001.c2.heat"/>
            <p:cNvSpPr/>
            <p:nvPr/>
          </p:nvSpPr>
          <p:spPr>
            <a:xfrm>
              <a:off x="8058150" y="831850"/>
              <a:ext cx="1104900" cy="292100"/>
            </a:xfrm>
            <a:prstGeom prst="rect">
              <a:avLst/>
            </a:prstGeom>
            <a:solidFill>
              <a:srgbClr val="7C9BFF"/>
            </a:solidFill>
            <a:ln>
              <a:noFill/>
            </a:ln>
          </p:spPr>
        </p:sp>
        <p:sp>
          <p:nvSpPr>
            <p:cNvPr id="11" name="node01.row.item-001.c3.heat-gap"/>
            <p:cNvSpPr/>
            <p:nvPr/>
          </p:nvSpPr>
          <p:spPr>
            <a:xfrm>
              <a:off x="9182100" y="812800"/>
              <a:ext cx="1143000" cy="330200"/>
            </a:xfrm>
            <a:prstGeom prst="rect">
              <a:avLst/>
            </a:prstGeom>
            <a:solidFill>
              <a:srgbClr val="FFFFFF"/>
            </a:solidFill>
            <a:ln>
              <a:noFill/>
            </a:ln>
          </p:spPr>
        </p:sp>
        <p:sp>
          <p:nvSpPr>
            <p:cNvPr id="12" name="node01.row.item-001.c3.heat"/>
            <p:cNvSpPr/>
            <p:nvPr/>
          </p:nvSpPr>
          <p:spPr>
            <a:xfrm>
              <a:off x="9201150" y="831850"/>
              <a:ext cx="1104900" cy="292100"/>
            </a:xfrm>
            <a:prstGeom prst="rect">
              <a:avLst/>
            </a:prstGeom>
            <a:solidFill>
              <a:srgbClr val="B9C9F0"/>
            </a:solidFill>
            <a:ln>
              <a:noFill/>
            </a:ln>
          </p:spPr>
        </p:sp>
        <p:sp>
          <p:nvSpPr>
            <p:cNvPr id="13" name="node01.row.item-001.c4.heat-gap"/>
            <p:cNvSpPr/>
            <p:nvPr/>
          </p:nvSpPr>
          <p:spPr>
            <a:xfrm>
              <a:off x="10325100" y="812800"/>
              <a:ext cx="1143000" cy="330200"/>
            </a:xfrm>
            <a:prstGeom prst="rect">
              <a:avLst/>
            </a:prstGeom>
            <a:solidFill>
              <a:srgbClr val="FFFFFF"/>
            </a:solidFill>
            <a:ln>
              <a:noFill/>
            </a:ln>
          </p:spPr>
        </p:sp>
        <p:sp>
          <p:nvSpPr>
            <p:cNvPr id="14" name="node01.row.item-001.c4.heat"/>
            <p:cNvSpPr/>
            <p:nvPr/>
          </p:nvSpPr>
          <p:spPr>
            <a:xfrm>
              <a:off x="10344150" y="831850"/>
              <a:ext cx="1104900" cy="292100"/>
            </a:xfrm>
            <a:prstGeom prst="rect">
              <a:avLst/>
            </a:prstGeom>
            <a:solidFill>
              <a:srgbClr val="B9C9F0"/>
            </a:solidFill>
            <a:ln>
              <a:noFill/>
            </a:ln>
          </p:spPr>
        </p:sp>
        <p:sp>
          <p:nvSpPr>
            <p:cNvPr id="15" name="node01.row.item-002.c1.heat-gap"/>
            <p:cNvSpPr/>
            <p:nvPr/>
          </p:nvSpPr>
          <p:spPr>
            <a:xfrm>
              <a:off x="6896100" y="1143000"/>
              <a:ext cx="1143000" cy="330200"/>
            </a:xfrm>
            <a:prstGeom prst="rect">
              <a:avLst/>
            </a:prstGeom>
            <a:solidFill>
              <a:srgbClr val="FFFFFF"/>
            </a:solidFill>
            <a:ln>
              <a:noFill/>
            </a:ln>
          </p:spPr>
        </p:sp>
        <p:sp>
          <p:nvSpPr>
            <p:cNvPr id="16" name="node01.row.item-002.c1.heat"/>
            <p:cNvSpPr/>
            <p:nvPr/>
          </p:nvSpPr>
          <p:spPr>
            <a:xfrm>
              <a:off x="6915150" y="1162050"/>
              <a:ext cx="1104900" cy="292100"/>
            </a:xfrm>
            <a:prstGeom prst="rect">
              <a:avLst/>
            </a:prstGeom>
            <a:solidFill>
              <a:srgbClr val="0047FF"/>
            </a:solidFill>
            <a:ln>
              <a:noFill/>
            </a:ln>
          </p:spPr>
        </p:sp>
        <p:sp>
          <p:nvSpPr>
            <p:cNvPr id="17" name="node01.row.item-002.c2.heat-gap"/>
            <p:cNvSpPr/>
            <p:nvPr/>
          </p:nvSpPr>
          <p:spPr>
            <a:xfrm>
              <a:off x="8039100" y="1143000"/>
              <a:ext cx="1143000" cy="330200"/>
            </a:xfrm>
            <a:prstGeom prst="rect">
              <a:avLst/>
            </a:prstGeom>
            <a:solidFill>
              <a:srgbClr val="FFFFFF"/>
            </a:solidFill>
            <a:ln>
              <a:noFill/>
            </a:ln>
          </p:spPr>
        </p:sp>
        <p:sp>
          <p:nvSpPr>
            <p:cNvPr id="18" name="node01.row.item-002.c2.heat"/>
            <p:cNvSpPr/>
            <p:nvPr/>
          </p:nvSpPr>
          <p:spPr>
            <a:xfrm>
              <a:off x="8058150" y="1162050"/>
              <a:ext cx="1104900" cy="292100"/>
            </a:xfrm>
            <a:prstGeom prst="rect">
              <a:avLst/>
            </a:prstGeom>
            <a:solidFill>
              <a:srgbClr val="7C9BFF"/>
            </a:solidFill>
            <a:ln>
              <a:noFill/>
            </a:ln>
          </p:spPr>
        </p:sp>
        <p:sp>
          <p:nvSpPr>
            <p:cNvPr id="19" name="node01.row.item-002.c3.heat-gap"/>
            <p:cNvSpPr/>
            <p:nvPr/>
          </p:nvSpPr>
          <p:spPr>
            <a:xfrm>
              <a:off x="9182100" y="1143000"/>
              <a:ext cx="1143000" cy="330200"/>
            </a:xfrm>
            <a:prstGeom prst="rect">
              <a:avLst/>
            </a:prstGeom>
            <a:solidFill>
              <a:srgbClr val="FFFFFF"/>
            </a:solidFill>
            <a:ln>
              <a:noFill/>
            </a:ln>
          </p:spPr>
        </p:sp>
        <p:sp>
          <p:nvSpPr>
            <p:cNvPr id="20" name="node01.row.item-002.c3.heat"/>
            <p:cNvSpPr/>
            <p:nvPr/>
          </p:nvSpPr>
          <p:spPr>
            <a:xfrm>
              <a:off x="9201150" y="1162050"/>
              <a:ext cx="1104900" cy="292100"/>
            </a:xfrm>
            <a:prstGeom prst="rect">
              <a:avLst/>
            </a:prstGeom>
            <a:solidFill>
              <a:srgbClr val="7C9BFF"/>
            </a:solidFill>
            <a:ln>
              <a:noFill/>
            </a:ln>
          </p:spPr>
        </p:sp>
        <p:sp>
          <p:nvSpPr>
            <p:cNvPr id="21" name="node01.row.item-002.c4.heat-gap"/>
            <p:cNvSpPr/>
            <p:nvPr/>
          </p:nvSpPr>
          <p:spPr>
            <a:xfrm>
              <a:off x="10325100" y="1143000"/>
              <a:ext cx="1143000" cy="330200"/>
            </a:xfrm>
            <a:prstGeom prst="rect">
              <a:avLst/>
            </a:prstGeom>
            <a:solidFill>
              <a:srgbClr val="FFFFFF"/>
            </a:solidFill>
            <a:ln>
              <a:noFill/>
            </a:ln>
          </p:spPr>
        </p:sp>
        <p:sp>
          <p:nvSpPr>
            <p:cNvPr id="22" name="node01.row.item-002.c4.heat"/>
            <p:cNvSpPr/>
            <p:nvPr/>
          </p:nvSpPr>
          <p:spPr>
            <a:xfrm>
              <a:off x="10344150" y="1162050"/>
              <a:ext cx="1104900" cy="292100"/>
            </a:xfrm>
            <a:prstGeom prst="rect">
              <a:avLst/>
            </a:prstGeom>
            <a:solidFill>
              <a:srgbClr val="B9C9F0"/>
            </a:solidFill>
            <a:ln>
              <a:noFill/>
            </a:ln>
          </p:spPr>
        </p:sp>
        <p:sp>
          <p:nvSpPr>
            <p:cNvPr id="23" name="node01.row.item-003.c1.heat-gap"/>
            <p:cNvSpPr/>
            <p:nvPr/>
          </p:nvSpPr>
          <p:spPr>
            <a:xfrm>
              <a:off x="6896100" y="1473200"/>
              <a:ext cx="1143000" cy="330200"/>
            </a:xfrm>
            <a:prstGeom prst="rect">
              <a:avLst/>
            </a:prstGeom>
            <a:solidFill>
              <a:srgbClr val="FFFFFF"/>
            </a:solidFill>
            <a:ln>
              <a:noFill/>
            </a:ln>
          </p:spPr>
        </p:sp>
        <p:sp>
          <p:nvSpPr>
            <p:cNvPr id="24" name="node01.row.item-003.c1.heat"/>
            <p:cNvSpPr/>
            <p:nvPr/>
          </p:nvSpPr>
          <p:spPr>
            <a:xfrm>
              <a:off x="6915150" y="1492250"/>
              <a:ext cx="1104900" cy="292100"/>
            </a:xfrm>
            <a:prstGeom prst="rect">
              <a:avLst/>
            </a:prstGeom>
            <a:solidFill>
              <a:srgbClr val="7C9BFF"/>
            </a:solidFill>
            <a:ln>
              <a:noFill/>
            </a:ln>
          </p:spPr>
        </p:sp>
        <p:sp>
          <p:nvSpPr>
            <p:cNvPr id="25" name="node01.row.item-003.c2.heat-gap"/>
            <p:cNvSpPr/>
            <p:nvPr/>
          </p:nvSpPr>
          <p:spPr>
            <a:xfrm>
              <a:off x="8039100" y="1473200"/>
              <a:ext cx="1143000" cy="330200"/>
            </a:xfrm>
            <a:prstGeom prst="rect">
              <a:avLst/>
            </a:prstGeom>
            <a:solidFill>
              <a:srgbClr val="FFFFFF"/>
            </a:solidFill>
            <a:ln>
              <a:noFill/>
            </a:ln>
          </p:spPr>
        </p:sp>
        <p:sp>
          <p:nvSpPr>
            <p:cNvPr id="26" name="node01.row.item-003.c2.heat"/>
            <p:cNvSpPr/>
            <p:nvPr/>
          </p:nvSpPr>
          <p:spPr>
            <a:xfrm>
              <a:off x="8058150" y="1492250"/>
              <a:ext cx="1104900" cy="292100"/>
            </a:xfrm>
            <a:prstGeom prst="rect">
              <a:avLst/>
            </a:prstGeom>
            <a:solidFill>
              <a:srgbClr val="7C9BFF"/>
            </a:solidFill>
            <a:ln>
              <a:noFill/>
            </a:ln>
          </p:spPr>
        </p:sp>
        <p:sp>
          <p:nvSpPr>
            <p:cNvPr id="27" name="node01.row.item-003.c3.heat-gap"/>
            <p:cNvSpPr/>
            <p:nvPr/>
          </p:nvSpPr>
          <p:spPr>
            <a:xfrm>
              <a:off x="9182100" y="1473200"/>
              <a:ext cx="1143000" cy="330200"/>
            </a:xfrm>
            <a:prstGeom prst="rect">
              <a:avLst/>
            </a:prstGeom>
            <a:solidFill>
              <a:srgbClr val="FFFFFF"/>
            </a:solidFill>
            <a:ln>
              <a:noFill/>
            </a:ln>
          </p:spPr>
        </p:sp>
        <p:sp>
          <p:nvSpPr>
            <p:cNvPr id="28" name="node01.row.item-003.c3.heat"/>
            <p:cNvSpPr/>
            <p:nvPr/>
          </p:nvSpPr>
          <p:spPr>
            <a:xfrm>
              <a:off x="9201150" y="1492250"/>
              <a:ext cx="1104900" cy="292100"/>
            </a:xfrm>
            <a:prstGeom prst="rect">
              <a:avLst/>
            </a:prstGeom>
            <a:solidFill>
              <a:srgbClr val="B9C9F0"/>
            </a:solidFill>
            <a:ln>
              <a:noFill/>
            </a:ln>
          </p:spPr>
        </p:sp>
        <p:sp>
          <p:nvSpPr>
            <p:cNvPr id="29" name="node01.row.item-003.c4.heat-gap"/>
            <p:cNvSpPr/>
            <p:nvPr/>
          </p:nvSpPr>
          <p:spPr>
            <a:xfrm>
              <a:off x="10325100" y="1473200"/>
              <a:ext cx="1143000" cy="330200"/>
            </a:xfrm>
            <a:prstGeom prst="rect">
              <a:avLst/>
            </a:prstGeom>
            <a:solidFill>
              <a:srgbClr val="FFFFFF"/>
            </a:solidFill>
            <a:ln>
              <a:noFill/>
            </a:ln>
          </p:spPr>
        </p:sp>
        <p:sp>
          <p:nvSpPr>
            <p:cNvPr id="30" name="node01.row.item-003.c4.heat"/>
            <p:cNvSpPr/>
            <p:nvPr/>
          </p:nvSpPr>
          <p:spPr>
            <a:xfrm>
              <a:off x="10344150" y="1492250"/>
              <a:ext cx="1104900" cy="292100"/>
            </a:xfrm>
            <a:prstGeom prst="rect">
              <a:avLst/>
            </a:prstGeom>
            <a:solidFill>
              <a:srgbClr val="E8EEF8"/>
            </a:solidFill>
            <a:ln>
              <a:noFill/>
            </a:ln>
          </p:spPr>
        </p:sp>
        <p:sp>
          <p:nvSpPr>
            <p:cNvPr id="31" name="node01.row.item-004.c1.heat-gap"/>
            <p:cNvSpPr/>
            <p:nvPr/>
          </p:nvSpPr>
          <p:spPr>
            <a:xfrm>
              <a:off x="6896100" y="1803400"/>
              <a:ext cx="1143000" cy="330200"/>
            </a:xfrm>
            <a:prstGeom prst="rect">
              <a:avLst/>
            </a:prstGeom>
            <a:solidFill>
              <a:srgbClr val="FFFFFF"/>
            </a:solidFill>
            <a:ln>
              <a:noFill/>
            </a:ln>
          </p:spPr>
        </p:sp>
        <p:sp>
          <p:nvSpPr>
            <p:cNvPr id="32" name="node01.row.item-004.c1.heat"/>
            <p:cNvSpPr/>
            <p:nvPr/>
          </p:nvSpPr>
          <p:spPr>
            <a:xfrm>
              <a:off x="6915150" y="1822450"/>
              <a:ext cx="1104900" cy="292100"/>
            </a:xfrm>
            <a:prstGeom prst="rect">
              <a:avLst/>
            </a:prstGeom>
            <a:solidFill>
              <a:srgbClr val="0047FF"/>
            </a:solidFill>
            <a:ln>
              <a:noFill/>
            </a:ln>
          </p:spPr>
        </p:sp>
        <p:sp>
          <p:nvSpPr>
            <p:cNvPr id="33" name="node01.row.item-004.c2.heat-gap"/>
            <p:cNvSpPr/>
            <p:nvPr/>
          </p:nvSpPr>
          <p:spPr>
            <a:xfrm>
              <a:off x="8039100" y="1803400"/>
              <a:ext cx="1143000" cy="330200"/>
            </a:xfrm>
            <a:prstGeom prst="rect">
              <a:avLst/>
            </a:prstGeom>
            <a:solidFill>
              <a:srgbClr val="FFFFFF"/>
            </a:solidFill>
            <a:ln>
              <a:noFill/>
            </a:ln>
          </p:spPr>
        </p:sp>
        <p:sp>
          <p:nvSpPr>
            <p:cNvPr id="34" name="node01.row.item-004.c2.heat"/>
            <p:cNvSpPr/>
            <p:nvPr/>
          </p:nvSpPr>
          <p:spPr>
            <a:xfrm>
              <a:off x="8058150" y="1822450"/>
              <a:ext cx="1104900" cy="292100"/>
            </a:xfrm>
            <a:prstGeom prst="rect">
              <a:avLst/>
            </a:prstGeom>
            <a:solidFill>
              <a:srgbClr val="0047FF"/>
            </a:solidFill>
            <a:ln>
              <a:noFill/>
            </a:ln>
          </p:spPr>
        </p:sp>
        <p:sp>
          <p:nvSpPr>
            <p:cNvPr id="35" name="node01.row.item-004.c3.heat-gap"/>
            <p:cNvSpPr/>
            <p:nvPr/>
          </p:nvSpPr>
          <p:spPr>
            <a:xfrm>
              <a:off x="9182100" y="1803400"/>
              <a:ext cx="1143000" cy="330200"/>
            </a:xfrm>
            <a:prstGeom prst="rect">
              <a:avLst/>
            </a:prstGeom>
            <a:solidFill>
              <a:srgbClr val="FFFFFF"/>
            </a:solidFill>
            <a:ln>
              <a:noFill/>
            </a:ln>
          </p:spPr>
        </p:sp>
        <p:sp>
          <p:nvSpPr>
            <p:cNvPr id="36" name="node01.row.item-004.c3.heat"/>
            <p:cNvSpPr/>
            <p:nvPr/>
          </p:nvSpPr>
          <p:spPr>
            <a:xfrm>
              <a:off x="9201150" y="1822450"/>
              <a:ext cx="1104900" cy="292100"/>
            </a:xfrm>
            <a:prstGeom prst="rect">
              <a:avLst/>
            </a:prstGeom>
            <a:solidFill>
              <a:srgbClr val="7C9BFF"/>
            </a:solidFill>
            <a:ln>
              <a:noFill/>
            </a:ln>
          </p:spPr>
        </p:sp>
        <p:sp>
          <p:nvSpPr>
            <p:cNvPr id="37" name="node01.row.item-004.c4.heat-gap"/>
            <p:cNvSpPr/>
            <p:nvPr/>
          </p:nvSpPr>
          <p:spPr>
            <a:xfrm>
              <a:off x="10325100" y="1803400"/>
              <a:ext cx="1143000" cy="330200"/>
            </a:xfrm>
            <a:prstGeom prst="rect">
              <a:avLst/>
            </a:prstGeom>
            <a:solidFill>
              <a:srgbClr val="FFFFFF"/>
            </a:solidFill>
            <a:ln>
              <a:noFill/>
            </a:ln>
          </p:spPr>
        </p:sp>
        <p:sp>
          <p:nvSpPr>
            <p:cNvPr id="38" name="node01.row.item-004.c4.heat"/>
            <p:cNvSpPr/>
            <p:nvPr/>
          </p:nvSpPr>
          <p:spPr>
            <a:xfrm>
              <a:off x="10344150" y="1822450"/>
              <a:ext cx="1104900" cy="292100"/>
            </a:xfrm>
            <a:prstGeom prst="rect">
              <a:avLst/>
            </a:prstGeom>
            <a:solidFill>
              <a:srgbClr val="B9C9F0"/>
            </a:solidFill>
            <a:ln>
              <a:noFill/>
            </a:ln>
          </p:spPr>
        </p:sp>
        <p:sp>
          <p:nvSpPr>
            <p:cNvPr id="39" name="node01.row.item-005.c1.heat-gap"/>
            <p:cNvSpPr/>
            <p:nvPr/>
          </p:nvSpPr>
          <p:spPr>
            <a:xfrm>
              <a:off x="6896100" y="2133600"/>
              <a:ext cx="1143000" cy="330200"/>
            </a:xfrm>
            <a:prstGeom prst="rect">
              <a:avLst/>
            </a:prstGeom>
            <a:solidFill>
              <a:srgbClr val="FFFFFF"/>
            </a:solidFill>
            <a:ln>
              <a:noFill/>
            </a:ln>
          </p:spPr>
        </p:sp>
        <p:sp>
          <p:nvSpPr>
            <p:cNvPr id="40" name="node01.row.item-005.c1.heat"/>
            <p:cNvSpPr/>
            <p:nvPr/>
          </p:nvSpPr>
          <p:spPr>
            <a:xfrm>
              <a:off x="6915150" y="2152650"/>
              <a:ext cx="1104900" cy="292100"/>
            </a:xfrm>
            <a:prstGeom prst="rect">
              <a:avLst/>
            </a:prstGeom>
            <a:solidFill>
              <a:srgbClr val="070154"/>
            </a:solidFill>
            <a:ln>
              <a:noFill/>
            </a:ln>
          </p:spPr>
        </p:sp>
        <p:sp>
          <p:nvSpPr>
            <p:cNvPr id="41" name="node01.row.item-005.c2.heat-gap"/>
            <p:cNvSpPr/>
            <p:nvPr/>
          </p:nvSpPr>
          <p:spPr>
            <a:xfrm>
              <a:off x="8039100" y="2133600"/>
              <a:ext cx="1143000" cy="330200"/>
            </a:xfrm>
            <a:prstGeom prst="rect">
              <a:avLst/>
            </a:prstGeom>
            <a:solidFill>
              <a:srgbClr val="FFFFFF"/>
            </a:solidFill>
            <a:ln>
              <a:noFill/>
            </a:ln>
          </p:spPr>
        </p:sp>
        <p:sp>
          <p:nvSpPr>
            <p:cNvPr id="42" name="node01.row.item-005.c2.heat"/>
            <p:cNvSpPr/>
            <p:nvPr/>
          </p:nvSpPr>
          <p:spPr>
            <a:xfrm>
              <a:off x="8058150" y="2152650"/>
              <a:ext cx="1104900" cy="292100"/>
            </a:xfrm>
            <a:prstGeom prst="rect">
              <a:avLst/>
            </a:prstGeom>
            <a:solidFill>
              <a:srgbClr val="0047FF"/>
            </a:solidFill>
            <a:ln>
              <a:noFill/>
            </a:ln>
          </p:spPr>
        </p:sp>
        <p:sp>
          <p:nvSpPr>
            <p:cNvPr id="43" name="node01.row.item-005.c3.heat-gap"/>
            <p:cNvSpPr/>
            <p:nvPr/>
          </p:nvSpPr>
          <p:spPr>
            <a:xfrm>
              <a:off x="9182100" y="2133600"/>
              <a:ext cx="1143000" cy="330200"/>
            </a:xfrm>
            <a:prstGeom prst="rect">
              <a:avLst/>
            </a:prstGeom>
            <a:solidFill>
              <a:srgbClr val="FFFFFF"/>
            </a:solidFill>
            <a:ln>
              <a:noFill/>
            </a:ln>
          </p:spPr>
        </p:sp>
        <p:sp>
          <p:nvSpPr>
            <p:cNvPr id="44" name="node01.row.item-005.c3.heat"/>
            <p:cNvSpPr/>
            <p:nvPr/>
          </p:nvSpPr>
          <p:spPr>
            <a:xfrm>
              <a:off x="9201150" y="2152650"/>
              <a:ext cx="1104900" cy="292100"/>
            </a:xfrm>
            <a:prstGeom prst="rect">
              <a:avLst/>
            </a:prstGeom>
            <a:solidFill>
              <a:srgbClr val="0047FF"/>
            </a:solidFill>
            <a:ln>
              <a:noFill/>
            </a:ln>
          </p:spPr>
        </p:sp>
        <p:sp>
          <p:nvSpPr>
            <p:cNvPr id="45" name="node01.row.item-005.c4.heat-gap"/>
            <p:cNvSpPr/>
            <p:nvPr/>
          </p:nvSpPr>
          <p:spPr>
            <a:xfrm>
              <a:off x="10325100" y="2133600"/>
              <a:ext cx="1143000" cy="330200"/>
            </a:xfrm>
            <a:prstGeom prst="rect">
              <a:avLst/>
            </a:prstGeom>
            <a:solidFill>
              <a:srgbClr val="FFFFFF"/>
            </a:solidFill>
            <a:ln>
              <a:noFill/>
            </a:ln>
          </p:spPr>
        </p:sp>
        <p:sp>
          <p:nvSpPr>
            <p:cNvPr id="46" name="node01.row.item-005.c4.heat"/>
            <p:cNvSpPr/>
            <p:nvPr/>
          </p:nvSpPr>
          <p:spPr>
            <a:xfrm>
              <a:off x="10344150" y="2152650"/>
              <a:ext cx="1104900" cy="292100"/>
            </a:xfrm>
            <a:prstGeom prst="rect">
              <a:avLst/>
            </a:prstGeom>
            <a:solidFill>
              <a:srgbClr val="7C9BFF"/>
            </a:solidFill>
            <a:ln>
              <a:noFill/>
            </a:ln>
          </p:spPr>
        </p:sp>
        <p:sp>
          <p:nvSpPr>
            <p:cNvPr id="47" name="node01.row.item-006.c1.heat-gap"/>
            <p:cNvSpPr/>
            <p:nvPr/>
          </p:nvSpPr>
          <p:spPr>
            <a:xfrm>
              <a:off x="6896100" y="2463800"/>
              <a:ext cx="1143000" cy="330200"/>
            </a:xfrm>
            <a:prstGeom prst="rect">
              <a:avLst/>
            </a:prstGeom>
            <a:solidFill>
              <a:srgbClr val="FFFFFF"/>
            </a:solidFill>
            <a:ln>
              <a:noFill/>
            </a:ln>
          </p:spPr>
        </p:sp>
        <p:sp>
          <p:nvSpPr>
            <p:cNvPr id="48" name="node01.row.item-006.c1.heat"/>
            <p:cNvSpPr/>
            <p:nvPr/>
          </p:nvSpPr>
          <p:spPr>
            <a:xfrm>
              <a:off x="6915150" y="2482850"/>
              <a:ext cx="1104900" cy="292100"/>
            </a:xfrm>
            <a:prstGeom prst="rect">
              <a:avLst/>
            </a:prstGeom>
            <a:solidFill>
              <a:srgbClr val="0047FF"/>
            </a:solidFill>
            <a:ln>
              <a:noFill/>
            </a:ln>
          </p:spPr>
        </p:sp>
        <p:sp>
          <p:nvSpPr>
            <p:cNvPr id="49" name="node01.row.item-006.c2.heat-gap"/>
            <p:cNvSpPr/>
            <p:nvPr/>
          </p:nvSpPr>
          <p:spPr>
            <a:xfrm>
              <a:off x="8039100" y="2463800"/>
              <a:ext cx="1143000" cy="330200"/>
            </a:xfrm>
            <a:prstGeom prst="rect">
              <a:avLst/>
            </a:prstGeom>
            <a:solidFill>
              <a:srgbClr val="FFFFFF"/>
            </a:solidFill>
            <a:ln>
              <a:noFill/>
            </a:ln>
          </p:spPr>
        </p:sp>
        <p:sp>
          <p:nvSpPr>
            <p:cNvPr id="50" name="node01.row.item-006.c2.heat"/>
            <p:cNvSpPr/>
            <p:nvPr/>
          </p:nvSpPr>
          <p:spPr>
            <a:xfrm>
              <a:off x="8058150" y="2482850"/>
              <a:ext cx="1104900" cy="292100"/>
            </a:xfrm>
            <a:prstGeom prst="rect">
              <a:avLst/>
            </a:prstGeom>
            <a:solidFill>
              <a:srgbClr val="7C9BFF"/>
            </a:solidFill>
            <a:ln>
              <a:noFill/>
            </a:ln>
          </p:spPr>
        </p:sp>
        <p:sp>
          <p:nvSpPr>
            <p:cNvPr id="51" name="node01.row.item-006.c3.heat-gap"/>
            <p:cNvSpPr/>
            <p:nvPr/>
          </p:nvSpPr>
          <p:spPr>
            <a:xfrm>
              <a:off x="9182100" y="2463800"/>
              <a:ext cx="1143000" cy="330200"/>
            </a:xfrm>
            <a:prstGeom prst="rect">
              <a:avLst/>
            </a:prstGeom>
            <a:solidFill>
              <a:srgbClr val="FFFFFF"/>
            </a:solidFill>
            <a:ln>
              <a:noFill/>
            </a:ln>
          </p:spPr>
        </p:sp>
        <p:sp>
          <p:nvSpPr>
            <p:cNvPr id="52" name="node01.row.item-006.c3.heat"/>
            <p:cNvSpPr/>
            <p:nvPr/>
          </p:nvSpPr>
          <p:spPr>
            <a:xfrm>
              <a:off x="9201150" y="2482850"/>
              <a:ext cx="1104900" cy="292100"/>
            </a:xfrm>
            <a:prstGeom prst="rect">
              <a:avLst/>
            </a:prstGeom>
            <a:solidFill>
              <a:srgbClr val="B9C9F0"/>
            </a:solidFill>
            <a:ln>
              <a:noFill/>
            </a:ln>
          </p:spPr>
        </p:sp>
        <p:sp>
          <p:nvSpPr>
            <p:cNvPr id="53" name="node01.row.item-006.c4.heat-gap"/>
            <p:cNvSpPr/>
            <p:nvPr/>
          </p:nvSpPr>
          <p:spPr>
            <a:xfrm>
              <a:off x="10325100" y="2463800"/>
              <a:ext cx="1143000" cy="330200"/>
            </a:xfrm>
            <a:prstGeom prst="rect">
              <a:avLst/>
            </a:prstGeom>
            <a:solidFill>
              <a:srgbClr val="FFFFFF"/>
            </a:solidFill>
            <a:ln>
              <a:noFill/>
            </a:ln>
          </p:spPr>
        </p:sp>
        <p:sp>
          <p:nvSpPr>
            <p:cNvPr id="54" name="node01.row.item-006.c4.heat"/>
            <p:cNvSpPr/>
            <p:nvPr/>
          </p:nvSpPr>
          <p:spPr>
            <a:xfrm>
              <a:off x="10344150" y="2482850"/>
              <a:ext cx="1104900" cy="292100"/>
            </a:xfrm>
            <a:prstGeom prst="rect">
              <a:avLst/>
            </a:prstGeom>
            <a:solidFill>
              <a:srgbClr val="B9C9F0"/>
            </a:solidFill>
            <a:ln>
              <a:noFill/>
            </a:ln>
          </p:spPr>
        </p:sp>
        <p:sp>
          <p:nvSpPr>
            <p:cNvPr id="55" name="node01.row.item-007.c1.heat-gap"/>
            <p:cNvSpPr/>
            <p:nvPr/>
          </p:nvSpPr>
          <p:spPr>
            <a:xfrm>
              <a:off x="6896100" y="2794000"/>
              <a:ext cx="1143000" cy="330200"/>
            </a:xfrm>
            <a:prstGeom prst="rect">
              <a:avLst/>
            </a:prstGeom>
            <a:solidFill>
              <a:srgbClr val="FFFFFF"/>
            </a:solidFill>
            <a:ln>
              <a:noFill/>
            </a:ln>
          </p:spPr>
        </p:sp>
        <p:sp>
          <p:nvSpPr>
            <p:cNvPr id="56" name="node01.row.item-007.c1.heat"/>
            <p:cNvSpPr/>
            <p:nvPr/>
          </p:nvSpPr>
          <p:spPr>
            <a:xfrm>
              <a:off x="6915150" y="2813050"/>
              <a:ext cx="1104900" cy="292100"/>
            </a:xfrm>
            <a:prstGeom prst="rect">
              <a:avLst/>
            </a:prstGeom>
            <a:solidFill>
              <a:srgbClr val="070154"/>
            </a:solidFill>
            <a:ln>
              <a:noFill/>
            </a:ln>
          </p:spPr>
        </p:sp>
        <p:sp>
          <p:nvSpPr>
            <p:cNvPr id="57" name="node01.row.item-007.c2.heat-gap"/>
            <p:cNvSpPr/>
            <p:nvPr/>
          </p:nvSpPr>
          <p:spPr>
            <a:xfrm>
              <a:off x="8039100" y="2794000"/>
              <a:ext cx="1143000" cy="330200"/>
            </a:xfrm>
            <a:prstGeom prst="rect">
              <a:avLst/>
            </a:prstGeom>
            <a:solidFill>
              <a:srgbClr val="FFFFFF"/>
            </a:solidFill>
            <a:ln>
              <a:noFill/>
            </a:ln>
          </p:spPr>
        </p:sp>
        <p:sp>
          <p:nvSpPr>
            <p:cNvPr id="58" name="node01.row.item-007.c2.heat"/>
            <p:cNvSpPr/>
            <p:nvPr/>
          </p:nvSpPr>
          <p:spPr>
            <a:xfrm>
              <a:off x="8058150" y="2813050"/>
              <a:ext cx="1104900" cy="292100"/>
            </a:xfrm>
            <a:prstGeom prst="rect">
              <a:avLst/>
            </a:prstGeom>
            <a:solidFill>
              <a:srgbClr val="0047FF"/>
            </a:solidFill>
            <a:ln>
              <a:noFill/>
            </a:ln>
          </p:spPr>
        </p:sp>
        <p:sp>
          <p:nvSpPr>
            <p:cNvPr id="59" name="node01.row.item-007.c3.heat-gap"/>
            <p:cNvSpPr/>
            <p:nvPr/>
          </p:nvSpPr>
          <p:spPr>
            <a:xfrm>
              <a:off x="9182100" y="2794000"/>
              <a:ext cx="1143000" cy="330200"/>
            </a:xfrm>
            <a:prstGeom prst="rect">
              <a:avLst/>
            </a:prstGeom>
            <a:solidFill>
              <a:srgbClr val="FFFFFF"/>
            </a:solidFill>
            <a:ln>
              <a:noFill/>
            </a:ln>
          </p:spPr>
        </p:sp>
        <p:sp>
          <p:nvSpPr>
            <p:cNvPr id="60" name="node01.row.item-007.c3.heat"/>
            <p:cNvSpPr/>
            <p:nvPr/>
          </p:nvSpPr>
          <p:spPr>
            <a:xfrm>
              <a:off x="9201150" y="2813050"/>
              <a:ext cx="1104900" cy="292100"/>
            </a:xfrm>
            <a:prstGeom prst="rect">
              <a:avLst/>
            </a:prstGeom>
            <a:solidFill>
              <a:srgbClr val="7C9BFF"/>
            </a:solidFill>
            <a:ln>
              <a:noFill/>
            </a:ln>
          </p:spPr>
        </p:sp>
        <p:sp>
          <p:nvSpPr>
            <p:cNvPr id="61" name="node01.row.item-007.c4.heat-gap"/>
            <p:cNvSpPr/>
            <p:nvPr/>
          </p:nvSpPr>
          <p:spPr>
            <a:xfrm>
              <a:off x="10325100" y="2794000"/>
              <a:ext cx="1143000" cy="330200"/>
            </a:xfrm>
            <a:prstGeom prst="rect">
              <a:avLst/>
            </a:prstGeom>
            <a:solidFill>
              <a:srgbClr val="FFFFFF"/>
            </a:solidFill>
            <a:ln>
              <a:noFill/>
            </a:ln>
          </p:spPr>
        </p:sp>
        <p:sp>
          <p:nvSpPr>
            <p:cNvPr id="62" name="node01.row.item-007.c4.heat"/>
            <p:cNvSpPr/>
            <p:nvPr/>
          </p:nvSpPr>
          <p:spPr>
            <a:xfrm>
              <a:off x="10344150" y="2813050"/>
              <a:ext cx="1104900" cy="292100"/>
            </a:xfrm>
            <a:prstGeom prst="rect">
              <a:avLst/>
            </a:prstGeom>
            <a:solidFill>
              <a:srgbClr val="B9C9F0"/>
            </a:solidFill>
            <a:ln>
              <a:noFill/>
            </a:ln>
          </p:spPr>
        </p:sp>
        <p:sp>
          <p:nvSpPr>
            <p:cNvPr id="63" name="node01.row.item-008.c1.heat-gap"/>
            <p:cNvSpPr/>
            <p:nvPr/>
          </p:nvSpPr>
          <p:spPr>
            <a:xfrm>
              <a:off x="6896100" y="3124200"/>
              <a:ext cx="1143000" cy="330200"/>
            </a:xfrm>
            <a:prstGeom prst="rect">
              <a:avLst/>
            </a:prstGeom>
            <a:solidFill>
              <a:srgbClr val="FFFFFF"/>
            </a:solidFill>
            <a:ln>
              <a:noFill/>
            </a:ln>
          </p:spPr>
        </p:sp>
        <p:sp>
          <p:nvSpPr>
            <p:cNvPr id="64" name="node01.row.item-008.c1.heat"/>
            <p:cNvSpPr/>
            <p:nvPr/>
          </p:nvSpPr>
          <p:spPr>
            <a:xfrm>
              <a:off x="6915150" y="3143250"/>
              <a:ext cx="1104900" cy="292100"/>
            </a:xfrm>
            <a:prstGeom prst="rect">
              <a:avLst/>
            </a:prstGeom>
            <a:solidFill>
              <a:srgbClr val="7C9BFF"/>
            </a:solidFill>
            <a:ln>
              <a:noFill/>
            </a:ln>
          </p:spPr>
        </p:sp>
        <p:sp>
          <p:nvSpPr>
            <p:cNvPr id="65" name="node01.row.item-008.c2.heat-gap"/>
            <p:cNvSpPr/>
            <p:nvPr/>
          </p:nvSpPr>
          <p:spPr>
            <a:xfrm>
              <a:off x="8039100" y="3124200"/>
              <a:ext cx="1143000" cy="330200"/>
            </a:xfrm>
            <a:prstGeom prst="rect">
              <a:avLst/>
            </a:prstGeom>
            <a:solidFill>
              <a:srgbClr val="FFFFFF"/>
            </a:solidFill>
            <a:ln>
              <a:noFill/>
            </a:ln>
          </p:spPr>
        </p:sp>
        <p:sp>
          <p:nvSpPr>
            <p:cNvPr id="66" name="node01.row.item-008.c2.heat"/>
            <p:cNvSpPr/>
            <p:nvPr/>
          </p:nvSpPr>
          <p:spPr>
            <a:xfrm>
              <a:off x="8058150" y="3143250"/>
              <a:ext cx="1104900" cy="292100"/>
            </a:xfrm>
            <a:prstGeom prst="rect">
              <a:avLst/>
            </a:prstGeom>
            <a:solidFill>
              <a:srgbClr val="7C9BFF"/>
            </a:solidFill>
            <a:ln>
              <a:noFill/>
            </a:ln>
          </p:spPr>
        </p:sp>
        <p:sp>
          <p:nvSpPr>
            <p:cNvPr id="67" name="node01.row.item-008.c3.heat-gap"/>
            <p:cNvSpPr/>
            <p:nvPr/>
          </p:nvSpPr>
          <p:spPr>
            <a:xfrm>
              <a:off x="9182100" y="3124200"/>
              <a:ext cx="1143000" cy="330200"/>
            </a:xfrm>
            <a:prstGeom prst="rect">
              <a:avLst/>
            </a:prstGeom>
            <a:solidFill>
              <a:srgbClr val="FFFFFF"/>
            </a:solidFill>
            <a:ln>
              <a:noFill/>
            </a:ln>
          </p:spPr>
        </p:sp>
        <p:sp>
          <p:nvSpPr>
            <p:cNvPr id="68" name="node01.row.item-008.c3.heat"/>
            <p:cNvSpPr/>
            <p:nvPr/>
          </p:nvSpPr>
          <p:spPr>
            <a:xfrm>
              <a:off x="9201150" y="3143250"/>
              <a:ext cx="1104900" cy="292100"/>
            </a:xfrm>
            <a:prstGeom prst="rect">
              <a:avLst/>
            </a:prstGeom>
            <a:solidFill>
              <a:srgbClr val="B9C9F0"/>
            </a:solidFill>
            <a:ln>
              <a:noFill/>
            </a:ln>
          </p:spPr>
        </p:sp>
        <p:sp>
          <p:nvSpPr>
            <p:cNvPr id="69" name="node01.row.item-008.c4.heat-gap"/>
            <p:cNvSpPr/>
            <p:nvPr/>
          </p:nvSpPr>
          <p:spPr>
            <a:xfrm>
              <a:off x="10325100" y="3124200"/>
              <a:ext cx="1143000" cy="330200"/>
            </a:xfrm>
            <a:prstGeom prst="rect">
              <a:avLst/>
            </a:prstGeom>
            <a:solidFill>
              <a:srgbClr val="FFFFFF"/>
            </a:solidFill>
            <a:ln>
              <a:noFill/>
            </a:ln>
          </p:spPr>
        </p:sp>
        <p:sp>
          <p:nvSpPr>
            <p:cNvPr id="70" name="node01.row.item-008.c4.heat"/>
            <p:cNvSpPr/>
            <p:nvPr/>
          </p:nvSpPr>
          <p:spPr>
            <a:xfrm>
              <a:off x="10344150" y="3143250"/>
              <a:ext cx="1104900" cy="292100"/>
            </a:xfrm>
            <a:prstGeom prst="rect">
              <a:avLst/>
            </a:prstGeom>
            <a:solidFill>
              <a:srgbClr val="E8EEF8"/>
            </a:solidFill>
            <a:ln>
              <a:noFill/>
            </a:ln>
          </p:spPr>
        </p:sp>
        <p:sp>
          <p:nvSpPr>
            <p:cNvPr id="71" name="node01.row.item-009.c1.heat-gap"/>
            <p:cNvSpPr/>
            <p:nvPr/>
          </p:nvSpPr>
          <p:spPr>
            <a:xfrm>
              <a:off x="6896100" y="3454400"/>
              <a:ext cx="1143000" cy="330200"/>
            </a:xfrm>
            <a:prstGeom prst="rect">
              <a:avLst/>
            </a:prstGeom>
            <a:solidFill>
              <a:srgbClr val="FFFFFF"/>
            </a:solidFill>
            <a:ln>
              <a:noFill/>
            </a:ln>
          </p:spPr>
        </p:sp>
        <p:sp>
          <p:nvSpPr>
            <p:cNvPr id="72" name="node01.row.item-009.c1.heat"/>
            <p:cNvSpPr/>
            <p:nvPr/>
          </p:nvSpPr>
          <p:spPr>
            <a:xfrm>
              <a:off x="6915150" y="3473450"/>
              <a:ext cx="1104900" cy="292100"/>
            </a:xfrm>
            <a:prstGeom prst="rect">
              <a:avLst/>
            </a:prstGeom>
            <a:solidFill>
              <a:srgbClr val="0047FF"/>
            </a:solidFill>
            <a:ln>
              <a:noFill/>
            </a:ln>
          </p:spPr>
        </p:sp>
        <p:sp>
          <p:nvSpPr>
            <p:cNvPr id="73" name="node01.row.item-009.c2.heat-gap"/>
            <p:cNvSpPr/>
            <p:nvPr/>
          </p:nvSpPr>
          <p:spPr>
            <a:xfrm>
              <a:off x="8039100" y="3454400"/>
              <a:ext cx="1143000" cy="330200"/>
            </a:xfrm>
            <a:prstGeom prst="rect">
              <a:avLst/>
            </a:prstGeom>
            <a:solidFill>
              <a:srgbClr val="FFFFFF"/>
            </a:solidFill>
            <a:ln>
              <a:noFill/>
            </a:ln>
          </p:spPr>
        </p:sp>
        <p:sp>
          <p:nvSpPr>
            <p:cNvPr id="74" name="node01.row.item-009.c2.heat"/>
            <p:cNvSpPr/>
            <p:nvPr/>
          </p:nvSpPr>
          <p:spPr>
            <a:xfrm>
              <a:off x="8058150" y="3473450"/>
              <a:ext cx="1104900" cy="292100"/>
            </a:xfrm>
            <a:prstGeom prst="rect">
              <a:avLst/>
            </a:prstGeom>
            <a:solidFill>
              <a:srgbClr val="0047FF"/>
            </a:solidFill>
            <a:ln>
              <a:noFill/>
            </a:ln>
          </p:spPr>
        </p:sp>
        <p:sp>
          <p:nvSpPr>
            <p:cNvPr id="75" name="node01.row.item-009.c3.heat-gap"/>
            <p:cNvSpPr/>
            <p:nvPr/>
          </p:nvSpPr>
          <p:spPr>
            <a:xfrm>
              <a:off x="9182100" y="3454400"/>
              <a:ext cx="1143000" cy="330200"/>
            </a:xfrm>
            <a:prstGeom prst="rect">
              <a:avLst/>
            </a:prstGeom>
            <a:solidFill>
              <a:srgbClr val="FFFFFF"/>
            </a:solidFill>
            <a:ln>
              <a:noFill/>
            </a:ln>
          </p:spPr>
        </p:sp>
        <p:sp>
          <p:nvSpPr>
            <p:cNvPr id="76" name="node01.row.item-009.c3.heat"/>
            <p:cNvSpPr/>
            <p:nvPr/>
          </p:nvSpPr>
          <p:spPr>
            <a:xfrm>
              <a:off x="9201150" y="3473450"/>
              <a:ext cx="1104900" cy="292100"/>
            </a:xfrm>
            <a:prstGeom prst="rect">
              <a:avLst/>
            </a:prstGeom>
            <a:solidFill>
              <a:srgbClr val="7C9BFF"/>
            </a:solidFill>
            <a:ln>
              <a:noFill/>
            </a:ln>
          </p:spPr>
        </p:sp>
        <p:sp>
          <p:nvSpPr>
            <p:cNvPr id="77" name="node01.row.item-009.c4.heat-gap"/>
            <p:cNvSpPr/>
            <p:nvPr/>
          </p:nvSpPr>
          <p:spPr>
            <a:xfrm>
              <a:off x="10325100" y="3454400"/>
              <a:ext cx="1143000" cy="330200"/>
            </a:xfrm>
            <a:prstGeom prst="rect">
              <a:avLst/>
            </a:prstGeom>
            <a:solidFill>
              <a:srgbClr val="FFFFFF"/>
            </a:solidFill>
            <a:ln>
              <a:noFill/>
            </a:ln>
          </p:spPr>
        </p:sp>
        <p:sp>
          <p:nvSpPr>
            <p:cNvPr id="78" name="node01.row.item-009.c4.heat"/>
            <p:cNvSpPr/>
            <p:nvPr/>
          </p:nvSpPr>
          <p:spPr>
            <a:xfrm>
              <a:off x="10344150" y="3473450"/>
              <a:ext cx="1104900" cy="292100"/>
            </a:xfrm>
            <a:prstGeom prst="rect">
              <a:avLst/>
            </a:prstGeom>
            <a:solidFill>
              <a:srgbClr val="7C9BFF"/>
            </a:solidFill>
            <a:ln>
              <a:noFill/>
            </a:ln>
          </p:spPr>
        </p:sp>
        <p:sp>
          <p:nvSpPr>
            <p:cNvPr id="79" name="node01.row.item-010.c1.heat-gap"/>
            <p:cNvSpPr/>
            <p:nvPr/>
          </p:nvSpPr>
          <p:spPr>
            <a:xfrm>
              <a:off x="6896100" y="3784600"/>
              <a:ext cx="1143000" cy="330200"/>
            </a:xfrm>
            <a:prstGeom prst="rect">
              <a:avLst/>
            </a:prstGeom>
            <a:solidFill>
              <a:srgbClr val="FFFFFF"/>
            </a:solidFill>
            <a:ln>
              <a:noFill/>
            </a:ln>
          </p:spPr>
        </p:sp>
        <p:sp>
          <p:nvSpPr>
            <p:cNvPr id="80" name="node01.row.item-010.c1.heat"/>
            <p:cNvSpPr/>
            <p:nvPr/>
          </p:nvSpPr>
          <p:spPr>
            <a:xfrm>
              <a:off x="6915150" y="3803650"/>
              <a:ext cx="1104900" cy="292100"/>
            </a:xfrm>
            <a:prstGeom prst="rect">
              <a:avLst/>
            </a:prstGeom>
            <a:solidFill>
              <a:srgbClr val="0047FF"/>
            </a:solidFill>
            <a:ln>
              <a:noFill/>
            </a:ln>
          </p:spPr>
        </p:sp>
        <p:sp>
          <p:nvSpPr>
            <p:cNvPr id="81" name="node01.row.item-010.c2.heat-gap"/>
            <p:cNvSpPr/>
            <p:nvPr/>
          </p:nvSpPr>
          <p:spPr>
            <a:xfrm>
              <a:off x="8039100" y="3784600"/>
              <a:ext cx="1143000" cy="330200"/>
            </a:xfrm>
            <a:prstGeom prst="rect">
              <a:avLst/>
            </a:prstGeom>
            <a:solidFill>
              <a:srgbClr val="FFFFFF"/>
            </a:solidFill>
            <a:ln>
              <a:noFill/>
            </a:ln>
          </p:spPr>
        </p:sp>
        <p:sp>
          <p:nvSpPr>
            <p:cNvPr id="82" name="node01.row.item-010.c2.heat"/>
            <p:cNvSpPr/>
            <p:nvPr/>
          </p:nvSpPr>
          <p:spPr>
            <a:xfrm>
              <a:off x="8058150" y="3803650"/>
              <a:ext cx="1104900" cy="292100"/>
            </a:xfrm>
            <a:prstGeom prst="rect">
              <a:avLst/>
            </a:prstGeom>
            <a:solidFill>
              <a:srgbClr val="7C9BFF"/>
            </a:solidFill>
            <a:ln>
              <a:noFill/>
            </a:ln>
          </p:spPr>
        </p:sp>
        <p:sp>
          <p:nvSpPr>
            <p:cNvPr id="83" name="node01.row.item-010.c3.heat-gap"/>
            <p:cNvSpPr/>
            <p:nvPr/>
          </p:nvSpPr>
          <p:spPr>
            <a:xfrm>
              <a:off x="9182100" y="3784600"/>
              <a:ext cx="1143000" cy="330200"/>
            </a:xfrm>
            <a:prstGeom prst="rect">
              <a:avLst/>
            </a:prstGeom>
            <a:solidFill>
              <a:srgbClr val="FFFFFF"/>
            </a:solidFill>
            <a:ln>
              <a:noFill/>
            </a:ln>
          </p:spPr>
        </p:sp>
        <p:sp>
          <p:nvSpPr>
            <p:cNvPr id="84" name="node01.row.item-010.c3.heat"/>
            <p:cNvSpPr/>
            <p:nvPr/>
          </p:nvSpPr>
          <p:spPr>
            <a:xfrm>
              <a:off x="9201150" y="3803650"/>
              <a:ext cx="1104900" cy="292100"/>
            </a:xfrm>
            <a:prstGeom prst="rect">
              <a:avLst/>
            </a:prstGeom>
            <a:solidFill>
              <a:srgbClr val="B9C9F0"/>
            </a:solidFill>
            <a:ln>
              <a:noFill/>
            </a:ln>
          </p:spPr>
        </p:sp>
        <p:sp>
          <p:nvSpPr>
            <p:cNvPr id="85" name="node01.row.item-010.c4.heat-gap"/>
            <p:cNvSpPr/>
            <p:nvPr/>
          </p:nvSpPr>
          <p:spPr>
            <a:xfrm>
              <a:off x="10325100" y="3784600"/>
              <a:ext cx="1143000" cy="330200"/>
            </a:xfrm>
            <a:prstGeom prst="rect">
              <a:avLst/>
            </a:prstGeom>
            <a:solidFill>
              <a:srgbClr val="FFFFFF"/>
            </a:solidFill>
            <a:ln>
              <a:noFill/>
            </a:ln>
          </p:spPr>
        </p:sp>
        <p:sp>
          <p:nvSpPr>
            <p:cNvPr id="86" name="node01.row.item-010.c4.heat"/>
            <p:cNvSpPr/>
            <p:nvPr/>
          </p:nvSpPr>
          <p:spPr>
            <a:xfrm>
              <a:off x="10344150" y="3803650"/>
              <a:ext cx="1104900" cy="292100"/>
            </a:xfrm>
            <a:prstGeom prst="rect">
              <a:avLst/>
            </a:prstGeom>
            <a:solidFill>
              <a:srgbClr val="E8EEF8"/>
            </a:solidFill>
            <a:ln>
              <a:noFill/>
            </a:ln>
          </p:spPr>
        </p:sp>
        <p:sp>
          <p:nvSpPr>
            <p:cNvPr id="87" name="node01.row.item-011.c1.heat-gap"/>
            <p:cNvSpPr/>
            <p:nvPr/>
          </p:nvSpPr>
          <p:spPr>
            <a:xfrm>
              <a:off x="6896100" y="4114800"/>
              <a:ext cx="1143000" cy="330200"/>
            </a:xfrm>
            <a:prstGeom prst="rect">
              <a:avLst/>
            </a:prstGeom>
            <a:solidFill>
              <a:srgbClr val="FFFFFF"/>
            </a:solidFill>
            <a:ln>
              <a:noFill/>
            </a:ln>
          </p:spPr>
        </p:sp>
        <p:sp>
          <p:nvSpPr>
            <p:cNvPr id="88" name="node01.row.item-011.c1.heat"/>
            <p:cNvSpPr/>
            <p:nvPr/>
          </p:nvSpPr>
          <p:spPr>
            <a:xfrm>
              <a:off x="6915150" y="4133850"/>
              <a:ext cx="1104900" cy="292100"/>
            </a:xfrm>
            <a:prstGeom prst="rect">
              <a:avLst/>
            </a:prstGeom>
            <a:solidFill>
              <a:srgbClr val="7C9BFF"/>
            </a:solidFill>
            <a:ln>
              <a:noFill/>
            </a:ln>
          </p:spPr>
        </p:sp>
        <p:sp>
          <p:nvSpPr>
            <p:cNvPr id="89" name="node01.row.item-011.c2.heat-gap"/>
            <p:cNvSpPr/>
            <p:nvPr/>
          </p:nvSpPr>
          <p:spPr>
            <a:xfrm>
              <a:off x="8039100" y="4114800"/>
              <a:ext cx="1143000" cy="330200"/>
            </a:xfrm>
            <a:prstGeom prst="rect">
              <a:avLst/>
            </a:prstGeom>
            <a:solidFill>
              <a:srgbClr val="FFFFFF"/>
            </a:solidFill>
            <a:ln>
              <a:noFill/>
            </a:ln>
          </p:spPr>
        </p:sp>
        <p:sp>
          <p:nvSpPr>
            <p:cNvPr id="90" name="node01.row.item-011.c2.heat"/>
            <p:cNvSpPr/>
            <p:nvPr/>
          </p:nvSpPr>
          <p:spPr>
            <a:xfrm>
              <a:off x="8058150" y="4133850"/>
              <a:ext cx="1104900" cy="292100"/>
            </a:xfrm>
            <a:prstGeom prst="rect">
              <a:avLst/>
            </a:prstGeom>
            <a:solidFill>
              <a:srgbClr val="7C9BFF"/>
            </a:solidFill>
            <a:ln>
              <a:noFill/>
            </a:ln>
          </p:spPr>
        </p:sp>
        <p:sp>
          <p:nvSpPr>
            <p:cNvPr id="91" name="node01.row.item-011.c3.heat-gap"/>
            <p:cNvSpPr/>
            <p:nvPr/>
          </p:nvSpPr>
          <p:spPr>
            <a:xfrm>
              <a:off x="9182100" y="4114800"/>
              <a:ext cx="1143000" cy="330200"/>
            </a:xfrm>
            <a:prstGeom prst="rect">
              <a:avLst/>
            </a:prstGeom>
            <a:solidFill>
              <a:srgbClr val="FFFFFF"/>
            </a:solidFill>
            <a:ln>
              <a:noFill/>
            </a:ln>
          </p:spPr>
        </p:sp>
        <p:sp>
          <p:nvSpPr>
            <p:cNvPr id="92" name="node01.row.item-011.c3.heat"/>
            <p:cNvSpPr/>
            <p:nvPr/>
          </p:nvSpPr>
          <p:spPr>
            <a:xfrm>
              <a:off x="9201150" y="4133850"/>
              <a:ext cx="1104900" cy="292100"/>
            </a:xfrm>
            <a:prstGeom prst="rect">
              <a:avLst/>
            </a:prstGeom>
            <a:solidFill>
              <a:srgbClr val="B9C9F0"/>
            </a:solidFill>
            <a:ln>
              <a:noFill/>
            </a:ln>
          </p:spPr>
        </p:sp>
        <p:sp>
          <p:nvSpPr>
            <p:cNvPr id="93" name="node01.row.item-011.c4.heat-gap"/>
            <p:cNvSpPr/>
            <p:nvPr/>
          </p:nvSpPr>
          <p:spPr>
            <a:xfrm>
              <a:off x="10325100" y="4114800"/>
              <a:ext cx="1143000" cy="330200"/>
            </a:xfrm>
            <a:prstGeom prst="rect">
              <a:avLst/>
            </a:prstGeom>
            <a:solidFill>
              <a:srgbClr val="FFFFFF"/>
            </a:solidFill>
            <a:ln>
              <a:noFill/>
            </a:ln>
          </p:spPr>
        </p:sp>
        <p:sp>
          <p:nvSpPr>
            <p:cNvPr id="94" name="node01.row.item-011.c4.heat"/>
            <p:cNvSpPr/>
            <p:nvPr/>
          </p:nvSpPr>
          <p:spPr>
            <a:xfrm>
              <a:off x="10344150" y="4133850"/>
              <a:ext cx="1104900" cy="292100"/>
            </a:xfrm>
            <a:prstGeom prst="rect">
              <a:avLst/>
            </a:prstGeom>
            <a:solidFill>
              <a:srgbClr val="E8EEF8"/>
            </a:solidFill>
            <a:ln>
              <a:noFill/>
            </a:ln>
          </p:spPr>
        </p:sp>
        <p:sp>
          <p:nvSpPr>
            <p:cNvPr id="95" name="node01.row.item-012.c1.heat-gap"/>
            <p:cNvSpPr/>
            <p:nvPr/>
          </p:nvSpPr>
          <p:spPr>
            <a:xfrm>
              <a:off x="6896100" y="4445000"/>
              <a:ext cx="1143000" cy="330200"/>
            </a:xfrm>
            <a:prstGeom prst="rect">
              <a:avLst/>
            </a:prstGeom>
            <a:solidFill>
              <a:srgbClr val="FFFFFF"/>
            </a:solidFill>
            <a:ln>
              <a:noFill/>
            </a:ln>
          </p:spPr>
        </p:sp>
        <p:sp>
          <p:nvSpPr>
            <p:cNvPr id="96" name="node01.row.item-012.c1.heat"/>
            <p:cNvSpPr/>
            <p:nvPr/>
          </p:nvSpPr>
          <p:spPr>
            <a:xfrm>
              <a:off x="6915150" y="4464050"/>
              <a:ext cx="1104900" cy="292100"/>
            </a:xfrm>
            <a:prstGeom prst="rect">
              <a:avLst/>
            </a:prstGeom>
            <a:solidFill>
              <a:srgbClr val="0047FF"/>
            </a:solidFill>
            <a:ln>
              <a:noFill/>
            </a:ln>
          </p:spPr>
        </p:sp>
        <p:sp>
          <p:nvSpPr>
            <p:cNvPr id="97" name="node01.row.item-012.c2.heat-gap"/>
            <p:cNvSpPr/>
            <p:nvPr/>
          </p:nvSpPr>
          <p:spPr>
            <a:xfrm>
              <a:off x="8039100" y="4445000"/>
              <a:ext cx="1143000" cy="330200"/>
            </a:xfrm>
            <a:prstGeom prst="rect">
              <a:avLst/>
            </a:prstGeom>
            <a:solidFill>
              <a:srgbClr val="FFFFFF"/>
            </a:solidFill>
            <a:ln>
              <a:noFill/>
            </a:ln>
          </p:spPr>
        </p:sp>
        <p:sp>
          <p:nvSpPr>
            <p:cNvPr id="98" name="node01.row.item-012.c2.heat"/>
            <p:cNvSpPr/>
            <p:nvPr/>
          </p:nvSpPr>
          <p:spPr>
            <a:xfrm>
              <a:off x="8058150" y="4464050"/>
              <a:ext cx="1104900" cy="292100"/>
            </a:xfrm>
            <a:prstGeom prst="rect">
              <a:avLst/>
            </a:prstGeom>
            <a:solidFill>
              <a:srgbClr val="7C9BFF"/>
            </a:solidFill>
            <a:ln>
              <a:noFill/>
            </a:ln>
          </p:spPr>
        </p:sp>
        <p:sp>
          <p:nvSpPr>
            <p:cNvPr id="99" name="node01.row.item-012.c3.heat-gap"/>
            <p:cNvSpPr/>
            <p:nvPr/>
          </p:nvSpPr>
          <p:spPr>
            <a:xfrm>
              <a:off x="9182100" y="4445000"/>
              <a:ext cx="1143000" cy="330200"/>
            </a:xfrm>
            <a:prstGeom prst="rect">
              <a:avLst/>
            </a:prstGeom>
            <a:solidFill>
              <a:srgbClr val="FFFFFF"/>
            </a:solidFill>
            <a:ln>
              <a:noFill/>
            </a:ln>
          </p:spPr>
        </p:sp>
        <p:sp>
          <p:nvSpPr>
            <p:cNvPr id="100" name="node01.row.item-012.c3.heat"/>
            <p:cNvSpPr/>
            <p:nvPr/>
          </p:nvSpPr>
          <p:spPr>
            <a:xfrm>
              <a:off x="9201150" y="4464050"/>
              <a:ext cx="1104900" cy="292100"/>
            </a:xfrm>
            <a:prstGeom prst="rect">
              <a:avLst/>
            </a:prstGeom>
            <a:solidFill>
              <a:srgbClr val="7C9BFF"/>
            </a:solidFill>
            <a:ln>
              <a:noFill/>
            </a:ln>
          </p:spPr>
        </p:sp>
        <p:sp>
          <p:nvSpPr>
            <p:cNvPr id="101" name="node01.row.item-012.c4.heat-gap"/>
            <p:cNvSpPr/>
            <p:nvPr/>
          </p:nvSpPr>
          <p:spPr>
            <a:xfrm>
              <a:off x="10325100" y="4445000"/>
              <a:ext cx="1143000" cy="330200"/>
            </a:xfrm>
            <a:prstGeom prst="rect">
              <a:avLst/>
            </a:prstGeom>
            <a:solidFill>
              <a:srgbClr val="FFFFFF"/>
            </a:solidFill>
            <a:ln>
              <a:noFill/>
            </a:ln>
          </p:spPr>
        </p:sp>
        <p:sp>
          <p:nvSpPr>
            <p:cNvPr id="102" name="node01.row.item-012.c4.heat"/>
            <p:cNvSpPr/>
            <p:nvPr/>
          </p:nvSpPr>
          <p:spPr>
            <a:xfrm>
              <a:off x="10344150" y="4464050"/>
              <a:ext cx="1104900" cy="292100"/>
            </a:xfrm>
            <a:prstGeom prst="rect">
              <a:avLst/>
            </a:prstGeom>
            <a:solidFill>
              <a:srgbClr val="B9C9F0"/>
            </a:solidFill>
            <a:ln>
              <a:noFill/>
            </a:ln>
          </p:spPr>
        </p:sp>
        <p:sp>
          <p:nvSpPr>
            <p:cNvPr id="103" name="node01.row.item-013.c1.heat-gap"/>
            <p:cNvSpPr/>
            <p:nvPr/>
          </p:nvSpPr>
          <p:spPr>
            <a:xfrm>
              <a:off x="6896100" y="4775200"/>
              <a:ext cx="1143000" cy="330200"/>
            </a:xfrm>
            <a:prstGeom prst="rect">
              <a:avLst/>
            </a:prstGeom>
            <a:solidFill>
              <a:srgbClr val="FFFFFF"/>
            </a:solidFill>
            <a:ln>
              <a:noFill/>
            </a:ln>
          </p:spPr>
        </p:sp>
        <p:sp>
          <p:nvSpPr>
            <p:cNvPr id="104" name="node01.row.item-013.c1.heat"/>
            <p:cNvSpPr/>
            <p:nvPr/>
          </p:nvSpPr>
          <p:spPr>
            <a:xfrm>
              <a:off x="6915150" y="4794250"/>
              <a:ext cx="1104900" cy="292100"/>
            </a:xfrm>
            <a:prstGeom prst="rect">
              <a:avLst/>
            </a:prstGeom>
            <a:solidFill>
              <a:srgbClr val="0047FF"/>
            </a:solidFill>
            <a:ln>
              <a:noFill/>
            </a:ln>
          </p:spPr>
        </p:sp>
        <p:sp>
          <p:nvSpPr>
            <p:cNvPr id="105" name="node01.row.item-013.c2.heat-gap"/>
            <p:cNvSpPr/>
            <p:nvPr/>
          </p:nvSpPr>
          <p:spPr>
            <a:xfrm>
              <a:off x="8039100" y="4775200"/>
              <a:ext cx="1143000" cy="330200"/>
            </a:xfrm>
            <a:prstGeom prst="rect">
              <a:avLst/>
            </a:prstGeom>
            <a:solidFill>
              <a:srgbClr val="FFFFFF"/>
            </a:solidFill>
            <a:ln>
              <a:noFill/>
            </a:ln>
          </p:spPr>
        </p:sp>
        <p:sp>
          <p:nvSpPr>
            <p:cNvPr id="106" name="node01.row.item-013.c2.heat"/>
            <p:cNvSpPr/>
            <p:nvPr/>
          </p:nvSpPr>
          <p:spPr>
            <a:xfrm>
              <a:off x="8058150" y="4794250"/>
              <a:ext cx="1104900" cy="292100"/>
            </a:xfrm>
            <a:prstGeom prst="rect">
              <a:avLst/>
            </a:prstGeom>
            <a:solidFill>
              <a:srgbClr val="7C9BFF"/>
            </a:solidFill>
            <a:ln>
              <a:noFill/>
            </a:ln>
          </p:spPr>
        </p:sp>
        <p:sp>
          <p:nvSpPr>
            <p:cNvPr id="107" name="node01.row.item-013.c3.heat-gap"/>
            <p:cNvSpPr/>
            <p:nvPr/>
          </p:nvSpPr>
          <p:spPr>
            <a:xfrm>
              <a:off x="9182100" y="4775200"/>
              <a:ext cx="1143000" cy="330200"/>
            </a:xfrm>
            <a:prstGeom prst="rect">
              <a:avLst/>
            </a:prstGeom>
            <a:solidFill>
              <a:srgbClr val="FFFFFF"/>
            </a:solidFill>
            <a:ln>
              <a:noFill/>
            </a:ln>
          </p:spPr>
        </p:sp>
        <p:sp>
          <p:nvSpPr>
            <p:cNvPr id="108" name="node01.row.item-013.c3.heat"/>
            <p:cNvSpPr/>
            <p:nvPr/>
          </p:nvSpPr>
          <p:spPr>
            <a:xfrm>
              <a:off x="9201150" y="4794250"/>
              <a:ext cx="1104900" cy="292100"/>
            </a:xfrm>
            <a:prstGeom prst="rect">
              <a:avLst/>
            </a:prstGeom>
            <a:solidFill>
              <a:srgbClr val="B9C9F0"/>
            </a:solidFill>
            <a:ln>
              <a:noFill/>
            </a:ln>
          </p:spPr>
        </p:sp>
        <p:sp>
          <p:nvSpPr>
            <p:cNvPr id="109" name="node01.row.item-013.c4.heat-gap"/>
            <p:cNvSpPr/>
            <p:nvPr/>
          </p:nvSpPr>
          <p:spPr>
            <a:xfrm>
              <a:off x="10325100" y="4775200"/>
              <a:ext cx="1143000" cy="330200"/>
            </a:xfrm>
            <a:prstGeom prst="rect">
              <a:avLst/>
            </a:prstGeom>
            <a:solidFill>
              <a:srgbClr val="FFFFFF"/>
            </a:solidFill>
            <a:ln>
              <a:noFill/>
            </a:ln>
          </p:spPr>
        </p:sp>
        <p:sp>
          <p:nvSpPr>
            <p:cNvPr id="110" name="node01.row.item-013.c4.heat"/>
            <p:cNvSpPr/>
            <p:nvPr/>
          </p:nvSpPr>
          <p:spPr>
            <a:xfrm>
              <a:off x="10344150" y="4794250"/>
              <a:ext cx="1104900" cy="292100"/>
            </a:xfrm>
            <a:prstGeom prst="rect">
              <a:avLst/>
            </a:prstGeom>
            <a:solidFill>
              <a:srgbClr val="B9C9F0"/>
            </a:solidFill>
            <a:ln>
              <a:noFill/>
            </a:ln>
          </p:spPr>
        </p:sp>
        <p:sp>
          <p:nvSpPr>
            <p:cNvPr id="111" name="node01.row.item-014.c1.heat-gap"/>
            <p:cNvSpPr/>
            <p:nvPr/>
          </p:nvSpPr>
          <p:spPr>
            <a:xfrm>
              <a:off x="6896100" y="5105400"/>
              <a:ext cx="1143000" cy="330200"/>
            </a:xfrm>
            <a:prstGeom prst="rect">
              <a:avLst/>
            </a:prstGeom>
            <a:solidFill>
              <a:srgbClr val="FFFFFF"/>
            </a:solidFill>
            <a:ln>
              <a:noFill/>
            </a:ln>
          </p:spPr>
        </p:sp>
        <p:sp>
          <p:nvSpPr>
            <p:cNvPr id="112" name="node01.row.item-014.c1.heat"/>
            <p:cNvSpPr/>
            <p:nvPr/>
          </p:nvSpPr>
          <p:spPr>
            <a:xfrm>
              <a:off x="6915150" y="5124450"/>
              <a:ext cx="1104900" cy="292100"/>
            </a:xfrm>
            <a:prstGeom prst="rect">
              <a:avLst/>
            </a:prstGeom>
            <a:solidFill>
              <a:srgbClr val="070154"/>
            </a:solidFill>
            <a:ln>
              <a:noFill/>
            </a:ln>
          </p:spPr>
        </p:sp>
        <p:sp>
          <p:nvSpPr>
            <p:cNvPr id="113" name="node01.row.item-014.c2.heat-gap"/>
            <p:cNvSpPr/>
            <p:nvPr/>
          </p:nvSpPr>
          <p:spPr>
            <a:xfrm>
              <a:off x="8039100" y="5105400"/>
              <a:ext cx="1143000" cy="330200"/>
            </a:xfrm>
            <a:prstGeom prst="rect">
              <a:avLst/>
            </a:prstGeom>
            <a:solidFill>
              <a:srgbClr val="FFFFFF"/>
            </a:solidFill>
            <a:ln>
              <a:noFill/>
            </a:ln>
          </p:spPr>
        </p:sp>
        <p:sp>
          <p:nvSpPr>
            <p:cNvPr id="114" name="node01.row.item-014.c2.heat"/>
            <p:cNvSpPr/>
            <p:nvPr/>
          </p:nvSpPr>
          <p:spPr>
            <a:xfrm>
              <a:off x="8058150" y="5124450"/>
              <a:ext cx="1104900" cy="292100"/>
            </a:xfrm>
            <a:prstGeom prst="rect">
              <a:avLst/>
            </a:prstGeom>
            <a:solidFill>
              <a:srgbClr val="0047FF"/>
            </a:solidFill>
            <a:ln>
              <a:noFill/>
            </a:ln>
          </p:spPr>
        </p:sp>
        <p:sp>
          <p:nvSpPr>
            <p:cNvPr id="115" name="node01.row.item-014.c3.heat-gap"/>
            <p:cNvSpPr/>
            <p:nvPr/>
          </p:nvSpPr>
          <p:spPr>
            <a:xfrm>
              <a:off x="9182100" y="5105400"/>
              <a:ext cx="1143000" cy="330200"/>
            </a:xfrm>
            <a:prstGeom prst="rect">
              <a:avLst/>
            </a:prstGeom>
            <a:solidFill>
              <a:srgbClr val="FFFFFF"/>
            </a:solidFill>
            <a:ln>
              <a:noFill/>
            </a:ln>
          </p:spPr>
        </p:sp>
        <p:sp>
          <p:nvSpPr>
            <p:cNvPr id="116" name="node01.row.item-014.c3.heat"/>
            <p:cNvSpPr/>
            <p:nvPr/>
          </p:nvSpPr>
          <p:spPr>
            <a:xfrm>
              <a:off x="9201150" y="5124450"/>
              <a:ext cx="1104900" cy="292100"/>
            </a:xfrm>
            <a:prstGeom prst="rect">
              <a:avLst/>
            </a:prstGeom>
            <a:solidFill>
              <a:srgbClr val="0047FF"/>
            </a:solidFill>
            <a:ln>
              <a:noFill/>
            </a:ln>
          </p:spPr>
        </p:sp>
        <p:sp>
          <p:nvSpPr>
            <p:cNvPr id="117" name="node01.row.item-014.c4.heat-gap"/>
            <p:cNvSpPr/>
            <p:nvPr/>
          </p:nvSpPr>
          <p:spPr>
            <a:xfrm>
              <a:off x="10325100" y="5105400"/>
              <a:ext cx="1143000" cy="330200"/>
            </a:xfrm>
            <a:prstGeom prst="rect">
              <a:avLst/>
            </a:prstGeom>
            <a:solidFill>
              <a:srgbClr val="FFFFFF"/>
            </a:solidFill>
            <a:ln>
              <a:noFill/>
            </a:ln>
          </p:spPr>
        </p:sp>
        <p:sp>
          <p:nvSpPr>
            <p:cNvPr id="118" name="node01.row.item-014.c4.heat"/>
            <p:cNvSpPr/>
            <p:nvPr/>
          </p:nvSpPr>
          <p:spPr>
            <a:xfrm>
              <a:off x="10344150" y="5124450"/>
              <a:ext cx="1104900" cy="292100"/>
            </a:xfrm>
            <a:prstGeom prst="rect">
              <a:avLst/>
            </a:prstGeom>
            <a:solidFill>
              <a:srgbClr val="7C9BFF"/>
            </a:solidFill>
            <a:ln>
              <a:noFill/>
            </a:ln>
          </p:spPr>
        </p:sp>
        <p:graphicFrame>
          <p:nvGraphicFramePr>
            <p:cNvPr id="119" name="node01.native"/>
            <p:cNvGraphicFramePr>
              <a:graphicFrameLocks noGrp="1"/>
            </p:cNvGraphicFramePr>
            <p:nvPr>
              <p:extLst>
                <p:ext uri="{D42A27DB-BD31-4B8C-83A1-F6EECF244321}">
                  <p14:modId xmlns:p14="http://schemas.microsoft.com/office/powerpoint/2010/main" val="1579011935"/>
                </p:ext>
              </p:extLst>
            </p:nvPr>
          </p:nvGraphicFramePr>
          <p:xfrm>
            <a:off x="4762500" y="457200"/>
            <a:ext cx="6705600" cy="4978400"/>
          </p:xfrm>
          <a:graphic>
            <a:graphicData uri="http://schemas.openxmlformats.org/drawingml/2006/table">
              <a:tbl>
                <a:tblPr/>
                <a:tblGrid>
                  <a:gridCol w="2133600"/>
                  <a:gridCol w="1143000"/>
                  <a:gridCol w="1143000"/>
                  <a:gridCol w="1143000"/>
                  <a:gridCol w="1143000"/>
                </a:tblGrid>
                <a:tr h="355600">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CAPABILITY</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MAIN</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LAKESIDE</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RIDGEVIEW</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HARBOR</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r>
                <a:tr h="3302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Patient access</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FFFFFF"/>
                            </a:solidFill>
                            <a:latin typeface="IBM Plex Mono SemiBold"/>
                            <a:ea typeface="IBM Plex Mono SemiBold"/>
                            <a:cs typeface="IBM Plex Mono SemiBold"/>
                          </a:defRPr>
                        </a:pPr>
                        <a:r>
                          <a:rPr lang="en-US" sz="1200" spc="0" kern="0" b="0" i="0" dirty="0">
                            <a:solidFill>
                              <a:srgbClr val="FFFFFF"/>
                            </a:solidFill>
                            <a:latin typeface="IBM Plex Mono SemiBold"/>
                            <a:ea typeface="IBM Plex Mono SemiBold"/>
                            <a:cs typeface="IBM Plex Mono SemiBold"/>
                          </a:rPr>
                          <a:t xml:space="preserve">3</a:t>
                        </a:r>
                        <a:endParaRPr lang="en-US" sz="12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1</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1</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r h="3302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Scheduling</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FFFFFF"/>
                            </a:solidFill>
                            <a:latin typeface="IBM Plex Mono SemiBold"/>
                            <a:ea typeface="IBM Plex Mono SemiBold"/>
                            <a:cs typeface="IBM Plex Mono SemiBold"/>
                          </a:defRPr>
                        </a:pPr>
                        <a:r>
                          <a:rPr lang="en-US" sz="1200" spc="0" kern="0" b="0" i="0" dirty="0">
                            <a:solidFill>
                              <a:srgbClr val="FFFFFF"/>
                            </a:solidFill>
                            <a:latin typeface="IBM Plex Mono SemiBold"/>
                            <a:ea typeface="IBM Plex Mono SemiBold"/>
                            <a:cs typeface="IBM Plex Mono SemiBold"/>
                          </a:rPr>
                          <a:t xml:space="preserve">3</a:t>
                        </a:r>
                        <a:endParaRPr lang="en-US" sz="12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1</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r h="3302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Referral management</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1</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0</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r h="3302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Patient billing</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FFFFFF"/>
                            </a:solidFill>
                            <a:latin typeface="IBM Plex Mono SemiBold"/>
                            <a:ea typeface="IBM Plex Mono SemiBold"/>
                            <a:cs typeface="IBM Plex Mono SemiBold"/>
                          </a:defRPr>
                        </a:pPr>
                        <a:r>
                          <a:rPr lang="en-US" sz="1200" spc="0" kern="0" b="0" i="0" dirty="0">
                            <a:solidFill>
                              <a:srgbClr val="FFFFFF"/>
                            </a:solidFill>
                            <a:latin typeface="IBM Plex Mono SemiBold"/>
                            <a:ea typeface="IBM Plex Mono SemiBold"/>
                            <a:cs typeface="IBM Plex Mono SemiBold"/>
                          </a:rPr>
                          <a:t xml:space="preserve">3</a:t>
                        </a:r>
                        <a:endParaRPr lang="en-US" sz="12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FFFFFF"/>
                            </a:solidFill>
                            <a:latin typeface="IBM Plex Mono SemiBold"/>
                            <a:ea typeface="IBM Plex Mono SemiBold"/>
                            <a:cs typeface="IBM Plex Mono SemiBold"/>
                          </a:defRPr>
                        </a:pPr>
                        <a:r>
                          <a:rPr lang="en-US" sz="1200" spc="0" kern="0" b="0" i="0" dirty="0">
                            <a:solidFill>
                              <a:srgbClr val="FFFFFF"/>
                            </a:solidFill>
                            <a:latin typeface="IBM Plex Mono SemiBold"/>
                            <a:ea typeface="IBM Plex Mono SemiBold"/>
                            <a:cs typeface="IBM Plex Mono SemiBold"/>
                          </a:rPr>
                          <a:t xml:space="preserve">3</a:t>
                        </a:r>
                        <a:endParaRPr lang="en-US" sz="12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1</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r h="3302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Revenue cycle</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FFFFFF"/>
                            </a:solidFill>
                            <a:latin typeface="IBM Plex Mono SemiBold"/>
                            <a:ea typeface="IBM Plex Mono SemiBold"/>
                            <a:cs typeface="IBM Plex Mono SemiBold"/>
                          </a:defRPr>
                        </a:pPr>
                        <a:r>
                          <a:rPr lang="en-US" sz="1200" spc="0" kern="0" b="0" i="0" dirty="0">
                            <a:solidFill>
                              <a:srgbClr val="FFFFFF"/>
                            </a:solidFill>
                            <a:latin typeface="IBM Plex Mono SemiBold"/>
                            <a:ea typeface="IBM Plex Mono SemiBold"/>
                            <a:cs typeface="IBM Plex Mono SemiBold"/>
                          </a:rPr>
                          <a:t xml:space="preserve">4</a:t>
                        </a:r>
                        <a:endParaRPr lang="en-US" sz="12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FFFFFF"/>
                            </a:solidFill>
                            <a:latin typeface="IBM Plex Mono SemiBold"/>
                            <a:ea typeface="IBM Plex Mono SemiBold"/>
                            <a:cs typeface="IBM Plex Mono SemiBold"/>
                          </a:defRPr>
                        </a:pPr>
                        <a:r>
                          <a:rPr lang="en-US" sz="1200" spc="0" kern="0" b="0" i="0" dirty="0">
                            <a:solidFill>
                              <a:srgbClr val="FFFFFF"/>
                            </a:solidFill>
                            <a:latin typeface="IBM Plex Mono SemiBold"/>
                            <a:ea typeface="IBM Plex Mono SemiBold"/>
                            <a:cs typeface="IBM Plex Mono SemiBold"/>
                          </a:rPr>
                          <a:t xml:space="preserve">3</a:t>
                        </a:r>
                        <a:endParaRPr lang="en-US" sz="12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FFFFFF"/>
                            </a:solidFill>
                            <a:latin typeface="IBM Plex Mono SemiBold"/>
                            <a:ea typeface="IBM Plex Mono SemiBold"/>
                            <a:cs typeface="IBM Plex Mono SemiBold"/>
                          </a:defRPr>
                        </a:pPr>
                        <a:r>
                          <a:rPr lang="en-US" sz="1200" spc="0" kern="0" b="0" i="0" dirty="0">
                            <a:solidFill>
                              <a:srgbClr val="FFFFFF"/>
                            </a:solidFill>
                            <a:latin typeface="IBM Plex Mono SemiBold"/>
                            <a:ea typeface="IBM Plex Mono SemiBold"/>
                            <a:cs typeface="IBM Plex Mono SemiBold"/>
                          </a:rPr>
                          <a:t xml:space="preserve">3</a:t>
                        </a:r>
                        <a:endParaRPr lang="en-US" sz="12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r h="3302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Denials management</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FFFFFF"/>
                            </a:solidFill>
                            <a:latin typeface="IBM Plex Mono SemiBold"/>
                            <a:ea typeface="IBM Plex Mono SemiBold"/>
                            <a:cs typeface="IBM Plex Mono SemiBold"/>
                          </a:defRPr>
                        </a:pPr>
                        <a:r>
                          <a:rPr lang="en-US" sz="1200" spc="0" kern="0" b="0" i="0" dirty="0">
                            <a:solidFill>
                              <a:srgbClr val="FFFFFF"/>
                            </a:solidFill>
                            <a:latin typeface="IBM Plex Mono SemiBold"/>
                            <a:ea typeface="IBM Plex Mono SemiBold"/>
                            <a:cs typeface="IBM Plex Mono SemiBold"/>
                          </a:rPr>
                          <a:t xml:space="preserve">3</a:t>
                        </a:r>
                        <a:endParaRPr lang="en-US" sz="12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1</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1</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r h="3302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Clinical documentation</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FFFFFF"/>
                            </a:solidFill>
                            <a:latin typeface="IBM Plex Mono SemiBold"/>
                            <a:ea typeface="IBM Plex Mono SemiBold"/>
                            <a:cs typeface="IBM Plex Mono SemiBold"/>
                          </a:defRPr>
                        </a:pPr>
                        <a:r>
                          <a:rPr lang="en-US" sz="1200" spc="0" kern="0" b="0" i="0" dirty="0">
                            <a:solidFill>
                              <a:srgbClr val="FFFFFF"/>
                            </a:solidFill>
                            <a:latin typeface="IBM Plex Mono SemiBold"/>
                            <a:ea typeface="IBM Plex Mono SemiBold"/>
                            <a:cs typeface="IBM Plex Mono SemiBold"/>
                          </a:rPr>
                          <a:t xml:space="preserve">4</a:t>
                        </a:r>
                        <a:endParaRPr lang="en-US" sz="12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FFFFFF"/>
                            </a:solidFill>
                            <a:latin typeface="IBM Plex Mono SemiBold"/>
                            <a:ea typeface="IBM Plex Mono SemiBold"/>
                            <a:cs typeface="IBM Plex Mono SemiBold"/>
                          </a:defRPr>
                        </a:pPr>
                        <a:r>
                          <a:rPr lang="en-US" sz="1200" spc="0" kern="0" b="0" i="0" dirty="0">
                            <a:solidFill>
                              <a:srgbClr val="FFFFFF"/>
                            </a:solidFill>
                            <a:latin typeface="IBM Plex Mono SemiBold"/>
                            <a:ea typeface="IBM Plex Mono SemiBold"/>
                            <a:cs typeface="IBM Plex Mono SemiBold"/>
                          </a:rPr>
                          <a:t xml:space="preserve">3</a:t>
                        </a:r>
                        <a:endParaRPr lang="en-US" sz="12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1</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r h="3302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Care coordination</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1</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0</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r h="3302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Supply chain</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FFFFFF"/>
                            </a:solidFill>
                            <a:latin typeface="IBM Plex Mono SemiBold"/>
                            <a:ea typeface="IBM Plex Mono SemiBold"/>
                            <a:cs typeface="IBM Plex Mono SemiBold"/>
                          </a:defRPr>
                        </a:pPr>
                        <a:r>
                          <a:rPr lang="en-US" sz="1200" spc="0" kern="0" b="0" i="0" dirty="0">
                            <a:solidFill>
                              <a:srgbClr val="FFFFFF"/>
                            </a:solidFill>
                            <a:latin typeface="IBM Plex Mono SemiBold"/>
                            <a:ea typeface="IBM Plex Mono SemiBold"/>
                            <a:cs typeface="IBM Plex Mono SemiBold"/>
                          </a:rPr>
                          <a:t xml:space="preserve">3</a:t>
                        </a:r>
                        <a:endParaRPr lang="en-US" sz="12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FFFFFF"/>
                            </a:solidFill>
                            <a:latin typeface="IBM Plex Mono SemiBold"/>
                            <a:ea typeface="IBM Plex Mono SemiBold"/>
                            <a:cs typeface="IBM Plex Mono SemiBold"/>
                          </a:defRPr>
                        </a:pPr>
                        <a:r>
                          <a:rPr lang="en-US" sz="1200" spc="0" kern="0" b="0" i="0" dirty="0">
                            <a:solidFill>
                              <a:srgbClr val="FFFFFF"/>
                            </a:solidFill>
                            <a:latin typeface="IBM Plex Mono SemiBold"/>
                            <a:ea typeface="IBM Plex Mono SemiBold"/>
                            <a:cs typeface="IBM Plex Mono SemiBold"/>
                          </a:rPr>
                          <a:t xml:space="preserve">3</a:t>
                        </a:r>
                        <a:endParaRPr lang="en-US" sz="12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r h="3302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Quality reporting</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FFFFFF"/>
                            </a:solidFill>
                            <a:latin typeface="IBM Plex Mono SemiBold"/>
                            <a:ea typeface="IBM Plex Mono SemiBold"/>
                            <a:cs typeface="IBM Plex Mono SemiBold"/>
                          </a:defRPr>
                        </a:pPr>
                        <a:r>
                          <a:rPr lang="en-US" sz="1200" spc="0" kern="0" b="0" i="0" dirty="0">
                            <a:solidFill>
                              <a:srgbClr val="FFFFFF"/>
                            </a:solidFill>
                            <a:latin typeface="IBM Plex Mono SemiBold"/>
                            <a:ea typeface="IBM Plex Mono SemiBold"/>
                            <a:cs typeface="IBM Plex Mono SemiBold"/>
                          </a:rPr>
                          <a:t xml:space="preserve">3</a:t>
                        </a:r>
                        <a:endParaRPr lang="en-US" sz="12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1</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0</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r h="3302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Population health</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1</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0</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r h="3302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Workforce management</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FFFFFF"/>
                            </a:solidFill>
                            <a:latin typeface="IBM Plex Mono SemiBold"/>
                            <a:ea typeface="IBM Plex Mono SemiBold"/>
                            <a:cs typeface="IBM Plex Mono SemiBold"/>
                          </a:defRPr>
                        </a:pPr>
                        <a:r>
                          <a:rPr lang="en-US" sz="1200" spc="0" kern="0" b="0" i="0" dirty="0">
                            <a:solidFill>
                              <a:srgbClr val="FFFFFF"/>
                            </a:solidFill>
                            <a:latin typeface="IBM Plex Mono SemiBold"/>
                            <a:ea typeface="IBM Plex Mono SemiBold"/>
                            <a:cs typeface="IBM Plex Mono SemiBold"/>
                          </a:rPr>
                          <a:t xml:space="preserve">3</a:t>
                        </a:r>
                        <a:endParaRPr lang="en-US" sz="12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1</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r h="3302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Data and analytics</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FFFFFF"/>
                            </a:solidFill>
                            <a:latin typeface="IBM Plex Mono SemiBold"/>
                            <a:ea typeface="IBM Plex Mono SemiBold"/>
                            <a:cs typeface="IBM Plex Mono SemiBold"/>
                          </a:defRPr>
                        </a:pPr>
                        <a:r>
                          <a:rPr lang="en-US" sz="1200" spc="0" kern="0" b="0" i="0" dirty="0">
                            <a:solidFill>
                              <a:srgbClr val="FFFFFF"/>
                            </a:solidFill>
                            <a:latin typeface="IBM Plex Mono SemiBold"/>
                            <a:ea typeface="IBM Plex Mono SemiBold"/>
                            <a:cs typeface="IBM Plex Mono SemiBold"/>
                          </a:rPr>
                          <a:t xml:space="preserve">3</a:t>
                        </a:r>
                        <a:endParaRPr lang="en-US" sz="12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1</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1</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r h="3302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Cybersecurity</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FFFFFF"/>
                            </a:solidFill>
                            <a:latin typeface="IBM Plex Mono SemiBold"/>
                            <a:ea typeface="IBM Plex Mono SemiBold"/>
                            <a:cs typeface="IBM Plex Mono SemiBold"/>
                          </a:defRPr>
                        </a:pPr>
                        <a:r>
                          <a:rPr lang="en-US" sz="1200" spc="0" kern="0" b="0" i="0" dirty="0">
                            <a:solidFill>
                              <a:srgbClr val="FFFFFF"/>
                            </a:solidFill>
                            <a:latin typeface="IBM Plex Mono SemiBold"/>
                            <a:ea typeface="IBM Plex Mono SemiBold"/>
                            <a:cs typeface="IBM Plex Mono SemiBold"/>
                          </a:rPr>
                          <a:t xml:space="preserve">4</a:t>
                        </a:r>
                        <a:endParaRPr lang="en-US" sz="12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FFFFFF"/>
                            </a:solidFill>
                            <a:latin typeface="IBM Plex Mono SemiBold"/>
                            <a:ea typeface="IBM Plex Mono SemiBold"/>
                            <a:cs typeface="IBM Plex Mono SemiBold"/>
                          </a:defRPr>
                        </a:pPr>
                        <a:r>
                          <a:rPr lang="en-US" sz="1200" spc="0" kern="0" b="0" i="0" dirty="0">
                            <a:solidFill>
                              <a:srgbClr val="FFFFFF"/>
                            </a:solidFill>
                            <a:latin typeface="IBM Plex Mono SemiBold"/>
                            <a:ea typeface="IBM Plex Mono SemiBold"/>
                            <a:cs typeface="IBM Plex Mono SemiBold"/>
                          </a:rPr>
                          <a:t xml:space="preserve">3</a:t>
                        </a:r>
                        <a:endParaRPr lang="en-US" sz="12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FFFFFF"/>
                            </a:solidFill>
                            <a:latin typeface="IBM Plex Mono SemiBold"/>
                            <a:ea typeface="IBM Plex Mono SemiBold"/>
                            <a:cs typeface="IBM Plex Mono SemiBold"/>
                          </a:defRPr>
                        </a:pPr>
                        <a:r>
                          <a:rPr lang="en-US" sz="1200" spc="0" kern="0" b="0" i="0" dirty="0">
                            <a:solidFill>
                              <a:srgbClr val="FFFFFF"/>
                            </a:solidFill>
                            <a:latin typeface="IBM Plex Mono SemiBold"/>
                            <a:ea typeface="IBM Plex Mono SemiBold"/>
                            <a:cs typeface="IBM Plex Mono SemiBold"/>
                          </a:rPr>
                          <a:t xml:space="preserve">3</a:t>
                        </a:r>
                        <a:endParaRPr lang="en-US" sz="12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bl>
            </a:graphicData>
          </a:graphic>
        </p:graphicFrame>
        <p:sp>
          <p:nvSpPr>
            <p:cNvPr id="120" name="node01.row-group.source-001.fill"/>
            <p:cNvSpPr/>
            <p:nvPr/>
          </p:nvSpPr>
          <p:spPr>
            <a:xfrm>
              <a:off x="4381500" y="831850"/>
              <a:ext cx="304800" cy="952500"/>
            </a:xfrm>
            <a:prstGeom prst="rect">
              <a:avLst/>
            </a:prstGeom>
            <a:solidFill>
              <a:srgbClr val="070154"/>
            </a:solidFill>
            <a:ln>
              <a:noFill/>
            </a:ln>
          </p:spPr>
        </p:sp>
        <p:sp>
          <p:nvSpPr>
            <p:cNvPr id="121" name="node01.row-group.source-001.label"/>
            <p:cNvSpPr/>
            <p:nvPr/>
          </p:nvSpPr>
          <p:spPr>
            <a:xfrm rot="-5400000">
              <a:off x="4057650" y="1231900"/>
              <a:ext cx="952500" cy="152400"/>
            </a:xfrm>
            <a:prstGeom prst="rect">
              <a:avLst/>
            </a:prstGeom>
            <a:noFill/>
            <a:ln/>
          </p:spPr>
          <p:txBody>
            <a:bodyPr wrap="square" lIns="0" tIns="0" rIns="0" bIns="0" rtlCol="0" anchor="t"/>
            <a:lstStyle/>
            <a:p>
              <a:pPr algn="ctr" indent="0" marL="0">
                <a:lnSpc>
                  <a:spcPts val="1200"/>
                </a:lnSpc>
                <a:buNone/>
              </a:pPr>
              <a:r>
                <a:rPr lang="en-US" sz="800" spc="80" kern="0" b="0" i="0" dirty="0">
                  <a:solidFill>
                    <a:srgbClr val="FFFFFF"/>
                  </a:solidFill>
                  <a:latin typeface="IBM Plex Mono SemiBold"/>
                  <a:ea typeface="IBM Plex Mono SemiBold"/>
                  <a:cs typeface="IBM Plex Mono SemiBold"/>
                </a:rPr>
                <a:t>FRONT DOOR</a:t>
              </a:r>
              <a:endParaRPr lang="en-US" sz="800" spc="80" kern="0" b="0" i="0" dirty="0">
                <a:solidFill>
                  <a:srgbClr val="FFFFFF"/>
                </a:solidFill>
                <a:latin typeface="IBM Plex Mono SemiBold"/>
                <a:ea typeface="IBM Plex Mono SemiBold"/>
                <a:cs typeface="IBM Plex Mono SemiBold"/>
              </a:endParaRPr>
            </a:p>
          </p:txBody>
        </p:sp>
        <p:sp>
          <p:nvSpPr>
            <p:cNvPr id="122" name="node01.row-group.source-002.fill"/>
            <p:cNvSpPr/>
            <p:nvPr/>
          </p:nvSpPr>
          <p:spPr>
            <a:xfrm>
              <a:off x="4381500" y="1822450"/>
              <a:ext cx="304800" cy="952500"/>
            </a:xfrm>
            <a:prstGeom prst="rect">
              <a:avLst/>
            </a:prstGeom>
            <a:solidFill>
              <a:srgbClr val="070154"/>
            </a:solidFill>
            <a:ln>
              <a:noFill/>
            </a:ln>
          </p:spPr>
        </p:sp>
        <p:sp>
          <p:nvSpPr>
            <p:cNvPr id="123" name="node01.row-group.source-002.label"/>
            <p:cNvSpPr/>
            <p:nvPr/>
          </p:nvSpPr>
          <p:spPr>
            <a:xfrm rot="-5400000">
              <a:off x="4057650" y="2222500"/>
              <a:ext cx="952500" cy="152400"/>
            </a:xfrm>
            <a:prstGeom prst="rect">
              <a:avLst/>
            </a:prstGeom>
            <a:noFill/>
            <a:ln/>
          </p:spPr>
          <p:txBody>
            <a:bodyPr wrap="square" lIns="0" tIns="0" rIns="0" bIns="0" rtlCol="0" anchor="t"/>
            <a:lstStyle/>
            <a:p>
              <a:pPr algn="ctr" indent="0" marL="0">
                <a:lnSpc>
                  <a:spcPts val="1200"/>
                </a:lnSpc>
                <a:buNone/>
              </a:pPr>
              <a:r>
                <a:rPr lang="en-US" sz="800" spc="80" kern="0" b="0" i="0" dirty="0">
                  <a:solidFill>
                    <a:srgbClr val="FFFFFF"/>
                  </a:solidFill>
                  <a:latin typeface="IBM Plex Mono SemiBold"/>
                  <a:ea typeface="IBM Plex Mono SemiBold"/>
                  <a:cs typeface="IBM Plex Mono SemiBold"/>
                </a:rPr>
                <a:t>REVENUE</a:t>
              </a:r>
              <a:endParaRPr lang="en-US" sz="800" spc="80" kern="0" b="0" i="0" dirty="0">
                <a:solidFill>
                  <a:srgbClr val="FFFFFF"/>
                </a:solidFill>
                <a:latin typeface="IBM Plex Mono SemiBold"/>
                <a:ea typeface="IBM Plex Mono SemiBold"/>
                <a:cs typeface="IBM Plex Mono SemiBold"/>
              </a:endParaRPr>
            </a:p>
          </p:txBody>
        </p:sp>
        <p:sp>
          <p:nvSpPr>
            <p:cNvPr id="124" name="node01.row-group.source-003.fill"/>
            <p:cNvSpPr/>
            <p:nvPr/>
          </p:nvSpPr>
          <p:spPr>
            <a:xfrm>
              <a:off x="4381500" y="2813050"/>
              <a:ext cx="304800" cy="1612900"/>
            </a:xfrm>
            <a:prstGeom prst="rect">
              <a:avLst/>
            </a:prstGeom>
            <a:solidFill>
              <a:srgbClr val="070154"/>
            </a:solidFill>
            <a:ln>
              <a:noFill/>
            </a:ln>
          </p:spPr>
        </p:sp>
        <p:sp>
          <p:nvSpPr>
            <p:cNvPr id="125" name="node01.row-group.source-003.label"/>
            <p:cNvSpPr/>
            <p:nvPr/>
          </p:nvSpPr>
          <p:spPr>
            <a:xfrm rot="-5400000">
              <a:off x="3727450" y="3543300"/>
              <a:ext cx="1612900" cy="152400"/>
            </a:xfrm>
            <a:prstGeom prst="rect">
              <a:avLst/>
            </a:prstGeom>
            <a:noFill/>
            <a:ln/>
          </p:spPr>
          <p:txBody>
            <a:bodyPr wrap="square" lIns="0" tIns="0" rIns="0" bIns="0" rtlCol="0" anchor="t"/>
            <a:lstStyle/>
            <a:p>
              <a:pPr algn="ctr" indent="0" marL="0">
                <a:lnSpc>
                  <a:spcPts val="1200"/>
                </a:lnSpc>
                <a:buNone/>
              </a:pPr>
              <a:r>
                <a:rPr lang="en-US" sz="800" spc="80" kern="0" b="0" i="0" dirty="0">
                  <a:solidFill>
                    <a:srgbClr val="FFFFFF"/>
                  </a:solidFill>
                  <a:latin typeface="IBM Plex Mono SemiBold"/>
                  <a:ea typeface="IBM Plex Mono SemiBold"/>
                  <a:cs typeface="IBM Plex Mono SemiBold"/>
                </a:rPr>
                <a:t>CARE DELIVERY</a:t>
              </a:r>
              <a:endParaRPr lang="en-US" sz="800" spc="80" kern="0" b="0" i="0" dirty="0">
                <a:solidFill>
                  <a:srgbClr val="FFFFFF"/>
                </a:solidFill>
                <a:latin typeface="IBM Plex Mono SemiBold"/>
                <a:ea typeface="IBM Plex Mono SemiBold"/>
                <a:cs typeface="IBM Plex Mono SemiBold"/>
              </a:endParaRPr>
            </a:p>
          </p:txBody>
        </p:sp>
        <p:sp>
          <p:nvSpPr>
            <p:cNvPr id="126" name="node01.row-group.source-004.fill"/>
            <p:cNvSpPr/>
            <p:nvPr/>
          </p:nvSpPr>
          <p:spPr>
            <a:xfrm>
              <a:off x="4381500" y="4464050"/>
              <a:ext cx="304800" cy="952500"/>
            </a:xfrm>
            <a:prstGeom prst="rect">
              <a:avLst/>
            </a:prstGeom>
            <a:solidFill>
              <a:srgbClr val="070154"/>
            </a:solidFill>
            <a:ln>
              <a:noFill/>
            </a:ln>
          </p:spPr>
        </p:sp>
        <p:sp>
          <p:nvSpPr>
            <p:cNvPr id="127" name="node01.row-group.source-004.label"/>
            <p:cNvSpPr/>
            <p:nvPr/>
          </p:nvSpPr>
          <p:spPr>
            <a:xfrm rot="-5400000">
              <a:off x="4057650" y="4864100"/>
              <a:ext cx="952500" cy="152400"/>
            </a:xfrm>
            <a:prstGeom prst="rect">
              <a:avLst/>
            </a:prstGeom>
            <a:noFill/>
            <a:ln/>
          </p:spPr>
          <p:txBody>
            <a:bodyPr wrap="square" lIns="0" tIns="0" rIns="0" bIns="0" rtlCol="0" anchor="t"/>
            <a:lstStyle/>
            <a:p>
              <a:pPr algn="ctr" indent="0" marL="0">
                <a:lnSpc>
                  <a:spcPts val="1200"/>
                </a:lnSpc>
                <a:buNone/>
              </a:pPr>
              <a:r>
                <a:rPr lang="en-US" sz="800" spc="80" kern="0" b="0" i="0" dirty="0">
                  <a:solidFill>
                    <a:srgbClr val="FFFFFF"/>
                  </a:solidFill>
                  <a:latin typeface="IBM Plex Mono SemiBold"/>
                  <a:ea typeface="IBM Plex Mono SemiBold"/>
                  <a:cs typeface="IBM Plex Mono SemiBold"/>
                </a:rPr>
                <a:t>ENTERPRISE</a:t>
              </a:r>
              <a:endParaRPr lang="en-US" sz="800" spc="80" kern="0" b="0" i="0" dirty="0">
                <a:solidFill>
                  <a:srgbClr val="FFFFFF"/>
                </a:solidFill>
                <a:latin typeface="IBM Plex Mono SemiBold"/>
                <a:ea typeface="IBM Plex Mono SemiBold"/>
                <a:cs typeface="IBM Plex Mono SemiBold"/>
              </a:endParaRPr>
            </a:p>
          </p:txBody>
        </p:sp>
      </p:grpSp>
      <p:grpSp>
        <p:nvGrpSpPr>
          <p:cNvPr id="147" name="node02"/>
          <p:cNvGrpSpPr/>
          <p:nvPr/>
        </p:nvGrpSpPr>
        <p:grpSpPr>
          <a:xfrm>
            <a:off x="4381500" y="5486400"/>
            <a:ext cx="5453063" cy="228600"/>
            <a:chOff x="4381500" y="5486400"/>
            <a:chExt cx="5453063" cy="228600"/>
          </a:xfrm>
        </p:grpSpPr>
        <p:sp>
          <p:nvSpPr>
            <p:cNvPr id="128" name="node02.items.slot-001.swatch"/>
            <p:cNvSpPr/>
            <p:nvPr/>
          </p:nvSpPr>
          <p:spPr>
            <a:xfrm>
              <a:off x="4381500" y="5537200"/>
              <a:ext cx="228600" cy="127000"/>
            </a:xfrm>
            <a:prstGeom prst="rect">
              <a:avLst/>
            </a:prstGeom>
            <a:solidFill>
              <a:srgbClr val="E8EEF8"/>
            </a:solidFill>
            <a:ln>
              <a:noFill/>
            </a:ln>
          </p:spPr>
        </p:sp>
        <p:sp>
          <p:nvSpPr>
            <p:cNvPr id="129" name="node02.items.slot-001.text"/>
            <p:cNvSpPr/>
            <p:nvPr/>
          </p:nvSpPr>
          <p:spPr>
            <a:xfrm>
              <a:off x="4673600" y="5486400"/>
              <a:ext cx="538163"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Absent</a:t>
              </a:r>
              <a:endParaRPr lang="en-US" sz="1200" spc="0" kern="0" b="0" i="0" dirty="0">
                <a:solidFill>
                  <a:srgbClr val="070154"/>
                </a:solidFill>
                <a:latin typeface="IBM Plex Sans"/>
                <a:ea typeface="IBM Plex Sans"/>
                <a:cs typeface="IBM Plex Sans"/>
              </a:endParaRPr>
            </a:p>
          </p:txBody>
        </p:sp>
        <p:sp>
          <p:nvSpPr>
            <p:cNvPr id="130" name="node02.items.slot-002.swatch"/>
            <p:cNvSpPr/>
            <p:nvPr/>
          </p:nvSpPr>
          <p:spPr>
            <a:xfrm>
              <a:off x="5440363" y="5537200"/>
              <a:ext cx="228600" cy="127000"/>
            </a:xfrm>
            <a:prstGeom prst="rect">
              <a:avLst/>
            </a:prstGeom>
            <a:solidFill>
              <a:srgbClr val="B9C9F0"/>
            </a:solidFill>
            <a:ln>
              <a:noFill/>
            </a:ln>
          </p:spPr>
        </p:sp>
        <p:sp>
          <p:nvSpPr>
            <p:cNvPr id="131" name="node02.items.slot-002.text"/>
            <p:cNvSpPr/>
            <p:nvPr/>
          </p:nvSpPr>
          <p:spPr>
            <a:xfrm>
              <a:off x="5732463" y="5486400"/>
              <a:ext cx="523875"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Ad hoc</a:t>
              </a:r>
              <a:endParaRPr lang="en-US" sz="1200" spc="0" kern="0" b="0" i="0" dirty="0">
                <a:solidFill>
                  <a:srgbClr val="070154"/>
                </a:solidFill>
                <a:latin typeface="IBM Plex Sans"/>
                <a:ea typeface="IBM Plex Sans"/>
                <a:cs typeface="IBM Plex Sans"/>
              </a:endParaRPr>
            </a:p>
          </p:txBody>
        </p:sp>
        <p:sp>
          <p:nvSpPr>
            <p:cNvPr id="132" name="node02.items.slot-003.swatch"/>
            <p:cNvSpPr/>
            <p:nvPr/>
          </p:nvSpPr>
          <p:spPr>
            <a:xfrm>
              <a:off x="6484938" y="5537200"/>
              <a:ext cx="228600" cy="127000"/>
            </a:xfrm>
            <a:prstGeom prst="rect">
              <a:avLst/>
            </a:prstGeom>
            <a:solidFill>
              <a:srgbClr val="7C9BFF"/>
            </a:solidFill>
            <a:ln>
              <a:noFill/>
            </a:ln>
          </p:spPr>
        </p:sp>
        <p:sp>
          <p:nvSpPr>
            <p:cNvPr id="133" name="node02.items.slot-003.text"/>
            <p:cNvSpPr/>
            <p:nvPr/>
          </p:nvSpPr>
          <p:spPr>
            <a:xfrm>
              <a:off x="6777038" y="5486400"/>
              <a:ext cx="582613"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Defined</a:t>
              </a:r>
              <a:endParaRPr lang="en-US" sz="1200" spc="0" kern="0" b="0" i="0" dirty="0">
                <a:solidFill>
                  <a:srgbClr val="070154"/>
                </a:solidFill>
                <a:latin typeface="IBM Plex Sans"/>
                <a:ea typeface="IBM Plex Sans"/>
                <a:cs typeface="IBM Plex Sans"/>
              </a:endParaRPr>
            </a:p>
          </p:txBody>
        </p:sp>
        <p:sp>
          <p:nvSpPr>
            <p:cNvPr id="134" name="node02.items.slot-004.swatch"/>
            <p:cNvSpPr/>
            <p:nvPr/>
          </p:nvSpPr>
          <p:spPr>
            <a:xfrm>
              <a:off x="7588250" y="5537200"/>
              <a:ext cx="228600" cy="127000"/>
            </a:xfrm>
            <a:prstGeom prst="rect">
              <a:avLst/>
            </a:prstGeom>
            <a:solidFill>
              <a:srgbClr val="0047FF"/>
            </a:solidFill>
            <a:ln>
              <a:noFill/>
            </a:ln>
          </p:spPr>
        </p:sp>
        <p:sp>
          <p:nvSpPr>
            <p:cNvPr id="135" name="node02.items.slot-004.text"/>
            <p:cNvSpPr/>
            <p:nvPr/>
          </p:nvSpPr>
          <p:spPr>
            <a:xfrm>
              <a:off x="7880350" y="5486400"/>
              <a:ext cx="677863"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Managed</a:t>
              </a:r>
              <a:endParaRPr lang="en-US" sz="1200" spc="0" kern="0" b="0" i="0" dirty="0">
                <a:solidFill>
                  <a:srgbClr val="070154"/>
                </a:solidFill>
                <a:latin typeface="IBM Plex Sans"/>
                <a:ea typeface="IBM Plex Sans"/>
                <a:cs typeface="IBM Plex Sans"/>
              </a:endParaRPr>
            </a:p>
          </p:txBody>
        </p:sp>
        <p:sp>
          <p:nvSpPr>
            <p:cNvPr id="136" name="node02.items.slot-005.swatch"/>
            <p:cNvSpPr/>
            <p:nvPr/>
          </p:nvSpPr>
          <p:spPr>
            <a:xfrm>
              <a:off x="8786813" y="5537200"/>
              <a:ext cx="228600" cy="127000"/>
            </a:xfrm>
            <a:prstGeom prst="rect">
              <a:avLst/>
            </a:prstGeom>
            <a:solidFill>
              <a:srgbClr val="070154"/>
            </a:solidFill>
            <a:ln>
              <a:noFill/>
            </a:ln>
          </p:spPr>
        </p:sp>
        <p:sp>
          <p:nvSpPr>
            <p:cNvPr id="137" name="node02.items.slot-005.text"/>
            <p:cNvSpPr/>
            <p:nvPr/>
          </p:nvSpPr>
          <p:spPr>
            <a:xfrm>
              <a:off x="9078913" y="5486400"/>
              <a:ext cx="75565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Optimized</a:t>
              </a:r>
              <a:endParaRPr lang="en-US" sz="1200" spc="0" kern="0" b="0" i="0" dirty="0">
                <a:solidFill>
                  <a:srgbClr val="070154"/>
                </a:solidFill>
                <a:latin typeface="IBM Plex Sans"/>
                <a:ea typeface="IBM Plex Sans"/>
                <a:cs typeface="IBM Plex Sans"/>
              </a:endParaRPr>
            </a:p>
          </p:txBody>
        </p:sp>
      </p:grpSp>
      <p:grpSp>
        <p:nvGrpSpPr>
          <p:cNvPr id="148" name="node03"/>
          <p:cNvGrpSpPr/>
          <p:nvPr/>
        </p:nvGrpSpPr>
        <p:grpSpPr>
          <a:xfrm>
            <a:off x="723900" y="2286000"/>
            <a:ext cx="3429000" cy="952500"/>
            <a:chOff x="723900" y="2286000"/>
            <a:chExt cx="3429000" cy="952500"/>
          </a:xfrm>
        </p:grpSpPr>
        <p:sp>
          <p:nvSpPr>
            <p:cNvPr id="138" name="node03.source-001.bullet"/>
            <p:cNvSpPr/>
            <p:nvPr/>
          </p:nvSpPr>
          <p:spPr>
            <a:xfrm>
              <a:off x="723900" y="2374900"/>
              <a:ext cx="38100" cy="38100"/>
            </a:xfrm>
            <a:prstGeom prst="rect">
              <a:avLst/>
            </a:prstGeom>
            <a:solidFill>
              <a:srgbClr val="070154"/>
            </a:solidFill>
            <a:ln>
              <a:noFill/>
            </a:ln>
          </p:spPr>
        </p:sp>
        <p:sp>
          <p:nvSpPr>
            <p:cNvPr id="139" name="node03.source-001.text"/>
            <p:cNvSpPr/>
            <p:nvPr/>
          </p:nvSpPr>
          <p:spPr>
            <a:xfrm>
              <a:off x="876300" y="2286000"/>
              <a:ext cx="32766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 xml:space="preserve">Strong core.</a:t>
              </a:r>
              <a:r>
                <a:rPr lang="en-US" sz="1200" spc="0" kern="0" b="0" i="0" dirty="0">
                  <a:solidFill>
                    <a:srgbClr val="50658E"/>
                  </a:solidFill>
                  <a:latin typeface="IBM Plex Sans"/>
                  <a:ea typeface="IBM Plex Sans"/>
                  <a:cs typeface="IBM Plex Sans"/>
                </a:rPr>
                <a:t xml:space="preserve"> Revenue rows reach level 3 or better at the main campus.</a:t>
              </a:r>
              <a:endParaRPr lang="en-US" sz="1200" spc="0" kern="0" b="0" i="0" dirty="0">
                <a:solidFill>
                  <a:srgbClr val="070154"/>
                </a:solidFill>
                <a:latin typeface="IBM Plex Sans"/>
                <a:ea typeface="IBM Plex Sans"/>
                <a:cs typeface="IBM Plex Sans"/>
              </a:endParaRPr>
            </a:p>
          </p:txBody>
        </p:sp>
        <p:sp>
          <p:nvSpPr>
            <p:cNvPr id="140" name="node03.source-002.bullet"/>
            <p:cNvSpPr/>
            <p:nvPr/>
          </p:nvSpPr>
          <p:spPr>
            <a:xfrm>
              <a:off x="723900" y="2870200"/>
              <a:ext cx="38100" cy="38100"/>
            </a:xfrm>
            <a:prstGeom prst="rect">
              <a:avLst/>
            </a:prstGeom>
            <a:solidFill>
              <a:srgbClr val="070154"/>
            </a:solidFill>
            <a:ln>
              <a:noFill/>
            </a:ln>
          </p:spPr>
        </p:sp>
        <p:sp>
          <p:nvSpPr>
            <p:cNvPr id="141" name="node03.source-002.text"/>
            <p:cNvSpPr/>
            <p:nvPr/>
          </p:nvSpPr>
          <p:spPr>
            <a:xfrm>
              <a:off x="876300" y="2781300"/>
              <a:ext cx="32766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 xml:space="preserve">Thin edges.</a:t>
              </a:r>
              <a:r>
                <a:rPr lang="en-US" sz="1200" spc="0" kern="0" b="0" i="0" dirty="0">
                  <a:solidFill>
                    <a:srgbClr val="50658E"/>
                  </a:solidFill>
                  <a:latin typeface="IBM Plex Sans"/>
                  <a:ea typeface="IBM Plex Sans"/>
                  <a:cs typeface="IBM Plex Sans"/>
                </a:rPr>
                <a:t xml:space="preserve"> Harbor sits at level 1 or below in most front-door and care rows.</a:t>
              </a:r>
              <a:endParaRPr lang="en-US" sz="1200" spc="0" kern="0" b="0" i="0" dirty="0">
                <a:solidFill>
                  <a:srgbClr val="070154"/>
                </a:solidFill>
                <a:latin typeface="IBM Plex Sans"/>
                <a:ea typeface="IBM Plex Sans"/>
                <a:cs typeface="IBM Plex Sans"/>
              </a:endParaRPr>
            </a:p>
          </p:txBody>
        </p:sp>
      </p:grpSp>
      <p:grpSp>
        <p:nvGrpSpPr>
          <p:cNvPr id="149" name="node04"/>
          <p:cNvGrpSpPr/>
          <p:nvPr/>
        </p:nvGrpSpPr>
        <p:grpSpPr>
          <a:xfrm>
            <a:off x="723900" y="3657600"/>
            <a:ext cx="3429000" cy="1907350"/>
            <a:chOff x="723900" y="3657600"/>
            <a:chExt cx="3429000" cy="1907350"/>
          </a:xfrm>
        </p:grpSpPr>
        <p:sp>
          <p:nvSpPr>
            <p:cNvPr id="142" name="node04.container"/>
            <p:cNvSpPr/>
            <p:nvPr/>
          </p:nvSpPr>
          <p:spPr>
            <a:xfrm>
              <a:off x="723900" y="3657600"/>
              <a:ext cx="3429000" cy="1907350"/>
            </a:xfrm>
            <a:prstGeom prst="rect">
              <a:avLst/>
            </a:prstGeom>
            <a:solidFill>
              <a:srgbClr val="F900D3"/>
            </a:solidFill>
            <a:ln>
              <a:noFill/>
            </a:ln>
          </p:spPr>
        </p:sp>
        <p:sp>
          <p:nvSpPr>
            <p:cNvPr id="143" name="node04.eyebrow"/>
            <p:cNvSpPr/>
            <p:nvPr/>
          </p:nvSpPr>
          <p:spPr>
            <a:xfrm>
              <a:off x="952500" y="3886200"/>
              <a:ext cx="29718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70154"/>
                  </a:solidFill>
                  <a:latin typeface="IBM Plex Mono SemiBold"/>
                  <a:ea typeface="IBM Plex Mono SemiBold"/>
                  <a:cs typeface="IBM Plex Mono SemiBold"/>
                </a:rPr>
                <a:t>WEAKEST GROUP</a:t>
              </a:r>
              <a:endParaRPr lang="en-US" sz="1000" spc="80" kern="0" b="0" i="0" dirty="0">
                <a:solidFill>
                  <a:srgbClr val="070154"/>
                </a:solidFill>
                <a:latin typeface="IBM Plex Mono SemiBold"/>
                <a:ea typeface="IBM Plex Mono SemiBold"/>
                <a:cs typeface="IBM Plex Mono SemiBold"/>
              </a:endParaRPr>
            </a:p>
          </p:txBody>
        </p:sp>
        <p:sp>
          <p:nvSpPr>
            <p:cNvPr id="144" name="node04.metric.value"/>
            <p:cNvSpPr/>
            <p:nvPr/>
          </p:nvSpPr>
          <p:spPr>
            <a:xfrm>
              <a:off x="952500" y="4114800"/>
              <a:ext cx="2971800" cy="611950"/>
            </a:xfrm>
            <a:prstGeom prst="rect">
              <a:avLst/>
            </a:prstGeom>
            <a:noFill/>
            <a:ln/>
          </p:spPr>
          <p:txBody>
            <a:bodyPr wrap="square" lIns="0" tIns="0" rIns="0" bIns="0" rtlCol="0" anchor="t"/>
            <a:lstStyle/>
            <a:p>
              <a:pPr algn="l" indent="0" marL="0">
                <a:lnSpc>
                  <a:spcPts val="4800"/>
                </a:lnSpc>
                <a:buNone/>
              </a:pPr>
              <a:r>
                <a:rPr lang="en-US" sz="4800" spc="-96" kern="0" b="0" i="0" dirty="0">
                  <a:solidFill>
                    <a:srgbClr val="FFFFFF"/>
                  </a:solidFill>
                  <a:latin typeface="IBM Plex Mono SemiBold"/>
                  <a:ea typeface="IBM Plex Mono SemiBold"/>
                  <a:cs typeface="IBM Plex Mono SemiBold"/>
                </a:rPr>
                <a:t>1.7</a:t>
              </a:r>
              <a:endParaRPr lang="en-US" sz="4800" spc="-96" kern="0" b="0" i="0" dirty="0">
                <a:solidFill>
                  <a:srgbClr val="FFFFFF"/>
                </a:solidFill>
                <a:latin typeface="IBM Plex Mono SemiBold"/>
                <a:ea typeface="IBM Plex Mono SemiBold"/>
                <a:cs typeface="IBM Plex Mono SemiBold"/>
              </a:endParaRPr>
            </a:p>
          </p:txBody>
        </p:sp>
        <p:sp>
          <p:nvSpPr>
            <p:cNvPr id="145" name="node04.metric.label"/>
            <p:cNvSpPr/>
            <p:nvPr/>
          </p:nvSpPr>
          <p:spPr>
            <a:xfrm>
              <a:off x="952500" y="4802950"/>
              <a:ext cx="29718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is the four-site average for the front door, the lowest of the four groups.</a:t>
              </a:r>
              <a:endParaRPr lang="en-US" sz="1400" spc="0" kern="0" b="0" i="0" dirty="0">
                <a:solidFill>
                  <a:srgbClr val="070154"/>
                </a:solidFill>
                <a:latin typeface="IBM Plex Sans"/>
                <a:ea typeface="IBM Plex Sans"/>
                <a:cs typeface="IBM Plex Sans"/>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ource-078">
    <p:spTree>
      <p:nvGrpSpPr>
        <p:cNvPr id="1" name=""/>
        <p:cNvGrpSpPr/>
        <p:nvPr/>
      </p:nvGrpSpPr>
      <p:grpSpPr>
        <a:xfrm>
          <a:off x="0" y="0"/>
          <a:ext cx="0" cy="0"/>
          <a:chOff x="0" y="0"/>
          <a:chExt cx="0" cy="0"/>
        </a:xfrm>
      </p:grpSpPr>
      <p:sp>
        <p:nvSpPr>
          <p:cNvPr id="3" name="eyebrow"/>
          <p:cNvSpPr/>
          <p:nvPr/>
        </p:nvSpPr>
        <p:spPr>
          <a:xfrm>
            <a:off x="723900" y="457200"/>
            <a:ext cx="34290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CAPABILITY ASSESSMENT</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3429000" cy="13716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Strong at the core, thin at the edges</a:t>
            </a:r>
            <a:endParaRPr lang="en-US" sz="2400" spc="-36"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34290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Northfield Health System assessment, Sep 2026.</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16</a:t>
            </a:fld>
            <a:endParaRPr lang="en-US" sz="700" spc="0" kern="0" b="0" i="0" dirty="0">
              <a:solidFill>
                <a:srgbClr val="070154"/>
              </a:solidFill>
              <a:latin typeface="IBM Plex Mono SemiBold"/>
              <a:ea typeface="IBM Plex Mono SemiBold"/>
              <a:cs typeface="IBM Plex Mono SemiBold"/>
            </a:endParaRPr>
          </a:p>
        </p:txBody>
      </p:sp>
      <p:grpSp>
        <p:nvGrpSpPr>
          <p:cNvPr id="116" name="node01"/>
          <p:cNvGrpSpPr/>
          <p:nvPr/>
        </p:nvGrpSpPr>
        <p:grpSpPr>
          <a:xfrm>
            <a:off x="4381500" y="457200"/>
            <a:ext cx="7086600" cy="4826000"/>
            <a:chOff x="4381500" y="457200"/>
            <a:chExt cx="7086600" cy="4826000"/>
          </a:xfrm>
        </p:grpSpPr>
        <p:sp>
          <p:nvSpPr>
            <p:cNvPr id="7" name="node01.row.item-001.c1.heat-gap"/>
            <p:cNvSpPr/>
            <p:nvPr/>
          </p:nvSpPr>
          <p:spPr>
            <a:xfrm>
              <a:off x="6438900" y="812800"/>
              <a:ext cx="1257300" cy="406400"/>
            </a:xfrm>
            <a:prstGeom prst="rect">
              <a:avLst/>
            </a:prstGeom>
            <a:solidFill>
              <a:srgbClr val="FFFFFF"/>
            </a:solidFill>
            <a:ln>
              <a:noFill/>
            </a:ln>
          </p:spPr>
        </p:sp>
        <p:sp>
          <p:nvSpPr>
            <p:cNvPr id="8" name="node01.row.item-001.c1.heat"/>
            <p:cNvSpPr/>
            <p:nvPr/>
          </p:nvSpPr>
          <p:spPr>
            <a:xfrm>
              <a:off x="6457950" y="831850"/>
              <a:ext cx="1219200" cy="368300"/>
            </a:xfrm>
            <a:prstGeom prst="rect">
              <a:avLst/>
            </a:prstGeom>
            <a:solidFill>
              <a:srgbClr val="0047FF"/>
            </a:solidFill>
            <a:ln>
              <a:noFill/>
            </a:ln>
          </p:spPr>
        </p:sp>
        <p:sp>
          <p:nvSpPr>
            <p:cNvPr id="9" name="node01.row.item-001.c2.heat-gap"/>
            <p:cNvSpPr/>
            <p:nvPr/>
          </p:nvSpPr>
          <p:spPr>
            <a:xfrm>
              <a:off x="7696200" y="812800"/>
              <a:ext cx="1257300" cy="406400"/>
            </a:xfrm>
            <a:prstGeom prst="rect">
              <a:avLst/>
            </a:prstGeom>
            <a:solidFill>
              <a:srgbClr val="FFFFFF"/>
            </a:solidFill>
            <a:ln>
              <a:noFill/>
            </a:ln>
          </p:spPr>
        </p:sp>
        <p:sp>
          <p:nvSpPr>
            <p:cNvPr id="10" name="node01.row.item-001.c2.heat"/>
            <p:cNvSpPr/>
            <p:nvPr/>
          </p:nvSpPr>
          <p:spPr>
            <a:xfrm>
              <a:off x="7715250" y="831850"/>
              <a:ext cx="1219200" cy="368300"/>
            </a:xfrm>
            <a:prstGeom prst="rect">
              <a:avLst/>
            </a:prstGeom>
            <a:solidFill>
              <a:srgbClr val="7C9BFF"/>
            </a:solidFill>
            <a:ln>
              <a:noFill/>
            </a:ln>
          </p:spPr>
        </p:sp>
        <p:sp>
          <p:nvSpPr>
            <p:cNvPr id="11" name="node01.row.item-001.c3.heat-gap"/>
            <p:cNvSpPr/>
            <p:nvPr/>
          </p:nvSpPr>
          <p:spPr>
            <a:xfrm>
              <a:off x="8953500" y="812800"/>
              <a:ext cx="1257300" cy="406400"/>
            </a:xfrm>
            <a:prstGeom prst="rect">
              <a:avLst/>
            </a:prstGeom>
            <a:solidFill>
              <a:srgbClr val="FFFFFF"/>
            </a:solidFill>
            <a:ln>
              <a:noFill/>
            </a:ln>
          </p:spPr>
        </p:sp>
        <p:sp>
          <p:nvSpPr>
            <p:cNvPr id="12" name="node01.row.item-001.c3.heat"/>
            <p:cNvSpPr/>
            <p:nvPr/>
          </p:nvSpPr>
          <p:spPr>
            <a:xfrm>
              <a:off x="8972550" y="831850"/>
              <a:ext cx="1219200" cy="368300"/>
            </a:xfrm>
            <a:prstGeom prst="rect">
              <a:avLst/>
            </a:prstGeom>
            <a:solidFill>
              <a:srgbClr val="B9C9F0"/>
            </a:solidFill>
            <a:ln>
              <a:noFill/>
            </a:ln>
          </p:spPr>
        </p:sp>
        <p:sp>
          <p:nvSpPr>
            <p:cNvPr id="13" name="node01.row.item-001.c4.heat-gap"/>
            <p:cNvSpPr/>
            <p:nvPr/>
          </p:nvSpPr>
          <p:spPr>
            <a:xfrm>
              <a:off x="10210800" y="812800"/>
              <a:ext cx="1257300" cy="406400"/>
            </a:xfrm>
            <a:prstGeom prst="rect">
              <a:avLst/>
            </a:prstGeom>
            <a:solidFill>
              <a:srgbClr val="FFFFFF"/>
            </a:solidFill>
            <a:ln>
              <a:noFill/>
            </a:ln>
          </p:spPr>
        </p:sp>
        <p:sp>
          <p:nvSpPr>
            <p:cNvPr id="14" name="node01.row.item-001.c4.heat"/>
            <p:cNvSpPr/>
            <p:nvPr/>
          </p:nvSpPr>
          <p:spPr>
            <a:xfrm>
              <a:off x="10229850" y="831850"/>
              <a:ext cx="1219200" cy="368300"/>
            </a:xfrm>
            <a:prstGeom prst="rect">
              <a:avLst/>
            </a:prstGeom>
            <a:solidFill>
              <a:srgbClr val="B9C9F0"/>
            </a:solidFill>
            <a:ln>
              <a:noFill/>
            </a:ln>
          </p:spPr>
        </p:sp>
        <p:sp>
          <p:nvSpPr>
            <p:cNvPr id="15" name="node01.row.item-002.c1.heat-gap"/>
            <p:cNvSpPr/>
            <p:nvPr/>
          </p:nvSpPr>
          <p:spPr>
            <a:xfrm>
              <a:off x="6438900" y="1219200"/>
              <a:ext cx="1257300" cy="406400"/>
            </a:xfrm>
            <a:prstGeom prst="rect">
              <a:avLst/>
            </a:prstGeom>
            <a:solidFill>
              <a:srgbClr val="FFFFFF"/>
            </a:solidFill>
            <a:ln>
              <a:noFill/>
            </a:ln>
          </p:spPr>
        </p:sp>
        <p:sp>
          <p:nvSpPr>
            <p:cNvPr id="16" name="node01.row.item-002.c1.heat"/>
            <p:cNvSpPr/>
            <p:nvPr/>
          </p:nvSpPr>
          <p:spPr>
            <a:xfrm>
              <a:off x="6457950" y="1238250"/>
              <a:ext cx="1219200" cy="368300"/>
            </a:xfrm>
            <a:prstGeom prst="rect">
              <a:avLst/>
            </a:prstGeom>
            <a:solidFill>
              <a:srgbClr val="0047FF"/>
            </a:solidFill>
            <a:ln>
              <a:noFill/>
            </a:ln>
          </p:spPr>
        </p:sp>
        <p:sp>
          <p:nvSpPr>
            <p:cNvPr id="17" name="node01.row.item-002.c2.heat-gap"/>
            <p:cNvSpPr/>
            <p:nvPr/>
          </p:nvSpPr>
          <p:spPr>
            <a:xfrm>
              <a:off x="7696200" y="1219200"/>
              <a:ext cx="1257300" cy="406400"/>
            </a:xfrm>
            <a:prstGeom prst="rect">
              <a:avLst/>
            </a:prstGeom>
            <a:solidFill>
              <a:srgbClr val="FFFFFF"/>
            </a:solidFill>
            <a:ln>
              <a:noFill/>
            </a:ln>
          </p:spPr>
        </p:sp>
        <p:sp>
          <p:nvSpPr>
            <p:cNvPr id="18" name="node01.row.item-002.c2.heat"/>
            <p:cNvSpPr/>
            <p:nvPr/>
          </p:nvSpPr>
          <p:spPr>
            <a:xfrm>
              <a:off x="7715250" y="1238250"/>
              <a:ext cx="1219200" cy="368300"/>
            </a:xfrm>
            <a:prstGeom prst="rect">
              <a:avLst/>
            </a:prstGeom>
            <a:solidFill>
              <a:srgbClr val="0047FF"/>
            </a:solidFill>
            <a:ln>
              <a:noFill/>
            </a:ln>
          </p:spPr>
        </p:sp>
        <p:sp>
          <p:nvSpPr>
            <p:cNvPr id="19" name="node01.row.item-002.c3.heat-gap"/>
            <p:cNvSpPr/>
            <p:nvPr/>
          </p:nvSpPr>
          <p:spPr>
            <a:xfrm>
              <a:off x="8953500" y="1219200"/>
              <a:ext cx="1257300" cy="406400"/>
            </a:xfrm>
            <a:prstGeom prst="rect">
              <a:avLst/>
            </a:prstGeom>
            <a:solidFill>
              <a:srgbClr val="FFFFFF"/>
            </a:solidFill>
            <a:ln>
              <a:noFill/>
            </a:ln>
          </p:spPr>
        </p:sp>
        <p:sp>
          <p:nvSpPr>
            <p:cNvPr id="20" name="node01.row.item-002.c3.heat"/>
            <p:cNvSpPr/>
            <p:nvPr/>
          </p:nvSpPr>
          <p:spPr>
            <a:xfrm>
              <a:off x="8972550" y="1238250"/>
              <a:ext cx="1219200" cy="368300"/>
            </a:xfrm>
            <a:prstGeom prst="rect">
              <a:avLst/>
            </a:prstGeom>
            <a:solidFill>
              <a:srgbClr val="7C9BFF"/>
            </a:solidFill>
            <a:ln>
              <a:noFill/>
            </a:ln>
          </p:spPr>
        </p:sp>
        <p:sp>
          <p:nvSpPr>
            <p:cNvPr id="21" name="node01.row.item-002.c4.heat-gap"/>
            <p:cNvSpPr/>
            <p:nvPr/>
          </p:nvSpPr>
          <p:spPr>
            <a:xfrm>
              <a:off x="10210800" y="1219200"/>
              <a:ext cx="1257300" cy="406400"/>
            </a:xfrm>
            <a:prstGeom prst="rect">
              <a:avLst/>
            </a:prstGeom>
            <a:solidFill>
              <a:srgbClr val="FFFFFF"/>
            </a:solidFill>
            <a:ln>
              <a:noFill/>
            </a:ln>
          </p:spPr>
        </p:sp>
        <p:sp>
          <p:nvSpPr>
            <p:cNvPr id="22" name="node01.row.item-002.c4.heat"/>
            <p:cNvSpPr/>
            <p:nvPr/>
          </p:nvSpPr>
          <p:spPr>
            <a:xfrm>
              <a:off x="10229850" y="1238250"/>
              <a:ext cx="1219200" cy="368300"/>
            </a:xfrm>
            <a:prstGeom prst="rect">
              <a:avLst/>
            </a:prstGeom>
            <a:solidFill>
              <a:srgbClr val="B9C9F0"/>
            </a:solidFill>
            <a:ln>
              <a:noFill/>
            </a:ln>
          </p:spPr>
        </p:sp>
        <p:sp>
          <p:nvSpPr>
            <p:cNvPr id="23" name="node01.row.item-003.c1.heat-gap"/>
            <p:cNvSpPr/>
            <p:nvPr/>
          </p:nvSpPr>
          <p:spPr>
            <a:xfrm>
              <a:off x="6438900" y="1625600"/>
              <a:ext cx="1257300" cy="406400"/>
            </a:xfrm>
            <a:prstGeom prst="rect">
              <a:avLst/>
            </a:prstGeom>
            <a:solidFill>
              <a:srgbClr val="FFFFFF"/>
            </a:solidFill>
            <a:ln>
              <a:noFill/>
            </a:ln>
          </p:spPr>
        </p:sp>
        <p:sp>
          <p:nvSpPr>
            <p:cNvPr id="24" name="node01.row.item-003.c1.heat"/>
            <p:cNvSpPr/>
            <p:nvPr/>
          </p:nvSpPr>
          <p:spPr>
            <a:xfrm>
              <a:off x="6457950" y="1644650"/>
              <a:ext cx="1219200" cy="368300"/>
            </a:xfrm>
            <a:prstGeom prst="rect">
              <a:avLst/>
            </a:prstGeom>
            <a:solidFill>
              <a:srgbClr val="070154"/>
            </a:solidFill>
            <a:ln>
              <a:noFill/>
            </a:ln>
          </p:spPr>
        </p:sp>
        <p:sp>
          <p:nvSpPr>
            <p:cNvPr id="25" name="node01.row.item-003.c2.heat-gap"/>
            <p:cNvSpPr/>
            <p:nvPr/>
          </p:nvSpPr>
          <p:spPr>
            <a:xfrm>
              <a:off x="7696200" y="1625600"/>
              <a:ext cx="1257300" cy="406400"/>
            </a:xfrm>
            <a:prstGeom prst="rect">
              <a:avLst/>
            </a:prstGeom>
            <a:solidFill>
              <a:srgbClr val="FFFFFF"/>
            </a:solidFill>
            <a:ln>
              <a:noFill/>
            </a:ln>
          </p:spPr>
        </p:sp>
        <p:sp>
          <p:nvSpPr>
            <p:cNvPr id="26" name="node01.row.item-003.c2.heat"/>
            <p:cNvSpPr/>
            <p:nvPr/>
          </p:nvSpPr>
          <p:spPr>
            <a:xfrm>
              <a:off x="7715250" y="1644650"/>
              <a:ext cx="1219200" cy="368300"/>
            </a:xfrm>
            <a:prstGeom prst="rect">
              <a:avLst/>
            </a:prstGeom>
            <a:solidFill>
              <a:srgbClr val="0047FF"/>
            </a:solidFill>
            <a:ln>
              <a:noFill/>
            </a:ln>
          </p:spPr>
        </p:sp>
        <p:sp>
          <p:nvSpPr>
            <p:cNvPr id="27" name="node01.row.item-003.c3.heat-gap"/>
            <p:cNvSpPr/>
            <p:nvPr/>
          </p:nvSpPr>
          <p:spPr>
            <a:xfrm>
              <a:off x="8953500" y="1625600"/>
              <a:ext cx="1257300" cy="406400"/>
            </a:xfrm>
            <a:prstGeom prst="rect">
              <a:avLst/>
            </a:prstGeom>
            <a:solidFill>
              <a:srgbClr val="FFFFFF"/>
            </a:solidFill>
            <a:ln>
              <a:noFill/>
            </a:ln>
          </p:spPr>
        </p:sp>
        <p:sp>
          <p:nvSpPr>
            <p:cNvPr id="28" name="node01.row.item-003.c3.heat"/>
            <p:cNvSpPr/>
            <p:nvPr/>
          </p:nvSpPr>
          <p:spPr>
            <a:xfrm>
              <a:off x="8972550" y="1644650"/>
              <a:ext cx="1219200" cy="368300"/>
            </a:xfrm>
            <a:prstGeom prst="rect">
              <a:avLst/>
            </a:prstGeom>
            <a:solidFill>
              <a:srgbClr val="7C9BFF"/>
            </a:solidFill>
            <a:ln>
              <a:noFill/>
            </a:ln>
          </p:spPr>
        </p:sp>
        <p:sp>
          <p:nvSpPr>
            <p:cNvPr id="29" name="node01.row.item-003.c4.heat-gap"/>
            <p:cNvSpPr/>
            <p:nvPr/>
          </p:nvSpPr>
          <p:spPr>
            <a:xfrm>
              <a:off x="10210800" y="1625600"/>
              <a:ext cx="1257300" cy="406400"/>
            </a:xfrm>
            <a:prstGeom prst="rect">
              <a:avLst/>
            </a:prstGeom>
            <a:solidFill>
              <a:srgbClr val="FFFFFF"/>
            </a:solidFill>
            <a:ln>
              <a:noFill/>
            </a:ln>
          </p:spPr>
        </p:sp>
        <p:sp>
          <p:nvSpPr>
            <p:cNvPr id="30" name="node01.row.item-003.c4.heat"/>
            <p:cNvSpPr/>
            <p:nvPr/>
          </p:nvSpPr>
          <p:spPr>
            <a:xfrm>
              <a:off x="10229850" y="1644650"/>
              <a:ext cx="1219200" cy="368300"/>
            </a:xfrm>
            <a:prstGeom prst="rect">
              <a:avLst/>
            </a:prstGeom>
            <a:solidFill>
              <a:srgbClr val="7C9BFF"/>
            </a:solidFill>
            <a:ln>
              <a:noFill/>
            </a:ln>
          </p:spPr>
        </p:sp>
        <p:sp>
          <p:nvSpPr>
            <p:cNvPr id="31" name="node01.row.item-004.c1.heat-gap"/>
            <p:cNvSpPr/>
            <p:nvPr/>
          </p:nvSpPr>
          <p:spPr>
            <a:xfrm>
              <a:off x="6438900" y="2032000"/>
              <a:ext cx="1257300" cy="406400"/>
            </a:xfrm>
            <a:prstGeom prst="rect">
              <a:avLst/>
            </a:prstGeom>
            <a:solidFill>
              <a:srgbClr val="FFFFFF"/>
            </a:solidFill>
            <a:ln>
              <a:noFill/>
            </a:ln>
          </p:spPr>
        </p:sp>
        <p:sp>
          <p:nvSpPr>
            <p:cNvPr id="32" name="node01.row.item-004.c1.heat"/>
            <p:cNvSpPr/>
            <p:nvPr/>
          </p:nvSpPr>
          <p:spPr>
            <a:xfrm>
              <a:off x="6457950" y="2051050"/>
              <a:ext cx="1219200" cy="368300"/>
            </a:xfrm>
            <a:prstGeom prst="rect">
              <a:avLst/>
            </a:prstGeom>
            <a:solidFill>
              <a:srgbClr val="070154"/>
            </a:solidFill>
            <a:ln>
              <a:noFill/>
            </a:ln>
          </p:spPr>
        </p:sp>
        <p:sp>
          <p:nvSpPr>
            <p:cNvPr id="33" name="node01.row.item-004.c2.heat-gap"/>
            <p:cNvSpPr/>
            <p:nvPr/>
          </p:nvSpPr>
          <p:spPr>
            <a:xfrm>
              <a:off x="7696200" y="2032000"/>
              <a:ext cx="1257300" cy="406400"/>
            </a:xfrm>
            <a:prstGeom prst="rect">
              <a:avLst/>
            </a:prstGeom>
            <a:solidFill>
              <a:srgbClr val="FFFFFF"/>
            </a:solidFill>
            <a:ln>
              <a:noFill/>
            </a:ln>
          </p:spPr>
        </p:sp>
        <p:sp>
          <p:nvSpPr>
            <p:cNvPr id="34" name="node01.row.item-004.c2.heat"/>
            <p:cNvSpPr/>
            <p:nvPr/>
          </p:nvSpPr>
          <p:spPr>
            <a:xfrm>
              <a:off x="7715250" y="2051050"/>
              <a:ext cx="1219200" cy="368300"/>
            </a:xfrm>
            <a:prstGeom prst="rect">
              <a:avLst/>
            </a:prstGeom>
            <a:solidFill>
              <a:srgbClr val="0047FF"/>
            </a:solidFill>
            <a:ln>
              <a:noFill/>
            </a:ln>
          </p:spPr>
        </p:sp>
        <p:sp>
          <p:nvSpPr>
            <p:cNvPr id="35" name="node01.row.item-004.c3.heat-gap"/>
            <p:cNvSpPr/>
            <p:nvPr/>
          </p:nvSpPr>
          <p:spPr>
            <a:xfrm>
              <a:off x="8953500" y="2032000"/>
              <a:ext cx="1257300" cy="406400"/>
            </a:xfrm>
            <a:prstGeom prst="rect">
              <a:avLst/>
            </a:prstGeom>
            <a:solidFill>
              <a:srgbClr val="FFFFFF"/>
            </a:solidFill>
            <a:ln>
              <a:noFill/>
            </a:ln>
          </p:spPr>
        </p:sp>
        <p:sp>
          <p:nvSpPr>
            <p:cNvPr id="36" name="node01.row.item-004.c3.heat"/>
            <p:cNvSpPr/>
            <p:nvPr/>
          </p:nvSpPr>
          <p:spPr>
            <a:xfrm>
              <a:off x="8972550" y="2051050"/>
              <a:ext cx="1219200" cy="368300"/>
            </a:xfrm>
            <a:prstGeom prst="rect">
              <a:avLst/>
            </a:prstGeom>
            <a:solidFill>
              <a:srgbClr val="0047FF"/>
            </a:solidFill>
            <a:ln>
              <a:noFill/>
            </a:ln>
          </p:spPr>
        </p:sp>
        <p:sp>
          <p:nvSpPr>
            <p:cNvPr id="37" name="node01.row.item-004.c4.heat-gap"/>
            <p:cNvSpPr/>
            <p:nvPr/>
          </p:nvSpPr>
          <p:spPr>
            <a:xfrm>
              <a:off x="10210800" y="2032000"/>
              <a:ext cx="1257300" cy="406400"/>
            </a:xfrm>
            <a:prstGeom prst="rect">
              <a:avLst/>
            </a:prstGeom>
            <a:solidFill>
              <a:srgbClr val="FFFFFF"/>
            </a:solidFill>
            <a:ln>
              <a:noFill/>
            </a:ln>
          </p:spPr>
        </p:sp>
        <p:sp>
          <p:nvSpPr>
            <p:cNvPr id="38" name="node01.row.item-004.c4.heat"/>
            <p:cNvSpPr/>
            <p:nvPr/>
          </p:nvSpPr>
          <p:spPr>
            <a:xfrm>
              <a:off x="10229850" y="2051050"/>
              <a:ext cx="1219200" cy="368300"/>
            </a:xfrm>
            <a:prstGeom prst="rect">
              <a:avLst/>
            </a:prstGeom>
            <a:solidFill>
              <a:srgbClr val="7C9BFF"/>
            </a:solidFill>
            <a:ln>
              <a:noFill/>
            </a:ln>
          </p:spPr>
        </p:sp>
        <p:sp>
          <p:nvSpPr>
            <p:cNvPr id="39" name="node01.row.item-005.c1.heat-gap"/>
            <p:cNvSpPr/>
            <p:nvPr/>
          </p:nvSpPr>
          <p:spPr>
            <a:xfrm>
              <a:off x="6438900" y="2438400"/>
              <a:ext cx="1257300" cy="406400"/>
            </a:xfrm>
            <a:prstGeom prst="rect">
              <a:avLst/>
            </a:prstGeom>
            <a:solidFill>
              <a:srgbClr val="FFFFFF"/>
            </a:solidFill>
            <a:ln>
              <a:noFill/>
            </a:ln>
          </p:spPr>
        </p:sp>
        <p:sp>
          <p:nvSpPr>
            <p:cNvPr id="40" name="node01.row.item-005.c1.heat"/>
            <p:cNvSpPr/>
            <p:nvPr/>
          </p:nvSpPr>
          <p:spPr>
            <a:xfrm>
              <a:off x="6457950" y="2457450"/>
              <a:ext cx="1219200" cy="368300"/>
            </a:xfrm>
            <a:prstGeom prst="rect">
              <a:avLst/>
            </a:prstGeom>
            <a:solidFill>
              <a:srgbClr val="7C9BFF"/>
            </a:solidFill>
            <a:ln>
              <a:noFill/>
            </a:ln>
          </p:spPr>
        </p:sp>
        <p:sp>
          <p:nvSpPr>
            <p:cNvPr id="41" name="node01.row.item-005.c2.heat-gap"/>
            <p:cNvSpPr/>
            <p:nvPr/>
          </p:nvSpPr>
          <p:spPr>
            <a:xfrm>
              <a:off x="7696200" y="2438400"/>
              <a:ext cx="1257300" cy="406400"/>
            </a:xfrm>
            <a:prstGeom prst="rect">
              <a:avLst/>
            </a:prstGeom>
            <a:solidFill>
              <a:srgbClr val="FFFFFF"/>
            </a:solidFill>
            <a:ln>
              <a:noFill/>
            </a:ln>
          </p:spPr>
        </p:sp>
        <p:sp>
          <p:nvSpPr>
            <p:cNvPr id="42" name="node01.row.item-005.c2.heat"/>
            <p:cNvSpPr/>
            <p:nvPr/>
          </p:nvSpPr>
          <p:spPr>
            <a:xfrm>
              <a:off x="7715250" y="2457450"/>
              <a:ext cx="1219200" cy="368300"/>
            </a:xfrm>
            <a:prstGeom prst="rect">
              <a:avLst/>
            </a:prstGeom>
            <a:solidFill>
              <a:srgbClr val="7C9BFF"/>
            </a:solidFill>
            <a:ln>
              <a:noFill/>
            </a:ln>
          </p:spPr>
        </p:sp>
        <p:sp>
          <p:nvSpPr>
            <p:cNvPr id="43" name="node01.row.item-005.c3.heat-gap"/>
            <p:cNvSpPr/>
            <p:nvPr/>
          </p:nvSpPr>
          <p:spPr>
            <a:xfrm>
              <a:off x="8953500" y="2438400"/>
              <a:ext cx="1257300" cy="406400"/>
            </a:xfrm>
            <a:prstGeom prst="rect">
              <a:avLst/>
            </a:prstGeom>
            <a:solidFill>
              <a:srgbClr val="FFFFFF"/>
            </a:solidFill>
            <a:ln>
              <a:noFill/>
            </a:ln>
          </p:spPr>
        </p:sp>
        <p:sp>
          <p:nvSpPr>
            <p:cNvPr id="44" name="node01.row.item-005.c3.heat"/>
            <p:cNvSpPr/>
            <p:nvPr/>
          </p:nvSpPr>
          <p:spPr>
            <a:xfrm>
              <a:off x="8972550" y="2457450"/>
              <a:ext cx="1219200" cy="368300"/>
            </a:xfrm>
            <a:prstGeom prst="rect">
              <a:avLst/>
            </a:prstGeom>
            <a:solidFill>
              <a:srgbClr val="B9C9F0"/>
            </a:solidFill>
            <a:ln>
              <a:noFill/>
            </a:ln>
          </p:spPr>
        </p:sp>
        <p:sp>
          <p:nvSpPr>
            <p:cNvPr id="45" name="node01.row.item-005.c4.heat-gap"/>
            <p:cNvSpPr/>
            <p:nvPr/>
          </p:nvSpPr>
          <p:spPr>
            <a:xfrm>
              <a:off x="10210800" y="2438400"/>
              <a:ext cx="1257300" cy="406400"/>
            </a:xfrm>
            <a:prstGeom prst="rect">
              <a:avLst/>
            </a:prstGeom>
            <a:solidFill>
              <a:srgbClr val="FFFFFF"/>
            </a:solidFill>
            <a:ln>
              <a:noFill/>
            </a:ln>
          </p:spPr>
        </p:sp>
        <p:sp>
          <p:nvSpPr>
            <p:cNvPr id="46" name="node01.row.item-005.c4.heat"/>
            <p:cNvSpPr/>
            <p:nvPr/>
          </p:nvSpPr>
          <p:spPr>
            <a:xfrm>
              <a:off x="10229850" y="2457450"/>
              <a:ext cx="1219200" cy="368300"/>
            </a:xfrm>
            <a:prstGeom prst="rect">
              <a:avLst/>
            </a:prstGeom>
            <a:solidFill>
              <a:srgbClr val="E8EEF8"/>
            </a:solidFill>
            <a:ln>
              <a:noFill/>
            </a:ln>
          </p:spPr>
        </p:sp>
        <p:sp>
          <p:nvSpPr>
            <p:cNvPr id="47" name="node01.row.item-006.c1.heat-gap"/>
            <p:cNvSpPr/>
            <p:nvPr/>
          </p:nvSpPr>
          <p:spPr>
            <a:xfrm>
              <a:off x="6438900" y="2844800"/>
              <a:ext cx="1257300" cy="406400"/>
            </a:xfrm>
            <a:prstGeom prst="rect">
              <a:avLst/>
            </a:prstGeom>
            <a:solidFill>
              <a:srgbClr val="FFFFFF"/>
            </a:solidFill>
            <a:ln>
              <a:noFill/>
            </a:ln>
          </p:spPr>
        </p:sp>
        <p:sp>
          <p:nvSpPr>
            <p:cNvPr id="48" name="node01.row.item-006.c1.heat"/>
            <p:cNvSpPr/>
            <p:nvPr/>
          </p:nvSpPr>
          <p:spPr>
            <a:xfrm>
              <a:off x="6457950" y="2863850"/>
              <a:ext cx="1219200" cy="368300"/>
            </a:xfrm>
            <a:prstGeom prst="rect">
              <a:avLst/>
            </a:prstGeom>
            <a:solidFill>
              <a:srgbClr val="0047FF"/>
            </a:solidFill>
            <a:ln>
              <a:noFill/>
            </a:ln>
          </p:spPr>
        </p:sp>
        <p:sp>
          <p:nvSpPr>
            <p:cNvPr id="49" name="node01.row.item-006.c2.heat-gap"/>
            <p:cNvSpPr/>
            <p:nvPr/>
          </p:nvSpPr>
          <p:spPr>
            <a:xfrm>
              <a:off x="7696200" y="2844800"/>
              <a:ext cx="1257300" cy="406400"/>
            </a:xfrm>
            <a:prstGeom prst="rect">
              <a:avLst/>
            </a:prstGeom>
            <a:solidFill>
              <a:srgbClr val="FFFFFF"/>
            </a:solidFill>
            <a:ln>
              <a:noFill/>
            </a:ln>
          </p:spPr>
        </p:sp>
        <p:sp>
          <p:nvSpPr>
            <p:cNvPr id="50" name="node01.row.item-006.c2.heat"/>
            <p:cNvSpPr/>
            <p:nvPr/>
          </p:nvSpPr>
          <p:spPr>
            <a:xfrm>
              <a:off x="7715250" y="2863850"/>
              <a:ext cx="1219200" cy="368300"/>
            </a:xfrm>
            <a:prstGeom prst="rect">
              <a:avLst/>
            </a:prstGeom>
            <a:solidFill>
              <a:srgbClr val="7C9BFF"/>
            </a:solidFill>
            <a:ln>
              <a:noFill/>
            </a:ln>
          </p:spPr>
        </p:sp>
        <p:sp>
          <p:nvSpPr>
            <p:cNvPr id="51" name="node01.row.item-006.c3.heat-gap"/>
            <p:cNvSpPr/>
            <p:nvPr/>
          </p:nvSpPr>
          <p:spPr>
            <a:xfrm>
              <a:off x="8953500" y="2844800"/>
              <a:ext cx="1257300" cy="406400"/>
            </a:xfrm>
            <a:prstGeom prst="rect">
              <a:avLst/>
            </a:prstGeom>
            <a:solidFill>
              <a:srgbClr val="FFFFFF"/>
            </a:solidFill>
            <a:ln>
              <a:noFill/>
            </a:ln>
          </p:spPr>
        </p:sp>
        <p:sp>
          <p:nvSpPr>
            <p:cNvPr id="52" name="node01.row.item-006.c3.heat"/>
            <p:cNvSpPr/>
            <p:nvPr/>
          </p:nvSpPr>
          <p:spPr>
            <a:xfrm>
              <a:off x="8972550" y="2863850"/>
              <a:ext cx="1219200" cy="368300"/>
            </a:xfrm>
            <a:prstGeom prst="rect">
              <a:avLst/>
            </a:prstGeom>
            <a:solidFill>
              <a:srgbClr val="B9C9F0"/>
            </a:solidFill>
            <a:ln>
              <a:noFill/>
            </a:ln>
          </p:spPr>
        </p:sp>
        <p:sp>
          <p:nvSpPr>
            <p:cNvPr id="53" name="node01.row.item-006.c4.heat-gap"/>
            <p:cNvSpPr/>
            <p:nvPr/>
          </p:nvSpPr>
          <p:spPr>
            <a:xfrm>
              <a:off x="10210800" y="2844800"/>
              <a:ext cx="1257300" cy="406400"/>
            </a:xfrm>
            <a:prstGeom prst="rect">
              <a:avLst/>
            </a:prstGeom>
            <a:solidFill>
              <a:srgbClr val="FFFFFF"/>
            </a:solidFill>
            <a:ln>
              <a:noFill/>
            </a:ln>
          </p:spPr>
        </p:sp>
        <p:sp>
          <p:nvSpPr>
            <p:cNvPr id="54" name="node01.row.item-006.c4.heat"/>
            <p:cNvSpPr/>
            <p:nvPr/>
          </p:nvSpPr>
          <p:spPr>
            <a:xfrm>
              <a:off x="10229850" y="2863850"/>
              <a:ext cx="1219200" cy="368300"/>
            </a:xfrm>
            <a:prstGeom prst="rect">
              <a:avLst/>
            </a:prstGeom>
            <a:solidFill>
              <a:srgbClr val="B9C9F0"/>
            </a:solidFill>
            <a:ln>
              <a:noFill/>
            </a:ln>
          </p:spPr>
        </p:sp>
        <p:sp>
          <p:nvSpPr>
            <p:cNvPr id="55" name="node01.row.item-007.c1.heat-gap"/>
            <p:cNvSpPr/>
            <p:nvPr/>
          </p:nvSpPr>
          <p:spPr>
            <a:xfrm>
              <a:off x="6438900" y="3251200"/>
              <a:ext cx="1257300" cy="406400"/>
            </a:xfrm>
            <a:prstGeom prst="rect">
              <a:avLst/>
            </a:prstGeom>
            <a:solidFill>
              <a:srgbClr val="FFFFFF"/>
            </a:solidFill>
            <a:ln>
              <a:noFill/>
            </a:ln>
          </p:spPr>
        </p:sp>
        <p:sp>
          <p:nvSpPr>
            <p:cNvPr id="56" name="node01.row.item-007.c1.heat"/>
            <p:cNvSpPr/>
            <p:nvPr/>
          </p:nvSpPr>
          <p:spPr>
            <a:xfrm>
              <a:off x="6457950" y="3270250"/>
              <a:ext cx="1219200" cy="368300"/>
            </a:xfrm>
            <a:prstGeom prst="rect">
              <a:avLst/>
            </a:prstGeom>
            <a:solidFill>
              <a:srgbClr val="7C9BFF"/>
            </a:solidFill>
            <a:ln>
              <a:noFill/>
            </a:ln>
          </p:spPr>
        </p:sp>
        <p:sp>
          <p:nvSpPr>
            <p:cNvPr id="57" name="node01.row.item-007.c2.heat-gap"/>
            <p:cNvSpPr/>
            <p:nvPr/>
          </p:nvSpPr>
          <p:spPr>
            <a:xfrm>
              <a:off x="7696200" y="3251200"/>
              <a:ext cx="1257300" cy="406400"/>
            </a:xfrm>
            <a:prstGeom prst="rect">
              <a:avLst/>
            </a:prstGeom>
            <a:solidFill>
              <a:srgbClr val="FFFFFF"/>
            </a:solidFill>
            <a:ln>
              <a:noFill/>
            </a:ln>
          </p:spPr>
        </p:sp>
        <p:sp>
          <p:nvSpPr>
            <p:cNvPr id="58" name="node01.row.item-007.c2.heat"/>
            <p:cNvSpPr/>
            <p:nvPr/>
          </p:nvSpPr>
          <p:spPr>
            <a:xfrm>
              <a:off x="7715250" y="3270250"/>
              <a:ext cx="1219200" cy="368300"/>
            </a:xfrm>
            <a:prstGeom prst="rect">
              <a:avLst/>
            </a:prstGeom>
            <a:solidFill>
              <a:srgbClr val="7C9BFF"/>
            </a:solidFill>
            <a:ln>
              <a:noFill/>
            </a:ln>
          </p:spPr>
        </p:sp>
        <p:sp>
          <p:nvSpPr>
            <p:cNvPr id="59" name="node01.row.item-007.c3.heat-gap"/>
            <p:cNvSpPr/>
            <p:nvPr/>
          </p:nvSpPr>
          <p:spPr>
            <a:xfrm>
              <a:off x="8953500" y="3251200"/>
              <a:ext cx="1257300" cy="406400"/>
            </a:xfrm>
            <a:prstGeom prst="rect">
              <a:avLst/>
            </a:prstGeom>
            <a:solidFill>
              <a:srgbClr val="FFFFFF"/>
            </a:solidFill>
            <a:ln>
              <a:noFill/>
            </a:ln>
          </p:spPr>
        </p:sp>
        <p:sp>
          <p:nvSpPr>
            <p:cNvPr id="60" name="node01.row.item-007.c3.heat"/>
            <p:cNvSpPr/>
            <p:nvPr/>
          </p:nvSpPr>
          <p:spPr>
            <a:xfrm>
              <a:off x="8972550" y="3270250"/>
              <a:ext cx="1219200" cy="368300"/>
            </a:xfrm>
            <a:prstGeom prst="rect">
              <a:avLst/>
            </a:prstGeom>
            <a:solidFill>
              <a:srgbClr val="B9C9F0"/>
            </a:solidFill>
            <a:ln>
              <a:noFill/>
            </a:ln>
          </p:spPr>
        </p:sp>
        <p:sp>
          <p:nvSpPr>
            <p:cNvPr id="61" name="node01.row.item-007.c4.heat-gap"/>
            <p:cNvSpPr/>
            <p:nvPr/>
          </p:nvSpPr>
          <p:spPr>
            <a:xfrm>
              <a:off x="10210800" y="3251200"/>
              <a:ext cx="1257300" cy="406400"/>
            </a:xfrm>
            <a:prstGeom prst="rect">
              <a:avLst/>
            </a:prstGeom>
            <a:solidFill>
              <a:srgbClr val="FFFFFF"/>
            </a:solidFill>
            <a:ln>
              <a:noFill/>
            </a:ln>
          </p:spPr>
        </p:sp>
        <p:sp>
          <p:nvSpPr>
            <p:cNvPr id="62" name="node01.row.item-007.c4.heat"/>
            <p:cNvSpPr/>
            <p:nvPr/>
          </p:nvSpPr>
          <p:spPr>
            <a:xfrm>
              <a:off x="10229850" y="3270250"/>
              <a:ext cx="1219200" cy="368300"/>
            </a:xfrm>
            <a:prstGeom prst="rect">
              <a:avLst/>
            </a:prstGeom>
            <a:solidFill>
              <a:srgbClr val="B9C9F0"/>
            </a:solidFill>
            <a:ln>
              <a:noFill/>
            </a:ln>
          </p:spPr>
        </p:sp>
        <p:sp>
          <p:nvSpPr>
            <p:cNvPr id="63" name="node01.row.item-008.c1.heat-gap"/>
            <p:cNvSpPr/>
            <p:nvPr/>
          </p:nvSpPr>
          <p:spPr>
            <a:xfrm>
              <a:off x="6438900" y="3657600"/>
              <a:ext cx="1257300" cy="406400"/>
            </a:xfrm>
            <a:prstGeom prst="rect">
              <a:avLst/>
            </a:prstGeom>
            <a:solidFill>
              <a:srgbClr val="FFFFFF"/>
            </a:solidFill>
            <a:ln>
              <a:noFill/>
            </a:ln>
          </p:spPr>
        </p:sp>
        <p:sp>
          <p:nvSpPr>
            <p:cNvPr id="64" name="node01.row.item-008.c1.heat"/>
            <p:cNvSpPr/>
            <p:nvPr/>
          </p:nvSpPr>
          <p:spPr>
            <a:xfrm>
              <a:off x="6457950" y="3676650"/>
              <a:ext cx="1219200" cy="368300"/>
            </a:xfrm>
            <a:prstGeom prst="rect">
              <a:avLst/>
            </a:prstGeom>
            <a:solidFill>
              <a:srgbClr val="0047FF"/>
            </a:solidFill>
            <a:ln>
              <a:noFill/>
            </a:ln>
          </p:spPr>
        </p:sp>
        <p:sp>
          <p:nvSpPr>
            <p:cNvPr id="65" name="node01.row.item-008.c2.heat-gap"/>
            <p:cNvSpPr/>
            <p:nvPr/>
          </p:nvSpPr>
          <p:spPr>
            <a:xfrm>
              <a:off x="7696200" y="3657600"/>
              <a:ext cx="1257300" cy="406400"/>
            </a:xfrm>
            <a:prstGeom prst="rect">
              <a:avLst/>
            </a:prstGeom>
            <a:solidFill>
              <a:srgbClr val="FFFFFF"/>
            </a:solidFill>
            <a:ln>
              <a:noFill/>
            </a:ln>
          </p:spPr>
        </p:sp>
        <p:sp>
          <p:nvSpPr>
            <p:cNvPr id="66" name="node01.row.item-008.c2.heat"/>
            <p:cNvSpPr/>
            <p:nvPr/>
          </p:nvSpPr>
          <p:spPr>
            <a:xfrm>
              <a:off x="7715250" y="3676650"/>
              <a:ext cx="1219200" cy="368300"/>
            </a:xfrm>
            <a:prstGeom prst="rect">
              <a:avLst/>
            </a:prstGeom>
            <a:solidFill>
              <a:srgbClr val="7C9BFF"/>
            </a:solidFill>
            <a:ln>
              <a:noFill/>
            </a:ln>
          </p:spPr>
        </p:sp>
        <p:sp>
          <p:nvSpPr>
            <p:cNvPr id="67" name="node01.row.item-008.c3.heat-gap"/>
            <p:cNvSpPr/>
            <p:nvPr/>
          </p:nvSpPr>
          <p:spPr>
            <a:xfrm>
              <a:off x="8953500" y="3657600"/>
              <a:ext cx="1257300" cy="406400"/>
            </a:xfrm>
            <a:prstGeom prst="rect">
              <a:avLst/>
            </a:prstGeom>
            <a:solidFill>
              <a:srgbClr val="FFFFFF"/>
            </a:solidFill>
            <a:ln>
              <a:noFill/>
            </a:ln>
          </p:spPr>
        </p:sp>
        <p:sp>
          <p:nvSpPr>
            <p:cNvPr id="68" name="node01.row.item-008.c3.heat"/>
            <p:cNvSpPr/>
            <p:nvPr/>
          </p:nvSpPr>
          <p:spPr>
            <a:xfrm>
              <a:off x="8972550" y="3676650"/>
              <a:ext cx="1219200" cy="368300"/>
            </a:xfrm>
            <a:prstGeom prst="rect">
              <a:avLst/>
            </a:prstGeom>
            <a:solidFill>
              <a:srgbClr val="B9C9F0"/>
            </a:solidFill>
            <a:ln>
              <a:noFill/>
            </a:ln>
          </p:spPr>
        </p:sp>
        <p:sp>
          <p:nvSpPr>
            <p:cNvPr id="69" name="node01.row.item-008.c4.heat-gap"/>
            <p:cNvSpPr/>
            <p:nvPr/>
          </p:nvSpPr>
          <p:spPr>
            <a:xfrm>
              <a:off x="10210800" y="3657600"/>
              <a:ext cx="1257300" cy="406400"/>
            </a:xfrm>
            <a:prstGeom prst="rect">
              <a:avLst/>
            </a:prstGeom>
            <a:solidFill>
              <a:srgbClr val="FFFFFF"/>
            </a:solidFill>
            <a:ln>
              <a:noFill/>
            </a:ln>
          </p:spPr>
        </p:sp>
        <p:sp>
          <p:nvSpPr>
            <p:cNvPr id="70" name="node01.row.item-008.c4.heat"/>
            <p:cNvSpPr/>
            <p:nvPr/>
          </p:nvSpPr>
          <p:spPr>
            <a:xfrm>
              <a:off x="10229850" y="3676650"/>
              <a:ext cx="1219200" cy="368300"/>
            </a:xfrm>
            <a:prstGeom prst="rect">
              <a:avLst/>
            </a:prstGeom>
            <a:solidFill>
              <a:srgbClr val="E8EEF8"/>
            </a:solidFill>
            <a:ln>
              <a:noFill/>
            </a:ln>
          </p:spPr>
        </p:sp>
        <p:sp>
          <p:nvSpPr>
            <p:cNvPr id="71" name="node01.row.item-009.c1.heat-gap"/>
            <p:cNvSpPr/>
            <p:nvPr/>
          </p:nvSpPr>
          <p:spPr>
            <a:xfrm>
              <a:off x="6438900" y="4064000"/>
              <a:ext cx="1257300" cy="406400"/>
            </a:xfrm>
            <a:prstGeom prst="rect">
              <a:avLst/>
            </a:prstGeom>
            <a:solidFill>
              <a:srgbClr val="FFFFFF"/>
            </a:solidFill>
            <a:ln>
              <a:noFill/>
            </a:ln>
          </p:spPr>
        </p:sp>
        <p:sp>
          <p:nvSpPr>
            <p:cNvPr id="72" name="node01.row.item-009.c1.heat"/>
            <p:cNvSpPr/>
            <p:nvPr/>
          </p:nvSpPr>
          <p:spPr>
            <a:xfrm>
              <a:off x="6457950" y="4083050"/>
              <a:ext cx="1219200" cy="368300"/>
            </a:xfrm>
            <a:prstGeom prst="rect">
              <a:avLst/>
            </a:prstGeom>
            <a:solidFill>
              <a:srgbClr val="0047FF"/>
            </a:solidFill>
            <a:ln>
              <a:noFill/>
            </a:ln>
          </p:spPr>
        </p:sp>
        <p:sp>
          <p:nvSpPr>
            <p:cNvPr id="73" name="node01.row.item-009.c2.heat-gap"/>
            <p:cNvSpPr/>
            <p:nvPr/>
          </p:nvSpPr>
          <p:spPr>
            <a:xfrm>
              <a:off x="7696200" y="4064000"/>
              <a:ext cx="1257300" cy="406400"/>
            </a:xfrm>
            <a:prstGeom prst="rect">
              <a:avLst/>
            </a:prstGeom>
            <a:solidFill>
              <a:srgbClr val="FFFFFF"/>
            </a:solidFill>
            <a:ln>
              <a:noFill/>
            </a:ln>
          </p:spPr>
        </p:sp>
        <p:sp>
          <p:nvSpPr>
            <p:cNvPr id="74" name="node01.row.item-009.c2.heat"/>
            <p:cNvSpPr/>
            <p:nvPr/>
          </p:nvSpPr>
          <p:spPr>
            <a:xfrm>
              <a:off x="7715250" y="4083050"/>
              <a:ext cx="1219200" cy="368300"/>
            </a:xfrm>
            <a:prstGeom prst="rect">
              <a:avLst/>
            </a:prstGeom>
            <a:solidFill>
              <a:srgbClr val="0047FF"/>
            </a:solidFill>
            <a:ln>
              <a:noFill/>
            </a:ln>
          </p:spPr>
        </p:sp>
        <p:sp>
          <p:nvSpPr>
            <p:cNvPr id="75" name="node01.row.item-009.c3.heat-gap"/>
            <p:cNvSpPr/>
            <p:nvPr/>
          </p:nvSpPr>
          <p:spPr>
            <a:xfrm>
              <a:off x="8953500" y="4064000"/>
              <a:ext cx="1257300" cy="406400"/>
            </a:xfrm>
            <a:prstGeom prst="rect">
              <a:avLst/>
            </a:prstGeom>
            <a:solidFill>
              <a:srgbClr val="FFFFFF"/>
            </a:solidFill>
            <a:ln>
              <a:noFill/>
            </a:ln>
          </p:spPr>
        </p:sp>
        <p:sp>
          <p:nvSpPr>
            <p:cNvPr id="76" name="node01.row.item-009.c3.heat"/>
            <p:cNvSpPr/>
            <p:nvPr/>
          </p:nvSpPr>
          <p:spPr>
            <a:xfrm>
              <a:off x="8972550" y="4083050"/>
              <a:ext cx="1219200" cy="368300"/>
            </a:xfrm>
            <a:prstGeom prst="rect">
              <a:avLst/>
            </a:prstGeom>
            <a:solidFill>
              <a:srgbClr val="7C9BFF"/>
            </a:solidFill>
            <a:ln>
              <a:noFill/>
            </a:ln>
          </p:spPr>
        </p:sp>
        <p:sp>
          <p:nvSpPr>
            <p:cNvPr id="77" name="node01.row.item-009.c4.heat-gap"/>
            <p:cNvSpPr/>
            <p:nvPr/>
          </p:nvSpPr>
          <p:spPr>
            <a:xfrm>
              <a:off x="10210800" y="4064000"/>
              <a:ext cx="1257300" cy="406400"/>
            </a:xfrm>
            <a:prstGeom prst="rect">
              <a:avLst/>
            </a:prstGeom>
            <a:solidFill>
              <a:srgbClr val="FFFFFF"/>
            </a:solidFill>
            <a:ln>
              <a:noFill/>
            </a:ln>
          </p:spPr>
        </p:sp>
        <p:sp>
          <p:nvSpPr>
            <p:cNvPr id="78" name="node01.row.item-009.c4.heat"/>
            <p:cNvSpPr/>
            <p:nvPr/>
          </p:nvSpPr>
          <p:spPr>
            <a:xfrm>
              <a:off x="10229850" y="4083050"/>
              <a:ext cx="1219200" cy="368300"/>
            </a:xfrm>
            <a:prstGeom prst="rect">
              <a:avLst/>
            </a:prstGeom>
            <a:solidFill>
              <a:srgbClr val="B9C9F0"/>
            </a:solidFill>
            <a:ln>
              <a:noFill/>
            </a:ln>
          </p:spPr>
        </p:sp>
        <p:sp>
          <p:nvSpPr>
            <p:cNvPr id="79" name="node01.row.item-010.c1.heat-gap"/>
            <p:cNvSpPr/>
            <p:nvPr/>
          </p:nvSpPr>
          <p:spPr>
            <a:xfrm>
              <a:off x="6438900" y="4470400"/>
              <a:ext cx="1257300" cy="406400"/>
            </a:xfrm>
            <a:prstGeom prst="rect">
              <a:avLst/>
            </a:prstGeom>
            <a:solidFill>
              <a:srgbClr val="FFFFFF"/>
            </a:solidFill>
            <a:ln>
              <a:noFill/>
            </a:ln>
          </p:spPr>
        </p:sp>
        <p:sp>
          <p:nvSpPr>
            <p:cNvPr id="80" name="node01.row.item-010.c1.heat"/>
            <p:cNvSpPr/>
            <p:nvPr/>
          </p:nvSpPr>
          <p:spPr>
            <a:xfrm>
              <a:off x="6457950" y="4489450"/>
              <a:ext cx="1219200" cy="368300"/>
            </a:xfrm>
            <a:prstGeom prst="rect">
              <a:avLst/>
            </a:prstGeom>
            <a:solidFill>
              <a:srgbClr val="0047FF"/>
            </a:solidFill>
            <a:ln>
              <a:noFill/>
            </a:ln>
          </p:spPr>
        </p:sp>
        <p:sp>
          <p:nvSpPr>
            <p:cNvPr id="81" name="node01.row.item-010.c2.heat-gap"/>
            <p:cNvSpPr/>
            <p:nvPr/>
          </p:nvSpPr>
          <p:spPr>
            <a:xfrm>
              <a:off x="7696200" y="4470400"/>
              <a:ext cx="1257300" cy="406400"/>
            </a:xfrm>
            <a:prstGeom prst="rect">
              <a:avLst/>
            </a:prstGeom>
            <a:solidFill>
              <a:srgbClr val="FFFFFF"/>
            </a:solidFill>
            <a:ln>
              <a:noFill/>
            </a:ln>
          </p:spPr>
        </p:sp>
        <p:sp>
          <p:nvSpPr>
            <p:cNvPr id="82" name="node01.row.item-010.c2.heat"/>
            <p:cNvSpPr/>
            <p:nvPr/>
          </p:nvSpPr>
          <p:spPr>
            <a:xfrm>
              <a:off x="7715250" y="4489450"/>
              <a:ext cx="1219200" cy="368300"/>
            </a:xfrm>
            <a:prstGeom prst="rect">
              <a:avLst/>
            </a:prstGeom>
            <a:solidFill>
              <a:srgbClr val="7C9BFF"/>
            </a:solidFill>
            <a:ln>
              <a:noFill/>
            </a:ln>
          </p:spPr>
        </p:sp>
        <p:sp>
          <p:nvSpPr>
            <p:cNvPr id="83" name="node01.row.item-010.c3.heat-gap"/>
            <p:cNvSpPr/>
            <p:nvPr/>
          </p:nvSpPr>
          <p:spPr>
            <a:xfrm>
              <a:off x="8953500" y="4470400"/>
              <a:ext cx="1257300" cy="406400"/>
            </a:xfrm>
            <a:prstGeom prst="rect">
              <a:avLst/>
            </a:prstGeom>
            <a:solidFill>
              <a:srgbClr val="FFFFFF"/>
            </a:solidFill>
            <a:ln>
              <a:noFill/>
            </a:ln>
          </p:spPr>
        </p:sp>
        <p:sp>
          <p:nvSpPr>
            <p:cNvPr id="84" name="node01.row.item-010.c3.heat"/>
            <p:cNvSpPr/>
            <p:nvPr/>
          </p:nvSpPr>
          <p:spPr>
            <a:xfrm>
              <a:off x="8972550" y="4489450"/>
              <a:ext cx="1219200" cy="368300"/>
            </a:xfrm>
            <a:prstGeom prst="rect">
              <a:avLst/>
            </a:prstGeom>
            <a:solidFill>
              <a:srgbClr val="7C9BFF"/>
            </a:solidFill>
            <a:ln>
              <a:noFill/>
            </a:ln>
          </p:spPr>
        </p:sp>
        <p:sp>
          <p:nvSpPr>
            <p:cNvPr id="85" name="node01.row.item-010.c4.heat-gap"/>
            <p:cNvSpPr/>
            <p:nvPr/>
          </p:nvSpPr>
          <p:spPr>
            <a:xfrm>
              <a:off x="10210800" y="4470400"/>
              <a:ext cx="1257300" cy="406400"/>
            </a:xfrm>
            <a:prstGeom prst="rect">
              <a:avLst/>
            </a:prstGeom>
            <a:solidFill>
              <a:srgbClr val="FFFFFF"/>
            </a:solidFill>
            <a:ln>
              <a:noFill/>
            </a:ln>
          </p:spPr>
        </p:sp>
        <p:sp>
          <p:nvSpPr>
            <p:cNvPr id="86" name="node01.row.item-010.c4.heat"/>
            <p:cNvSpPr/>
            <p:nvPr/>
          </p:nvSpPr>
          <p:spPr>
            <a:xfrm>
              <a:off x="10229850" y="4489450"/>
              <a:ext cx="1219200" cy="368300"/>
            </a:xfrm>
            <a:prstGeom prst="rect">
              <a:avLst/>
            </a:prstGeom>
            <a:solidFill>
              <a:srgbClr val="B9C9F0"/>
            </a:solidFill>
            <a:ln>
              <a:noFill/>
            </a:ln>
          </p:spPr>
        </p:sp>
        <p:sp>
          <p:nvSpPr>
            <p:cNvPr id="87" name="node01.row.item-011.c1.heat-gap"/>
            <p:cNvSpPr/>
            <p:nvPr/>
          </p:nvSpPr>
          <p:spPr>
            <a:xfrm>
              <a:off x="6438900" y="4876800"/>
              <a:ext cx="1257300" cy="406400"/>
            </a:xfrm>
            <a:prstGeom prst="rect">
              <a:avLst/>
            </a:prstGeom>
            <a:solidFill>
              <a:srgbClr val="FFFFFF"/>
            </a:solidFill>
            <a:ln>
              <a:noFill/>
            </a:ln>
          </p:spPr>
        </p:sp>
        <p:sp>
          <p:nvSpPr>
            <p:cNvPr id="88" name="node01.row.item-011.c1.heat"/>
            <p:cNvSpPr/>
            <p:nvPr/>
          </p:nvSpPr>
          <p:spPr>
            <a:xfrm>
              <a:off x="6457950" y="4895850"/>
              <a:ext cx="1219200" cy="368300"/>
            </a:xfrm>
            <a:prstGeom prst="rect">
              <a:avLst/>
            </a:prstGeom>
            <a:solidFill>
              <a:srgbClr val="0047FF"/>
            </a:solidFill>
            <a:ln>
              <a:noFill/>
            </a:ln>
          </p:spPr>
        </p:sp>
        <p:sp>
          <p:nvSpPr>
            <p:cNvPr id="89" name="node01.row.item-011.c2.heat-gap"/>
            <p:cNvSpPr/>
            <p:nvPr/>
          </p:nvSpPr>
          <p:spPr>
            <a:xfrm>
              <a:off x="7696200" y="4876800"/>
              <a:ext cx="1257300" cy="406400"/>
            </a:xfrm>
            <a:prstGeom prst="rect">
              <a:avLst/>
            </a:prstGeom>
            <a:solidFill>
              <a:srgbClr val="FFFFFF"/>
            </a:solidFill>
            <a:ln>
              <a:noFill/>
            </a:ln>
          </p:spPr>
        </p:sp>
        <p:sp>
          <p:nvSpPr>
            <p:cNvPr id="90" name="node01.row.item-011.c2.heat"/>
            <p:cNvSpPr/>
            <p:nvPr/>
          </p:nvSpPr>
          <p:spPr>
            <a:xfrm>
              <a:off x="7715250" y="4895850"/>
              <a:ext cx="1219200" cy="368300"/>
            </a:xfrm>
            <a:prstGeom prst="rect">
              <a:avLst/>
            </a:prstGeom>
            <a:solidFill>
              <a:srgbClr val="0047FF"/>
            </a:solidFill>
            <a:ln>
              <a:noFill/>
            </a:ln>
          </p:spPr>
        </p:sp>
        <p:sp>
          <p:nvSpPr>
            <p:cNvPr id="91" name="node01.row.item-011.c3.heat-gap"/>
            <p:cNvSpPr/>
            <p:nvPr/>
          </p:nvSpPr>
          <p:spPr>
            <a:xfrm>
              <a:off x="8953500" y="4876800"/>
              <a:ext cx="1257300" cy="406400"/>
            </a:xfrm>
            <a:prstGeom prst="rect">
              <a:avLst/>
            </a:prstGeom>
            <a:solidFill>
              <a:srgbClr val="FFFFFF"/>
            </a:solidFill>
            <a:ln>
              <a:noFill/>
            </a:ln>
          </p:spPr>
        </p:sp>
        <p:sp>
          <p:nvSpPr>
            <p:cNvPr id="92" name="node01.row.item-011.c3.heat"/>
            <p:cNvSpPr/>
            <p:nvPr/>
          </p:nvSpPr>
          <p:spPr>
            <a:xfrm>
              <a:off x="8972550" y="4895850"/>
              <a:ext cx="1219200" cy="368300"/>
            </a:xfrm>
            <a:prstGeom prst="rect">
              <a:avLst/>
            </a:prstGeom>
            <a:solidFill>
              <a:srgbClr val="7C9BFF"/>
            </a:solidFill>
            <a:ln>
              <a:noFill/>
            </a:ln>
          </p:spPr>
        </p:sp>
        <p:sp>
          <p:nvSpPr>
            <p:cNvPr id="93" name="node01.row.item-011.c4.heat-gap"/>
            <p:cNvSpPr/>
            <p:nvPr/>
          </p:nvSpPr>
          <p:spPr>
            <a:xfrm>
              <a:off x="10210800" y="4876800"/>
              <a:ext cx="1257300" cy="406400"/>
            </a:xfrm>
            <a:prstGeom prst="rect">
              <a:avLst/>
            </a:prstGeom>
            <a:solidFill>
              <a:srgbClr val="FFFFFF"/>
            </a:solidFill>
            <a:ln>
              <a:noFill/>
            </a:ln>
          </p:spPr>
        </p:sp>
        <p:sp>
          <p:nvSpPr>
            <p:cNvPr id="94" name="node01.row.item-011.c4.heat"/>
            <p:cNvSpPr/>
            <p:nvPr/>
          </p:nvSpPr>
          <p:spPr>
            <a:xfrm>
              <a:off x="10229850" y="4895850"/>
              <a:ext cx="1219200" cy="368300"/>
            </a:xfrm>
            <a:prstGeom prst="rect">
              <a:avLst/>
            </a:prstGeom>
            <a:solidFill>
              <a:srgbClr val="B9C9F0"/>
            </a:solidFill>
            <a:ln>
              <a:noFill/>
            </a:ln>
          </p:spPr>
        </p:sp>
        <p:graphicFrame>
          <p:nvGraphicFramePr>
            <p:cNvPr id="95" name="node01.native"/>
            <p:cNvGraphicFramePr>
              <a:graphicFrameLocks noGrp="1"/>
            </p:cNvGraphicFramePr>
            <p:nvPr>
              <p:extLst>
                <p:ext uri="{D42A27DB-BD31-4B8C-83A1-F6EECF244321}">
                  <p14:modId xmlns:p14="http://schemas.microsoft.com/office/powerpoint/2010/main" val="1579011935"/>
                </p:ext>
              </p:extLst>
            </p:nvPr>
          </p:nvGraphicFramePr>
          <p:xfrm>
            <a:off x="4381500" y="457200"/>
            <a:ext cx="7086600" cy="4826000"/>
          </p:xfrm>
          <a:graphic>
            <a:graphicData uri="http://schemas.openxmlformats.org/drawingml/2006/table">
              <a:tbl>
                <a:tblPr/>
                <a:tblGrid>
                  <a:gridCol w="2057400"/>
                  <a:gridCol w="1257300"/>
                  <a:gridCol w="1257300"/>
                  <a:gridCol w="1257300"/>
                  <a:gridCol w="1257300"/>
                </a:tblGrid>
                <a:tr h="355600">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CAPABILITY</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MAIN CAMPUS</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LAKESIDE</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RIDGEVIEW</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HARBOR</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r>
                <a:tr h="4064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Patient access</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FFFFFF"/>
                            </a:solidFill>
                            <a:latin typeface="IBM Plex Mono SemiBold"/>
                            <a:ea typeface="IBM Plex Mono SemiBold"/>
                            <a:cs typeface="IBM Plex Mono SemiBold"/>
                          </a:defRPr>
                        </a:pPr>
                        <a:r>
                          <a:rPr lang="en-US" sz="1200" spc="0" kern="0" b="0" i="0" dirty="0">
                            <a:solidFill>
                              <a:srgbClr val="FFFFFF"/>
                            </a:solidFill>
                            <a:latin typeface="IBM Plex Mono SemiBold"/>
                            <a:ea typeface="IBM Plex Mono SemiBold"/>
                            <a:cs typeface="IBM Plex Mono SemiBold"/>
                          </a:rPr>
                          <a:t xml:space="preserve">3</a:t>
                        </a:r>
                        <a:endParaRPr lang="en-US" sz="12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1</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1</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r h="4064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Scheduling</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FFFFFF"/>
                            </a:solidFill>
                            <a:latin typeface="IBM Plex Mono SemiBold"/>
                            <a:ea typeface="IBM Plex Mono SemiBold"/>
                            <a:cs typeface="IBM Plex Mono SemiBold"/>
                          </a:defRPr>
                        </a:pPr>
                        <a:r>
                          <a:rPr lang="en-US" sz="1200" spc="0" kern="0" b="0" i="0" dirty="0">
                            <a:solidFill>
                              <a:srgbClr val="FFFFFF"/>
                            </a:solidFill>
                            <a:latin typeface="IBM Plex Mono SemiBold"/>
                            <a:ea typeface="IBM Plex Mono SemiBold"/>
                            <a:cs typeface="IBM Plex Mono SemiBold"/>
                          </a:rPr>
                          <a:t xml:space="preserve">3</a:t>
                        </a:r>
                        <a:endParaRPr lang="en-US" sz="12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FFFFFF"/>
                            </a:solidFill>
                            <a:latin typeface="IBM Plex Mono SemiBold"/>
                            <a:ea typeface="IBM Plex Mono SemiBold"/>
                            <a:cs typeface="IBM Plex Mono SemiBold"/>
                          </a:defRPr>
                        </a:pPr>
                        <a:r>
                          <a:rPr lang="en-US" sz="1200" spc="0" kern="0" b="0" i="0" dirty="0">
                            <a:solidFill>
                              <a:srgbClr val="FFFFFF"/>
                            </a:solidFill>
                            <a:latin typeface="IBM Plex Mono SemiBold"/>
                            <a:ea typeface="IBM Plex Mono SemiBold"/>
                            <a:cs typeface="IBM Plex Mono SemiBold"/>
                          </a:rPr>
                          <a:t xml:space="preserve">3</a:t>
                        </a:r>
                        <a:endParaRPr lang="en-US" sz="12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1</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r h="4064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Revenue cycle</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FFFFFF"/>
                            </a:solidFill>
                            <a:latin typeface="IBM Plex Mono SemiBold"/>
                            <a:ea typeface="IBM Plex Mono SemiBold"/>
                            <a:cs typeface="IBM Plex Mono SemiBold"/>
                          </a:defRPr>
                        </a:pPr>
                        <a:r>
                          <a:rPr lang="en-US" sz="1200" spc="0" kern="0" b="0" i="0" dirty="0">
                            <a:solidFill>
                              <a:srgbClr val="FFFFFF"/>
                            </a:solidFill>
                            <a:latin typeface="IBM Plex Mono SemiBold"/>
                            <a:ea typeface="IBM Plex Mono SemiBold"/>
                            <a:cs typeface="IBM Plex Mono SemiBold"/>
                          </a:rPr>
                          <a:t xml:space="preserve">4</a:t>
                        </a:r>
                        <a:endParaRPr lang="en-US" sz="12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FFFFFF"/>
                            </a:solidFill>
                            <a:latin typeface="IBM Plex Mono SemiBold"/>
                            <a:ea typeface="IBM Plex Mono SemiBold"/>
                            <a:cs typeface="IBM Plex Mono SemiBold"/>
                          </a:defRPr>
                        </a:pPr>
                        <a:r>
                          <a:rPr lang="en-US" sz="1200" spc="0" kern="0" b="0" i="0" dirty="0">
                            <a:solidFill>
                              <a:srgbClr val="FFFFFF"/>
                            </a:solidFill>
                            <a:latin typeface="IBM Plex Mono SemiBold"/>
                            <a:ea typeface="IBM Plex Mono SemiBold"/>
                            <a:cs typeface="IBM Plex Mono SemiBold"/>
                          </a:rPr>
                          <a:t xml:space="preserve">3</a:t>
                        </a:r>
                        <a:endParaRPr lang="en-US" sz="12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r h="4064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Clinical documentation</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FFFFFF"/>
                            </a:solidFill>
                            <a:latin typeface="IBM Plex Mono SemiBold"/>
                            <a:ea typeface="IBM Plex Mono SemiBold"/>
                            <a:cs typeface="IBM Plex Mono SemiBold"/>
                          </a:defRPr>
                        </a:pPr>
                        <a:r>
                          <a:rPr lang="en-US" sz="1200" spc="0" kern="0" b="0" i="0" dirty="0">
                            <a:solidFill>
                              <a:srgbClr val="FFFFFF"/>
                            </a:solidFill>
                            <a:latin typeface="IBM Plex Mono SemiBold"/>
                            <a:ea typeface="IBM Plex Mono SemiBold"/>
                            <a:cs typeface="IBM Plex Mono SemiBold"/>
                          </a:rPr>
                          <a:t xml:space="preserve">4</a:t>
                        </a:r>
                        <a:endParaRPr lang="en-US" sz="12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FFFFFF"/>
                            </a:solidFill>
                            <a:latin typeface="IBM Plex Mono SemiBold"/>
                            <a:ea typeface="IBM Plex Mono SemiBold"/>
                            <a:cs typeface="IBM Plex Mono SemiBold"/>
                          </a:defRPr>
                        </a:pPr>
                        <a:r>
                          <a:rPr lang="en-US" sz="1200" spc="0" kern="0" b="0" i="0" dirty="0">
                            <a:solidFill>
                              <a:srgbClr val="FFFFFF"/>
                            </a:solidFill>
                            <a:latin typeface="IBM Plex Mono SemiBold"/>
                            <a:ea typeface="IBM Plex Mono SemiBold"/>
                            <a:cs typeface="IBM Plex Mono SemiBold"/>
                          </a:rPr>
                          <a:t xml:space="preserve">3</a:t>
                        </a:r>
                        <a:endParaRPr lang="en-US" sz="12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FFFFFF"/>
                            </a:solidFill>
                            <a:latin typeface="IBM Plex Mono SemiBold"/>
                            <a:ea typeface="IBM Plex Mono SemiBold"/>
                            <a:cs typeface="IBM Plex Mono SemiBold"/>
                          </a:defRPr>
                        </a:pPr>
                        <a:r>
                          <a:rPr lang="en-US" sz="1200" spc="0" kern="0" b="0" i="0" dirty="0">
                            <a:solidFill>
                              <a:srgbClr val="FFFFFF"/>
                            </a:solidFill>
                            <a:latin typeface="IBM Plex Mono SemiBold"/>
                            <a:ea typeface="IBM Plex Mono SemiBold"/>
                            <a:cs typeface="IBM Plex Mono SemiBold"/>
                          </a:rPr>
                          <a:t xml:space="preserve">3</a:t>
                        </a:r>
                        <a:endParaRPr lang="en-US" sz="12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r h="4064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Care coordination</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1</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0</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r h="4064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Supply chain</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FFFFFF"/>
                            </a:solidFill>
                            <a:latin typeface="IBM Plex Mono SemiBold"/>
                            <a:ea typeface="IBM Plex Mono SemiBold"/>
                            <a:cs typeface="IBM Plex Mono SemiBold"/>
                          </a:defRPr>
                        </a:pPr>
                        <a:r>
                          <a:rPr lang="en-US" sz="1200" spc="0" kern="0" b="0" i="0" dirty="0">
                            <a:solidFill>
                              <a:srgbClr val="FFFFFF"/>
                            </a:solidFill>
                            <a:latin typeface="IBM Plex Mono SemiBold"/>
                            <a:ea typeface="IBM Plex Mono SemiBold"/>
                            <a:cs typeface="IBM Plex Mono SemiBold"/>
                          </a:rPr>
                          <a:t xml:space="preserve">3</a:t>
                        </a:r>
                        <a:endParaRPr lang="en-US" sz="12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1</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1</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r h="4064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Workforce management</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1</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1</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r h="4064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Data and analytics</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FFFFFF"/>
                            </a:solidFill>
                            <a:latin typeface="IBM Plex Mono SemiBold"/>
                            <a:ea typeface="IBM Plex Mono SemiBold"/>
                            <a:cs typeface="IBM Plex Mono SemiBold"/>
                          </a:defRPr>
                        </a:pPr>
                        <a:r>
                          <a:rPr lang="en-US" sz="1200" spc="0" kern="0" b="0" i="0" dirty="0">
                            <a:solidFill>
                              <a:srgbClr val="FFFFFF"/>
                            </a:solidFill>
                            <a:latin typeface="IBM Plex Mono SemiBold"/>
                            <a:ea typeface="IBM Plex Mono SemiBold"/>
                            <a:cs typeface="IBM Plex Mono SemiBold"/>
                          </a:rPr>
                          <a:t xml:space="preserve">3</a:t>
                        </a:r>
                        <a:endParaRPr lang="en-US" sz="12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1</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0</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r h="4064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Cybersecurity</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FFFFFF"/>
                            </a:solidFill>
                            <a:latin typeface="IBM Plex Mono SemiBold"/>
                            <a:ea typeface="IBM Plex Mono SemiBold"/>
                            <a:cs typeface="IBM Plex Mono SemiBold"/>
                          </a:defRPr>
                        </a:pPr>
                        <a:r>
                          <a:rPr lang="en-US" sz="1200" spc="0" kern="0" b="0" i="0" dirty="0">
                            <a:solidFill>
                              <a:srgbClr val="FFFFFF"/>
                            </a:solidFill>
                            <a:latin typeface="IBM Plex Mono SemiBold"/>
                            <a:ea typeface="IBM Plex Mono SemiBold"/>
                            <a:cs typeface="IBM Plex Mono SemiBold"/>
                          </a:rPr>
                          <a:t xml:space="preserve">3</a:t>
                        </a:r>
                        <a:endParaRPr lang="en-US" sz="12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FFFFFF"/>
                            </a:solidFill>
                            <a:latin typeface="IBM Plex Mono SemiBold"/>
                            <a:ea typeface="IBM Plex Mono SemiBold"/>
                            <a:cs typeface="IBM Plex Mono SemiBold"/>
                          </a:defRPr>
                        </a:pPr>
                        <a:r>
                          <a:rPr lang="en-US" sz="1200" spc="0" kern="0" b="0" i="0" dirty="0">
                            <a:solidFill>
                              <a:srgbClr val="FFFFFF"/>
                            </a:solidFill>
                            <a:latin typeface="IBM Plex Mono SemiBold"/>
                            <a:ea typeface="IBM Plex Mono SemiBold"/>
                            <a:cs typeface="IBM Plex Mono SemiBold"/>
                          </a:rPr>
                          <a:t xml:space="preserve">3</a:t>
                        </a:r>
                        <a:endParaRPr lang="en-US" sz="12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1</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r h="4064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Patient billing</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FFFFFF"/>
                            </a:solidFill>
                            <a:latin typeface="IBM Plex Mono SemiBold"/>
                            <a:ea typeface="IBM Plex Mono SemiBold"/>
                            <a:cs typeface="IBM Plex Mono SemiBold"/>
                          </a:defRPr>
                        </a:pPr>
                        <a:r>
                          <a:rPr lang="en-US" sz="1200" spc="0" kern="0" b="0" i="0" dirty="0">
                            <a:solidFill>
                              <a:srgbClr val="FFFFFF"/>
                            </a:solidFill>
                            <a:latin typeface="IBM Plex Mono SemiBold"/>
                            <a:ea typeface="IBM Plex Mono SemiBold"/>
                            <a:cs typeface="IBM Plex Mono SemiBold"/>
                          </a:rPr>
                          <a:t xml:space="preserve">3</a:t>
                        </a:r>
                        <a:endParaRPr lang="en-US" sz="12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1</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r h="4064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Quality reporting</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FFFFFF"/>
                            </a:solidFill>
                            <a:latin typeface="IBM Plex Mono SemiBold"/>
                            <a:ea typeface="IBM Plex Mono SemiBold"/>
                            <a:cs typeface="IBM Plex Mono SemiBold"/>
                          </a:defRPr>
                        </a:pPr>
                        <a:r>
                          <a:rPr lang="en-US" sz="1200" spc="0" kern="0" b="0" i="0" dirty="0">
                            <a:solidFill>
                              <a:srgbClr val="FFFFFF"/>
                            </a:solidFill>
                            <a:latin typeface="IBM Plex Mono SemiBold"/>
                            <a:ea typeface="IBM Plex Mono SemiBold"/>
                            <a:cs typeface="IBM Plex Mono SemiBold"/>
                          </a:rPr>
                          <a:t xml:space="preserve">3</a:t>
                        </a:r>
                        <a:endParaRPr lang="en-US" sz="12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FFFFFF"/>
                            </a:solidFill>
                            <a:latin typeface="IBM Plex Mono SemiBold"/>
                            <a:ea typeface="IBM Plex Mono SemiBold"/>
                            <a:cs typeface="IBM Plex Mono SemiBold"/>
                          </a:defRPr>
                        </a:pPr>
                        <a:r>
                          <a:rPr lang="en-US" sz="1200" spc="0" kern="0" b="0" i="0" dirty="0">
                            <a:solidFill>
                              <a:srgbClr val="FFFFFF"/>
                            </a:solidFill>
                            <a:latin typeface="IBM Plex Mono SemiBold"/>
                            <a:ea typeface="IBM Plex Mono SemiBold"/>
                            <a:cs typeface="IBM Plex Mono SemiBold"/>
                          </a:rPr>
                          <a:t xml:space="preserve">3</a:t>
                        </a:r>
                        <a:endParaRPr lang="en-US" sz="12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1</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bl>
            </a:graphicData>
          </a:graphic>
        </p:graphicFrame>
      </p:grpSp>
      <p:grpSp>
        <p:nvGrpSpPr>
          <p:cNvPr id="117" name="node02"/>
          <p:cNvGrpSpPr/>
          <p:nvPr/>
        </p:nvGrpSpPr>
        <p:grpSpPr>
          <a:xfrm>
            <a:off x="4381500" y="5486400"/>
            <a:ext cx="5453063" cy="228600"/>
            <a:chOff x="4381500" y="5486400"/>
            <a:chExt cx="5453063" cy="228600"/>
          </a:xfrm>
        </p:grpSpPr>
        <p:sp>
          <p:nvSpPr>
            <p:cNvPr id="96" name="node02.items.slot-001.swatch"/>
            <p:cNvSpPr/>
            <p:nvPr/>
          </p:nvSpPr>
          <p:spPr>
            <a:xfrm>
              <a:off x="4381500" y="5537200"/>
              <a:ext cx="228600" cy="127000"/>
            </a:xfrm>
            <a:prstGeom prst="rect">
              <a:avLst/>
            </a:prstGeom>
            <a:solidFill>
              <a:srgbClr val="E8EEF8"/>
            </a:solidFill>
            <a:ln>
              <a:noFill/>
            </a:ln>
          </p:spPr>
        </p:sp>
        <p:sp>
          <p:nvSpPr>
            <p:cNvPr id="97" name="node02.items.slot-001.text"/>
            <p:cNvSpPr/>
            <p:nvPr/>
          </p:nvSpPr>
          <p:spPr>
            <a:xfrm>
              <a:off x="4673600" y="5486400"/>
              <a:ext cx="538163"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Absent</a:t>
              </a:r>
              <a:endParaRPr lang="en-US" sz="1200" spc="0" kern="0" b="0" i="0" dirty="0">
                <a:solidFill>
                  <a:srgbClr val="070154"/>
                </a:solidFill>
                <a:latin typeface="IBM Plex Sans"/>
                <a:ea typeface="IBM Plex Sans"/>
                <a:cs typeface="IBM Plex Sans"/>
              </a:endParaRPr>
            </a:p>
          </p:txBody>
        </p:sp>
        <p:sp>
          <p:nvSpPr>
            <p:cNvPr id="98" name="node02.items.slot-002.swatch"/>
            <p:cNvSpPr/>
            <p:nvPr/>
          </p:nvSpPr>
          <p:spPr>
            <a:xfrm>
              <a:off x="5440363" y="5537200"/>
              <a:ext cx="228600" cy="127000"/>
            </a:xfrm>
            <a:prstGeom prst="rect">
              <a:avLst/>
            </a:prstGeom>
            <a:solidFill>
              <a:srgbClr val="B9C9F0"/>
            </a:solidFill>
            <a:ln>
              <a:noFill/>
            </a:ln>
          </p:spPr>
        </p:sp>
        <p:sp>
          <p:nvSpPr>
            <p:cNvPr id="99" name="node02.items.slot-002.text"/>
            <p:cNvSpPr/>
            <p:nvPr/>
          </p:nvSpPr>
          <p:spPr>
            <a:xfrm>
              <a:off x="5732463" y="5486400"/>
              <a:ext cx="523875"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Ad hoc</a:t>
              </a:r>
              <a:endParaRPr lang="en-US" sz="1200" spc="0" kern="0" b="0" i="0" dirty="0">
                <a:solidFill>
                  <a:srgbClr val="070154"/>
                </a:solidFill>
                <a:latin typeface="IBM Plex Sans"/>
                <a:ea typeface="IBM Plex Sans"/>
                <a:cs typeface="IBM Plex Sans"/>
              </a:endParaRPr>
            </a:p>
          </p:txBody>
        </p:sp>
        <p:sp>
          <p:nvSpPr>
            <p:cNvPr id="100" name="node02.items.slot-003.swatch"/>
            <p:cNvSpPr/>
            <p:nvPr/>
          </p:nvSpPr>
          <p:spPr>
            <a:xfrm>
              <a:off x="6484938" y="5537200"/>
              <a:ext cx="228600" cy="127000"/>
            </a:xfrm>
            <a:prstGeom prst="rect">
              <a:avLst/>
            </a:prstGeom>
            <a:solidFill>
              <a:srgbClr val="7C9BFF"/>
            </a:solidFill>
            <a:ln>
              <a:noFill/>
            </a:ln>
          </p:spPr>
        </p:sp>
        <p:sp>
          <p:nvSpPr>
            <p:cNvPr id="101" name="node02.items.slot-003.text"/>
            <p:cNvSpPr/>
            <p:nvPr/>
          </p:nvSpPr>
          <p:spPr>
            <a:xfrm>
              <a:off x="6777038" y="5486400"/>
              <a:ext cx="582613"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Defined</a:t>
              </a:r>
              <a:endParaRPr lang="en-US" sz="1200" spc="0" kern="0" b="0" i="0" dirty="0">
                <a:solidFill>
                  <a:srgbClr val="070154"/>
                </a:solidFill>
                <a:latin typeface="IBM Plex Sans"/>
                <a:ea typeface="IBM Plex Sans"/>
                <a:cs typeface="IBM Plex Sans"/>
              </a:endParaRPr>
            </a:p>
          </p:txBody>
        </p:sp>
        <p:sp>
          <p:nvSpPr>
            <p:cNvPr id="102" name="node02.items.slot-004.swatch"/>
            <p:cNvSpPr/>
            <p:nvPr/>
          </p:nvSpPr>
          <p:spPr>
            <a:xfrm>
              <a:off x="7588250" y="5537200"/>
              <a:ext cx="228600" cy="127000"/>
            </a:xfrm>
            <a:prstGeom prst="rect">
              <a:avLst/>
            </a:prstGeom>
            <a:solidFill>
              <a:srgbClr val="0047FF"/>
            </a:solidFill>
            <a:ln>
              <a:noFill/>
            </a:ln>
          </p:spPr>
        </p:sp>
        <p:sp>
          <p:nvSpPr>
            <p:cNvPr id="103" name="node02.items.slot-004.text"/>
            <p:cNvSpPr/>
            <p:nvPr/>
          </p:nvSpPr>
          <p:spPr>
            <a:xfrm>
              <a:off x="7880350" y="5486400"/>
              <a:ext cx="677863"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Managed</a:t>
              </a:r>
              <a:endParaRPr lang="en-US" sz="1200" spc="0" kern="0" b="0" i="0" dirty="0">
                <a:solidFill>
                  <a:srgbClr val="070154"/>
                </a:solidFill>
                <a:latin typeface="IBM Plex Sans"/>
                <a:ea typeface="IBM Plex Sans"/>
                <a:cs typeface="IBM Plex Sans"/>
              </a:endParaRPr>
            </a:p>
          </p:txBody>
        </p:sp>
        <p:sp>
          <p:nvSpPr>
            <p:cNvPr id="104" name="node02.items.slot-005.swatch"/>
            <p:cNvSpPr/>
            <p:nvPr/>
          </p:nvSpPr>
          <p:spPr>
            <a:xfrm>
              <a:off x="8786813" y="5537200"/>
              <a:ext cx="228600" cy="127000"/>
            </a:xfrm>
            <a:prstGeom prst="rect">
              <a:avLst/>
            </a:prstGeom>
            <a:solidFill>
              <a:srgbClr val="070154"/>
            </a:solidFill>
            <a:ln>
              <a:noFill/>
            </a:ln>
          </p:spPr>
        </p:sp>
        <p:sp>
          <p:nvSpPr>
            <p:cNvPr id="105" name="node02.items.slot-005.text"/>
            <p:cNvSpPr/>
            <p:nvPr/>
          </p:nvSpPr>
          <p:spPr>
            <a:xfrm>
              <a:off x="9078913" y="5486400"/>
              <a:ext cx="75565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Optimized</a:t>
              </a:r>
              <a:endParaRPr lang="en-US" sz="1200" spc="0" kern="0" b="0" i="0" dirty="0">
                <a:solidFill>
                  <a:srgbClr val="070154"/>
                </a:solidFill>
                <a:latin typeface="IBM Plex Sans"/>
                <a:ea typeface="IBM Plex Sans"/>
                <a:cs typeface="IBM Plex Sans"/>
              </a:endParaRPr>
            </a:p>
          </p:txBody>
        </p:sp>
      </p:grpSp>
      <p:grpSp>
        <p:nvGrpSpPr>
          <p:cNvPr id="118" name="node03"/>
          <p:cNvGrpSpPr/>
          <p:nvPr/>
        </p:nvGrpSpPr>
        <p:grpSpPr>
          <a:xfrm>
            <a:off x="723900" y="2286000"/>
            <a:ext cx="3429000" cy="1447800"/>
            <a:chOff x="723900" y="2286000"/>
            <a:chExt cx="3429000" cy="1447800"/>
          </a:xfrm>
        </p:grpSpPr>
        <p:sp>
          <p:nvSpPr>
            <p:cNvPr id="106" name="node03.source-001.bullet"/>
            <p:cNvSpPr/>
            <p:nvPr/>
          </p:nvSpPr>
          <p:spPr>
            <a:xfrm>
              <a:off x="723900" y="2374900"/>
              <a:ext cx="38100" cy="38100"/>
            </a:xfrm>
            <a:prstGeom prst="rect">
              <a:avLst/>
            </a:prstGeom>
            <a:solidFill>
              <a:srgbClr val="070154"/>
            </a:solidFill>
            <a:ln>
              <a:noFill/>
            </a:ln>
          </p:spPr>
        </p:sp>
        <p:sp>
          <p:nvSpPr>
            <p:cNvPr id="107" name="node03.source-001.text"/>
            <p:cNvSpPr/>
            <p:nvPr/>
          </p:nvSpPr>
          <p:spPr>
            <a:xfrm>
              <a:off x="876300" y="2286000"/>
              <a:ext cx="32766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 xml:space="preserve">Strong core.</a:t>
              </a:r>
              <a:r>
                <a:rPr lang="en-US" sz="1200" spc="0" kern="0" b="0" i="0" dirty="0">
                  <a:solidFill>
                    <a:srgbClr val="50658E"/>
                  </a:solidFill>
                  <a:latin typeface="IBM Plex Sans"/>
                  <a:ea typeface="IBM Plex Sans"/>
                  <a:cs typeface="IBM Plex Sans"/>
                </a:rPr>
                <a:t xml:space="preserve"> Revenue cycle and documentation reach level 3 or better at the main campus.</a:t>
              </a:r>
              <a:endParaRPr lang="en-US" sz="1200" spc="0" kern="0" b="0" i="0" dirty="0">
                <a:solidFill>
                  <a:srgbClr val="070154"/>
                </a:solidFill>
                <a:latin typeface="IBM Plex Sans"/>
                <a:ea typeface="IBM Plex Sans"/>
                <a:cs typeface="IBM Plex Sans"/>
              </a:endParaRPr>
            </a:p>
          </p:txBody>
        </p:sp>
        <p:sp>
          <p:nvSpPr>
            <p:cNvPr id="108" name="node03.source-002.bullet"/>
            <p:cNvSpPr/>
            <p:nvPr/>
          </p:nvSpPr>
          <p:spPr>
            <a:xfrm>
              <a:off x="723900" y="2870200"/>
              <a:ext cx="38100" cy="38100"/>
            </a:xfrm>
            <a:prstGeom prst="rect">
              <a:avLst/>
            </a:prstGeom>
            <a:solidFill>
              <a:srgbClr val="070154"/>
            </a:solidFill>
            <a:ln>
              <a:noFill/>
            </a:ln>
          </p:spPr>
        </p:sp>
        <p:sp>
          <p:nvSpPr>
            <p:cNvPr id="109" name="node03.source-002.text"/>
            <p:cNvSpPr/>
            <p:nvPr/>
          </p:nvSpPr>
          <p:spPr>
            <a:xfrm>
              <a:off x="876300" y="2781300"/>
              <a:ext cx="32766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 xml:space="preserve">Uneven spread.</a:t>
              </a:r>
              <a:r>
                <a:rPr lang="en-US" sz="1200" spc="0" kern="0" b="0" i="0" dirty="0">
                  <a:solidFill>
                    <a:srgbClr val="50658E"/>
                  </a:solidFill>
                  <a:latin typeface="IBM Plex Sans"/>
                  <a:ea typeface="IBM Plex Sans"/>
                  <a:cs typeface="IBM Plex Sans"/>
                </a:rPr>
                <a:t xml:space="preserve"> Only the main campus holds a level 3 or 4 in more than half the rows.</a:t>
              </a:r>
              <a:endParaRPr lang="en-US" sz="1200" spc="0" kern="0" b="0" i="0" dirty="0">
                <a:solidFill>
                  <a:srgbClr val="070154"/>
                </a:solidFill>
                <a:latin typeface="IBM Plex Sans"/>
                <a:ea typeface="IBM Plex Sans"/>
                <a:cs typeface="IBM Plex Sans"/>
              </a:endParaRPr>
            </a:p>
          </p:txBody>
        </p:sp>
        <p:sp>
          <p:nvSpPr>
            <p:cNvPr id="110" name="node03.source-003.bullet"/>
            <p:cNvSpPr/>
            <p:nvPr/>
          </p:nvSpPr>
          <p:spPr>
            <a:xfrm>
              <a:off x="723900" y="3365500"/>
              <a:ext cx="38100" cy="38100"/>
            </a:xfrm>
            <a:prstGeom prst="rect">
              <a:avLst/>
            </a:prstGeom>
            <a:solidFill>
              <a:srgbClr val="070154"/>
            </a:solidFill>
            <a:ln>
              <a:noFill/>
            </a:ln>
          </p:spPr>
        </p:sp>
        <p:sp>
          <p:nvSpPr>
            <p:cNvPr id="111" name="node03.source-003.text"/>
            <p:cNvSpPr/>
            <p:nvPr/>
          </p:nvSpPr>
          <p:spPr>
            <a:xfrm>
              <a:off x="876300" y="3276600"/>
              <a:ext cx="32766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 xml:space="preserve">Thin edge.</a:t>
              </a:r>
              <a:r>
                <a:rPr lang="en-US" sz="1200" spc="0" kern="0" b="0" i="0" dirty="0">
                  <a:solidFill>
                    <a:srgbClr val="50658E"/>
                  </a:solidFill>
                  <a:latin typeface="IBM Plex Sans"/>
                  <a:ea typeface="IBM Plex Sans"/>
                  <a:cs typeface="IBM Plex Sans"/>
                </a:rPr>
                <a:t xml:space="preserve"> Harbor has no capability above level 2, and two sit at level 0.</a:t>
              </a:r>
              <a:endParaRPr lang="en-US" sz="1200" spc="0" kern="0" b="0" i="0" dirty="0">
                <a:solidFill>
                  <a:srgbClr val="070154"/>
                </a:solidFill>
                <a:latin typeface="IBM Plex Sans"/>
                <a:ea typeface="IBM Plex Sans"/>
                <a:cs typeface="IBM Plex Sans"/>
              </a:endParaRPr>
            </a:p>
          </p:txBody>
        </p:sp>
      </p:grpSp>
      <p:grpSp>
        <p:nvGrpSpPr>
          <p:cNvPr id="119" name="node04"/>
          <p:cNvGrpSpPr/>
          <p:nvPr/>
        </p:nvGrpSpPr>
        <p:grpSpPr>
          <a:xfrm>
            <a:off x="723900" y="3886200"/>
            <a:ext cx="3429000" cy="1640650"/>
            <a:chOff x="723900" y="3886200"/>
            <a:chExt cx="3429000" cy="1640650"/>
          </a:xfrm>
        </p:grpSpPr>
        <p:sp>
          <p:nvSpPr>
            <p:cNvPr id="112" name="node04.container"/>
            <p:cNvSpPr/>
            <p:nvPr/>
          </p:nvSpPr>
          <p:spPr>
            <a:xfrm>
              <a:off x="723900" y="3886200"/>
              <a:ext cx="3429000" cy="1640650"/>
            </a:xfrm>
            <a:prstGeom prst="rect">
              <a:avLst/>
            </a:prstGeom>
            <a:solidFill>
              <a:srgbClr val="F900D3"/>
            </a:solidFill>
            <a:ln>
              <a:noFill/>
            </a:ln>
          </p:spPr>
        </p:sp>
        <p:sp>
          <p:nvSpPr>
            <p:cNvPr id="113" name="node04.eyebrow"/>
            <p:cNvSpPr/>
            <p:nvPr/>
          </p:nvSpPr>
          <p:spPr>
            <a:xfrm>
              <a:off x="952500" y="4114800"/>
              <a:ext cx="29718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70154"/>
                  </a:solidFill>
                  <a:latin typeface="IBM Plex Mono SemiBold"/>
                  <a:ea typeface="IBM Plex Mono SemiBold"/>
                  <a:cs typeface="IBM Plex Mono SemiBold"/>
                </a:rPr>
                <a:t>LIFT FIRST</a:t>
              </a:r>
              <a:endParaRPr lang="en-US" sz="1000" spc="80" kern="0" b="0" i="0" dirty="0">
                <a:solidFill>
                  <a:srgbClr val="070154"/>
                </a:solidFill>
                <a:latin typeface="IBM Plex Mono SemiBold"/>
                <a:ea typeface="IBM Plex Mono SemiBold"/>
                <a:cs typeface="IBM Plex Mono SemiBold"/>
              </a:endParaRPr>
            </a:p>
          </p:txBody>
        </p:sp>
        <p:sp>
          <p:nvSpPr>
            <p:cNvPr id="114" name="node04.metric.value"/>
            <p:cNvSpPr/>
            <p:nvPr/>
          </p:nvSpPr>
          <p:spPr>
            <a:xfrm>
              <a:off x="952500" y="4343400"/>
              <a:ext cx="2971800" cy="611950"/>
            </a:xfrm>
            <a:prstGeom prst="rect">
              <a:avLst/>
            </a:prstGeom>
            <a:noFill/>
            <a:ln/>
          </p:spPr>
          <p:txBody>
            <a:bodyPr wrap="square" lIns="0" tIns="0" rIns="0" bIns="0" rtlCol="0" anchor="t"/>
            <a:lstStyle/>
            <a:p>
              <a:pPr algn="l" indent="0" marL="0">
                <a:lnSpc>
                  <a:spcPts val="4800"/>
                </a:lnSpc>
                <a:buNone/>
              </a:pPr>
              <a:r>
                <a:rPr lang="en-US" sz="4800" spc="-96" kern="0" b="0" i="0" dirty="0">
                  <a:solidFill>
                    <a:srgbClr val="FFFFFF"/>
                  </a:solidFill>
                  <a:latin typeface="IBM Plex Mono SemiBold"/>
                  <a:ea typeface="IBM Plex Mono SemiBold"/>
                  <a:cs typeface="IBM Plex Mono SemiBold"/>
                </a:rPr>
                <a:t>3</a:t>
              </a:r>
              <a:endParaRPr lang="en-US" sz="4800" spc="-96" kern="0" b="0" i="0" dirty="0">
                <a:solidFill>
                  <a:srgbClr val="FFFFFF"/>
                </a:solidFill>
                <a:latin typeface="IBM Plex Mono SemiBold"/>
                <a:ea typeface="IBM Plex Mono SemiBold"/>
                <a:cs typeface="IBM Plex Mono SemiBold"/>
              </a:endParaRPr>
            </a:p>
          </p:txBody>
        </p:sp>
        <p:sp>
          <p:nvSpPr>
            <p:cNvPr id="115" name="node04.metric.label"/>
            <p:cNvSpPr/>
            <p:nvPr/>
          </p:nvSpPr>
          <p:spPr>
            <a:xfrm>
              <a:off x="952500" y="5031550"/>
              <a:ext cx="29718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capabilities at Ridgeview and Harbor.</a:t>
              </a:r>
              <a:endParaRPr lang="en-US" sz="1400" spc="0" kern="0" b="0" i="0" dirty="0">
                <a:solidFill>
                  <a:srgbClr val="070154"/>
                </a:solidFill>
                <a:latin typeface="IBM Plex Sans"/>
                <a:ea typeface="IBM Plex Sans"/>
                <a:cs typeface="IBM Plex Sans"/>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ource-082">
    <p:spTree>
      <p:nvGrpSpPr>
        <p:cNvPr id="1" name=""/>
        <p:cNvGrpSpPr/>
        <p:nvPr/>
      </p:nvGrpSpPr>
      <p:grpSpPr>
        <a:xfrm>
          <a:off x="0" y="0"/>
          <a:ext cx="0" cy="0"/>
          <a:chOff x="0" y="0"/>
          <a:chExt cx="0" cy="0"/>
        </a:xfrm>
      </p:grpSpPr>
      <p:sp>
        <p:nvSpPr>
          <p:cNvPr id="3" name="eyebrow"/>
          <p:cNvSpPr/>
          <p:nvPr/>
        </p:nvSpPr>
        <p:spPr>
          <a:xfrm>
            <a:off x="723900" y="457200"/>
            <a:ext cx="34290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PATIENT APP CAPABILITIES</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3429000" cy="13716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Access is live; care and billing carry the backlog</a:t>
            </a:r>
            <a:endParaRPr lang="en-US" sz="2400" spc="-36"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17</a:t>
            </a:fld>
            <a:endParaRPr lang="en-US" sz="700" spc="0" kern="0" b="0" i="0" dirty="0">
              <a:solidFill>
                <a:srgbClr val="070154"/>
              </a:solidFill>
              <a:latin typeface="IBM Plex Mono SemiBold"/>
              <a:ea typeface="IBM Plex Mono SemiBold"/>
              <a:cs typeface="IBM Plex Mono SemiBold"/>
            </a:endParaRPr>
          </a:p>
        </p:txBody>
      </p:sp>
      <p:grpSp>
        <p:nvGrpSpPr>
          <p:cNvPr id="84" name="node01"/>
          <p:cNvGrpSpPr/>
          <p:nvPr/>
        </p:nvGrpSpPr>
        <p:grpSpPr>
          <a:xfrm>
            <a:off x="723900" y="2286000"/>
            <a:ext cx="3429000" cy="1447800"/>
            <a:chOff x="723900" y="2286000"/>
            <a:chExt cx="3429000" cy="1447800"/>
          </a:xfrm>
        </p:grpSpPr>
        <p:sp>
          <p:nvSpPr>
            <p:cNvPr id="6" name="node01.source-001.bullet"/>
            <p:cNvSpPr/>
            <p:nvPr/>
          </p:nvSpPr>
          <p:spPr>
            <a:xfrm>
              <a:off x="723900" y="2374900"/>
              <a:ext cx="38100" cy="38100"/>
            </a:xfrm>
            <a:prstGeom prst="rect">
              <a:avLst/>
            </a:prstGeom>
            <a:solidFill>
              <a:srgbClr val="070154"/>
            </a:solidFill>
            <a:ln>
              <a:noFill/>
            </a:ln>
          </p:spPr>
        </p:sp>
        <p:sp>
          <p:nvSpPr>
            <p:cNvPr id="7" name="node01.source-001.text"/>
            <p:cNvSpPr/>
            <p:nvPr/>
          </p:nvSpPr>
          <p:spPr>
            <a:xfrm>
              <a:off x="876300" y="2286000"/>
              <a:ext cx="32766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 xml:space="preserve">Live</a:t>
              </a:r>
              <a:r>
                <a:rPr lang="en-US" sz="1200" spc="0" kern="0" b="0" i="0" dirty="0">
                  <a:solidFill>
                    <a:srgbClr val="50658E"/>
                  </a:solidFill>
                  <a:latin typeface="IBM Plex Sans"/>
                  <a:ea typeface="IBM Plex Sans"/>
                  <a:cs typeface="IBM Plex Sans"/>
                </a:rPr>
                <a:t xml:space="preserve"> booking, billing basics and the medication list.</a:t>
              </a:r>
              <a:endParaRPr lang="en-US" sz="1200" spc="0" kern="0" b="0" i="0" dirty="0">
                <a:solidFill>
                  <a:srgbClr val="070154"/>
                </a:solidFill>
                <a:latin typeface="IBM Plex Sans"/>
                <a:ea typeface="IBM Plex Sans"/>
                <a:cs typeface="IBM Plex Sans"/>
              </a:endParaRPr>
            </a:p>
          </p:txBody>
        </p:sp>
        <p:sp>
          <p:nvSpPr>
            <p:cNvPr id="8" name="node01.source-002.bullet"/>
            <p:cNvSpPr/>
            <p:nvPr/>
          </p:nvSpPr>
          <p:spPr>
            <a:xfrm>
              <a:off x="723900" y="2870200"/>
              <a:ext cx="38100" cy="38100"/>
            </a:xfrm>
            <a:prstGeom prst="rect">
              <a:avLst/>
            </a:prstGeom>
            <a:solidFill>
              <a:srgbClr val="070154"/>
            </a:solidFill>
            <a:ln>
              <a:noFill/>
            </a:ln>
          </p:spPr>
        </p:sp>
        <p:sp>
          <p:nvSpPr>
            <p:cNvPr id="9" name="node01.source-002.text"/>
            <p:cNvSpPr/>
            <p:nvPr/>
          </p:nvSpPr>
          <p:spPr>
            <a:xfrm>
              <a:off x="876300" y="2781300"/>
              <a:ext cx="32766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 xml:space="preserve">In build</a:t>
              </a:r>
              <a:r>
                <a:rPr lang="en-US" sz="1200" spc="0" kern="0" b="0" i="0" dirty="0">
                  <a:solidFill>
                    <a:srgbClr val="50658E"/>
                  </a:solidFill>
                  <a:latin typeface="IBM Plex Sans"/>
                  <a:ea typeface="IBM Plex Sans"/>
                  <a:cs typeface="IBM Plex Sans"/>
                </a:rPr>
                <a:t xml:space="preserve"> care plans, messaging and payment plans.</a:t>
              </a:r>
              <a:endParaRPr lang="en-US" sz="1200" spc="0" kern="0" b="0" i="0" dirty="0">
                <a:solidFill>
                  <a:srgbClr val="070154"/>
                </a:solidFill>
                <a:latin typeface="IBM Plex Sans"/>
                <a:ea typeface="IBM Plex Sans"/>
                <a:cs typeface="IBM Plex Sans"/>
              </a:endParaRPr>
            </a:p>
          </p:txBody>
        </p:sp>
        <p:sp>
          <p:nvSpPr>
            <p:cNvPr id="10" name="node01.source-003.bullet"/>
            <p:cNvSpPr/>
            <p:nvPr/>
          </p:nvSpPr>
          <p:spPr>
            <a:xfrm>
              <a:off x="723900" y="3365500"/>
              <a:ext cx="38100" cy="38100"/>
            </a:xfrm>
            <a:prstGeom prst="rect">
              <a:avLst/>
            </a:prstGeom>
            <a:solidFill>
              <a:srgbClr val="070154"/>
            </a:solidFill>
            <a:ln>
              <a:noFill/>
            </a:ln>
          </p:spPr>
        </p:sp>
        <p:sp>
          <p:nvSpPr>
            <p:cNvPr id="11" name="node01.source-003.text"/>
            <p:cNvSpPr/>
            <p:nvPr/>
          </p:nvSpPr>
          <p:spPr>
            <a:xfrm>
              <a:off x="876300" y="3276600"/>
              <a:ext cx="32766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 xml:space="preserve">Open</a:t>
              </a:r>
              <a:r>
                <a:rPr lang="en-US" sz="1200" spc="0" kern="0" b="0" i="0" dirty="0">
                  <a:solidFill>
                    <a:srgbClr val="50658E"/>
                  </a:solidFill>
                  <a:latin typeface="IBM Plex Sans"/>
                  <a:ea typeface="IBM Plex Sans"/>
                  <a:cs typeface="IBM Plex Sans"/>
                </a:rPr>
                <a:t xml:space="preserve"> kiosk, wayfinding and the community programs.</a:t>
              </a:r>
              <a:endParaRPr lang="en-US" sz="1200" spc="0" kern="0" b="0" i="0" dirty="0">
                <a:solidFill>
                  <a:srgbClr val="070154"/>
                </a:solidFill>
                <a:latin typeface="IBM Plex Sans"/>
                <a:ea typeface="IBM Plex Sans"/>
                <a:cs typeface="IBM Plex Sans"/>
              </a:endParaRPr>
            </a:p>
          </p:txBody>
        </p:sp>
      </p:grpSp>
      <p:grpSp>
        <p:nvGrpSpPr>
          <p:cNvPr id="85" name="node02"/>
          <p:cNvGrpSpPr/>
          <p:nvPr/>
        </p:nvGrpSpPr>
        <p:grpSpPr>
          <a:xfrm>
            <a:off x="723900" y="3886200"/>
            <a:ext cx="228600" cy="228600"/>
            <a:chOff x="723900" y="3886200"/>
            <a:chExt cx="228600" cy="228600"/>
          </a:xfrm>
        </p:grpSpPr>
        <p:sp>
          <p:nvSpPr>
            <p:cNvPr id="12" name="node02.surface"/>
            <p:cNvSpPr/>
            <p:nvPr/>
          </p:nvSpPr>
          <p:spPr>
            <a:xfrm>
              <a:off x="723900" y="3886200"/>
              <a:ext cx="228600" cy="228600"/>
            </a:xfrm>
            <a:prstGeom prst="rect">
              <a:avLst/>
            </a:prstGeom>
            <a:solidFill>
              <a:srgbClr val="070154"/>
            </a:solidFill>
            <a:ln>
              <a:noFill/>
            </a:ln>
          </p:spPr>
        </p:sp>
      </p:grpSp>
      <p:grpSp>
        <p:nvGrpSpPr>
          <p:cNvPr id="86" name="node03"/>
          <p:cNvGrpSpPr/>
          <p:nvPr/>
        </p:nvGrpSpPr>
        <p:grpSpPr>
          <a:xfrm>
            <a:off x="1066800" y="3886200"/>
            <a:ext cx="457200" cy="228600"/>
            <a:chOff x="1066800" y="3886200"/>
            <a:chExt cx="457200" cy="228600"/>
          </a:xfrm>
        </p:grpSpPr>
        <p:sp>
          <p:nvSpPr>
            <p:cNvPr id="13" name="node03.text"/>
            <p:cNvSpPr/>
            <p:nvPr/>
          </p:nvSpPr>
          <p:spPr>
            <a:xfrm>
              <a:off x="1066800" y="3886200"/>
              <a:ext cx="457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Live</a:t>
              </a:r>
              <a:endParaRPr lang="en-US" sz="1200" spc="0" kern="0" b="0" i="0" dirty="0">
                <a:solidFill>
                  <a:srgbClr val="50658E"/>
                </a:solidFill>
                <a:latin typeface="IBM Plex Sans"/>
                <a:ea typeface="IBM Plex Sans"/>
                <a:cs typeface="IBM Plex Sans"/>
              </a:endParaRPr>
            </a:p>
          </p:txBody>
        </p:sp>
      </p:grpSp>
      <p:grpSp>
        <p:nvGrpSpPr>
          <p:cNvPr id="87" name="node04"/>
          <p:cNvGrpSpPr/>
          <p:nvPr/>
        </p:nvGrpSpPr>
        <p:grpSpPr>
          <a:xfrm>
            <a:off x="723900" y="4343400"/>
            <a:ext cx="228600" cy="228600"/>
            <a:chOff x="723900" y="4343400"/>
            <a:chExt cx="228600" cy="228600"/>
          </a:xfrm>
        </p:grpSpPr>
        <p:sp>
          <p:nvSpPr>
            <p:cNvPr id="14" name="node04.surface"/>
            <p:cNvSpPr/>
            <p:nvPr/>
          </p:nvSpPr>
          <p:spPr>
            <a:xfrm>
              <a:off x="723900" y="4343400"/>
              <a:ext cx="228600" cy="228600"/>
            </a:xfrm>
            <a:prstGeom prst="rect">
              <a:avLst/>
            </a:prstGeom>
            <a:solidFill>
              <a:srgbClr val="CED7E6"/>
            </a:solidFill>
            <a:ln>
              <a:noFill/>
            </a:ln>
          </p:spPr>
        </p:sp>
      </p:grpSp>
      <p:grpSp>
        <p:nvGrpSpPr>
          <p:cNvPr id="88" name="node05"/>
          <p:cNvGrpSpPr/>
          <p:nvPr/>
        </p:nvGrpSpPr>
        <p:grpSpPr>
          <a:xfrm>
            <a:off x="1066800" y="4343400"/>
            <a:ext cx="2286000" cy="228600"/>
            <a:chOff x="1066800" y="4343400"/>
            <a:chExt cx="2286000" cy="228600"/>
          </a:xfrm>
        </p:grpSpPr>
        <p:sp>
          <p:nvSpPr>
            <p:cNvPr id="15" name="node05.text"/>
            <p:cNvSpPr/>
            <p:nvPr/>
          </p:nvSpPr>
          <p:spPr>
            <a:xfrm>
              <a:off x="1066800" y="4343400"/>
              <a:ext cx="2286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In build</a:t>
              </a:r>
              <a:endParaRPr lang="en-US" sz="1200" spc="0" kern="0" b="0" i="0" dirty="0">
                <a:solidFill>
                  <a:srgbClr val="50658E"/>
                </a:solidFill>
                <a:latin typeface="IBM Plex Sans"/>
                <a:ea typeface="IBM Plex Sans"/>
                <a:cs typeface="IBM Plex Sans"/>
              </a:endParaRPr>
            </a:p>
          </p:txBody>
        </p:sp>
      </p:grpSp>
      <p:grpSp>
        <p:nvGrpSpPr>
          <p:cNvPr id="89" name="node06"/>
          <p:cNvGrpSpPr/>
          <p:nvPr/>
        </p:nvGrpSpPr>
        <p:grpSpPr>
          <a:xfrm>
            <a:off x="723900" y="4800600"/>
            <a:ext cx="228600" cy="228600"/>
            <a:chOff x="723900" y="4800600"/>
            <a:chExt cx="228600" cy="228600"/>
          </a:xfrm>
        </p:grpSpPr>
        <p:sp>
          <p:nvSpPr>
            <p:cNvPr id="16" name="node06.surface"/>
            <p:cNvSpPr/>
            <p:nvPr/>
          </p:nvSpPr>
          <p:spPr>
            <a:xfrm>
              <a:off x="723900" y="4800600"/>
              <a:ext cx="228600" cy="228600"/>
            </a:xfrm>
            <a:prstGeom prst="rect">
              <a:avLst/>
            </a:prstGeom>
            <a:solidFill>
              <a:srgbClr val="E8EEF8"/>
            </a:solidFill>
            <a:ln>
              <a:noFill/>
            </a:ln>
          </p:spPr>
        </p:sp>
      </p:grpSp>
      <p:grpSp>
        <p:nvGrpSpPr>
          <p:cNvPr id="90" name="node07"/>
          <p:cNvGrpSpPr/>
          <p:nvPr/>
        </p:nvGrpSpPr>
        <p:grpSpPr>
          <a:xfrm>
            <a:off x="1066800" y="4800600"/>
            <a:ext cx="2286000" cy="228600"/>
            <a:chOff x="1066800" y="4800600"/>
            <a:chExt cx="2286000" cy="228600"/>
          </a:xfrm>
        </p:grpSpPr>
        <p:sp>
          <p:nvSpPr>
            <p:cNvPr id="17" name="node07.text"/>
            <p:cNvSpPr/>
            <p:nvPr/>
          </p:nvSpPr>
          <p:spPr>
            <a:xfrm>
              <a:off x="1066800" y="4800600"/>
              <a:ext cx="2286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Planned 2026</a:t>
              </a:r>
              <a:endParaRPr lang="en-US" sz="1200" spc="0" kern="0" b="0" i="0" dirty="0">
                <a:solidFill>
                  <a:srgbClr val="50658E"/>
                </a:solidFill>
                <a:latin typeface="IBM Plex Sans"/>
                <a:ea typeface="IBM Plex Sans"/>
                <a:cs typeface="IBM Plex Sans"/>
              </a:endParaRPr>
            </a:p>
          </p:txBody>
        </p:sp>
      </p:grpSp>
      <p:grpSp>
        <p:nvGrpSpPr>
          <p:cNvPr id="91" name="node08"/>
          <p:cNvGrpSpPr/>
          <p:nvPr/>
        </p:nvGrpSpPr>
        <p:grpSpPr>
          <a:xfrm>
            <a:off x="723900" y="5257800"/>
            <a:ext cx="228600" cy="228600"/>
            <a:chOff x="723900" y="5257800"/>
            <a:chExt cx="228600" cy="228600"/>
          </a:xfrm>
        </p:grpSpPr>
        <p:sp>
          <p:nvSpPr>
            <p:cNvPr id="18" name="node08.surface"/>
            <p:cNvSpPr/>
            <p:nvPr/>
          </p:nvSpPr>
          <p:spPr>
            <a:xfrm>
              <a:off x="730250" y="5264150"/>
              <a:ext cx="215900" cy="215900"/>
            </a:xfrm>
            <a:prstGeom prst="rect">
              <a:avLst/>
            </a:prstGeom>
            <a:solidFill>
              <a:srgbClr val="FFFFFF"/>
            </a:solidFill>
            <a:ln w="12700">
              <a:solidFill>
                <a:srgbClr val="CED7E6"/>
              </a:solidFill>
              <a:prstDash val="solid"/>
            </a:ln>
          </p:spPr>
        </p:sp>
      </p:grpSp>
      <p:grpSp>
        <p:nvGrpSpPr>
          <p:cNvPr id="92" name="node09"/>
          <p:cNvGrpSpPr/>
          <p:nvPr/>
        </p:nvGrpSpPr>
        <p:grpSpPr>
          <a:xfrm>
            <a:off x="1066800" y="5257800"/>
            <a:ext cx="2286000" cy="228600"/>
            <a:chOff x="1066800" y="5257800"/>
            <a:chExt cx="2286000" cy="228600"/>
          </a:xfrm>
        </p:grpSpPr>
        <p:sp>
          <p:nvSpPr>
            <p:cNvPr id="19" name="node09.text"/>
            <p:cNvSpPr/>
            <p:nvPr/>
          </p:nvSpPr>
          <p:spPr>
            <a:xfrm>
              <a:off x="1066800" y="5257800"/>
              <a:ext cx="2286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Not started</a:t>
              </a:r>
              <a:endParaRPr lang="en-US" sz="1200" spc="0" kern="0" b="0" i="0" dirty="0">
                <a:solidFill>
                  <a:srgbClr val="50658E"/>
                </a:solidFill>
                <a:latin typeface="IBM Plex Sans"/>
                <a:ea typeface="IBM Plex Sans"/>
                <a:cs typeface="IBM Plex Sans"/>
              </a:endParaRPr>
            </a:p>
          </p:txBody>
        </p:sp>
      </p:grpSp>
      <p:grpSp>
        <p:nvGrpSpPr>
          <p:cNvPr id="93" name="node10"/>
          <p:cNvGrpSpPr/>
          <p:nvPr/>
        </p:nvGrpSpPr>
        <p:grpSpPr>
          <a:xfrm>
            <a:off x="4381500" y="457200"/>
            <a:ext cx="1600200" cy="304800"/>
            <a:chOff x="4381500" y="457200"/>
            <a:chExt cx="1600200" cy="304800"/>
          </a:xfrm>
        </p:grpSpPr>
        <p:sp>
          <p:nvSpPr>
            <p:cNvPr id="20" name="node10.text"/>
            <p:cNvSpPr/>
            <p:nvPr/>
          </p:nvSpPr>
          <p:spPr>
            <a:xfrm>
              <a:off x="4381500" y="457200"/>
              <a:ext cx="16002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Access</a:t>
              </a:r>
              <a:endParaRPr lang="en-US" sz="1800" spc="-18" kern="0" b="0" i="0" dirty="0">
                <a:solidFill>
                  <a:srgbClr val="070154"/>
                </a:solidFill>
                <a:latin typeface="IBM Plex Sans SemiBold"/>
                <a:ea typeface="IBM Plex Sans SemiBold"/>
                <a:cs typeface="IBM Plex Sans SemiBold"/>
              </a:endParaRPr>
            </a:p>
          </p:txBody>
        </p:sp>
      </p:grpSp>
      <p:sp>
        <p:nvSpPr>
          <p:cNvPr id="21" name="node11"/>
          <p:cNvSpPr/>
          <p:nvPr/>
        </p:nvSpPr>
        <p:spPr>
          <a:xfrm>
            <a:off x="4381500" y="914400"/>
            <a:ext cx="1600200" cy="19050"/>
          </a:xfrm>
          <a:prstGeom prst="rect">
            <a:avLst/>
          </a:prstGeom>
          <a:solidFill>
            <a:srgbClr val="CED7E6"/>
          </a:solidFill>
          <a:ln>
            <a:noFill/>
          </a:ln>
        </p:spPr>
      </p:sp>
      <p:grpSp>
        <p:nvGrpSpPr>
          <p:cNvPr id="94" name="node12"/>
          <p:cNvGrpSpPr/>
          <p:nvPr/>
        </p:nvGrpSpPr>
        <p:grpSpPr>
          <a:xfrm>
            <a:off x="4381500" y="1143000"/>
            <a:ext cx="1600200" cy="571500"/>
            <a:chOff x="4381500" y="1143000"/>
            <a:chExt cx="1600200" cy="571500"/>
          </a:xfrm>
        </p:grpSpPr>
        <p:sp>
          <p:nvSpPr>
            <p:cNvPr id="22" name="node12.surface"/>
            <p:cNvSpPr/>
            <p:nvPr/>
          </p:nvSpPr>
          <p:spPr>
            <a:xfrm>
              <a:off x="4381500" y="1143000"/>
              <a:ext cx="1600200" cy="571500"/>
            </a:xfrm>
            <a:prstGeom prst="rect">
              <a:avLst/>
            </a:prstGeom>
            <a:solidFill>
              <a:srgbClr val="070154"/>
            </a:solidFill>
            <a:ln>
              <a:noFill/>
            </a:ln>
          </p:spPr>
        </p:sp>
        <p:sp>
          <p:nvSpPr>
            <p:cNvPr id="23" name="node12.text"/>
            <p:cNvSpPr/>
            <p:nvPr/>
          </p:nvSpPr>
          <p:spPr>
            <a:xfrm>
              <a:off x="4533900" y="1314450"/>
              <a:ext cx="1295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Find a provider</a:t>
              </a:r>
              <a:endParaRPr lang="en-US" sz="1200" spc="0" kern="0" b="0" i="0" dirty="0">
                <a:solidFill>
                  <a:srgbClr val="FFFFFF"/>
                </a:solidFill>
                <a:latin typeface="IBM Plex Sans"/>
                <a:ea typeface="IBM Plex Sans"/>
                <a:cs typeface="IBM Plex Sans"/>
              </a:endParaRPr>
            </a:p>
          </p:txBody>
        </p:sp>
      </p:grpSp>
      <p:grpSp>
        <p:nvGrpSpPr>
          <p:cNvPr id="95" name="node13"/>
          <p:cNvGrpSpPr/>
          <p:nvPr/>
        </p:nvGrpSpPr>
        <p:grpSpPr>
          <a:xfrm>
            <a:off x="4381500" y="1828800"/>
            <a:ext cx="1600200" cy="571500"/>
            <a:chOff x="4381500" y="1828800"/>
            <a:chExt cx="1600200" cy="571500"/>
          </a:xfrm>
        </p:grpSpPr>
        <p:sp>
          <p:nvSpPr>
            <p:cNvPr id="24" name="node13.surface"/>
            <p:cNvSpPr/>
            <p:nvPr/>
          </p:nvSpPr>
          <p:spPr>
            <a:xfrm>
              <a:off x="4381500" y="1828800"/>
              <a:ext cx="1600200" cy="571500"/>
            </a:xfrm>
            <a:prstGeom prst="rect">
              <a:avLst/>
            </a:prstGeom>
            <a:solidFill>
              <a:srgbClr val="070154"/>
            </a:solidFill>
            <a:ln>
              <a:noFill/>
            </a:ln>
          </p:spPr>
        </p:sp>
        <p:sp>
          <p:nvSpPr>
            <p:cNvPr id="25" name="node13.text"/>
            <p:cNvSpPr/>
            <p:nvPr/>
          </p:nvSpPr>
          <p:spPr>
            <a:xfrm>
              <a:off x="4533900" y="2000250"/>
              <a:ext cx="1295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Self-scheduling</a:t>
              </a:r>
              <a:endParaRPr lang="en-US" sz="1200" spc="0" kern="0" b="0" i="0" dirty="0">
                <a:solidFill>
                  <a:srgbClr val="FFFFFF"/>
                </a:solidFill>
                <a:latin typeface="IBM Plex Sans"/>
                <a:ea typeface="IBM Plex Sans"/>
                <a:cs typeface="IBM Plex Sans"/>
              </a:endParaRPr>
            </a:p>
          </p:txBody>
        </p:sp>
      </p:grpSp>
      <p:grpSp>
        <p:nvGrpSpPr>
          <p:cNvPr id="96" name="node14"/>
          <p:cNvGrpSpPr/>
          <p:nvPr/>
        </p:nvGrpSpPr>
        <p:grpSpPr>
          <a:xfrm>
            <a:off x="4381500" y="2514600"/>
            <a:ext cx="1600200" cy="571500"/>
            <a:chOff x="4381500" y="2514600"/>
            <a:chExt cx="1600200" cy="571500"/>
          </a:xfrm>
        </p:grpSpPr>
        <p:sp>
          <p:nvSpPr>
            <p:cNvPr id="26" name="node14.surface"/>
            <p:cNvSpPr/>
            <p:nvPr/>
          </p:nvSpPr>
          <p:spPr>
            <a:xfrm>
              <a:off x="4381500" y="2514600"/>
              <a:ext cx="1600200" cy="571500"/>
            </a:xfrm>
            <a:prstGeom prst="rect">
              <a:avLst/>
            </a:prstGeom>
            <a:solidFill>
              <a:srgbClr val="CED7E6"/>
            </a:solidFill>
            <a:ln>
              <a:noFill/>
            </a:ln>
          </p:spPr>
        </p:sp>
        <p:sp>
          <p:nvSpPr>
            <p:cNvPr id="27" name="node14.text"/>
            <p:cNvSpPr/>
            <p:nvPr/>
          </p:nvSpPr>
          <p:spPr>
            <a:xfrm>
              <a:off x="4533900" y="2571750"/>
              <a:ext cx="12954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Waitlist and cancellations</a:t>
              </a:r>
              <a:endParaRPr lang="en-US" sz="1200" spc="0" kern="0" b="0" i="0" dirty="0">
                <a:solidFill>
                  <a:srgbClr val="070154"/>
                </a:solidFill>
                <a:latin typeface="IBM Plex Sans"/>
                <a:ea typeface="IBM Plex Sans"/>
                <a:cs typeface="IBM Plex Sans"/>
              </a:endParaRPr>
            </a:p>
          </p:txBody>
        </p:sp>
      </p:grpSp>
      <p:grpSp>
        <p:nvGrpSpPr>
          <p:cNvPr id="97" name="node15"/>
          <p:cNvGrpSpPr/>
          <p:nvPr/>
        </p:nvGrpSpPr>
        <p:grpSpPr>
          <a:xfrm>
            <a:off x="4381500" y="3200400"/>
            <a:ext cx="1600200" cy="571500"/>
            <a:chOff x="4381500" y="3200400"/>
            <a:chExt cx="1600200" cy="571500"/>
          </a:xfrm>
        </p:grpSpPr>
        <p:sp>
          <p:nvSpPr>
            <p:cNvPr id="28" name="node15.surface"/>
            <p:cNvSpPr/>
            <p:nvPr/>
          </p:nvSpPr>
          <p:spPr>
            <a:xfrm>
              <a:off x="4381500" y="3200400"/>
              <a:ext cx="1600200" cy="571500"/>
            </a:xfrm>
            <a:prstGeom prst="rect">
              <a:avLst/>
            </a:prstGeom>
            <a:solidFill>
              <a:srgbClr val="070154"/>
            </a:solidFill>
            <a:ln>
              <a:noFill/>
            </a:ln>
          </p:spPr>
        </p:sp>
        <p:sp>
          <p:nvSpPr>
            <p:cNvPr id="29" name="node15.text"/>
            <p:cNvSpPr/>
            <p:nvPr/>
          </p:nvSpPr>
          <p:spPr>
            <a:xfrm>
              <a:off x="4533900" y="3371850"/>
              <a:ext cx="1295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Virtual visit join</a:t>
              </a:r>
              <a:endParaRPr lang="en-US" sz="1200" spc="0" kern="0" b="0" i="0" dirty="0">
                <a:solidFill>
                  <a:srgbClr val="FFFFFF"/>
                </a:solidFill>
                <a:latin typeface="IBM Plex Sans"/>
                <a:ea typeface="IBM Plex Sans"/>
                <a:cs typeface="IBM Plex Sans"/>
              </a:endParaRPr>
            </a:p>
          </p:txBody>
        </p:sp>
      </p:grpSp>
      <p:grpSp>
        <p:nvGrpSpPr>
          <p:cNvPr id="98" name="node16"/>
          <p:cNvGrpSpPr/>
          <p:nvPr/>
        </p:nvGrpSpPr>
        <p:grpSpPr>
          <a:xfrm>
            <a:off x="4381500" y="3886200"/>
            <a:ext cx="1600200" cy="571500"/>
            <a:chOff x="4381500" y="3886200"/>
            <a:chExt cx="1600200" cy="571500"/>
          </a:xfrm>
        </p:grpSpPr>
        <p:sp>
          <p:nvSpPr>
            <p:cNvPr id="30" name="node16.surface"/>
            <p:cNvSpPr/>
            <p:nvPr/>
          </p:nvSpPr>
          <p:spPr>
            <a:xfrm>
              <a:off x="4381500" y="3886200"/>
              <a:ext cx="1600200" cy="571500"/>
            </a:xfrm>
            <a:prstGeom prst="rect">
              <a:avLst/>
            </a:prstGeom>
            <a:solidFill>
              <a:srgbClr val="E8EEF8"/>
            </a:solidFill>
            <a:ln>
              <a:noFill/>
            </a:ln>
          </p:spPr>
        </p:sp>
        <p:sp>
          <p:nvSpPr>
            <p:cNvPr id="31" name="node16.text"/>
            <p:cNvSpPr/>
            <p:nvPr/>
          </p:nvSpPr>
          <p:spPr>
            <a:xfrm>
              <a:off x="4533900" y="4057650"/>
              <a:ext cx="1295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Pre-visit forms</a:t>
              </a:r>
              <a:endParaRPr lang="en-US" sz="1200" spc="0" kern="0" b="0" i="0" dirty="0">
                <a:solidFill>
                  <a:srgbClr val="070154"/>
                </a:solidFill>
                <a:latin typeface="IBM Plex Sans"/>
                <a:ea typeface="IBM Plex Sans"/>
                <a:cs typeface="IBM Plex Sans"/>
              </a:endParaRPr>
            </a:p>
          </p:txBody>
        </p:sp>
      </p:grpSp>
      <p:grpSp>
        <p:nvGrpSpPr>
          <p:cNvPr id="99" name="node17"/>
          <p:cNvGrpSpPr/>
          <p:nvPr/>
        </p:nvGrpSpPr>
        <p:grpSpPr>
          <a:xfrm>
            <a:off x="4381500" y="4572000"/>
            <a:ext cx="1600200" cy="571500"/>
            <a:chOff x="4381500" y="4572000"/>
            <a:chExt cx="1600200" cy="571500"/>
          </a:xfrm>
        </p:grpSpPr>
        <p:sp>
          <p:nvSpPr>
            <p:cNvPr id="32" name="node17.surface"/>
            <p:cNvSpPr/>
            <p:nvPr/>
          </p:nvSpPr>
          <p:spPr>
            <a:xfrm>
              <a:off x="4387850" y="4578350"/>
              <a:ext cx="1587500" cy="558800"/>
            </a:xfrm>
            <a:prstGeom prst="rect">
              <a:avLst/>
            </a:prstGeom>
            <a:solidFill>
              <a:srgbClr val="FFFFFF"/>
            </a:solidFill>
            <a:ln w="12700">
              <a:solidFill>
                <a:srgbClr val="CED7E6"/>
              </a:solidFill>
              <a:prstDash val="solid"/>
            </a:ln>
          </p:spPr>
        </p:sp>
        <p:sp>
          <p:nvSpPr>
            <p:cNvPr id="33" name="node17.text"/>
            <p:cNvSpPr/>
            <p:nvPr/>
          </p:nvSpPr>
          <p:spPr>
            <a:xfrm>
              <a:off x="4533900" y="4743450"/>
              <a:ext cx="1295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Kiosk check-in</a:t>
              </a:r>
              <a:endParaRPr lang="en-US" sz="1200" spc="0" kern="0" b="0" i="0" dirty="0">
                <a:solidFill>
                  <a:srgbClr val="070154"/>
                </a:solidFill>
                <a:latin typeface="IBM Plex Sans"/>
                <a:ea typeface="IBM Plex Sans"/>
                <a:cs typeface="IBM Plex Sans"/>
              </a:endParaRPr>
            </a:p>
          </p:txBody>
        </p:sp>
      </p:grpSp>
      <p:grpSp>
        <p:nvGrpSpPr>
          <p:cNvPr id="100" name="node18"/>
          <p:cNvGrpSpPr/>
          <p:nvPr/>
        </p:nvGrpSpPr>
        <p:grpSpPr>
          <a:xfrm>
            <a:off x="4381500" y="5257800"/>
            <a:ext cx="1600200" cy="571500"/>
            <a:chOff x="4381500" y="5257800"/>
            <a:chExt cx="1600200" cy="571500"/>
          </a:xfrm>
        </p:grpSpPr>
        <p:sp>
          <p:nvSpPr>
            <p:cNvPr id="34" name="node18.surface"/>
            <p:cNvSpPr/>
            <p:nvPr/>
          </p:nvSpPr>
          <p:spPr>
            <a:xfrm>
              <a:off x="4387850" y="5264150"/>
              <a:ext cx="1587500" cy="558800"/>
            </a:xfrm>
            <a:prstGeom prst="rect">
              <a:avLst/>
            </a:prstGeom>
            <a:solidFill>
              <a:srgbClr val="FFFFFF"/>
            </a:solidFill>
            <a:ln w="12700">
              <a:solidFill>
                <a:srgbClr val="CED7E6"/>
              </a:solidFill>
              <a:prstDash val="solid"/>
            </a:ln>
          </p:spPr>
        </p:sp>
        <p:sp>
          <p:nvSpPr>
            <p:cNvPr id="35" name="node18.text"/>
            <p:cNvSpPr/>
            <p:nvPr/>
          </p:nvSpPr>
          <p:spPr>
            <a:xfrm>
              <a:off x="4533900" y="5429250"/>
              <a:ext cx="1295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Wayfinding</a:t>
              </a:r>
              <a:endParaRPr lang="en-US" sz="1200" spc="0" kern="0" b="0" i="0" dirty="0">
                <a:solidFill>
                  <a:srgbClr val="070154"/>
                </a:solidFill>
                <a:latin typeface="IBM Plex Sans"/>
                <a:ea typeface="IBM Plex Sans"/>
                <a:cs typeface="IBM Plex Sans"/>
              </a:endParaRPr>
            </a:p>
          </p:txBody>
        </p:sp>
      </p:grpSp>
      <p:grpSp>
        <p:nvGrpSpPr>
          <p:cNvPr id="101" name="node19"/>
          <p:cNvGrpSpPr/>
          <p:nvPr/>
        </p:nvGrpSpPr>
        <p:grpSpPr>
          <a:xfrm>
            <a:off x="6210300" y="457200"/>
            <a:ext cx="1600200" cy="304800"/>
            <a:chOff x="6210300" y="457200"/>
            <a:chExt cx="1600200" cy="304800"/>
          </a:xfrm>
        </p:grpSpPr>
        <p:sp>
          <p:nvSpPr>
            <p:cNvPr id="36" name="node19.text"/>
            <p:cNvSpPr/>
            <p:nvPr/>
          </p:nvSpPr>
          <p:spPr>
            <a:xfrm>
              <a:off x="6210300" y="457200"/>
              <a:ext cx="16002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Care</a:t>
              </a:r>
              <a:endParaRPr lang="en-US" sz="1800" spc="-18" kern="0" b="0" i="0" dirty="0">
                <a:solidFill>
                  <a:srgbClr val="070154"/>
                </a:solidFill>
                <a:latin typeface="IBM Plex Sans SemiBold"/>
                <a:ea typeface="IBM Plex Sans SemiBold"/>
                <a:cs typeface="IBM Plex Sans SemiBold"/>
              </a:endParaRPr>
            </a:p>
          </p:txBody>
        </p:sp>
      </p:grpSp>
      <p:sp>
        <p:nvSpPr>
          <p:cNvPr id="37" name="node20"/>
          <p:cNvSpPr/>
          <p:nvPr/>
        </p:nvSpPr>
        <p:spPr>
          <a:xfrm>
            <a:off x="6210300" y="914400"/>
            <a:ext cx="1600200" cy="19050"/>
          </a:xfrm>
          <a:prstGeom prst="rect">
            <a:avLst/>
          </a:prstGeom>
          <a:solidFill>
            <a:srgbClr val="CED7E6"/>
          </a:solidFill>
          <a:ln>
            <a:noFill/>
          </a:ln>
        </p:spPr>
      </p:sp>
      <p:grpSp>
        <p:nvGrpSpPr>
          <p:cNvPr id="102" name="node21"/>
          <p:cNvGrpSpPr/>
          <p:nvPr/>
        </p:nvGrpSpPr>
        <p:grpSpPr>
          <a:xfrm>
            <a:off x="6210300" y="1143000"/>
            <a:ext cx="1600200" cy="571500"/>
            <a:chOff x="6210300" y="1143000"/>
            <a:chExt cx="1600200" cy="571500"/>
          </a:xfrm>
        </p:grpSpPr>
        <p:sp>
          <p:nvSpPr>
            <p:cNvPr id="38" name="node21.surface"/>
            <p:cNvSpPr/>
            <p:nvPr/>
          </p:nvSpPr>
          <p:spPr>
            <a:xfrm>
              <a:off x="6210300" y="1143000"/>
              <a:ext cx="1600200" cy="571500"/>
            </a:xfrm>
            <a:prstGeom prst="rect">
              <a:avLst/>
            </a:prstGeom>
            <a:solidFill>
              <a:srgbClr val="CED7E6"/>
            </a:solidFill>
            <a:ln>
              <a:noFill/>
            </a:ln>
          </p:spPr>
        </p:sp>
        <p:sp>
          <p:nvSpPr>
            <p:cNvPr id="39" name="node21.text"/>
            <p:cNvSpPr/>
            <p:nvPr/>
          </p:nvSpPr>
          <p:spPr>
            <a:xfrm>
              <a:off x="6362700" y="1314450"/>
              <a:ext cx="1295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Care plans</a:t>
              </a:r>
              <a:endParaRPr lang="en-US" sz="1200" spc="0" kern="0" b="0" i="0" dirty="0">
                <a:solidFill>
                  <a:srgbClr val="070154"/>
                </a:solidFill>
                <a:latin typeface="IBM Plex Sans"/>
                <a:ea typeface="IBM Plex Sans"/>
                <a:cs typeface="IBM Plex Sans"/>
              </a:endParaRPr>
            </a:p>
          </p:txBody>
        </p:sp>
      </p:grpSp>
      <p:grpSp>
        <p:nvGrpSpPr>
          <p:cNvPr id="103" name="node22"/>
          <p:cNvGrpSpPr/>
          <p:nvPr/>
        </p:nvGrpSpPr>
        <p:grpSpPr>
          <a:xfrm>
            <a:off x="6210300" y="1828800"/>
            <a:ext cx="1600200" cy="571500"/>
            <a:chOff x="6210300" y="1828800"/>
            <a:chExt cx="1600200" cy="571500"/>
          </a:xfrm>
        </p:grpSpPr>
        <p:sp>
          <p:nvSpPr>
            <p:cNvPr id="40" name="node22.surface"/>
            <p:cNvSpPr/>
            <p:nvPr/>
          </p:nvSpPr>
          <p:spPr>
            <a:xfrm>
              <a:off x="6210300" y="1828800"/>
              <a:ext cx="1600200" cy="571500"/>
            </a:xfrm>
            <a:prstGeom prst="rect">
              <a:avLst/>
            </a:prstGeom>
            <a:solidFill>
              <a:srgbClr val="070154"/>
            </a:solidFill>
            <a:ln>
              <a:noFill/>
            </a:ln>
          </p:spPr>
        </p:sp>
        <p:sp>
          <p:nvSpPr>
            <p:cNvPr id="41" name="node22.text"/>
            <p:cNvSpPr/>
            <p:nvPr/>
          </p:nvSpPr>
          <p:spPr>
            <a:xfrm>
              <a:off x="6362700" y="2000250"/>
              <a:ext cx="1295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Medication list</a:t>
              </a:r>
              <a:endParaRPr lang="en-US" sz="1200" spc="0" kern="0" b="0" i="0" dirty="0">
                <a:solidFill>
                  <a:srgbClr val="FFFFFF"/>
                </a:solidFill>
                <a:latin typeface="IBM Plex Sans"/>
                <a:ea typeface="IBM Plex Sans"/>
                <a:cs typeface="IBM Plex Sans"/>
              </a:endParaRPr>
            </a:p>
          </p:txBody>
        </p:sp>
      </p:grpSp>
      <p:grpSp>
        <p:nvGrpSpPr>
          <p:cNvPr id="104" name="node23"/>
          <p:cNvGrpSpPr/>
          <p:nvPr/>
        </p:nvGrpSpPr>
        <p:grpSpPr>
          <a:xfrm>
            <a:off x="6210300" y="2514600"/>
            <a:ext cx="1600200" cy="571500"/>
            <a:chOff x="6210300" y="2514600"/>
            <a:chExt cx="1600200" cy="571500"/>
          </a:xfrm>
        </p:grpSpPr>
        <p:sp>
          <p:nvSpPr>
            <p:cNvPr id="42" name="node23.surface"/>
            <p:cNvSpPr/>
            <p:nvPr/>
          </p:nvSpPr>
          <p:spPr>
            <a:xfrm>
              <a:off x="6210300" y="2514600"/>
              <a:ext cx="1600200" cy="571500"/>
            </a:xfrm>
            <a:prstGeom prst="rect">
              <a:avLst/>
            </a:prstGeom>
            <a:solidFill>
              <a:srgbClr val="070154"/>
            </a:solidFill>
            <a:ln>
              <a:noFill/>
            </a:ln>
          </p:spPr>
        </p:sp>
        <p:sp>
          <p:nvSpPr>
            <p:cNvPr id="43" name="node23.text"/>
            <p:cNvSpPr/>
            <p:nvPr/>
          </p:nvSpPr>
          <p:spPr>
            <a:xfrm>
              <a:off x="6362700" y="2686050"/>
              <a:ext cx="1295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Lab results</a:t>
              </a:r>
              <a:endParaRPr lang="en-US" sz="1200" spc="0" kern="0" b="0" i="0" dirty="0">
                <a:solidFill>
                  <a:srgbClr val="FFFFFF"/>
                </a:solidFill>
                <a:latin typeface="IBM Plex Sans"/>
                <a:ea typeface="IBM Plex Sans"/>
                <a:cs typeface="IBM Plex Sans"/>
              </a:endParaRPr>
            </a:p>
          </p:txBody>
        </p:sp>
      </p:grpSp>
      <p:grpSp>
        <p:nvGrpSpPr>
          <p:cNvPr id="105" name="node24"/>
          <p:cNvGrpSpPr/>
          <p:nvPr/>
        </p:nvGrpSpPr>
        <p:grpSpPr>
          <a:xfrm>
            <a:off x="6210300" y="3200400"/>
            <a:ext cx="1600200" cy="571500"/>
            <a:chOff x="6210300" y="3200400"/>
            <a:chExt cx="1600200" cy="571500"/>
          </a:xfrm>
        </p:grpSpPr>
        <p:sp>
          <p:nvSpPr>
            <p:cNvPr id="44" name="node24.surface"/>
            <p:cNvSpPr/>
            <p:nvPr/>
          </p:nvSpPr>
          <p:spPr>
            <a:xfrm>
              <a:off x="6210300" y="3200400"/>
              <a:ext cx="1600200" cy="571500"/>
            </a:xfrm>
            <a:prstGeom prst="rect">
              <a:avLst/>
            </a:prstGeom>
            <a:solidFill>
              <a:srgbClr val="CED7E6"/>
            </a:solidFill>
            <a:ln>
              <a:noFill/>
            </a:ln>
          </p:spPr>
        </p:sp>
        <p:sp>
          <p:nvSpPr>
            <p:cNvPr id="45" name="node24.text"/>
            <p:cNvSpPr/>
            <p:nvPr/>
          </p:nvSpPr>
          <p:spPr>
            <a:xfrm>
              <a:off x="6362700" y="3371850"/>
              <a:ext cx="1295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Secure messaging</a:t>
              </a:r>
              <a:endParaRPr lang="en-US" sz="1200" spc="0" kern="0" b="0" i="0" dirty="0">
                <a:solidFill>
                  <a:srgbClr val="070154"/>
                </a:solidFill>
                <a:latin typeface="IBM Plex Sans"/>
                <a:ea typeface="IBM Plex Sans"/>
                <a:cs typeface="IBM Plex Sans"/>
              </a:endParaRPr>
            </a:p>
          </p:txBody>
        </p:sp>
      </p:grpSp>
      <p:grpSp>
        <p:nvGrpSpPr>
          <p:cNvPr id="106" name="node25"/>
          <p:cNvGrpSpPr/>
          <p:nvPr/>
        </p:nvGrpSpPr>
        <p:grpSpPr>
          <a:xfrm>
            <a:off x="6210300" y="3886200"/>
            <a:ext cx="1600200" cy="571500"/>
            <a:chOff x="6210300" y="3886200"/>
            <a:chExt cx="1600200" cy="571500"/>
          </a:xfrm>
        </p:grpSpPr>
        <p:sp>
          <p:nvSpPr>
            <p:cNvPr id="46" name="node25.surface"/>
            <p:cNvSpPr/>
            <p:nvPr/>
          </p:nvSpPr>
          <p:spPr>
            <a:xfrm>
              <a:off x="6210300" y="3886200"/>
              <a:ext cx="1600200" cy="571500"/>
            </a:xfrm>
            <a:prstGeom prst="rect">
              <a:avLst/>
            </a:prstGeom>
            <a:solidFill>
              <a:srgbClr val="E8EEF8"/>
            </a:solidFill>
            <a:ln>
              <a:noFill/>
            </a:ln>
          </p:spPr>
        </p:sp>
        <p:sp>
          <p:nvSpPr>
            <p:cNvPr id="47" name="node25.text"/>
            <p:cNvSpPr/>
            <p:nvPr/>
          </p:nvSpPr>
          <p:spPr>
            <a:xfrm>
              <a:off x="6362700" y="3943350"/>
              <a:ext cx="12954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Remote monitoring</a:t>
              </a:r>
              <a:endParaRPr lang="en-US" sz="1200" spc="0" kern="0" b="0" i="0" dirty="0">
                <a:solidFill>
                  <a:srgbClr val="070154"/>
                </a:solidFill>
                <a:latin typeface="IBM Plex Sans"/>
                <a:ea typeface="IBM Plex Sans"/>
                <a:cs typeface="IBM Plex Sans"/>
              </a:endParaRPr>
            </a:p>
          </p:txBody>
        </p:sp>
      </p:grpSp>
      <p:grpSp>
        <p:nvGrpSpPr>
          <p:cNvPr id="107" name="node26"/>
          <p:cNvGrpSpPr/>
          <p:nvPr/>
        </p:nvGrpSpPr>
        <p:grpSpPr>
          <a:xfrm>
            <a:off x="6210300" y="4572000"/>
            <a:ext cx="1600200" cy="571500"/>
            <a:chOff x="6210300" y="4572000"/>
            <a:chExt cx="1600200" cy="571500"/>
          </a:xfrm>
        </p:grpSpPr>
        <p:sp>
          <p:nvSpPr>
            <p:cNvPr id="48" name="node26.surface"/>
            <p:cNvSpPr/>
            <p:nvPr/>
          </p:nvSpPr>
          <p:spPr>
            <a:xfrm>
              <a:off x="6210300" y="4572000"/>
              <a:ext cx="1600200" cy="571500"/>
            </a:xfrm>
            <a:prstGeom prst="rect">
              <a:avLst/>
            </a:prstGeom>
            <a:solidFill>
              <a:srgbClr val="070154"/>
            </a:solidFill>
            <a:ln>
              <a:noFill/>
            </a:ln>
          </p:spPr>
        </p:sp>
        <p:sp>
          <p:nvSpPr>
            <p:cNvPr id="49" name="node26.text"/>
            <p:cNvSpPr/>
            <p:nvPr/>
          </p:nvSpPr>
          <p:spPr>
            <a:xfrm>
              <a:off x="6362700" y="4743450"/>
              <a:ext cx="1295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Visit summaries</a:t>
              </a:r>
              <a:endParaRPr lang="en-US" sz="1200" spc="0" kern="0" b="0" i="0" dirty="0">
                <a:solidFill>
                  <a:srgbClr val="FFFFFF"/>
                </a:solidFill>
                <a:latin typeface="IBM Plex Sans"/>
                <a:ea typeface="IBM Plex Sans"/>
                <a:cs typeface="IBM Plex Sans"/>
              </a:endParaRPr>
            </a:p>
          </p:txBody>
        </p:sp>
      </p:grpSp>
      <p:grpSp>
        <p:nvGrpSpPr>
          <p:cNvPr id="108" name="node27"/>
          <p:cNvGrpSpPr/>
          <p:nvPr/>
        </p:nvGrpSpPr>
        <p:grpSpPr>
          <a:xfrm>
            <a:off x="6210300" y="5257800"/>
            <a:ext cx="1600200" cy="571500"/>
            <a:chOff x="6210300" y="5257800"/>
            <a:chExt cx="1600200" cy="571500"/>
          </a:xfrm>
        </p:grpSpPr>
        <p:sp>
          <p:nvSpPr>
            <p:cNvPr id="50" name="node27.surface"/>
            <p:cNvSpPr/>
            <p:nvPr/>
          </p:nvSpPr>
          <p:spPr>
            <a:xfrm>
              <a:off x="6210300" y="5257800"/>
              <a:ext cx="1600200" cy="571500"/>
            </a:xfrm>
            <a:prstGeom prst="rect">
              <a:avLst/>
            </a:prstGeom>
            <a:solidFill>
              <a:srgbClr val="CED7E6"/>
            </a:solidFill>
            <a:ln>
              <a:noFill/>
            </a:ln>
          </p:spPr>
        </p:sp>
        <p:sp>
          <p:nvSpPr>
            <p:cNvPr id="51" name="node27.text"/>
            <p:cNvSpPr/>
            <p:nvPr/>
          </p:nvSpPr>
          <p:spPr>
            <a:xfrm>
              <a:off x="6362700" y="5429250"/>
              <a:ext cx="1295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Allergy list</a:t>
              </a:r>
              <a:endParaRPr lang="en-US" sz="1200" spc="0" kern="0" b="0" i="0" dirty="0">
                <a:solidFill>
                  <a:srgbClr val="070154"/>
                </a:solidFill>
                <a:latin typeface="IBM Plex Sans"/>
                <a:ea typeface="IBM Plex Sans"/>
                <a:cs typeface="IBM Plex Sans"/>
              </a:endParaRPr>
            </a:p>
          </p:txBody>
        </p:sp>
      </p:grpSp>
      <p:grpSp>
        <p:nvGrpSpPr>
          <p:cNvPr id="109" name="node28"/>
          <p:cNvGrpSpPr/>
          <p:nvPr/>
        </p:nvGrpSpPr>
        <p:grpSpPr>
          <a:xfrm>
            <a:off x="8039100" y="457200"/>
            <a:ext cx="1600200" cy="304800"/>
            <a:chOff x="8039100" y="457200"/>
            <a:chExt cx="1600200" cy="304800"/>
          </a:xfrm>
        </p:grpSpPr>
        <p:sp>
          <p:nvSpPr>
            <p:cNvPr id="52" name="node28.text"/>
            <p:cNvSpPr/>
            <p:nvPr/>
          </p:nvSpPr>
          <p:spPr>
            <a:xfrm>
              <a:off x="8039100" y="457200"/>
              <a:ext cx="16002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Billing</a:t>
              </a:r>
              <a:endParaRPr lang="en-US" sz="1800" spc="-18" kern="0" b="0" i="0" dirty="0">
                <a:solidFill>
                  <a:srgbClr val="070154"/>
                </a:solidFill>
                <a:latin typeface="IBM Plex Sans SemiBold"/>
                <a:ea typeface="IBM Plex Sans SemiBold"/>
                <a:cs typeface="IBM Plex Sans SemiBold"/>
              </a:endParaRPr>
            </a:p>
          </p:txBody>
        </p:sp>
      </p:grpSp>
      <p:sp>
        <p:nvSpPr>
          <p:cNvPr id="53" name="node29"/>
          <p:cNvSpPr/>
          <p:nvPr/>
        </p:nvSpPr>
        <p:spPr>
          <a:xfrm>
            <a:off x="8039100" y="914400"/>
            <a:ext cx="1600200" cy="19050"/>
          </a:xfrm>
          <a:prstGeom prst="rect">
            <a:avLst/>
          </a:prstGeom>
          <a:solidFill>
            <a:srgbClr val="CED7E6"/>
          </a:solidFill>
          <a:ln>
            <a:noFill/>
          </a:ln>
        </p:spPr>
      </p:sp>
      <p:grpSp>
        <p:nvGrpSpPr>
          <p:cNvPr id="110" name="node30"/>
          <p:cNvGrpSpPr/>
          <p:nvPr/>
        </p:nvGrpSpPr>
        <p:grpSpPr>
          <a:xfrm>
            <a:off x="8039100" y="1143000"/>
            <a:ext cx="1600200" cy="571500"/>
            <a:chOff x="8039100" y="1143000"/>
            <a:chExt cx="1600200" cy="571500"/>
          </a:xfrm>
        </p:grpSpPr>
        <p:sp>
          <p:nvSpPr>
            <p:cNvPr id="54" name="node30.surface"/>
            <p:cNvSpPr/>
            <p:nvPr/>
          </p:nvSpPr>
          <p:spPr>
            <a:xfrm>
              <a:off x="8039100" y="1143000"/>
              <a:ext cx="1600200" cy="571500"/>
            </a:xfrm>
            <a:prstGeom prst="rect">
              <a:avLst/>
            </a:prstGeom>
            <a:solidFill>
              <a:srgbClr val="070154"/>
            </a:solidFill>
            <a:ln>
              <a:noFill/>
            </a:ln>
          </p:spPr>
        </p:sp>
        <p:sp>
          <p:nvSpPr>
            <p:cNvPr id="55" name="node30.text"/>
            <p:cNvSpPr/>
            <p:nvPr/>
          </p:nvSpPr>
          <p:spPr>
            <a:xfrm>
              <a:off x="8191500" y="1314450"/>
              <a:ext cx="1295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Statements</a:t>
              </a:r>
              <a:endParaRPr lang="en-US" sz="1200" spc="0" kern="0" b="0" i="0" dirty="0">
                <a:solidFill>
                  <a:srgbClr val="FFFFFF"/>
                </a:solidFill>
                <a:latin typeface="IBM Plex Sans"/>
                <a:ea typeface="IBM Plex Sans"/>
                <a:cs typeface="IBM Plex Sans"/>
              </a:endParaRPr>
            </a:p>
          </p:txBody>
        </p:sp>
      </p:grpSp>
      <p:grpSp>
        <p:nvGrpSpPr>
          <p:cNvPr id="111" name="node31"/>
          <p:cNvGrpSpPr/>
          <p:nvPr/>
        </p:nvGrpSpPr>
        <p:grpSpPr>
          <a:xfrm>
            <a:off x="8039100" y="1828800"/>
            <a:ext cx="1600200" cy="571500"/>
            <a:chOff x="8039100" y="1828800"/>
            <a:chExt cx="1600200" cy="571500"/>
          </a:xfrm>
        </p:grpSpPr>
        <p:sp>
          <p:nvSpPr>
            <p:cNvPr id="56" name="node31.surface"/>
            <p:cNvSpPr/>
            <p:nvPr/>
          </p:nvSpPr>
          <p:spPr>
            <a:xfrm>
              <a:off x="8039100" y="1828800"/>
              <a:ext cx="1600200" cy="571500"/>
            </a:xfrm>
            <a:prstGeom prst="rect">
              <a:avLst/>
            </a:prstGeom>
            <a:solidFill>
              <a:srgbClr val="070154"/>
            </a:solidFill>
            <a:ln>
              <a:noFill/>
            </a:ln>
          </p:spPr>
        </p:sp>
        <p:sp>
          <p:nvSpPr>
            <p:cNvPr id="57" name="node31.text"/>
            <p:cNvSpPr/>
            <p:nvPr/>
          </p:nvSpPr>
          <p:spPr>
            <a:xfrm>
              <a:off x="8191500" y="2000250"/>
              <a:ext cx="1295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Pay online</a:t>
              </a:r>
              <a:endParaRPr lang="en-US" sz="1200" spc="0" kern="0" b="0" i="0" dirty="0">
                <a:solidFill>
                  <a:srgbClr val="FFFFFF"/>
                </a:solidFill>
                <a:latin typeface="IBM Plex Sans"/>
                <a:ea typeface="IBM Plex Sans"/>
                <a:cs typeface="IBM Plex Sans"/>
              </a:endParaRPr>
            </a:p>
          </p:txBody>
        </p:sp>
      </p:grpSp>
      <p:grpSp>
        <p:nvGrpSpPr>
          <p:cNvPr id="112" name="node32"/>
          <p:cNvGrpSpPr/>
          <p:nvPr/>
        </p:nvGrpSpPr>
        <p:grpSpPr>
          <a:xfrm>
            <a:off x="8039100" y="2514600"/>
            <a:ext cx="1600200" cy="571500"/>
            <a:chOff x="8039100" y="2514600"/>
            <a:chExt cx="1600200" cy="571500"/>
          </a:xfrm>
        </p:grpSpPr>
        <p:sp>
          <p:nvSpPr>
            <p:cNvPr id="58" name="node32.surface"/>
            <p:cNvSpPr/>
            <p:nvPr/>
          </p:nvSpPr>
          <p:spPr>
            <a:xfrm>
              <a:off x="8039100" y="2514600"/>
              <a:ext cx="1600200" cy="571500"/>
            </a:xfrm>
            <a:prstGeom prst="rect">
              <a:avLst/>
            </a:prstGeom>
            <a:solidFill>
              <a:srgbClr val="CED7E6"/>
            </a:solidFill>
            <a:ln>
              <a:noFill/>
            </a:ln>
          </p:spPr>
        </p:sp>
        <p:sp>
          <p:nvSpPr>
            <p:cNvPr id="59" name="node32.text"/>
            <p:cNvSpPr/>
            <p:nvPr/>
          </p:nvSpPr>
          <p:spPr>
            <a:xfrm>
              <a:off x="8191500" y="2686050"/>
              <a:ext cx="1295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Payment plans</a:t>
              </a:r>
              <a:endParaRPr lang="en-US" sz="1200" spc="0" kern="0" b="0" i="0" dirty="0">
                <a:solidFill>
                  <a:srgbClr val="070154"/>
                </a:solidFill>
                <a:latin typeface="IBM Plex Sans"/>
                <a:ea typeface="IBM Plex Sans"/>
                <a:cs typeface="IBM Plex Sans"/>
              </a:endParaRPr>
            </a:p>
          </p:txBody>
        </p:sp>
      </p:grpSp>
      <p:grpSp>
        <p:nvGrpSpPr>
          <p:cNvPr id="113" name="node33"/>
          <p:cNvGrpSpPr/>
          <p:nvPr/>
        </p:nvGrpSpPr>
        <p:grpSpPr>
          <a:xfrm>
            <a:off x="8039100" y="3200400"/>
            <a:ext cx="1600200" cy="571500"/>
            <a:chOff x="8039100" y="3200400"/>
            <a:chExt cx="1600200" cy="571500"/>
          </a:xfrm>
        </p:grpSpPr>
        <p:sp>
          <p:nvSpPr>
            <p:cNvPr id="60" name="node33.surface"/>
            <p:cNvSpPr/>
            <p:nvPr/>
          </p:nvSpPr>
          <p:spPr>
            <a:xfrm>
              <a:off x="8039100" y="3200400"/>
              <a:ext cx="1600200" cy="571500"/>
            </a:xfrm>
            <a:prstGeom prst="rect">
              <a:avLst/>
            </a:prstGeom>
            <a:solidFill>
              <a:srgbClr val="E8EEF8"/>
            </a:solidFill>
            <a:ln>
              <a:noFill/>
            </a:ln>
          </p:spPr>
        </p:sp>
        <p:sp>
          <p:nvSpPr>
            <p:cNvPr id="61" name="node33.text"/>
            <p:cNvSpPr/>
            <p:nvPr/>
          </p:nvSpPr>
          <p:spPr>
            <a:xfrm>
              <a:off x="8191500" y="3371850"/>
              <a:ext cx="1295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Cost estimates</a:t>
              </a:r>
              <a:endParaRPr lang="en-US" sz="1200" spc="0" kern="0" b="0" i="0" dirty="0">
                <a:solidFill>
                  <a:srgbClr val="070154"/>
                </a:solidFill>
                <a:latin typeface="IBM Plex Sans"/>
                <a:ea typeface="IBM Plex Sans"/>
                <a:cs typeface="IBM Plex Sans"/>
              </a:endParaRPr>
            </a:p>
          </p:txBody>
        </p:sp>
      </p:grpSp>
      <p:grpSp>
        <p:nvGrpSpPr>
          <p:cNvPr id="114" name="node34"/>
          <p:cNvGrpSpPr/>
          <p:nvPr/>
        </p:nvGrpSpPr>
        <p:grpSpPr>
          <a:xfrm>
            <a:off x="8039100" y="3886200"/>
            <a:ext cx="1600200" cy="571500"/>
            <a:chOff x="8039100" y="3886200"/>
            <a:chExt cx="1600200" cy="571500"/>
          </a:xfrm>
        </p:grpSpPr>
        <p:sp>
          <p:nvSpPr>
            <p:cNvPr id="62" name="node34.surface"/>
            <p:cNvSpPr/>
            <p:nvPr/>
          </p:nvSpPr>
          <p:spPr>
            <a:xfrm>
              <a:off x="8039100" y="3886200"/>
              <a:ext cx="1600200" cy="571500"/>
            </a:xfrm>
            <a:prstGeom prst="rect">
              <a:avLst/>
            </a:prstGeom>
            <a:solidFill>
              <a:srgbClr val="CED7E6"/>
            </a:solidFill>
            <a:ln>
              <a:noFill/>
            </a:ln>
          </p:spPr>
        </p:sp>
        <p:sp>
          <p:nvSpPr>
            <p:cNvPr id="63" name="node34.text"/>
            <p:cNvSpPr/>
            <p:nvPr/>
          </p:nvSpPr>
          <p:spPr>
            <a:xfrm>
              <a:off x="8191500" y="3943350"/>
              <a:ext cx="12954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Insurance card capture</a:t>
              </a:r>
              <a:endParaRPr lang="en-US" sz="1200" spc="0" kern="0" b="0" i="0" dirty="0">
                <a:solidFill>
                  <a:srgbClr val="070154"/>
                </a:solidFill>
                <a:latin typeface="IBM Plex Sans"/>
                <a:ea typeface="IBM Plex Sans"/>
                <a:cs typeface="IBM Plex Sans"/>
              </a:endParaRPr>
            </a:p>
          </p:txBody>
        </p:sp>
      </p:grpSp>
      <p:grpSp>
        <p:nvGrpSpPr>
          <p:cNvPr id="115" name="node35"/>
          <p:cNvGrpSpPr/>
          <p:nvPr/>
        </p:nvGrpSpPr>
        <p:grpSpPr>
          <a:xfrm>
            <a:off x="8039100" y="4572000"/>
            <a:ext cx="1600200" cy="571500"/>
            <a:chOff x="8039100" y="4572000"/>
            <a:chExt cx="1600200" cy="571500"/>
          </a:xfrm>
        </p:grpSpPr>
        <p:sp>
          <p:nvSpPr>
            <p:cNvPr id="64" name="node35.surface"/>
            <p:cNvSpPr/>
            <p:nvPr/>
          </p:nvSpPr>
          <p:spPr>
            <a:xfrm>
              <a:off x="8039100" y="4572000"/>
              <a:ext cx="1600200" cy="571500"/>
            </a:xfrm>
            <a:prstGeom prst="rect">
              <a:avLst/>
            </a:prstGeom>
            <a:solidFill>
              <a:srgbClr val="E8EEF8"/>
            </a:solidFill>
            <a:ln>
              <a:noFill/>
            </a:ln>
          </p:spPr>
        </p:sp>
        <p:sp>
          <p:nvSpPr>
            <p:cNvPr id="65" name="node35.text"/>
            <p:cNvSpPr/>
            <p:nvPr/>
          </p:nvSpPr>
          <p:spPr>
            <a:xfrm>
              <a:off x="8191500" y="4743450"/>
              <a:ext cx="1295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Financial aid</a:t>
              </a:r>
              <a:endParaRPr lang="en-US" sz="1200" spc="0" kern="0" b="0" i="0" dirty="0">
                <a:solidFill>
                  <a:srgbClr val="070154"/>
                </a:solidFill>
                <a:latin typeface="IBM Plex Sans"/>
                <a:ea typeface="IBM Plex Sans"/>
                <a:cs typeface="IBM Plex Sans"/>
              </a:endParaRPr>
            </a:p>
          </p:txBody>
        </p:sp>
      </p:grpSp>
      <p:grpSp>
        <p:nvGrpSpPr>
          <p:cNvPr id="116" name="node36"/>
          <p:cNvGrpSpPr/>
          <p:nvPr/>
        </p:nvGrpSpPr>
        <p:grpSpPr>
          <a:xfrm>
            <a:off x="8039100" y="5257800"/>
            <a:ext cx="1600200" cy="571500"/>
            <a:chOff x="8039100" y="5257800"/>
            <a:chExt cx="1600200" cy="571500"/>
          </a:xfrm>
        </p:grpSpPr>
        <p:sp>
          <p:nvSpPr>
            <p:cNvPr id="66" name="node36.surface"/>
            <p:cNvSpPr/>
            <p:nvPr/>
          </p:nvSpPr>
          <p:spPr>
            <a:xfrm>
              <a:off x="8045450" y="5264150"/>
              <a:ext cx="1587500" cy="558800"/>
            </a:xfrm>
            <a:prstGeom prst="rect">
              <a:avLst/>
            </a:prstGeom>
            <a:solidFill>
              <a:srgbClr val="FFFFFF"/>
            </a:solidFill>
            <a:ln w="12700">
              <a:solidFill>
                <a:srgbClr val="CED7E6"/>
              </a:solidFill>
              <a:prstDash val="solid"/>
            </a:ln>
          </p:spPr>
        </p:sp>
        <p:sp>
          <p:nvSpPr>
            <p:cNvPr id="67" name="node36.text"/>
            <p:cNvSpPr/>
            <p:nvPr/>
          </p:nvSpPr>
          <p:spPr>
            <a:xfrm>
              <a:off x="8191500" y="5429250"/>
              <a:ext cx="1295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Autopay</a:t>
              </a:r>
              <a:endParaRPr lang="en-US" sz="1200" spc="0" kern="0" b="0" i="0" dirty="0">
                <a:solidFill>
                  <a:srgbClr val="070154"/>
                </a:solidFill>
                <a:latin typeface="IBM Plex Sans"/>
                <a:ea typeface="IBM Plex Sans"/>
                <a:cs typeface="IBM Plex Sans"/>
              </a:endParaRPr>
            </a:p>
          </p:txBody>
        </p:sp>
      </p:grpSp>
      <p:grpSp>
        <p:nvGrpSpPr>
          <p:cNvPr id="117" name="node37"/>
          <p:cNvGrpSpPr/>
          <p:nvPr/>
        </p:nvGrpSpPr>
        <p:grpSpPr>
          <a:xfrm>
            <a:off x="9867900" y="457200"/>
            <a:ext cx="1600200" cy="304800"/>
            <a:chOff x="9867900" y="457200"/>
            <a:chExt cx="1600200" cy="304800"/>
          </a:xfrm>
        </p:grpSpPr>
        <p:sp>
          <p:nvSpPr>
            <p:cNvPr id="68" name="node37.text"/>
            <p:cNvSpPr/>
            <p:nvPr/>
          </p:nvSpPr>
          <p:spPr>
            <a:xfrm>
              <a:off x="9867900" y="457200"/>
              <a:ext cx="16002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Engagement</a:t>
              </a:r>
              <a:endParaRPr lang="en-US" sz="1800" spc="-18" kern="0" b="0" i="0" dirty="0">
                <a:solidFill>
                  <a:srgbClr val="070154"/>
                </a:solidFill>
                <a:latin typeface="IBM Plex Sans SemiBold"/>
                <a:ea typeface="IBM Plex Sans SemiBold"/>
                <a:cs typeface="IBM Plex Sans SemiBold"/>
              </a:endParaRPr>
            </a:p>
          </p:txBody>
        </p:sp>
      </p:grpSp>
      <p:sp>
        <p:nvSpPr>
          <p:cNvPr id="69" name="node38"/>
          <p:cNvSpPr/>
          <p:nvPr/>
        </p:nvSpPr>
        <p:spPr>
          <a:xfrm>
            <a:off x="9867900" y="914400"/>
            <a:ext cx="1600200" cy="19050"/>
          </a:xfrm>
          <a:prstGeom prst="rect">
            <a:avLst/>
          </a:prstGeom>
          <a:solidFill>
            <a:srgbClr val="CED7E6"/>
          </a:solidFill>
          <a:ln>
            <a:noFill/>
          </a:ln>
        </p:spPr>
      </p:sp>
      <p:grpSp>
        <p:nvGrpSpPr>
          <p:cNvPr id="118" name="node39"/>
          <p:cNvGrpSpPr/>
          <p:nvPr/>
        </p:nvGrpSpPr>
        <p:grpSpPr>
          <a:xfrm>
            <a:off x="9867900" y="1143000"/>
            <a:ext cx="1600200" cy="571500"/>
            <a:chOff x="9867900" y="1143000"/>
            <a:chExt cx="1600200" cy="571500"/>
          </a:xfrm>
        </p:grpSpPr>
        <p:sp>
          <p:nvSpPr>
            <p:cNvPr id="70" name="node39.surface"/>
            <p:cNvSpPr/>
            <p:nvPr/>
          </p:nvSpPr>
          <p:spPr>
            <a:xfrm>
              <a:off x="9867900" y="1143000"/>
              <a:ext cx="1600200" cy="571500"/>
            </a:xfrm>
            <a:prstGeom prst="rect">
              <a:avLst/>
            </a:prstGeom>
            <a:solidFill>
              <a:srgbClr val="070154"/>
            </a:solidFill>
            <a:ln>
              <a:noFill/>
            </a:ln>
          </p:spPr>
        </p:sp>
        <p:sp>
          <p:nvSpPr>
            <p:cNvPr id="71" name="node39.text"/>
            <p:cNvSpPr/>
            <p:nvPr/>
          </p:nvSpPr>
          <p:spPr>
            <a:xfrm>
              <a:off x="10020300" y="1314450"/>
              <a:ext cx="1295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Reminders</a:t>
              </a:r>
              <a:endParaRPr lang="en-US" sz="1200" spc="0" kern="0" b="0" i="0" dirty="0">
                <a:solidFill>
                  <a:srgbClr val="FFFFFF"/>
                </a:solidFill>
                <a:latin typeface="IBM Plex Sans"/>
                <a:ea typeface="IBM Plex Sans"/>
                <a:cs typeface="IBM Plex Sans"/>
              </a:endParaRPr>
            </a:p>
          </p:txBody>
        </p:sp>
      </p:grpSp>
      <p:grpSp>
        <p:nvGrpSpPr>
          <p:cNvPr id="119" name="node40"/>
          <p:cNvGrpSpPr/>
          <p:nvPr/>
        </p:nvGrpSpPr>
        <p:grpSpPr>
          <a:xfrm>
            <a:off x="9867900" y="1828800"/>
            <a:ext cx="1600200" cy="571500"/>
            <a:chOff x="9867900" y="1828800"/>
            <a:chExt cx="1600200" cy="571500"/>
          </a:xfrm>
        </p:grpSpPr>
        <p:sp>
          <p:nvSpPr>
            <p:cNvPr id="72" name="node40.surface"/>
            <p:cNvSpPr/>
            <p:nvPr/>
          </p:nvSpPr>
          <p:spPr>
            <a:xfrm>
              <a:off x="9867900" y="1828800"/>
              <a:ext cx="1600200" cy="571500"/>
            </a:xfrm>
            <a:prstGeom prst="rect">
              <a:avLst/>
            </a:prstGeom>
            <a:solidFill>
              <a:srgbClr val="CED7E6"/>
            </a:solidFill>
            <a:ln>
              <a:noFill/>
            </a:ln>
          </p:spPr>
        </p:sp>
        <p:sp>
          <p:nvSpPr>
            <p:cNvPr id="73" name="node40.text"/>
            <p:cNvSpPr/>
            <p:nvPr/>
          </p:nvSpPr>
          <p:spPr>
            <a:xfrm>
              <a:off x="10020300" y="2000250"/>
              <a:ext cx="1295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Proxy access</a:t>
              </a:r>
              <a:endParaRPr lang="en-US" sz="1200" spc="0" kern="0" b="0" i="0" dirty="0">
                <a:solidFill>
                  <a:srgbClr val="070154"/>
                </a:solidFill>
                <a:latin typeface="IBM Plex Sans"/>
                <a:ea typeface="IBM Plex Sans"/>
                <a:cs typeface="IBM Plex Sans"/>
              </a:endParaRPr>
            </a:p>
          </p:txBody>
        </p:sp>
      </p:grpSp>
      <p:grpSp>
        <p:nvGrpSpPr>
          <p:cNvPr id="120" name="node41"/>
          <p:cNvGrpSpPr/>
          <p:nvPr/>
        </p:nvGrpSpPr>
        <p:grpSpPr>
          <a:xfrm>
            <a:off x="9867900" y="2514600"/>
            <a:ext cx="1600200" cy="571500"/>
            <a:chOff x="9867900" y="2514600"/>
            <a:chExt cx="1600200" cy="571500"/>
          </a:xfrm>
        </p:grpSpPr>
        <p:sp>
          <p:nvSpPr>
            <p:cNvPr id="74" name="node41.surface"/>
            <p:cNvSpPr/>
            <p:nvPr/>
          </p:nvSpPr>
          <p:spPr>
            <a:xfrm>
              <a:off x="9867900" y="2514600"/>
              <a:ext cx="1600200" cy="571500"/>
            </a:xfrm>
            <a:prstGeom prst="rect">
              <a:avLst/>
            </a:prstGeom>
            <a:solidFill>
              <a:srgbClr val="E8EEF8"/>
            </a:solidFill>
            <a:ln>
              <a:noFill/>
            </a:ln>
          </p:spPr>
        </p:sp>
        <p:sp>
          <p:nvSpPr>
            <p:cNvPr id="75" name="node41.text"/>
            <p:cNvSpPr/>
            <p:nvPr/>
          </p:nvSpPr>
          <p:spPr>
            <a:xfrm>
              <a:off x="10020300" y="2686050"/>
              <a:ext cx="1295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Feedback surveys</a:t>
              </a:r>
              <a:endParaRPr lang="en-US" sz="1200" spc="0" kern="0" b="0" i="0" dirty="0">
                <a:solidFill>
                  <a:srgbClr val="070154"/>
                </a:solidFill>
                <a:latin typeface="IBM Plex Sans"/>
                <a:ea typeface="IBM Plex Sans"/>
                <a:cs typeface="IBM Plex Sans"/>
              </a:endParaRPr>
            </a:p>
          </p:txBody>
        </p:sp>
      </p:grpSp>
      <p:grpSp>
        <p:nvGrpSpPr>
          <p:cNvPr id="121" name="node42"/>
          <p:cNvGrpSpPr/>
          <p:nvPr/>
        </p:nvGrpSpPr>
        <p:grpSpPr>
          <a:xfrm>
            <a:off x="9867900" y="3200400"/>
            <a:ext cx="1600200" cy="571500"/>
            <a:chOff x="9867900" y="3200400"/>
            <a:chExt cx="1600200" cy="571500"/>
          </a:xfrm>
        </p:grpSpPr>
        <p:sp>
          <p:nvSpPr>
            <p:cNvPr id="76" name="node42.surface"/>
            <p:cNvSpPr/>
            <p:nvPr/>
          </p:nvSpPr>
          <p:spPr>
            <a:xfrm>
              <a:off x="9867900" y="3200400"/>
              <a:ext cx="1600200" cy="571500"/>
            </a:xfrm>
            <a:prstGeom prst="rect">
              <a:avLst/>
            </a:prstGeom>
            <a:solidFill>
              <a:srgbClr val="E8EEF8"/>
            </a:solidFill>
            <a:ln>
              <a:noFill/>
            </a:ln>
          </p:spPr>
        </p:sp>
        <p:sp>
          <p:nvSpPr>
            <p:cNvPr id="77" name="node42.text"/>
            <p:cNvSpPr/>
            <p:nvPr/>
          </p:nvSpPr>
          <p:spPr>
            <a:xfrm>
              <a:off x="10020300" y="3371850"/>
              <a:ext cx="1295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Health content</a:t>
              </a:r>
              <a:endParaRPr lang="en-US" sz="1200" spc="0" kern="0" b="0" i="0" dirty="0">
                <a:solidFill>
                  <a:srgbClr val="070154"/>
                </a:solidFill>
                <a:latin typeface="IBM Plex Sans"/>
                <a:ea typeface="IBM Plex Sans"/>
                <a:cs typeface="IBM Plex Sans"/>
              </a:endParaRPr>
            </a:p>
          </p:txBody>
        </p:sp>
      </p:grpSp>
      <p:grpSp>
        <p:nvGrpSpPr>
          <p:cNvPr id="122" name="node43"/>
          <p:cNvGrpSpPr/>
          <p:nvPr/>
        </p:nvGrpSpPr>
        <p:grpSpPr>
          <a:xfrm>
            <a:off x="9867900" y="3886200"/>
            <a:ext cx="1600200" cy="571500"/>
            <a:chOff x="9867900" y="3886200"/>
            <a:chExt cx="1600200" cy="571500"/>
          </a:xfrm>
        </p:grpSpPr>
        <p:sp>
          <p:nvSpPr>
            <p:cNvPr id="78" name="node43.surface"/>
            <p:cNvSpPr/>
            <p:nvPr/>
          </p:nvSpPr>
          <p:spPr>
            <a:xfrm>
              <a:off x="9874250" y="3892550"/>
              <a:ext cx="1587500" cy="558800"/>
            </a:xfrm>
            <a:prstGeom prst="rect">
              <a:avLst/>
            </a:prstGeom>
            <a:solidFill>
              <a:srgbClr val="FFFFFF"/>
            </a:solidFill>
            <a:ln w="12700">
              <a:solidFill>
                <a:srgbClr val="CED7E6"/>
              </a:solidFill>
              <a:prstDash val="solid"/>
            </a:ln>
          </p:spPr>
        </p:sp>
        <p:sp>
          <p:nvSpPr>
            <p:cNvPr id="79" name="node43.text"/>
            <p:cNvSpPr/>
            <p:nvPr/>
          </p:nvSpPr>
          <p:spPr>
            <a:xfrm>
              <a:off x="10020300" y="3943350"/>
              <a:ext cx="12954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Community programs</a:t>
              </a:r>
              <a:endParaRPr lang="en-US" sz="1200" spc="0" kern="0" b="0" i="0" dirty="0">
                <a:solidFill>
                  <a:srgbClr val="070154"/>
                </a:solidFill>
                <a:latin typeface="IBM Plex Sans"/>
                <a:ea typeface="IBM Plex Sans"/>
                <a:cs typeface="IBM Plex Sans"/>
              </a:endParaRPr>
            </a:p>
          </p:txBody>
        </p:sp>
      </p:grpSp>
      <p:grpSp>
        <p:nvGrpSpPr>
          <p:cNvPr id="123" name="node44"/>
          <p:cNvGrpSpPr/>
          <p:nvPr/>
        </p:nvGrpSpPr>
        <p:grpSpPr>
          <a:xfrm>
            <a:off x="9867900" y="4572000"/>
            <a:ext cx="1600200" cy="571500"/>
            <a:chOff x="9867900" y="4572000"/>
            <a:chExt cx="1600200" cy="571500"/>
          </a:xfrm>
        </p:grpSpPr>
        <p:sp>
          <p:nvSpPr>
            <p:cNvPr id="80" name="node44.surface"/>
            <p:cNvSpPr/>
            <p:nvPr/>
          </p:nvSpPr>
          <p:spPr>
            <a:xfrm>
              <a:off x="9867900" y="4572000"/>
              <a:ext cx="1600200" cy="571500"/>
            </a:xfrm>
            <a:prstGeom prst="rect">
              <a:avLst/>
            </a:prstGeom>
            <a:solidFill>
              <a:srgbClr val="070154"/>
            </a:solidFill>
            <a:ln>
              <a:noFill/>
            </a:ln>
          </p:spPr>
        </p:sp>
        <p:sp>
          <p:nvSpPr>
            <p:cNvPr id="81" name="node44.text"/>
            <p:cNvSpPr/>
            <p:nvPr/>
          </p:nvSpPr>
          <p:spPr>
            <a:xfrm>
              <a:off x="10020300" y="4743450"/>
              <a:ext cx="1295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Notifications</a:t>
              </a:r>
              <a:endParaRPr lang="en-US" sz="1200" spc="0" kern="0" b="0" i="0" dirty="0">
                <a:solidFill>
                  <a:srgbClr val="FFFFFF"/>
                </a:solidFill>
                <a:latin typeface="IBM Plex Sans"/>
                <a:ea typeface="IBM Plex Sans"/>
                <a:cs typeface="IBM Plex Sans"/>
              </a:endParaRPr>
            </a:p>
          </p:txBody>
        </p:sp>
      </p:grpSp>
      <p:grpSp>
        <p:nvGrpSpPr>
          <p:cNvPr id="124" name="node45"/>
          <p:cNvGrpSpPr/>
          <p:nvPr/>
        </p:nvGrpSpPr>
        <p:grpSpPr>
          <a:xfrm>
            <a:off x="9867900" y="5257800"/>
            <a:ext cx="1600200" cy="571500"/>
            <a:chOff x="9867900" y="5257800"/>
            <a:chExt cx="1600200" cy="571500"/>
          </a:xfrm>
        </p:grpSpPr>
        <p:sp>
          <p:nvSpPr>
            <p:cNvPr id="82" name="node45.surface"/>
            <p:cNvSpPr/>
            <p:nvPr/>
          </p:nvSpPr>
          <p:spPr>
            <a:xfrm>
              <a:off x="9874250" y="5264150"/>
              <a:ext cx="1587500" cy="558800"/>
            </a:xfrm>
            <a:prstGeom prst="rect">
              <a:avLst/>
            </a:prstGeom>
            <a:solidFill>
              <a:srgbClr val="FFFFFF"/>
            </a:solidFill>
            <a:ln w="12700">
              <a:solidFill>
                <a:srgbClr val="CED7E6"/>
              </a:solidFill>
              <a:prstDash val="solid"/>
            </a:ln>
          </p:spPr>
        </p:sp>
        <p:sp>
          <p:nvSpPr>
            <p:cNvPr id="83" name="node45.text"/>
            <p:cNvSpPr/>
            <p:nvPr/>
          </p:nvSpPr>
          <p:spPr>
            <a:xfrm>
              <a:off x="10020300" y="5429250"/>
              <a:ext cx="1295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Language choice</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ource-085">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REVENUE CYCLE MODEL</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One model connects customers, capabilities and value</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18</a:t>
            </a:fld>
            <a:endParaRPr lang="en-US" sz="700" spc="0" kern="0" b="0" i="0" dirty="0">
              <a:solidFill>
                <a:srgbClr val="070154"/>
              </a:solidFill>
              <a:latin typeface="IBM Plex Mono SemiBold"/>
              <a:ea typeface="IBM Plex Mono SemiBold"/>
              <a:cs typeface="IBM Plex Mono SemiBold"/>
            </a:endParaRPr>
          </a:p>
        </p:txBody>
      </p:sp>
      <p:grpSp>
        <p:nvGrpSpPr>
          <p:cNvPr id="114" name="node01"/>
          <p:cNvGrpSpPr/>
          <p:nvPr/>
        </p:nvGrpSpPr>
        <p:grpSpPr>
          <a:xfrm>
            <a:off x="723900" y="1600200"/>
            <a:ext cx="1219200" cy="266700"/>
            <a:chOff x="723900" y="1600200"/>
            <a:chExt cx="1219200" cy="266700"/>
          </a:xfrm>
        </p:grpSpPr>
        <p:sp>
          <p:nvSpPr>
            <p:cNvPr id="6" name="node01.text"/>
            <p:cNvSpPr/>
            <p:nvPr/>
          </p:nvSpPr>
          <p:spPr>
            <a:xfrm>
              <a:off x="723900" y="1600200"/>
              <a:ext cx="12192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Customer</a:t>
              </a:r>
              <a:endParaRPr lang="en-US" sz="1400" spc="0" kern="0" b="0" i="0" dirty="0">
                <a:solidFill>
                  <a:srgbClr val="070154"/>
                </a:solidFill>
                <a:latin typeface="IBM Plex Sans"/>
                <a:ea typeface="IBM Plex Sans"/>
                <a:cs typeface="IBM Plex Sans"/>
              </a:endParaRPr>
            </a:p>
          </p:txBody>
        </p:sp>
      </p:grpSp>
      <p:sp>
        <p:nvSpPr>
          <p:cNvPr id="7" name="node02"/>
          <p:cNvSpPr/>
          <p:nvPr/>
        </p:nvSpPr>
        <p:spPr>
          <a:xfrm>
            <a:off x="723900" y="2171700"/>
            <a:ext cx="10744200" cy="9525"/>
          </a:xfrm>
          <a:prstGeom prst="rect">
            <a:avLst/>
          </a:prstGeom>
          <a:solidFill>
            <a:srgbClr val="CED7E6"/>
          </a:solidFill>
          <a:ln>
            <a:noFill/>
          </a:ln>
        </p:spPr>
      </p:sp>
      <p:grpSp>
        <p:nvGrpSpPr>
          <p:cNvPr id="115" name="node03"/>
          <p:cNvGrpSpPr/>
          <p:nvPr/>
        </p:nvGrpSpPr>
        <p:grpSpPr>
          <a:xfrm>
            <a:off x="723900" y="2286000"/>
            <a:ext cx="1219200" cy="266700"/>
            <a:chOff x="723900" y="2286000"/>
            <a:chExt cx="1219200" cy="266700"/>
          </a:xfrm>
        </p:grpSpPr>
        <p:sp>
          <p:nvSpPr>
            <p:cNvPr id="8" name="node03.text"/>
            <p:cNvSpPr/>
            <p:nvPr/>
          </p:nvSpPr>
          <p:spPr>
            <a:xfrm>
              <a:off x="723900" y="2286000"/>
              <a:ext cx="12192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Channels</a:t>
              </a:r>
              <a:endParaRPr lang="en-US" sz="1400" spc="0" kern="0" b="0" i="0" dirty="0">
                <a:solidFill>
                  <a:srgbClr val="070154"/>
                </a:solidFill>
                <a:latin typeface="IBM Plex Sans"/>
                <a:ea typeface="IBM Plex Sans"/>
                <a:cs typeface="IBM Plex Sans"/>
              </a:endParaRPr>
            </a:p>
          </p:txBody>
        </p:sp>
      </p:grpSp>
      <p:sp>
        <p:nvSpPr>
          <p:cNvPr id="9" name="node04"/>
          <p:cNvSpPr/>
          <p:nvPr/>
        </p:nvSpPr>
        <p:spPr>
          <a:xfrm>
            <a:off x="723900" y="2628900"/>
            <a:ext cx="10744200" cy="9525"/>
          </a:xfrm>
          <a:prstGeom prst="rect">
            <a:avLst/>
          </a:prstGeom>
          <a:solidFill>
            <a:srgbClr val="CED7E6"/>
          </a:solidFill>
          <a:ln>
            <a:noFill/>
          </a:ln>
        </p:spPr>
      </p:sp>
      <p:grpSp>
        <p:nvGrpSpPr>
          <p:cNvPr id="116" name="node05"/>
          <p:cNvGrpSpPr/>
          <p:nvPr/>
        </p:nvGrpSpPr>
        <p:grpSpPr>
          <a:xfrm>
            <a:off x="723900" y="2743200"/>
            <a:ext cx="1219200" cy="533400"/>
            <a:chOff x="723900" y="2743200"/>
            <a:chExt cx="1219200" cy="533400"/>
          </a:xfrm>
        </p:grpSpPr>
        <p:sp>
          <p:nvSpPr>
            <p:cNvPr id="10" name="node05.text"/>
            <p:cNvSpPr/>
            <p:nvPr/>
          </p:nvSpPr>
          <p:spPr>
            <a:xfrm>
              <a:off x="723900" y="2743200"/>
              <a:ext cx="12192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Enabling capabilities</a:t>
              </a:r>
              <a:endParaRPr lang="en-US" sz="1400" spc="0" kern="0" b="0" i="0" dirty="0">
                <a:solidFill>
                  <a:srgbClr val="070154"/>
                </a:solidFill>
                <a:latin typeface="IBM Plex Sans"/>
                <a:ea typeface="IBM Plex Sans"/>
                <a:cs typeface="IBM Plex Sans"/>
              </a:endParaRPr>
            </a:p>
          </p:txBody>
        </p:sp>
      </p:grpSp>
      <p:sp>
        <p:nvSpPr>
          <p:cNvPr id="11" name="node06"/>
          <p:cNvSpPr/>
          <p:nvPr/>
        </p:nvSpPr>
        <p:spPr>
          <a:xfrm>
            <a:off x="723900" y="3543300"/>
            <a:ext cx="10744200" cy="9525"/>
          </a:xfrm>
          <a:prstGeom prst="rect">
            <a:avLst/>
          </a:prstGeom>
          <a:solidFill>
            <a:srgbClr val="CED7E6"/>
          </a:solidFill>
          <a:ln>
            <a:noFill/>
          </a:ln>
        </p:spPr>
      </p:sp>
      <p:grpSp>
        <p:nvGrpSpPr>
          <p:cNvPr id="117" name="node07"/>
          <p:cNvGrpSpPr/>
          <p:nvPr/>
        </p:nvGrpSpPr>
        <p:grpSpPr>
          <a:xfrm>
            <a:off x="723900" y="3657600"/>
            <a:ext cx="1219200" cy="533400"/>
            <a:chOff x="723900" y="3657600"/>
            <a:chExt cx="1219200" cy="533400"/>
          </a:xfrm>
        </p:grpSpPr>
        <p:sp>
          <p:nvSpPr>
            <p:cNvPr id="12" name="node07.text"/>
            <p:cNvSpPr/>
            <p:nvPr/>
          </p:nvSpPr>
          <p:spPr>
            <a:xfrm>
              <a:off x="723900" y="3657600"/>
              <a:ext cx="12192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Content and data</a:t>
              </a:r>
              <a:endParaRPr lang="en-US" sz="1400" spc="0" kern="0" b="0" i="0" dirty="0">
                <a:solidFill>
                  <a:srgbClr val="070154"/>
                </a:solidFill>
                <a:latin typeface="IBM Plex Sans"/>
                <a:ea typeface="IBM Plex Sans"/>
                <a:cs typeface="IBM Plex Sans"/>
              </a:endParaRPr>
            </a:p>
          </p:txBody>
        </p:sp>
      </p:grpSp>
      <p:sp>
        <p:nvSpPr>
          <p:cNvPr id="13" name="node08"/>
          <p:cNvSpPr/>
          <p:nvPr/>
        </p:nvSpPr>
        <p:spPr>
          <a:xfrm>
            <a:off x="723900" y="4229100"/>
            <a:ext cx="10744200" cy="9525"/>
          </a:xfrm>
          <a:prstGeom prst="rect">
            <a:avLst/>
          </a:prstGeom>
          <a:solidFill>
            <a:srgbClr val="CED7E6"/>
          </a:solidFill>
          <a:ln>
            <a:noFill/>
          </a:ln>
        </p:spPr>
      </p:sp>
      <p:grpSp>
        <p:nvGrpSpPr>
          <p:cNvPr id="118" name="node09"/>
          <p:cNvGrpSpPr/>
          <p:nvPr/>
        </p:nvGrpSpPr>
        <p:grpSpPr>
          <a:xfrm>
            <a:off x="723900" y="4343400"/>
            <a:ext cx="1219200" cy="533400"/>
            <a:chOff x="723900" y="4343400"/>
            <a:chExt cx="1219200" cy="533400"/>
          </a:xfrm>
        </p:grpSpPr>
        <p:sp>
          <p:nvSpPr>
            <p:cNvPr id="14" name="node09.text"/>
            <p:cNvSpPr/>
            <p:nvPr/>
          </p:nvSpPr>
          <p:spPr>
            <a:xfrm>
              <a:off x="723900" y="4343400"/>
              <a:ext cx="12192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Operating model</a:t>
              </a:r>
              <a:endParaRPr lang="en-US" sz="1400" spc="0" kern="0" b="0" i="0" dirty="0">
                <a:solidFill>
                  <a:srgbClr val="070154"/>
                </a:solidFill>
                <a:latin typeface="IBM Plex Sans"/>
                <a:ea typeface="IBM Plex Sans"/>
                <a:cs typeface="IBM Plex Sans"/>
              </a:endParaRPr>
            </a:p>
          </p:txBody>
        </p:sp>
      </p:grpSp>
      <p:sp>
        <p:nvSpPr>
          <p:cNvPr id="15" name="node10"/>
          <p:cNvSpPr/>
          <p:nvPr/>
        </p:nvSpPr>
        <p:spPr>
          <a:xfrm>
            <a:off x="723900" y="4914900"/>
            <a:ext cx="10744200" cy="9525"/>
          </a:xfrm>
          <a:prstGeom prst="rect">
            <a:avLst/>
          </a:prstGeom>
          <a:solidFill>
            <a:srgbClr val="CED7E6"/>
          </a:solidFill>
          <a:ln>
            <a:noFill/>
          </a:ln>
        </p:spPr>
      </p:sp>
      <p:grpSp>
        <p:nvGrpSpPr>
          <p:cNvPr id="119" name="node11"/>
          <p:cNvGrpSpPr/>
          <p:nvPr/>
        </p:nvGrpSpPr>
        <p:grpSpPr>
          <a:xfrm>
            <a:off x="723900" y="5029200"/>
            <a:ext cx="1219200" cy="266700"/>
            <a:chOff x="723900" y="5029200"/>
            <a:chExt cx="1219200" cy="266700"/>
          </a:xfrm>
        </p:grpSpPr>
        <p:sp>
          <p:nvSpPr>
            <p:cNvPr id="16" name="node11.text"/>
            <p:cNvSpPr/>
            <p:nvPr/>
          </p:nvSpPr>
          <p:spPr>
            <a:xfrm>
              <a:off x="723900" y="5029200"/>
              <a:ext cx="12192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Value drivers</a:t>
              </a:r>
              <a:endParaRPr lang="en-US" sz="1400" spc="0" kern="0" b="0" i="0" dirty="0">
                <a:solidFill>
                  <a:srgbClr val="070154"/>
                </a:solidFill>
                <a:latin typeface="IBM Plex Sans"/>
                <a:ea typeface="IBM Plex Sans"/>
                <a:cs typeface="IBM Plex Sans"/>
              </a:endParaRPr>
            </a:p>
          </p:txBody>
        </p:sp>
      </p:grpSp>
      <p:grpSp>
        <p:nvGrpSpPr>
          <p:cNvPr id="120" name="node12"/>
          <p:cNvGrpSpPr/>
          <p:nvPr/>
        </p:nvGrpSpPr>
        <p:grpSpPr>
          <a:xfrm>
            <a:off x="2247900" y="5067300"/>
            <a:ext cx="2667000" cy="228600"/>
            <a:chOff x="2247900" y="5067300"/>
            <a:chExt cx="2667000" cy="228600"/>
          </a:xfrm>
        </p:grpSpPr>
        <p:sp>
          <p:nvSpPr>
            <p:cNvPr id="17" name="node12.text"/>
            <p:cNvSpPr/>
            <p:nvPr/>
          </p:nvSpPr>
          <p:spPr>
            <a:xfrm>
              <a:off x="2247900" y="5067300"/>
              <a:ext cx="2667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Cash acceleration</a:t>
              </a:r>
              <a:endParaRPr lang="en-US" sz="1200" spc="0" kern="0" b="0" i="0" dirty="0">
                <a:solidFill>
                  <a:srgbClr val="070154"/>
                </a:solidFill>
                <a:latin typeface="IBM Plex Sans"/>
                <a:ea typeface="IBM Plex Sans"/>
                <a:cs typeface="IBM Plex Sans"/>
              </a:endParaRPr>
            </a:p>
          </p:txBody>
        </p:sp>
      </p:grpSp>
      <p:grpSp>
        <p:nvGrpSpPr>
          <p:cNvPr id="121" name="node13"/>
          <p:cNvGrpSpPr/>
          <p:nvPr/>
        </p:nvGrpSpPr>
        <p:grpSpPr>
          <a:xfrm>
            <a:off x="2247900" y="5295900"/>
            <a:ext cx="2667000" cy="228600"/>
            <a:chOff x="2247900" y="5295900"/>
            <a:chExt cx="2667000" cy="228600"/>
          </a:xfrm>
        </p:grpSpPr>
        <p:sp>
          <p:nvSpPr>
            <p:cNvPr id="18" name="node13.text"/>
            <p:cNvSpPr/>
            <p:nvPr/>
          </p:nvSpPr>
          <p:spPr>
            <a:xfrm>
              <a:off x="2247900" y="5295900"/>
              <a:ext cx="2667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 Days in A/R</a:t>
              </a:r>
              <a:endParaRPr lang="en-US" sz="1200" spc="0" kern="0" b="0" i="0" dirty="0">
                <a:solidFill>
                  <a:srgbClr val="070154"/>
                </a:solidFill>
                <a:latin typeface="IBM Plex Sans"/>
                <a:ea typeface="IBM Plex Sans"/>
                <a:cs typeface="IBM Plex Sans"/>
              </a:endParaRPr>
            </a:p>
          </p:txBody>
        </p:sp>
      </p:grpSp>
      <p:grpSp>
        <p:nvGrpSpPr>
          <p:cNvPr id="122" name="node14"/>
          <p:cNvGrpSpPr/>
          <p:nvPr/>
        </p:nvGrpSpPr>
        <p:grpSpPr>
          <a:xfrm>
            <a:off x="2247900" y="5524500"/>
            <a:ext cx="2667000" cy="228600"/>
            <a:chOff x="2247900" y="5524500"/>
            <a:chExt cx="2667000" cy="228600"/>
          </a:xfrm>
        </p:grpSpPr>
        <p:sp>
          <p:nvSpPr>
            <p:cNvPr id="19" name="node14.text"/>
            <p:cNvSpPr/>
            <p:nvPr/>
          </p:nvSpPr>
          <p:spPr>
            <a:xfrm>
              <a:off x="2247900" y="5524500"/>
              <a:ext cx="2667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 Clean-claim rate</a:t>
              </a:r>
              <a:endParaRPr lang="en-US" sz="1200" spc="0" kern="0" b="0" i="0" dirty="0">
                <a:solidFill>
                  <a:srgbClr val="070154"/>
                </a:solidFill>
                <a:latin typeface="IBM Plex Sans"/>
                <a:ea typeface="IBM Plex Sans"/>
                <a:cs typeface="IBM Plex Sans"/>
              </a:endParaRPr>
            </a:p>
          </p:txBody>
        </p:sp>
      </p:grpSp>
      <p:grpSp>
        <p:nvGrpSpPr>
          <p:cNvPr id="123" name="node15"/>
          <p:cNvGrpSpPr/>
          <p:nvPr/>
        </p:nvGrpSpPr>
        <p:grpSpPr>
          <a:xfrm>
            <a:off x="5448300" y="5067300"/>
            <a:ext cx="2667000" cy="228600"/>
            <a:chOff x="5448300" y="5067300"/>
            <a:chExt cx="2667000" cy="228600"/>
          </a:xfrm>
        </p:grpSpPr>
        <p:sp>
          <p:nvSpPr>
            <p:cNvPr id="20" name="node15.text"/>
            <p:cNvSpPr/>
            <p:nvPr/>
          </p:nvSpPr>
          <p:spPr>
            <a:xfrm>
              <a:off x="5448300" y="5067300"/>
              <a:ext cx="2667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Cost to collect</a:t>
              </a:r>
              <a:endParaRPr lang="en-US" sz="1200" spc="0" kern="0" b="0" i="0" dirty="0">
                <a:solidFill>
                  <a:srgbClr val="070154"/>
                </a:solidFill>
                <a:latin typeface="IBM Plex Sans"/>
                <a:ea typeface="IBM Plex Sans"/>
                <a:cs typeface="IBM Plex Sans"/>
              </a:endParaRPr>
            </a:p>
          </p:txBody>
        </p:sp>
      </p:grpSp>
      <p:grpSp>
        <p:nvGrpSpPr>
          <p:cNvPr id="124" name="node16"/>
          <p:cNvGrpSpPr/>
          <p:nvPr/>
        </p:nvGrpSpPr>
        <p:grpSpPr>
          <a:xfrm>
            <a:off x="5448300" y="5295900"/>
            <a:ext cx="2667000" cy="228600"/>
            <a:chOff x="5448300" y="5295900"/>
            <a:chExt cx="2667000" cy="228600"/>
          </a:xfrm>
        </p:grpSpPr>
        <p:sp>
          <p:nvSpPr>
            <p:cNvPr id="21" name="node16.text"/>
            <p:cNvSpPr/>
            <p:nvPr/>
          </p:nvSpPr>
          <p:spPr>
            <a:xfrm>
              <a:off x="5448300" y="5295900"/>
              <a:ext cx="2667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 Touches per account</a:t>
              </a:r>
              <a:endParaRPr lang="en-US" sz="1200" spc="0" kern="0" b="0" i="0" dirty="0">
                <a:solidFill>
                  <a:srgbClr val="070154"/>
                </a:solidFill>
                <a:latin typeface="IBM Plex Sans"/>
                <a:ea typeface="IBM Plex Sans"/>
                <a:cs typeface="IBM Plex Sans"/>
              </a:endParaRPr>
            </a:p>
          </p:txBody>
        </p:sp>
      </p:grpSp>
      <p:grpSp>
        <p:nvGrpSpPr>
          <p:cNvPr id="125" name="node17"/>
          <p:cNvGrpSpPr/>
          <p:nvPr/>
        </p:nvGrpSpPr>
        <p:grpSpPr>
          <a:xfrm>
            <a:off x="5448300" y="5524500"/>
            <a:ext cx="2667000" cy="228600"/>
            <a:chOff x="5448300" y="5524500"/>
            <a:chExt cx="2667000" cy="228600"/>
          </a:xfrm>
        </p:grpSpPr>
        <p:sp>
          <p:nvSpPr>
            <p:cNvPr id="22" name="node17.text"/>
            <p:cNvSpPr/>
            <p:nvPr/>
          </p:nvSpPr>
          <p:spPr>
            <a:xfrm>
              <a:off x="5448300" y="5524500"/>
              <a:ext cx="2667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 Rework volume</a:t>
              </a:r>
              <a:endParaRPr lang="en-US" sz="1200" spc="0" kern="0" b="0" i="0" dirty="0">
                <a:solidFill>
                  <a:srgbClr val="070154"/>
                </a:solidFill>
                <a:latin typeface="IBM Plex Sans"/>
                <a:ea typeface="IBM Plex Sans"/>
                <a:cs typeface="IBM Plex Sans"/>
              </a:endParaRPr>
            </a:p>
          </p:txBody>
        </p:sp>
      </p:grpSp>
      <p:grpSp>
        <p:nvGrpSpPr>
          <p:cNvPr id="126" name="node18"/>
          <p:cNvGrpSpPr/>
          <p:nvPr/>
        </p:nvGrpSpPr>
        <p:grpSpPr>
          <a:xfrm>
            <a:off x="8648700" y="5067300"/>
            <a:ext cx="2667000" cy="228600"/>
            <a:chOff x="8648700" y="5067300"/>
            <a:chExt cx="2667000" cy="228600"/>
          </a:xfrm>
        </p:grpSpPr>
        <p:sp>
          <p:nvSpPr>
            <p:cNvPr id="23" name="node18.text"/>
            <p:cNvSpPr/>
            <p:nvPr/>
          </p:nvSpPr>
          <p:spPr>
            <a:xfrm>
              <a:off x="8648700" y="5067300"/>
              <a:ext cx="2667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Patient experience</a:t>
              </a:r>
              <a:endParaRPr lang="en-US" sz="1200" spc="0" kern="0" b="0" i="0" dirty="0">
                <a:solidFill>
                  <a:srgbClr val="070154"/>
                </a:solidFill>
                <a:latin typeface="IBM Plex Sans"/>
                <a:ea typeface="IBM Plex Sans"/>
                <a:cs typeface="IBM Plex Sans"/>
              </a:endParaRPr>
            </a:p>
          </p:txBody>
        </p:sp>
      </p:grpSp>
      <p:grpSp>
        <p:nvGrpSpPr>
          <p:cNvPr id="127" name="node19"/>
          <p:cNvGrpSpPr/>
          <p:nvPr/>
        </p:nvGrpSpPr>
        <p:grpSpPr>
          <a:xfrm>
            <a:off x="8648700" y="5295900"/>
            <a:ext cx="2667000" cy="228600"/>
            <a:chOff x="8648700" y="5295900"/>
            <a:chExt cx="2667000" cy="228600"/>
          </a:xfrm>
        </p:grpSpPr>
        <p:sp>
          <p:nvSpPr>
            <p:cNvPr id="24" name="node19.text"/>
            <p:cNvSpPr/>
            <p:nvPr/>
          </p:nvSpPr>
          <p:spPr>
            <a:xfrm>
              <a:off x="8648700" y="5295900"/>
              <a:ext cx="2667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 Billing clarity</a:t>
              </a:r>
              <a:endParaRPr lang="en-US" sz="1200" spc="0" kern="0" b="0" i="0" dirty="0">
                <a:solidFill>
                  <a:srgbClr val="070154"/>
                </a:solidFill>
                <a:latin typeface="IBM Plex Sans"/>
                <a:ea typeface="IBM Plex Sans"/>
                <a:cs typeface="IBM Plex Sans"/>
              </a:endParaRPr>
            </a:p>
          </p:txBody>
        </p:sp>
      </p:grpSp>
      <p:grpSp>
        <p:nvGrpSpPr>
          <p:cNvPr id="128" name="node20"/>
          <p:cNvGrpSpPr/>
          <p:nvPr/>
        </p:nvGrpSpPr>
        <p:grpSpPr>
          <a:xfrm>
            <a:off x="8648700" y="5524500"/>
            <a:ext cx="2667000" cy="228600"/>
            <a:chOff x="8648700" y="5524500"/>
            <a:chExt cx="2667000" cy="228600"/>
          </a:xfrm>
        </p:grpSpPr>
        <p:sp>
          <p:nvSpPr>
            <p:cNvPr id="25" name="node20.text"/>
            <p:cNvSpPr/>
            <p:nvPr/>
          </p:nvSpPr>
          <p:spPr>
            <a:xfrm>
              <a:off x="8648700" y="5524500"/>
              <a:ext cx="2667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 Pay-by-text uptake</a:t>
              </a:r>
              <a:endParaRPr lang="en-US" sz="1200" spc="0" kern="0" b="0" i="0" dirty="0">
                <a:solidFill>
                  <a:srgbClr val="070154"/>
                </a:solidFill>
                <a:latin typeface="IBM Plex Sans"/>
                <a:ea typeface="IBM Plex Sans"/>
                <a:cs typeface="IBM Plex Sans"/>
              </a:endParaRPr>
            </a:p>
          </p:txBody>
        </p:sp>
      </p:grpSp>
      <p:grpSp>
        <p:nvGrpSpPr>
          <p:cNvPr id="129" name="node21"/>
          <p:cNvGrpSpPr/>
          <p:nvPr/>
        </p:nvGrpSpPr>
        <p:grpSpPr>
          <a:xfrm>
            <a:off x="2095500" y="1581150"/>
            <a:ext cx="9372600" cy="457200"/>
            <a:chOff x="2095500" y="1581150"/>
            <a:chExt cx="9372600" cy="457200"/>
          </a:xfrm>
        </p:grpSpPr>
        <p:sp>
          <p:nvSpPr>
            <p:cNvPr id="26" name="node21.rows.slot-001.cells.slot-001.surface"/>
            <p:cNvSpPr/>
            <p:nvPr/>
          </p:nvSpPr>
          <p:spPr>
            <a:xfrm>
              <a:off x="2095500" y="1600200"/>
              <a:ext cx="3098800" cy="190500"/>
            </a:xfrm>
            <a:prstGeom prst="rect">
              <a:avLst/>
            </a:prstGeom>
            <a:solidFill>
              <a:srgbClr val="070154"/>
            </a:solidFill>
            <a:ln>
              <a:noFill/>
            </a:ln>
          </p:spPr>
        </p:sp>
        <p:sp>
          <p:nvSpPr>
            <p:cNvPr id="27" name="node21.rows.slot-001.cells.slot-001.text"/>
            <p:cNvSpPr/>
            <p:nvPr/>
          </p:nvSpPr>
          <p:spPr>
            <a:xfrm>
              <a:off x="2146300" y="1581150"/>
              <a:ext cx="29972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Patients</a:t>
              </a:r>
              <a:endParaRPr lang="en-US" sz="1200" spc="0" kern="0" b="0" i="0" dirty="0">
                <a:solidFill>
                  <a:srgbClr val="FFFFFF"/>
                </a:solidFill>
                <a:latin typeface="IBM Plex Sans"/>
                <a:ea typeface="IBM Plex Sans"/>
                <a:cs typeface="IBM Plex Sans"/>
              </a:endParaRPr>
            </a:p>
          </p:txBody>
        </p:sp>
        <p:sp>
          <p:nvSpPr>
            <p:cNvPr id="28" name="node21.rows.slot-001.cells.slot-002.surface"/>
            <p:cNvSpPr/>
            <p:nvPr/>
          </p:nvSpPr>
          <p:spPr>
            <a:xfrm>
              <a:off x="5232400" y="1600200"/>
              <a:ext cx="3098800" cy="190500"/>
            </a:xfrm>
            <a:prstGeom prst="rect">
              <a:avLst/>
            </a:prstGeom>
            <a:solidFill>
              <a:srgbClr val="070154"/>
            </a:solidFill>
            <a:ln>
              <a:noFill/>
            </a:ln>
          </p:spPr>
        </p:sp>
        <p:sp>
          <p:nvSpPr>
            <p:cNvPr id="29" name="node21.rows.slot-001.cells.slot-002.text"/>
            <p:cNvSpPr/>
            <p:nvPr/>
          </p:nvSpPr>
          <p:spPr>
            <a:xfrm>
              <a:off x="5283200" y="1581150"/>
              <a:ext cx="29972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Payers</a:t>
              </a:r>
              <a:endParaRPr lang="en-US" sz="1200" spc="0" kern="0" b="0" i="0" dirty="0">
                <a:solidFill>
                  <a:srgbClr val="FFFFFF"/>
                </a:solidFill>
                <a:latin typeface="IBM Plex Sans"/>
                <a:ea typeface="IBM Plex Sans"/>
                <a:cs typeface="IBM Plex Sans"/>
              </a:endParaRPr>
            </a:p>
          </p:txBody>
        </p:sp>
        <p:sp>
          <p:nvSpPr>
            <p:cNvPr id="30" name="node21.rows.slot-001.cells.slot-003.surface"/>
            <p:cNvSpPr/>
            <p:nvPr/>
          </p:nvSpPr>
          <p:spPr>
            <a:xfrm>
              <a:off x="8369300" y="1600200"/>
              <a:ext cx="3098800" cy="190500"/>
            </a:xfrm>
            <a:prstGeom prst="rect">
              <a:avLst/>
            </a:prstGeom>
            <a:solidFill>
              <a:srgbClr val="070154"/>
            </a:solidFill>
            <a:ln>
              <a:noFill/>
            </a:ln>
          </p:spPr>
        </p:sp>
        <p:sp>
          <p:nvSpPr>
            <p:cNvPr id="31" name="node21.rows.slot-001.cells.slot-003.text"/>
            <p:cNvSpPr/>
            <p:nvPr/>
          </p:nvSpPr>
          <p:spPr>
            <a:xfrm>
              <a:off x="8420100" y="1581150"/>
              <a:ext cx="29972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Employers</a:t>
              </a:r>
              <a:endParaRPr lang="en-US" sz="1200" spc="0" kern="0" b="0" i="0" dirty="0">
                <a:solidFill>
                  <a:srgbClr val="FFFFFF"/>
                </a:solidFill>
                <a:latin typeface="IBM Plex Sans"/>
                <a:ea typeface="IBM Plex Sans"/>
                <a:cs typeface="IBM Plex Sans"/>
              </a:endParaRPr>
            </a:p>
          </p:txBody>
        </p:sp>
        <p:sp>
          <p:nvSpPr>
            <p:cNvPr id="32" name="node21.rows.slot-002.cells.slot-001.surface"/>
            <p:cNvSpPr/>
            <p:nvPr/>
          </p:nvSpPr>
          <p:spPr>
            <a:xfrm>
              <a:off x="2095500" y="1828800"/>
              <a:ext cx="3098800" cy="190500"/>
            </a:xfrm>
            <a:prstGeom prst="rect">
              <a:avLst/>
            </a:prstGeom>
            <a:solidFill>
              <a:srgbClr val="CED7E6"/>
            </a:solidFill>
            <a:ln>
              <a:noFill/>
            </a:ln>
          </p:spPr>
        </p:sp>
        <p:sp>
          <p:nvSpPr>
            <p:cNvPr id="33" name="node21.rows.slot-002.cells.slot-001.text"/>
            <p:cNvSpPr/>
            <p:nvPr/>
          </p:nvSpPr>
          <p:spPr>
            <a:xfrm>
              <a:off x="2146300" y="1809750"/>
              <a:ext cx="29972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Self-pay · small balance</a:t>
              </a:r>
              <a:endParaRPr lang="en-US" sz="1200" spc="0" kern="0" b="0" i="0" dirty="0">
                <a:solidFill>
                  <a:srgbClr val="070154"/>
                </a:solidFill>
                <a:latin typeface="IBM Plex Sans"/>
                <a:ea typeface="IBM Plex Sans"/>
                <a:cs typeface="IBM Plex Sans"/>
              </a:endParaRPr>
            </a:p>
          </p:txBody>
        </p:sp>
        <p:sp>
          <p:nvSpPr>
            <p:cNvPr id="34" name="node21.rows.slot-002.cells.slot-002.surface"/>
            <p:cNvSpPr/>
            <p:nvPr/>
          </p:nvSpPr>
          <p:spPr>
            <a:xfrm>
              <a:off x="5232400" y="1828800"/>
              <a:ext cx="3098800" cy="190500"/>
            </a:xfrm>
            <a:prstGeom prst="rect">
              <a:avLst/>
            </a:prstGeom>
            <a:solidFill>
              <a:srgbClr val="CED7E6"/>
            </a:solidFill>
            <a:ln>
              <a:noFill/>
            </a:ln>
          </p:spPr>
        </p:sp>
        <p:sp>
          <p:nvSpPr>
            <p:cNvPr id="35" name="node21.rows.slot-002.cells.slot-002.text"/>
            <p:cNvSpPr/>
            <p:nvPr/>
          </p:nvSpPr>
          <p:spPr>
            <a:xfrm>
              <a:off x="5283200" y="1809750"/>
              <a:ext cx="29972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Commercial · large</a:t>
              </a:r>
              <a:endParaRPr lang="en-US" sz="1200" spc="0" kern="0" b="0" i="0" dirty="0">
                <a:solidFill>
                  <a:srgbClr val="070154"/>
                </a:solidFill>
                <a:latin typeface="IBM Plex Sans"/>
                <a:ea typeface="IBM Plex Sans"/>
                <a:cs typeface="IBM Plex Sans"/>
              </a:endParaRPr>
            </a:p>
          </p:txBody>
        </p:sp>
        <p:sp>
          <p:nvSpPr>
            <p:cNvPr id="36" name="node21.rows.slot-002.cells.slot-003.surface"/>
            <p:cNvSpPr/>
            <p:nvPr/>
          </p:nvSpPr>
          <p:spPr>
            <a:xfrm>
              <a:off x="8369300" y="1828800"/>
              <a:ext cx="3098800" cy="190500"/>
            </a:xfrm>
            <a:prstGeom prst="rect">
              <a:avLst/>
            </a:prstGeom>
            <a:solidFill>
              <a:srgbClr val="CED7E6"/>
            </a:solidFill>
            <a:ln>
              <a:noFill/>
            </a:ln>
          </p:spPr>
        </p:sp>
        <p:sp>
          <p:nvSpPr>
            <p:cNvPr id="37" name="node21.rows.slot-002.cells.slot-003.text"/>
            <p:cNvSpPr/>
            <p:nvPr/>
          </p:nvSpPr>
          <p:spPr>
            <a:xfrm>
              <a:off x="8420100" y="1809750"/>
              <a:ext cx="29972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Government · largest</a:t>
              </a:r>
              <a:endParaRPr lang="en-US" sz="1200" spc="0" kern="0" b="0" i="0" dirty="0">
                <a:solidFill>
                  <a:srgbClr val="070154"/>
                </a:solidFill>
                <a:latin typeface="IBM Plex Sans"/>
                <a:ea typeface="IBM Plex Sans"/>
                <a:cs typeface="IBM Plex Sans"/>
              </a:endParaRPr>
            </a:p>
          </p:txBody>
        </p:sp>
      </p:grpSp>
      <p:grpSp>
        <p:nvGrpSpPr>
          <p:cNvPr id="130" name="node22"/>
          <p:cNvGrpSpPr/>
          <p:nvPr/>
        </p:nvGrpSpPr>
        <p:grpSpPr>
          <a:xfrm>
            <a:off x="2095500" y="2286000"/>
            <a:ext cx="9372600" cy="228600"/>
            <a:chOff x="2095500" y="2286000"/>
            <a:chExt cx="9372600" cy="228600"/>
          </a:xfrm>
        </p:grpSpPr>
        <p:sp>
          <p:nvSpPr>
            <p:cNvPr id="38" name="node22.rows.slot-001.cells.slot-001.surface"/>
            <p:cNvSpPr/>
            <p:nvPr/>
          </p:nvSpPr>
          <p:spPr>
            <a:xfrm>
              <a:off x="2101850" y="2292350"/>
              <a:ext cx="1293586" cy="215900"/>
            </a:xfrm>
            <a:prstGeom prst="rect">
              <a:avLst/>
            </a:prstGeom>
            <a:solidFill>
              <a:srgbClr val="FFFFFF"/>
            </a:solidFill>
            <a:ln w="12700">
              <a:solidFill>
                <a:srgbClr val="CED7E6"/>
              </a:solidFill>
              <a:prstDash val="solid"/>
            </a:ln>
          </p:spPr>
        </p:sp>
        <p:sp>
          <p:nvSpPr>
            <p:cNvPr id="39" name="node22.rows.slot-001.cells.slot-001.text"/>
            <p:cNvSpPr/>
            <p:nvPr/>
          </p:nvSpPr>
          <p:spPr>
            <a:xfrm>
              <a:off x="2146300" y="2286000"/>
              <a:ext cx="1204686"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Portal</a:t>
              </a:r>
              <a:endParaRPr lang="en-US" sz="1200" spc="0" kern="0" b="0" i="0" dirty="0">
                <a:solidFill>
                  <a:srgbClr val="070154"/>
                </a:solidFill>
                <a:latin typeface="IBM Plex Sans"/>
                <a:ea typeface="IBM Plex Sans"/>
                <a:cs typeface="IBM Plex Sans"/>
              </a:endParaRPr>
            </a:p>
          </p:txBody>
        </p:sp>
        <p:sp>
          <p:nvSpPr>
            <p:cNvPr id="40" name="node22.rows.slot-001.cells.slot-002.surface"/>
            <p:cNvSpPr/>
            <p:nvPr/>
          </p:nvSpPr>
          <p:spPr>
            <a:xfrm>
              <a:off x="3446236" y="2292350"/>
              <a:ext cx="1293586" cy="215900"/>
            </a:xfrm>
            <a:prstGeom prst="rect">
              <a:avLst/>
            </a:prstGeom>
            <a:solidFill>
              <a:srgbClr val="FFFFFF"/>
            </a:solidFill>
            <a:ln w="12700">
              <a:solidFill>
                <a:srgbClr val="CED7E6"/>
              </a:solidFill>
              <a:prstDash val="solid"/>
            </a:ln>
          </p:spPr>
        </p:sp>
        <p:sp>
          <p:nvSpPr>
            <p:cNvPr id="41" name="node22.rows.slot-001.cells.slot-002.text"/>
            <p:cNvSpPr/>
            <p:nvPr/>
          </p:nvSpPr>
          <p:spPr>
            <a:xfrm>
              <a:off x="3490686" y="2286000"/>
              <a:ext cx="1204686"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Phone</a:t>
              </a:r>
              <a:endParaRPr lang="en-US" sz="1200" spc="0" kern="0" b="0" i="0" dirty="0">
                <a:solidFill>
                  <a:srgbClr val="070154"/>
                </a:solidFill>
                <a:latin typeface="IBM Plex Sans"/>
                <a:ea typeface="IBM Plex Sans"/>
                <a:cs typeface="IBM Plex Sans"/>
              </a:endParaRPr>
            </a:p>
          </p:txBody>
        </p:sp>
        <p:sp>
          <p:nvSpPr>
            <p:cNvPr id="42" name="node22.rows.slot-001.cells.slot-003.surface"/>
            <p:cNvSpPr/>
            <p:nvPr/>
          </p:nvSpPr>
          <p:spPr>
            <a:xfrm>
              <a:off x="4790621" y="2292350"/>
              <a:ext cx="1293586" cy="215900"/>
            </a:xfrm>
            <a:prstGeom prst="rect">
              <a:avLst/>
            </a:prstGeom>
            <a:solidFill>
              <a:srgbClr val="FFFFFF"/>
            </a:solidFill>
            <a:ln w="12700">
              <a:solidFill>
                <a:srgbClr val="CED7E6"/>
              </a:solidFill>
              <a:prstDash val="solid"/>
            </a:ln>
          </p:spPr>
        </p:sp>
        <p:sp>
          <p:nvSpPr>
            <p:cNvPr id="43" name="node22.rows.slot-001.cells.slot-003.text"/>
            <p:cNvSpPr/>
            <p:nvPr/>
          </p:nvSpPr>
          <p:spPr>
            <a:xfrm>
              <a:off x="4835071" y="2286000"/>
              <a:ext cx="1204686"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Text</a:t>
              </a:r>
              <a:endParaRPr lang="en-US" sz="1200" spc="0" kern="0" b="0" i="0" dirty="0">
                <a:solidFill>
                  <a:srgbClr val="070154"/>
                </a:solidFill>
                <a:latin typeface="IBM Plex Sans"/>
                <a:ea typeface="IBM Plex Sans"/>
                <a:cs typeface="IBM Plex Sans"/>
              </a:endParaRPr>
            </a:p>
          </p:txBody>
        </p:sp>
        <p:sp>
          <p:nvSpPr>
            <p:cNvPr id="44" name="node22.rows.slot-001.cells.slot-004.surface"/>
            <p:cNvSpPr/>
            <p:nvPr/>
          </p:nvSpPr>
          <p:spPr>
            <a:xfrm>
              <a:off x="6135007" y="2292350"/>
              <a:ext cx="1293586" cy="215900"/>
            </a:xfrm>
            <a:prstGeom prst="rect">
              <a:avLst/>
            </a:prstGeom>
            <a:solidFill>
              <a:srgbClr val="FFFFFF"/>
            </a:solidFill>
            <a:ln w="12700">
              <a:solidFill>
                <a:srgbClr val="CED7E6"/>
              </a:solidFill>
              <a:prstDash val="solid"/>
            </a:ln>
          </p:spPr>
        </p:sp>
        <p:sp>
          <p:nvSpPr>
            <p:cNvPr id="45" name="node22.rows.slot-001.cells.slot-004.text"/>
            <p:cNvSpPr/>
            <p:nvPr/>
          </p:nvSpPr>
          <p:spPr>
            <a:xfrm>
              <a:off x="6179457" y="2286000"/>
              <a:ext cx="1204686"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Email</a:t>
              </a:r>
              <a:endParaRPr lang="en-US" sz="1200" spc="0" kern="0" b="0" i="0" dirty="0">
                <a:solidFill>
                  <a:srgbClr val="070154"/>
                </a:solidFill>
                <a:latin typeface="IBM Plex Sans"/>
                <a:ea typeface="IBM Plex Sans"/>
                <a:cs typeface="IBM Plex Sans"/>
              </a:endParaRPr>
            </a:p>
          </p:txBody>
        </p:sp>
        <p:sp>
          <p:nvSpPr>
            <p:cNvPr id="46" name="node22.rows.slot-001.cells.slot-005.surface"/>
            <p:cNvSpPr/>
            <p:nvPr/>
          </p:nvSpPr>
          <p:spPr>
            <a:xfrm>
              <a:off x="7479393" y="2292350"/>
              <a:ext cx="1293586" cy="215900"/>
            </a:xfrm>
            <a:prstGeom prst="rect">
              <a:avLst/>
            </a:prstGeom>
            <a:solidFill>
              <a:srgbClr val="FFFFFF"/>
            </a:solidFill>
            <a:ln w="12700">
              <a:solidFill>
                <a:srgbClr val="CED7E6"/>
              </a:solidFill>
              <a:prstDash val="solid"/>
            </a:ln>
          </p:spPr>
        </p:sp>
        <p:sp>
          <p:nvSpPr>
            <p:cNvPr id="47" name="node22.rows.slot-001.cells.slot-005.text"/>
            <p:cNvSpPr/>
            <p:nvPr/>
          </p:nvSpPr>
          <p:spPr>
            <a:xfrm>
              <a:off x="7523843" y="2286000"/>
              <a:ext cx="1204686"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Mail</a:t>
              </a:r>
              <a:endParaRPr lang="en-US" sz="1200" spc="0" kern="0" b="0" i="0" dirty="0">
                <a:solidFill>
                  <a:srgbClr val="070154"/>
                </a:solidFill>
                <a:latin typeface="IBM Plex Sans"/>
                <a:ea typeface="IBM Plex Sans"/>
                <a:cs typeface="IBM Plex Sans"/>
              </a:endParaRPr>
            </a:p>
          </p:txBody>
        </p:sp>
        <p:sp>
          <p:nvSpPr>
            <p:cNvPr id="48" name="node22.rows.slot-001.cells.slot-006.surface"/>
            <p:cNvSpPr/>
            <p:nvPr/>
          </p:nvSpPr>
          <p:spPr>
            <a:xfrm>
              <a:off x="8823779" y="2292350"/>
              <a:ext cx="1293586" cy="215900"/>
            </a:xfrm>
            <a:prstGeom prst="rect">
              <a:avLst/>
            </a:prstGeom>
            <a:solidFill>
              <a:srgbClr val="FFFFFF"/>
            </a:solidFill>
            <a:ln w="12700">
              <a:solidFill>
                <a:srgbClr val="CED7E6"/>
              </a:solidFill>
              <a:prstDash val="solid"/>
            </a:ln>
          </p:spPr>
        </p:sp>
        <p:sp>
          <p:nvSpPr>
            <p:cNvPr id="49" name="node22.rows.slot-001.cells.slot-006.text"/>
            <p:cNvSpPr/>
            <p:nvPr/>
          </p:nvSpPr>
          <p:spPr>
            <a:xfrm>
              <a:off x="8868229" y="2286000"/>
              <a:ext cx="1204686"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Kiosk</a:t>
              </a:r>
              <a:endParaRPr lang="en-US" sz="1200" spc="0" kern="0" b="0" i="0" dirty="0">
                <a:solidFill>
                  <a:srgbClr val="070154"/>
                </a:solidFill>
                <a:latin typeface="IBM Plex Sans"/>
                <a:ea typeface="IBM Plex Sans"/>
                <a:cs typeface="IBM Plex Sans"/>
              </a:endParaRPr>
            </a:p>
          </p:txBody>
        </p:sp>
        <p:sp>
          <p:nvSpPr>
            <p:cNvPr id="50" name="node22.rows.slot-001.cells.slot-007.surface"/>
            <p:cNvSpPr/>
            <p:nvPr/>
          </p:nvSpPr>
          <p:spPr>
            <a:xfrm>
              <a:off x="10168164" y="2292350"/>
              <a:ext cx="1293586" cy="215900"/>
            </a:xfrm>
            <a:prstGeom prst="rect">
              <a:avLst/>
            </a:prstGeom>
            <a:solidFill>
              <a:srgbClr val="FFFFFF"/>
            </a:solidFill>
            <a:ln w="12700">
              <a:solidFill>
                <a:srgbClr val="CED7E6"/>
              </a:solidFill>
              <a:prstDash val="solid"/>
            </a:ln>
          </p:spPr>
        </p:sp>
        <p:sp>
          <p:nvSpPr>
            <p:cNvPr id="51" name="node22.rows.slot-001.cells.slot-007.text"/>
            <p:cNvSpPr/>
            <p:nvPr/>
          </p:nvSpPr>
          <p:spPr>
            <a:xfrm>
              <a:off x="10212614" y="2286000"/>
              <a:ext cx="1204686"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In person</a:t>
              </a:r>
              <a:endParaRPr lang="en-US" sz="1200" spc="0" kern="0" b="0" i="0" dirty="0">
                <a:solidFill>
                  <a:srgbClr val="070154"/>
                </a:solidFill>
                <a:latin typeface="IBM Plex Sans"/>
                <a:ea typeface="IBM Plex Sans"/>
                <a:cs typeface="IBM Plex Sans"/>
              </a:endParaRPr>
            </a:p>
          </p:txBody>
        </p:sp>
      </p:grpSp>
      <p:grpSp>
        <p:nvGrpSpPr>
          <p:cNvPr id="131" name="node23"/>
          <p:cNvGrpSpPr/>
          <p:nvPr/>
        </p:nvGrpSpPr>
        <p:grpSpPr>
          <a:xfrm>
            <a:off x="2095500" y="2724150"/>
            <a:ext cx="9372600" cy="685800"/>
            <a:chOff x="2095500" y="2724150"/>
            <a:chExt cx="9372600" cy="685800"/>
          </a:xfrm>
        </p:grpSpPr>
        <p:sp>
          <p:nvSpPr>
            <p:cNvPr id="52" name="node23.rows.slot-001.cells.slot-001.surface"/>
            <p:cNvSpPr/>
            <p:nvPr/>
          </p:nvSpPr>
          <p:spPr>
            <a:xfrm>
              <a:off x="2095500" y="2743200"/>
              <a:ext cx="3098800" cy="190500"/>
            </a:xfrm>
            <a:prstGeom prst="rect">
              <a:avLst/>
            </a:prstGeom>
            <a:solidFill>
              <a:srgbClr val="CED7E6"/>
            </a:solidFill>
            <a:ln>
              <a:noFill/>
            </a:ln>
          </p:spPr>
        </p:sp>
        <p:sp>
          <p:nvSpPr>
            <p:cNvPr id="53" name="node23.rows.slot-001.cells.slot-001.text"/>
            <p:cNvSpPr/>
            <p:nvPr/>
          </p:nvSpPr>
          <p:spPr>
            <a:xfrm>
              <a:off x="2146300" y="2724150"/>
              <a:ext cx="29972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Eligibility and intake</a:t>
              </a:r>
              <a:endParaRPr lang="en-US" sz="1200" spc="0" kern="0" b="0" i="0" dirty="0">
                <a:solidFill>
                  <a:srgbClr val="070154"/>
                </a:solidFill>
                <a:latin typeface="IBM Plex Sans"/>
                <a:ea typeface="IBM Plex Sans"/>
                <a:cs typeface="IBM Plex Sans"/>
              </a:endParaRPr>
            </a:p>
          </p:txBody>
        </p:sp>
        <p:sp>
          <p:nvSpPr>
            <p:cNvPr id="54" name="node23.rows.slot-001.cells.slot-002.surface"/>
            <p:cNvSpPr/>
            <p:nvPr/>
          </p:nvSpPr>
          <p:spPr>
            <a:xfrm>
              <a:off x="5232400" y="2743200"/>
              <a:ext cx="3098800" cy="190500"/>
            </a:xfrm>
            <a:prstGeom prst="rect">
              <a:avLst/>
            </a:prstGeom>
            <a:solidFill>
              <a:srgbClr val="CED7E6"/>
            </a:solidFill>
            <a:ln>
              <a:noFill/>
            </a:ln>
          </p:spPr>
        </p:sp>
        <p:sp>
          <p:nvSpPr>
            <p:cNvPr id="55" name="node23.rows.slot-001.cells.slot-002.text"/>
            <p:cNvSpPr/>
            <p:nvPr/>
          </p:nvSpPr>
          <p:spPr>
            <a:xfrm>
              <a:off x="5283200" y="2724150"/>
              <a:ext cx="29972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Charge capture</a:t>
              </a:r>
              <a:endParaRPr lang="en-US" sz="1200" spc="0" kern="0" b="0" i="0" dirty="0">
                <a:solidFill>
                  <a:srgbClr val="070154"/>
                </a:solidFill>
                <a:latin typeface="IBM Plex Sans"/>
                <a:ea typeface="IBM Plex Sans"/>
                <a:cs typeface="IBM Plex Sans"/>
              </a:endParaRPr>
            </a:p>
          </p:txBody>
        </p:sp>
        <p:sp>
          <p:nvSpPr>
            <p:cNvPr id="56" name="node23.rows.slot-001.cells.slot-003.surface"/>
            <p:cNvSpPr/>
            <p:nvPr/>
          </p:nvSpPr>
          <p:spPr>
            <a:xfrm>
              <a:off x="8369300" y="2743200"/>
              <a:ext cx="3098800" cy="190500"/>
            </a:xfrm>
            <a:prstGeom prst="rect">
              <a:avLst/>
            </a:prstGeom>
            <a:solidFill>
              <a:srgbClr val="CED7E6"/>
            </a:solidFill>
            <a:ln>
              <a:noFill/>
            </a:ln>
          </p:spPr>
        </p:sp>
        <p:sp>
          <p:nvSpPr>
            <p:cNvPr id="57" name="node23.rows.slot-001.cells.slot-003.text"/>
            <p:cNvSpPr/>
            <p:nvPr/>
          </p:nvSpPr>
          <p:spPr>
            <a:xfrm>
              <a:off x="8420100" y="2724150"/>
              <a:ext cx="29972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Claim status tracking</a:t>
              </a:r>
              <a:endParaRPr lang="en-US" sz="1200" spc="0" kern="0" b="0" i="0" dirty="0">
                <a:solidFill>
                  <a:srgbClr val="070154"/>
                </a:solidFill>
                <a:latin typeface="IBM Plex Sans"/>
                <a:ea typeface="IBM Plex Sans"/>
                <a:cs typeface="IBM Plex Sans"/>
              </a:endParaRPr>
            </a:p>
          </p:txBody>
        </p:sp>
        <p:sp>
          <p:nvSpPr>
            <p:cNvPr id="58" name="node23.rows.slot-002.cells.slot-001.surface"/>
            <p:cNvSpPr/>
            <p:nvPr/>
          </p:nvSpPr>
          <p:spPr>
            <a:xfrm>
              <a:off x="2095500" y="2971800"/>
              <a:ext cx="3098800" cy="190500"/>
            </a:xfrm>
            <a:prstGeom prst="rect">
              <a:avLst/>
            </a:prstGeom>
            <a:solidFill>
              <a:srgbClr val="E8EEF8"/>
            </a:solidFill>
            <a:ln>
              <a:noFill/>
            </a:ln>
          </p:spPr>
        </p:sp>
        <p:sp>
          <p:nvSpPr>
            <p:cNvPr id="59" name="node23.rows.slot-002.cells.slot-001.text"/>
            <p:cNvSpPr/>
            <p:nvPr/>
          </p:nvSpPr>
          <p:spPr>
            <a:xfrm>
              <a:off x="2146300" y="2952750"/>
              <a:ext cx="29972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Registration and scheduling</a:t>
              </a:r>
              <a:endParaRPr lang="en-US" sz="1200" spc="0" kern="0" b="0" i="0" dirty="0">
                <a:solidFill>
                  <a:srgbClr val="070154"/>
                </a:solidFill>
                <a:latin typeface="IBM Plex Sans"/>
                <a:ea typeface="IBM Plex Sans"/>
                <a:cs typeface="IBM Plex Sans"/>
              </a:endParaRPr>
            </a:p>
          </p:txBody>
        </p:sp>
        <p:sp>
          <p:nvSpPr>
            <p:cNvPr id="60" name="node23.rows.slot-002.cells.slot-002.surface"/>
            <p:cNvSpPr/>
            <p:nvPr/>
          </p:nvSpPr>
          <p:spPr>
            <a:xfrm>
              <a:off x="5232400" y="2971800"/>
              <a:ext cx="3098800" cy="190500"/>
            </a:xfrm>
            <a:prstGeom prst="rect">
              <a:avLst/>
            </a:prstGeom>
            <a:solidFill>
              <a:srgbClr val="E8EEF8"/>
            </a:solidFill>
            <a:ln>
              <a:noFill/>
            </a:ln>
          </p:spPr>
        </p:sp>
        <p:sp>
          <p:nvSpPr>
            <p:cNvPr id="61" name="node23.rows.slot-002.cells.slot-002.text"/>
            <p:cNvSpPr/>
            <p:nvPr/>
          </p:nvSpPr>
          <p:spPr>
            <a:xfrm>
              <a:off x="5283200" y="2952750"/>
              <a:ext cx="29972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Coding and edits</a:t>
              </a:r>
              <a:endParaRPr lang="en-US" sz="1200" spc="0" kern="0" b="0" i="0" dirty="0">
                <a:solidFill>
                  <a:srgbClr val="070154"/>
                </a:solidFill>
                <a:latin typeface="IBM Plex Sans"/>
                <a:ea typeface="IBM Plex Sans"/>
                <a:cs typeface="IBM Plex Sans"/>
              </a:endParaRPr>
            </a:p>
          </p:txBody>
        </p:sp>
        <p:sp>
          <p:nvSpPr>
            <p:cNvPr id="62" name="node23.rows.slot-002.cells.slot-003.surface"/>
            <p:cNvSpPr/>
            <p:nvPr/>
          </p:nvSpPr>
          <p:spPr>
            <a:xfrm>
              <a:off x="8369300" y="2971800"/>
              <a:ext cx="3098800" cy="190500"/>
            </a:xfrm>
            <a:prstGeom prst="rect">
              <a:avLst/>
            </a:prstGeom>
            <a:solidFill>
              <a:srgbClr val="E8EEF8"/>
            </a:solidFill>
            <a:ln>
              <a:noFill/>
            </a:ln>
          </p:spPr>
        </p:sp>
        <p:sp>
          <p:nvSpPr>
            <p:cNvPr id="63" name="node23.rows.slot-002.cells.slot-003.text"/>
            <p:cNvSpPr/>
            <p:nvPr/>
          </p:nvSpPr>
          <p:spPr>
            <a:xfrm>
              <a:off x="8420100" y="2952750"/>
              <a:ext cx="29972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Denial workflow</a:t>
              </a:r>
              <a:endParaRPr lang="en-US" sz="1200" spc="0" kern="0" b="0" i="0" dirty="0">
                <a:solidFill>
                  <a:srgbClr val="070154"/>
                </a:solidFill>
                <a:latin typeface="IBM Plex Sans"/>
                <a:ea typeface="IBM Plex Sans"/>
                <a:cs typeface="IBM Plex Sans"/>
              </a:endParaRPr>
            </a:p>
          </p:txBody>
        </p:sp>
        <p:sp>
          <p:nvSpPr>
            <p:cNvPr id="64" name="node23.rows.slot-003.cells.slot-001.surface"/>
            <p:cNvSpPr/>
            <p:nvPr/>
          </p:nvSpPr>
          <p:spPr>
            <a:xfrm>
              <a:off x="2095500" y="3200400"/>
              <a:ext cx="9372600" cy="190500"/>
            </a:xfrm>
            <a:prstGeom prst="rect">
              <a:avLst/>
            </a:prstGeom>
            <a:solidFill>
              <a:srgbClr val="070154"/>
            </a:solidFill>
            <a:ln>
              <a:noFill/>
            </a:ln>
          </p:spPr>
        </p:sp>
        <p:sp>
          <p:nvSpPr>
            <p:cNvPr id="65" name="node23.rows.slot-003.cells.slot-001.text"/>
            <p:cNvSpPr/>
            <p:nvPr/>
          </p:nvSpPr>
          <p:spPr>
            <a:xfrm>
              <a:off x="2146300" y="3181350"/>
              <a:ext cx="92710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Patient accounting platform</a:t>
              </a:r>
              <a:endParaRPr lang="en-US" sz="1200" spc="0" kern="0" b="0" i="0" dirty="0">
                <a:solidFill>
                  <a:srgbClr val="FFFFFF"/>
                </a:solidFill>
                <a:latin typeface="IBM Plex Sans"/>
                <a:ea typeface="IBM Plex Sans"/>
                <a:cs typeface="IBM Plex Sans"/>
              </a:endParaRPr>
            </a:p>
          </p:txBody>
        </p:sp>
      </p:grpSp>
      <p:grpSp>
        <p:nvGrpSpPr>
          <p:cNvPr id="132" name="node24"/>
          <p:cNvGrpSpPr/>
          <p:nvPr/>
        </p:nvGrpSpPr>
        <p:grpSpPr>
          <a:xfrm>
            <a:off x="2095500" y="3638550"/>
            <a:ext cx="9372600" cy="457200"/>
            <a:chOff x="2095500" y="3638550"/>
            <a:chExt cx="9372600" cy="457200"/>
          </a:xfrm>
        </p:grpSpPr>
        <p:sp>
          <p:nvSpPr>
            <p:cNvPr id="66" name="node24.rows.slot-001.cells.slot-001.surface"/>
            <p:cNvSpPr/>
            <p:nvPr/>
          </p:nvSpPr>
          <p:spPr>
            <a:xfrm>
              <a:off x="2095500" y="3657600"/>
              <a:ext cx="4667250" cy="190500"/>
            </a:xfrm>
            <a:prstGeom prst="rect">
              <a:avLst/>
            </a:prstGeom>
            <a:solidFill>
              <a:srgbClr val="E8EEF8"/>
            </a:solidFill>
            <a:ln>
              <a:noFill/>
            </a:ln>
          </p:spPr>
        </p:sp>
        <p:sp>
          <p:nvSpPr>
            <p:cNvPr id="67" name="node24.rows.slot-001.cells.slot-001.text"/>
            <p:cNvSpPr/>
            <p:nvPr/>
          </p:nvSpPr>
          <p:spPr>
            <a:xfrm>
              <a:off x="2146300" y="3638550"/>
              <a:ext cx="456565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Enterprise data platform</a:t>
              </a:r>
              <a:endParaRPr lang="en-US" sz="1200" spc="0" kern="0" b="0" i="0" dirty="0">
                <a:solidFill>
                  <a:srgbClr val="070154"/>
                </a:solidFill>
                <a:latin typeface="IBM Plex Sans"/>
                <a:ea typeface="IBM Plex Sans"/>
                <a:cs typeface="IBM Plex Sans"/>
              </a:endParaRPr>
            </a:p>
          </p:txBody>
        </p:sp>
        <p:sp>
          <p:nvSpPr>
            <p:cNvPr id="68" name="node24.rows.slot-001.cells.slot-002.surface"/>
            <p:cNvSpPr/>
            <p:nvPr/>
          </p:nvSpPr>
          <p:spPr>
            <a:xfrm>
              <a:off x="6800850" y="3657600"/>
              <a:ext cx="4667250" cy="190500"/>
            </a:xfrm>
            <a:prstGeom prst="rect">
              <a:avLst/>
            </a:prstGeom>
            <a:solidFill>
              <a:srgbClr val="E8EEF8"/>
            </a:solidFill>
            <a:ln>
              <a:noFill/>
            </a:ln>
          </p:spPr>
        </p:sp>
        <p:sp>
          <p:nvSpPr>
            <p:cNvPr id="69" name="node24.rows.slot-001.cells.slot-002.text"/>
            <p:cNvSpPr/>
            <p:nvPr/>
          </p:nvSpPr>
          <p:spPr>
            <a:xfrm>
              <a:off x="6851650" y="3638550"/>
              <a:ext cx="456565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Revenue analytics</a:t>
              </a:r>
              <a:endParaRPr lang="en-US" sz="1200" spc="0" kern="0" b="0" i="0" dirty="0">
                <a:solidFill>
                  <a:srgbClr val="070154"/>
                </a:solidFill>
                <a:latin typeface="IBM Plex Sans"/>
                <a:ea typeface="IBM Plex Sans"/>
                <a:cs typeface="IBM Plex Sans"/>
              </a:endParaRPr>
            </a:p>
          </p:txBody>
        </p:sp>
        <p:sp>
          <p:nvSpPr>
            <p:cNvPr id="70" name="node24.rows.slot-002.cells.slot-001.surface"/>
            <p:cNvSpPr/>
            <p:nvPr/>
          </p:nvSpPr>
          <p:spPr>
            <a:xfrm>
              <a:off x="2101850" y="3892550"/>
              <a:ext cx="1293586" cy="177800"/>
            </a:xfrm>
            <a:prstGeom prst="rect">
              <a:avLst/>
            </a:prstGeom>
            <a:solidFill>
              <a:srgbClr val="FFFFFF"/>
            </a:solidFill>
            <a:ln w="12700">
              <a:solidFill>
                <a:srgbClr val="CED7E6"/>
              </a:solidFill>
              <a:prstDash val="solid"/>
            </a:ln>
          </p:spPr>
        </p:sp>
        <p:sp>
          <p:nvSpPr>
            <p:cNvPr id="71" name="node24.rows.slot-002.cells.slot-001.text"/>
            <p:cNvSpPr/>
            <p:nvPr/>
          </p:nvSpPr>
          <p:spPr>
            <a:xfrm>
              <a:off x="2146300" y="3867150"/>
              <a:ext cx="1204686"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Patient</a:t>
              </a:r>
              <a:endParaRPr lang="en-US" sz="1200" spc="0" kern="0" b="0" i="0" dirty="0">
                <a:solidFill>
                  <a:srgbClr val="070154"/>
                </a:solidFill>
                <a:latin typeface="IBM Plex Sans"/>
                <a:ea typeface="IBM Plex Sans"/>
                <a:cs typeface="IBM Plex Sans"/>
              </a:endParaRPr>
            </a:p>
          </p:txBody>
        </p:sp>
        <p:sp>
          <p:nvSpPr>
            <p:cNvPr id="72" name="node24.rows.slot-002.cells.slot-002.surface"/>
            <p:cNvSpPr/>
            <p:nvPr/>
          </p:nvSpPr>
          <p:spPr>
            <a:xfrm>
              <a:off x="3446236" y="3892550"/>
              <a:ext cx="1293586" cy="177800"/>
            </a:xfrm>
            <a:prstGeom prst="rect">
              <a:avLst/>
            </a:prstGeom>
            <a:solidFill>
              <a:srgbClr val="FFFFFF"/>
            </a:solidFill>
            <a:ln w="12700">
              <a:solidFill>
                <a:srgbClr val="CED7E6"/>
              </a:solidFill>
              <a:prstDash val="solid"/>
            </a:ln>
          </p:spPr>
        </p:sp>
        <p:sp>
          <p:nvSpPr>
            <p:cNvPr id="73" name="node24.rows.slot-002.cells.slot-002.text"/>
            <p:cNvSpPr/>
            <p:nvPr/>
          </p:nvSpPr>
          <p:spPr>
            <a:xfrm>
              <a:off x="3490686" y="3867150"/>
              <a:ext cx="1204686"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Charge</a:t>
              </a:r>
              <a:endParaRPr lang="en-US" sz="1200" spc="0" kern="0" b="0" i="0" dirty="0">
                <a:solidFill>
                  <a:srgbClr val="070154"/>
                </a:solidFill>
                <a:latin typeface="IBM Plex Sans"/>
                <a:ea typeface="IBM Plex Sans"/>
                <a:cs typeface="IBM Plex Sans"/>
              </a:endParaRPr>
            </a:p>
          </p:txBody>
        </p:sp>
        <p:sp>
          <p:nvSpPr>
            <p:cNvPr id="74" name="node24.rows.slot-002.cells.slot-003.surface"/>
            <p:cNvSpPr/>
            <p:nvPr/>
          </p:nvSpPr>
          <p:spPr>
            <a:xfrm>
              <a:off x="4790621" y="3892550"/>
              <a:ext cx="1293586" cy="177800"/>
            </a:xfrm>
            <a:prstGeom prst="rect">
              <a:avLst/>
            </a:prstGeom>
            <a:solidFill>
              <a:srgbClr val="FFFFFF"/>
            </a:solidFill>
            <a:ln w="12700">
              <a:solidFill>
                <a:srgbClr val="CED7E6"/>
              </a:solidFill>
              <a:prstDash val="solid"/>
            </a:ln>
          </p:spPr>
        </p:sp>
        <p:sp>
          <p:nvSpPr>
            <p:cNvPr id="75" name="node24.rows.slot-002.cells.slot-003.text"/>
            <p:cNvSpPr/>
            <p:nvPr/>
          </p:nvSpPr>
          <p:spPr>
            <a:xfrm>
              <a:off x="4835071" y="3867150"/>
              <a:ext cx="1204686"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Contract</a:t>
              </a:r>
              <a:endParaRPr lang="en-US" sz="1200" spc="0" kern="0" b="0" i="0" dirty="0">
                <a:solidFill>
                  <a:srgbClr val="070154"/>
                </a:solidFill>
                <a:latin typeface="IBM Plex Sans"/>
                <a:ea typeface="IBM Plex Sans"/>
                <a:cs typeface="IBM Plex Sans"/>
              </a:endParaRPr>
            </a:p>
          </p:txBody>
        </p:sp>
        <p:sp>
          <p:nvSpPr>
            <p:cNvPr id="76" name="node24.rows.slot-002.cells.slot-004.surface"/>
            <p:cNvSpPr/>
            <p:nvPr/>
          </p:nvSpPr>
          <p:spPr>
            <a:xfrm>
              <a:off x="6135007" y="3892550"/>
              <a:ext cx="1293586" cy="177800"/>
            </a:xfrm>
            <a:prstGeom prst="rect">
              <a:avLst/>
            </a:prstGeom>
            <a:solidFill>
              <a:srgbClr val="FFFFFF"/>
            </a:solidFill>
            <a:ln w="12700">
              <a:solidFill>
                <a:srgbClr val="CED7E6"/>
              </a:solidFill>
              <a:prstDash val="solid"/>
            </a:ln>
          </p:spPr>
        </p:sp>
        <p:sp>
          <p:nvSpPr>
            <p:cNvPr id="77" name="node24.rows.slot-002.cells.slot-004.text"/>
            <p:cNvSpPr/>
            <p:nvPr/>
          </p:nvSpPr>
          <p:spPr>
            <a:xfrm>
              <a:off x="6179457" y="3867150"/>
              <a:ext cx="1204686"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Remit</a:t>
              </a:r>
              <a:endParaRPr lang="en-US" sz="1200" spc="0" kern="0" b="0" i="0" dirty="0">
                <a:solidFill>
                  <a:srgbClr val="070154"/>
                </a:solidFill>
                <a:latin typeface="IBM Plex Sans"/>
                <a:ea typeface="IBM Plex Sans"/>
                <a:cs typeface="IBM Plex Sans"/>
              </a:endParaRPr>
            </a:p>
          </p:txBody>
        </p:sp>
        <p:sp>
          <p:nvSpPr>
            <p:cNvPr id="78" name="node24.rows.slot-002.cells.slot-005.surface"/>
            <p:cNvSpPr/>
            <p:nvPr/>
          </p:nvSpPr>
          <p:spPr>
            <a:xfrm>
              <a:off x="7479393" y="3892550"/>
              <a:ext cx="1293586" cy="177800"/>
            </a:xfrm>
            <a:prstGeom prst="rect">
              <a:avLst/>
            </a:prstGeom>
            <a:solidFill>
              <a:srgbClr val="FFFFFF"/>
            </a:solidFill>
            <a:ln w="12700">
              <a:solidFill>
                <a:srgbClr val="CED7E6"/>
              </a:solidFill>
              <a:prstDash val="solid"/>
            </a:ln>
          </p:spPr>
        </p:sp>
        <p:sp>
          <p:nvSpPr>
            <p:cNvPr id="79" name="node24.rows.slot-002.cells.slot-005.text"/>
            <p:cNvSpPr/>
            <p:nvPr/>
          </p:nvSpPr>
          <p:spPr>
            <a:xfrm>
              <a:off x="7523843" y="3867150"/>
              <a:ext cx="1204686"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Statement</a:t>
              </a:r>
              <a:endParaRPr lang="en-US" sz="1200" spc="0" kern="0" b="0" i="0" dirty="0">
                <a:solidFill>
                  <a:srgbClr val="070154"/>
                </a:solidFill>
                <a:latin typeface="IBM Plex Sans"/>
                <a:ea typeface="IBM Plex Sans"/>
                <a:cs typeface="IBM Plex Sans"/>
              </a:endParaRPr>
            </a:p>
          </p:txBody>
        </p:sp>
        <p:sp>
          <p:nvSpPr>
            <p:cNvPr id="80" name="node24.rows.slot-002.cells.slot-006.surface"/>
            <p:cNvSpPr/>
            <p:nvPr/>
          </p:nvSpPr>
          <p:spPr>
            <a:xfrm>
              <a:off x="8823779" y="3892550"/>
              <a:ext cx="1293586" cy="177800"/>
            </a:xfrm>
            <a:prstGeom prst="rect">
              <a:avLst/>
            </a:prstGeom>
            <a:solidFill>
              <a:srgbClr val="FFFFFF"/>
            </a:solidFill>
            <a:ln w="12700">
              <a:solidFill>
                <a:srgbClr val="CED7E6"/>
              </a:solidFill>
              <a:prstDash val="solid"/>
            </a:ln>
          </p:spPr>
        </p:sp>
        <p:sp>
          <p:nvSpPr>
            <p:cNvPr id="81" name="node24.rows.slot-002.cells.slot-006.text"/>
            <p:cNvSpPr/>
            <p:nvPr/>
          </p:nvSpPr>
          <p:spPr>
            <a:xfrm>
              <a:off x="8868229" y="3867150"/>
              <a:ext cx="1204686"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Payroll</a:t>
              </a:r>
              <a:endParaRPr lang="en-US" sz="1200" spc="0" kern="0" b="0" i="0" dirty="0">
                <a:solidFill>
                  <a:srgbClr val="070154"/>
                </a:solidFill>
                <a:latin typeface="IBM Plex Sans"/>
                <a:ea typeface="IBM Plex Sans"/>
                <a:cs typeface="IBM Plex Sans"/>
              </a:endParaRPr>
            </a:p>
          </p:txBody>
        </p:sp>
        <p:sp>
          <p:nvSpPr>
            <p:cNvPr id="82" name="node24.rows.slot-002.cells.slot-007.surface"/>
            <p:cNvSpPr/>
            <p:nvPr/>
          </p:nvSpPr>
          <p:spPr>
            <a:xfrm>
              <a:off x="10168164" y="3892550"/>
              <a:ext cx="1293586" cy="177800"/>
            </a:xfrm>
            <a:prstGeom prst="rect">
              <a:avLst/>
            </a:prstGeom>
            <a:solidFill>
              <a:srgbClr val="FFFFFF"/>
            </a:solidFill>
            <a:ln w="12700">
              <a:solidFill>
                <a:srgbClr val="CED7E6"/>
              </a:solidFill>
              <a:prstDash val="solid"/>
            </a:ln>
          </p:spPr>
        </p:sp>
        <p:sp>
          <p:nvSpPr>
            <p:cNvPr id="83" name="node24.rows.slot-002.cells.slot-007.text"/>
            <p:cNvSpPr/>
            <p:nvPr/>
          </p:nvSpPr>
          <p:spPr>
            <a:xfrm>
              <a:off x="10212614" y="3867150"/>
              <a:ext cx="1204686"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Ledger</a:t>
              </a:r>
              <a:endParaRPr lang="en-US" sz="1200" spc="0" kern="0" b="0" i="0" dirty="0">
                <a:solidFill>
                  <a:srgbClr val="070154"/>
                </a:solidFill>
                <a:latin typeface="IBM Plex Sans"/>
                <a:ea typeface="IBM Plex Sans"/>
                <a:cs typeface="IBM Plex Sans"/>
              </a:endParaRPr>
            </a:p>
          </p:txBody>
        </p:sp>
      </p:grpSp>
      <p:grpSp>
        <p:nvGrpSpPr>
          <p:cNvPr id="133" name="node25"/>
          <p:cNvGrpSpPr/>
          <p:nvPr/>
        </p:nvGrpSpPr>
        <p:grpSpPr>
          <a:xfrm>
            <a:off x="2095500" y="4324350"/>
            <a:ext cx="9372600" cy="457200"/>
            <a:chOff x="2095500" y="4324350"/>
            <a:chExt cx="9372600" cy="457200"/>
          </a:xfrm>
        </p:grpSpPr>
        <p:sp>
          <p:nvSpPr>
            <p:cNvPr id="84" name="node25.rows.slot-001.cells.slot-001.surface"/>
            <p:cNvSpPr/>
            <p:nvPr/>
          </p:nvSpPr>
          <p:spPr>
            <a:xfrm>
              <a:off x="2101850" y="4349750"/>
              <a:ext cx="3086100" cy="177800"/>
            </a:xfrm>
            <a:prstGeom prst="rect">
              <a:avLst/>
            </a:prstGeom>
            <a:solidFill>
              <a:srgbClr val="FFFFFF"/>
            </a:solidFill>
            <a:ln w="12700">
              <a:solidFill>
                <a:srgbClr val="CED7E6"/>
              </a:solidFill>
              <a:prstDash val="solid"/>
            </a:ln>
          </p:spPr>
        </p:sp>
        <p:sp>
          <p:nvSpPr>
            <p:cNvPr id="85" name="node25.rows.slot-001.cells.slot-001.text"/>
            <p:cNvSpPr/>
            <p:nvPr/>
          </p:nvSpPr>
          <p:spPr>
            <a:xfrm>
              <a:off x="2146300" y="4324350"/>
              <a:ext cx="29972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Integrated channels</a:t>
              </a:r>
              <a:endParaRPr lang="en-US" sz="1200" spc="0" kern="0" b="0" i="0" dirty="0">
                <a:solidFill>
                  <a:srgbClr val="070154"/>
                </a:solidFill>
                <a:latin typeface="IBM Plex Sans"/>
                <a:ea typeface="IBM Plex Sans"/>
                <a:cs typeface="IBM Plex Sans"/>
              </a:endParaRPr>
            </a:p>
          </p:txBody>
        </p:sp>
        <p:sp>
          <p:nvSpPr>
            <p:cNvPr id="86" name="node25.rows.slot-001.cells.slot-002.surface"/>
            <p:cNvSpPr/>
            <p:nvPr/>
          </p:nvSpPr>
          <p:spPr>
            <a:xfrm>
              <a:off x="5238750" y="4349750"/>
              <a:ext cx="3086100" cy="177800"/>
            </a:xfrm>
            <a:prstGeom prst="rect">
              <a:avLst/>
            </a:prstGeom>
            <a:solidFill>
              <a:srgbClr val="FFFFFF"/>
            </a:solidFill>
            <a:ln w="12700">
              <a:solidFill>
                <a:srgbClr val="CED7E6"/>
              </a:solidFill>
              <a:prstDash val="solid"/>
            </a:ln>
          </p:spPr>
        </p:sp>
        <p:sp>
          <p:nvSpPr>
            <p:cNvPr id="87" name="node25.rows.slot-001.cells.slot-002.text"/>
            <p:cNvSpPr/>
            <p:nvPr/>
          </p:nvSpPr>
          <p:spPr>
            <a:xfrm>
              <a:off x="5283200" y="4324350"/>
              <a:ext cx="29972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Revenue management</a:t>
              </a:r>
              <a:endParaRPr lang="en-US" sz="1200" spc="0" kern="0" b="0" i="0" dirty="0">
                <a:solidFill>
                  <a:srgbClr val="070154"/>
                </a:solidFill>
                <a:latin typeface="IBM Plex Sans"/>
                <a:ea typeface="IBM Plex Sans"/>
                <a:cs typeface="IBM Plex Sans"/>
              </a:endParaRPr>
            </a:p>
          </p:txBody>
        </p:sp>
        <p:sp>
          <p:nvSpPr>
            <p:cNvPr id="88" name="node25.rows.slot-001.cells.slot-003.surface"/>
            <p:cNvSpPr/>
            <p:nvPr/>
          </p:nvSpPr>
          <p:spPr>
            <a:xfrm>
              <a:off x="8375650" y="4349750"/>
              <a:ext cx="3086100" cy="177800"/>
            </a:xfrm>
            <a:prstGeom prst="rect">
              <a:avLst/>
            </a:prstGeom>
            <a:solidFill>
              <a:srgbClr val="FFFFFF"/>
            </a:solidFill>
            <a:ln w="12700">
              <a:solidFill>
                <a:srgbClr val="CED7E6"/>
              </a:solidFill>
              <a:prstDash val="solid"/>
            </a:ln>
          </p:spPr>
        </p:sp>
        <p:sp>
          <p:nvSpPr>
            <p:cNvPr id="89" name="node25.rows.slot-001.cells.slot-003.text"/>
            <p:cNvSpPr/>
            <p:nvPr/>
          </p:nvSpPr>
          <p:spPr>
            <a:xfrm>
              <a:off x="8420100" y="4324350"/>
              <a:ext cx="29972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Organizational agility</a:t>
              </a:r>
              <a:endParaRPr lang="en-US" sz="1200" spc="0" kern="0" b="0" i="0" dirty="0">
                <a:solidFill>
                  <a:srgbClr val="070154"/>
                </a:solidFill>
                <a:latin typeface="IBM Plex Sans"/>
                <a:ea typeface="IBM Plex Sans"/>
                <a:cs typeface="IBM Plex Sans"/>
              </a:endParaRPr>
            </a:p>
          </p:txBody>
        </p:sp>
        <p:sp>
          <p:nvSpPr>
            <p:cNvPr id="90" name="node25.rows.slot-002.cells.slot-001.surface"/>
            <p:cNvSpPr/>
            <p:nvPr/>
          </p:nvSpPr>
          <p:spPr>
            <a:xfrm>
              <a:off x="2101850" y="4578350"/>
              <a:ext cx="3086100" cy="177800"/>
            </a:xfrm>
            <a:prstGeom prst="rect">
              <a:avLst/>
            </a:prstGeom>
            <a:solidFill>
              <a:srgbClr val="FFFFFF"/>
            </a:solidFill>
            <a:ln w="12700">
              <a:solidFill>
                <a:srgbClr val="CED7E6"/>
              </a:solidFill>
              <a:prstDash val="solid"/>
            </a:ln>
          </p:spPr>
        </p:sp>
        <p:sp>
          <p:nvSpPr>
            <p:cNvPr id="91" name="node25.rows.slot-002.cells.slot-001.text"/>
            <p:cNvSpPr/>
            <p:nvPr/>
          </p:nvSpPr>
          <p:spPr>
            <a:xfrm>
              <a:off x="2146300" y="4552950"/>
              <a:ext cx="29972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Integrated technology</a:t>
              </a:r>
              <a:endParaRPr lang="en-US" sz="1200" spc="0" kern="0" b="0" i="0" dirty="0">
                <a:solidFill>
                  <a:srgbClr val="070154"/>
                </a:solidFill>
                <a:latin typeface="IBM Plex Sans"/>
                <a:ea typeface="IBM Plex Sans"/>
                <a:cs typeface="IBM Plex Sans"/>
              </a:endParaRPr>
            </a:p>
          </p:txBody>
        </p:sp>
        <p:sp>
          <p:nvSpPr>
            <p:cNvPr id="92" name="node25.rows.slot-002.cells.slot-002.surface"/>
            <p:cNvSpPr/>
            <p:nvPr/>
          </p:nvSpPr>
          <p:spPr>
            <a:xfrm>
              <a:off x="5238750" y="4578350"/>
              <a:ext cx="3086100" cy="177800"/>
            </a:xfrm>
            <a:prstGeom prst="rect">
              <a:avLst/>
            </a:prstGeom>
            <a:solidFill>
              <a:srgbClr val="FFFFFF"/>
            </a:solidFill>
            <a:ln w="12700">
              <a:solidFill>
                <a:srgbClr val="CED7E6"/>
              </a:solidFill>
              <a:prstDash val="solid"/>
            </a:ln>
          </p:spPr>
        </p:sp>
        <p:sp>
          <p:nvSpPr>
            <p:cNvPr id="93" name="node25.rows.slot-002.cells.slot-002.text"/>
            <p:cNvSpPr/>
            <p:nvPr/>
          </p:nvSpPr>
          <p:spPr>
            <a:xfrm>
              <a:off x="5283200" y="4552950"/>
              <a:ext cx="29972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Message personalization</a:t>
              </a:r>
              <a:endParaRPr lang="en-US" sz="1200" spc="0" kern="0" b="0" i="0" dirty="0">
                <a:solidFill>
                  <a:srgbClr val="070154"/>
                </a:solidFill>
                <a:latin typeface="IBM Plex Sans"/>
                <a:ea typeface="IBM Plex Sans"/>
                <a:cs typeface="IBM Plex Sans"/>
              </a:endParaRPr>
            </a:p>
          </p:txBody>
        </p:sp>
        <p:sp>
          <p:nvSpPr>
            <p:cNvPr id="94" name="node25.rows.slot-002.cells.slot-003.surface"/>
            <p:cNvSpPr/>
            <p:nvPr/>
          </p:nvSpPr>
          <p:spPr>
            <a:xfrm>
              <a:off x="8375650" y="4578350"/>
              <a:ext cx="3086100" cy="177800"/>
            </a:xfrm>
            <a:prstGeom prst="rect">
              <a:avLst/>
            </a:prstGeom>
            <a:solidFill>
              <a:srgbClr val="FFFFFF"/>
            </a:solidFill>
            <a:ln w="12700">
              <a:solidFill>
                <a:srgbClr val="CED7E6"/>
              </a:solidFill>
              <a:prstDash val="solid"/>
            </a:ln>
          </p:spPr>
        </p:sp>
        <p:sp>
          <p:nvSpPr>
            <p:cNvPr id="95" name="node25.rows.slot-002.cells.slot-003.text"/>
            <p:cNvSpPr/>
            <p:nvPr/>
          </p:nvSpPr>
          <p:spPr>
            <a:xfrm>
              <a:off x="8420100" y="4552950"/>
              <a:ext cx="29972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Process innovation</a:t>
              </a:r>
              <a:endParaRPr lang="en-US" sz="1200" spc="0" kern="0" b="0" i="0" dirty="0">
                <a:solidFill>
                  <a:srgbClr val="070154"/>
                </a:solidFill>
                <a:latin typeface="IBM Plex Sans"/>
                <a:ea typeface="IBM Plex Sans"/>
                <a:cs typeface="IBM Plex Sans"/>
              </a:endParaRPr>
            </a:p>
          </p:txBody>
        </p:sp>
      </p:grpSp>
      <p:grpSp>
        <p:nvGrpSpPr>
          <p:cNvPr id="134" name="node26"/>
          <p:cNvGrpSpPr/>
          <p:nvPr/>
        </p:nvGrpSpPr>
        <p:grpSpPr>
          <a:xfrm>
            <a:off x="2095500" y="5029200"/>
            <a:ext cx="2971800" cy="914400"/>
            <a:chOff x="2095500" y="5029200"/>
            <a:chExt cx="2971800" cy="914400"/>
          </a:xfrm>
        </p:grpSpPr>
        <p:sp>
          <p:nvSpPr>
            <p:cNvPr id="96" name="node26.container"/>
            <p:cNvSpPr/>
            <p:nvPr/>
          </p:nvSpPr>
          <p:spPr>
            <a:xfrm>
              <a:off x="2095500" y="5029200"/>
              <a:ext cx="2971800" cy="914400"/>
            </a:xfrm>
            <a:prstGeom prst="rect">
              <a:avLst/>
            </a:prstGeom>
            <a:solidFill>
              <a:srgbClr val="E8EEF8"/>
            </a:solidFill>
            <a:ln>
              <a:noFill/>
            </a:ln>
          </p:spPr>
        </p:sp>
        <p:sp>
          <p:nvSpPr>
            <p:cNvPr id="97" name="node26.label"/>
            <p:cNvSpPr/>
            <p:nvPr/>
          </p:nvSpPr>
          <p:spPr>
            <a:xfrm>
              <a:off x="2209800" y="5143500"/>
              <a:ext cx="2743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CASH ACCELERATION</a:t>
              </a:r>
              <a:endParaRPr lang="en-US" sz="900" spc="54" kern="0" b="0" i="0" dirty="0">
                <a:solidFill>
                  <a:srgbClr val="0047FF"/>
                </a:solidFill>
                <a:latin typeface="IBM Plex Mono Medium"/>
                <a:ea typeface="IBM Plex Mono Medium"/>
                <a:cs typeface="IBM Plex Mono Medium"/>
              </a:endParaRPr>
            </a:p>
          </p:txBody>
        </p:sp>
        <p:sp>
          <p:nvSpPr>
            <p:cNvPr id="98" name="node26.body.item-001.bullets.item-001.marker"/>
            <p:cNvSpPr/>
            <p:nvPr/>
          </p:nvSpPr>
          <p:spPr>
            <a:xfrm>
              <a:off x="2209800" y="5422900"/>
              <a:ext cx="38100" cy="38100"/>
            </a:xfrm>
            <a:prstGeom prst="rect">
              <a:avLst/>
            </a:prstGeom>
            <a:solidFill>
              <a:srgbClr val="070154"/>
            </a:solidFill>
            <a:ln>
              <a:noFill/>
            </a:ln>
          </p:spPr>
        </p:sp>
        <p:sp>
          <p:nvSpPr>
            <p:cNvPr id="99" name="node26.body.item-001.bullets.item-001.text"/>
            <p:cNvSpPr/>
            <p:nvPr/>
          </p:nvSpPr>
          <p:spPr>
            <a:xfrm>
              <a:off x="2362200" y="5334000"/>
              <a:ext cx="2590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Days in A/R</a:t>
              </a:r>
              <a:endParaRPr lang="en-US" sz="1200" spc="0" kern="0" b="0" i="0" dirty="0">
                <a:solidFill>
                  <a:srgbClr val="070154"/>
                </a:solidFill>
                <a:latin typeface="IBM Plex Sans"/>
                <a:ea typeface="IBM Plex Sans"/>
                <a:cs typeface="IBM Plex Sans"/>
              </a:endParaRPr>
            </a:p>
          </p:txBody>
        </p:sp>
        <p:sp>
          <p:nvSpPr>
            <p:cNvPr id="100" name="node26.body.item-001.bullets.item-002.marker"/>
            <p:cNvSpPr/>
            <p:nvPr/>
          </p:nvSpPr>
          <p:spPr>
            <a:xfrm>
              <a:off x="2209800" y="5689600"/>
              <a:ext cx="38100" cy="38100"/>
            </a:xfrm>
            <a:prstGeom prst="rect">
              <a:avLst/>
            </a:prstGeom>
            <a:solidFill>
              <a:srgbClr val="070154"/>
            </a:solidFill>
            <a:ln>
              <a:noFill/>
            </a:ln>
          </p:spPr>
        </p:sp>
        <p:sp>
          <p:nvSpPr>
            <p:cNvPr id="101" name="node26.body.item-001.bullets.item-002.text"/>
            <p:cNvSpPr/>
            <p:nvPr/>
          </p:nvSpPr>
          <p:spPr>
            <a:xfrm>
              <a:off x="2362200" y="5600700"/>
              <a:ext cx="2590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Clean-claim rate</a:t>
              </a:r>
              <a:endParaRPr lang="en-US" sz="1200" spc="0" kern="0" b="0" i="0" dirty="0">
                <a:solidFill>
                  <a:srgbClr val="070154"/>
                </a:solidFill>
                <a:latin typeface="IBM Plex Sans"/>
                <a:ea typeface="IBM Plex Sans"/>
                <a:cs typeface="IBM Plex Sans"/>
              </a:endParaRPr>
            </a:p>
          </p:txBody>
        </p:sp>
      </p:grpSp>
      <p:grpSp>
        <p:nvGrpSpPr>
          <p:cNvPr id="135" name="node27"/>
          <p:cNvGrpSpPr/>
          <p:nvPr/>
        </p:nvGrpSpPr>
        <p:grpSpPr>
          <a:xfrm>
            <a:off x="5295900" y="5029200"/>
            <a:ext cx="2971800" cy="914400"/>
            <a:chOff x="5295900" y="5029200"/>
            <a:chExt cx="2971800" cy="914400"/>
          </a:xfrm>
        </p:grpSpPr>
        <p:sp>
          <p:nvSpPr>
            <p:cNvPr id="102" name="node27.container"/>
            <p:cNvSpPr/>
            <p:nvPr/>
          </p:nvSpPr>
          <p:spPr>
            <a:xfrm>
              <a:off x="5295900" y="5029200"/>
              <a:ext cx="2971800" cy="914400"/>
            </a:xfrm>
            <a:prstGeom prst="rect">
              <a:avLst/>
            </a:prstGeom>
            <a:solidFill>
              <a:srgbClr val="E8EEF8"/>
            </a:solidFill>
            <a:ln>
              <a:noFill/>
            </a:ln>
          </p:spPr>
        </p:sp>
        <p:sp>
          <p:nvSpPr>
            <p:cNvPr id="103" name="node27.label"/>
            <p:cNvSpPr/>
            <p:nvPr/>
          </p:nvSpPr>
          <p:spPr>
            <a:xfrm>
              <a:off x="5410200" y="5143500"/>
              <a:ext cx="2743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COST TO COLLECT</a:t>
              </a:r>
              <a:endParaRPr lang="en-US" sz="900" spc="54" kern="0" b="0" i="0" dirty="0">
                <a:solidFill>
                  <a:srgbClr val="0047FF"/>
                </a:solidFill>
                <a:latin typeface="IBM Plex Mono Medium"/>
                <a:ea typeface="IBM Plex Mono Medium"/>
                <a:cs typeface="IBM Plex Mono Medium"/>
              </a:endParaRPr>
            </a:p>
          </p:txBody>
        </p:sp>
        <p:sp>
          <p:nvSpPr>
            <p:cNvPr id="104" name="node27.body.item-001.bullets.item-001.marker"/>
            <p:cNvSpPr/>
            <p:nvPr/>
          </p:nvSpPr>
          <p:spPr>
            <a:xfrm>
              <a:off x="5410200" y="5422900"/>
              <a:ext cx="38100" cy="38100"/>
            </a:xfrm>
            <a:prstGeom prst="rect">
              <a:avLst/>
            </a:prstGeom>
            <a:solidFill>
              <a:srgbClr val="070154"/>
            </a:solidFill>
            <a:ln>
              <a:noFill/>
            </a:ln>
          </p:spPr>
        </p:sp>
        <p:sp>
          <p:nvSpPr>
            <p:cNvPr id="105" name="node27.body.item-001.bullets.item-001.text"/>
            <p:cNvSpPr/>
            <p:nvPr/>
          </p:nvSpPr>
          <p:spPr>
            <a:xfrm>
              <a:off x="5562600" y="5334000"/>
              <a:ext cx="2590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Touches per account</a:t>
              </a:r>
              <a:endParaRPr lang="en-US" sz="1200" spc="0" kern="0" b="0" i="0" dirty="0">
                <a:solidFill>
                  <a:srgbClr val="070154"/>
                </a:solidFill>
                <a:latin typeface="IBM Plex Sans"/>
                <a:ea typeface="IBM Plex Sans"/>
                <a:cs typeface="IBM Plex Sans"/>
              </a:endParaRPr>
            </a:p>
          </p:txBody>
        </p:sp>
        <p:sp>
          <p:nvSpPr>
            <p:cNvPr id="106" name="node27.body.item-001.bullets.item-002.marker"/>
            <p:cNvSpPr/>
            <p:nvPr/>
          </p:nvSpPr>
          <p:spPr>
            <a:xfrm>
              <a:off x="5410200" y="5689600"/>
              <a:ext cx="38100" cy="38100"/>
            </a:xfrm>
            <a:prstGeom prst="rect">
              <a:avLst/>
            </a:prstGeom>
            <a:solidFill>
              <a:srgbClr val="070154"/>
            </a:solidFill>
            <a:ln>
              <a:noFill/>
            </a:ln>
          </p:spPr>
        </p:sp>
        <p:sp>
          <p:nvSpPr>
            <p:cNvPr id="107" name="node27.body.item-001.bullets.item-002.text"/>
            <p:cNvSpPr/>
            <p:nvPr/>
          </p:nvSpPr>
          <p:spPr>
            <a:xfrm>
              <a:off x="5562600" y="5600700"/>
              <a:ext cx="2590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Rework volume</a:t>
              </a:r>
              <a:endParaRPr lang="en-US" sz="1200" spc="0" kern="0" b="0" i="0" dirty="0">
                <a:solidFill>
                  <a:srgbClr val="070154"/>
                </a:solidFill>
                <a:latin typeface="IBM Plex Sans"/>
                <a:ea typeface="IBM Plex Sans"/>
                <a:cs typeface="IBM Plex Sans"/>
              </a:endParaRPr>
            </a:p>
          </p:txBody>
        </p:sp>
      </p:grpSp>
      <p:grpSp>
        <p:nvGrpSpPr>
          <p:cNvPr id="136" name="node28"/>
          <p:cNvGrpSpPr/>
          <p:nvPr/>
        </p:nvGrpSpPr>
        <p:grpSpPr>
          <a:xfrm>
            <a:off x="8496300" y="5029200"/>
            <a:ext cx="2971800" cy="914400"/>
            <a:chOff x="8496300" y="5029200"/>
            <a:chExt cx="2971800" cy="914400"/>
          </a:xfrm>
        </p:grpSpPr>
        <p:sp>
          <p:nvSpPr>
            <p:cNvPr id="108" name="node28.container"/>
            <p:cNvSpPr/>
            <p:nvPr/>
          </p:nvSpPr>
          <p:spPr>
            <a:xfrm>
              <a:off x="8496300" y="5029200"/>
              <a:ext cx="2971800" cy="914400"/>
            </a:xfrm>
            <a:prstGeom prst="rect">
              <a:avLst/>
            </a:prstGeom>
            <a:solidFill>
              <a:srgbClr val="E8EEF8"/>
            </a:solidFill>
            <a:ln>
              <a:noFill/>
            </a:ln>
          </p:spPr>
        </p:sp>
        <p:sp>
          <p:nvSpPr>
            <p:cNvPr id="109" name="node28.label"/>
            <p:cNvSpPr/>
            <p:nvPr/>
          </p:nvSpPr>
          <p:spPr>
            <a:xfrm>
              <a:off x="8610600" y="5143500"/>
              <a:ext cx="2743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PATIENT EXPERIENCE</a:t>
              </a:r>
              <a:endParaRPr lang="en-US" sz="900" spc="54" kern="0" b="0" i="0" dirty="0">
                <a:solidFill>
                  <a:srgbClr val="0047FF"/>
                </a:solidFill>
                <a:latin typeface="IBM Plex Mono Medium"/>
                <a:ea typeface="IBM Plex Mono Medium"/>
                <a:cs typeface="IBM Plex Mono Medium"/>
              </a:endParaRPr>
            </a:p>
          </p:txBody>
        </p:sp>
        <p:sp>
          <p:nvSpPr>
            <p:cNvPr id="110" name="node28.body.item-001.bullets.item-001.marker"/>
            <p:cNvSpPr/>
            <p:nvPr/>
          </p:nvSpPr>
          <p:spPr>
            <a:xfrm>
              <a:off x="8610600" y="5422900"/>
              <a:ext cx="38100" cy="38100"/>
            </a:xfrm>
            <a:prstGeom prst="rect">
              <a:avLst/>
            </a:prstGeom>
            <a:solidFill>
              <a:srgbClr val="070154"/>
            </a:solidFill>
            <a:ln>
              <a:noFill/>
            </a:ln>
          </p:spPr>
        </p:sp>
        <p:sp>
          <p:nvSpPr>
            <p:cNvPr id="111" name="node28.body.item-001.bullets.item-001.text"/>
            <p:cNvSpPr/>
            <p:nvPr/>
          </p:nvSpPr>
          <p:spPr>
            <a:xfrm>
              <a:off x="8763000" y="5334000"/>
              <a:ext cx="2590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Billing clarity</a:t>
              </a:r>
              <a:endParaRPr lang="en-US" sz="1200" spc="0" kern="0" b="0" i="0" dirty="0">
                <a:solidFill>
                  <a:srgbClr val="070154"/>
                </a:solidFill>
                <a:latin typeface="IBM Plex Sans"/>
                <a:ea typeface="IBM Plex Sans"/>
                <a:cs typeface="IBM Plex Sans"/>
              </a:endParaRPr>
            </a:p>
          </p:txBody>
        </p:sp>
        <p:sp>
          <p:nvSpPr>
            <p:cNvPr id="112" name="node28.body.item-001.bullets.item-002.marker"/>
            <p:cNvSpPr/>
            <p:nvPr/>
          </p:nvSpPr>
          <p:spPr>
            <a:xfrm>
              <a:off x="8610600" y="5689600"/>
              <a:ext cx="38100" cy="38100"/>
            </a:xfrm>
            <a:prstGeom prst="rect">
              <a:avLst/>
            </a:prstGeom>
            <a:solidFill>
              <a:srgbClr val="070154"/>
            </a:solidFill>
            <a:ln>
              <a:noFill/>
            </a:ln>
          </p:spPr>
        </p:sp>
        <p:sp>
          <p:nvSpPr>
            <p:cNvPr id="113" name="node28.body.item-001.bullets.item-002.text"/>
            <p:cNvSpPr/>
            <p:nvPr/>
          </p:nvSpPr>
          <p:spPr>
            <a:xfrm>
              <a:off x="8763000" y="5600700"/>
              <a:ext cx="2590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Pay-by-text uptake</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ource-087">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PRODUCT ARCHITECTURE</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Every layer has a clear build owner</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Sample names for layout only; replace with the client product inventory.</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19</a:t>
            </a:fld>
            <a:endParaRPr lang="en-US" sz="700" spc="0" kern="0" b="0" i="0" dirty="0">
              <a:solidFill>
                <a:srgbClr val="070154"/>
              </a:solidFill>
              <a:latin typeface="IBM Plex Mono SemiBold"/>
              <a:ea typeface="IBM Plex Mono SemiBold"/>
              <a:cs typeface="IBM Plex Mono SemiBold"/>
            </a:endParaRPr>
          </a:p>
        </p:txBody>
      </p:sp>
      <p:grpSp>
        <p:nvGrpSpPr>
          <p:cNvPr id="73" name="node01"/>
          <p:cNvGrpSpPr/>
          <p:nvPr/>
        </p:nvGrpSpPr>
        <p:grpSpPr>
          <a:xfrm>
            <a:off x="723900" y="1600200"/>
            <a:ext cx="1600200" cy="800100"/>
            <a:chOff x="723900" y="1600200"/>
            <a:chExt cx="1600200" cy="800100"/>
          </a:xfrm>
        </p:grpSpPr>
        <p:sp>
          <p:nvSpPr>
            <p:cNvPr id="7" name="node01.surface"/>
            <p:cNvSpPr/>
            <p:nvPr/>
          </p:nvSpPr>
          <p:spPr>
            <a:xfrm>
              <a:off x="723900" y="1600200"/>
              <a:ext cx="1600200" cy="800100"/>
            </a:xfrm>
            <a:prstGeom prst="rect">
              <a:avLst/>
            </a:prstGeom>
            <a:solidFill>
              <a:srgbClr val="05013F"/>
            </a:solidFill>
            <a:ln>
              <a:noFill/>
            </a:ln>
          </p:spPr>
        </p:sp>
        <p:sp>
          <p:nvSpPr>
            <p:cNvPr id="8" name="node01.text"/>
            <p:cNvSpPr/>
            <p:nvPr/>
          </p:nvSpPr>
          <p:spPr>
            <a:xfrm>
              <a:off x="876300" y="1866900"/>
              <a:ext cx="12954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FFFFFF"/>
                  </a:solidFill>
                  <a:latin typeface="IBM Plex Sans"/>
                  <a:ea typeface="IBM Plex Sans"/>
                  <a:cs typeface="IBM Plex Sans"/>
                </a:rPr>
                <a:t>Experiences</a:t>
              </a:r>
              <a:endParaRPr lang="en-US" sz="1400" spc="0" kern="0" b="0" i="0" dirty="0">
                <a:solidFill>
                  <a:srgbClr val="FFFFFF"/>
                </a:solidFill>
                <a:latin typeface="IBM Plex Sans"/>
                <a:ea typeface="IBM Plex Sans"/>
                <a:cs typeface="IBM Plex Sans"/>
              </a:endParaRPr>
            </a:p>
          </p:txBody>
        </p:sp>
      </p:grpSp>
      <p:grpSp>
        <p:nvGrpSpPr>
          <p:cNvPr id="74" name="node02"/>
          <p:cNvGrpSpPr/>
          <p:nvPr/>
        </p:nvGrpSpPr>
        <p:grpSpPr>
          <a:xfrm>
            <a:off x="2552700" y="1600200"/>
            <a:ext cx="2286000" cy="800100"/>
            <a:chOff x="2552700" y="1600200"/>
            <a:chExt cx="2286000" cy="800100"/>
          </a:xfrm>
        </p:grpSpPr>
        <p:sp>
          <p:nvSpPr>
            <p:cNvPr id="9" name="node02.container"/>
            <p:cNvSpPr/>
            <p:nvPr/>
          </p:nvSpPr>
          <p:spPr>
            <a:xfrm>
              <a:off x="2552700" y="1600200"/>
              <a:ext cx="2286000" cy="800100"/>
            </a:xfrm>
            <a:prstGeom prst="rect">
              <a:avLst/>
            </a:prstGeom>
            <a:solidFill>
              <a:srgbClr val="070154"/>
            </a:solidFill>
            <a:ln>
              <a:noFill/>
            </a:ln>
          </p:spPr>
        </p:sp>
        <p:sp>
          <p:nvSpPr>
            <p:cNvPr id="10" name="node02.title"/>
            <p:cNvSpPr/>
            <p:nvPr/>
          </p:nvSpPr>
          <p:spPr>
            <a:xfrm>
              <a:off x="2628900" y="1676400"/>
              <a:ext cx="21336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FFFFFF"/>
                  </a:solidFill>
                  <a:latin typeface="IBM Plex Sans"/>
                  <a:ea typeface="IBM Plex Sans"/>
                  <a:cs typeface="IBM Plex Sans"/>
                </a:rPr>
                <a:t>Patient app</a:t>
              </a:r>
              <a:endParaRPr lang="en-US" sz="1400" spc="0" kern="0" b="0" i="0" dirty="0">
                <a:solidFill>
                  <a:srgbClr val="FFFFFF"/>
                </a:solidFill>
                <a:latin typeface="IBM Plex Sans"/>
                <a:ea typeface="IBM Plex Sans"/>
                <a:cs typeface="IBM Plex Sans"/>
              </a:endParaRPr>
            </a:p>
          </p:txBody>
        </p:sp>
        <p:sp>
          <p:nvSpPr>
            <p:cNvPr id="11" name="node02.body.item-001.paragraph"/>
            <p:cNvSpPr/>
            <p:nvPr/>
          </p:nvSpPr>
          <p:spPr>
            <a:xfrm>
              <a:off x="2628900" y="2019300"/>
              <a:ext cx="2133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CED7E6"/>
                  </a:solidFill>
                  <a:latin typeface="IBM Plex Sans"/>
                  <a:ea typeface="IBM Plex Sans"/>
                  <a:cs typeface="IBM Plex Sans"/>
                </a:rPr>
                <a:t>Live on iOS and Android</a:t>
              </a:r>
              <a:endParaRPr lang="en-US" sz="1200" spc="0" kern="0" b="0" i="0" dirty="0">
                <a:solidFill>
                  <a:srgbClr val="CED7E6"/>
                </a:solidFill>
                <a:latin typeface="IBM Plex Sans"/>
                <a:ea typeface="IBM Plex Sans"/>
                <a:cs typeface="IBM Plex Sans"/>
              </a:endParaRPr>
            </a:p>
          </p:txBody>
        </p:sp>
      </p:grpSp>
      <p:grpSp>
        <p:nvGrpSpPr>
          <p:cNvPr id="75" name="node03"/>
          <p:cNvGrpSpPr/>
          <p:nvPr/>
        </p:nvGrpSpPr>
        <p:grpSpPr>
          <a:xfrm>
            <a:off x="5067300" y="1600200"/>
            <a:ext cx="2286000" cy="800100"/>
            <a:chOff x="5067300" y="1600200"/>
            <a:chExt cx="2286000" cy="800100"/>
          </a:xfrm>
        </p:grpSpPr>
        <p:sp>
          <p:nvSpPr>
            <p:cNvPr id="12" name="node03.container"/>
            <p:cNvSpPr/>
            <p:nvPr/>
          </p:nvSpPr>
          <p:spPr>
            <a:xfrm>
              <a:off x="5067300" y="1600200"/>
              <a:ext cx="2286000" cy="800100"/>
            </a:xfrm>
            <a:prstGeom prst="rect">
              <a:avLst/>
            </a:prstGeom>
            <a:solidFill>
              <a:srgbClr val="CED7E6"/>
            </a:solidFill>
            <a:ln>
              <a:noFill/>
            </a:ln>
          </p:spPr>
        </p:sp>
        <p:sp>
          <p:nvSpPr>
            <p:cNvPr id="13" name="node03.title"/>
            <p:cNvSpPr/>
            <p:nvPr/>
          </p:nvSpPr>
          <p:spPr>
            <a:xfrm>
              <a:off x="5143500" y="1676400"/>
              <a:ext cx="21336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Clinician console</a:t>
              </a:r>
              <a:endParaRPr lang="en-US" sz="1400" spc="0" kern="0" b="0" i="0" dirty="0">
                <a:solidFill>
                  <a:srgbClr val="070154"/>
                </a:solidFill>
                <a:latin typeface="IBM Plex Sans"/>
                <a:ea typeface="IBM Plex Sans"/>
                <a:cs typeface="IBM Plex Sans"/>
              </a:endParaRPr>
            </a:p>
          </p:txBody>
        </p:sp>
        <p:sp>
          <p:nvSpPr>
            <p:cNvPr id="14" name="node03.body.item-001.paragraph"/>
            <p:cNvSpPr/>
            <p:nvPr/>
          </p:nvSpPr>
          <p:spPr>
            <a:xfrm>
              <a:off x="5143500" y="2019300"/>
              <a:ext cx="2133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In redesign</a:t>
              </a:r>
              <a:endParaRPr lang="en-US" sz="1200" spc="0" kern="0" b="0" i="0" dirty="0">
                <a:solidFill>
                  <a:srgbClr val="070154"/>
                </a:solidFill>
                <a:latin typeface="IBM Plex Sans"/>
                <a:ea typeface="IBM Plex Sans"/>
                <a:cs typeface="IBM Plex Sans"/>
              </a:endParaRPr>
            </a:p>
          </p:txBody>
        </p:sp>
      </p:grpSp>
      <p:grpSp>
        <p:nvGrpSpPr>
          <p:cNvPr id="76" name="node04"/>
          <p:cNvGrpSpPr/>
          <p:nvPr/>
        </p:nvGrpSpPr>
        <p:grpSpPr>
          <a:xfrm>
            <a:off x="7581900" y="1600200"/>
            <a:ext cx="2286000" cy="800100"/>
            <a:chOff x="7581900" y="1600200"/>
            <a:chExt cx="2286000" cy="800100"/>
          </a:xfrm>
        </p:grpSpPr>
        <p:sp>
          <p:nvSpPr>
            <p:cNvPr id="15" name="node04.container"/>
            <p:cNvSpPr/>
            <p:nvPr/>
          </p:nvSpPr>
          <p:spPr>
            <a:xfrm>
              <a:off x="7581900" y="1600200"/>
              <a:ext cx="2286000" cy="800100"/>
            </a:xfrm>
            <a:prstGeom prst="rect">
              <a:avLst/>
            </a:prstGeom>
            <a:solidFill>
              <a:srgbClr val="E8EEF8"/>
            </a:solidFill>
            <a:ln>
              <a:noFill/>
            </a:ln>
          </p:spPr>
        </p:sp>
        <p:sp>
          <p:nvSpPr>
            <p:cNvPr id="16" name="node04.title"/>
            <p:cNvSpPr/>
            <p:nvPr/>
          </p:nvSpPr>
          <p:spPr>
            <a:xfrm>
              <a:off x="7658100" y="1676400"/>
              <a:ext cx="21336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Kiosk check-in</a:t>
              </a:r>
              <a:endParaRPr lang="en-US" sz="1400" spc="0" kern="0" b="0" i="0" dirty="0">
                <a:solidFill>
                  <a:srgbClr val="070154"/>
                </a:solidFill>
                <a:latin typeface="IBM Plex Sans"/>
                <a:ea typeface="IBM Plex Sans"/>
                <a:cs typeface="IBM Plex Sans"/>
              </a:endParaRPr>
            </a:p>
          </p:txBody>
        </p:sp>
        <p:sp>
          <p:nvSpPr>
            <p:cNvPr id="17" name="node04.body.item-001.paragraph"/>
            <p:cNvSpPr/>
            <p:nvPr/>
          </p:nvSpPr>
          <p:spPr>
            <a:xfrm>
              <a:off x="7658100" y="2019300"/>
              <a:ext cx="2133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Pilot at 6 clinics</a:t>
              </a:r>
              <a:endParaRPr lang="en-US" sz="1200" spc="0" kern="0" b="0" i="0" dirty="0">
                <a:solidFill>
                  <a:srgbClr val="50658E"/>
                </a:solidFill>
                <a:latin typeface="IBM Plex Sans"/>
                <a:ea typeface="IBM Plex Sans"/>
                <a:cs typeface="IBM Plex Sans"/>
              </a:endParaRPr>
            </a:p>
          </p:txBody>
        </p:sp>
      </p:grpSp>
      <p:grpSp>
        <p:nvGrpSpPr>
          <p:cNvPr id="77" name="node05"/>
          <p:cNvGrpSpPr/>
          <p:nvPr/>
        </p:nvGrpSpPr>
        <p:grpSpPr>
          <a:xfrm>
            <a:off x="723900" y="2514600"/>
            <a:ext cx="1600200" cy="800100"/>
            <a:chOff x="723900" y="2514600"/>
            <a:chExt cx="1600200" cy="800100"/>
          </a:xfrm>
        </p:grpSpPr>
        <p:sp>
          <p:nvSpPr>
            <p:cNvPr id="18" name="node05.surface"/>
            <p:cNvSpPr/>
            <p:nvPr/>
          </p:nvSpPr>
          <p:spPr>
            <a:xfrm>
              <a:off x="723900" y="2514600"/>
              <a:ext cx="1600200" cy="800100"/>
            </a:xfrm>
            <a:prstGeom prst="rect">
              <a:avLst/>
            </a:prstGeom>
            <a:solidFill>
              <a:srgbClr val="05013F"/>
            </a:solidFill>
            <a:ln>
              <a:noFill/>
            </a:ln>
          </p:spPr>
        </p:sp>
        <p:sp>
          <p:nvSpPr>
            <p:cNvPr id="19" name="node05.text"/>
            <p:cNvSpPr/>
            <p:nvPr/>
          </p:nvSpPr>
          <p:spPr>
            <a:xfrm>
              <a:off x="876300" y="2647950"/>
              <a:ext cx="12954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FFFFFF"/>
                  </a:solidFill>
                  <a:latin typeface="IBM Plex Sans"/>
                  <a:ea typeface="IBM Plex Sans"/>
                  <a:cs typeface="IBM Plex Sans"/>
                </a:rPr>
                <a:t>Product services</a:t>
              </a:r>
              <a:endParaRPr lang="en-US" sz="1400" spc="0" kern="0" b="0" i="0" dirty="0">
                <a:solidFill>
                  <a:srgbClr val="FFFFFF"/>
                </a:solidFill>
                <a:latin typeface="IBM Plex Sans"/>
                <a:ea typeface="IBM Plex Sans"/>
                <a:cs typeface="IBM Plex Sans"/>
              </a:endParaRPr>
            </a:p>
          </p:txBody>
        </p:sp>
      </p:grpSp>
      <p:grpSp>
        <p:nvGrpSpPr>
          <p:cNvPr id="78" name="node06"/>
          <p:cNvGrpSpPr/>
          <p:nvPr/>
        </p:nvGrpSpPr>
        <p:grpSpPr>
          <a:xfrm>
            <a:off x="2552700" y="2514600"/>
            <a:ext cx="2286000" cy="800100"/>
            <a:chOff x="2552700" y="2514600"/>
            <a:chExt cx="2286000" cy="800100"/>
          </a:xfrm>
        </p:grpSpPr>
        <p:sp>
          <p:nvSpPr>
            <p:cNvPr id="20" name="node06.container"/>
            <p:cNvSpPr/>
            <p:nvPr/>
          </p:nvSpPr>
          <p:spPr>
            <a:xfrm>
              <a:off x="2552700" y="2514600"/>
              <a:ext cx="2286000" cy="800100"/>
            </a:xfrm>
            <a:prstGeom prst="rect">
              <a:avLst/>
            </a:prstGeom>
            <a:solidFill>
              <a:srgbClr val="CED7E6"/>
            </a:solidFill>
            <a:ln>
              <a:noFill/>
            </a:ln>
          </p:spPr>
        </p:sp>
        <p:sp>
          <p:nvSpPr>
            <p:cNvPr id="21" name="node06.title"/>
            <p:cNvSpPr/>
            <p:nvPr/>
          </p:nvSpPr>
          <p:spPr>
            <a:xfrm>
              <a:off x="2628900" y="2590800"/>
              <a:ext cx="21336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Scheduling engine</a:t>
              </a:r>
              <a:endParaRPr lang="en-US" sz="1400" spc="0" kern="0" b="0" i="0" dirty="0">
                <a:solidFill>
                  <a:srgbClr val="070154"/>
                </a:solidFill>
                <a:latin typeface="IBM Plex Sans"/>
                <a:ea typeface="IBM Plex Sans"/>
                <a:cs typeface="IBM Plex Sans"/>
              </a:endParaRPr>
            </a:p>
          </p:txBody>
        </p:sp>
        <p:sp>
          <p:nvSpPr>
            <p:cNvPr id="22" name="node06.body.item-001.paragraph"/>
            <p:cNvSpPr/>
            <p:nvPr/>
          </p:nvSpPr>
          <p:spPr>
            <a:xfrm>
              <a:off x="2628900" y="2933700"/>
              <a:ext cx="2133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Rebuilding for waitlists</a:t>
              </a:r>
              <a:endParaRPr lang="en-US" sz="1200" spc="0" kern="0" b="0" i="0" dirty="0">
                <a:solidFill>
                  <a:srgbClr val="070154"/>
                </a:solidFill>
                <a:latin typeface="IBM Plex Sans"/>
                <a:ea typeface="IBM Plex Sans"/>
                <a:cs typeface="IBM Plex Sans"/>
              </a:endParaRPr>
            </a:p>
          </p:txBody>
        </p:sp>
      </p:grpSp>
      <p:grpSp>
        <p:nvGrpSpPr>
          <p:cNvPr id="79" name="node07"/>
          <p:cNvGrpSpPr/>
          <p:nvPr/>
        </p:nvGrpSpPr>
        <p:grpSpPr>
          <a:xfrm>
            <a:off x="5067300" y="2514600"/>
            <a:ext cx="2286000" cy="800100"/>
            <a:chOff x="5067300" y="2514600"/>
            <a:chExt cx="2286000" cy="800100"/>
          </a:xfrm>
        </p:grpSpPr>
        <p:sp>
          <p:nvSpPr>
            <p:cNvPr id="23" name="node07.container"/>
            <p:cNvSpPr/>
            <p:nvPr/>
          </p:nvSpPr>
          <p:spPr>
            <a:xfrm>
              <a:off x="5073650" y="2520950"/>
              <a:ext cx="2273300" cy="787400"/>
            </a:xfrm>
            <a:prstGeom prst="rect">
              <a:avLst/>
            </a:prstGeom>
            <a:solidFill>
              <a:srgbClr val="FFFFFF"/>
            </a:solidFill>
            <a:ln w="12700">
              <a:solidFill>
                <a:srgbClr val="CED7E6"/>
              </a:solidFill>
              <a:prstDash val="solid"/>
            </a:ln>
          </p:spPr>
        </p:sp>
        <p:sp>
          <p:nvSpPr>
            <p:cNvPr id="24" name="node07.title"/>
            <p:cNvSpPr/>
            <p:nvPr/>
          </p:nvSpPr>
          <p:spPr>
            <a:xfrm>
              <a:off x="5143500" y="2590800"/>
              <a:ext cx="21336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Messaging</a:t>
              </a:r>
              <a:endParaRPr lang="en-US" sz="1400" spc="0" kern="0" b="0" i="0" dirty="0">
                <a:solidFill>
                  <a:srgbClr val="070154"/>
                </a:solidFill>
                <a:latin typeface="IBM Plex Sans"/>
                <a:ea typeface="IBM Plex Sans"/>
                <a:cs typeface="IBM Plex Sans"/>
              </a:endParaRPr>
            </a:p>
          </p:txBody>
        </p:sp>
        <p:sp>
          <p:nvSpPr>
            <p:cNvPr id="25" name="node07.body.item-001.paragraph"/>
            <p:cNvSpPr/>
            <p:nvPr/>
          </p:nvSpPr>
          <p:spPr>
            <a:xfrm>
              <a:off x="5143500" y="2933700"/>
              <a:ext cx="2133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Vendor-managed</a:t>
              </a:r>
              <a:endParaRPr lang="en-US" sz="1200" spc="0" kern="0" b="0" i="0" dirty="0">
                <a:solidFill>
                  <a:srgbClr val="50658E"/>
                </a:solidFill>
                <a:latin typeface="IBM Plex Sans"/>
                <a:ea typeface="IBM Plex Sans"/>
                <a:cs typeface="IBM Plex Sans"/>
              </a:endParaRPr>
            </a:p>
          </p:txBody>
        </p:sp>
      </p:grpSp>
      <p:grpSp>
        <p:nvGrpSpPr>
          <p:cNvPr id="80" name="node08"/>
          <p:cNvGrpSpPr/>
          <p:nvPr/>
        </p:nvGrpSpPr>
        <p:grpSpPr>
          <a:xfrm>
            <a:off x="7581900" y="2514600"/>
            <a:ext cx="2286000" cy="800100"/>
            <a:chOff x="7581900" y="2514600"/>
            <a:chExt cx="2286000" cy="800100"/>
          </a:xfrm>
        </p:grpSpPr>
        <p:sp>
          <p:nvSpPr>
            <p:cNvPr id="26" name="node08.container"/>
            <p:cNvSpPr/>
            <p:nvPr/>
          </p:nvSpPr>
          <p:spPr>
            <a:xfrm>
              <a:off x="7581900" y="2514600"/>
              <a:ext cx="2286000" cy="800100"/>
            </a:xfrm>
            <a:prstGeom prst="rect">
              <a:avLst/>
            </a:prstGeom>
            <a:solidFill>
              <a:srgbClr val="070154"/>
            </a:solidFill>
            <a:ln>
              <a:noFill/>
            </a:ln>
          </p:spPr>
        </p:sp>
        <p:sp>
          <p:nvSpPr>
            <p:cNvPr id="27" name="node08.title"/>
            <p:cNvSpPr/>
            <p:nvPr/>
          </p:nvSpPr>
          <p:spPr>
            <a:xfrm>
              <a:off x="7658100" y="2590800"/>
              <a:ext cx="21336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FFFFFF"/>
                  </a:solidFill>
                  <a:latin typeface="IBM Plex Sans"/>
                  <a:ea typeface="IBM Plex Sans"/>
                  <a:cs typeface="IBM Plex Sans"/>
                </a:rPr>
                <a:t>Billing and payments</a:t>
              </a:r>
              <a:endParaRPr lang="en-US" sz="1400" spc="0" kern="0" b="0" i="0" dirty="0">
                <a:solidFill>
                  <a:srgbClr val="FFFFFF"/>
                </a:solidFill>
                <a:latin typeface="IBM Plex Sans"/>
                <a:ea typeface="IBM Plex Sans"/>
                <a:cs typeface="IBM Plex Sans"/>
              </a:endParaRPr>
            </a:p>
          </p:txBody>
        </p:sp>
        <p:sp>
          <p:nvSpPr>
            <p:cNvPr id="28" name="node08.body.item-001.paragraph"/>
            <p:cNvSpPr/>
            <p:nvPr/>
          </p:nvSpPr>
          <p:spPr>
            <a:xfrm>
              <a:off x="7658100" y="2933700"/>
              <a:ext cx="2133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CED7E6"/>
                  </a:solidFill>
                  <a:latin typeface="IBM Plex Sans"/>
                  <a:ea typeface="IBM Plex Sans"/>
                  <a:cs typeface="IBM Plex Sans"/>
                </a:rPr>
                <a:t>Enhancing</a:t>
              </a:r>
              <a:endParaRPr lang="en-US" sz="1200" spc="0" kern="0" b="0" i="0" dirty="0">
                <a:solidFill>
                  <a:srgbClr val="CED7E6"/>
                </a:solidFill>
                <a:latin typeface="IBM Plex Sans"/>
                <a:ea typeface="IBM Plex Sans"/>
                <a:cs typeface="IBM Plex Sans"/>
              </a:endParaRPr>
            </a:p>
          </p:txBody>
        </p:sp>
      </p:grpSp>
      <p:grpSp>
        <p:nvGrpSpPr>
          <p:cNvPr id="81" name="node09"/>
          <p:cNvGrpSpPr/>
          <p:nvPr/>
        </p:nvGrpSpPr>
        <p:grpSpPr>
          <a:xfrm>
            <a:off x="723900" y="3429000"/>
            <a:ext cx="1600200" cy="800100"/>
            <a:chOff x="723900" y="3429000"/>
            <a:chExt cx="1600200" cy="800100"/>
          </a:xfrm>
        </p:grpSpPr>
        <p:sp>
          <p:nvSpPr>
            <p:cNvPr id="29" name="node09.surface"/>
            <p:cNvSpPr/>
            <p:nvPr/>
          </p:nvSpPr>
          <p:spPr>
            <a:xfrm>
              <a:off x="723900" y="3429000"/>
              <a:ext cx="1600200" cy="800100"/>
            </a:xfrm>
            <a:prstGeom prst="rect">
              <a:avLst/>
            </a:prstGeom>
            <a:solidFill>
              <a:srgbClr val="05013F"/>
            </a:solidFill>
            <a:ln>
              <a:noFill/>
            </a:ln>
          </p:spPr>
        </p:sp>
        <p:sp>
          <p:nvSpPr>
            <p:cNvPr id="30" name="node09.text"/>
            <p:cNvSpPr/>
            <p:nvPr/>
          </p:nvSpPr>
          <p:spPr>
            <a:xfrm>
              <a:off x="876300" y="3562350"/>
              <a:ext cx="12954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FFFFFF"/>
                  </a:solidFill>
                  <a:latin typeface="IBM Plex Sans"/>
                  <a:ea typeface="IBM Plex Sans"/>
                  <a:cs typeface="IBM Plex Sans"/>
                </a:rPr>
                <a:t>Data and integration</a:t>
              </a:r>
              <a:endParaRPr lang="en-US" sz="1400" spc="0" kern="0" b="0" i="0" dirty="0">
                <a:solidFill>
                  <a:srgbClr val="FFFFFF"/>
                </a:solidFill>
                <a:latin typeface="IBM Plex Sans"/>
                <a:ea typeface="IBM Plex Sans"/>
                <a:cs typeface="IBM Plex Sans"/>
              </a:endParaRPr>
            </a:p>
          </p:txBody>
        </p:sp>
      </p:grpSp>
      <p:grpSp>
        <p:nvGrpSpPr>
          <p:cNvPr id="82" name="node10"/>
          <p:cNvGrpSpPr/>
          <p:nvPr/>
        </p:nvGrpSpPr>
        <p:grpSpPr>
          <a:xfrm>
            <a:off x="2552700" y="3429000"/>
            <a:ext cx="2286000" cy="800100"/>
            <a:chOff x="2552700" y="3429000"/>
            <a:chExt cx="2286000" cy="800100"/>
          </a:xfrm>
        </p:grpSpPr>
        <p:sp>
          <p:nvSpPr>
            <p:cNvPr id="31" name="node10.container"/>
            <p:cNvSpPr/>
            <p:nvPr/>
          </p:nvSpPr>
          <p:spPr>
            <a:xfrm>
              <a:off x="2552700" y="3429000"/>
              <a:ext cx="2286000" cy="800100"/>
            </a:xfrm>
            <a:prstGeom prst="rect">
              <a:avLst/>
            </a:prstGeom>
            <a:solidFill>
              <a:srgbClr val="CED7E6"/>
            </a:solidFill>
            <a:ln>
              <a:noFill/>
            </a:ln>
          </p:spPr>
        </p:sp>
        <p:sp>
          <p:nvSpPr>
            <p:cNvPr id="32" name="node10.title"/>
            <p:cNvSpPr/>
            <p:nvPr/>
          </p:nvSpPr>
          <p:spPr>
            <a:xfrm>
              <a:off x="2628900" y="3505200"/>
              <a:ext cx="21336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EHR and FHIR APIs</a:t>
              </a:r>
              <a:endParaRPr lang="en-US" sz="1400" spc="0" kern="0" b="0" i="0" dirty="0">
                <a:solidFill>
                  <a:srgbClr val="070154"/>
                </a:solidFill>
                <a:latin typeface="IBM Plex Sans"/>
                <a:ea typeface="IBM Plex Sans"/>
                <a:cs typeface="IBM Plex Sans"/>
              </a:endParaRPr>
            </a:p>
          </p:txBody>
        </p:sp>
        <p:sp>
          <p:nvSpPr>
            <p:cNvPr id="33" name="node10.body.item-001.paragraph"/>
            <p:cNvSpPr/>
            <p:nvPr/>
          </p:nvSpPr>
          <p:spPr>
            <a:xfrm>
              <a:off x="2628900" y="3848100"/>
              <a:ext cx="2133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Two vendors in scope</a:t>
              </a:r>
              <a:endParaRPr lang="en-US" sz="1200" spc="0" kern="0" b="0" i="0" dirty="0">
                <a:solidFill>
                  <a:srgbClr val="070154"/>
                </a:solidFill>
                <a:latin typeface="IBM Plex Sans"/>
                <a:ea typeface="IBM Plex Sans"/>
                <a:cs typeface="IBM Plex Sans"/>
              </a:endParaRPr>
            </a:p>
          </p:txBody>
        </p:sp>
      </p:grpSp>
      <p:grpSp>
        <p:nvGrpSpPr>
          <p:cNvPr id="83" name="node11"/>
          <p:cNvGrpSpPr/>
          <p:nvPr/>
        </p:nvGrpSpPr>
        <p:grpSpPr>
          <a:xfrm>
            <a:off x="5067300" y="3429000"/>
            <a:ext cx="2286000" cy="800100"/>
            <a:chOff x="5067300" y="3429000"/>
            <a:chExt cx="2286000" cy="800100"/>
          </a:xfrm>
        </p:grpSpPr>
        <p:sp>
          <p:nvSpPr>
            <p:cNvPr id="34" name="node11.container"/>
            <p:cNvSpPr/>
            <p:nvPr/>
          </p:nvSpPr>
          <p:spPr>
            <a:xfrm>
              <a:off x="5067300" y="3429000"/>
              <a:ext cx="2286000" cy="800100"/>
            </a:xfrm>
            <a:prstGeom prst="rect">
              <a:avLst/>
            </a:prstGeom>
            <a:solidFill>
              <a:srgbClr val="CED7E6"/>
            </a:solidFill>
            <a:ln>
              <a:noFill/>
            </a:ln>
          </p:spPr>
        </p:sp>
        <p:sp>
          <p:nvSpPr>
            <p:cNvPr id="35" name="node11.title"/>
            <p:cNvSpPr/>
            <p:nvPr/>
          </p:nvSpPr>
          <p:spPr>
            <a:xfrm>
              <a:off x="5143500" y="3505200"/>
              <a:ext cx="21336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Event stream</a:t>
              </a:r>
              <a:endParaRPr lang="en-US" sz="1400" spc="0" kern="0" b="0" i="0" dirty="0">
                <a:solidFill>
                  <a:srgbClr val="070154"/>
                </a:solidFill>
                <a:latin typeface="IBM Plex Sans"/>
                <a:ea typeface="IBM Plex Sans"/>
                <a:cs typeface="IBM Plex Sans"/>
              </a:endParaRPr>
            </a:p>
          </p:txBody>
        </p:sp>
        <p:sp>
          <p:nvSpPr>
            <p:cNvPr id="36" name="node11.body.item-001.paragraph"/>
            <p:cNvSpPr/>
            <p:nvPr/>
          </p:nvSpPr>
          <p:spPr>
            <a:xfrm>
              <a:off x="5143500" y="3848100"/>
              <a:ext cx="2133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New in 2026</a:t>
              </a:r>
              <a:endParaRPr lang="en-US" sz="1200" spc="0" kern="0" b="0" i="0" dirty="0">
                <a:solidFill>
                  <a:srgbClr val="070154"/>
                </a:solidFill>
                <a:latin typeface="IBM Plex Sans"/>
                <a:ea typeface="IBM Plex Sans"/>
                <a:cs typeface="IBM Plex Sans"/>
              </a:endParaRPr>
            </a:p>
          </p:txBody>
        </p:sp>
      </p:grpSp>
      <p:grpSp>
        <p:nvGrpSpPr>
          <p:cNvPr id="84" name="node12"/>
          <p:cNvGrpSpPr/>
          <p:nvPr/>
        </p:nvGrpSpPr>
        <p:grpSpPr>
          <a:xfrm>
            <a:off x="7581900" y="3429000"/>
            <a:ext cx="2286000" cy="800100"/>
            <a:chOff x="7581900" y="3429000"/>
            <a:chExt cx="2286000" cy="800100"/>
          </a:xfrm>
        </p:grpSpPr>
        <p:sp>
          <p:nvSpPr>
            <p:cNvPr id="37" name="node12.container"/>
            <p:cNvSpPr/>
            <p:nvPr/>
          </p:nvSpPr>
          <p:spPr>
            <a:xfrm>
              <a:off x="7581900" y="3429000"/>
              <a:ext cx="2286000" cy="800100"/>
            </a:xfrm>
            <a:prstGeom prst="rect">
              <a:avLst/>
            </a:prstGeom>
            <a:solidFill>
              <a:srgbClr val="070154"/>
            </a:solidFill>
            <a:ln>
              <a:noFill/>
            </a:ln>
          </p:spPr>
        </p:sp>
        <p:sp>
          <p:nvSpPr>
            <p:cNvPr id="38" name="node12.title"/>
            <p:cNvSpPr/>
            <p:nvPr/>
          </p:nvSpPr>
          <p:spPr>
            <a:xfrm>
              <a:off x="7658100" y="3505200"/>
              <a:ext cx="21336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FFFFFF"/>
                  </a:solidFill>
                  <a:latin typeface="IBM Plex Sans"/>
                  <a:ea typeface="IBM Plex Sans"/>
                  <a:cs typeface="IBM Plex Sans"/>
                </a:rPr>
                <a:t>Patient data store</a:t>
              </a:r>
              <a:endParaRPr lang="en-US" sz="1400" spc="0" kern="0" b="0" i="0" dirty="0">
                <a:solidFill>
                  <a:srgbClr val="FFFFFF"/>
                </a:solidFill>
                <a:latin typeface="IBM Plex Sans"/>
                <a:ea typeface="IBM Plex Sans"/>
                <a:cs typeface="IBM Plex Sans"/>
              </a:endParaRPr>
            </a:p>
          </p:txBody>
        </p:sp>
        <p:sp>
          <p:nvSpPr>
            <p:cNvPr id="39" name="node12.body.item-001.paragraph"/>
            <p:cNvSpPr/>
            <p:nvPr/>
          </p:nvSpPr>
          <p:spPr>
            <a:xfrm>
              <a:off x="7658100" y="3848100"/>
              <a:ext cx="2133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CED7E6"/>
                  </a:solidFill>
                  <a:latin typeface="IBM Plex Sans"/>
                  <a:ea typeface="IBM Plex Sans"/>
                  <a:cs typeface="IBM Plex Sans"/>
                </a:rPr>
                <a:t>Owned by Northfield</a:t>
              </a:r>
              <a:endParaRPr lang="en-US" sz="1200" spc="0" kern="0" b="0" i="0" dirty="0">
                <a:solidFill>
                  <a:srgbClr val="CED7E6"/>
                </a:solidFill>
                <a:latin typeface="IBM Plex Sans"/>
                <a:ea typeface="IBM Plex Sans"/>
                <a:cs typeface="IBM Plex Sans"/>
              </a:endParaRPr>
            </a:p>
          </p:txBody>
        </p:sp>
      </p:grpSp>
      <p:grpSp>
        <p:nvGrpSpPr>
          <p:cNvPr id="85" name="node13"/>
          <p:cNvGrpSpPr/>
          <p:nvPr/>
        </p:nvGrpSpPr>
        <p:grpSpPr>
          <a:xfrm>
            <a:off x="723900" y="4343400"/>
            <a:ext cx="1600200" cy="800100"/>
            <a:chOff x="723900" y="4343400"/>
            <a:chExt cx="1600200" cy="800100"/>
          </a:xfrm>
        </p:grpSpPr>
        <p:sp>
          <p:nvSpPr>
            <p:cNvPr id="40" name="node13.surface"/>
            <p:cNvSpPr/>
            <p:nvPr/>
          </p:nvSpPr>
          <p:spPr>
            <a:xfrm>
              <a:off x="723900" y="4343400"/>
              <a:ext cx="1600200" cy="800100"/>
            </a:xfrm>
            <a:prstGeom prst="rect">
              <a:avLst/>
            </a:prstGeom>
            <a:solidFill>
              <a:srgbClr val="05013F"/>
            </a:solidFill>
            <a:ln>
              <a:noFill/>
            </a:ln>
          </p:spPr>
        </p:sp>
        <p:sp>
          <p:nvSpPr>
            <p:cNvPr id="41" name="node13.text"/>
            <p:cNvSpPr/>
            <p:nvPr/>
          </p:nvSpPr>
          <p:spPr>
            <a:xfrm>
              <a:off x="876300" y="4476750"/>
              <a:ext cx="12954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FFFFFF"/>
                  </a:solidFill>
                  <a:latin typeface="IBM Plex Sans"/>
                  <a:ea typeface="IBM Plex Sans"/>
                  <a:cs typeface="IBM Plex Sans"/>
                </a:rPr>
                <a:t>Platform and operations</a:t>
              </a:r>
              <a:endParaRPr lang="en-US" sz="1400" spc="0" kern="0" b="0" i="0" dirty="0">
                <a:solidFill>
                  <a:srgbClr val="FFFFFF"/>
                </a:solidFill>
                <a:latin typeface="IBM Plex Sans"/>
                <a:ea typeface="IBM Plex Sans"/>
                <a:cs typeface="IBM Plex Sans"/>
              </a:endParaRPr>
            </a:p>
          </p:txBody>
        </p:sp>
      </p:grpSp>
      <p:grpSp>
        <p:nvGrpSpPr>
          <p:cNvPr id="86" name="node14"/>
          <p:cNvGrpSpPr/>
          <p:nvPr/>
        </p:nvGrpSpPr>
        <p:grpSpPr>
          <a:xfrm>
            <a:off x="2552700" y="4343400"/>
            <a:ext cx="2286000" cy="800100"/>
            <a:chOff x="2552700" y="4343400"/>
            <a:chExt cx="2286000" cy="800100"/>
          </a:xfrm>
        </p:grpSpPr>
        <p:sp>
          <p:nvSpPr>
            <p:cNvPr id="42" name="node14.container"/>
            <p:cNvSpPr/>
            <p:nvPr/>
          </p:nvSpPr>
          <p:spPr>
            <a:xfrm>
              <a:off x="2552700" y="4343400"/>
              <a:ext cx="2286000" cy="800100"/>
            </a:xfrm>
            <a:prstGeom prst="rect">
              <a:avLst/>
            </a:prstGeom>
            <a:solidFill>
              <a:srgbClr val="CED7E6"/>
            </a:solidFill>
            <a:ln>
              <a:noFill/>
            </a:ln>
          </p:spPr>
        </p:sp>
        <p:sp>
          <p:nvSpPr>
            <p:cNvPr id="43" name="node14.title"/>
            <p:cNvSpPr/>
            <p:nvPr/>
          </p:nvSpPr>
          <p:spPr>
            <a:xfrm>
              <a:off x="2628900" y="4419600"/>
              <a:ext cx="21336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Release pipeline</a:t>
              </a:r>
              <a:endParaRPr lang="en-US" sz="1400" spc="0" kern="0" b="0" i="0" dirty="0">
                <a:solidFill>
                  <a:srgbClr val="070154"/>
                </a:solidFill>
                <a:latin typeface="IBM Plex Sans"/>
                <a:ea typeface="IBM Plex Sans"/>
                <a:cs typeface="IBM Plex Sans"/>
              </a:endParaRPr>
            </a:p>
          </p:txBody>
        </p:sp>
        <p:sp>
          <p:nvSpPr>
            <p:cNvPr id="44" name="node14.body.item-001.paragraph"/>
            <p:cNvSpPr/>
            <p:nvPr/>
          </p:nvSpPr>
          <p:spPr>
            <a:xfrm>
              <a:off x="2628900" y="4762500"/>
              <a:ext cx="2133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Weekly releases</a:t>
              </a:r>
              <a:endParaRPr lang="en-US" sz="1200" spc="0" kern="0" b="0" i="0" dirty="0">
                <a:solidFill>
                  <a:srgbClr val="070154"/>
                </a:solidFill>
                <a:latin typeface="IBM Plex Sans"/>
                <a:ea typeface="IBM Plex Sans"/>
                <a:cs typeface="IBM Plex Sans"/>
              </a:endParaRPr>
            </a:p>
          </p:txBody>
        </p:sp>
      </p:grpSp>
      <p:grpSp>
        <p:nvGrpSpPr>
          <p:cNvPr id="87" name="node15"/>
          <p:cNvGrpSpPr/>
          <p:nvPr/>
        </p:nvGrpSpPr>
        <p:grpSpPr>
          <a:xfrm>
            <a:off x="5067300" y="4343400"/>
            <a:ext cx="2286000" cy="800100"/>
            <a:chOff x="5067300" y="4343400"/>
            <a:chExt cx="2286000" cy="800100"/>
          </a:xfrm>
        </p:grpSpPr>
        <p:sp>
          <p:nvSpPr>
            <p:cNvPr id="45" name="node15.container"/>
            <p:cNvSpPr/>
            <p:nvPr/>
          </p:nvSpPr>
          <p:spPr>
            <a:xfrm>
              <a:off x="5067300" y="4343400"/>
              <a:ext cx="2286000" cy="800100"/>
            </a:xfrm>
            <a:prstGeom prst="rect">
              <a:avLst/>
            </a:prstGeom>
            <a:solidFill>
              <a:srgbClr val="CED7E6"/>
            </a:solidFill>
            <a:ln>
              <a:noFill/>
            </a:ln>
          </p:spPr>
        </p:sp>
        <p:sp>
          <p:nvSpPr>
            <p:cNvPr id="46" name="node15.title"/>
            <p:cNvSpPr/>
            <p:nvPr/>
          </p:nvSpPr>
          <p:spPr>
            <a:xfrm>
              <a:off x="5143500" y="4419600"/>
              <a:ext cx="21336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Observability</a:t>
              </a:r>
              <a:endParaRPr lang="en-US" sz="1400" spc="0" kern="0" b="0" i="0" dirty="0">
                <a:solidFill>
                  <a:srgbClr val="070154"/>
                </a:solidFill>
                <a:latin typeface="IBM Plex Sans"/>
                <a:ea typeface="IBM Plex Sans"/>
                <a:cs typeface="IBM Plex Sans"/>
              </a:endParaRPr>
            </a:p>
          </p:txBody>
        </p:sp>
        <p:sp>
          <p:nvSpPr>
            <p:cNvPr id="47" name="node15.body.item-001.paragraph"/>
            <p:cNvSpPr/>
            <p:nvPr/>
          </p:nvSpPr>
          <p:spPr>
            <a:xfrm>
              <a:off x="5143500" y="4762500"/>
              <a:ext cx="2133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New in 2026</a:t>
              </a:r>
              <a:endParaRPr lang="en-US" sz="1200" spc="0" kern="0" b="0" i="0" dirty="0">
                <a:solidFill>
                  <a:srgbClr val="070154"/>
                </a:solidFill>
                <a:latin typeface="IBM Plex Sans"/>
                <a:ea typeface="IBM Plex Sans"/>
                <a:cs typeface="IBM Plex Sans"/>
              </a:endParaRPr>
            </a:p>
          </p:txBody>
        </p:sp>
      </p:grpSp>
      <p:grpSp>
        <p:nvGrpSpPr>
          <p:cNvPr id="88" name="node16"/>
          <p:cNvGrpSpPr/>
          <p:nvPr/>
        </p:nvGrpSpPr>
        <p:grpSpPr>
          <a:xfrm>
            <a:off x="7581900" y="4343400"/>
            <a:ext cx="2286000" cy="800100"/>
            <a:chOff x="7581900" y="4343400"/>
            <a:chExt cx="2286000" cy="800100"/>
          </a:xfrm>
        </p:grpSpPr>
        <p:sp>
          <p:nvSpPr>
            <p:cNvPr id="48" name="node16.container"/>
            <p:cNvSpPr/>
            <p:nvPr/>
          </p:nvSpPr>
          <p:spPr>
            <a:xfrm>
              <a:off x="7581900" y="4343400"/>
              <a:ext cx="2286000" cy="800100"/>
            </a:xfrm>
            <a:prstGeom prst="rect">
              <a:avLst/>
            </a:prstGeom>
            <a:solidFill>
              <a:srgbClr val="070154"/>
            </a:solidFill>
            <a:ln>
              <a:noFill/>
            </a:ln>
          </p:spPr>
        </p:sp>
        <p:sp>
          <p:nvSpPr>
            <p:cNvPr id="49" name="node16.title"/>
            <p:cNvSpPr/>
            <p:nvPr/>
          </p:nvSpPr>
          <p:spPr>
            <a:xfrm>
              <a:off x="7658100" y="4419600"/>
              <a:ext cx="21336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FFFFFF"/>
                  </a:solidFill>
                  <a:latin typeface="IBM Plex Sans"/>
                  <a:ea typeface="IBM Plex Sans"/>
                  <a:cs typeface="IBM Plex Sans"/>
                </a:rPr>
                <a:t>Access and audit</a:t>
              </a:r>
              <a:endParaRPr lang="en-US" sz="1400" spc="0" kern="0" b="0" i="0" dirty="0">
                <a:solidFill>
                  <a:srgbClr val="FFFFFF"/>
                </a:solidFill>
                <a:latin typeface="IBM Plex Sans"/>
                <a:ea typeface="IBM Plex Sans"/>
                <a:cs typeface="IBM Plex Sans"/>
              </a:endParaRPr>
            </a:p>
          </p:txBody>
        </p:sp>
        <p:sp>
          <p:nvSpPr>
            <p:cNvPr id="50" name="node16.body.item-001.paragraph"/>
            <p:cNvSpPr/>
            <p:nvPr/>
          </p:nvSpPr>
          <p:spPr>
            <a:xfrm>
              <a:off x="7658100" y="4762500"/>
              <a:ext cx="2133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CED7E6"/>
                  </a:solidFill>
                  <a:latin typeface="IBM Plex Sans"/>
                  <a:ea typeface="IBM Plex Sans"/>
                  <a:cs typeface="IBM Plex Sans"/>
                </a:rPr>
                <a:t>Owned by Northfield</a:t>
              </a:r>
              <a:endParaRPr lang="en-US" sz="1200" spc="0" kern="0" b="0" i="0" dirty="0">
                <a:solidFill>
                  <a:srgbClr val="CED7E6"/>
                </a:solidFill>
                <a:latin typeface="IBM Plex Sans"/>
                <a:ea typeface="IBM Plex Sans"/>
                <a:cs typeface="IBM Plex Sans"/>
              </a:endParaRPr>
            </a:p>
          </p:txBody>
        </p:sp>
      </p:grpSp>
      <p:grpSp>
        <p:nvGrpSpPr>
          <p:cNvPr id="89" name="node17"/>
          <p:cNvGrpSpPr/>
          <p:nvPr/>
        </p:nvGrpSpPr>
        <p:grpSpPr>
          <a:xfrm>
            <a:off x="10096500" y="1600200"/>
            <a:ext cx="1371600" cy="3543300"/>
            <a:chOff x="10096500" y="1600200"/>
            <a:chExt cx="1371600" cy="3543300"/>
          </a:xfrm>
        </p:grpSpPr>
        <p:sp>
          <p:nvSpPr>
            <p:cNvPr id="51" name="node17.container"/>
            <p:cNvSpPr/>
            <p:nvPr/>
          </p:nvSpPr>
          <p:spPr>
            <a:xfrm>
              <a:off x="10096500" y="1600200"/>
              <a:ext cx="1371600" cy="3543300"/>
            </a:xfrm>
            <a:prstGeom prst="rect">
              <a:avLst/>
            </a:prstGeom>
            <a:solidFill>
              <a:srgbClr val="E8EEF8"/>
            </a:solidFill>
            <a:ln>
              <a:noFill/>
            </a:ln>
          </p:spPr>
        </p:sp>
        <p:sp>
          <p:nvSpPr>
            <p:cNvPr id="52" name="node17.label"/>
            <p:cNvSpPr/>
            <p:nvPr/>
          </p:nvSpPr>
          <p:spPr>
            <a:xfrm>
              <a:off x="10248900" y="1752600"/>
              <a:ext cx="1066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CROSS-CUTTING</a:t>
              </a:r>
              <a:endParaRPr lang="en-US" sz="900" spc="54" kern="0" b="0" i="0" dirty="0">
                <a:solidFill>
                  <a:srgbClr val="0047FF"/>
                </a:solidFill>
                <a:latin typeface="IBM Plex Mono Medium"/>
                <a:ea typeface="IBM Plex Mono Medium"/>
                <a:cs typeface="IBM Plex Mono Medium"/>
              </a:endParaRPr>
            </a:p>
          </p:txBody>
        </p:sp>
        <p:sp>
          <p:nvSpPr>
            <p:cNvPr id="53" name="node17.body.item-001.bullets.item-001.marker"/>
            <p:cNvSpPr/>
            <p:nvPr/>
          </p:nvSpPr>
          <p:spPr>
            <a:xfrm>
              <a:off x="10248900" y="2032000"/>
              <a:ext cx="38100" cy="38100"/>
            </a:xfrm>
            <a:prstGeom prst="rect">
              <a:avLst/>
            </a:prstGeom>
            <a:solidFill>
              <a:srgbClr val="070154"/>
            </a:solidFill>
            <a:ln>
              <a:noFill/>
            </a:ln>
          </p:spPr>
        </p:sp>
        <p:sp>
          <p:nvSpPr>
            <p:cNvPr id="54" name="node17.body.item-001.bullets.item-001.text"/>
            <p:cNvSpPr/>
            <p:nvPr/>
          </p:nvSpPr>
          <p:spPr>
            <a:xfrm>
              <a:off x="10401300" y="1943100"/>
              <a:ext cx="9144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Security and privacy</a:t>
              </a:r>
              <a:endParaRPr lang="en-US" sz="1200" spc="0" kern="0" b="0" i="0" dirty="0">
                <a:solidFill>
                  <a:srgbClr val="070154"/>
                </a:solidFill>
                <a:latin typeface="IBM Plex Sans"/>
                <a:ea typeface="IBM Plex Sans"/>
                <a:cs typeface="IBM Plex Sans"/>
              </a:endParaRPr>
            </a:p>
          </p:txBody>
        </p:sp>
        <p:sp>
          <p:nvSpPr>
            <p:cNvPr id="55" name="node17.body.item-001.bullets.item-002.marker"/>
            <p:cNvSpPr/>
            <p:nvPr/>
          </p:nvSpPr>
          <p:spPr>
            <a:xfrm>
              <a:off x="10248900" y="2527300"/>
              <a:ext cx="38100" cy="38100"/>
            </a:xfrm>
            <a:prstGeom prst="rect">
              <a:avLst/>
            </a:prstGeom>
            <a:solidFill>
              <a:srgbClr val="070154"/>
            </a:solidFill>
            <a:ln>
              <a:noFill/>
            </a:ln>
          </p:spPr>
        </p:sp>
        <p:sp>
          <p:nvSpPr>
            <p:cNvPr id="56" name="node17.body.item-001.bullets.item-002.text"/>
            <p:cNvSpPr/>
            <p:nvPr/>
          </p:nvSpPr>
          <p:spPr>
            <a:xfrm>
              <a:off x="10401300" y="2438400"/>
              <a:ext cx="9144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HIPAA controls</a:t>
              </a:r>
              <a:endParaRPr lang="en-US" sz="1200" spc="0" kern="0" b="0" i="0" dirty="0">
                <a:solidFill>
                  <a:srgbClr val="070154"/>
                </a:solidFill>
                <a:latin typeface="IBM Plex Sans"/>
                <a:ea typeface="IBM Plex Sans"/>
                <a:cs typeface="IBM Plex Sans"/>
              </a:endParaRPr>
            </a:p>
          </p:txBody>
        </p:sp>
        <p:sp>
          <p:nvSpPr>
            <p:cNvPr id="57" name="node17.body.item-001.bullets.item-003.marker"/>
            <p:cNvSpPr/>
            <p:nvPr/>
          </p:nvSpPr>
          <p:spPr>
            <a:xfrm>
              <a:off x="10248900" y="3022600"/>
              <a:ext cx="38100" cy="38100"/>
            </a:xfrm>
            <a:prstGeom prst="rect">
              <a:avLst/>
            </a:prstGeom>
            <a:solidFill>
              <a:srgbClr val="070154"/>
            </a:solidFill>
            <a:ln>
              <a:noFill/>
            </a:ln>
          </p:spPr>
        </p:sp>
        <p:sp>
          <p:nvSpPr>
            <p:cNvPr id="58" name="node17.body.item-001.bullets.item-003.text"/>
            <p:cNvSpPr/>
            <p:nvPr/>
          </p:nvSpPr>
          <p:spPr>
            <a:xfrm>
              <a:off x="10401300" y="2933700"/>
              <a:ext cx="914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Accessibility</a:t>
              </a:r>
              <a:endParaRPr lang="en-US" sz="1200" spc="0" kern="0" b="0" i="0" dirty="0">
                <a:solidFill>
                  <a:srgbClr val="070154"/>
                </a:solidFill>
                <a:latin typeface="IBM Plex Sans"/>
                <a:ea typeface="IBM Plex Sans"/>
                <a:cs typeface="IBM Plex Sans"/>
              </a:endParaRPr>
            </a:p>
          </p:txBody>
        </p:sp>
        <p:sp>
          <p:nvSpPr>
            <p:cNvPr id="59" name="node17.body.item-001.bullets.item-004.marker"/>
            <p:cNvSpPr/>
            <p:nvPr/>
          </p:nvSpPr>
          <p:spPr>
            <a:xfrm>
              <a:off x="10248900" y="3289300"/>
              <a:ext cx="38100" cy="38100"/>
            </a:xfrm>
            <a:prstGeom prst="rect">
              <a:avLst/>
            </a:prstGeom>
            <a:solidFill>
              <a:srgbClr val="070154"/>
            </a:solidFill>
            <a:ln>
              <a:noFill/>
            </a:ln>
          </p:spPr>
        </p:sp>
        <p:sp>
          <p:nvSpPr>
            <p:cNvPr id="60" name="node17.body.item-001.bullets.item-004.text"/>
            <p:cNvSpPr/>
            <p:nvPr/>
          </p:nvSpPr>
          <p:spPr>
            <a:xfrm>
              <a:off x="10401300" y="3200400"/>
              <a:ext cx="914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Audit trail</a:t>
              </a:r>
              <a:endParaRPr lang="en-US" sz="1200" spc="0" kern="0" b="0" i="0" dirty="0">
                <a:solidFill>
                  <a:srgbClr val="070154"/>
                </a:solidFill>
                <a:latin typeface="IBM Plex Sans"/>
                <a:ea typeface="IBM Plex Sans"/>
                <a:cs typeface="IBM Plex Sans"/>
              </a:endParaRPr>
            </a:p>
          </p:txBody>
        </p:sp>
        <p:sp>
          <p:nvSpPr>
            <p:cNvPr id="61" name="node17.body.item-001.bullets.item-005.marker"/>
            <p:cNvSpPr/>
            <p:nvPr/>
          </p:nvSpPr>
          <p:spPr>
            <a:xfrm>
              <a:off x="10248900" y="3556000"/>
              <a:ext cx="38100" cy="38100"/>
            </a:xfrm>
            <a:prstGeom prst="rect">
              <a:avLst/>
            </a:prstGeom>
            <a:solidFill>
              <a:srgbClr val="070154"/>
            </a:solidFill>
            <a:ln>
              <a:noFill/>
            </a:ln>
          </p:spPr>
        </p:sp>
        <p:sp>
          <p:nvSpPr>
            <p:cNvPr id="62" name="node17.body.item-001.bullets.item-005.text"/>
            <p:cNvSpPr/>
            <p:nvPr/>
          </p:nvSpPr>
          <p:spPr>
            <a:xfrm>
              <a:off x="10401300" y="3467100"/>
              <a:ext cx="9144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Design system</a:t>
              </a:r>
              <a:endParaRPr lang="en-US" sz="1200" spc="0" kern="0" b="0" i="0" dirty="0">
                <a:solidFill>
                  <a:srgbClr val="070154"/>
                </a:solidFill>
                <a:latin typeface="IBM Plex Sans"/>
                <a:ea typeface="IBM Plex Sans"/>
                <a:cs typeface="IBM Plex Sans"/>
              </a:endParaRPr>
            </a:p>
          </p:txBody>
        </p:sp>
        <p:sp>
          <p:nvSpPr>
            <p:cNvPr id="63" name="node17.body.item-001.bullets.item-006.marker"/>
            <p:cNvSpPr/>
            <p:nvPr/>
          </p:nvSpPr>
          <p:spPr>
            <a:xfrm>
              <a:off x="10248900" y="4051300"/>
              <a:ext cx="38100" cy="38100"/>
            </a:xfrm>
            <a:prstGeom prst="rect">
              <a:avLst/>
            </a:prstGeom>
            <a:solidFill>
              <a:srgbClr val="070154"/>
            </a:solidFill>
            <a:ln>
              <a:noFill/>
            </a:ln>
          </p:spPr>
        </p:sp>
        <p:sp>
          <p:nvSpPr>
            <p:cNvPr id="64" name="node17.body.item-001.bullets.item-006.text"/>
            <p:cNvSpPr/>
            <p:nvPr/>
          </p:nvSpPr>
          <p:spPr>
            <a:xfrm>
              <a:off x="10401300" y="3962400"/>
              <a:ext cx="914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Cost tracking</a:t>
              </a:r>
              <a:endParaRPr lang="en-US" sz="1200" spc="0" kern="0" b="0" i="0" dirty="0">
                <a:solidFill>
                  <a:srgbClr val="070154"/>
                </a:solidFill>
                <a:latin typeface="IBM Plex Sans"/>
                <a:ea typeface="IBM Plex Sans"/>
                <a:cs typeface="IBM Plex Sans"/>
              </a:endParaRPr>
            </a:p>
          </p:txBody>
        </p:sp>
      </p:grpSp>
      <p:grpSp>
        <p:nvGrpSpPr>
          <p:cNvPr id="90" name="node18"/>
          <p:cNvGrpSpPr/>
          <p:nvPr/>
        </p:nvGrpSpPr>
        <p:grpSpPr>
          <a:xfrm>
            <a:off x="723900" y="5257800"/>
            <a:ext cx="228600" cy="228600"/>
            <a:chOff x="723900" y="5257800"/>
            <a:chExt cx="228600" cy="228600"/>
          </a:xfrm>
        </p:grpSpPr>
        <p:sp>
          <p:nvSpPr>
            <p:cNvPr id="65" name="node18.surface"/>
            <p:cNvSpPr/>
            <p:nvPr/>
          </p:nvSpPr>
          <p:spPr>
            <a:xfrm>
              <a:off x="723900" y="5257800"/>
              <a:ext cx="228600" cy="228600"/>
            </a:xfrm>
            <a:prstGeom prst="rect">
              <a:avLst/>
            </a:prstGeom>
            <a:solidFill>
              <a:srgbClr val="CED7E6"/>
            </a:solidFill>
            <a:ln>
              <a:noFill/>
            </a:ln>
          </p:spPr>
        </p:sp>
      </p:grpSp>
      <p:grpSp>
        <p:nvGrpSpPr>
          <p:cNvPr id="91" name="node19"/>
          <p:cNvGrpSpPr/>
          <p:nvPr/>
        </p:nvGrpSpPr>
        <p:grpSpPr>
          <a:xfrm>
            <a:off x="1066800" y="5257800"/>
            <a:ext cx="1371600" cy="228600"/>
            <a:chOff x="1066800" y="5257800"/>
            <a:chExt cx="1371600" cy="228600"/>
          </a:xfrm>
        </p:grpSpPr>
        <p:sp>
          <p:nvSpPr>
            <p:cNvPr id="66" name="node19.text"/>
            <p:cNvSpPr/>
            <p:nvPr/>
          </p:nvSpPr>
          <p:spPr>
            <a:xfrm>
              <a:off x="1066800" y="5257800"/>
              <a:ext cx="1371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West Monroe builds</a:t>
              </a:r>
              <a:endParaRPr lang="en-US" sz="1200" spc="0" kern="0" b="0" i="0" dirty="0">
                <a:solidFill>
                  <a:srgbClr val="50658E"/>
                </a:solidFill>
                <a:latin typeface="IBM Plex Sans"/>
                <a:ea typeface="IBM Plex Sans"/>
                <a:cs typeface="IBM Plex Sans"/>
              </a:endParaRPr>
            </a:p>
          </p:txBody>
        </p:sp>
      </p:grpSp>
      <p:grpSp>
        <p:nvGrpSpPr>
          <p:cNvPr id="92" name="node20"/>
          <p:cNvGrpSpPr/>
          <p:nvPr/>
        </p:nvGrpSpPr>
        <p:grpSpPr>
          <a:xfrm>
            <a:off x="2781300" y="5257800"/>
            <a:ext cx="228600" cy="228600"/>
            <a:chOff x="2781300" y="5257800"/>
            <a:chExt cx="228600" cy="228600"/>
          </a:xfrm>
        </p:grpSpPr>
        <p:sp>
          <p:nvSpPr>
            <p:cNvPr id="67" name="node20.surface"/>
            <p:cNvSpPr/>
            <p:nvPr/>
          </p:nvSpPr>
          <p:spPr>
            <a:xfrm>
              <a:off x="2781300" y="5257800"/>
              <a:ext cx="228600" cy="228600"/>
            </a:xfrm>
            <a:prstGeom prst="rect">
              <a:avLst/>
            </a:prstGeom>
            <a:solidFill>
              <a:srgbClr val="070154"/>
            </a:solidFill>
            <a:ln>
              <a:noFill/>
            </a:ln>
          </p:spPr>
        </p:sp>
      </p:grpSp>
      <p:grpSp>
        <p:nvGrpSpPr>
          <p:cNvPr id="93" name="node21"/>
          <p:cNvGrpSpPr/>
          <p:nvPr/>
        </p:nvGrpSpPr>
        <p:grpSpPr>
          <a:xfrm>
            <a:off x="3124200" y="5257800"/>
            <a:ext cx="1600200" cy="228600"/>
            <a:chOff x="3124200" y="5257800"/>
            <a:chExt cx="1600200" cy="228600"/>
          </a:xfrm>
        </p:grpSpPr>
        <p:sp>
          <p:nvSpPr>
            <p:cNvPr id="68" name="node21.text"/>
            <p:cNvSpPr/>
            <p:nvPr/>
          </p:nvSpPr>
          <p:spPr>
            <a:xfrm>
              <a:off x="3124200" y="5257800"/>
              <a:ext cx="1600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Northfield team builds</a:t>
              </a:r>
              <a:endParaRPr lang="en-US" sz="1200" spc="0" kern="0" b="0" i="0" dirty="0">
                <a:solidFill>
                  <a:srgbClr val="50658E"/>
                </a:solidFill>
                <a:latin typeface="IBM Plex Sans"/>
                <a:ea typeface="IBM Plex Sans"/>
                <a:cs typeface="IBM Plex Sans"/>
              </a:endParaRPr>
            </a:p>
          </p:txBody>
        </p:sp>
      </p:grpSp>
      <p:grpSp>
        <p:nvGrpSpPr>
          <p:cNvPr id="94" name="node22"/>
          <p:cNvGrpSpPr/>
          <p:nvPr/>
        </p:nvGrpSpPr>
        <p:grpSpPr>
          <a:xfrm>
            <a:off x="5067300" y="5257800"/>
            <a:ext cx="228600" cy="228600"/>
            <a:chOff x="5067300" y="5257800"/>
            <a:chExt cx="228600" cy="228600"/>
          </a:xfrm>
        </p:grpSpPr>
        <p:sp>
          <p:nvSpPr>
            <p:cNvPr id="69" name="node22.surface"/>
            <p:cNvSpPr/>
            <p:nvPr/>
          </p:nvSpPr>
          <p:spPr>
            <a:xfrm>
              <a:off x="5067300" y="5257800"/>
              <a:ext cx="228600" cy="228600"/>
            </a:xfrm>
            <a:prstGeom prst="rect">
              <a:avLst/>
            </a:prstGeom>
            <a:solidFill>
              <a:srgbClr val="E8EEF8"/>
            </a:solidFill>
            <a:ln>
              <a:noFill/>
            </a:ln>
          </p:spPr>
        </p:sp>
      </p:grpSp>
      <p:grpSp>
        <p:nvGrpSpPr>
          <p:cNvPr id="95" name="node23"/>
          <p:cNvGrpSpPr/>
          <p:nvPr/>
        </p:nvGrpSpPr>
        <p:grpSpPr>
          <a:xfrm>
            <a:off x="5410200" y="5257800"/>
            <a:ext cx="457200" cy="228600"/>
            <a:chOff x="5410200" y="5257800"/>
            <a:chExt cx="457200" cy="228600"/>
          </a:xfrm>
        </p:grpSpPr>
        <p:sp>
          <p:nvSpPr>
            <p:cNvPr id="70" name="node23.text"/>
            <p:cNvSpPr/>
            <p:nvPr/>
          </p:nvSpPr>
          <p:spPr>
            <a:xfrm>
              <a:off x="5410200" y="5257800"/>
              <a:ext cx="457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Pilot</a:t>
              </a:r>
              <a:endParaRPr lang="en-US" sz="1200" spc="0" kern="0" b="0" i="0" dirty="0">
                <a:solidFill>
                  <a:srgbClr val="50658E"/>
                </a:solidFill>
                <a:latin typeface="IBM Plex Sans"/>
                <a:ea typeface="IBM Plex Sans"/>
                <a:cs typeface="IBM Plex Sans"/>
              </a:endParaRPr>
            </a:p>
          </p:txBody>
        </p:sp>
      </p:grpSp>
      <p:grpSp>
        <p:nvGrpSpPr>
          <p:cNvPr id="96" name="node24"/>
          <p:cNvGrpSpPr/>
          <p:nvPr/>
        </p:nvGrpSpPr>
        <p:grpSpPr>
          <a:xfrm>
            <a:off x="6210300" y="5257800"/>
            <a:ext cx="228600" cy="228600"/>
            <a:chOff x="6210300" y="5257800"/>
            <a:chExt cx="228600" cy="228600"/>
          </a:xfrm>
        </p:grpSpPr>
        <p:sp>
          <p:nvSpPr>
            <p:cNvPr id="71" name="node24.surface"/>
            <p:cNvSpPr/>
            <p:nvPr/>
          </p:nvSpPr>
          <p:spPr>
            <a:xfrm>
              <a:off x="6216650" y="5264150"/>
              <a:ext cx="215900" cy="215900"/>
            </a:xfrm>
            <a:prstGeom prst="rect">
              <a:avLst/>
            </a:prstGeom>
            <a:solidFill>
              <a:srgbClr val="FFFFFF"/>
            </a:solidFill>
            <a:ln w="12700">
              <a:solidFill>
                <a:srgbClr val="CED7E6"/>
              </a:solidFill>
              <a:prstDash val="solid"/>
            </a:ln>
          </p:spPr>
        </p:sp>
      </p:grpSp>
      <p:grpSp>
        <p:nvGrpSpPr>
          <p:cNvPr id="97" name="node25"/>
          <p:cNvGrpSpPr/>
          <p:nvPr/>
        </p:nvGrpSpPr>
        <p:grpSpPr>
          <a:xfrm>
            <a:off x="6553200" y="5257800"/>
            <a:ext cx="685800" cy="228600"/>
            <a:chOff x="6553200" y="5257800"/>
            <a:chExt cx="685800" cy="228600"/>
          </a:xfrm>
        </p:grpSpPr>
        <p:sp>
          <p:nvSpPr>
            <p:cNvPr id="72" name="node25.text"/>
            <p:cNvSpPr/>
            <p:nvPr/>
          </p:nvSpPr>
          <p:spPr>
            <a:xfrm>
              <a:off x="6553200" y="5257800"/>
              <a:ext cx="685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Vendor</a:t>
              </a:r>
              <a:endParaRPr lang="en-US" sz="1200" spc="0" kern="0" b="0" i="0" dirty="0">
                <a:solidFill>
                  <a:srgbClr val="50658E"/>
                </a:solidFill>
                <a:latin typeface="IBM Plex Sans"/>
                <a:ea typeface="IBM Plex Sans"/>
                <a:cs typeface="IBM Plex Sans"/>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ource-091">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DELIVERY PLAN</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Sprints 4 to 6 carry the heaviest commitments</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Northfield delivery plan, Sep 2026.</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20</a:t>
            </a:fld>
            <a:endParaRPr lang="en-US" sz="700" spc="0" kern="0" b="0" i="0" dirty="0">
              <a:solidFill>
                <a:srgbClr val="070154"/>
              </a:solidFill>
              <a:latin typeface="IBM Plex Mono SemiBold"/>
              <a:ea typeface="IBM Plex Mono SemiBold"/>
              <a:cs typeface="IBM Plex Mono SemiBold"/>
            </a:endParaRPr>
          </a:p>
        </p:txBody>
      </p:sp>
      <p:grpSp>
        <p:nvGrpSpPr>
          <p:cNvPr id="111" name="node01"/>
          <p:cNvGrpSpPr/>
          <p:nvPr/>
        </p:nvGrpSpPr>
        <p:grpSpPr>
          <a:xfrm>
            <a:off x="723900" y="1600200"/>
            <a:ext cx="10744200" cy="2260600"/>
            <a:chOff x="723900" y="1600200"/>
            <a:chExt cx="10744200" cy="2260600"/>
          </a:xfrm>
        </p:grpSpPr>
        <p:sp>
          <p:nvSpPr>
            <p:cNvPr id="7" name="node01.row.item-001.c1.heat-gap"/>
            <p:cNvSpPr/>
            <p:nvPr/>
          </p:nvSpPr>
          <p:spPr>
            <a:xfrm>
              <a:off x="2628900" y="1955800"/>
              <a:ext cx="990600" cy="381000"/>
            </a:xfrm>
            <a:prstGeom prst="rect">
              <a:avLst/>
            </a:prstGeom>
            <a:solidFill>
              <a:srgbClr val="FFFFFF"/>
            </a:solidFill>
            <a:ln>
              <a:noFill/>
            </a:ln>
          </p:spPr>
        </p:sp>
        <p:sp>
          <p:nvSpPr>
            <p:cNvPr id="8" name="node01.row.item-001.c1.heat"/>
            <p:cNvSpPr/>
            <p:nvPr/>
          </p:nvSpPr>
          <p:spPr>
            <a:xfrm>
              <a:off x="2647950" y="1974850"/>
              <a:ext cx="952500" cy="342900"/>
            </a:xfrm>
            <a:prstGeom prst="rect">
              <a:avLst/>
            </a:prstGeom>
            <a:solidFill>
              <a:srgbClr val="7C9BFF"/>
            </a:solidFill>
            <a:ln>
              <a:noFill/>
            </a:ln>
          </p:spPr>
        </p:sp>
        <p:sp>
          <p:nvSpPr>
            <p:cNvPr id="9" name="node01.row.item-001.c2.heat-gap"/>
            <p:cNvSpPr/>
            <p:nvPr/>
          </p:nvSpPr>
          <p:spPr>
            <a:xfrm>
              <a:off x="3619500" y="1955800"/>
              <a:ext cx="990600" cy="381000"/>
            </a:xfrm>
            <a:prstGeom prst="rect">
              <a:avLst/>
            </a:prstGeom>
            <a:solidFill>
              <a:srgbClr val="FFFFFF"/>
            </a:solidFill>
            <a:ln>
              <a:noFill/>
            </a:ln>
          </p:spPr>
        </p:sp>
        <p:sp>
          <p:nvSpPr>
            <p:cNvPr id="10" name="node01.row.item-001.c2.heat"/>
            <p:cNvSpPr/>
            <p:nvPr/>
          </p:nvSpPr>
          <p:spPr>
            <a:xfrm>
              <a:off x="3638550" y="1974850"/>
              <a:ext cx="952500" cy="342900"/>
            </a:xfrm>
            <a:prstGeom prst="rect">
              <a:avLst/>
            </a:prstGeom>
            <a:solidFill>
              <a:srgbClr val="0047FF"/>
            </a:solidFill>
            <a:ln>
              <a:noFill/>
            </a:ln>
          </p:spPr>
        </p:sp>
        <p:sp>
          <p:nvSpPr>
            <p:cNvPr id="11" name="node01.row.item-001.c3.heat-gap"/>
            <p:cNvSpPr/>
            <p:nvPr/>
          </p:nvSpPr>
          <p:spPr>
            <a:xfrm>
              <a:off x="4610100" y="1955800"/>
              <a:ext cx="990600" cy="381000"/>
            </a:xfrm>
            <a:prstGeom prst="rect">
              <a:avLst/>
            </a:prstGeom>
            <a:solidFill>
              <a:srgbClr val="FFFFFF"/>
            </a:solidFill>
            <a:ln>
              <a:noFill/>
            </a:ln>
          </p:spPr>
        </p:sp>
        <p:sp>
          <p:nvSpPr>
            <p:cNvPr id="12" name="node01.row.item-001.c3.heat"/>
            <p:cNvSpPr/>
            <p:nvPr/>
          </p:nvSpPr>
          <p:spPr>
            <a:xfrm>
              <a:off x="4629150" y="1974850"/>
              <a:ext cx="952500" cy="342900"/>
            </a:xfrm>
            <a:prstGeom prst="rect">
              <a:avLst/>
            </a:prstGeom>
            <a:solidFill>
              <a:srgbClr val="0047FF"/>
            </a:solidFill>
            <a:ln>
              <a:noFill/>
            </a:ln>
          </p:spPr>
        </p:sp>
        <p:sp>
          <p:nvSpPr>
            <p:cNvPr id="13" name="node01.row.item-001.c4.heat-gap"/>
            <p:cNvSpPr/>
            <p:nvPr/>
          </p:nvSpPr>
          <p:spPr>
            <a:xfrm>
              <a:off x="5600700" y="1955800"/>
              <a:ext cx="990600" cy="381000"/>
            </a:xfrm>
            <a:prstGeom prst="rect">
              <a:avLst/>
            </a:prstGeom>
            <a:solidFill>
              <a:srgbClr val="FFFFFF"/>
            </a:solidFill>
            <a:ln>
              <a:noFill/>
            </a:ln>
          </p:spPr>
        </p:sp>
        <p:sp>
          <p:nvSpPr>
            <p:cNvPr id="14" name="node01.row.item-001.c4.heat"/>
            <p:cNvSpPr/>
            <p:nvPr/>
          </p:nvSpPr>
          <p:spPr>
            <a:xfrm>
              <a:off x="5619750" y="1974850"/>
              <a:ext cx="952500" cy="342900"/>
            </a:xfrm>
            <a:prstGeom prst="rect">
              <a:avLst/>
            </a:prstGeom>
            <a:solidFill>
              <a:srgbClr val="0047FF"/>
            </a:solidFill>
            <a:ln>
              <a:noFill/>
            </a:ln>
          </p:spPr>
        </p:sp>
        <p:sp>
          <p:nvSpPr>
            <p:cNvPr id="15" name="node01.row.item-001.c5.heat-gap"/>
            <p:cNvSpPr/>
            <p:nvPr/>
          </p:nvSpPr>
          <p:spPr>
            <a:xfrm>
              <a:off x="6591300" y="1955800"/>
              <a:ext cx="990600" cy="381000"/>
            </a:xfrm>
            <a:prstGeom prst="rect">
              <a:avLst/>
            </a:prstGeom>
            <a:solidFill>
              <a:srgbClr val="FFFFFF"/>
            </a:solidFill>
            <a:ln>
              <a:noFill/>
            </a:ln>
          </p:spPr>
        </p:sp>
        <p:sp>
          <p:nvSpPr>
            <p:cNvPr id="16" name="node01.row.item-001.c5.heat"/>
            <p:cNvSpPr/>
            <p:nvPr/>
          </p:nvSpPr>
          <p:spPr>
            <a:xfrm>
              <a:off x="6610350" y="1974850"/>
              <a:ext cx="952500" cy="342900"/>
            </a:xfrm>
            <a:prstGeom prst="rect">
              <a:avLst/>
            </a:prstGeom>
            <a:solidFill>
              <a:srgbClr val="070154"/>
            </a:solidFill>
            <a:ln>
              <a:noFill/>
            </a:ln>
          </p:spPr>
        </p:sp>
        <p:sp>
          <p:nvSpPr>
            <p:cNvPr id="17" name="node01.row.item-001.c6.heat-gap"/>
            <p:cNvSpPr/>
            <p:nvPr/>
          </p:nvSpPr>
          <p:spPr>
            <a:xfrm>
              <a:off x="7581900" y="1955800"/>
              <a:ext cx="990600" cy="381000"/>
            </a:xfrm>
            <a:prstGeom prst="rect">
              <a:avLst/>
            </a:prstGeom>
            <a:solidFill>
              <a:srgbClr val="FFFFFF"/>
            </a:solidFill>
            <a:ln>
              <a:noFill/>
            </a:ln>
          </p:spPr>
        </p:sp>
        <p:sp>
          <p:nvSpPr>
            <p:cNvPr id="18" name="node01.row.item-001.c6.heat"/>
            <p:cNvSpPr/>
            <p:nvPr/>
          </p:nvSpPr>
          <p:spPr>
            <a:xfrm>
              <a:off x="7600950" y="1974850"/>
              <a:ext cx="952500" cy="342900"/>
            </a:xfrm>
            <a:prstGeom prst="rect">
              <a:avLst/>
            </a:prstGeom>
            <a:solidFill>
              <a:srgbClr val="070154"/>
            </a:solidFill>
            <a:ln>
              <a:noFill/>
            </a:ln>
          </p:spPr>
        </p:sp>
        <p:sp>
          <p:nvSpPr>
            <p:cNvPr id="19" name="node01.row.item-001.c7.heat-gap"/>
            <p:cNvSpPr/>
            <p:nvPr/>
          </p:nvSpPr>
          <p:spPr>
            <a:xfrm>
              <a:off x="8572500" y="1955800"/>
              <a:ext cx="990600" cy="381000"/>
            </a:xfrm>
            <a:prstGeom prst="rect">
              <a:avLst/>
            </a:prstGeom>
            <a:solidFill>
              <a:srgbClr val="FFFFFF"/>
            </a:solidFill>
            <a:ln>
              <a:noFill/>
            </a:ln>
          </p:spPr>
        </p:sp>
        <p:sp>
          <p:nvSpPr>
            <p:cNvPr id="20" name="node01.row.item-001.c7.heat"/>
            <p:cNvSpPr/>
            <p:nvPr/>
          </p:nvSpPr>
          <p:spPr>
            <a:xfrm>
              <a:off x="8591550" y="1974850"/>
              <a:ext cx="952500" cy="342900"/>
            </a:xfrm>
            <a:prstGeom prst="rect">
              <a:avLst/>
            </a:prstGeom>
            <a:solidFill>
              <a:srgbClr val="0047FF"/>
            </a:solidFill>
            <a:ln>
              <a:noFill/>
            </a:ln>
          </p:spPr>
        </p:sp>
        <p:sp>
          <p:nvSpPr>
            <p:cNvPr id="21" name="node01.row.item-001.c8.heat-gap"/>
            <p:cNvSpPr/>
            <p:nvPr/>
          </p:nvSpPr>
          <p:spPr>
            <a:xfrm>
              <a:off x="9563100" y="1955800"/>
              <a:ext cx="990600" cy="381000"/>
            </a:xfrm>
            <a:prstGeom prst="rect">
              <a:avLst/>
            </a:prstGeom>
            <a:solidFill>
              <a:srgbClr val="FFFFFF"/>
            </a:solidFill>
            <a:ln>
              <a:noFill/>
            </a:ln>
          </p:spPr>
        </p:sp>
        <p:sp>
          <p:nvSpPr>
            <p:cNvPr id="22" name="node01.row.item-001.c8.heat"/>
            <p:cNvSpPr/>
            <p:nvPr/>
          </p:nvSpPr>
          <p:spPr>
            <a:xfrm>
              <a:off x="9582150" y="1974850"/>
              <a:ext cx="952500" cy="342900"/>
            </a:xfrm>
            <a:prstGeom prst="rect">
              <a:avLst/>
            </a:prstGeom>
            <a:solidFill>
              <a:srgbClr val="7C9BFF"/>
            </a:solidFill>
            <a:ln>
              <a:noFill/>
            </a:ln>
          </p:spPr>
        </p:sp>
        <p:sp>
          <p:nvSpPr>
            <p:cNvPr id="23" name="node01.row.item-002.c1.heat-gap"/>
            <p:cNvSpPr/>
            <p:nvPr/>
          </p:nvSpPr>
          <p:spPr>
            <a:xfrm>
              <a:off x="2628900" y="2336800"/>
              <a:ext cx="990600" cy="381000"/>
            </a:xfrm>
            <a:prstGeom prst="rect">
              <a:avLst/>
            </a:prstGeom>
            <a:solidFill>
              <a:srgbClr val="FFFFFF"/>
            </a:solidFill>
            <a:ln>
              <a:noFill/>
            </a:ln>
          </p:spPr>
        </p:sp>
        <p:sp>
          <p:nvSpPr>
            <p:cNvPr id="24" name="node01.row.item-002.c1.heat"/>
            <p:cNvSpPr/>
            <p:nvPr/>
          </p:nvSpPr>
          <p:spPr>
            <a:xfrm>
              <a:off x="2647950" y="2355850"/>
              <a:ext cx="952500" cy="342900"/>
            </a:xfrm>
            <a:prstGeom prst="rect">
              <a:avLst/>
            </a:prstGeom>
            <a:solidFill>
              <a:srgbClr val="7C9BFF"/>
            </a:solidFill>
            <a:ln>
              <a:noFill/>
            </a:ln>
          </p:spPr>
        </p:sp>
        <p:sp>
          <p:nvSpPr>
            <p:cNvPr id="25" name="node01.row.item-002.c2.heat-gap"/>
            <p:cNvSpPr/>
            <p:nvPr/>
          </p:nvSpPr>
          <p:spPr>
            <a:xfrm>
              <a:off x="3619500" y="2336800"/>
              <a:ext cx="990600" cy="381000"/>
            </a:xfrm>
            <a:prstGeom prst="rect">
              <a:avLst/>
            </a:prstGeom>
            <a:solidFill>
              <a:srgbClr val="FFFFFF"/>
            </a:solidFill>
            <a:ln>
              <a:noFill/>
            </a:ln>
          </p:spPr>
        </p:sp>
        <p:sp>
          <p:nvSpPr>
            <p:cNvPr id="26" name="node01.row.item-002.c2.heat"/>
            <p:cNvSpPr/>
            <p:nvPr/>
          </p:nvSpPr>
          <p:spPr>
            <a:xfrm>
              <a:off x="3638550" y="2355850"/>
              <a:ext cx="952500" cy="342900"/>
            </a:xfrm>
            <a:prstGeom prst="rect">
              <a:avLst/>
            </a:prstGeom>
            <a:solidFill>
              <a:srgbClr val="7C9BFF"/>
            </a:solidFill>
            <a:ln>
              <a:noFill/>
            </a:ln>
          </p:spPr>
        </p:sp>
        <p:sp>
          <p:nvSpPr>
            <p:cNvPr id="27" name="node01.row.item-002.c3.heat-gap"/>
            <p:cNvSpPr/>
            <p:nvPr/>
          </p:nvSpPr>
          <p:spPr>
            <a:xfrm>
              <a:off x="4610100" y="2336800"/>
              <a:ext cx="990600" cy="381000"/>
            </a:xfrm>
            <a:prstGeom prst="rect">
              <a:avLst/>
            </a:prstGeom>
            <a:solidFill>
              <a:srgbClr val="FFFFFF"/>
            </a:solidFill>
            <a:ln>
              <a:noFill/>
            </a:ln>
          </p:spPr>
        </p:sp>
        <p:sp>
          <p:nvSpPr>
            <p:cNvPr id="28" name="node01.row.item-002.c3.heat"/>
            <p:cNvSpPr/>
            <p:nvPr/>
          </p:nvSpPr>
          <p:spPr>
            <a:xfrm>
              <a:off x="4629150" y="2355850"/>
              <a:ext cx="952500" cy="342900"/>
            </a:xfrm>
            <a:prstGeom prst="rect">
              <a:avLst/>
            </a:prstGeom>
            <a:solidFill>
              <a:srgbClr val="0047FF"/>
            </a:solidFill>
            <a:ln>
              <a:noFill/>
            </a:ln>
          </p:spPr>
        </p:sp>
        <p:sp>
          <p:nvSpPr>
            <p:cNvPr id="29" name="node01.row.item-002.c4.heat-gap"/>
            <p:cNvSpPr/>
            <p:nvPr/>
          </p:nvSpPr>
          <p:spPr>
            <a:xfrm>
              <a:off x="5600700" y="2336800"/>
              <a:ext cx="990600" cy="381000"/>
            </a:xfrm>
            <a:prstGeom prst="rect">
              <a:avLst/>
            </a:prstGeom>
            <a:solidFill>
              <a:srgbClr val="FFFFFF"/>
            </a:solidFill>
            <a:ln>
              <a:noFill/>
            </a:ln>
          </p:spPr>
        </p:sp>
        <p:sp>
          <p:nvSpPr>
            <p:cNvPr id="30" name="node01.row.item-002.c4.heat"/>
            <p:cNvSpPr/>
            <p:nvPr/>
          </p:nvSpPr>
          <p:spPr>
            <a:xfrm>
              <a:off x="5619750" y="2355850"/>
              <a:ext cx="952500" cy="342900"/>
            </a:xfrm>
            <a:prstGeom prst="rect">
              <a:avLst/>
            </a:prstGeom>
            <a:solidFill>
              <a:srgbClr val="0047FF"/>
            </a:solidFill>
            <a:ln>
              <a:noFill/>
            </a:ln>
          </p:spPr>
        </p:sp>
        <p:sp>
          <p:nvSpPr>
            <p:cNvPr id="31" name="node01.row.item-002.c5.heat-gap"/>
            <p:cNvSpPr/>
            <p:nvPr/>
          </p:nvSpPr>
          <p:spPr>
            <a:xfrm>
              <a:off x="6591300" y="2336800"/>
              <a:ext cx="990600" cy="381000"/>
            </a:xfrm>
            <a:prstGeom prst="rect">
              <a:avLst/>
            </a:prstGeom>
            <a:solidFill>
              <a:srgbClr val="FFFFFF"/>
            </a:solidFill>
            <a:ln>
              <a:noFill/>
            </a:ln>
          </p:spPr>
        </p:sp>
        <p:sp>
          <p:nvSpPr>
            <p:cNvPr id="32" name="node01.row.item-002.c5.heat"/>
            <p:cNvSpPr/>
            <p:nvPr/>
          </p:nvSpPr>
          <p:spPr>
            <a:xfrm>
              <a:off x="6610350" y="2355850"/>
              <a:ext cx="952500" cy="342900"/>
            </a:xfrm>
            <a:prstGeom prst="rect">
              <a:avLst/>
            </a:prstGeom>
            <a:solidFill>
              <a:srgbClr val="0047FF"/>
            </a:solidFill>
            <a:ln>
              <a:noFill/>
            </a:ln>
          </p:spPr>
        </p:sp>
        <p:sp>
          <p:nvSpPr>
            <p:cNvPr id="33" name="node01.row.item-002.c6.heat-gap"/>
            <p:cNvSpPr/>
            <p:nvPr/>
          </p:nvSpPr>
          <p:spPr>
            <a:xfrm>
              <a:off x="7581900" y="2336800"/>
              <a:ext cx="990600" cy="381000"/>
            </a:xfrm>
            <a:prstGeom prst="rect">
              <a:avLst/>
            </a:prstGeom>
            <a:solidFill>
              <a:srgbClr val="FFFFFF"/>
            </a:solidFill>
            <a:ln>
              <a:noFill/>
            </a:ln>
          </p:spPr>
        </p:sp>
        <p:sp>
          <p:nvSpPr>
            <p:cNvPr id="34" name="node01.row.item-002.c6.heat"/>
            <p:cNvSpPr/>
            <p:nvPr/>
          </p:nvSpPr>
          <p:spPr>
            <a:xfrm>
              <a:off x="7600950" y="2355850"/>
              <a:ext cx="952500" cy="342900"/>
            </a:xfrm>
            <a:prstGeom prst="rect">
              <a:avLst/>
            </a:prstGeom>
            <a:solidFill>
              <a:srgbClr val="070154"/>
            </a:solidFill>
            <a:ln>
              <a:noFill/>
            </a:ln>
          </p:spPr>
        </p:sp>
        <p:sp>
          <p:nvSpPr>
            <p:cNvPr id="35" name="node01.row.item-002.c7.heat-gap"/>
            <p:cNvSpPr/>
            <p:nvPr/>
          </p:nvSpPr>
          <p:spPr>
            <a:xfrm>
              <a:off x="8572500" y="2336800"/>
              <a:ext cx="990600" cy="381000"/>
            </a:xfrm>
            <a:prstGeom prst="rect">
              <a:avLst/>
            </a:prstGeom>
            <a:solidFill>
              <a:srgbClr val="FFFFFF"/>
            </a:solidFill>
            <a:ln>
              <a:noFill/>
            </a:ln>
          </p:spPr>
        </p:sp>
        <p:sp>
          <p:nvSpPr>
            <p:cNvPr id="36" name="node01.row.item-002.c7.heat"/>
            <p:cNvSpPr/>
            <p:nvPr/>
          </p:nvSpPr>
          <p:spPr>
            <a:xfrm>
              <a:off x="8591550" y="2355850"/>
              <a:ext cx="952500" cy="342900"/>
            </a:xfrm>
            <a:prstGeom prst="rect">
              <a:avLst/>
            </a:prstGeom>
            <a:solidFill>
              <a:srgbClr val="0047FF"/>
            </a:solidFill>
            <a:ln>
              <a:noFill/>
            </a:ln>
          </p:spPr>
        </p:sp>
        <p:sp>
          <p:nvSpPr>
            <p:cNvPr id="37" name="node01.row.item-002.c8.heat-gap"/>
            <p:cNvSpPr/>
            <p:nvPr/>
          </p:nvSpPr>
          <p:spPr>
            <a:xfrm>
              <a:off x="9563100" y="2336800"/>
              <a:ext cx="990600" cy="381000"/>
            </a:xfrm>
            <a:prstGeom prst="rect">
              <a:avLst/>
            </a:prstGeom>
            <a:solidFill>
              <a:srgbClr val="FFFFFF"/>
            </a:solidFill>
            <a:ln>
              <a:noFill/>
            </a:ln>
          </p:spPr>
        </p:sp>
        <p:sp>
          <p:nvSpPr>
            <p:cNvPr id="38" name="node01.row.item-002.c8.heat"/>
            <p:cNvSpPr/>
            <p:nvPr/>
          </p:nvSpPr>
          <p:spPr>
            <a:xfrm>
              <a:off x="9582150" y="2355850"/>
              <a:ext cx="952500" cy="342900"/>
            </a:xfrm>
            <a:prstGeom prst="rect">
              <a:avLst/>
            </a:prstGeom>
            <a:solidFill>
              <a:srgbClr val="0047FF"/>
            </a:solidFill>
            <a:ln>
              <a:noFill/>
            </a:ln>
          </p:spPr>
        </p:sp>
        <p:sp>
          <p:nvSpPr>
            <p:cNvPr id="39" name="node01.row.item-003.c1.heat-gap"/>
            <p:cNvSpPr/>
            <p:nvPr/>
          </p:nvSpPr>
          <p:spPr>
            <a:xfrm>
              <a:off x="2628900" y="2717800"/>
              <a:ext cx="990600" cy="381000"/>
            </a:xfrm>
            <a:prstGeom prst="rect">
              <a:avLst/>
            </a:prstGeom>
            <a:solidFill>
              <a:srgbClr val="FFFFFF"/>
            </a:solidFill>
            <a:ln>
              <a:noFill/>
            </a:ln>
          </p:spPr>
        </p:sp>
        <p:sp>
          <p:nvSpPr>
            <p:cNvPr id="40" name="node01.row.item-003.c1.heat"/>
            <p:cNvSpPr/>
            <p:nvPr/>
          </p:nvSpPr>
          <p:spPr>
            <a:xfrm>
              <a:off x="2647950" y="2736850"/>
              <a:ext cx="952500" cy="342900"/>
            </a:xfrm>
            <a:prstGeom prst="rect">
              <a:avLst/>
            </a:prstGeom>
            <a:solidFill>
              <a:srgbClr val="7C9BFF"/>
            </a:solidFill>
            <a:ln>
              <a:noFill/>
            </a:ln>
          </p:spPr>
        </p:sp>
        <p:sp>
          <p:nvSpPr>
            <p:cNvPr id="41" name="node01.row.item-003.c2.heat-gap"/>
            <p:cNvSpPr/>
            <p:nvPr/>
          </p:nvSpPr>
          <p:spPr>
            <a:xfrm>
              <a:off x="3619500" y="2717800"/>
              <a:ext cx="990600" cy="381000"/>
            </a:xfrm>
            <a:prstGeom prst="rect">
              <a:avLst/>
            </a:prstGeom>
            <a:solidFill>
              <a:srgbClr val="FFFFFF"/>
            </a:solidFill>
            <a:ln>
              <a:noFill/>
            </a:ln>
          </p:spPr>
        </p:sp>
        <p:sp>
          <p:nvSpPr>
            <p:cNvPr id="42" name="node01.row.item-003.c2.heat"/>
            <p:cNvSpPr/>
            <p:nvPr/>
          </p:nvSpPr>
          <p:spPr>
            <a:xfrm>
              <a:off x="3638550" y="2736850"/>
              <a:ext cx="952500" cy="342900"/>
            </a:xfrm>
            <a:prstGeom prst="rect">
              <a:avLst/>
            </a:prstGeom>
            <a:solidFill>
              <a:srgbClr val="7C9BFF"/>
            </a:solidFill>
            <a:ln>
              <a:noFill/>
            </a:ln>
          </p:spPr>
        </p:sp>
        <p:sp>
          <p:nvSpPr>
            <p:cNvPr id="43" name="node01.row.item-003.c3.heat-gap"/>
            <p:cNvSpPr/>
            <p:nvPr/>
          </p:nvSpPr>
          <p:spPr>
            <a:xfrm>
              <a:off x="4610100" y="2717800"/>
              <a:ext cx="990600" cy="381000"/>
            </a:xfrm>
            <a:prstGeom prst="rect">
              <a:avLst/>
            </a:prstGeom>
            <a:solidFill>
              <a:srgbClr val="FFFFFF"/>
            </a:solidFill>
            <a:ln>
              <a:noFill/>
            </a:ln>
          </p:spPr>
        </p:sp>
        <p:sp>
          <p:nvSpPr>
            <p:cNvPr id="44" name="node01.row.item-003.c3.heat"/>
            <p:cNvSpPr/>
            <p:nvPr/>
          </p:nvSpPr>
          <p:spPr>
            <a:xfrm>
              <a:off x="4629150" y="2736850"/>
              <a:ext cx="952500" cy="342900"/>
            </a:xfrm>
            <a:prstGeom prst="rect">
              <a:avLst/>
            </a:prstGeom>
            <a:solidFill>
              <a:srgbClr val="0047FF"/>
            </a:solidFill>
            <a:ln>
              <a:noFill/>
            </a:ln>
          </p:spPr>
        </p:sp>
        <p:sp>
          <p:nvSpPr>
            <p:cNvPr id="45" name="node01.row.item-003.c4.heat-gap"/>
            <p:cNvSpPr/>
            <p:nvPr/>
          </p:nvSpPr>
          <p:spPr>
            <a:xfrm>
              <a:off x="5600700" y="2717800"/>
              <a:ext cx="990600" cy="381000"/>
            </a:xfrm>
            <a:prstGeom prst="rect">
              <a:avLst/>
            </a:prstGeom>
            <a:solidFill>
              <a:srgbClr val="FFFFFF"/>
            </a:solidFill>
            <a:ln>
              <a:noFill/>
            </a:ln>
          </p:spPr>
        </p:sp>
        <p:sp>
          <p:nvSpPr>
            <p:cNvPr id="46" name="node01.row.item-003.c4.heat"/>
            <p:cNvSpPr/>
            <p:nvPr/>
          </p:nvSpPr>
          <p:spPr>
            <a:xfrm>
              <a:off x="5619750" y="2736850"/>
              <a:ext cx="952500" cy="342900"/>
            </a:xfrm>
            <a:prstGeom prst="rect">
              <a:avLst/>
            </a:prstGeom>
            <a:solidFill>
              <a:srgbClr val="0047FF"/>
            </a:solidFill>
            <a:ln>
              <a:noFill/>
            </a:ln>
          </p:spPr>
        </p:sp>
        <p:sp>
          <p:nvSpPr>
            <p:cNvPr id="47" name="node01.row.item-003.c5.heat-gap"/>
            <p:cNvSpPr/>
            <p:nvPr/>
          </p:nvSpPr>
          <p:spPr>
            <a:xfrm>
              <a:off x="6591300" y="2717800"/>
              <a:ext cx="990600" cy="381000"/>
            </a:xfrm>
            <a:prstGeom prst="rect">
              <a:avLst/>
            </a:prstGeom>
            <a:solidFill>
              <a:srgbClr val="FFFFFF"/>
            </a:solidFill>
            <a:ln>
              <a:noFill/>
            </a:ln>
          </p:spPr>
        </p:sp>
        <p:sp>
          <p:nvSpPr>
            <p:cNvPr id="48" name="node01.row.item-003.c5.heat"/>
            <p:cNvSpPr/>
            <p:nvPr/>
          </p:nvSpPr>
          <p:spPr>
            <a:xfrm>
              <a:off x="6610350" y="2736850"/>
              <a:ext cx="952500" cy="342900"/>
            </a:xfrm>
            <a:prstGeom prst="rect">
              <a:avLst/>
            </a:prstGeom>
            <a:solidFill>
              <a:srgbClr val="0047FF"/>
            </a:solidFill>
            <a:ln>
              <a:noFill/>
            </a:ln>
          </p:spPr>
        </p:sp>
        <p:sp>
          <p:nvSpPr>
            <p:cNvPr id="49" name="node01.row.item-003.c6.heat-gap"/>
            <p:cNvSpPr/>
            <p:nvPr/>
          </p:nvSpPr>
          <p:spPr>
            <a:xfrm>
              <a:off x="7581900" y="2717800"/>
              <a:ext cx="990600" cy="381000"/>
            </a:xfrm>
            <a:prstGeom prst="rect">
              <a:avLst/>
            </a:prstGeom>
            <a:solidFill>
              <a:srgbClr val="FFFFFF"/>
            </a:solidFill>
            <a:ln>
              <a:noFill/>
            </a:ln>
          </p:spPr>
        </p:sp>
        <p:sp>
          <p:nvSpPr>
            <p:cNvPr id="50" name="node01.row.item-003.c6.heat"/>
            <p:cNvSpPr/>
            <p:nvPr/>
          </p:nvSpPr>
          <p:spPr>
            <a:xfrm>
              <a:off x="7600950" y="2736850"/>
              <a:ext cx="952500" cy="342900"/>
            </a:xfrm>
            <a:prstGeom prst="rect">
              <a:avLst/>
            </a:prstGeom>
            <a:solidFill>
              <a:srgbClr val="0047FF"/>
            </a:solidFill>
            <a:ln>
              <a:noFill/>
            </a:ln>
          </p:spPr>
        </p:sp>
        <p:sp>
          <p:nvSpPr>
            <p:cNvPr id="51" name="node01.row.item-003.c7.heat-gap"/>
            <p:cNvSpPr/>
            <p:nvPr/>
          </p:nvSpPr>
          <p:spPr>
            <a:xfrm>
              <a:off x="8572500" y="2717800"/>
              <a:ext cx="990600" cy="381000"/>
            </a:xfrm>
            <a:prstGeom prst="rect">
              <a:avLst/>
            </a:prstGeom>
            <a:solidFill>
              <a:srgbClr val="FFFFFF"/>
            </a:solidFill>
            <a:ln>
              <a:noFill/>
            </a:ln>
          </p:spPr>
        </p:sp>
        <p:sp>
          <p:nvSpPr>
            <p:cNvPr id="52" name="node01.row.item-003.c7.heat"/>
            <p:cNvSpPr/>
            <p:nvPr/>
          </p:nvSpPr>
          <p:spPr>
            <a:xfrm>
              <a:off x="8591550" y="2736850"/>
              <a:ext cx="952500" cy="342900"/>
            </a:xfrm>
            <a:prstGeom prst="rect">
              <a:avLst/>
            </a:prstGeom>
            <a:solidFill>
              <a:srgbClr val="0047FF"/>
            </a:solidFill>
            <a:ln>
              <a:noFill/>
            </a:ln>
          </p:spPr>
        </p:sp>
        <p:sp>
          <p:nvSpPr>
            <p:cNvPr id="53" name="node01.row.item-003.c8.heat-gap"/>
            <p:cNvSpPr/>
            <p:nvPr/>
          </p:nvSpPr>
          <p:spPr>
            <a:xfrm>
              <a:off x="9563100" y="2717800"/>
              <a:ext cx="990600" cy="381000"/>
            </a:xfrm>
            <a:prstGeom prst="rect">
              <a:avLst/>
            </a:prstGeom>
            <a:solidFill>
              <a:srgbClr val="FFFFFF"/>
            </a:solidFill>
            <a:ln>
              <a:noFill/>
            </a:ln>
          </p:spPr>
        </p:sp>
        <p:sp>
          <p:nvSpPr>
            <p:cNvPr id="54" name="node01.row.item-003.c8.heat"/>
            <p:cNvSpPr/>
            <p:nvPr/>
          </p:nvSpPr>
          <p:spPr>
            <a:xfrm>
              <a:off x="9582150" y="2736850"/>
              <a:ext cx="952500" cy="342900"/>
            </a:xfrm>
            <a:prstGeom prst="rect">
              <a:avLst/>
            </a:prstGeom>
            <a:solidFill>
              <a:srgbClr val="7C9BFF"/>
            </a:solidFill>
            <a:ln>
              <a:noFill/>
            </a:ln>
          </p:spPr>
        </p:sp>
        <p:sp>
          <p:nvSpPr>
            <p:cNvPr id="55" name="node01.row.item-004.c1.heat-gap"/>
            <p:cNvSpPr/>
            <p:nvPr/>
          </p:nvSpPr>
          <p:spPr>
            <a:xfrm>
              <a:off x="2628900" y="3098800"/>
              <a:ext cx="990600" cy="381000"/>
            </a:xfrm>
            <a:prstGeom prst="rect">
              <a:avLst/>
            </a:prstGeom>
            <a:solidFill>
              <a:srgbClr val="FFFFFF"/>
            </a:solidFill>
            <a:ln>
              <a:noFill/>
            </a:ln>
          </p:spPr>
        </p:sp>
        <p:sp>
          <p:nvSpPr>
            <p:cNvPr id="56" name="node01.row.item-004.c1.heat"/>
            <p:cNvSpPr/>
            <p:nvPr/>
          </p:nvSpPr>
          <p:spPr>
            <a:xfrm>
              <a:off x="2647950" y="3117850"/>
              <a:ext cx="952500" cy="342900"/>
            </a:xfrm>
            <a:prstGeom prst="rect">
              <a:avLst/>
            </a:prstGeom>
            <a:solidFill>
              <a:srgbClr val="0047FF"/>
            </a:solidFill>
            <a:ln>
              <a:noFill/>
            </a:ln>
          </p:spPr>
        </p:sp>
        <p:sp>
          <p:nvSpPr>
            <p:cNvPr id="57" name="node01.row.item-004.c2.heat-gap"/>
            <p:cNvSpPr/>
            <p:nvPr/>
          </p:nvSpPr>
          <p:spPr>
            <a:xfrm>
              <a:off x="3619500" y="3098800"/>
              <a:ext cx="990600" cy="381000"/>
            </a:xfrm>
            <a:prstGeom prst="rect">
              <a:avLst/>
            </a:prstGeom>
            <a:solidFill>
              <a:srgbClr val="FFFFFF"/>
            </a:solidFill>
            <a:ln>
              <a:noFill/>
            </a:ln>
          </p:spPr>
        </p:sp>
        <p:sp>
          <p:nvSpPr>
            <p:cNvPr id="58" name="node01.row.item-004.c2.heat"/>
            <p:cNvSpPr/>
            <p:nvPr/>
          </p:nvSpPr>
          <p:spPr>
            <a:xfrm>
              <a:off x="3638550" y="3117850"/>
              <a:ext cx="952500" cy="342900"/>
            </a:xfrm>
            <a:prstGeom prst="rect">
              <a:avLst/>
            </a:prstGeom>
            <a:solidFill>
              <a:srgbClr val="0047FF"/>
            </a:solidFill>
            <a:ln>
              <a:noFill/>
            </a:ln>
          </p:spPr>
        </p:sp>
        <p:sp>
          <p:nvSpPr>
            <p:cNvPr id="59" name="node01.row.item-004.c3.heat-gap"/>
            <p:cNvSpPr/>
            <p:nvPr/>
          </p:nvSpPr>
          <p:spPr>
            <a:xfrm>
              <a:off x="4610100" y="3098800"/>
              <a:ext cx="990600" cy="381000"/>
            </a:xfrm>
            <a:prstGeom prst="rect">
              <a:avLst/>
            </a:prstGeom>
            <a:solidFill>
              <a:srgbClr val="FFFFFF"/>
            </a:solidFill>
            <a:ln>
              <a:noFill/>
            </a:ln>
          </p:spPr>
        </p:sp>
        <p:sp>
          <p:nvSpPr>
            <p:cNvPr id="60" name="node01.row.item-004.c3.heat"/>
            <p:cNvSpPr/>
            <p:nvPr/>
          </p:nvSpPr>
          <p:spPr>
            <a:xfrm>
              <a:off x="4629150" y="3117850"/>
              <a:ext cx="952500" cy="342900"/>
            </a:xfrm>
            <a:prstGeom prst="rect">
              <a:avLst/>
            </a:prstGeom>
            <a:solidFill>
              <a:srgbClr val="070154"/>
            </a:solidFill>
            <a:ln>
              <a:noFill/>
            </a:ln>
          </p:spPr>
        </p:sp>
        <p:sp>
          <p:nvSpPr>
            <p:cNvPr id="61" name="node01.row.item-004.c4.heat-gap"/>
            <p:cNvSpPr/>
            <p:nvPr/>
          </p:nvSpPr>
          <p:spPr>
            <a:xfrm>
              <a:off x="5600700" y="3098800"/>
              <a:ext cx="990600" cy="381000"/>
            </a:xfrm>
            <a:prstGeom prst="rect">
              <a:avLst/>
            </a:prstGeom>
            <a:solidFill>
              <a:srgbClr val="FFFFFF"/>
            </a:solidFill>
            <a:ln>
              <a:noFill/>
            </a:ln>
          </p:spPr>
        </p:sp>
        <p:sp>
          <p:nvSpPr>
            <p:cNvPr id="62" name="node01.row.item-004.c4.heat"/>
            <p:cNvSpPr/>
            <p:nvPr/>
          </p:nvSpPr>
          <p:spPr>
            <a:xfrm>
              <a:off x="5619750" y="3117850"/>
              <a:ext cx="952500" cy="342900"/>
            </a:xfrm>
            <a:prstGeom prst="rect">
              <a:avLst/>
            </a:prstGeom>
            <a:solidFill>
              <a:srgbClr val="070154"/>
            </a:solidFill>
            <a:ln>
              <a:noFill/>
            </a:ln>
          </p:spPr>
        </p:sp>
        <p:sp>
          <p:nvSpPr>
            <p:cNvPr id="63" name="node01.row.item-004.c5.heat-gap"/>
            <p:cNvSpPr/>
            <p:nvPr/>
          </p:nvSpPr>
          <p:spPr>
            <a:xfrm>
              <a:off x="6591300" y="3098800"/>
              <a:ext cx="990600" cy="381000"/>
            </a:xfrm>
            <a:prstGeom prst="rect">
              <a:avLst/>
            </a:prstGeom>
            <a:solidFill>
              <a:srgbClr val="FFFFFF"/>
            </a:solidFill>
            <a:ln>
              <a:noFill/>
            </a:ln>
          </p:spPr>
        </p:sp>
        <p:sp>
          <p:nvSpPr>
            <p:cNvPr id="64" name="node01.row.item-004.c5.heat"/>
            <p:cNvSpPr/>
            <p:nvPr/>
          </p:nvSpPr>
          <p:spPr>
            <a:xfrm>
              <a:off x="6610350" y="3117850"/>
              <a:ext cx="952500" cy="342900"/>
            </a:xfrm>
            <a:prstGeom prst="rect">
              <a:avLst/>
            </a:prstGeom>
            <a:solidFill>
              <a:srgbClr val="070154"/>
            </a:solidFill>
            <a:ln>
              <a:noFill/>
            </a:ln>
          </p:spPr>
        </p:sp>
        <p:sp>
          <p:nvSpPr>
            <p:cNvPr id="65" name="node01.row.item-004.c6.heat-gap"/>
            <p:cNvSpPr/>
            <p:nvPr/>
          </p:nvSpPr>
          <p:spPr>
            <a:xfrm>
              <a:off x="7581900" y="3098800"/>
              <a:ext cx="990600" cy="381000"/>
            </a:xfrm>
            <a:prstGeom prst="rect">
              <a:avLst/>
            </a:prstGeom>
            <a:solidFill>
              <a:srgbClr val="FFFFFF"/>
            </a:solidFill>
            <a:ln>
              <a:noFill/>
            </a:ln>
          </p:spPr>
        </p:sp>
        <p:sp>
          <p:nvSpPr>
            <p:cNvPr id="66" name="node01.row.item-004.c6.heat"/>
            <p:cNvSpPr/>
            <p:nvPr/>
          </p:nvSpPr>
          <p:spPr>
            <a:xfrm>
              <a:off x="7600950" y="3117850"/>
              <a:ext cx="952500" cy="342900"/>
            </a:xfrm>
            <a:prstGeom prst="rect">
              <a:avLst/>
            </a:prstGeom>
            <a:solidFill>
              <a:srgbClr val="070154"/>
            </a:solidFill>
            <a:ln>
              <a:noFill/>
            </a:ln>
          </p:spPr>
        </p:sp>
        <p:sp>
          <p:nvSpPr>
            <p:cNvPr id="67" name="node01.row.item-004.c7.heat-gap"/>
            <p:cNvSpPr/>
            <p:nvPr/>
          </p:nvSpPr>
          <p:spPr>
            <a:xfrm>
              <a:off x="8572500" y="3098800"/>
              <a:ext cx="990600" cy="381000"/>
            </a:xfrm>
            <a:prstGeom prst="rect">
              <a:avLst/>
            </a:prstGeom>
            <a:solidFill>
              <a:srgbClr val="FFFFFF"/>
            </a:solidFill>
            <a:ln>
              <a:noFill/>
            </a:ln>
          </p:spPr>
        </p:sp>
        <p:sp>
          <p:nvSpPr>
            <p:cNvPr id="68" name="node01.row.item-004.c7.heat"/>
            <p:cNvSpPr/>
            <p:nvPr/>
          </p:nvSpPr>
          <p:spPr>
            <a:xfrm>
              <a:off x="8591550" y="3117850"/>
              <a:ext cx="952500" cy="342900"/>
            </a:xfrm>
            <a:prstGeom prst="rect">
              <a:avLst/>
            </a:prstGeom>
            <a:solidFill>
              <a:srgbClr val="0047FF"/>
            </a:solidFill>
            <a:ln>
              <a:noFill/>
            </a:ln>
          </p:spPr>
        </p:sp>
        <p:sp>
          <p:nvSpPr>
            <p:cNvPr id="69" name="node01.row.item-004.c8.heat-gap"/>
            <p:cNvSpPr/>
            <p:nvPr/>
          </p:nvSpPr>
          <p:spPr>
            <a:xfrm>
              <a:off x="9563100" y="3098800"/>
              <a:ext cx="990600" cy="381000"/>
            </a:xfrm>
            <a:prstGeom prst="rect">
              <a:avLst/>
            </a:prstGeom>
            <a:solidFill>
              <a:srgbClr val="FFFFFF"/>
            </a:solidFill>
            <a:ln>
              <a:noFill/>
            </a:ln>
          </p:spPr>
        </p:sp>
        <p:sp>
          <p:nvSpPr>
            <p:cNvPr id="70" name="node01.row.item-004.c8.heat"/>
            <p:cNvSpPr/>
            <p:nvPr/>
          </p:nvSpPr>
          <p:spPr>
            <a:xfrm>
              <a:off x="9582150" y="3117850"/>
              <a:ext cx="952500" cy="342900"/>
            </a:xfrm>
            <a:prstGeom prst="rect">
              <a:avLst/>
            </a:prstGeom>
            <a:solidFill>
              <a:srgbClr val="7C9BFF"/>
            </a:solidFill>
            <a:ln>
              <a:noFill/>
            </a:ln>
          </p:spPr>
        </p:sp>
        <p:sp>
          <p:nvSpPr>
            <p:cNvPr id="71" name="node01.row.item-005.c1.heat-gap"/>
            <p:cNvSpPr/>
            <p:nvPr/>
          </p:nvSpPr>
          <p:spPr>
            <a:xfrm>
              <a:off x="2628900" y="3479800"/>
              <a:ext cx="990600" cy="381000"/>
            </a:xfrm>
            <a:prstGeom prst="rect">
              <a:avLst/>
            </a:prstGeom>
            <a:solidFill>
              <a:srgbClr val="FFFFFF"/>
            </a:solidFill>
            <a:ln>
              <a:noFill/>
            </a:ln>
          </p:spPr>
        </p:sp>
        <p:sp>
          <p:nvSpPr>
            <p:cNvPr id="72" name="node01.row.item-005.c1.heat"/>
            <p:cNvSpPr/>
            <p:nvPr/>
          </p:nvSpPr>
          <p:spPr>
            <a:xfrm>
              <a:off x="2647950" y="3498850"/>
              <a:ext cx="952500" cy="342900"/>
            </a:xfrm>
            <a:prstGeom prst="rect">
              <a:avLst/>
            </a:prstGeom>
            <a:solidFill>
              <a:srgbClr val="B9C9F0"/>
            </a:solidFill>
            <a:ln>
              <a:noFill/>
            </a:ln>
          </p:spPr>
        </p:sp>
        <p:sp>
          <p:nvSpPr>
            <p:cNvPr id="73" name="node01.row.item-005.c2.heat-gap"/>
            <p:cNvSpPr/>
            <p:nvPr/>
          </p:nvSpPr>
          <p:spPr>
            <a:xfrm>
              <a:off x="3619500" y="3479800"/>
              <a:ext cx="990600" cy="381000"/>
            </a:xfrm>
            <a:prstGeom prst="rect">
              <a:avLst/>
            </a:prstGeom>
            <a:solidFill>
              <a:srgbClr val="FFFFFF"/>
            </a:solidFill>
            <a:ln>
              <a:noFill/>
            </a:ln>
          </p:spPr>
        </p:sp>
        <p:sp>
          <p:nvSpPr>
            <p:cNvPr id="74" name="node01.row.item-005.c2.heat"/>
            <p:cNvSpPr/>
            <p:nvPr/>
          </p:nvSpPr>
          <p:spPr>
            <a:xfrm>
              <a:off x="3638550" y="3498850"/>
              <a:ext cx="952500" cy="342900"/>
            </a:xfrm>
            <a:prstGeom prst="rect">
              <a:avLst/>
            </a:prstGeom>
            <a:solidFill>
              <a:srgbClr val="7C9BFF"/>
            </a:solidFill>
            <a:ln>
              <a:noFill/>
            </a:ln>
          </p:spPr>
        </p:sp>
        <p:sp>
          <p:nvSpPr>
            <p:cNvPr id="75" name="node01.row.item-005.c3.heat-gap"/>
            <p:cNvSpPr/>
            <p:nvPr/>
          </p:nvSpPr>
          <p:spPr>
            <a:xfrm>
              <a:off x="4610100" y="3479800"/>
              <a:ext cx="990600" cy="381000"/>
            </a:xfrm>
            <a:prstGeom prst="rect">
              <a:avLst/>
            </a:prstGeom>
            <a:solidFill>
              <a:srgbClr val="FFFFFF"/>
            </a:solidFill>
            <a:ln>
              <a:noFill/>
            </a:ln>
          </p:spPr>
        </p:sp>
        <p:sp>
          <p:nvSpPr>
            <p:cNvPr id="76" name="node01.row.item-005.c3.heat"/>
            <p:cNvSpPr/>
            <p:nvPr/>
          </p:nvSpPr>
          <p:spPr>
            <a:xfrm>
              <a:off x="4629150" y="3498850"/>
              <a:ext cx="952500" cy="342900"/>
            </a:xfrm>
            <a:prstGeom prst="rect">
              <a:avLst/>
            </a:prstGeom>
            <a:solidFill>
              <a:srgbClr val="7C9BFF"/>
            </a:solidFill>
            <a:ln>
              <a:noFill/>
            </a:ln>
          </p:spPr>
        </p:sp>
        <p:sp>
          <p:nvSpPr>
            <p:cNvPr id="77" name="node01.row.item-005.c4.heat-gap"/>
            <p:cNvSpPr/>
            <p:nvPr/>
          </p:nvSpPr>
          <p:spPr>
            <a:xfrm>
              <a:off x="5600700" y="3479800"/>
              <a:ext cx="990600" cy="381000"/>
            </a:xfrm>
            <a:prstGeom prst="rect">
              <a:avLst/>
            </a:prstGeom>
            <a:solidFill>
              <a:srgbClr val="FFFFFF"/>
            </a:solidFill>
            <a:ln>
              <a:noFill/>
            </a:ln>
          </p:spPr>
        </p:sp>
        <p:sp>
          <p:nvSpPr>
            <p:cNvPr id="78" name="node01.row.item-005.c4.heat"/>
            <p:cNvSpPr/>
            <p:nvPr/>
          </p:nvSpPr>
          <p:spPr>
            <a:xfrm>
              <a:off x="5619750" y="3498850"/>
              <a:ext cx="952500" cy="342900"/>
            </a:xfrm>
            <a:prstGeom prst="rect">
              <a:avLst/>
            </a:prstGeom>
            <a:solidFill>
              <a:srgbClr val="7C9BFF"/>
            </a:solidFill>
            <a:ln>
              <a:noFill/>
            </a:ln>
          </p:spPr>
        </p:sp>
        <p:sp>
          <p:nvSpPr>
            <p:cNvPr id="79" name="node01.row.item-005.c5.heat-gap"/>
            <p:cNvSpPr/>
            <p:nvPr/>
          </p:nvSpPr>
          <p:spPr>
            <a:xfrm>
              <a:off x="6591300" y="3479800"/>
              <a:ext cx="990600" cy="381000"/>
            </a:xfrm>
            <a:prstGeom prst="rect">
              <a:avLst/>
            </a:prstGeom>
            <a:solidFill>
              <a:srgbClr val="FFFFFF"/>
            </a:solidFill>
            <a:ln>
              <a:noFill/>
            </a:ln>
          </p:spPr>
        </p:sp>
        <p:sp>
          <p:nvSpPr>
            <p:cNvPr id="80" name="node01.row.item-005.c5.heat"/>
            <p:cNvSpPr/>
            <p:nvPr/>
          </p:nvSpPr>
          <p:spPr>
            <a:xfrm>
              <a:off x="6610350" y="3498850"/>
              <a:ext cx="952500" cy="342900"/>
            </a:xfrm>
            <a:prstGeom prst="rect">
              <a:avLst/>
            </a:prstGeom>
            <a:solidFill>
              <a:srgbClr val="0047FF"/>
            </a:solidFill>
            <a:ln>
              <a:noFill/>
            </a:ln>
          </p:spPr>
        </p:sp>
        <p:sp>
          <p:nvSpPr>
            <p:cNvPr id="81" name="node01.row.item-005.c6.heat-gap"/>
            <p:cNvSpPr/>
            <p:nvPr/>
          </p:nvSpPr>
          <p:spPr>
            <a:xfrm>
              <a:off x="7581900" y="3479800"/>
              <a:ext cx="990600" cy="381000"/>
            </a:xfrm>
            <a:prstGeom prst="rect">
              <a:avLst/>
            </a:prstGeom>
            <a:solidFill>
              <a:srgbClr val="FFFFFF"/>
            </a:solidFill>
            <a:ln>
              <a:noFill/>
            </a:ln>
          </p:spPr>
        </p:sp>
        <p:sp>
          <p:nvSpPr>
            <p:cNvPr id="82" name="node01.row.item-005.c6.heat"/>
            <p:cNvSpPr/>
            <p:nvPr/>
          </p:nvSpPr>
          <p:spPr>
            <a:xfrm>
              <a:off x="7600950" y="3498850"/>
              <a:ext cx="952500" cy="342900"/>
            </a:xfrm>
            <a:prstGeom prst="rect">
              <a:avLst/>
            </a:prstGeom>
            <a:solidFill>
              <a:srgbClr val="0047FF"/>
            </a:solidFill>
            <a:ln>
              <a:noFill/>
            </a:ln>
          </p:spPr>
        </p:sp>
        <p:sp>
          <p:nvSpPr>
            <p:cNvPr id="83" name="node01.row.item-005.c7.heat-gap"/>
            <p:cNvSpPr/>
            <p:nvPr/>
          </p:nvSpPr>
          <p:spPr>
            <a:xfrm>
              <a:off x="8572500" y="3479800"/>
              <a:ext cx="990600" cy="381000"/>
            </a:xfrm>
            <a:prstGeom prst="rect">
              <a:avLst/>
            </a:prstGeom>
            <a:solidFill>
              <a:srgbClr val="FFFFFF"/>
            </a:solidFill>
            <a:ln>
              <a:noFill/>
            </a:ln>
          </p:spPr>
        </p:sp>
        <p:sp>
          <p:nvSpPr>
            <p:cNvPr id="84" name="node01.row.item-005.c7.heat"/>
            <p:cNvSpPr/>
            <p:nvPr/>
          </p:nvSpPr>
          <p:spPr>
            <a:xfrm>
              <a:off x="8591550" y="3498850"/>
              <a:ext cx="952500" cy="342900"/>
            </a:xfrm>
            <a:prstGeom prst="rect">
              <a:avLst/>
            </a:prstGeom>
            <a:solidFill>
              <a:srgbClr val="0047FF"/>
            </a:solidFill>
            <a:ln>
              <a:noFill/>
            </a:ln>
          </p:spPr>
        </p:sp>
        <p:sp>
          <p:nvSpPr>
            <p:cNvPr id="85" name="node01.row.item-005.c8.heat-gap"/>
            <p:cNvSpPr/>
            <p:nvPr/>
          </p:nvSpPr>
          <p:spPr>
            <a:xfrm>
              <a:off x="9563100" y="3479800"/>
              <a:ext cx="990600" cy="381000"/>
            </a:xfrm>
            <a:prstGeom prst="rect">
              <a:avLst/>
            </a:prstGeom>
            <a:solidFill>
              <a:srgbClr val="FFFFFF"/>
            </a:solidFill>
            <a:ln>
              <a:noFill/>
            </a:ln>
          </p:spPr>
        </p:sp>
        <p:sp>
          <p:nvSpPr>
            <p:cNvPr id="86" name="node01.row.item-005.c8.heat"/>
            <p:cNvSpPr/>
            <p:nvPr/>
          </p:nvSpPr>
          <p:spPr>
            <a:xfrm>
              <a:off x="9582150" y="3498850"/>
              <a:ext cx="952500" cy="342900"/>
            </a:xfrm>
            <a:prstGeom prst="rect">
              <a:avLst/>
            </a:prstGeom>
            <a:solidFill>
              <a:srgbClr val="7C9BFF"/>
            </a:solidFill>
            <a:ln>
              <a:noFill/>
            </a:ln>
          </p:spPr>
        </p:sp>
        <p:graphicFrame>
          <p:nvGraphicFramePr>
            <p:cNvPr id="87" name="node01.native"/>
            <p:cNvGraphicFramePr>
              <a:graphicFrameLocks noGrp="1"/>
            </p:cNvGraphicFramePr>
            <p:nvPr>
              <p:extLst>
                <p:ext uri="{D42A27DB-BD31-4B8C-83A1-F6EECF244321}">
                  <p14:modId xmlns:p14="http://schemas.microsoft.com/office/powerpoint/2010/main" val="1579011935"/>
                </p:ext>
              </p:extLst>
            </p:nvPr>
          </p:nvGraphicFramePr>
          <p:xfrm>
            <a:off x="723900" y="1600200"/>
            <a:ext cx="10744200" cy="2260600"/>
          </p:xfrm>
          <a:graphic>
            <a:graphicData uri="http://schemas.openxmlformats.org/drawingml/2006/table">
              <a:tbl>
                <a:tblPr/>
                <a:tblGrid>
                  <a:gridCol w="1905000"/>
                  <a:gridCol w="990600"/>
                  <a:gridCol w="990600"/>
                  <a:gridCol w="990600"/>
                  <a:gridCol w="990600"/>
                  <a:gridCol w="990600"/>
                  <a:gridCol w="990600"/>
                  <a:gridCol w="990600"/>
                  <a:gridCol w="990600"/>
                  <a:gridCol w="914400"/>
                </a:tblGrid>
                <a:tr h="355600">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TEAM</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S1</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S2</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S3</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S4</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S5</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S6</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S7</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S8</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r"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CAPACITY</a:t>
                        </a:r>
                        <a:endParaRPr lang="en-US" sz="900" spc="54" kern="0" b="0" i="0" dirty="0">
                          <a:solidFill>
                            <a:srgbClr val="070154"/>
                          </a:solidFill>
                          <a:latin typeface="IBM Plex Mono SemiBold"/>
                          <a:ea typeface="IBM Plex Mono SemiBold"/>
                          <a:cs typeface="IBM Plex Mono SemiBold"/>
                        </a:endParaRPr>
                      </a:p>
                    </a:txBody>
                    <a:tcPr marL="76200" marR="762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r>
                <a:tr h="3810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Scheduling</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24</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FFFFFF"/>
                            </a:solidFill>
                            <a:latin typeface="IBM Plex Mono SemiBold"/>
                            <a:ea typeface="IBM Plex Mono SemiBold"/>
                            <a:cs typeface="IBM Plex Mono SemiBold"/>
                          </a:defRPr>
                        </a:pPr>
                        <a:r>
                          <a:rPr lang="en-US" sz="1200" spc="0" kern="0" b="0" i="0" dirty="0">
                            <a:solidFill>
                              <a:srgbClr val="FFFFFF"/>
                            </a:solidFill>
                            <a:latin typeface="IBM Plex Mono SemiBold"/>
                            <a:ea typeface="IBM Plex Mono SemiBold"/>
                            <a:cs typeface="IBM Plex Mono SemiBold"/>
                          </a:rPr>
                          <a:t xml:space="preserve">28</a:t>
                        </a:r>
                        <a:endParaRPr lang="en-US" sz="12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FFFFFF"/>
                            </a:solidFill>
                            <a:latin typeface="IBM Plex Mono SemiBold"/>
                            <a:ea typeface="IBM Plex Mono SemiBold"/>
                            <a:cs typeface="IBM Plex Mono SemiBold"/>
                          </a:defRPr>
                        </a:pPr>
                        <a:r>
                          <a:rPr lang="en-US" sz="1200" spc="0" kern="0" b="0" i="0" dirty="0">
                            <a:solidFill>
                              <a:srgbClr val="FFFFFF"/>
                            </a:solidFill>
                            <a:latin typeface="IBM Plex Mono SemiBold"/>
                            <a:ea typeface="IBM Plex Mono SemiBold"/>
                            <a:cs typeface="IBM Plex Mono SemiBold"/>
                          </a:rPr>
                          <a:t xml:space="preserve">32</a:t>
                        </a:r>
                        <a:endParaRPr lang="en-US" sz="12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FFFFFF"/>
                            </a:solidFill>
                            <a:latin typeface="IBM Plex Mono SemiBold"/>
                            <a:ea typeface="IBM Plex Mono SemiBold"/>
                            <a:cs typeface="IBM Plex Mono SemiBold"/>
                          </a:defRPr>
                        </a:pPr>
                        <a:r>
                          <a:rPr lang="en-US" sz="1200" spc="0" kern="0" b="0" i="0" dirty="0">
                            <a:solidFill>
                              <a:srgbClr val="FFFFFF"/>
                            </a:solidFill>
                            <a:latin typeface="IBM Plex Mono SemiBold"/>
                            <a:ea typeface="IBM Plex Mono SemiBold"/>
                            <a:cs typeface="IBM Plex Mono SemiBold"/>
                          </a:rPr>
                          <a:t xml:space="preserve">34</a:t>
                        </a:r>
                        <a:endParaRPr lang="en-US" sz="12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FFFFFF"/>
                            </a:solidFill>
                            <a:latin typeface="IBM Plex Mono SemiBold"/>
                            <a:ea typeface="IBM Plex Mono SemiBold"/>
                            <a:cs typeface="IBM Plex Mono SemiBold"/>
                          </a:defRPr>
                        </a:pPr>
                        <a:r>
                          <a:rPr lang="en-US" sz="1200" spc="0" kern="0" b="0" i="0" dirty="0">
                            <a:solidFill>
                              <a:srgbClr val="FFFFFF"/>
                            </a:solidFill>
                            <a:latin typeface="IBM Plex Mono SemiBold"/>
                            <a:ea typeface="IBM Plex Mono SemiBold"/>
                            <a:cs typeface="IBM Plex Mono SemiBold"/>
                          </a:rPr>
                          <a:t xml:space="preserve">36</a:t>
                        </a:r>
                        <a:endParaRPr lang="en-US" sz="12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FFFFFF"/>
                            </a:solidFill>
                            <a:latin typeface="IBM Plex Mono SemiBold"/>
                            <a:ea typeface="IBM Plex Mono SemiBold"/>
                            <a:cs typeface="IBM Plex Mono SemiBold"/>
                          </a:defRPr>
                        </a:pPr>
                        <a:r>
                          <a:rPr lang="en-US" sz="1200" spc="0" kern="0" b="0" i="0" dirty="0">
                            <a:solidFill>
                              <a:srgbClr val="FFFFFF"/>
                            </a:solidFill>
                            <a:latin typeface="IBM Plex Mono SemiBold"/>
                            <a:ea typeface="IBM Plex Mono SemiBold"/>
                            <a:cs typeface="IBM Plex Mono SemiBold"/>
                          </a:rPr>
                          <a:t xml:space="preserve">36</a:t>
                        </a:r>
                        <a:endParaRPr lang="en-US" sz="12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FFFFFF"/>
                            </a:solidFill>
                            <a:latin typeface="IBM Plex Mono SemiBold"/>
                            <a:ea typeface="IBM Plex Mono SemiBold"/>
                            <a:cs typeface="IBM Plex Mono SemiBold"/>
                          </a:defRPr>
                        </a:pPr>
                        <a:r>
                          <a:rPr lang="en-US" sz="1200" spc="0" kern="0" b="0" i="0" dirty="0">
                            <a:solidFill>
                              <a:srgbClr val="FFFFFF"/>
                            </a:solidFill>
                            <a:latin typeface="IBM Plex Mono SemiBold"/>
                            <a:ea typeface="IBM Plex Mono SemiBold"/>
                            <a:cs typeface="IBM Plex Mono SemiBold"/>
                          </a:rPr>
                          <a:t xml:space="preserve">30</a:t>
                        </a:r>
                        <a:endParaRPr lang="en-US" sz="12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32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810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Patient portal</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20</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24</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FFFFFF"/>
                            </a:solidFill>
                            <a:latin typeface="IBM Plex Mono SemiBold"/>
                            <a:ea typeface="IBM Plex Mono SemiBold"/>
                            <a:cs typeface="IBM Plex Mono SemiBold"/>
                          </a:defRPr>
                        </a:pPr>
                        <a:r>
                          <a:rPr lang="en-US" sz="1200" spc="0" kern="0" b="0" i="0" dirty="0">
                            <a:solidFill>
                              <a:srgbClr val="FFFFFF"/>
                            </a:solidFill>
                            <a:latin typeface="IBM Plex Mono SemiBold"/>
                            <a:ea typeface="IBM Plex Mono SemiBold"/>
                            <a:cs typeface="IBM Plex Mono SemiBold"/>
                          </a:rPr>
                          <a:t xml:space="preserve">28</a:t>
                        </a:r>
                        <a:endParaRPr lang="en-US" sz="12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FFFFFF"/>
                            </a:solidFill>
                            <a:latin typeface="IBM Plex Mono SemiBold"/>
                            <a:ea typeface="IBM Plex Mono SemiBold"/>
                            <a:cs typeface="IBM Plex Mono SemiBold"/>
                          </a:defRPr>
                        </a:pPr>
                        <a:r>
                          <a:rPr lang="en-US" sz="1200" spc="0" kern="0" b="0" i="0" dirty="0">
                            <a:solidFill>
                              <a:srgbClr val="FFFFFF"/>
                            </a:solidFill>
                            <a:latin typeface="IBM Plex Mono SemiBold"/>
                            <a:ea typeface="IBM Plex Mono SemiBold"/>
                            <a:cs typeface="IBM Plex Mono SemiBold"/>
                          </a:rPr>
                          <a:t xml:space="preserve">30</a:t>
                        </a:r>
                        <a:endParaRPr lang="en-US" sz="12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FFFFFF"/>
                            </a:solidFill>
                            <a:latin typeface="IBM Plex Mono SemiBold"/>
                            <a:ea typeface="IBM Plex Mono SemiBold"/>
                            <a:cs typeface="IBM Plex Mono SemiBold"/>
                          </a:defRPr>
                        </a:pPr>
                        <a:r>
                          <a:rPr lang="en-US" sz="1200" spc="0" kern="0" b="0" i="0" dirty="0">
                            <a:solidFill>
                              <a:srgbClr val="FFFFFF"/>
                            </a:solidFill>
                            <a:latin typeface="IBM Plex Mono SemiBold"/>
                            <a:ea typeface="IBM Plex Mono SemiBold"/>
                            <a:cs typeface="IBM Plex Mono SemiBold"/>
                          </a:rPr>
                          <a:t xml:space="preserve">34</a:t>
                        </a:r>
                        <a:endParaRPr lang="en-US" sz="12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FFFFFF"/>
                            </a:solidFill>
                            <a:latin typeface="IBM Plex Mono SemiBold"/>
                            <a:ea typeface="IBM Plex Mono SemiBold"/>
                            <a:cs typeface="IBM Plex Mono SemiBold"/>
                          </a:defRPr>
                        </a:pPr>
                        <a:r>
                          <a:rPr lang="en-US" sz="1200" spc="0" kern="0" b="0" i="0" dirty="0">
                            <a:solidFill>
                              <a:srgbClr val="FFFFFF"/>
                            </a:solidFill>
                            <a:latin typeface="IBM Plex Mono SemiBold"/>
                            <a:ea typeface="IBM Plex Mono SemiBold"/>
                            <a:cs typeface="IBM Plex Mono SemiBold"/>
                          </a:rPr>
                          <a:t xml:space="preserve">38</a:t>
                        </a:r>
                        <a:endParaRPr lang="en-US" sz="12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FFFFFF"/>
                            </a:solidFill>
                            <a:latin typeface="IBM Plex Mono SemiBold"/>
                            <a:ea typeface="IBM Plex Mono SemiBold"/>
                            <a:cs typeface="IBM Plex Mono SemiBold"/>
                          </a:defRPr>
                        </a:pPr>
                        <a:r>
                          <a:rPr lang="en-US" sz="1200" spc="0" kern="0" b="0" i="0" dirty="0">
                            <a:solidFill>
                              <a:srgbClr val="FFFFFF"/>
                            </a:solidFill>
                            <a:latin typeface="IBM Plex Mono SemiBold"/>
                            <a:ea typeface="IBM Plex Mono SemiBold"/>
                            <a:cs typeface="IBM Plex Mono SemiBold"/>
                          </a:rPr>
                          <a:t xml:space="preserve">34</a:t>
                        </a:r>
                        <a:endParaRPr lang="en-US" sz="12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FFFFFF"/>
                            </a:solidFill>
                            <a:latin typeface="IBM Plex Mono SemiBold"/>
                            <a:ea typeface="IBM Plex Mono SemiBold"/>
                            <a:cs typeface="IBM Plex Mono SemiBold"/>
                          </a:defRPr>
                        </a:pPr>
                        <a:r>
                          <a:rPr lang="en-US" sz="1200" spc="0" kern="0" b="0" i="0" dirty="0">
                            <a:solidFill>
                              <a:srgbClr val="FFFFFF"/>
                            </a:solidFill>
                            <a:latin typeface="IBM Plex Mono SemiBold"/>
                            <a:ea typeface="IBM Plex Mono SemiBold"/>
                            <a:cs typeface="IBM Plex Mono SemiBold"/>
                          </a:rPr>
                          <a:t xml:space="preserve">26</a:t>
                        </a:r>
                        <a:endParaRPr lang="en-US" sz="12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30</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810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Revenue cycle</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16</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FFFFFF"/>
                            </a:solidFill>
                            <a:latin typeface="IBM Plex Mono SemiBold"/>
                            <a:ea typeface="IBM Plex Mono SemiBold"/>
                            <a:cs typeface="IBM Plex Mono SemiBold"/>
                          </a:defRPr>
                        </a:pPr>
                        <a:r>
                          <a:rPr lang="en-US" sz="1200" spc="0" kern="0" b="0" i="0" dirty="0">
                            <a:solidFill>
                              <a:srgbClr val="FFFFFF"/>
                            </a:solidFill>
                            <a:latin typeface="IBM Plex Mono SemiBold"/>
                            <a:ea typeface="IBM Plex Mono SemiBold"/>
                            <a:cs typeface="IBM Plex Mono SemiBold"/>
                          </a:rPr>
                          <a:t xml:space="preserve">26</a:t>
                        </a:r>
                        <a:endParaRPr lang="en-US" sz="12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FFFFFF"/>
                            </a:solidFill>
                            <a:latin typeface="IBM Plex Mono SemiBold"/>
                            <a:ea typeface="IBM Plex Mono SemiBold"/>
                            <a:cs typeface="IBM Plex Mono SemiBold"/>
                          </a:defRPr>
                        </a:pPr>
                        <a:r>
                          <a:rPr lang="en-US" sz="1200" spc="0" kern="0" b="0" i="0" dirty="0">
                            <a:solidFill>
                              <a:srgbClr val="FFFFFF"/>
                            </a:solidFill>
                            <a:latin typeface="IBM Plex Mono SemiBold"/>
                            <a:ea typeface="IBM Plex Mono SemiBold"/>
                            <a:cs typeface="IBM Plex Mono SemiBold"/>
                          </a:rPr>
                          <a:t xml:space="preserve">30</a:t>
                        </a:r>
                        <a:endParaRPr lang="en-US" sz="12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FFFFFF"/>
                            </a:solidFill>
                            <a:latin typeface="IBM Plex Mono SemiBold"/>
                            <a:ea typeface="IBM Plex Mono SemiBold"/>
                            <a:cs typeface="IBM Plex Mono SemiBold"/>
                          </a:defRPr>
                        </a:pPr>
                        <a:r>
                          <a:rPr lang="en-US" sz="1200" spc="0" kern="0" b="0" i="0" dirty="0">
                            <a:solidFill>
                              <a:srgbClr val="FFFFFF"/>
                            </a:solidFill>
                            <a:latin typeface="IBM Plex Mono SemiBold"/>
                            <a:ea typeface="IBM Plex Mono SemiBold"/>
                            <a:cs typeface="IBM Plex Mono SemiBold"/>
                          </a:rPr>
                          <a:t xml:space="preserve">32</a:t>
                        </a:r>
                        <a:endParaRPr lang="en-US" sz="12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FFFFFF"/>
                            </a:solidFill>
                            <a:latin typeface="IBM Plex Mono SemiBold"/>
                            <a:ea typeface="IBM Plex Mono SemiBold"/>
                            <a:cs typeface="IBM Plex Mono SemiBold"/>
                          </a:defRPr>
                        </a:pPr>
                        <a:r>
                          <a:rPr lang="en-US" sz="1200" spc="0" kern="0" b="0" i="0" dirty="0">
                            <a:solidFill>
                              <a:srgbClr val="FFFFFF"/>
                            </a:solidFill>
                            <a:latin typeface="IBM Plex Mono SemiBold"/>
                            <a:ea typeface="IBM Plex Mono SemiBold"/>
                            <a:cs typeface="IBM Plex Mono SemiBold"/>
                          </a:rPr>
                          <a:t xml:space="preserve">34</a:t>
                        </a:r>
                        <a:endParaRPr lang="en-US" sz="12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FFFFFF"/>
                            </a:solidFill>
                            <a:latin typeface="IBM Plex Mono SemiBold"/>
                            <a:ea typeface="IBM Plex Mono SemiBold"/>
                            <a:cs typeface="IBM Plex Mono SemiBold"/>
                          </a:defRPr>
                        </a:pPr>
                        <a:r>
                          <a:rPr lang="en-US" sz="1200" spc="0" kern="0" b="0" i="0" dirty="0">
                            <a:solidFill>
                              <a:srgbClr val="FFFFFF"/>
                            </a:solidFill>
                            <a:latin typeface="IBM Plex Mono SemiBold"/>
                            <a:ea typeface="IBM Plex Mono SemiBold"/>
                            <a:cs typeface="IBM Plex Mono SemiBold"/>
                          </a:rPr>
                          <a:t xml:space="preserve">30</a:t>
                        </a:r>
                        <a:endParaRPr lang="en-US" sz="12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24</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28</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810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Integration</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FFFFFF"/>
                            </a:solidFill>
                            <a:latin typeface="IBM Plex Mono SemiBold"/>
                            <a:ea typeface="IBM Plex Mono SemiBold"/>
                            <a:cs typeface="IBM Plex Mono SemiBold"/>
                          </a:defRPr>
                        </a:pPr>
                        <a:r>
                          <a:rPr lang="en-US" sz="1200" spc="0" kern="0" b="0" i="0" dirty="0">
                            <a:solidFill>
                              <a:srgbClr val="FFFFFF"/>
                            </a:solidFill>
                            <a:latin typeface="IBM Plex Mono SemiBold"/>
                            <a:ea typeface="IBM Plex Mono SemiBold"/>
                            <a:cs typeface="IBM Plex Mono SemiBold"/>
                          </a:rPr>
                          <a:t xml:space="preserve">28</a:t>
                        </a:r>
                        <a:endParaRPr lang="en-US" sz="12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FFFFFF"/>
                            </a:solidFill>
                            <a:latin typeface="IBM Plex Mono SemiBold"/>
                            <a:ea typeface="IBM Plex Mono SemiBold"/>
                            <a:cs typeface="IBM Plex Mono SemiBold"/>
                          </a:defRPr>
                        </a:pPr>
                        <a:r>
                          <a:rPr lang="en-US" sz="1200" spc="0" kern="0" b="0" i="0" dirty="0">
                            <a:solidFill>
                              <a:srgbClr val="FFFFFF"/>
                            </a:solidFill>
                            <a:latin typeface="IBM Plex Mono SemiBold"/>
                            <a:ea typeface="IBM Plex Mono SemiBold"/>
                            <a:cs typeface="IBM Plex Mono SemiBold"/>
                          </a:rPr>
                          <a:t xml:space="preserve">32</a:t>
                        </a:r>
                        <a:endParaRPr lang="en-US" sz="12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FFFFFF"/>
                            </a:solidFill>
                            <a:latin typeface="IBM Plex Mono SemiBold"/>
                            <a:ea typeface="IBM Plex Mono SemiBold"/>
                            <a:cs typeface="IBM Plex Mono SemiBold"/>
                          </a:defRPr>
                        </a:pPr>
                        <a:r>
                          <a:rPr lang="en-US" sz="1200" spc="0" kern="0" b="0" i="0" dirty="0">
                            <a:solidFill>
                              <a:srgbClr val="FFFFFF"/>
                            </a:solidFill>
                            <a:latin typeface="IBM Plex Mono SemiBold"/>
                            <a:ea typeface="IBM Plex Mono SemiBold"/>
                            <a:cs typeface="IBM Plex Mono SemiBold"/>
                          </a:rPr>
                          <a:t xml:space="preserve">36</a:t>
                        </a:r>
                        <a:endParaRPr lang="en-US" sz="12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FFFFFF"/>
                            </a:solidFill>
                            <a:latin typeface="IBM Plex Mono SemiBold"/>
                            <a:ea typeface="IBM Plex Mono SemiBold"/>
                            <a:cs typeface="IBM Plex Mono SemiBold"/>
                          </a:defRPr>
                        </a:pPr>
                        <a:r>
                          <a:rPr lang="en-US" sz="1200" spc="0" kern="0" b="0" i="0" dirty="0">
                            <a:solidFill>
                              <a:srgbClr val="FFFFFF"/>
                            </a:solidFill>
                            <a:latin typeface="IBM Plex Mono SemiBold"/>
                            <a:ea typeface="IBM Plex Mono SemiBold"/>
                            <a:cs typeface="IBM Plex Mono SemiBold"/>
                          </a:rPr>
                          <a:t xml:space="preserve">40</a:t>
                        </a:r>
                        <a:endParaRPr lang="en-US" sz="12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FFFFFF"/>
                            </a:solidFill>
                            <a:latin typeface="IBM Plex Mono SemiBold"/>
                            <a:ea typeface="IBM Plex Mono SemiBold"/>
                            <a:cs typeface="IBM Plex Mono SemiBold"/>
                          </a:defRPr>
                        </a:pPr>
                        <a:r>
                          <a:rPr lang="en-US" sz="1200" spc="0" kern="0" b="0" i="0" dirty="0">
                            <a:solidFill>
                              <a:srgbClr val="FFFFFF"/>
                            </a:solidFill>
                            <a:latin typeface="IBM Plex Mono SemiBold"/>
                            <a:ea typeface="IBM Plex Mono SemiBold"/>
                            <a:cs typeface="IBM Plex Mono SemiBold"/>
                          </a:rPr>
                          <a:t xml:space="preserve">42</a:t>
                        </a:r>
                        <a:endParaRPr lang="en-US" sz="12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FFFFFF"/>
                            </a:solidFill>
                            <a:latin typeface="IBM Plex Mono SemiBold"/>
                            <a:ea typeface="IBM Plex Mono SemiBold"/>
                            <a:cs typeface="IBM Plex Mono SemiBold"/>
                          </a:defRPr>
                        </a:pPr>
                        <a:r>
                          <a:rPr lang="en-US" sz="1200" spc="0" kern="0" b="0" i="0" dirty="0">
                            <a:solidFill>
                              <a:srgbClr val="FFFFFF"/>
                            </a:solidFill>
                            <a:latin typeface="IBM Plex Mono SemiBold"/>
                            <a:ea typeface="IBM Plex Mono SemiBold"/>
                            <a:cs typeface="IBM Plex Mono SemiBold"/>
                          </a:rPr>
                          <a:t xml:space="preserve">40</a:t>
                        </a:r>
                        <a:endParaRPr lang="en-US" sz="12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FFFFFF"/>
                            </a:solidFill>
                            <a:latin typeface="IBM Plex Mono SemiBold"/>
                            <a:ea typeface="IBM Plex Mono SemiBold"/>
                            <a:cs typeface="IBM Plex Mono SemiBold"/>
                          </a:defRPr>
                        </a:pPr>
                        <a:r>
                          <a:rPr lang="en-US" sz="1200" spc="0" kern="0" b="0" i="0" dirty="0">
                            <a:solidFill>
                              <a:srgbClr val="FFFFFF"/>
                            </a:solidFill>
                            <a:latin typeface="IBM Plex Mono SemiBold"/>
                            <a:ea typeface="IBM Plex Mono SemiBold"/>
                            <a:cs typeface="IBM Plex Mono SemiBold"/>
                          </a:rPr>
                          <a:t xml:space="preserve">34</a:t>
                        </a:r>
                        <a:endParaRPr lang="en-US" sz="12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24</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36</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810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Data platform</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12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16</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20</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24</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FFFFFF"/>
                            </a:solidFill>
                            <a:latin typeface="IBM Plex Mono SemiBold"/>
                            <a:ea typeface="IBM Plex Mono SemiBold"/>
                            <a:cs typeface="IBM Plex Mono SemiBold"/>
                          </a:defRPr>
                        </a:pPr>
                        <a:r>
                          <a:rPr lang="en-US" sz="1200" spc="0" kern="0" b="0" i="0" dirty="0">
                            <a:solidFill>
                              <a:srgbClr val="FFFFFF"/>
                            </a:solidFill>
                            <a:latin typeface="IBM Plex Mono SemiBold"/>
                            <a:ea typeface="IBM Plex Mono SemiBold"/>
                            <a:cs typeface="IBM Plex Mono SemiBold"/>
                          </a:rPr>
                          <a:t xml:space="preserve">28</a:t>
                        </a:r>
                        <a:endParaRPr lang="en-US" sz="12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FFFFFF"/>
                            </a:solidFill>
                            <a:latin typeface="IBM Plex Mono SemiBold"/>
                            <a:ea typeface="IBM Plex Mono SemiBold"/>
                            <a:cs typeface="IBM Plex Mono SemiBold"/>
                          </a:defRPr>
                        </a:pPr>
                        <a:r>
                          <a:rPr lang="en-US" sz="1200" spc="0" kern="0" b="0" i="0" dirty="0">
                            <a:solidFill>
                              <a:srgbClr val="FFFFFF"/>
                            </a:solidFill>
                            <a:latin typeface="IBM Plex Mono SemiBold"/>
                            <a:ea typeface="IBM Plex Mono SemiBold"/>
                            <a:cs typeface="IBM Plex Mono SemiBold"/>
                          </a:rPr>
                          <a:t xml:space="preserve">30</a:t>
                        </a:r>
                        <a:endParaRPr lang="en-US" sz="12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FFFFFF"/>
                            </a:solidFill>
                            <a:latin typeface="IBM Plex Mono SemiBold"/>
                            <a:ea typeface="IBM Plex Mono SemiBold"/>
                            <a:cs typeface="IBM Plex Mono SemiBold"/>
                          </a:defRPr>
                        </a:pPr>
                        <a:r>
                          <a:rPr lang="en-US" sz="1200" spc="0" kern="0" b="0" i="0" dirty="0">
                            <a:solidFill>
                              <a:srgbClr val="FFFFFF"/>
                            </a:solidFill>
                            <a:latin typeface="IBM Plex Mono SemiBold"/>
                            <a:ea typeface="IBM Plex Mono SemiBold"/>
                            <a:cs typeface="IBM Plex Mono SemiBold"/>
                          </a:rPr>
                          <a:t xml:space="preserve">26</a:t>
                        </a:r>
                        <a:endParaRPr lang="en-US" sz="12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18</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26</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bl>
            </a:graphicData>
          </a:graphic>
        </p:graphicFrame>
      </p:grpSp>
      <p:grpSp>
        <p:nvGrpSpPr>
          <p:cNvPr id="112" name="node02"/>
          <p:cNvGrpSpPr/>
          <p:nvPr/>
        </p:nvGrpSpPr>
        <p:grpSpPr>
          <a:xfrm>
            <a:off x="723900" y="4114800"/>
            <a:ext cx="10744200" cy="152400"/>
            <a:chOff x="723900" y="4114800"/>
            <a:chExt cx="10744200" cy="152400"/>
          </a:xfrm>
        </p:grpSpPr>
        <p:sp>
          <p:nvSpPr>
            <p:cNvPr id="88" name="node02.title"/>
            <p:cNvSpPr/>
            <p:nvPr/>
          </p:nvSpPr>
          <p:spPr>
            <a:xfrm>
              <a:off x="723900" y="4114800"/>
              <a:ext cx="10744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STORY POINTS</a:t>
              </a:r>
              <a:endParaRPr lang="en-US" sz="900" spc="54" kern="0" b="0" i="0" dirty="0">
                <a:solidFill>
                  <a:srgbClr val="50658E"/>
                </a:solidFill>
                <a:latin typeface="IBM Plex Mono Medium"/>
                <a:ea typeface="IBM Plex Mono Medium"/>
                <a:cs typeface="IBM Plex Mono Medium"/>
              </a:endParaRPr>
            </a:p>
          </p:txBody>
        </p:sp>
        <p:sp>
          <p:nvSpPr>
            <p:cNvPr id="89" name="node02.items.slot-001.swatch"/>
            <p:cNvSpPr/>
            <p:nvPr/>
          </p:nvSpPr>
          <p:spPr>
            <a:xfrm>
              <a:off x="1777752" y="4148667"/>
              <a:ext cx="152400" cy="84667"/>
            </a:xfrm>
            <a:prstGeom prst="rect">
              <a:avLst/>
            </a:prstGeom>
            <a:solidFill>
              <a:srgbClr val="E8EEF8"/>
            </a:solidFill>
            <a:ln>
              <a:noFill/>
            </a:ln>
          </p:spPr>
        </p:sp>
        <p:sp>
          <p:nvSpPr>
            <p:cNvPr id="90" name="node02.items.slot-001.text"/>
            <p:cNvSpPr/>
            <p:nvPr/>
          </p:nvSpPr>
          <p:spPr>
            <a:xfrm>
              <a:off x="2006352" y="4114800"/>
              <a:ext cx="411163" cy="152400"/>
            </a:xfrm>
            <a:prstGeom prst="rect">
              <a:avLst/>
            </a:prstGeom>
            <a:noFill/>
            <a:ln/>
          </p:spPr>
          <p:txBody>
            <a:bodyPr wrap="square" lIns="0" tIns="0" rIns="0" bIns="0" rtlCol="0" anchor="t"/>
            <a:lstStyle/>
            <a:p>
              <a:pPr algn="l" indent="0" marL="0">
                <a:lnSpc>
                  <a:spcPts val="1200"/>
                </a:lnSpc>
                <a:buNone/>
              </a:pPr>
              <a:r>
                <a:rPr lang="en-US" sz="800" spc="0" kern="0" b="0" i="0" dirty="0">
                  <a:solidFill>
                    <a:srgbClr val="070154"/>
                  </a:solidFill>
                  <a:latin typeface="IBM Plex Sans"/>
                  <a:ea typeface="IBM Plex Sans"/>
                  <a:cs typeface="IBM Plex Sans"/>
                </a:rPr>
                <a:t>Under 5</a:t>
              </a:r>
              <a:endParaRPr lang="en-US" sz="800" spc="0" kern="0" b="0" i="0" dirty="0">
                <a:solidFill>
                  <a:srgbClr val="070154"/>
                </a:solidFill>
                <a:latin typeface="IBM Plex Sans"/>
                <a:ea typeface="IBM Plex Sans"/>
                <a:cs typeface="IBM Plex Sans"/>
              </a:endParaRPr>
            </a:p>
          </p:txBody>
        </p:sp>
        <p:sp>
          <p:nvSpPr>
            <p:cNvPr id="91" name="node02.items.slot-002.swatch"/>
            <p:cNvSpPr/>
            <p:nvPr/>
          </p:nvSpPr>
          <p:spPr>
            <a:xfrm>
              <a:off x="2569914" y="4148667"/>
              <a:ext cx="152400" cy="84667"/>
            </a:xfrm>
            <a:prstGeom prst="rect">
              <a:avLst/>
            </a:prstGeom>
            <a:solidFill>
              <a:srgbClr val="B9C9F0"/>
            </a:solidFill>
            <a:ln>
              <a:noFill/>
            </a:ln>
          </p:spPr>
        </p:sp>
        <p:sp>
          <p:nvSpPr>
            <p:cNvPr id="92" name="node02.items.slot-002.text"/>
            <p:cNvSpPr/>
            <p:nvPr/>
          </p:nvSpPr>
          <p:spPr>
            <a:xfrm>
              <a:off x="2798514" y="4114800"/>
              <a:ext cx="292100" cy="152400"/>
            </a:xfrm>
            <a:prstGeom prst="rect">
              <a:avLst/>
            </a:prstGeom>
            <a:noFill/>
            <a:ln/>
          </p:spPr>
          <p:txBody>
            <a:bodyPr wrap="square" lIns="0" tIns="0" rIns="0" bIns="0" rtlCol="0" anchor="t"/>
            <a:lstStyle/>
            <a:p>
              <a:pPr algn="l" indent="0" marL="0">
                <a:lnSpc>
                  <a:spcPts val="1200"/>
                </a:lnSpc>
                <a:buNone/>
              </a:pPr>
              <a:r>
                <a:rPr lang="en-US" sz="800" spc="0" kern="0" b="0" i="0" dirty="0">
                  <a:solidFill>
                    <a:srgbClr val="070154"/>
                  </a:solidFill>
                  <a:latin typeface="IBM Plex Sans"/>
                  <a:ea typeface="IBM Plex Sans"/>
                  <a:cs typeface="IBM Plex Sans"/>
                </a:rPr>
                <a:t>5–14</a:t>
              </a:r>
              <a:endParaRPr lang="en-US" sz="800" spc="0" kern="0" b="0" i="0" dirty="0">
                <a:solidFill>
                  <a:srgbClr val="070154"/>
                </a:solidFill>
                <a:latin typeface="IBM Plex Sans"/>
                <a:ea typeface="IBM Plex Sans"/>
                <a:cs typeface="IBM Plex Sans"/>
              </a:endParaRPr>
            </a:p>
          </p:txBody>
        </p:sp>
        <p:sp>
          <p:nvSpPr>
            <p:cNvPr id="93" name="node02.items.slot-003.swatch"/>
            <p:cNvSpPr/>
            <p:nvPr/>
          </p:nvSpPr>
          <p:spPr>
            <a:xfrm>
              <a:off x="3243014" y="4148667"/>
              <a:ext cx="152400" cy="84667"/>
            </a:xfrm>
            <a:prstGeom prst="rect">
              <a:avLst/>
            </a:prstGeom>
            <a:solidFill>
              <a:srgbClr val="7C9BFF"/>
            </a:solidFill>
            <a:ln>
              <a:noFill/>
            </a:ln>
          </p:spPr>
        </p:sp>
        <p:sp>
          <p:nvSpPr>
            <p:cNvPr id="94" name="node02.items.slot-003.text"/>
            <p:cNvSpPr/>
            <p:nvPr/>
          </p:nvSpPr>
          <p:spPr>
            <a:xfrm>
              <a:off x="3471614" y="4114800"/>
              <a:ext cx="352425" cy="152400"/>
            </a:xfrm>
            <a:prstGeom prst="rect">
              <a:avLst/>
            </a:prstGeom>
            <a:noFill/>
            <a:ln/>
          </p:spPr>
          <p:txBody>
            <a:bodyPr wrap="square" lIns="0" tIns="0" rIns="0" bIns="0" rtlCol="0" anchor="t"/>
            <a:lstStyle/>
            <a:p>
              <a:pPr algn="l" indent="0" marL="0">
                <a:lnSpc>
                  <a:spcPts val="1200"/>
                </a:lnSpc>
                <a:buNone/>
              </a:pPr>
              <a:r>
                <a:rPr lang="en-US" sz="800" spc="0" kern="0" b="0" i="0" dirty="0">
                  <a:solidFill>
                    <a:srgbClr val="070154"/>
                  </a:solidFill>
                  <a:latin typeface="IBM Plex Sans"/>
                  <a:ea typeface="IBM Plex Sans"/>
                  <a:cs typeface="IBM Plex Sans"/>
                </a:rPr>
                <a:t>15–24</a:t>
              </a:r>
              <a:endParaRPr lang="en-US" sz="800" spc="0" kern="0" b="0" i="0" dirty="0">
                <a:solidFill>
                  <a:srgbClr val="070154"/>
                </a:solidFill>
                <a:latin typeface="IBM Plex Sans"/>
                <a:ea typeface="IBM Plex Sans"/>
                <a:cs typeface="IBM Plex Sans"/>
              </a:endParaRPr>
            </a:p>
          </p:txBody>
        </p:sp>
        <p:sp>
          <p:nvSpPr>
            <p:cNvPr id="95" name="node02.items.slot-004.swatch"/>
            <p:cNvSpPr/>
            <p:nvPr/>
          </p:nvSpPr>
          <p:spPr>
            <a:xfrm>
              <a:off x="3976439" y="4148667"/>
              <a:ext cx="152400" cy="84667"/>
            </a:xfrm>
            <a:prstGeom prst="rect">
              <a:avLst/>
            </a:prstGeom>
            <a:solidFill>
              <a:srgbClr val="0047FF"/>
            </a:solidFill>
            <a:ln>
              <a:noFill/>
            </a:ln>
          </p:spPr>
        </p:sp>
        <p:sp>
          <p:nvSpPr>
            <p:cNvPr id="96" name="node02.items.slot-004.text"/>
            <p:cNvSpPr/>
            <p:nvPr/>
          </p:nvSpPr>
          <p:spPr>
            <a:xfrm>
              <a:off x="4205039" y="4114800"/>
              <a:ext cx="352425" cy="152400"/>
            </a:xfrm>
            <a:prstGeom prst="rect">
              <a:avLst/>
            </a:prstGeom>
            <a:noFill/>
            <a:ln/>
          </p:spPr>
          <p:txBody>
            <a:bodyPr wrap="square" lIns="0" tIns="0" rIns="0" bIns="0" rtlCol="0" anchor="t"/>
            <a:lstStyle/>
            <a:p>
              <a:pPr algn="l" indent="0" marL="0">
                <a:lnSpc>
                  <a:spcPts val="1200"/>
                </a:lnSpc>
                <a:buNone/>
              </a:pPr>
              <a:r>
                <a:rPr lang="en-US" sz="800" spc="0" kern="0" b="0" i="0" dirty="0">
                  <a:solidFill>
                    <a:srgbClr val="070154"/>
                  </a:solidFill>
                  <a:latin typeface="IBM Plex Sans"/>
                  <a:ea typeface="IBM Plex Sans"/>
                  <a:cs typeface="IBM Plex Sans"/>
                </a:rPr>
                <a:t>25–34</a:t>
              </a:r>
              <a:endParaRPr lang="en-US" sz="800" spc="0" kern="0" b="0" i="0" dirty="0">
                <a:solidFill>
                  <a:srgbClr val="070154"/>
                </a:solidFill>
                <a:latin typeface="IBM Plex Sans"/>
                <a:ea typeface="IBM Plex Sans"/>
                <a:cs typeface="IBM Plex Sans"/>
              </a:endParaRPr>
            </a:p>
          </p:txBody>
        </p:sp>
        <p:sp>
          <p:nvSpPr>
            <p:cNvPr id="97" name="node02.items.slot-005.swatch"/>
            <p:cNvSpPr/>
            <p:nvPr/>
          </p:nvSpPr>
          <p:spPr>
            <a:xfrm>
              <a:off x="4709864" y="4148667"/>
              <a:ext cx="152400" cy="84667"/>
            </a:xfrm>
            <a:prstGeom prst="rect">
              <a:avLst/>
            </a:prstGeom>
            <a:solidFill>
              <a:srgbClr val="070154"/>
            </a:solidFill>
            <a:ln>
              <a:noFill/>
            </a:ln>
          </p:spPr>
        </p:sp>
        <p:sp>
          <p:nvSpPr>
            <p:cNvPr id="98" name="node02.items.slot-005.text"/>
            <p:cNvSpPr/>
            <p:nvPr/>
          </p:nvSpPr>
          <p:spPr>
            <a:xfrm>
              <a:off x="4938464" y="4114800"/>
              <a:ext cx="550863" cy="152400"/>
            </a:xfrm>
            <a:prstGeom prst="rect">
              <a:avLst/>
            </a:prstGeom>
            <a:noFill/>
            <a:ln/>
          </p:spPr>
          <p:txBody>
            <a:bodyPr wrap="square" lIns="0" tIns="0" rIns="0" bIns="0" rtlCol="0" anchor="t"/>
            <a:lstStyle/>
            <a:p>
              <a:pPr algn="l" indent="0" marL="0">
                <a:lnSpc>
                  <a:spcPts val="1200"/>
                </a:lnSpc>
                <a:buNone/>
              </a:pPr>
              <a:r>
                <a:rPr lang="en-US" sz="800" spc="0" kern="0" b="0" i="0" dirty="0">
                  <a:solidFill>
                    <a:srgbClr val="070154"/>
                  </a:solidFill>
                  <a:latin typeface="IBM Plex Sans"/>
                  <a:ea typeface="IBM Plex Sans"/>
                  <a:cs typeface="IBM Plex Sans"/>
                </a:rPr>
                <a:t>35 or more</a:t>
              </a:r>
              <a:endParaRPr lang="en-US" sz="800" spc="0" kern="0" b="0" i="0" dirty="0">
                <a:solidFill>
                  <a:srgbClr val="070154"/>
                </a:solidFill>
                <a:latin typeface="IBM Plex Sans"/>
                <a:ea typeface="IBM Plex Sans"/>
                <a:cs typeface="IBM Plex Sans"/>
              </a:endParaRPr>
            </a:p>
          </p:txBody>
        </p:sp>
      </p:grpSp>
      <p:grpSp>
        <p:nvGrpSpPr>
          <p:cNvPr id="116" name="node03"/>
          <p:cNvGrpSpPr/>
          <p:nvPr/>
        </p:nvGrpSpPr>
        <p:grpSpPr>
          <a:xfrm>
            <a:off x="723900" y="4495800"/>
            <a:ext cx="10744200" cy="1219200"/>
            <a:chOff x="723900" y="4495800"/>
            <a:chExt cx="10744200" cy="1219200"/>
          </a:xfrm>
        </p:grpSpPr>
        <p:grpSp>
          <p:nvGrpSpPr>
            <p:cNvPr id="113" name="node03.item-001"/>
            <p:cNvGrpSpPr/>
            <p:nvPr/>
          </p:nvGrpSpPr>
          <p:grpSpPr>
            <a:xfrm>
              <a:off x="723900" y="4495800"/>
              <a:ext cx="3429000" cy="1219200"/>
              <a:chOff x="723900" y="4495800"/>
              <a:chExt cx="3429000" cy="1219200"/>
            </a:xfrm>
          </p:grpSpPr>
          <p:sp>
            <p:nvSpPr>
              <p:cNvPr id="99" name="node03.item-001.container"/>
              <p:cNvSpPr/>
              <p:nvPr/>
            </p:nvSpPr>
            <p:spPr>
              <a:xfrm>
                <a:off x="723900" y="4495800"/>
                <a:ext cx="3429000" cy="1219200"/>
              </a:xfrm>
              <a:prstGeom prst="rect">
                <a:avLst/>
              </a:prstGeom>
              <a:solidFill>
                <a:srgbClr val="E8EEF8"/>
              </a:solidFill>
              <a:ln>
                <a:noFill/>
              </a:ln>
            </p:spPr>
          </p:sp>
          <p:sp>
            <p:nvSpPr>
              <p:cNvPr id="100" name="node03.item-001.number"/>
              <p:cNvSpPr/>
              <p:nvPr/>
            </p:nvSpPr>
            <p:spPr>
              <a:xfrm>
                <a:off x="876300" y="46482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01</a:t>
                </a:r>
                <a:endParaRPr lang="en-US" sz="1800" spc="0" kern="0" b="0" i="0" dirty="0">
                  <a:solidFill>
                    <a:srgbClr val="0047FF"/>
                  </a:solidFill>
                  <a:latin typeface="IBM Plex Mono SemiBold"/>
                  <a:ea typeface="IBM Plex Mono SemiBold"/>
                  <a:cs typeface="IBM Plex Mono SemiBold"/>
                </a:endParaRPr>
              </a:p>
            </p:txBody>
          </p:sp>
          <p:sp>
            <p:nvSpPr>
              <p:cNvPr id="101" name="node03.item-001.title"/>
              <p:cNvSpPr/>
              <p:nvPr/>
            </p:nvSpPr>
            <p:spPr>
              <a:xfrm>
                <a:off x="1276350" y="4648200"/>
                <a:ext cx="272415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Sprint 4 to 6</a:t>
                </a:r>
                <a:endParaRPr lang="en-US" sz="1800" spc="-18" kern="0" b="0" i="0" dirty="0">
                  <a:solidFill>
                    <a:srgbClr val="070154"/>
                  </a:solidFill>
                  <a:latin typeface="IBM Plex Sans SemiBold"/>
                  <a:ea typeface="IBM Plex Sans SemiBold"/>
                  <a:cs typeface="IBM Plex Sans SemiBold"/>
                </a:endParaRPr>
              </a:p>
            </p:txBody>
          </p:sp>
          <p:sp>
            <p:nvSpPr>
              <p:cNvPr id="102" name="node03.item-001.body.item-001.paragraph"/>
              <p:cNvSpPr/>
              <p:nvPr/>
            </p:nvSpPr>
            <p:spPr>
              <a:xfrm>
                <a:off x="876300" y="5067300"/>
                <a:ext cx="31242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Every team commits above 24 points while go-live prep peaks.</a:t>
                </a:r>
                <a:endParaRPr lang="en-US" sz="1200" spc="0" kern="0" b="0" i="0" dirty="0">
                  <a:solidFill>
                    <a:srgbClr val="50658E"/>
                  </a:solidFill>
                  <a:latin typeface="IBM Plex Sans"/>
                  <a:ea typeface="IBM Plex Sans"/>
                  <a:cs typeface="IBM Plex Sans"/>
                </a:endParaRPr>
              </a:p>
            </p:txBody>
          </p:sp>
        </p:grpSp>
        <p:grpSp>
          <p:nvGrpSpPr>
            <p:cNvPr id="114" name="node03.item-002"/>
            <p:cNvGrpSpPr/>
            <p:nvPr/>
          </p:nvGrpSpPr>
          <p:grpSpPr>
            <a:xfrm>
              <a:off x="4381500" y="4495800"/>
              <a:ext cx="3429000" cy="1219200"/>
              <a:chOff x="4381500" y="4495800"/>
              <a:chExt cx="3429000" cy="1219200"/>
            </a:xfrm>
          </p:grpSpPr>
          <p:sp>
            <p:nvSpPr>
              <p:cNvPr id="103" name="node03.item-002.container"/>
              <p:cNvSpPr/>
              <p:nvPr/>
            </p:nvSpPr>
            <p:spPr>
              <a:xfrm>
                <a:off x="4381500" y="4495800"/>
                <a:ext cx="3429000" cy="1219200"/>
              </a:xfrm>
              <a:prstGeom prst="rect">
                <a:avLst/>
              </a:prstGeom>
              <a:solidFill>
                <a:srgbClr val="E8EEF8"/>
              </a:solidFill>
              <a:ln>
                <a:noFill/>
              </a:ln>
            </p:spPr>
          </p:sp>
          <p:sp>
            <p:nvSpPr>
              <p:cNvPr id="104" name="node03.item-002.number"/>
              <p:cNvSpPr/>
              <p:nvPr/>
            </p:nvSpPr>
            <p:spPr>
              <a:xfrm>
                <a:off x="4533900" y="46482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02</a:t>
                </a:r>
                <a:endParaRPr lang="en-US" sz="1800" spc="0" kern="0" b="0" i="0" dirty="0">
                  <a:solidFill>
                    <a:srgbClr val="0047FF"/>
                  </a:solidFill>
                  <a:latin typeface="IBM Plex Mono SemiBold"/>
                  <a:ea typeface="IBM Plex Mono SemiBold"/>
                  <a:cs typeface="IBM Plex Mono SemiBold"/>
                </a:endParaRPr>
              </a:p>
            </p:txBody>
          </p:sp>
          <p:sp>
            <p:nvSpPr>
              <p:cNvPr id="105" name="node03.item-002.title"/>
              <p:cNvSpPr/>
              <p:nvPr/>
            </p:nvSpPr>
            <p:spPr>
              <a:xfrm>
                <a:off x="4933950" y="4648200"/>
                <a:ext cx="272415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Integration</a:t>
                </a:r>
                <a:endParaRPr lang="en-US" sz="1800" spc="-18" kern="0" b="0" i="0" dirty="0">
                  <a:solidFill>
                    <a:srgbClr val="070154"/>
                  </a:solidFill>
                  <a:latin typeface="IBM Plex Sans SemiBold"/>
                  <a:ea typeface="IBM Plex Sans SemiBold"/>
                  <a:cs typeface="IBM Plex Sans SemiBold"/>
                </a:endParaRPr>
              </a:p>
            </p:txBody>
          </p:sp>
          <p:sp>
            <p:nvSpPr>
              <p:cNvPr id="106" name="node03.item-002.body.item-001.paragraph"/>
              <p:cNvSpPr/>
              <p:nvPr/>
            </p:nvSpPr>
            <p:spPr>
              <a:xfrm>
                <a:off x="4533900" y="5067300"/>
                <a:ext cx="31242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Commits above its 36-point capacity in sprints 4 to 6.</a:t>
                </a:r>
                <a:endParaRPr lang="en-US" sz="1200" spc="0" kern="0" b="0" i="0" dirty="0">
                  <a:solidFill>
                    <a:srgbClr val="50658E"/>
                  </a:solidFill>
                  <a:latin typeface="IBM Plex Sans"/>
                  <a:ea typeface="IBM Plex Sans"/>
                  <a:cs typeface="IBM Plex Sans"/>
                </a:endParaRPr>
              </a:p>
            </p:txBody>
          </p:sp>
        </p:grpSp>
        <p:grpSp>
          <p:nvGrpSpPr>
            <p:cNvPr id="115" name="node03.item-003"/>
            <p:cNvGrpSpPr/>
            <p:nvPr/>
          </p:nvGrpSpPr>
          <p:grpSpPr>
            <a:xfrm>
              <a:off x="8039100" y="4495800"/>
              <a:ext cx="3429000" cy="1219200"/>
              <a:chOff x="8039100" y="4495800"/>
              <a:chExt cx="3429000" cy="1219200"/>
            </a:xfrm>
          </p:grpSpPr>
          <p:sp>
            <p:nvSpPr>
              <p:cNvPr id="107" name="node03.item-003.container"/>
              <p:cNvSpPr/>
              <p:nvPr/>
            </p:nvSpPr>
            <p:spPr>
              <a:xfrm>
                <a:off x="8039100" y="4495800"/>
                <a:ext cx="3429000" cy="1219200"/>
              </a:xfrm>
              <a:prstGeom prst="rect">
                <a:avLst/>
              </a:prstGeom>
              <a:solidFill>
                <a:srgbClr val="E8EEF8"/>
              </a:solidFill>
              <a:ln>
                <a:noFill/>
              </a:ln>
            </p:spPr>
          </p:sp>
          <p:sp>
            <p:nvSpPr>
              <p:cNvPr id="108" name="node03.item-003.number"/>
              <p:cNvSpPr/>
              <p:nvPr/>
            </p:nvSpPr>
            <p:spPr>
              <a:xfrm>
                <a:off x="8191500" y="46482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03</a:t>
                </a:r>
                <a:endParaRPr lang="en-US" sz="1800" spc="0" kern="0" b="0" i="0" dirty="0">
                  <a:solidFill>
                    <a:srgbClr val="0047FF"/>
                  </a:solidFill>
                  <a:latin typeface="IBM Plex Mono SemiBold"/>
                  <a:ea typeface="IBM Plex Mono SemiBold"/>
                  <a:cs typeface="IBM Plex Mono SemiBold"/>
                </a:endParaRPr>
              </a:p>
            </p:txBody>
          </p:sp>
          <p:sp>
            <p:nvSpPr>
              <p:cNvPr id="109" name="node03.item-003.title"/>
              <p:cNvSpPr/>
              <p:nvPr/>
            </p:nvSpPr>
            <p:spPr>
              <a:xfrm>
                <a:off x="8591550" y="4648200"/>
                <a:ext cx="272415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Sprint 8</a:t>
                </a:r>
                <a:endParaRPr lang="en-US" sz="1800" spc="-18" kern="0" b="0" i="0" dirty="0">
                  <a:solidFill>
                    <a:srgbClr val="070154"/>
                  </a:solidFill>
                  <a:latin typeface="IBM Plex Sans SemiBold"/>
                  <a:ea typeface="IBM Plex Sans SemiBold"/>
                  <a:cs typeface="IBM Plex Sans SemiBold"/>
                </a:endParaRPr>
              </a:p>
            </p:txBody>
          </p:sp>
          <p:sp>
            <p:nvSpPr>
              <p:cNvPr id="110" name="node03.item-003.body.item-001.paragraph"/>
              <p:cNvSpPr/>
              <p:nvPr/>
            </p:nvSpPr>
            <p:spPr>
              <a:xfrm>
                <a:off x="8191500" y="5067300"/>
                <a:ext cx="31242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Load eases to 26 points or fewer everywhere before the freeze.</a:t>
                </a:r>
                <a:endParaRPr lang="en-US" sz="1200" spc="0" kern="0" b="0" i="0" dirty="0">
                  <a:solidFill>
                    <a:srgbClr val="50658E"/>
                  </a:solidFill>
                  <a:latin typeface="IBM Plex Sans"/>
                  <a:ea typeface="IBM Plex Sans"/>
                  <a:cs typeface="IBM Plex Sans"/>
                </a:endParaRPr>
              </a:p>
            </p:txBody>
          </p:sp>
        </p:gr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ource-093">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COMMERCIALS</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The run-rate ramps to $210K a month, then holds</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21</a:t>
            </a:fld>
            <a:endParaRPr lang="en-US" sz="700" spc="0" kern="0" b="0" i="0" dirty="0">
              <a:solidFill>
                <a:srgbClr val="070154"/>
              </a:solidFill>
              <a:latin typeface="IBM Plex Mono SemiBold"/>
              <a:ea typeface="IBM Plex Mono SemiBold"/>
              <a:cs typeface="IBM Plex Mono SemiBold"/>
            </a:endParaRPr>
          </a:p>
        </p:txBody>
      </p:sp>
      <p:grpSp>
        <p:nvGrpSpPr>
          <p:cNvPr id="21" name="node01"/>
          <p:cNvGrpSpPr/>
          <p:nvPr/>
        </p:nvGrpSpPr>
        <p:grpSpPr>
          <a:xfrm>
            <a:off x="723900" y="1600200"/>
            <a:ext cx="7086600" cy="4114800"/>
            <a:chOff x="723900" y="1600200"/>
            <a:chExt cx="7086600" cy="4114800"/>
          </a:xfrm>
        </p:grpSpPr>
        <p:sp>
          <p:nvSpPr>
            <p:cNvPr id="6" name="node01.title"/>
            <p:cNvSpPr/>
            <p:nvPr/>
          </p:nvSpPr>
          <p:spPr>
            <a:xfrm>
              <a:off x="723900" y="1600200"/>
              <a:ext cx="70866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Team run-rate by month</a:t>
              </a:r>
              <a:endParaRPr lang="en-US" sz="1800" spc="-18" kern="0" b="0" i="0" dirty="0">
                <a:solidFill>
                  <a:srgbClr val="070154"/>
                </a:solidFill>
                <a:latin typeface="IBM Plex Sans SemiBold"/>
                <a:ea typeface="IBM Plex Sans SemiBold"/>
                <a:cs typeface="IBM Plex Sans SemiBold"/>
              </a:endParaRPr>
            </a:p>
          </p:txBody>
        </p:sp>
        <p:sp>
          <p:nvSpPr>
            <p:cNvPr id="7" name="node01.units"/>
            <p:cNvSpPr/>
            <p:nvPr/>
          </p:nvSpPr>
          <p:spPr>
            <a:xfrm>
              <a:off x="723900" y="1905000"/>
              <a:ext cx="7086600" cy="190500"/>
            </a:xfrm>
            <a:prstGeom prst="rect">
              <a:avLst/>
            </a:prstGeom>
            <a:noFill/>
            <a:ln/>
          </p:spPr>
          <p:txBody>
            <a:bodyPr wrap="square" lIns="0" tIns="0" rIns="0" bIns="0" rtlCol="0" anchor="t"/>
            <a:lstStyle/>
            <a:p>
              <a:pPr algn="l" indent="0" marL="0">
                <a:lnSpc>
                  <a:spcPts val="1200"/>
                </a:lnSpc>
                <a:buNone/>
              </a:pPr>
              <a:r>
                <a:rPr lang="en-US" sz="900" spc="60" kern="0" b="0" i="0" dirty="0">
                  <a:solidFill>
                    <a:srgbClr val="50658E"/>
                  </a:solidFill>
                  <a:latin typeface="IBM Plex Mono Medium"/>
                  <a:ea typeface="IBM Plex Mono Medium"/>
                  <a:cs typeface="IBM Plex Mono Medium"/>
                </a:rPr>
                <a:t>TEAM MONTHLY RUN-RATE</a:t>
              </a:r>
              <a:endParaRPr lang="en-US" sz="900" spc="60" kern="0" b="0" i="0" dirty="0">
                <a:solidFill>
                  <a:srgbClr val="50658E"/>
                </a:solidFill>
                <a:latin typeface="IBM Plex Mono Medium"/>
                <a:ea typeface="IBM Plex Mono Medium"/>
                <a:cs typeface="IBM Plex Mono Medium"/>
              </a:endParaRPr>
            </a:p>
          </p:txBody>
        </p:sp>
        <p:graphicFrame>
          <p:nvGraphicFramePr>
            <p:cNvPr id="8" name="node01.native" descr=""/>
            <p:cNvGraphicFramePr/>
            <p:nvPr/>
          </p:nvGraphicFramePr>
          <p:xfrm>
            <a:off x="723900" y="2209800"/>
            <a:ext cx="7086600" cy="3505200"/>
          </p:xfrm>
          <a:graphic xmlns:a="http://schemas.openxmlformats.org/drawingml/2006/main">
            <a:graphicData uri="http://schemas.openxmlformats.org/drawingml/2006/chart">
              <c:chart xmlns:c="http://schemas.openxmlformats.org/drawingml/2006/chart" r:id="rId1"/>
            </a:graphicData>
          </a:graphic>
        </p:graphicFrame>
      </p:grpSp>
      <p:grpSp>
        <p:nvGrpSpPr>
          <p:cNvPr id="22" name="node02"/>
          <p:cNvGrpSpPr/>
          <p:nvPr/>
        </p:nvGrpSpPr>
        <p:grpSpPr>
          <a:xfrm>
            <a:off x="8039100" y="1600200"/>
            <a:ext cx="3429000" cy="2133600"/>
            <a:chOff x="8039100" y="1600200"/>
            <a:chExt cx="3429000" cy="2133600"/>
          </a:xfrm>
        </p:grpSpPr>
        <p:sp>
          <p:nvSpPr>
            <p:cNvPr id="9" name="node02.source-001.number"/>
            <p:cNvSpPr/>
            <p:nvPr/>
          </p:nvSpPr>
          <p:spPr>
            <a:xfrm>
              <a:off x="8039100" y="1600200"/>
              <a:ext cx="381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047FF"/>
                  </a:solidFill>
                  <a:latin typeface="IBM Plex Mono SemiBold"/>
                  <a:ea typeface="IBM Plex Mono SemiBold"/>
                  <a:cs typeface="IBM Plex Mono SemiBold"/>
                </a:rPr>
                <a:t>01</a:t>
              </a:r>
              <a:endParaRPr lang="en-US" sz="1200" spc="0" kern="0" b="0" i="0" dirty="0">
                <a:solidFill>
                  <a:srgbClr val="0047FF"/>
                </a:solidFill>
                <a:latin typeface="IBM Plex Mono SemiBold"/>
                <a:ea typeface="IBM Plex Mono SemiBold"/>
                <a:cs typeface="IBM Plex Mono SemiBold"/>
              </a:endParaRPr>
            </a:p>
          </p:txBody>
        </p:sp>
        <p:sp>
          <p:nvSpPr>
            <p:cNvPr id="10" name="node02.source-001.title"/>
            <p:cNvSpPr/>
            <p:nvPr/>
          </p:nvSpPr>
          <p:spPr>
            <a:xfrm>
              <a:off x="8572500" y="1600200"/>
              <a:ext cx="2895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Ramp-up, months 1–2</a:t>
              </a:r>
              <a:endParaRPr lang="en-US" sz="1200" spc="0" kern="0" b="0" i="0" dirty="0">
                <a:solidFill>
                  <a:srgbClr val="070154"/>
                </a:solidFill>
                <a:latin typeface="IBM Plex Sans SemiBold"/>
                <a:ea typeface="IBM Plex Sans SemiBold"/>
                <a:cs typeface="IBM Plex Sans SemiBold"/>
              </a:endParaRPr>
            </a:p>
          </p:txBody>
        </p:sp>
        <p:sp>
          <p:nvSpPr>
            <p:cNvPr id="11" name="node02.source-001.text"/>
            <p:cNvSpPr/>
            <p:nvPr/>
          </p:nvSpPr>
          <p:spPr>
            <a:xfrm>
              <a:off x="8572500" y="1828800"/>
              <a:ext cx="28956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Core team starts; specialists join as workstreams open.</a:t>
              </a:r>
              <a:endParaRPr lang="en-US" sz="1200" spc="0" kern="0" b="0" i="0" dirty="0">
                <a:solidFill>
                  <a:srgbClr val="50658E"/>
                </a:solidFill>
                <a:latin typeface="IBM Plex Sans"/>
                <a:ea typeface="IBM Plex Sans"/>
                <a:cs typeface="IBM Plex Sans"/>
              </a:endParaRPr>
            </a:p>
          </p:txBody>
        </p:sp>
        <p:sp>
          <p:nvSpPr>
            <p:cNvPr id="12" name="node02.source-002.number"/>
            <p:cNvSpPr/>
            <p:nvPr/>
          </p:nvSpPr>
          <p:spPr>
            <a:xfrm>
              <a:off x="8039100" y="2438400"/>
              <a:ext cx="381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047FF"/>
                  </a:solidFill>
                  <a:latin typeface="IBM Plex Mono SemiBold"/>
                  <a:ea typeface="IBM Plex Mono SemiBold"/>
                  <a:cs typeface="IBM Plex Mono SemiBold"/>
                </a:rPr>
                <a:t>02</a:t>
              </a:r>
              <a:endParaRPr lang="en-US" sz="1200" spc="0" kern="0" b="0" i="0" dirty="0">
                <a:solidFill>
                  <a:srgbClr val="0047FF"/>
                </a:solidFill>
                <a:latin typeface="IBM Plex Mono SemiBold"/>
                <a:ea typeface="IBM Plex Mono SemiBold"/>
                <a:cs typeface="IBM Plex Mono SemiBold"/>
              </a:endParaRPr>
            </a:p>
          </p:txBody>
        </p:sp>
        <p:sp>
          <p:nvSpPr>
            <p:cNvPr id="13" name="node02.source-002.title"/>
            <p:cNvSpPr/>
            <p:nvPr/>
          </p:nvSpPr>
          <p:spPr>
            <a:xfrm>
              <a:off x="8572500" y="2438400"/>
              <a:ext cx="2895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Steady state, months 3–6</a:t>
              </a:r>
              <a:endParaRPr lang="en-US" sz="1200" spc="0" kern="0" b="0" i="0" dirty="0">
                <a:solidFill>
                  <a:srgbClr val="070154"/>
                </a:solidFill>
                <a:latin typeface="IBM Plex Sans SemiBold"/>
                <a:ea typeface="IBM Plex Sans SemiBold"/>
                <a:cs typeface="IBM Plex Sans SemiBold"/>
              </a:endParaRPr>
            </a:p>
          </p:txBody>
        </p:sp>
        <p:sp>
          <p:nvSpPr>
            <p:cNvPr id="14" name="node02.source-002.text"/>
            <p:cNvSpPr/>
            <p:nvPr/>
          </p:nvSpPr>
          <p:spPr>
            <a:xfrm>
              <a:off x="8572500" y="2667000"/>
              <a:ext cx="2895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Full team at $210K a month.</a:t>
              </a:r>
              <a:endParaRPr lang="en-US" sz="1200" spc="0" kern="0" b="0" i="0" dirty="0">
                <a:solidFill>
                  <a:srgbClr val="50658E"/>
                </a:solidFill>
                <a:latin typeface="IBM Plex Sans"/>
                <a:ea typeface="IBM Plex Sans"/>
                <a:cs typeface="IBM Plex Sans"/>
              </a:endParaRPr>
            </a:p>
          </p:txBody>
        </p:sp>
        <p:sp>
          <p:nvSpPr>
            <p:cNvPr id="15" name="node02.source-003.number"/>
            <p:cNvSpPr/>
            <p:nvPr/>
          </p:nvSpPr>
          <p:spPr>
            <a:xfrm>
              <a:off x="8039100" y="3048000"/>
              <a:ext cx="381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047FF"/>
                  </a:solidFill>
                  <a:latin typeface="IBM Plex Mono SemiBold"/>
                  <a:ea typeface="IBM Plex Mono SemiBold"/>
                  <a:cs typeface="IBM Plex Mono SemiBold"/>
                </a:rPr>
                <a:t>03</a:t>
              </a:r>
              <a:endParaRPr lang="en-US" sz="1200" spc="0" kern="0" b="0" i="0" dirty="0">
                <a:solidFill>
                  <a:srgbClr val="0047FF"/>
                </a:solidFill>
                <a:latin typeface="IBM Plex Mono SemiBold"/>
                <a:ea typeface="IBM Plex Mono SemiBold"/>
                <a:cs typeface="IBM Plex Mono SemiBold"/>
              </a:endParaRPr>
            </a:p>
          </p:txBody>
        </p:sp>
        <p:sp>
          <p:nvSpPr>
            <p:cNvPr id="16" name="node02.source-003.title"/>
            <p:cNvSpPr/>
            <p:nvPr/>
          </p:nvSpPr>
          <p:spPr>
            <a:xfrm>
              <a:off x="8572500" y="3048000"/>
              <a:ext cx="2895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Roll-off, months 7–8</a:t>
              </a:r>
              <a:endParaRPr lang="en-US" sz="1200" spc="0" kern="0" b="0" i="0" dirty="0">
                <a:solidFill>
                  <a:srgbClr val="070154"/>
                </a:solidFill>
                <a:latin typeface="IBM Plex Sans SemiBold"/>
                <a:ea typeface="IBM Plex Sans SemiBold"/>
                <a:cs typeface="IBM Plex Sans SemiBold"/>
              </a:endParaRPr>
            </a:p>
          </p:txBody>
        </p:sp>
        <p:sp>
          <p:nvSpPr>
            <p:cNvPr id="17" name="node02.source-003.text"/>
            <p:cNvSpPr/>
            <p:nvPr/>
          </p:nvSpPr>
          <p:spPr>
            <a:xfrm>
              <a:off x="8572500" y="3276600"/>
              <a:ext cx="28956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Capacity steps down as Northfield takes over.</a:t>
              </a:r>
              <a:endParaRPr lang="en-US" sz="1200" spc="0" kern="0" b="0" i="0" dirty="0">
                <a:solidFill>
                  <a:srgbClr val="50658E"/>
                </a:solidFill>
                <a:latin typeface="IBM Plex Sans"/>
                <a:ea typeface="IBM Plex Sans"/>
                <a:cs typeface="IBM Plex Sans"/>
              </a:endParaRPr>
            </a:p>
          </p:txBody>
        </p:sp>
      </p:grpSp>
      <p:sp>
        <p:nvSpPr>
          <p:cNvPr id="18" name="node03"/>
          <p:cNvSpPr/>
          <p:nvPr/>
        </p:nvSpPr>
        <p:spPr>
          <a:xfrm>
            <a:off x="8039100" y="4572000"/>
            <a:ext cx="3429000" cy="9525"/>
          </a:xfrm>
          <a:prstGeom prst="rect">
            <a:avLst/>
          </a:prstGeom>
          <a:solidFill>
            <a:srgbClr val="CED7E6"/>
          </a:solidFill>
          <a:ln>
            <a:noFill/>
          </a:ln>
        </p:spPr>
      </p:sp>
      <p:grpSp>
        <p:nvGrpSpPr>
          <p:cNvPr id="23" name="node04"/>
          <p:cNvGrpSpPr/>
          <p:nvPr/>
        </p:nvGrpSpPr>
        <p:grpSpPr>
          <a:xfrm>
            <a:off x="8039100" y="4800600"/>
            <a:ext cx="3429000" cy="954850"/>
            <a:chOff x="8039100" y="4800600"/>
            <a:chExt cx="3429000" cy="954850"/>
          </a:xfrm>
        </p:grpSpPr>
        <p:sp>
          <p:nvSpPr>
            <p:cNvPr id="19" name="node04.value"/>
            <p:cNvSpPr/>
            <p:nvPr/>
          </p:nvSpPr>
          <p:spPr>
            <a:xfrm>
              <a:off x="8039100" y="4800600"/>
              <a:ext cx="3429000" cy="611950"/>
            </a:xfrm>
            <a:prstGeom prst="rect">
              <a:avLst/>
            </a:prstGeom>
            <a:noFill/>
            <a:ln/>
          </p:spPr>
          <p:txBody>
            <a:bodyPr wrap="square" lIns="0" tIns="0" rIns="0" bIns="0" rtlCol="0" anchor="t"/>
            <a:lstStyle/>
            <a:p>
              <a:pPr algn="l" indent="0" marL="0">
                <a:lnSpc>
                  <a:spcPts val="4800"/>
                </a:lnSpc>
                <a:buNone/>
              </a:pPr>
              <a:r>
                <a:rPr lang="en-US" sz="4800" spc="-96" kern="0" b="0" i="0" dirty="0">
                  <a:solidFill>
                    <a:srgbClr val="070154"/>
                  </a:solidFill>
                  <a:latin typeface="IBM Plex Mono SemiBold"/>
                  <a:ea typeface="IBM Plex Mono SemiBold"/>
                  <a:cs typeface="IBM Plex Mono SemiBold"/>
                </a:rPr>
                <a:t>$1.32M</a:t>
              </a:r>
              <a:endParaRPr lang="en-US" sz="4800" spc="-96" kern="0" b="0" i="0" dirty="0">
                <a:solidFill>
                  <a:srgbClr val="070154"/>
                </a:solidFill>
                <a:latin typeface="IBM Plex Mono SemiBold"/>
                <a:ea typeface="IBM Plex Mono SemiBold"/>
                <a:cs typeface="IBM Plex Mono SemiBold"/>
              </a:endParaRPr>
            </a:p>
          </p:txBody>
        </p:sp>
        <p:sp>
          <p:nvSpPr>
            <p:cNvPr id="20" name="node04.label"/>
            <p:cNvSpPr/>
            <p:nvPr/>
          </p:nvSpPr>
          <p:spPr>
            <a:xfrm>
              <a:off x="8039100" y="5488750"/>
              <a:ext cx="34290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estimated total, eight months</a:t>
              </a:r>
              <a:endParaRPr lang="en-US" sz="1400" spc="0" kern="0" b="0" i="0" dirty="0">
                <a:solidFill>
                  <a:srgbClr val="50658E"/>
                </a:solidFill>
                <a:latin typeface="IBM Plex Sans"/>
                <a:ea typeface="IBM Plex Sans"/>
                <a:cs typeface="IBM Plex Sans"/>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ource-110">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FUTURE STATE</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Six workstreams deliver the five-day close</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9055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West Monroe close calendar analysis, FY26, 14 business units.</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4008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22</a:t>
            </a:fld>
            <a:endParaRPr lang="en-US" sz="700" spc="0" kern="0" b="0" i="0" dirty="0">
              <a:solidFill>
                <a:srgbClr val="070154"/>
              </a:solidFill>
              <a:latin typeface="IBM Plex Mono SemiBold"/>
              <a:ea typeface="IBM Plex Mono SemiBold"/>
              <a:cs typeface="IBM Plex Mono SemiBold"/>
            </a:endParaRPr>
          </a:p>
        </p:txBody>
      </p:sp>
      <p:grpSp>
        <p:nvGrpSpPr>
          <p:cNvPr id="34" name="node01"/>
          <p:cNvGrpSpPr/>
          <p:nvPr/>
        </p:nvGrpSpPr>
        <p:grpSpPr>
          <a:xfrm>
            <a:off x="723900" y="1600200"/>
            <a:ext cx="2514600" cy="152400"/>
            <a:chOff x="723900" y="1600200"/>
            <a:chExt cx="2514600" cy="152400"/>
          </a:xfrm>
        </p:grpSpPr>
        <p:sp>
          <p:nvSpPr>
            <p:cNvPr id="7" name="node01.text"/>
            <p:cNvSpPr/>
            <p:nvPr/>
          </p:nvSpPr>
          <p:spPr>
            <a:xfrm>
              <a:off x="723900" y="1600200"/>
              <a:ext cx="25146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WHY IT MATTERS</a:t>
              </a:r>
              <a:endParaRPr lang="en-US" sz="1000" spc="80" kern="0" b="0" i="0" dirty="0">
                <a:solidFill>
                  <a:srgbClr val="0047FF"/>
                </a:solidFill>
                <a:latin typeface="IBM Plex Mono SemiBold"/>
                <a:ea typeface="IBM Plex Mono SemiBold"/>
                <a:cs typeface="IBM Plex Mono SemiBold"/>
              </a:endParaRPr>
            </a:p>
          </p:txBody>
        </p:sp>
      </p:grpSp>
      <p:grpSp>
        <p:nvGrpSpPr>
          <p:cNvPr id="35" name="node02"/>
          <p:cNvGrpSpPr/>
          <p:nvPr/>
        </p:nvGrpSpPr>
        <p:grpSpPr>
          <a:xfrm>
            <a:off x="723900" y="1828800"/>
            <a:ext cx="2514600" cy="685800"/>
            <a:chOff x="723900" y="1828800"/>
            <a:chExt cx="2514600" cy="685800"/>
          </a:xfrm>
        </p:grpSpPr>
        <p:sp>
          <p:nvSpPr>
            <p:cNvPr id="8" name="node02.text"/>
            <p:cNvSpPr/>
            <p:nvPr/>
          </p:nvSpPr>
          <p:spPr>
            <a:xfrm>
              <a:off x="723900" y="1828800"/>
              <a:ext cx="2514600" cy="685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A close that runs on rules</a:t>
              </a:r>
              <a:endParaRPr lang="en-US" sz="1800" spc="-18" kern="0" b="0" i="0" dirty="0">
                <a:solidFill>
                  <a:srgbClr val="070154"/>
                </a:solidFill>
                <a:latin typeface="IBM Plex Sans SemiBold"/>
                <a:ea typeface="IBM Plex Sans SemiBold"/>
                <a:cs typeface="IBM Plex Sans SemiBold"/>
              </a:endParaRPr>
            </a:p>
          </p:txBody>
        </p:sp>
      </p:grpSp>
      <p:grpSp>
        <p:nvGrpSpPr>
          <p:cNvPr id="36" name="node03"/>
          <p:cNvGrpSpPr/>
          <p:nvPr/>
        </p:nvGrpSpPr>
        <p:grpSpPr>
          <a:xfrm>
            <a:off x="723900" y="2743200"/>
            <a:ext cx="2514600" cy="1066800"/>
            <a:chOff x="723900" y="2743200"/>
            <a:chExt cx="2514600" cy="1066800"/>
          </a:xfrm>
        </p:grpSpPr>
        <p:sp>
          <p:nvSpPr>
            <p:cNvPr id="9" name="node03.text"/>
            <p:cNvSpPr/>
            <p:nvPr/>
          </p:nvSpPr>
          <p:spPr>
            <a:xfrm>
              <a:off x="723900" y="2743200"/>
              <a:ext cx="2514600" cy="10668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Close takes 12 days because work waits for people. We resequence it so entries are checked as they post.</a:t>
              </a:r>
              <a:endParaRPr lang="en-US" sz="1400" spc="0" kern="0" b="0" i="0" dirty="0">
                <a:solidFill>
                  <a:srgbClr val="070154"/>
                </a:solidFill>
                <a:latin typeface="IBM Plex Sans"/>
                <a:ea typeface="IBM Plex Sans"/>
                <a:cs typeface="IBM Plex Sans"/>
              </a:endParaRPr>
            </a:p>
          </p:txBody>
        </p:sp>
      </p:grpSp>
      <p:grpSp>
        <p:nvGrpSpPr>
          <p:cNvPr id="37" name="node04"/>
          <p:cNvGrpSpPr/>
          <p:nvPr/>
        </p:nvGrpSpPr>
        <p:grpSpPr>
          <a:xfrm>
            <a:off x="3467100" y="1600200"/>
            <a:ext cx="2514600" cy="1828800"/>
            <a:chOff x="3467100" y="1600200"/>
            <a:chExt cx="2514600" cy="1828800"/>
          </a:xfrm>
        </p:grpSpPr>
        <p:sp>
          <p:nvSpPr>
            <p:cNvPr id="10" name="node04.container"/>
            <p:cNvSpPr/>
            <p:nvPr/>
          </p:nvSpPr>
          <p:spPr>
            <a:xfrm>
              <a:off x="3467100" y="1600200"/>
              <a:ext cx="2514600" cy="1828800"/>
            </a:xfrm>
            <a:prstGeom prst="rect">
              <a:avLst/>
            </a:prstGeom>
            <a:solidFill>
              <a:srgbClr val="E8EEF8"/>
            </a:solidFill>
            <a:ln>
              <a:noFill/>
            </a:ln>
          </p:spPr>
        </p:sp>
        <p:sp>
          <p:nvSpPr>
            <p:cNvPr id="11" name="node04.number"/>
            <p:cNvSpPr/>
            <p:nvPr/>
          </p:nvSpPr>
          <p:spPr>
            <a:xfrm>
              <a:off x="3695700" y="18288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01</a:t>
              </a:r>
              <a:endParaRPr lang="en-US" sz="1800" spc="0" kern="0" b="0" i="0" dirty="0">
                <a:solidFill>
                  <a:srgbClr val="0047FF"/>
                </a:solidFill>
                <a:latin typeface="IBM Plex Mono SemiBold"/>
                <a:ea typeface="IBM Plex Mono SemiBold"/>
                <a:cs typeface="IBM Plex Mono SemiBold"/>
              </a:endParaRPr>
            </a:p>
          </p:txBody>
        </p:sp>
        <p:sp>
          <p:nvSpPr>
            <p:cNvPr id="12" name="node04.title"/>
            <p:cNvSpPr/>
            <p:nvPr/>
          </p:nvSpPr>
          <p:spPr>
            <a:xfrm>
              <a:off x="4095750" y="1828800"/>
              <a:ext cx="165735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Close calendar</a:t>
              </a:r>
              <a:endParaRPr lang="en-US" sz="1800" spc="-18" kern="0" b="0" i="0" dirty="0">
                <a:solidFill>
                  <a:srgbClr val="070154"/>
                </a:solidFill>
                <a:latin typeface="IBM Plex Sans SemiBold"/>
                <a:ea typeface="IBM Plex Sans SemiBold"/>
                <a:cs typeface="IBM Plex Sans SemiBold"/>
              </a:endParaRPr>
            </a:p>
          </p:txBody>
        </p:sp>
        <p:sp>
          <p:nvSpPr>
            <p:cNvPr id="13" name="node04.body.item-001.paragraph"/>
            <p:cNvSpPr/>
            <p:nvPr/>
          </p:nvSpPr>
          <p:spPr>
            <a:xfrm>
              <a:off x="3695700" y="2247900"/>
              <a:ext cx="2057400" cy="685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One calendar for 14 business units, built backward from day five.</a:t>
              </a:r>
              <a:endParaRPr lang="en-US" sz="1200" spc="0" kern="0" b="0" i="0" dirty="0">
                <a:solidFill>
                  <a:srgbClr val="50658E"/>
                </a:solidFill>
                <a:latin typeface="IBM Plex Sans"/>
                <a:ea typeface="IBM Plex Sans"/>
                <a:cs typeface="IBM Plex Sans"/>
              </a:endParaRPr>
            </a:p>
          </p:txBody>
        </p:sp>
      </p:grpSp>
      <p:grpSp>
        <p:nvGrpSpPr>
          <p:cNvPr id="38" name="node05"/>
          <p:cNvGrpSpPr/>
          <p:nvPr/>
        </p:nvGrpSpPr>
        <p:grpSpPr>
          <a:xfrm>
            <a:off x="6210300" y="1600200"/>
            <a:ext cx="2514600" cy="1828800"/>
            <a:chOff x="6210300" y="1600200"/>
            <a:chExt cx="2514600" cy="1828800"/>
          </a:xfrm>
        </p:grpSpPr>
        <p:sp>
          <p:nvSpPr>
            <p:cNvPr id="14" name="node05.container"/>
            <p:cNvSpPr/>
            <p:nvPr/>
          </p:nvSpPr>
          <p:spPr>
            <a:xfrm>
              <a:off x="6210300" y="1600200"/>
              <a:ext cx="2514600" cy="1828800"/>
            </a:xfrm>
            <a:prstGeom prst="rect">
              <a:avLst/>
            </a:prstGeom>
            <a:solidFill>
              <a:srgbClr val="E8EEF8"/>
            </a:solidFill>
            <a:ln>
              <a:noFill/>
            </a:ln>
          </p:spPr>
        </p:sp>
        <p:sp>
          <p:nvSpPr>
            <p:cNvPr id="15" name="node05.number"/>
            <p:cNvSpPr/>
            <p:nvPr/>
          </p:nvSpPr>
          <p:spPr>
            <a:xfrm>
              <a:off x="6438900" y="18288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02</a:t>
              </a:r>
              <a:endParaRPr lang="en-US" sz="1800" spc="0" kern="0" b="0" i="0" dirty="0">
                <a:solidFill>
                  <a:srgbClr val="0047FF"/>
                </a:solidFill>
                <a:latin typeface="IBM Plex Mono SemiBold"/>
                <a:ea typeface="IBM Plex Mono SemiBold"/>
                <a:cs typeface="IBM Plex Mono SemiBold"/>
              </a:endParaRPr>
            </a:p>
          </p:txBody>
        </p:sp>
        <p:sp>
          <p:nvSpPr>
            <p:cNvPr id="16" name="node05.title"/>
            <p:cNvSpPr/>
            <p:nvPr/>
          </p:nvSpPr>
          <p:spPr>
            <a:xfrm>
              <a:off x="6838950" y="1828800"/>
              <a:ext cx="165735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Reconciliations</a:t>
              </a:r>
              <a:endParaRPr lang="en-US" sz="1800" spc="-18" kern="0" b="0" i="0" dirty="0">
                <a:solidFill>
                  <a:srgbClr val="070154"/>
                </a:solidFill>
                <a:latin typeface="IBM Plex Sans SemiBold"/>
                <a:ea typeface="IBM Plex Sans SemiBold"/>
                <a:cs typeface="IBM Plex Sans SemiBold"/>
              </a:endParaRPr>
            </a:p>
          </p:txBody>
        </p:sp>
        <p:sp>
          <p:nvSpPr>
            <p:cNvPr id="17" name="node05.body.item-001.paragraph"/>
            <p:cNvSpPr/>
            <p:nvPr/>
          </p:nvSpPr>
          <p:spPr>
            <a:xfrm>
              <a:off x="6438900" y="2247900"/>
              <a:ext cx="2057400" cy="685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Accounts reconciled during the month, with exceptions routed on day one.</a:t>
              </a:r>
              <a:endParaRPr lang="en-US" sz="1200" spc="0" kern="0" b="0" i="0" dirty="0">
                <a:solidFill>
                  <a:srgbClr val="50658E"/>
                </a:solidFill>
                <a:latin typeface="IBM Plex Sans"/>
                <a:ea typeface="IBM Plex Sans"/>
                <a:cs typeface="IBM Plex Sans"/>
              </a:endParaRPr>
            </a:p>
          </p:txBody>
        </p:sp>
      </p:grpSp>
      <p:grpSp>
        <p:nvGrpSpPr>
          <p:cNvPr id="39" name="node06"/>
          <p:cNvGrpSpPr/>
          <p:nvPr/>
        </p:nvGrpSpPr>
        <p:grpSpPr>
          <a:xfrm>
            <a:off x="8953500" y="1600200"/>
            <a:ext cx="2514600" cy="1828800"/>
            <a:chOff x="8953500" y="1600200"/>
            <a:chExt cx="2514600" cy="1828800"/>
          </a:xfrm>
        </p:grpSpPr>
        <p:sp>
          <p:nvSpPr>
            <p:cNvPr id="18" name="node06.container"/>
            <p:cNvSpPr/>
            <p:nvPr/>
          </p:nvSpPr>
          <p:spPr>
            <a:xfrm>
              <a:off x="8953500" y="1600200"/>
              <a:ext cx="2514600" cy="1828800"/>
            </a:xfrm>
            <a:prstGeom prst="rect">
              <a:avLst/>
            </a:prstGeom>
            <a:solidFill>
              <a:srgbClr val="E8EEF8"/>
            </a:solidFill>
            <a:ln>
              <a:noFill/>
            </a:ln>
          </p:spPr>
        </p:sp>
        <p:sp>
          <p:nvSpPr>
            <p:cNvPr id="19" name="node06.number"/>
            <p:cNvSpPr/>
            <p:nvPr/>
          </p:nvSpPr>
          <p:spPr>
            <a:xfrm>
              <a:off x="9182100" y="18288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03</a:t>
              </a:r>
              <a:endParaRPr lang="en-US" sz="1800" spc="0" kern="0" b="0" i="0" dirty="0">
                <a:solidFill>
                  <a:srgbClr val="0047FF"/>
                </a:solidFill>
                <a:latin typeface="IBM Plex Mono SemiBold"/>
                <a:ea typeface="IBM Plex Mono SemiBold"/>
                <a:cs typeface="IBM Plex Mono SemiBold"/>
              </a:endParaRPr>
            </a:p>
          </p:txBody>
        </p:sp>
        <p:sp>
          <p:nvSpPr>
            <p:cNvPr id="20" name="node06.title"/>
            <p:cNvSpPr/>
            <p:nvPr/>
          </p:nvSpPr>
          <p:spPr>
            <a:xfrm>
              <a:off x="9582150" y="1828800"/>
              <a:ext cx="165735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Intercompany</a:t>
              </a:r>
              <a:endParaRPr lang="en-US" sz="1800" spc="-18" kern="0" b="0" i="0" dirty="0">
                <a:solidFill>
                  <a:srgbClr val="070154"/>
                </a:solidFill>
                <a:latin typeface="IBM Plex Sans SemiBold"/>
                <a:ea typeface="IBM Plex Sans SemiBold"/>
                <a:cs typeface="IBM Plex Sans SemiBold"/>
              </a:endParaRPr>
            </a:p>
          </p:txBody>
        </p:sp>
        <p:sp>
          <p:nvSpPr>
            <p:cNvPr id="21" name="node06.body.item-001.paragraph"/>
            <p:cNvSpPr/>
            <p:nvPr/>
          </p:nvSpPr>
          <p:spPr>
            <a:xfrm>
              <a:off x="9182100" y="2247900"/>
              <a:ext cx="2057400" cy="685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Overnight matching replaces email and spreadsheets across eleven entities.</a:t>
              </a:r>
              <a:endParaRPr lang="en-US" sz="1200" spc="0" kern="0" b="0" i="0" dirty="0">
                <a:solidFill>
                  <a:srgbClr val="50658E"/>
                </a:solidFill>
                <a:latin typeface="IBM Plex Sans"/>
                <a:ea typeface="IBM Plex Sans"/>
                <a:cs typeface="IBM Plex Sans"/>
              </a:endParaRPr>
            </a:p>
          </p:txBody>
        </p:sp>
      </p:grpSp>
      <p:grpSp>
        <p:nvGrpSpPr>
          <p:cNvPr id="40" name="node07"/>
          <p:cNvGrpSpPr/>
          <p:nvPr/>
        </p:nvGrpSpPr>
        <p:grpSpPr>
          <a:xfrm>
            <a:off x="3467100" y="3657600"/>
            <a:ext cx="2514600" cy="1828800"/>
            <a:chOff x="3467100" y="3657600"/>
            <a:chExt cx="2514600" cy="1828800"/>
          </a:xfrm>
        </p:grpSpPr>
        <p:sp>
          <p:nvSpPr>
            <p:cNvPr id="22" name="node07.container"/>
            <p:cNvSpPr/>
            <p:nvPr/>
          </p:nvSpPr>
          <p:spPr>
            <a:xfrm>
              <a:off x="3467100" y="3657600"/>
              <a:ext cx="2514600" cy="1828800"/>
            </a:xfrm>
            <a:prstGeom prst="rect">
              <a:avLst/>
            </a:prstGeom>
            <a:solidFill>
              <a:srgbClr val="E8EEF8"/>
            </a:solidFill>
            <a:ln>
              <a:noFill/>
            </a:ln>
          </p:spPr>
        </p:sp>
        <p:sp>
          <p:nvSpPr>
            <p:cNvPr id="23" name="node07.number"/>
            <p:cNvSpPr/>
            <p:nvPr/>
          </p:nvSpPr>
          <p:spPr>
            <a:xfrm>
              <a:off x="3695700" y="38862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04</a:t>
              </a:r>
              <a:endParaRPr lang="en-US" sz="1800" spc="0" kern="0" b="0" i="0" dirty="0">
                <a:solidFill>
                  <a:srgbClr val="0047FF"/>
                </a:solidFill>
                <a:latin typeface="IBM Plex Mono SemiBold"/>
                <a:ea typeface="IBM Plex Mono SemiBold"/>
                <a:cs typeface="IBM Plex Mono SemiBold"/>
              </a:endParaRPr>
            </a:p>
          </p:txBody>
        </p:sp>
        <p:sp>
          <p:nvSpPr>
            <p:cNvPr id="24" name="node07.title"/>
            <p:cNvSpPr/>
            <p:nvPr/>
          </p:nvSpPr>
          <p:spPr>
            <a:xfrm>
              <a:off x="4095750" y="3886200"/>
              <a:ext cx="165735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Review</a:t>
              </a:r>
              <a:endParaRPr lang="en-US" sz="1800" spc="-18" kern="0" b="0" i="0" dirty="0">
                <a:solidFill>
                  <a:srgbClr val="070154"/>
                </a:solidFill>
                <a:latin typeface="IBM Plex Sans SemiBold"/>
                <a:ea typeface="IBM Plex Sans SemiBold"/>
                <a:cs typeface="IBM Plex Sans SemiBold"/>
              </a:endParaRPr>
            </a:p>
          </p:txBody>
        </p:sp>
        <p:sp>
          <p:nvSpPr>
            <p:cNvPr id="25" name="node07.body.item-001.paragraph"/>
            <p:cNvSpPr/>
            <p:nvPr/>
          </p:nvSpPr>
          <p:spPr>
            <a:xfrm>
              <a:off x="3695700" y="4305300"/>
              <a:ext cx="2057400" cy="685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Rules check entries as they post; controllers see only the exceptions.</a:t>
              </a:r>
              <a:endParaRPr lang="en-US" sz="1200" spc="0" kern="0" b="0" i="0" dirty="0">
                <a:solidFill>
                  <a:srgbClr val="50658E"/>
                </a:solidFill>
                <a:latin typeface="IBM Plex Sans"/>
                <a:ea typeface="IBM Plex Sans"/>
                <a:cs typeface="IBM Plex Sans"/>
              </a:endParaRPr>
            </a:p>
          </p:txBody>
        </p:sp>
      </p:grpSp>
      <p:grpSp>
        <p:nvGrpSpPr>
          <p:cNvPr id="41" name="node08"/>
          <p:cNvGrpSpPr/>
          <p:nvPr/>
        </p:nvGrpSpPr>
        <p:grpSpPr>
          <a:xfrm>
            <a:off x="6210300" y="3657600"/>
            <a:ext cx="2514600" cy="1828800"/>
            <a:chOff x="6210300" y="3657600"/>
            <a:chExt cx="2514600" cy="1828800"/>
          </a:xfrm>
        </p:grpSpPr>
        <p:sp>
          <p:nvSpPr>
            <p:cNvPr id="26" name="node08.container"/>
            <p:cNvSpPr/>
            <p:nvPr/>
          </p:nvSpPr>
          <p:spPr>
            <a:xfrm>
              <a:off x="6210300" y="3657600"/>
              <a:ext cx="2514600" cy="1828800"/>
            </a:xfrm>
            <a:prstGeom prst="rect">
              <a:avLst/>
            </a:prstGeom>
            <a:solidFill>
              <a:srgbClr val="E8EEF8"/>
            </a:solidFill>
            <a:ln>
              <a:noFill/>
            </a:ln>
          </p:spPr>
        </p:sp>
        <p:sp>
          <p:nvSpPr>
            <p:cNvPr id="27" name="node08.number"/>
            <p:cNvSpPr/>
            <p:nvPr/>
          </p:nvSpPr>
          <p:spPr>
            <a:xfrm>
              <a:off x="6438900" y="38862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05</a:t>
              </a:r>
              <a:endParaRPr lang="en-US" sz="1800" spc="0" kern="0" b="0" i="0" dirty="0">
                <a:solidFill>
                  <a:srgbClr val="0047FF"/>
                </a:solidFill>
                <a:latin typeface="IBM Plex Mono SemiBold"/>
                <a:ea typeface="IBM Plex Mono SemiBold"/>
                <a:cs typeface="IBM Plex Mono SemiBold"/>
              </a:endParaRPr>
            </a:p>
          </p:txBody>
        </p:sp>
        <p:sp>
          <p:nvSpPr>
            <p:cNvPr id="28" name="node08.title"/>
            <p:cNvSpPr/>
            <p:nvPr/>
          </p:nvSpPr>
          <p:spPr>
            <a:xfrm>
              <a:off x="6838950" y="3886200"/>
              <a:ext cx="165735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Reporting</a:t>
              </a:r>
              <a:endParaRPr lang="en-US" sz="1800" spc="-18" kern="0" b="0" i="0" dirty="0">
                <a:solidFill>
                  <a:srgbClr val="070154"/>
                </a:solidFill>
                <a:latin typeface="IBM Plex Sans SemiBold"/>
                <a:ea typeface="IBM Plex Sans SemiBold"/>
                <a:cs typeface="IBM Plex Sans SemiBold"/>
              </a:endParaRPr>
            </a:p>
          </p:txBody>
        </p:sp>
        <p:sp>
          <p:nvSpPr>
            <p:cNvPr id="29" name="node08.body.item-001.paragraph"/>
            <p:cNvSpPr/>
            <p:nvPr/>
          </p:nvSpPr>
          <p:spPr>
            <a:xfrm>
              <a:off x="6438900" y="4305300"/>
              <a:ext cx="2057400" cy="685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Flash results ready on day three, the full package on day five.</a:t>
              </a:r>
              <a:endParaRPr lang="en-US" sz="1200" spc="0" kern="0" b="0" i="0" dirty="0">
                <a:solidFill>
                  <a:srgbClr val="50658E"/>
                </a:solidFill>
                <a:latin typeface="IBM Plex Sans"/>
                <a:ea typeface="IBM Plex Sans"/>
                <a:cs typeface="IBM Plex Sans"/>
              </a:endParaRPr>
            </a:p>
          </p:txBody>
        </p:sp>
      </p:grpSp>
      <p:grpSp>
        <p:nvGrpSpPr>
          <p:cNvPr id="42" name="node09"/>
          <p:cNvGrpSpPr/>
          <p:nvPr/>
        </p:nvGrpSpPr>
        <p:grpSpPr>
          <a:xfrm>
            <a:off x="8953500" y="3657600"/>
            <a:ext cx="2514600" cy="1828800"/>
            <a:chOff x="8953500" y="3657600"/>
            <a:chExt cx="2514600" cy="1828800"/>
          </a:xfrm>
        </p:grpSpPr>
        <p:sp>
          <p:nvSpPr>
            <p:cNvPr id="30" name="node09.container"/>
            <p:cNvSpPr/>
            <p:nvPr/>
          </p:nvSpPr>
          <p:spPr>
            <a:xfrm>
              <a:off x="8953500" y="3657600"/>
              <a:ext cx="2514600" cy="1828800"/>
            </a:xfrm>
            <a:prstGeom prst="rect">
              <a:avLst/>
            </a:prstGeom>
            <a:solidFill>
              <a:srgbClr val="E8EEF8"/>
            </a:solidFill>
            <a:ln>
              <a:noFill/>
            </a:ln>
          </p:spPr>
        </p:sp>
        <p:sp>
          <p:nvSpPr>
            <p:cNvPr id="31" name="node09.number"/>
            <p:cNvSpPr/>
            <p:nvPr/>
          </p:nvSpPr>
          <p:spPr>
            <a:xfrm>
              <a:off x="9182100" y="38862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06</a:t>
              </a:r>
              <a:endParaRPr lang="en-US" sz="1800" spc="0" kern="0" b="0" i="0" dirty="0">
                <a:solidFill>
                  <a:srgbClr val="0047FF"/>
                </a:solidFill>
                <a:latin typeface="IBM Plex Mono SemiBold"/>
                <a:ea typeface="IBM Plex Mono SemiBold"/>
                <a:cs typeface="IBM Plex Mono SemiBold"/>
              </a:endParaRPr>
            </a:p>
          </p:txBody>
        </p:sp>
        <p:sp>
          <p:nvSpPr>
            <p:cNvPr id="32" name="node09.title"/>
            <p:cNvSpPr/>
            <p:nvPr/>
          </p:nvSpPr>
          <p:spPr>
            <a:xfrm>
              <a:off x="9582150" y="3886200"/>
              <a:ext cx="165735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Controls</a:t>
              </a:r>
              <a:endParaRPr lang="en-US" sz="1800" spc="-18" kern="0" b="0" i="0" dirty="0">
                <a:solidFill>
                  <a:srgbClr val="070154"/>
                </a:solidFill>
                <a:latin typeface="IBM Plex Sans SemiBold"/>
                <a:ea typeface="IBM Plex Sans SemiBold"/>
                <a:cs typeface="IBM Plex Sans SemiBold"/>
              </a:endParaRPr>
            </a:p>
          </p:txBody>
        </p:sp>
        <p:sp>
          <p:nvSpPr>
            <p:cNvPr id="33" name="node09.body.item-001.paragraph"/>
            <p:cNvSpPr/>
            <p:nvPr/>
          </p:nvSpPr>
          <p:spPr>
            <a:xfrm>
              <a:off x="9182100" y="4305300"/>
              <a:ext cx="2057400" cy="685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Evidence is captured as work happens, so audit asks stop reopening the close.</a:t>
              </a:r>
              <a:endParaRPr lang="en-US" sz="1200" spc="0" kern="0" b="0" i="0" dirty="0">
                <a:solidFill>
                  <a:srgbClr val="50658E"/>
                </a:solidFill>
                <a:latin typeface="IBM Plex Sans"/>
                <a:ea typeface="IBM Plex Sans"/>
                <a:cs typeface="IBM Plex Sans"/>
              </a:endParaRPr>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ource-111">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FUTURE STATE</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Eight changes deliver the five-day close</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23</a:t>
            </a:fld>
            <a:endParaRPr lang="en-US" sz="700" spc="0" kern="0" b="0" i="0" dirty="0">
              <a:solidFill>
                <a:srgbClr val="070154"/>
              </a:solidFill>
              <a:latin typeface="IBM Plex Mono SemiBold"/>
              <a:ea typeface="IBM Plex Mono SemiBold"/>
              <a:cs typeface="IBM Plex Mono SemiBold"/>
            </a:endParaRPr>
          </a:p>
        </p:txBody>
      </p:sp>
      <p:grpSp>
        <p:nvGrpSpPr>
          <p:cNvPr id="41" name="node01"/>
          <p:cNvGrpSpPr/>
          <p:nvPr/>
        </p:nvGrpSpPr>
        <p:grpSpPr>
          <a:xfrm>
            <a:off x="723900" y="1600200"/>
            <a:ext cx="2514600" cy="152400"/>
            <a:chOff x="723900" y="1600200"/>
            <a:chExt cx="2514600" cy="152400"/>
          </a:xfrm>
        </p:grpSpPr>
        <p:sp>
          <p:nvSpPr>
            <p:cNvPr id="6" name="node01.text"/>
            <p:cNvSpPr/>
            <p:nvPr/>
          </p:nvSpPr>
          <p:spPr>
            <a:xfrm>
              <a:off x="723900" y="1600200"/>
              <a:ext cx="25146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WHY IT MATTERS</a:t>
              </a:r>
              <a:endParaRPr lang="en-US" sz="1000" spc="80" kern="0" b="0" i="0" dirty="0">
                <a:solidFill>
                  <a:srgbClr val="0047FF"/>
                </a:solidFill>
                <a:latin typeface="IBM Plex Mono SemiBold"/>
                <a:ea typeface="IBM Plex Mono SemiBold"/>
                <a:cs typeface="IBM Plex Mono SemiBold"/>
              </a:endParaRPr>
            </a:p>
          </p:txBody>
        </p:sp>
      </p:grpSp>
      <p:grpSp>
        <p:nvGrpSpPr>
          <p:cNvPr id="42" name="node02"/>
          <p:cNvGrpSpPr/>
          <p:nvPr/>
        </p:nvGrpSpPr>
        <p:grpSpPr>
          <a:xfrm>
            <a:off x="723900" y="1828800"/>
            <a:ext cx="2514600" cy="685800"/>
            <a:chOff x="723900" y="1828800"/>
            <a:chExt cx="2514600" cy="685800"/>
          </a:xfrm>
        </p:grpSpPr>
        <p:sp>
          <p:nvSpPr>
            <p:cNvPr id="7" name="node02.text"/>
            <p:cNvSpPr/>
            <p:nvPr/>
          </p:nvSpPr>
          <p:spPr>
            <a:xfrm>
              <a:off x="723900" y="1828800"/>
              <a:ext cx="2514600" cy="685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A close that runs on rules</a:t>
              </a:r>
              <a:endParaRPr lang="en-US" sz="1800" spc="-18" kern="0" b="0" i="0" dirty="0">
                <a:solidFill>
                  <a:srgbClr val="070154"/>
                </a:solidFill>
                <a:latin typeface="IBM Plex Sans SemiBold"/>
                <a:ea typeface="IBM Plex Sans SemiBold"/>
                <a:cs typeface="IBM Plex Sans SemiBold"/>
              </a:endParaRPr>
            </a:p>
          </p:txBody>
        </p:sp>
      </p:grpSp>
      <p:grpSp>
        <p:nvGrpSpPr>
          <p:cNvPr id="43" name="node03"/>
          <p:cNvGrpSpPr/>
          <p:nvPr/>
        </p:nvGrpSpPr>
        <p:grpSpPr>
          <a:xfrm>
            <a:off x="723900" y="2743200"/>
            <a:ext cx="2514600" cy="1066800"/>
            <a:chOff x="723900" y="2743200"/>
            <a:chExt cx="2514600" cy="1066800"/>
          </a:xfrm>
        </p:grpSpPr>
        <p:sp>
          <p:nvSpPr>
            <p:cNvPr id="8" name="node03.text"/>
            <p:cNvSpPr/>
            <p:nvPr/>
          </p:nvSpPr>
          <p:spPr>
            <a:xfrm>
              <a:off x="723900" y="2743200"/>
              <a:ext cx="2514600" cy="10668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Close takes 12 days because work waits for people. We resequence it so entries are checked as they post.</a:t>
              </a:r>
              <a:endParaRPr lang="en-US" sz="1400" spc="0" kern="0" b="0" i="0" dirty="0">
                <a:solidFill>
                  <a:srgbClr val="070154"/>
                </a:solidFill>
                <a:latin typeface="IBM Plex Sans"/>
                <a:ea typeface="IBM Plex Sans"/>
                <a:cs typeface="IBM Plex Sans"/>
              </a:endParaRPr>
            </a:p>
          </p:txBody>
        </p:sp>
      </p:grpSp>
      <p:grpSp>
        <p:nvGrpSpPr>
          <p:cNvPr id="44" name="node04"/>
          <p:cNvGrpSpPr/>
          <p:nvPr/>
        </p:nvGrpSpPr>
        <p:grpSpPr>
          <a:xfrm>
            <a:off x="3467100" y="1600200"/>
            <a:ext cx="1828800" cy="2057400"/>
            <a:chOff x="3467100" y="1600200"/>
            <a:chExt cx="1828800" cy="2057400"/>
          </a:xfrm>
        </p:grpSpPr>
        <p:sp>
          <p:nvSpPr>
            <p:cNvPr id="9" name="node04.container"/>
            <p:cNvSpPr/>
            <p:nvPr/>
          </p:nvSpPr>
          <p:spPr>
            <a:xfrm>
              <a:off x="3467100" y="1600200"/>
              <a:ext cx="1828800" cy="2057400"/>
            </a:xfrm>
            <a:prstGeom prst="rect">
              <a:avLst/>
            </a:prstGeom>
            <a:solidFill>
              <a:srgbClr val="E8EEF8"/>
            </a:solidFill>
            <a:ln>
              <a:noFill/>
            </a:ln>
          </p:spPr>
        </p:sp>
        <p:sp>
          <p:nvSpPr>
            <p:cNvPr id="10" name="node04.number"/>
            <p:cNvSpPr/>
            <p:nvPr/>
          </p:nvSpPr>
          <p:spPr>
            <a:xfrm>
              <a:off x="3619500" y="17526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01</a:t>
              </a:r>
              <a:endParaRPr lang="en-US" sz="1800" spc="0" kern="0" b="0" i="0" dirty="0">
                <a:solidFill>
                  <a:srgbClr val="0047FF"/>
                </a:solidFill>
                <a:latin typeface="IBM Plex Mono SemiBold"/>
                <a:ea typeface="IBM Plex Mono SemiBold"/>
                <a:cs typeface="IBM Plex Mono SemiBold"/>
              </a:endParaRPr>
            </a:p>
          </p:txBody>
        </p:sp>
        <p:sp>
          <p:nvSpPr>
            <p:cNvPr id="11" name="node04.title"/>
            <p:cNvSpPr/>
            <p:nvPr/>
          </p:nvSpPr>
          <p:spPr>
            <a:xfrm>
              <a:off x="4019550" y="1776984"/>
              <a:ext cx="112395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Reconcile</a:t>
              </a:r>
              <a:endParaRPr lang="en-US" sz="1400" spc="0" kern="0" b="0" i="0" dirty="0">
                <a:solidFill>
                  <a:srgbClr val="070154"/>
                </a:solidFill>
                <a:latin typeface="IBM Plex Sans"/>
                <a:ea typeface="IBM Plex Sans"/>
                <a:cs typeface="IBM Plex Sans"/>
              </a:endParaRPr>
            </a:p>
          </p:txBody>
        </p:sp>
        <p:sp>
          <p:nvSpPr>
            <p:cNvPr id="12" name="node04.body.item-001.paragraph"/>
            <p:cNvSpPr/>
            <p:nvPr/>
          </p:nvSpPr>
          <p:spPr>
            <a:xfrm>
              <a:off x="3619500" y="2171700"/>
              <a:ext cx="1524000" cy="9144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One template and owner for every balance-sheet account.</a:t>
              </a:r>
              <a:endParaRPr lang="en-US" sz="1200" spc="0" kern="0" b="0" i="0" dirty="0">
                <a:solidFill>
                  <a:srgbClr val="50658E"/>
                </a:solidFill>
                <a:latin typeface="IBM Plex Sans"/>
                <a:ea typeface="IBM Plex Sans"/>
                <a:cs typeface="IBM Plex Sans"/>
              </a:endParaRPr>
            </a:p>
          </p:txBody>
        </p:sp>
      </p:grpSp>
      <p:grpSp>
        <p:nvGrpSpPr>
          <p:cNvPr id="45" name="node05"/>
          <p:cNvGrpSpPr/>
          <p:nvPr/>
        </p:nvGrpSpPr>
        <p:grpSpPr>
          <a:xfrm>
            <a:off x="5524500" y="1600200"/>
            <a:ext cx="1828800" cy="2057400"/>
            <a:chOff x="5524500" y="1600200"/>
            <a:chExt cx="1828800" cy="2057400"/>
          </a:xfrm>
        </p:grpSpPr>
        <p:sp>
          <p:nvSpPr>
            <p:cNvPr id="13" name="node05.container"/>
            <p:cNvSpPr/>
            <p:nvPr/>
          </p:nvSpPr>
          <p:spPr>
            <a:xfrm>
              <a:off x="5524500" y="1600200"/>
              <a:ext cx="1828800" cy="2057400"/>
            </a:xfrm>
            <a:prstGeom prst="rect">
              <a:avLst/>
            </a:prstGeom>
            <a:solidFill>
              <a:srgbClr val="E8EEF8"/>
            </a:solidFill>
            <a:ln>
              <a:noFill/>
            </a:ln>
          </p:spPr>
        </p:sp>
        <p:sp>
          <p:nvSpPr>
            <p:cNvPr id="14" name="node05.number"/>
            <p:cNvSpPr/>
            <p:nvPr/>
          </p:nvSpPr>
          <p:spPr>
            <a:xfrm>
              <a:off x="5676900" y="17526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02</a:t>
              </a:r>
              <a:endParaRPr lang="en-US" sz="1800" spc="0" kern="0" b="0" i="0" dirty="0">
                <a:solidFill>
                  <a:srgbClr val="0047FF"/>
                </a:solidFill>
                <a:latin typeface="IBM Plex Mono SemiBold"/>
                <a:ea typeface="IBM Plex Mono SemiBold"/>
                <a:cs typeface="IBM Plex Mono SemiBold"/>
              </a:endParaRPr>
            </a:p>
          </p:txBody>
        </p:sp>
        <p:sp>
          <p:nvSpPr>
            <p:cNvPr id="15" name="node05.title"/>
            <p:cNvSpPr/>
            <p:nvPr/>
          </p:nvSpPr>
          <p:spPr>
            <a:xfrm>
              <a:off x="6076950" y="1776984"/>
              <a:ext cx="112395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Matching</a:t>
              </a:r>
              <a:endParaRPr lang="en-US" sz="1400" spc="0" kern="0" b="0" i="0" dirty="0">
                <a:solidFill>
                  <a:srgbClr val="070154"/>
                </a:solidFill>
                <a:latin typeface="IBM Plex Sans"/>
                <a:ea typeface="IBM Plex Sans"/>
                <a:cs typeface="IBM Plex Sans"/>
              </a:endParaRPr>
            </a:p>
          </p:txBody>
        </p:sp>
        <p:sp>
          <p:nvSpPr>
            <p:cNvPr id="16" name="node05.body.item-001.paragraph"/>
            <p:cNvSpPr/>
            <p:nvPr/>
          </p:nvSpPr>
          <p:spPr>
            <a:xfrm>
              <a:off x="5676900" y="2171700"/>
              <a:ext cx="1524000" cy="9144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Intercompany balances match overnight across eleven entities.</a:t>
              </a:r>
              <a:endParaRPr lang="en-US" sz="1200" spc="0" kern="0" b="0" i="0" dirty="0">
                <a:solidFill>
                  <a:srgbClr val="50658E"/>
                </a:solidFill>
                <a:latin typeface="IBM Plex Sans"/>
                <a:ea typeface="IBM Plex Sans"/>
                <a:cs typeface="IBM Plex Sans"/>
              </a:endParaRPr>
            </a:p>
          </p:txBody>
        </p:sp>
      </p:grpSp>
      <p:grpSp>
        <p:nvGrpSpPr>
          <p:cNvPr id="46" name="node06"/>
          <p:cNvGrpSpPr/>
          <p:nvPr/>
        </p:nvGrpSpPr>
        <p:grpSpPr>
          <a:xfrm>
            <a:off x="7581900" y="1600200"/>
            <a:ext cx="1828800" cy="2057400"/>
            <a:chOff x="7581900" y="1600200"/>
            <a:chExt cx="1828800" cy="2057400"/>
          </a:xfrm>
        </p:grpSpPr>
        <p:sp>
          <p:nvSpPr>
            <p:cNvPr id="17" name="node06.container"/>
            <p:cNvSpPr/>
            <p:nvPr/>
          </p:nvSpPr>
          <p:spPr>
            <a:xfrm>
              <a:off x="7581900" y="1600200"/>
              <a:ext cx="1828800" cy="2057400"/>
            </a:xfrm>
            <a:prstGeom prst="rect">
              <a:avLst/>
            </a:prstGeom>
            <a:solidFill>
              <a:srgbClr val="E8EEF8"/>
            </a:solidFill>
            <a:ln>
              <a:noFill/>
            </a:ln>
          </p:spPr>
        </p:sp>
        <p:sp>
          <p:nvSpPr>
            <p:cNvPr id="18" name="node06.number"/>
            <p:cNvSpPr/>
            <p:nvPr/>
          </p:nvSpPr>
          <p:spPr>
            <a:xfrm>
              <a:off x="7734300" y="17526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03</a:t>
              </a:r>
              <a:endParaRPr lang="en-US" sz="1800" spc="0" kern="0" b="0" i="0" dirty="0">
                <a:solidFill>
                  <a:srgbClr val="0047FF"/>
                </a:solidFill>
                <a:latin typeface="IBM Plex Mono SemiBold"/>
                <a:ea typeface="IBM Plex Mono SemiBold"/>
                <a:cs typeface="IBM Plex Mono SemiBold"/>
              </a:endParaRPr>
            </a:p>
          </p:txBody>
        </p:sp>
        <p:sp>
          <p:nvSpPr>
            <p:cNvPr id="19" name="node06.title"/>
            <p:cNvSpPr/>
            <p:nvPr/>
          </p:nvSpPr>
          <p:spPr>
            <a:xfrm>
              <a:off x="8134350" y="1776984"/>
              <a:ext cx="112395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Early review</a:t>
              </a:r>
              <a:endParaRPr lang="en-US" sz="1400" spc="0" kern="0" b="0" i="0" dirty="0">
                <a:solidFill>
                  <a:srgbClr val="070154"/>
                </a:solidFill>
                <a:latin typeface="IBM Plex Sans"/>
                <a:ea typeface="IBM Plex Sans"/>
                <a:cs typeface="IBM Plex Sans"/>
              </a:endParaRPr>
            </a:p>
          </p:txBody>
        </p:sp>
        <p:sp>
          <p:nvSpPr>
            <p:cNvPr id="20" name="node06.body.item-001.paragraph"/>
            <p:cNvSpPr/>
            <p:nvPr/>
          </p:nvSpPr>
          <p:spPr>
            <a:xfrm>
              <a:off x="7734300" y="2171700"/>
              <a:ext cx="1524000" cy="9144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Controllers review entries as they post, not in one push on day nine.</a:t>
              </a:r>
              <a:endParaRPr lang="en-US" sz="1200" spc="0" kern="0" b="0" i="0" dirty="0">
                <a:solidFill>
                  <a:srgbClr val="50658E"/>
                </a:solidFill>
                <a:latin typeface="IBM Plex Sans"/>
                <a:ea typeface="IBM Plex Sans"/>
                <a:cs typeface="IBM Plex Sans"/>
              </a:endParaRPr>
            </a:p>
          </p:txBody>
        </p:sp>
      </p:grpSp>
      <p:grpSp>
        <p:nvGrpSpPr>
          <p:cNvPr id="47" name="node07"/>
          <p:cNvGrpSpPr/>
          <p:nvPr/>
        </p:nvGrpSpPr>
        <p:grpSpPr>
          <a:xfrm>
            <a:off x="9639300" y="1600200"/>
            <a:ext cx="1828800" cy="2057400"/>
            <a:chOff x="9639300" y="1600200"/>
            <a:chExt cx="1828800" cy="2057400"/>
          </a:xfrm>
        </p:grpSpPr>
        <p:sp>
          <p:nvSpPr>
            <p:cNvPr id="21" name="node07.container"/>
            <p:cNvSpPr/>
            <p:nvPr/>
          </p:nvSpPr>
          <p:spPr>
            <a:xfrm>
              <a:off x="9639300" y="1600200"/>
              <a:ext cx="1828800" cy="2057400"/>
            </a:xfrm>
            <a:prstGeom prst="rect">
              <a:avLst/>
            </a:prstGeom>
            <a:solidFill>
              <a:srgbClr val="E8EEF8"/>
            </a:solidFill>
            <a:ln>
              <a:noFill/>
            </a:ln>
          </p:spPr>
        </p:sp>
        <p:sp>
          <p:nvSpPr>
            <p:cNvPr id="22" name="node07.number"/>
            <p:cNvSpPr/>
            <p:nvPr/>
          </p:nvSpPr>
          <p:spPr>
            <a:xfrm>
              <a:off x="9791700" y="17526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04</a:t>
              </a:r>
              <a:endParaRPr lang="en-US" sz="1800" spc="0" kern="0" b="0" i="0" dirty="0">
                <a:solidFill>
                  <a:srgbClr val="0047FF"/>
                </a:solidFill>
                <a:latin typeface="IBM Plex Mono SemiBold"/>
                <a:ea typeface="IBM Plex Mono SemiBold"/>
                <a:cs typeface="IBM Plex Mono SemiBold"/>
              </a:endParaRPr>
            </a:p>
          </p:txBody>
        </p:sp>
        <p:sp>
          <p:nvSpPr>
            <p:cNvPr id="23" name="node07.title"/>
            <p:cNvSpPr/>
            <p:nvPr/>
          </p:nvSpPr>
          <p:spPr>
            <a:xfrm>
              <a:off x="10191750" y="1776984"/>
              <a:ext cx="112395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Ownership</a:t>
              </a:r>
              <a:endParaRPr lang="en-US" sz="1400" spc="0" kern="0" b="0" i="0" dirty="0">
                <a:solidFill>
                  <a:srgbClr val="070154"/>
                </a:solidFill>
                <a:latin typeface="IBM Plex Sans"/>
                <a:ea typeface="IBM Plex Sans"/>
                <a:cs typeface="IBM Plex Sans"/>
              </a:endParaRPr>
            </a:p>
          </p:txBody>
        </p:sp>
        <p:sp>
          <p:nvSpPr>
            <p:cNvPr id="24" name="node07.body.item-001.paragraph"/>
            <p:cNvSpPr/>
            <p:nvPr/>
          </p:nvSpPr>
          <p:spPr>
            <a:xfrm>
              <a:off x="9791700" y="2171700"/>
              <a:ext cx="1524000" cy="9144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Every close task has a named owner, a due time and an escalation path.</a:t>
              </a:r>
              <a:endParaRPr lang="en-US" sz="1200" spc="0" kern="0" b="0" i="0" dirty="0">
                <a:solidFill>
                  <a:srgbClr val="50658E"/>
                </a:solidFill>
                <a:latin typeface="IBM Plex Sans"/>
                <a:ea typeface="IBM Plex Sans"/>
                <a:cs typeface="IBM Plex Sans"/>
              </a:endParaRPr>
            </a:p>
          </p:txBody>
        </p:sp>
      </p:grpSp>
      <p:grpSp>
        <p:nvGrpSpPr>
          <p:cNvPr id="48" name="node08"/>
          <p:cNvGrpSpPr/>
          <p:nvPr/>
        </p:nvGrpSpPr>
        <p:grpSpPr>
          <a:xfrm>
            <a:off x="3467100" y="3886200"/>
            <a:ext cx="1828800" cy="2057400"/>
            <a:chOff x="3467100" y="3886200"/>
            <a:chExt cx="1828800" cy="2057400"/>
          </a:xfrm>
        </p:grpSpPr>
        <p:sp>
          <p:nvSpPr>
            <p:cNvPr id="25" name="node08.container"/>
            <p:cNvSpPr/>
            <p:nvPr/>
          </p:nvSpPr>
          <p:spPr>
            <a:xfrm>
              <a:off x="3467100" y="3886200"/>
              <a:ext cx="1828800" cy="2057400"/>
            </a:xfrm>
            <a:prstGeom prst="rect">
              <a:avLst/>
            </a:prstGeom>
            <a:solidFill>
              <a:srgbClr val="E8EEF8"/>
            </a:solidFill>
            <a:ln>
              <a:noFill/>
            </a:ln>
          </p:spPr>
        </p:sp>
        <p:sp>
          <p:nvSpPr>
            <p:cNvPr id="26" name="node08.number"/>
            <p:cNvSpPr/>
            <p:nvPr/>
          </p:nvSpPr>
          <p:spPr>
            <a:xfrm>
              <a:off x="3619500" y="40386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05</a:t>
              </a:r>
              <a:endParaRPr lang="en-US" sz="1800" spc="0" kern="0" b="0" i="0" dirty="0">
                <a:solidFill>
                  <a:srgbClr val="0047FF"/>
                </a:solidFill>
                <a:latin typeface="IBM Plex Mono SemiBold"/>
                <a:ea typeface="IBM Plex Mono SemiBold"/>
                <a:cs typeface="IBM Plex Mono SemiBold"/>
              </a:endParaRPr>
            </a:p>
          </p:txBody>
        </p:sp>
        <p:sp>
          <p:nvSpPr>
            <p:cNvPr id="27" name="node08.title"/>
            <p:cNvSpPr/>
            <p:nvPr/>
          </p:nvSpPr>
          <p:spPr>
            <a:xfrm>
              <a:off x="4019550" y="4062984"/>
              <a:ext cx="112395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Flash report</a:t>
              </a:r>
              <a:endParaRPr lang="en-US" sz="1400" spc="0" kern="0" b="0" i="0" dirty="0">
                <a:solidFill>
                  <a:srgbClr val="070154"/>
                </a:solidFill>
                <a:latin typeface="IBM Plex Sans"/>
                <a:ea typeface="IBM Plex Sans"/>
                <a:cs typeface="IBM Plex Sans"/>
              </a:endParaRPr>
            </a:p>
          </p:txBody>
        </p:sp>
        <p:sp>
          <p:nvSpPr>
            <p:cNvPr id="28" name="node08.body.item-001.paragraph"/>
            <p:cNvSpPr/>
            <p:nvPr/>
          </p:nvSpPr>
          <p:spPr>
            <a:xfrm>
              <a:off x="3619500" y="4457700"/>
              <a:ext cx="1524000" cy="9144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Flash results are ready on day three and the full package on day five.</a:t>
              </a:r>
              <a:endParaRPr lang="en-US" sz="1200" spc="0" kern="0" b="0" i="0" dirty="0">
                <a:solidFill>
                  <a:srgbClr val="50658E"/>
                </a:solidFill>
                <a:latin typeface="IBM Plex Sans"/>
                <a:ea typeface="IBM Plex Sans"/>
                <a:cs typeface="IBM Plex Sans"/>
              </a:endParaRPr>
            </a:p>
          </p:txBody>
        </p:sp>
      </p:grpSp>
      <p:grpSp>
        <p:nvGrpSpPr>
          <p:cNvPr id="49" name="node09"/>
          <p:cNvGrpSpPr/>
          <p:nvPr/>
        </p:nvGrpSpPr>
        <p:grpSpPr>
          <a:xfrm>
            <a:off x="5524500" y="3886200"/>
            <a:ext cx="1828800" cy="2057400"/>
            <a:chOff x="5524500" y="3886200"/>
            <a:chExt cx="1828800" cy="2057400"/>
          </a:xfrm>
        </p:grpSpPr>
        <p:sp>
          <p:nvSpPr>
            <p:cNvPr id="29" name="node09.container"/>
            <p:cNvSpPr/>
            <p:nvPr/>
          </p:nvSpPr>
          <p:spPr>
            <a:xfrm>
              <a:off x="5524500" y="3886200"/>
              <a:ext cx="1828800" cy="2057400"/>
            </a:xfrm>
            <a:prstGeom prst="rect">
              <a:avLst/>
            </a:prstGeom>
            <a:solidFill>
              <a:srgbClr val="E8EEF8"/>
            </a:solidFill>
            <a:ln>
              <a:noFill/>
            </a:ln>
          </p:spPr>
        </p:sp>
        <p:sp>
          <p:nvSpPr>
            <p:cNvPr id="30" name="node09.number"/>
            <p:cNvSpPr/>
            <p:nvPr/>
          </p:nvSpPr>
          <p:spPr>
            <a:xfrm>
              <a:off x="5676900" y="40386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06</a:t>
              </a:r>
              <a:endParaRPr lang="en-US" sz="1800" spc="0" kern="0" b="0" i="0" dirty="0">
                <a:solidFill>
                  <a:srgbClr val="0047FF"/>
                </a:solidFill>
                <a:latin typeface="IBM Plex Mono SemiBold"/>
                <a:ea typeface="IBM Plex Mono SemiBold"/>
                <a:cs typeface="IBM Plex Mono SemiBold"/>
              </a:endParaRPr>
            </a:p>
          </p:txBody>
        </p:sp>
        <p:sp>
          <p:nvSpPr>
            <p:cNvPr id="31" name="node09.title"/>
            <p:cNvSpPr/>
            <p:nvPr/>
          </p:nvSpPr>
          <p:spPr>
            <a:xfrm>
              <a:off x="6076950" y="4062984"/>
              <a:ext cx="112395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Controls</a:t>
              </a:r>
              <a:endParaRPr lang="en-US" sz="1400" spc="0" kern="0" b="0" i="0" dirty="0">
                <a:solidFill>
                  <a:srgbClr val="070154"/>
                </a:solidFill>
                <a:latin typeface="IBM Plex Sans"/>
                <a:ea typeface="IBM Plex Sans"/>
                <a:cs typeface="IBM Plex Sans"/>
              </a:endParaRPr>
            </a:p>
          </p:txBody>
        </p:sp>
        <p:sp>
          <p:nvSpPr>
            <p:cNvPr id="32" name="node09.body.item-001.paragraph"/>
            <p:cNvSpPr/>
            <p:nvPr/>
          </p:nvSpPr>
          <p:spPr>
            <a:xfrm>
              <a:off x="5676900" y="4457700"/>
              <a:ext cx="1524000" cy="9144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Evidence is captured as work happens, so audit requests stop reopening the close.</a:t>
              </a:r>
              <a:endParaRPr lang="en-US" sz="1200" spc="0" kern="0" b="0" i="0" dirty="0">
                <a:solidFill>
                  <a:srgbClr val="50658E"/>
                </a:solidFill>
                <a:latin typeface="IBM Plex Sans"/>
                <a:ea typeface="IBM Plex Sans"/>
                <a:cs typeface="IBM Plex Sans"/>
              </a:endParaRPr>
            </a:p>
          </p:txBody>
        </p:sp>
      </p:grpSp>
      <p:grpSp>
        <p:nvGrpSpPr>
          <p:cNvPr id="50" name="node10"/>
          <p:cNvGrpSpPr/>
          <p:nvPr/>
        </p:nvGrpSpPr>
        <p:grpSpPr>
          <a:xfrm>
            <a:off x="7581900" y="3886200"/>
            <a:ext cx="1828800" cy="2057400"/>
            <a:chOff x="7581900" y="3886200"/>
            <a:chExt cx="1828800" cy="2057400"/>
          </a:xfrm>
        </p:grpSpPr>
        <p:sp>
          <p:nvSpPr>
            <p:cNvPr id="33" name="node10.container"/>
            <p:cNvSpPr/>
            <p:nvPr/>
          </p:nvSpPr>
          <p:spPr>
            <a:xfrm>
              <a:off x="7581900" y="3886200"/>
              <a:ext cx="1828800" cy="2057400"/>
            </a:xfrm>
            <a:prstGeom prst="rect">
              <a:avLst/>
            </a:prstGeom>
            <a:solidFill>
              <a:srgbClr val="E8EEF8"/>
            </a:solidFill>
            <a:ln>
              <a:noFill/>
            </a:ln>
          </p:spPr>
        </p:sp>
        <p:sp>
          <p:nvSpPr>
            <p:cNvPr id="34" name="node10.number"/>
            <p:cNvSpPr/>
            <p:nvPr/>
          </p:nvSpPr>
          <p:spPr>
            <a:xfrm>
              <a:off x="7734300" y="40386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07</a:t>
              </a:r>
              <a:endParaRPr lang="en-US" sz="1800" spc="0" kern="0" b="0" i="0" dirty="0">
                <a:solidFill>
                  <a:srgbClr val="0047FF"/>
                </a:solidFill>
                <a:latin typeface="IBM Plex Mono SemiBold"/>
                <a:ea typeface="IBM Plex Mono SemiBold"/>
                <a:cs typeface="IBM Plex Mono SemiBold"/>
              </a:endParaRPr>
            </a:p>
          </p:txBody>
        </p:sp>
        <p:sp>
          <p:nvSpPr>
            <p:cNvPr id="35" name="node10.title"/>
            <p:cNvSpPr/>
            <p:nvPr/>
          </p:nvSpPr>
          <p:spPr>
            <a:xfrm>
              <a:off x="8134350" y="4062984"/>
              <a:ext cx="112395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Calendar</a:t>
              </a:r>
              <a:endParaRPr lang="en-US" sz="1400" spc="0" kern="0" b="0" i="0" dirty="0">
                <a:solidFill>
                  <a:srgbClr val="070154"/>
                </a:solidFill>
                <a:latin typeface="IBM Plex Sans"/>
                <a:ea typeface="IBM Plex Sans"/>
                <a:cs typeface="IBM Plex Sans"/>
              </a:endParaRPr>
            </a:p>
          </p:txBody>
        </p:sp>
        <p:sp>
          <p:nvSpPr>
            <p:cNvPr id="36" name="node10.body.item-001.paragraph"/>
            <p:cNvSpPr/>
            <p:nvPr/>
          </p:nvSpPr>
          <p:spPr>
            <a:xfrm>
              <a:off x="7734300" y="4457700"/>
              <a:ext cx="1524000" cy="9144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One calendar for 14 business units, built backward from the day-five target.</a:t>
              </a:r>
              <a:endParaRPr lang="en-US" sz="1200" spc="0" kern="0" b="0" i="0" dirty="0">
                <a:solidFill>
                  <a:srgbClr val="50658E"/>
                </a:solidFill>
                <a:latin typeface="IBM Plex Sans"/>
                <a:ea typeface="IBM Plex Sans"/>
                <a:cs typeface="IBM Plex Sans"/>
              </a:endParaRPr>
            </a:p>
          </p:txBody>
        </p:sp>
      </p:grpSp>
      <p:grpSp>
        <p:nvGrpSpPr>
          <p:cNvPr id="51" name="node11"/>
          <p:cNvGrpSpPr/>
          <p:nvPr/>
        </p:nvGrpSpPr>
        <p:grpSpPr>
          <a:xfrm>
            <a:off x="9639300" y="3886200"/>
            <a:ext cx="1828800" cy="2057400"/>
            <a:chOff x="9639300" y="3886200"/>
            <a:chExt cx="1828800" cy="2057400"/>
          </a:xfrm>
        </p:grpSpPr>
        <p:sp>
          <p:nvSpPr>
            <p:cNvPr id="37" name="node11.container"/>
            <p:cNvSpPr/>
            <p:nvPr/>
          </p:nvSpPr>
          <p:spPr>
            <a:xfrm>
              <a:off x="9639300" y="3886200"/>
              <a:ext cx="1828800" cy="2057400"/>
            </a:xfrm>
            <a:prstGeom prst="rect">
              <a:avLst/>
            </a:prstGeom>
            <a:solidFill>
              <a:srgbClr val="E8EEF8"/>
            </a:solidFill>
            <a:ln>
              <a:noFill/>
            </a:ln>
          </p:spPr>
        </p:sp>
        <p:sp>
          <p:nvSpPr>
            <p:cNvPr id="38" name="node11.number"/>
            <p:cNvSpPr/>
            <p:nvPr/>
          </p:nvSpPr>
          <p:spPr>
            <a:xfrm>
              <a:off x="9791700" y="40386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08</a:t>
              </a:r>
              <a:endParaRPr lang="en-US" sz="1800" spc="0" kern="0" b="0" i="0" dirty="0">
                <a:solidFill>
                  <a:srgbClr val="0047FF"/>
                </a:solidFill>
                <a:latin typeface="IBM Plex Mono SemiBold"/>
                <a:ea typeface="IBM Plex Mono SemiBold"/>
                <a:cs typeface="IBM Plex Mono SemiBold"/>
              </a:endParaRPr>
            </a:p>
          </p:txBody>
        </p:sp>
        <p:sp>
          <p:nvSpPr>
            <p:cNvPr id="39" name="node11.title"/>
            <p:cNvSpPr/>
            <p:nvPr/>
          </p:nvSpPr>
          <p:spPr>
            <a:xfrm>
              <a:off x="10191750" y="4062984"/>
              <a:ext cx="112395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Exceptions</a:t>
              </a:r>
              <a:endParaRPr lang="en-US" sz="1400" spc="0" kern="0" b="0" i="0" dirty="0">
                <a:solidFill>
                  <a:srgbClr val="070154"/>
                </a:solidFill>
                <a:latin typeface="IBM Plex Sans"/>
                <a:ea typeface="IBM Plex Sans"/>
                <a:cs typeface="IBM Plex Sans"/>
              </a:endParaRPr>
            </a:p>
          </p:txBody>
        </p:sp>
        <p:sp>
          <p:nvSpPr>
            <p:cNvPr id="40" name="node11.body.item-001.paragraph"/>
            <p:cNvSpPr/>
            <p:nvPr/>
          </p:nvSpPr>
          <p:spPr>
            <a:xfrm>
              <a:off x="9791700" y="4457700"/>
              <a:ext cx="1524000" cy="9144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Breaks reach the right owner the same day, with the supporting evidence attached.</a:t>
              </a:r>
              <a:endParaRPr lang="en-US" sz="1200" spc="0" kern="0" b="0" i="0" dirty="0">
                <a:solidFill>
                  <a:srgbClr val="50658E"/>
                </a:solidFill>
                <a:latin typeface="IBM Plex Sans"/>
                <a:ea typeface="IBM Plex Sans"/>
                <a:cs typeface="IBM Plex Sans"/>
              </a:endParaRPr>
            </a:p>
          </p:txBody>
        </p: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ource-112">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FUTURE STATE</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Four groups of change deliver the five-day close</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24</a:t>
            </a:fld>
            <a:endParaRPr lang="en-US" sz="700" spc="0" kern="0" b="0" i="0" dirty="0">
              <a:solidFill>
                <a:srgbClr val="070154"/>
              </a:solidFill>
              <a:latin typeface="IBM Plex Mono SemiBold"/>
              <a:ea typeface="IBM Plex Mono SemiBold"/>
              <a:cs typeface="IBM Plex Mono SemiBold"/>
            </a:endParaRPr>
          </a:p>
        </p:txBody>
      </p:sp>
      <p:grpSp>
        <p:nvGrpSpPr>
          <p:cNvPr id="49" name="node01"/>
          <p:cNvGrpSpPr/>
          <p:nvPr/>
        </p:nvGrpSpPr>
        <p:grpSpPr>
          <a:xfrm>
            <a:off x="723900" y="1600200"/>
            <a:ext cx="2286000" cy="152400"/>
            <a:chOff x="723900" y="1600200"/>
            <a:chExt cx="2286000" cy="152400"/>
          </a:xfrm>
        </p:grpSpPr>
        <p:sp>
          <p:nvSpPr>
            <p:cNvPr id="6" name="node01.text"/>
            <p:cNvSpPr/>
            <p:nvPr/>
          </p:nvSpPr>
          <p:spPr>
            <a:xfrm>
              <a:off x="723900" y="1600200"/>
              <a:ext cx="22860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WHY IT MATTERS</a:t>
              </a:r>
              <a:endParaRPr lang="en-US" sz="1000" spc="80" kern="0" b="0" i="0" dirty="0">
                <a:solidFill>
                  <a:srgbClr val="0047FF"/>
                </a:solidFill>
                <a:latin typeface="IBM Plex Mono SemiBold"/>
                <a:ea typeface="IBM Plex Mono SemiBold"/>
                <a:cs typeface="IBM Plex Mono SemiBold"/>
              </a:endParaRPr>
            </a:p>
          </p:txBody>
        </p:sp>
      </p:grpSp>
      <p:grpSp>
        <p:nvGrpSpPr>
          <p:cNvPr id="50" name="node02"/>
          <p:cNvGrpSpPr/>
          <p:nvPr/>
        </p:nvGrpSpPr>
        <p:grpSpPr>
          <a:xfrm>
            <a:off x="723900" y="1828800"/>
            <a:ext cx="2286000" cy="685800"/>
            <a:chOff x="723900" y="1828800"/>
            <a:chExt cx="2286000" cy="685800"/>
          </a:xfrm>
        </p:grpSpPr>
        <p:sp>
          <p:nvSpPr>
            <p:cNvPr id="7" name="node02.text"/>
            <p:cNvSpPr/>
            <p:nvPr/>
          </p:nvSpPr>
          <p:spPr>
            <a:xfrm>
              <a:off x="723900" y="1828800"/>
              <a:ext cx="2286000" cy="685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A close that runs on rules</a:t>
              </a:r>
              <a:endParaRPr lang="en-US" sz="1800" spc="-18" kern="0" b="0" i="0" dirty="0">
                <a:solidFill>
                  <a:srgbClr val="070154"/>
                </a:solidFill>
                <a:latin typeface="IBM Plex Sans SemiBold"/>
                <a:ea typeface="IBM Plex Sans SemiBold"/>
                <a:cs typeface="IBM Plex Sans SemiBold"/>
              </a:endParaRPr>
            </a:p>
          </p:txBody>
        </p:sp>
      </p:grpSp>
      <p:grpSp>
        <p:nvGrpSpPr>
          <p:cNvPr id="51" name="node03"/>
          <p:cNvGrpSpPr/>
          <p:nvPr/>
        </p:nvGrpSpPr>
        <p:grpSpPr>
          <a:xfrm>
            <a:off x="723900" y="2743200"/>
            <a:ext cx="2286000" cy="1333500"/>
            <a:chOff x="723900" y="2743200"/>
            <a:chExt cx="2286000" cy="1333500"/>
          </a:xfrm>
        </p:grpSpPr>
        <p:sp>
          <p:nvSpPr>
            <p:cNvPr id="8" name="node03.text"/>
            <p:cNvSpPr/>
            <p:nvPr/>
          </p:nvSpPr>
          <p:spPr>
            <a:xfrm>
              <a:off x="723900" y="2743200"/>
              <a:ext cx="2286000" cy="13335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Close takes 12 days because work waits for people. We resequence it so entries are checked as they post.</a:t>
              </a:r>
              <a:endParaRPr lang="en-US" sz="1400" spc="0" kern="0" b="0" i="0" dirty="0">
                <a:solidFill>
                  <a:srgbClr val="070154"/>
                </a:solidFill>
                <a:latin typeface="IBM Plex Sans"/>
                <a:ea typeface="IBM Plex Sans"/>
                <a:cs typeface="IBM Plex Sans"/>
              </a:endParaRPr>
            </a:p>
          </p:txBody>
        </p:sp>
      </p:grpSp>
      <p:grpSp>
        <p:nvGrpSpPr>
          <p:cNvPr id="52" name="node04"/>
          <p:cNvGrpSpPr/>
          <p:nvPr/>
        </p:nvGrpSpPr>
        <p:grpSpPr>
          <a:xfrm>
            <a:off x="3238500" y="1600200"/>
            <a:ext cx="3886200" cy="152400"/>
            <a:chOff x="3238500" y="1600200"/>
            <a:chExt cx="3886200" cy="152400"/>
          </a:xfrm>
        </p:grpSpPr>
        <p:sp>
          <p:nvSpPr>
            <p:cNvPr id="9" name="node04.text"/>
            <p:cNvSpPr/>
            <p:nvPr/>
          </p:nvSpPr>
          <p:spPr>
            <a:xfrm>
              <a:off x="3238500" y="1600200"/>
              <a:ext cx="3886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CALENDAR</a:t>
              </a:r>
              <a:endParaRPr lang="en-US" sz="1000" spc="80" kern="0" b="0" i="0" dirty="0">
                <a:solidFill>
                  <a:srgbClr val="0047FF"/>
                </a:solidFill>
                <a:latin typeface="IBM Plex Mono SemiBold"/>
                <a:ea typeface="IBM Plex Mono SemiBold"/>
                <a:cs typeface="IBM Plex Mono SemiBold"/>
              </a:endParaRPr>
            </a:p>
          </p:txBody>
        </p:sp>
      </p:grpSp>
      <p:sp>
        <p:nvSpPr>
          <p:cNvPr id="10" name="node05"/>
          <p:cNvSpPr/>
          <p:nvPr/>
        </p:nvSpPr>
        <p:spPr>
          <a:xfrm>
            <a:off x="3238500" y="1828800"/>
            <a:ext cx="3886200" cy="9525"/>
          </a:xfrm>
          <a:prstGeom prst="rect">
            <a:avLst/>
          </a:prstGeom>
          <a:solidFill>
            <a:srgbClr val="070154"/>
          </a:solidFill>
          <a:ln>
            <a:noFill/>
          </a:ln>
        </p:spPr>
      </p:sp>
      <p:grpSp>
        <p:nvGrpSpPr>
          <p:cNvPr id="53" name="node06"/>
          <p:cNvGrpSpPr/>
          <p:nvPr/>
        </p:nvGrpSpPr>
        <p:grpSpPr>
          <a:xfrm>
            <a:off x="3238500" y="2057400"/>
            <a:ext cx="1828800" cy="1600200"/>
            <a:chOff x="3238500" y="2057400"/>
            <a:chExt cx="1828800" cy="1600200"/>
          </a:xfrm>
        </p:grpSpPr>
        <p:sp>
          <p:nvSpPr>
            <p:cNvPr id="11" name="node06.container"/>
            <p:cNvSpPr/>
            <p:nvPr/>
          </p:nvSpPr>
          <p:spPr>
            <a:xfrm>
              <a:off x="3238500" y="2057400"/>
              <a:ext cx="1828800" cy="1600200"/>
            </a:xfrm>
            <a:prstGeom prst="rect">
              <a:avLst/>
            </a:prstGeom>
            <a:solidFill>
              <a:srgbClr val="E8EEF8"/>
            </a:solidFill>
            <a:ln>
              <a:noFill/>
            </a:ln>
          </p:spPr>
        </p:sp>
        <p:sp>
          <p:nvSpPr>
            <p:cNvPr id="12" name="node06.number"/>
            <p:cNvSpPr/>
            <p:nvPr/>
          </p:nvSpPr>
          <p:spPr>
            <a:xfrm>
              <a:off x="3390900" y="22098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01</a:t>
              </a:r>
              <a:endParaRPr lang="en-US" sz="1800" spc="0" kern="0" b="0" i="0" dirty="0">
                <a:solidFill>
                  <a:srgbClr val="0047FF"/>
                </a:solidFill>
                <a:latin typeface="IBM Plex Mono SemiBold"/>
                <a:ea typeface="IBM Plex Mono SemiBold"/>
                <a:cs typeface="IBM Plex Mono SemiBold"/>
              </a:endParaRPr>
            </a:p>
          </p:txBody>
        </p:sp>
        <p:sp>
          <p:nvSpPr>
            <p:cNvPr id="13" name="node06.title"/>
            <p:cNvSpPr/>
            <p:nvPr/>
          </p:nvSpPr>
          <p:spPr>
            <a:xfrm>
              <a:off x="3790950" y="2234184"/>
              <a:ext cx="112395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Calendar</a:t>
              </a:r>
              <a:endParaRPr lang="en-US" sz="1400" spc="0" kern="0" b="0" i="0" dirty="0">
                <a:solidFill>
                  <a:srgbClr val="070154"/>
                </a:solidFill>
                <a:latin typeface="IBM Plex Sans"/>
                <a:ea typeface="IBM Plex Sans"/>
                <a:cs typeface="IBM Plex Sans"/>
              </a:endParaRPr>
            </a:p>
          </p:txBody>
        </p:sp>
        <p:sp>
          <p:nvSpPr>
            <p:cNvPr id="14" name="node06.body.item-001.paragraph"/>
            <p:cNvSpPr/>
            <p:nvPr/>
          </p:nvSpPr>
          <p:spPr>
            <a:xfrm>
              <a:off x="3390900" y="2628900"/>
              <a:ext cx="15240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One calendar, built back from day five.</a:t>
              </a:r>
              <a:endParaRPr lang="en-US" sz="1200" spc="0" kern="0" b="0" i="0" dirty="0">
                <a:solidFill>
                  <a:srgbClr val="50658E"/>
                </a:solidFill>
                <a:latin typeface="IBM Plex Sans"/>
                <a:ea typeface="IBM Plex Sans"/>
                <a:cs typeface="IBM Plex Sans"/>
              </a:endParaRPr>
            </a:p>
          </p:txBody>
        </p:sp>
      </p:grpSp>
      <p:grpSp>
        <p:nvGrpSpPr>
          <p:cNvPr id="54" name="node07"/>
          <p:cNvGrpSpPr/>
          <p:nvPr/>
        </p:nvGrpSpPr>
        <p:grpSpPr>
          <a:xfrm>
            <a:off x="5295900" y="2057400"/>
            <a:ext cx="1828800" cy="1600200"/>
            <a:chOff x="5295900" y="2057400"/>
            <a:chExt cx="1828800" cy="1600200"/>
          </a:xfrm>
        </p:grpSpPr>
        <p:sp>
          <p:nvSpPr>
            <p:cNvPr id="15" name="node07.container"/>
            <p:cNvSpPr/>
            <p:nvPr/>
          </p:nvSpPr>
          <p:spPr>
            <a:xfrm>
              <a:off x="5295900" y="2057400"/>
              <a:ext cx="1828800" cy="1600200"/>
            </a:xfrm>
            <a:prstGeom prst="rect">
              <a:avLst/>
            </a:prstGeom>
            <a:solidFill>
              <a:srgbClr val="E8EEF8"/>
            </a:solidFill>
            <a:ln>
              <a:noFill/>
            </a:ln>
          </p:spPr>
        </p:sp>
        <p:sp>
          <p:nvSpPr>
            <p:cNvPr id="16" name="node07.number"/>
            <p:cNvSpPr/>
            <p:nvPr/>
          </p:nvSpPr>
          <p:spPr>
            <a:xfrm>
              <a:off x="5448300" y="22098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02</a:t>
              </a:r>
              <a:endParaRPr lang="en-US" sz="1800" spc="0" kern="0" b="0" i="0" dirty="0">
                <a:solidFill>
                  <a:srgbClr val="0047FF"/>
                </a:solidFill>
                <a:latin typeface="IBM Plex Mono SemiBold"/>
                <a:ea typeface="IBM Plex Mono SemiBold"/>
                <a:cs typeface="IBM Plex Mono SemiBold"/>
              </a:endParaRPr>
            </a:p>
          </p:txBody>
        </p:sp>
        <p:sp>
          <p:nvSpPr>
            <p:cNvPr id="17" name="node07.title"/>
            <p:cNvSpPr/>
            <p:nvPr/>
          </p:nvSpPr>
          <p:spPr>
            <a:xfrm>
              <a:off x="5848350" y="2234184"/>
              <a:ext cx="112395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Exceptions</a:t>
              </a:r>
              <a:endParaRPr lang="en-US" sz="1400" spc="0" kern="0" b="0" i="0" dirty="0">
                <a:solidFill>
                  <a:srgbClr val="070154"/>
                </a:solidFill>
                <a:latin typeface="IBM Plex Sans"/>
                <a:ea typeface="IBM Plex Sans"/>
                <a:cs typeface="IBM Plex Sans"/>
              </a:endParaRPr>
            </a:p>
          </p:txBody>
        </p:sp>
        <p:sp>
          <p:nvSpPr>
            <p:cNvPr id="18" name="node07.body.item-001.paragraph"/>
            <p:cNvSpPr/>
            <p:nvPr/>
          </p:nvSpPr>
          <p:spPr>
            <a:xfrm>
              <a:off x="5448300" y="2628900"/>
              <a:ext cx="15240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Breaks reach an owner the same day.</a:t>
              </a:r>
              <a:endParaRPr lang="en-US" sz="1200" spc="0" kern="0" b="0" i="0" dirty="0">
                <a:solidFill>
                  <a:srgbClr val="50658E"/>
                </a:solidFill>
                <a:latin typeface="IBM Plex Sans"/>
                <a:ea typeface="IBM Plex Sans"/>
                <a:cs typeface="IBM Plex Sans"/>
              </a:endParaRPr>
            </a:p>
          </p:txBody>
        </p:sp>
      </p:grpSp>
      <p:grpSp>
        <p:nvGrpSpPr>
          <p:cNvPr id="55" name="node08"/>
          <p:cNvGrpSpPr/>
          <p:nvPr/>
        </p:nvGrpSpPr>
        <p:grpSpPr>
          <a:xfrm>
            <a:off x="7581900" y="1600200"/>
            <a:ext cx="3886200" cy="152400"/>
            <a:chOff x="7581900" y="1600200"/>
            <a:chExt cx="3886200" cy="152400"/>
          </a:xfrm>
        </p:grpSpPr>
        <p:sp>
          <p:nvSpPr>
            <p:cNvPr id="19" name="node08.text"/>
            <p:cNvSpPr/>
            <p:nvPr/>
          </p:nvSpPr>
          <p:spPr>
            <a:xfrm>
              <a:off x="7581900" y="1600200"/>
              <a:ext cx="3886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RECONCILIATION</a:t>
              </a:r>
              <a:endParaRPr lang="en-US" sz="1000" spc="80" kern="0" b="0" i="0" dirty="0">
                <a:solidFill>
                  <a:srgbClr val="0047FF"/>
                </a:solidFill>
                <a:latin typeface="IBM Plex Mono SemiBold"/>
                <a:ea typeface="IBM Plex Mono SemiBold"/>
                <a:cs typeface="IBM Plex Mono SemiBold"/>
              </a:endParaRPr>
            </a:p>
          </p:txBody>
        </p:sp>
      </p:grpSp>
      <p:sp>
        <p:nvSpPr>
          <p:cNvPr id="20" name="node09"/>
          <p:cNvSpPr/>
          <p:nvPr/>
        </p:nvSpPr>
        <p:spPr>
          <a:xfrm>
            <a:off x="7581900" y="1828800"/>
            <a:ext cx="3886200" cy="9525"/>
          </a:xfrm>
          <a:prstGeom prst="rect">
            <a:avLst/>
          </a:prstGeom>
          <a:solidFill>
            <a:srgbClr val="070154"/>
          </a:solidFill>
          <a:ln>
            <a:noFill/>
          </a:ln>
        </p:spPr>
      </p:sp>
      <p:grpSp>
        <p:nvGrpSpPr>
          <p:cNvPr id="56" name="node10"/>
          <p:cNvGrpSpPr/>
          <p:nvPr/>
        </p:nvGrpSpPr>
        <p:grpSpPr>
          <a:xfrm>
            <a:off x="7581900" y="2057400"/>
            <a:ext cx="1828800" cy="1600200"/>
            <a:chOff x="7581900" y="2057400"/>
            <a:chExt cx="1828800" cy="1600200"/>
          </a:xfrm>
        </p:grpSpPr>
        <p:sp>
          <p:nvSpPr>
            <p:cNvPr id="21" name="node10.container"/>
            <p:cNvSpPr/>
            <p:nvPr/>
          </p:nvSpPr>
          <p:spPr>
            <a:xfrm>
              <a:off x="7581900" y="2057400"/>
              <a:ext cx="1828800" cy="1600200"/>
            </a:xfrm>
            <a:prstGeom prst="rect">
              <a:avLst/>
            </a:prstGeom>
            <a:solidFill>
              <a:srgbClr val="E8EEF8"/>
            </a:solidFill>
            <a:ln>
              <a:noFill/>
            </a:ln>
          </p:spPr>
        </p:sp>
        <p:sp>
          <p:nvSpPr>
            <p:cNvPr id="22" name="node10.number"/>
            <p:cNvSpPr/>
            <p:nvPr/>
          </p:nvSpPr>
          <p:spPr>
            <a:xfrm>
              <a:off x="7734300" y="22098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03</a:t>
              </a:r>
              <a:endParaRPr lang="en-US" sz="1800" spc="0" kern="0" b="0" i="0" dirty="0">
                <a:solidFill>
                  <a:srgbClr val="0047FF"/>
                </a:solidFill>
                <a:latin typeface="IBM Plex Mono SemiBold"/>
                <a:ea typeface="IBM Plex Mono SemiBold"/>
                <a:cs typeface="IBM Plex Mono SemiBold"/>
              </a:endParaRPr>
            </a:p>
          </p:txBody>
        </p:sp>
        <p:sp>
          <p:nvSpPr>
            <p:cNvPr id="23" name="node10.title"/>
            <p:cNvSpPr/>
            <p:nvPr/>
          </p:nvSpPr>
          <p:spPr>
            <a:xfrm>
              <a:off x="8134350" y="2234184"/>
              <a:ext cx="112395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Reconcile</a:t>
              </a:r>
              <a:endParaRPr lang="en-US" sz="1400" spc="0" kern="0" b="0" i="0" dirty="0">
                <a:solidFill>
                  <a:srgbClr val="070154"/>
                </a:solidFill>
                <a:latin typeface="IBM Plex Sans"/>
                <a:ea typeface="IBM Plex Sans"/>
                <a:cs typeface="IBM Plex Sans"/>
              </a:endParaRPr>
            </a:p>
          </p:txBody>
        </p:sp>
        <p:sp>
          <p:nvSpPr>
            <p:cNvPr id="24" name="node10.body.item-001.paragraph"/>
            <p:cNvSpPr/>
            <p:nvPr/>
          </p:nvSpPr>
          <p:spPr>
            <a:xfrm>
              <a:off x="7734300" y="2628900"/>
              <a:ext cx="15240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One template and owner per account.</a:t>
              </a:r>
              <a:endParaRPr lang="en-US" sz="1200" spc="0" kern="0" b="0" i="0" dirty="0">
                <a:solidFill>
                  <a:srgbClr val="50658E"/>
                </a:solidFill>
                <a:latin typeface="IBM Plex Sans"/>
                <a:ea typeface="IBM Plex Sans"/>
                <a:cs typeface="IBM Plex Sans"/>
              </a:endParaRPr>
            </a:p>
          </p:txBody>
        </p:sp>
      </p:grpSp>
      <p:grpSp>
        <p:nvGrpSpPr>
          <p:cNvPr id="57" name="node11"/>
          <p:cNvGrpSpPr/>
          <p:nvPr/>
        </p:nvGrpSpPr>
        <p:grpSpPr>
          <a:xfrm>
            <a:off x="9639300" y="2057400"/>
            <a:ext cx="1828800" cy="1600200"/>
            <a:chOff x="9639300" y="2057400"/>
            <a:chExt cx="1828800" cy="1600200"/>
          </a:xfrm>
        </p:grpSpPr>
        <p:sp>
          <p:nvSpPr>
            <p:cNvPr id="25" name="node11.container"/>
            <p:cNvSpPr/>
            <p:nvPr/>
          </p:nvSpPr>
          <p:spPr>
            <a:xfrm>
              <a:off x="9639300" y="2057400"/>
              <a:ext cx="1828800" cy="1600200"/>
            </a:xfrm>
            <a:prstGeom prst="rect">
              <a:avLst/>
            </a:prstGeom>
            <a:solidFill>
              <a:srgbClr val="E8EEF8"/>
            </a:solidFill>
            <a:ln>
              <a:noFill/>
            </a:ln>
          </p:spPr>
        </p:sp>
        <p:sp>
          <p:nvSpPr>
            <p:cNvPr id="26" name="node11.number"/>
            <p:cNvSpPr/>
            <p:nvPr/>
          </p:nvSpPr>
          <p:spPr>
            <a:xfrm>
              <a:off x="9791700" y="22098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04</a:t>
              </a:r>
              <a:endParaRPr lang="en-US" sz="1800" spc="0" kern="0" b="0" i="0" dirty="0">
                <a:solidFill>
                  <a:srgbClr val="0047FF"/>
                </a:solidFill>
                <a:latin typeface="IBM Plex Mono SemiBold"/>
                <a:ea typeface="IBM Plex Mono SemiBold"/>
                <a:cs typeface="IBM Plex Mono SemiBold"/>
              </a:endParaRPr>
            </a:p>
          </p:txBody>
        </p:sp>
        <p:sp>
          <p:nvSpPr>
            <p:cNvPr id="27" name="node11.title"/>
            <p:cNvSpPr/>
            <p:nvPr/>
          </p:nvSpPr>
          <p:spPr>
            <a:xfrm>
              <a:off x="10191750" y="2234184"/>
              <a:ext cx="112395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Matching</a:t>
              </a:r>
              <a:endParaRPr lang="en-US" sz="1400" spc="0" kern="0" b="0" i="0" dirty="0">
                <a:solidFill>
                  <a:srgbClr val="070154"/>
                </a:solidFill>
                <a:latin typeface="IBM Plex Sans"/>
                <a:ea typeface="IBM Plex Sans"/>
                <a:cs typeface="IBM Plex Sans"/>
              </a:endParaRPr>
            </a:p>
          </p:txBody>
        </p:sp>
        <p:sp>
          <p:nvSpPr>
            <p:cNvPr id="28" name="node11.body.item-001.paragraph"/>
            <p:cNvSpPr/>
            <p:nvPr/>
          </p:nvSpPr>
          <p:spPr>
            <a:xfrm>
              <a:off x="9791700" y="2628900"/>
              <a:ext cx="1524000" cy="685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Intercompany balances match overnight.</a:t>
              </a:r>
              <a:endParaRPr lang="en-US" sz="1200" spc="0" kern="0" b="0" i="0" dirty="0">
                <a:solidFill>
                  <a:srgbClr val="50658E"/>
                </a:solidFill>
                <a:latin typeface="IBM Plex Sans"/>
                <a:ea typeface="IBM Plex Sans"/>
                <a:cs typeface="IBM Plex Sans"/>
              </a:endParaRPr>
            </a:p>
          </p:txBody>
        </p:sp>
      </p:grpSp>
      <p:grpSp>
        <p:nvGrpSpPr>
          <p:cNvPr id="58" name="node12"/>
          <p:cNvGrpSpPr/>
          <p:nvPr/>
        </p:nvGrpSpPr>
        <p:grpSpPr>
          <a:xfrm>
            <a:off x="3238500" y="3886200"/>
            <a:ext cx="3886200" cy="152400"/>
            <a:chOff x="3238500" y="3886200"/>
            <a:chExt cx="3886200" cy="152400"/>
          </a:xfrm>
        </p:grpSpPr>
        <p:sp>
          <p:nvSpPr>
            <p:cNvPr id="29" name="node12.text"/>
            <p:cNvSpPr/>
            <p:nvPr/>
          </p:nvSpPr>
          <p:spPr>
            <a:xfrm>
              <a:off x="3238500" y="3886200"/>
              <a:ext cx="3886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REVIEW</a:t>
              </a:r>
              <a:endParaRPr lang="en-US" sz="1000" spc="80" kern="0" b="0" i="0" dirty="0">
                <a:solidFill>
                  <a:srgbClr val="0047FF"/>
                </a:solidFill>
                <a:latin typeface="IBM Plex Mono SemiBold"/>
                <a:ea typeface="IBM Plex Mono SemiBold"/>
                <a:cs typeface="IBM Plex Mono SemiBold"/>
              </a:endParaRPr>
            </a:p>
          </p:txBody>
        </p:sp>
      </p:grpSp>
      <p:sp>
        <p:nvSpPr>
          <p:cNvPr id="30" name="node13"/>
          <p:cNvSpPr/>
          <p:nvPr/>
        </p:nvSpPr>
        <p:spPr>
          <a:xfrm>
            <a:off x="3238500" y="4114800"/>
            <a:ext cx="3886200" cy="9525"/>
          </a:xfrm>
          <a:prstGeom prst="rect">
            <a:avLst/>
          </a:prstGeom>
          <a:solidFill>
            <a:srgbClr val="070154"/>
          </a:solidFill>
          <a:ln>
            <a:noFill/>
          </a:ln>
        </p:spPr>
      </p:sp>
      <p:grpSp>
        <p:nvGrpSpPr>
          <p:cNvPr id="59" name="node14"/>
          <p:cNvGrpSpPr/>
          <p:nvPr/>
        </p:nvGrpSpPr>
        <p:grpSpPr>
          <a:xfrm>
            <a:off x="3238500" y="4343400"/>
            <a:ext cx="1828800" cy="1600200"/>
            <a:chOff x="3238500" y="4343400"/>
            <a:chExt cx="1828800" cy="1600200"/>
          </a:xfrm>
        </p:grpSpPr>
        <p:sp>
          <p:nvSpPr>
            <p:cNvPr id="31" name="node14.container"/>
            <p:cNvSpPr/>
            <p:nvPr/>
          </p:nvSpPr>
          <p:spPr>
            <a:xfrm>
              <a:off x="3238500" y="4343400"/>
              <a:ext cx="1828800" cy="1600200"/>
            </a:xfrm>
            <a:prstGeom prst="rect">
              <a:avLst/>
            </a:prstGeom>
            <a:solidFill>
              <a:srgbClr val="E8EEF8"/>
            </a:solidFill>
            <a:ln>
              <a:noFill/>
            </a:ln>
          </p:spPr>
        </p:sp>
        <p:sp>
          <p:nvSpPr>
            <p:cNvPr id="32" name="node14.number"/>
            <p:cNvSpPr/>
            <p:nvPr/>
          </p:nvSpPr>
          <p:spPr>
            <a:xfrm>
              <a:off x="3390900" y="44958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05</a:t>
              </a:r>
              <a:endParaRPr lang="en-US" sz="1800" spc="0" kern="0" b="0" i="0" dirty="0">
                <a:solidFill>
                  <a:srgbClr val="0047FF"/>
                </a:solidFill>
                <a:latin typeface="IBM Plex Mono SemiBold"/>
                <a:ea typeface="IBM Plex Mono SemiBold"/>
                <a:cs typeface="IBM Plex Mono SemiBold"/>
              </a:endParaRPr>
            </a:p>
          </p:txBody>
        </p:sp>
        <p:sp>
          <p:nvSpPr>
            <p:cNvPr id="33" name="node14.title"/>
            <p:cNvSpPr/>
            <p:nvPr/>
          </p:nvSpPr>
          <p:spPr>
            <a:xfrm>
              <a:off x="3790950" y="4520184"/>
              <a:ext cx="112395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Early review</a:t>
              </a:r>
              <a:endParaRPr lang="en-US" sz="1400" spc="0" kern="0" b="0" i="0" dirty="0">
                <a:solidFill>
                  <a:srgbClr val="070154"/>
                </a:solidFill>
                <a:latin typeface="IBM Plex Sans"/>
                <a:ea typeface="IBM Plex Sans"/>
                <a:cs typeface="IBM Plex Sans"/>
              </a:endParaRPr>
            </a:p>
          </p:txBody>
        </p:sp>
        <p:sp>
          <p:nvSpPr>
            <p:cNvPr id="34" name="node14.body.item-001.paragraph"/>
            <p:cNvSpPr/>
            <p:nvPr/>
          </p:nvSpPr>
          <p:spPr>
            <a:xfrm>
              <a:off x="3390900" y="4914900"/>
              <a:ext cx="15240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Entries are reviewed as they post.</a:t>
              </a:r>
              <a:endParaRPr lang="en-US" sz="1200" spc="0" kern="0" b="0" i="0" dirty="0">
                <a:solidFill>
                  <a:srgbClr val="50658E"/>
                </a:solidFill>
                <a:latin typeface="IBM Plex Sans"/>
                <a:ea typeface="IBM Plex Sans"/>
                <a:cs typeface="IBM Plex Sans"/>
              </a:endParaRPr>
            </a:p>
          </p:txBody>
        </p:sp>
      </p:grpSp>
      <p:grpSp>
        <p:nvGrpSpPr>
          <p:cNvPr id="60" name="node15"/>
          <p:cNvGrpSpPr/>
          <p:nvPr/>
        </p:nvGrpSpPr>
        <p:grpSpPr>
          <a:xfrm>
            <a:off x="5295900" y="4343400"/>
            <a:ext cx="1828800" cy="1600200"/>
            <a:chOff x="5295900" y="4343400"/>
            <a:chExt cx="1828800" cy="1600200"/>
          </a:xfrm>
        </p:grpSpPr>
        <p:sp>
          <p:nvSpPr>
            <p:cNvPr id="35" name="node15.container"/>
            <p:cNvSpPr/>
            <p:nvPr/>
          </p:nvSpPr>
          <p:spPr>
            <a:xfrm>
              <a:off x="5295900" y="4343400"/>
              <a:ext cx="1828800" cy="1600200"/>
            </a:xfrm>
            <a:prstGeom prst="rect">
              <a:avLst/>
            </a:prstGeom>
            <a:solidFill>
              <a:srgbClr val="E8EEF8"/>
            </a:solidFill>
            <a:ln>
              <a:noFill/>
            </a:ln>
          </p:spPr>
        </p:sp>
        <p:sp>
          <p:nvSpPr>
            <p:cNvPr id="36" name="node15.number"/>
            <p:cNvSpPr/>
            <p:nvPr/>
          </p:nvSpPr>
          <p:spPr>
            <a:xfrm>
              <a:off x="5448300" y="44958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06</a:t>
              </a:r>
              <a:endParaRPr lang="en-US" sz="1800" spc="0" kern="0" b="0" i="0" dirty="0">
                <a:solidFill>
                  <a:srgbClr val="0047FF"/>
                </a:solidFill>
                <a:latin typeface="IBM Plex Mono SemiBold"/>
                <a:ea typeface="IBM Plex Mono SemiBold"/>
                <a:cs typeface="IBM Plex Mono SemiBold"/>
              </a:endParaRPr>
            </a:p>
          </p:txBody>
        </p:sp>
        <p:sp>
          <p:nvSpPr>
            <p:cNvPr id="37" name="node15.title"/>
            <p:cNvSpPr/>
            <p:nvPr/>
          </p:nvSpPr>
          <p:spPr>
            <a:xfrm>
              <a:off x="5848350" y="4520184"/>
              <a:ext cx="112395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Ownership</a:t>
              </a:r>
              <a:endParaRPr lang="en-US" sz="1400" spc="0" kern="0" b="0" i="0" dirty="0">
                <a:solidFill>
                  <a:srgbClr val="070154"/>
                </a:solidFill>
                <a:latin typeface="IBM Plex Sans"/>
                <a:ea typeface="IBM Plex Sans"/>
                <a:cs typeface="IBM Plex Sans"/>
              </a:endParaRPr>
            </a:p>
          </p:txBody>
        </p:sp>
        <p:sp>
          <p:nvSpPr>
            <p:cNvPr id="38" name="node15.body.item-001.paragraph"/>
            <p:cNvSpPr/>
            <p:nvPr/>
          </p:nvSpPr>
          <p:spPr>
            <a:xfrm>
              <a:off x="5448300" y="4914900"/>
              <a:ext cx="1524000" cy="685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Every task has an owner and a due time.</a:t>
              </a:r>
              <a:endParaRPr lang="en-US" sz="1200" spc="0" kern="0" b="0" i="0" dirty="0">
                <a:solidFill>
                  <a:srgbClr val="50658E"/>
                </a:solidFill>
                <a:latin typeface="IBM Plex Sans"/>
                <a:ea typeface="IBM Plex Sans"/>
                <a:cs typeface="IBM Plex Sans"/>
              </a:endParaRPr>
            </a:p>
          </p:txBody>
        </p:sp>
      </p:grpSp>
      <p:grpSp>
        <p:nvGrpSpPr>
          <p:cNvPr id="61" name="node16"/>
          <p:cNvGrpSpPr/>
          <p:nvPr/>
        </p:nvGrpSpPr>
        <p:grpSpPr>
          <a:xfrm>
            <a:off x="7581900" y="3886200"/>
            <a:ext cx="3886200" cy="152400"/>
            <a:chOff x="7581900" y="3886200"/>
            <a:chExt cx="3886200" cy="152400"/>
          </a:xfrm>
        </p:grpSpPr>
        <p:sp>
          <p:nvSpPr>
            <p:cNvPr id="39" name="node16.text"/>
            <p:cNvSpPr/>
            <p:nvPr/>
          </p:nvSpPr>
          <p:spPr>
            <a:xfrm>
              <a:off x="7581900" y="3886200"/>
              <a:ext cx="3886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REPORTING</a:t>
              </a:r>
              <a:endParaRPr lang="en-US" sz="1000" spc="80" kern="0" b="0" i="0" dirty="0">
                <a:solidFill>
                  <a:srgbClr val="0047FF"/>
                </a:solidFill>
                <a:latin typeface="IBM Plex Mono SemiBold"/>
                <a:ea typeface="IBM Plex Mono SemiBold"/>
                <a:cs typeface="IBM Plex Mono SemiBold"/>
              </a:endParaRPr>
            </a:p>
          </p:txBody>
        </p:sp>
      </p:grpSp>
      <p:sp>
        <p:nvSpPr>
          <p:cNvPr id="40" name="node17"/>
          <p:cNvSpPr/>
          <p:nvPr/>
        </p:nvSpPr>
        <p:spPr>
          <a:xfrm>
            <a:off x="7581900" y="4114800"/>
            <a:ext cx="3886200" cy="9525"/>
          </a:xfrm>
          <a:prstGeom prst="rect">
            <a:avLst/>
          </a:prstGeom>
          <a:solidFill>
            <a:srgbClr val="070154"/>
          </a:solidFill>
          <a:ln>
            <a:noFill/>
          </a:ln>
        </p:spPr>
      </p:sp>
      <p:grpSp>
        <p:nvGrpSpPr>
          <p:cNvPr id="62" name="node18"/>
          <p:cNvGrpSpPr/>
          <p:nvPr/>
        </p:nvGrpSpPr>
        <p:grpSpPr>
          <a:xfrm>
            <a:off x="7581900" y="4343400"/>
            <a:ext cx="1828800" cy="1600200"/>
            <a:chOff x="7581900" y="4343400"/>
            <a:chExt cx="1828800" cy="1600200"/>
          </a:xfrm>
        </p:grpSpPr>
        <p:sp>
          <p:nvSpPr>
            <p:cNvPr id="41" name="node18.container"/>
            <p:cNvSpPr/>
            <p:nvPr/>
          </p:nvSpPr>
          <p:spPr>
            <a:xfrm>
              <a:off x="7581900" y="4343400"/>
              <a:ext cx="1828800" cy="1600200"/>
            </a:xfrm>
            <a:prstGeom prst="rect">
              <a:avLst/>
            </a:prstGeom>
            <a:solidFill>
              <a:srgbClr val="E8EEF8"/>
            </a:solidFill>
            <a:ln>
              <a:noFill/>
            </a:ln>
          </p:spPr>
        </p:sp>
        <p:sp>
          <p:nvSpPr>
            <p:cNvPr id="42" name="node18.number"/>
            <p:cNvSpPr/>
            <p:nvPr/>
          </p:nvSpPr>
          <p:spPr>
            <a:xfrm>
              <a:off x="7734300" y="44958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07</a:t>
              </a:r>
              <a:endParaRPr lang="en-US" sz="1800" spc="0" kern="0" b="0" i="0" dirty="0">
                <a:solidFill>
                  <a:srgbClr val="0047FF"/>
                </a:solidFill>
                <a:latin typeface="IBM Plex Mono SemiBold"/>
                <a:ea typeface="IBM Plex Mono SemiBold"/>
                <a:cs typeface="IBM Plex Mono SemiBold"/>
              </a:endParaRPr>
            </a:p>
          </p:txBody>
        </p:sp>
        <p:sp>
          <p:nvSpPr>
            <p:cNvPr id="43" name="node18.title"/>
            <p:cNvSpPr/>
            <p:nvPr/>
          </p:nvSpPr>
          <p:spPr>
            <a:xfrm>
              <a:off x="8134350" y="4520184"/>
              <a:ext cx="112395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Flash report</a:t>
              </a:r>
              <a:endParaRPr lang="en-US" sz="1400" spc="0" kern="0" b="0" i="0" dirty="0">
                <a:solidFill>
                  <a:srgbClr val="070154"/>
                </a:solidFill>
                <a:latin typeface="IBM Plex Sans"/>
                <a:ea typeface="IBM Plex Sans"/>
                <a:cs typeface="IBM Plex Sans"/>
              </a:endParaRPr>
            </a:p>
          </p:txBody>
        </p:sp>
        <p:sp>
          <p:nvSpPr>
            <p:cNvPr id="44" name="node18.body.item-001.paragraph"/>
            <p:cNvSpPr/>
            <p:nvPr/>
          </p:nvSpPr>
          <p:spPr>
            <a:xfrm>
              <a:off x="7734300" y="4914900"/>
              <a:ext cx="15240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Flash on day three, full pack on day five.</a:t>
              </a:r>
              <a:endParaRPr lang="en-US" sz="1200" spc="0" kern="0" b="0" i="0" dirty="0">
                <a:solidFill>
                  <a:srgbClr val="50658E"/>
                </a:solidFill>
                <a:latin typeface="IBM Plex Sans"/>
                <a:ea typeface="IBM Plex Sans"/>
                <a:cs typeface="IBM Plex Sans"/>
              </a:endParaRPr>
            </a:p>
          </p:txBody>
        </p:sp>
      </p:grpSp>
      <p:grpSp>
        <p:nvGrpSpPr>
          <p:cNvPr id="63" name="node19"/>
          <p:cNvGrpSpPr/>
          <p:nvPr/>
        </p:nvGrpSpPr>
        <p:grpSpPr>
          <a:xfrm>
            <a:off x="9639300" y="4343400"/>
            <a:ext cx="1828800" cy="1600200"/>
            <a:chOff x="9639300" y="4343400"/>
            <a:chExt cx="1828800" cy="1600200"/>
          </a:xfrm>
        </p:grpSpPr>
        <p:sp>
          <p:nvSpPr>
            <p:cNvPr id="45" name="node19.container"/>
            <p:cNvSpPr/>
            <p:nvPr/>
          </p:nvSpPr>
          <p:spPr>
            <a:xfrm>
              <a:off x="9639300" y="4343400"/>
              <a:ext cx="1828800" cy="1600200"/>
            </a:xfrm>
            <a:prstGeom prst="rect">
              <a:avLst/>
            </a:prstGeom>
            <a:solidFill>
              <a:srgbClr val="E8EEF8"/>
            </a:solidFill>
            <a:ln>
              <a:noFill/>
            </a:ln>
          </p:spPr>
        </p:sp>
        <p:sp>
          <p:nvSpPr>
            <p:cNvPr id="46" name="node19.number"/>
            <p:cNvSpPr/>
            <p:nvPr/>
          </p:nvSpPr>
          <p:spPr>
            <a:xfrm>
              <a:off x="9791700" y="44958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08</a:t>
              </a:r>
              <a:endParaRPr lang="en-US" sz="1800" spc="0" kern="0" b="0" i="0" dirty="0">
                <a:solidFill>
                  <a:srgbClr val="0047FF"/>
                </a:solidFill>
                <a:latin typeface="IBM Plex Mono SemiBold"/>
                <a:ea typeface="IBM Plex Mono SemiBold"/>
                <a:cs typeface="IBM Plex Mono SemiBold"/>
              </a:endParaRPr>
            </a:p>
          </p:txBody>
        </p:sp>
        <p:sp>
          <p:nvSpPr>
            <p:cNvPr id="47" name="node19.title"/>
            <p:cNvSpPr/>
            <p:nvPr/>
          </p:nvSpPr>
          <p:spPr>
            <a:xfrm>
              <a:off x="10191750" y="4520184"/>
              <a:ext cx="112395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Controls</a:t>
              </a:r>
              <a:endParaRPr lang="en-US" sz="1400" spc="0" kern="0" b="0" i="0" dirty="0">
                <a:solidFill>
                  <a:srgbClr val="070154"/>
                </a:solidFill>
                <a:latin typeface="IBM Plex Sans"/>
                <a:ea typeface="IBM Plex Sans"/>
                <a:cs typeface="IBM Plex Sans"/>
              </a:endParaRPr>
            </a:p>
          </p:txBody>
        </p:sp>
        <p:sp>
          <p:nvSpPr>
            <p:cNvPr id="48" name="node19.body.item-001.paragraph"/>
            <p:cNvSpPr/>
            <p:nvPr/>
          </p:nvSpPr>
          <p:spPr>
            <a:xfrm>
              <a:off x="9791700" y="4914900"/>
              <a:ext cx="15240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Evidence is captured as work happens.</a:t>
              </a:r>
              <a:endParaRPr lang="en-US" sz="1200" spc="0" kern="0" b="0" i="0" dirty="0">
                <a:solidFill>
                  <a:srgbClr val="50658E"/>
                </a:solidFill>
                <a:latin typeface="IBM Plex Sans"/>
                <a:ea typeface="IBM Plex Sans"/>
                <a:cs typeface="IBM Plex Sans"/>
              </a:endParaRPr>
            </a:p>
          </p:txBody>
        </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ource-113">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FUTURE STATE</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Eight changes deliver the five-day close</a:t>
            </a:r>
            <a:endParaRPr lang="en-US" sz="3200" spc="-64" kern="0" b="0" i="0" dirty="0">
              <a:solidFill>
                <a:srgbClr val="070154"/>
              </a:solidFill>
              <a:latin typeface="IBM Plex Sans SemiBold"/>
              <a:ea typeface="IBM Plex Sans SemiBold"/>
              <a:cs typeface="IBM Plex Sans SemiBold"/>
            </a:endParaRPr>
          </a:p>
        </p:txBody>
      </p:sp>
      <p:sp>
        <p:nvSpPr>
          <p:cNvPr id="5" name="nav.section-01"/>
          <p:cNvSpPr/>
          <p:nvPr/>
        </p:nvSpPr>
        <p:spPr>
          <a:xfrm>
            <a:off x="266700" y="457200"/>
            <a:ext cx="228600" cy="1036320"/>
          </a:xfrm>
          <a:prstGeom prst="rect">
            <a:avLst/>
          </a:prstGeom>
          <a:solidFill>
            <a:srgbClr val="E8EEF8"/>
          </a:solidFill>
          <a:ln>
            <a:noFill/>
          </a:ln>
        </p:spPr>
      </p:sp>
      <p:sp>
        <p:nvSpPr>
          <p:cNvPr id="6" name="nav.label.section-01"/>
          <p:cNvSpPr/>
          <p:nvPr/>
        </p:nvSpPr>
        <p:spPr>
          <a:xfrm>
            <a:off x="266700" y="457200"/>
            <a:ext cx="228600" cy="103632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50658E"/>
                </a:solidFill>
                <a:latin typeface="IBM Plex Mono SemiBold"/>
                <a:ea typeface="IBM Plex Mono SemiBold"/>
                <a:cs typeface="IBM Plex Mono SemiBold"/>
              </a:rPr>
              <a:t>CONTEXT</a:t>
            </a:r>
            <a:endParaRPr lang="en-US" sz="800" spc="80" kern="0" b="0" i="0" dirty="0">
              <a:solidFill>
                <a:srgbClr val="50658E"/>
              </a:solidFill>
              <a:latin typeface="IBM Plex Mono SemiBold"/>
              <a:ea typeface="IBM Plex Mono SemiBold"/>
              <a:cs typeface="IBM Plex Mono SemiBold"/>
            </a:endParaRPr>
          </a:p>
        </p:txBody>
      </p:sp>
      <p:sp>
        <p:nvSpPr>
          <p:cNvPr id="7" name="nav.section-02"/>
          <p:cNvSpPr/>
          <p:nvPr/>
        </p:nvSpPr>
        <p:spPr>
          <a:xfrm>
            <a:off x="266700" y="1569720"/>
            <a:ext cx="228600" cy="1036320"/>
          </a:xfrm>
          <a:prstGeom prst="rect">
            <a:avLst/>
          </a:prstGeom>
          <a:solidFill>
            <a:srgbClr val="E8EEF8"/>
          </a:solidFill>
          <a:ln>
            <a:noFill/>
          </a:ln>
        </p:spPr>
      </p:sp>
      <p:sp>
        <p:nvSpPr>
          <p:cNvPr id="8" name="nav.label.section-02"/>
          <p:cNvSpPr/>
          <p:nvPr/>
        </p:nvSpPr>
        <p:spPr>
          <a:xfrm>
            <a:off x="266700" y="1569720"/>
            <a:ext cx="228600" cy="103632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50658E"/>
                </a:solidFill>
                <a:latin typeface="IBM Plex Mono SemiBold"/>
                <a:ea typeface="IBM Plex Mono SemiBold"/>
                <a:cs typeface="IBM Plex Mono SemiBold"/>
              </a:rPr>
              <a:t>APPROACH</a:t>
            </a:r>
            <a:endParaRPr lang="en-US" sz="800" spc="80" kern="0" b="0" i="0" dirty="0">
              <a:solidFill>
                <a:srgbClr val="50658E"/>
              </a:solidFill>
              <a:latin typeface="IBM Plex Mono SemiBold"/>
              <a:ea typeface="IBM Plex Mono SemiBold"/>
              <a:cs typeface="IBM Plex Mono SemiBold"/>
            </a:endParaRPr>
          </a:p>
        </p:txBody>
      </p:sp>
      <p:sp>
        <p:nvSpPr>
          <p:cNvPr id="9" name="nav.section-03"/>
          <p:cNvSpPr/>
          <p:nvPr/>
        </p:nvSpPr>
        <p:spPr>
          <a:xfrm>
            <a:off x="266700" y="2682240"/>
            <a:ext cx="228600" cy="1036320"/>
          </a:xfrm>
          <a:prstGeom prst="rect">
            <a:avLst/>
          </a:prstGeom>
          <a:solidFill>
            <a:srgbClr val="070154"/>
          </a:solidFill>
          <a:ln>
            <a:noFill/>
          </a:ln>
        </p:spPr>
      </p:sp>
      <p:sp>
        <p:nvSpPr>
          <p:cNvPr id="10" name="nav.label.section-03"/>
          <p:cNvSpPr/>
          <p:nvPr/>
        </p:nvSpPr>
        <p:spPr>
          <a:xfrm>
            <a:off x="266700" y="2682240"/>
            <a:ext cx="228600" cy="103632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FFFFFF"/>
                </a:solidFill>
                <a:latin typeface="IBM Plex Mono SemiBold"/>
                <a:ea typeface="IBM Plex Mono SemiBold"/>
                <a:cs typeface="IBM Plex Mono SemiBold"/>
              </a:rPr>
              <a:t>TEAM</a:t>
            </a:r>
            <a:endParaRPr lang="en-US" sz="800" spc="80" kern="0" b="0" i="0" dirty="0">
              <a:solidFill>
                <a:srgbClr val="FFFFFF"/>
              </a:solidFill>
              <a:latin typeface="IBM Plex Mono SemiBold"/>
              <a:ea typeface="IBM Plex Mono SemiBold"/>
              <a:cs typeface="IBM Plex Mono SemiBold"/>
            </a:endParaRPr>
          </a:p>
        </p:txBody>
      </p:sp>
      <p:sp>
        <p:nvSpPr>
          <p:cNvPr id="11" name="nav.section-04"/>
          <p:cNvSpPr/>
          <p:nvPr/>
        </p:nvSpPr>
        <p:spPr>
          <a:xfrm>
            <a:off x="266700" y="3794760"/>
            <a:ext cx="228600" cy="1036320"/>
          </a:xfrm>
          <a:prstGeom prst="rect">
            <a:avLst/>
          </a:prstGeom>
          <a:solidFill>
            <a:srgbClr val="E8EEF8"/>
          </a:solidFill>
          <a:ln>
            <a:noFill/>
          </a:ln>
        </p:spPr>
      </p:sp>
      <p:sp>
        <p:nvSpPr>
          <p:cNvPr id="12" name="nav.label.section-04"/>
          <p:cNvSpPr/>
          <p:nvPr/>
        </p:nvSpPr>
        <p:spPr>
          <a:xfrm>
            <a:off x="266700" y="3794760"/>
            <a:ext cx="228600" cy="103632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50658E"/>
                </a:solidFill>
                <a:latin typeface="IBM Plex Mono SemiBold"/>
                <a:ea typeface="IBM Plex Mono SemiBold"/>
                <a:cs typeface="IBM Plex Mono SemiBold"/>
              </a:rPr>
              <a:t>COMMERCIALS</a:t>
            </a:r>
            <a:endParaRPr lang="en-US" sz="800" spc="80" kern="0" b="0" i="0" dirty="0">
              <a:solidFill>
                <a:srgbClr val="50658E"/>
              </a:solidFill>
              <a:latin typeface="IBM Plex Mono SemiBold"/>
              <a:ea typeface="IBM Plex Mono SemiBold"/>
              <a:cs typeface="IBM Plex Mono SemiBold"/>
            </a:endParaRPr>
          </a:p>
        </p:txBody>
      </p:sp>
      <p:sp>
        <p:nvSpPr>
          <p:cNvPr id="13" name="nav.section-05"/>
          <p:cNvSpPr/>
          <p:nvPr/>
        </p:nvSpPr>
        <p:spPr>
          <a:xfrm>
            <a:off x="266700" y="4907280"/>
            <a:ext cx="228600" cy="1036320"/>
          </a:xfrm>
          <a:prstGeom prst="rect">
            <a:avLst/>
          </a:prstGeom>
          <a:solidFill>
            <a:srgbClr val="E8EEF8"/>
          </a:solidFill>
          <a:ln>
            <a:noFill/>
          </a:ln>
        </p:spPr>
      </p:sp>
      <p:sp>
        <p:nvSpPr>
          <p:cNvPr id="14" name="nav.label.section-05"/>
          <p:cNvSpPr/>
          <p:nvPr/>
        </p:nvSpPr>
        <p:spPr>
          <a:xfrm>
            <a:off x="266700" y="4907280"/>
            <a:ext cx="228600" cy="103632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50658E"/>
                </a:solidFill>
                <a:latin typeface="IBM Plex Mono SemiBold"/>
                <a:ea typeface="IBM Plex Mono SemiBold"/>
                <a:cs typeface="IBM Plex Mono SemiBold"/>
              </a:rPr>
              <a:t>NEXT STEPS</a:t>
            </a:r>
            <a:endParaRPr lang="en-US" sz="800" spc="80" kern="0" b="0" i="0" dirty="0">
              <a:solidFill>
                <a:srgbClr val="50658E"/>
              </a:solidFill>
              <a:latin typeface="IBM Plex Mono SemiBold"/>
              <a:ea typeface="IBM Plex Mono SemiBold"/>
              <a:cs typeface="IBM Plex Mono SemiBold"/>
            </a:endParaRPr>
          </a:p>
        </p:txBody>
      </p:sp>
      <p:sp>
        <p:nvSpPr>
          <p:cNvPr id="1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25</a:t>
            </a:fld>
            <a:endParaRPr lang="en-US" sz="700" spc="0" kern="0" b="0" i="0" dirty="0">
              <a:solidFill>
                <a:srgbClr val="070154"/>
              </a:solidFill>
              <a:latin typeface="IBM Plex Mono SemiBold"/>
              <a:ea typeface="IBM Plex Mono SemiBold"/>
              <a:cs typeface="IBM Plex Mono SemiBold"/>
            </a:endParaRPr>
          </a:p>
        </p:txBody>
      </p:sp>
      <p:grpSp>
        <p:nvGrpSpPr>
          <p:cNvPr id="51" name="node01"/>
          <p:cNvGrpSpPr/>
          <p:nvPr/>
        </p:nvGrpSpPr>
        <p:grpSpPr>
          <a:xfrm>
            <a:off x="723900" y="1600200"/>
            <a:ext cx="2514600" cy="152400"/>
            <a:chOff x="723900" y="1600200"/>
            <a:chExt cx="2514600" cy="152400"/>
          </a:xfrm>
        </p:grpSpPr>
        <p:sp>
          <p:nvSpPr>
            <p:cNvPr id="16" name="node01.text"/>
            <p:cNvSpPr/>
            <p:nvPr/>
          </p:nvSpPr>
          <p:spPr>
            <a:xfrm>
              <a:off x="723900" y="1600200"/>
              <a:ext cx="25146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WHY IT MATTERS</a:t>
              </a:r>
              <a:endParaRPr lang="en-US" sz="1000" spc="80" kern="0" b="0" i="0" dirty="0">
                <a:solidFill>
                  <a:srgbClr val="0047FF"/>
                </a:solidFill>
                <a:latin typeface="IBM Plex Mono SemiBold"/>
                <a:ea typeface="IBM Plex Mono SemiBold"/>
                <a:cs typeface="IBM Plex Mono SemiBold"/>
              </a:endParaRPr>
            </a:p>
          </p:txBody>
        </p:sp>
      </p:grpSp>
      <p:grpSp>
        <p:nvGrpSpPr>
          <p:cNvPr id="52" name="node02"/>
          <p:cNvGrpSpPr/>
          <p:nvPr/>
        </p:nvGrpSpPr>
        <p:grpSpPr>
          <a:xfrm>
            <a:off x="723900" y="1828800"/>
            <a:ext cx="2514600" cy="685800"/>
            <a:chOff x="723900" y="1828800"/>
            <a:chExt cx="2514600" cy="685800"/>
          </a:xfrm>
        </p:grpSpPr>
        <p:sp>
          <p:nvSpPr>
            <p:cNvPr id="17" name="node02.text"/>
            <p:cNvSpPr/>
            <p:nvPr/>
          </p:nvSpPr>
          <p:spPr>
            <a:xfrm>
              <a:off x="723900" y="1828800"/>
              <a:ext cx="2514600" cy="685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A close that runs on rules</a:t>
              </a:r>
              <a:endParaRPr lang="en-US" sz="1800" spc="-18" kern="0" b="0" i="0" dirty="0">
                <a:solidFill>
                  <a:srgbClr val="070154"/>
                </a:solidFill>
                <a:latin typeface="IBM Plex Sans SemiBold"/>
                <a:ea typeface="IBM Plex Sans SemiBold"/>
                <a:cs typeface="IBM Plex Sans SemiBold"/>
              </a:endParaRPr>
            </a:p>
          </p:txBody>
        </p:sp>
      </p:grpSp>
      <p:grpSp>
        <p:nvGrpSpPr>
          <p:cNvPr id="53" name="node03"/>
          <p:cNvGrpSpPr/>
          <p:nvPr/>
        </p:nvGrpSpPr>
        <p:grpSpPr>
          <a:xfrm>
            <a:off x="723900" y="2743200"/>
            <a:ext cx="2514600" cy="1066800"/>
            <a:chOff x="723900" y="2743200"/>
            <a:chExt cx="2514600" cy="1066800"/>
          </a:xfrm>
        </p:grpSpPr>
        <p:sp>
          <p:nvSpPr>
            <p:cNvPr id="18" name="node03.text"/>
            <p:cNvSpPr/>
            <p:nvPr/>
          </p:nvSpPr>
          <p:spPr>
            <a:xfrm>
              <a:off x="723900" y="2743200"/>
              <a:ext cx="2514600" cy="10668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Close takes 12 days because work waits for people. We resequence it so entries are checked as they post.</a:t>
              </a:r>
              <a:endParaRPr lang="en-US" sz="1400" spc="0" kern="0" b="0" i="0" dirty="0">
                <a:solidFill>
                  <a:srgbClr val="070154"/>
                </a:solidFill>
                <a:latin typeface="IBM Plex Sans"/>
                <a:ea typeface="IBM Plex Sans"/>
                <a:cs typeface="IBM Plex Sans"/>
              </a:endParaRPr>
            </a:p>
          </p:txBody>
        </p:sp>
      </p:grpSp>
      <p:grpSp>
        <p:nvGrpSpPr>
          <p:cNvPr id="54" name="node04"/>
          <p:cNvGrpSpPr/>
          <p:nvPr/>
        </p:nvGrpSpPr>
        <p:grpSpPr>
          <a:xfrm>
            <a:off x="3467100" y="1600200"/>
            <a:ext cx="1828800" cy="2057400"/>
            <a:chOff x="3467100" y="1600200"/>
            <a:chExt cx="1828800" cy="2057400"/>
          </a:xfrm>
        </p:grpSpPr>
        <p:sp>
          <p:nvSpPr>
            <p:cNvPr id="19" name="node04.container"/>
            <p:cNvSpPr/>
            <p:nvPr/>
          </p:nvSpPr>
          <p:spPr>
            <a:xfrm>
              <a:off x="3467100" y="1600200"/>
              <a:ext cx="1828800" cy="2057400"/>
            </a:xfrm>
            <a:prstGeom prst="rect">
              <a:avLst/>
            </a:prstGeom>
            <a:solidFill>
              <a:srgbClr val="E8EEF8"/>
            </a:solidFill>
            <a:ln>
              <a:noFill/>
            </a:ln>
          </p:spPr>
        </p:sp>
        <p:sp>
          <p:nvSpPr>
            <p:cNvPr id="20" name="node04.number"/>
            <p:cNvSpPr/>
            <p:nvPr/>
          </p:nvSpPr>
          <p:spPr>
            <a:xfrm>
              <a:off x="3619500" y="17526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01</a:t>
              </a:r>
              <a:endParaRPr lang="en-US" sz="1800" spc="0" kern="0" b="0" i="0" dirty="0">
                <a:solidFill>
                  <a:srgbClr val="0047FF"/>
                </a:solidFill>
                <a:latin typeface="IBM Plex Mono SemiBold"/>
                <a:ea typeface="IBM Plex Mono SemiBold"/>
                <a:cs typeface="IBM Plex Mono SemiBold"/>
              </a:endParaRPr>
            </a:p>
          </p:txBody>
        </p:sp>
        <p:sp>
          <p:nvSpPr>
            <p:cNvPr id="21" name="node04.title"/>
            <p:cNvSpPr/>
            <p:nvPr/>
          </p:nvSpPr>
          <p:spPr>
            <a:xfrm>
              <a:off x="4019550" y="1776984"/>
              <a:ext cx="112395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Reconcile</a:t>
              </a:r>
              <a:endParaRPr lang="en-US" sz="1400" spc="0" kern="0" b="0" i="0" dirty="0">
                <a:solidFill>
                  <a:srgbClr val="070154"/>
                </a:solidFill>
                <a:latin typeface="IBM Plex Sans"/>
                <a:ea typeface="IBM Plex Sans"/>
                <a:cs typeface="IBM Plex Sans"/>
              </a:endParaRPr>
            </a:p>
          </p:txBody>
        </p:sp>
        <p:sp>
          <p:nvSpPr>
            <p:cNvPr id="22" name="node04.body.item-001.paragraph"/>
            <p:cNvSpPr/>
            <p:nvPr/>
          </p:nvSpPr>
          <p:spPr>
            <a:xfrm>
              <a:off x="3619500" y="2171700"/>
              <a:ext cx="1524000" cy="9144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One template and owner for every balance-sheet account.</a:t>
              </a:r>
              <a:endParaRPr lang="en-US" sz="1200" spc="0" kern="0" b="0" i="0" dirty="0">
                <a:solidFill>
                  <a:srgbClr val="50658E"/>
                </a:solidFill>
                <a:latin typeface="IBM Plex Sans"/>
                <a:ea typeface="IBM Plex Sans"/>
                <a:cs typeface="IBM Plex Sans"/>
              </a:endParaRPr>
            </a:p>
          </p:txBody>
        </p:sp>
      </p:grpSp>
      <p:grpSp>
        <p:nvGrpSpPr>
          <p:cNvPr id="55" name="node05"/>
          <p:cNvGrpSpPr/>
          <p:nvPr/>
        </p:nvGrpSpPr>
        <p:grpSpPr>
          <a:xfrm>
            <a:off x="5524500" y="1600200"/>
            <a:ext cx="1828800" cy="2057400"/>
            <a:chOff x="5524500" y="1600200"/>
            <a:chExt cx="1828800" cy="2057400"/>
          </a:xfrm>
        </p:grpSpPr>
        <p:sp>
          <p:nvSpPr>
            <p:cNvPr id="23" name="node05.container"/>
            <p:cNvSpPr/>
            <p:nvPr/>
          </p:nvSpPr>
          <p:spPr>
            <a:xfrm>
              <a:off x="5524500" y="1600200"/>
              <a:ext cx="1828800" cy="2057400"/>
            </a:xfrm>
            <a:prstGeom prst="rect">
              <a:avLst/>
            </a:prstGeom>
            <a:solidFill>
              <a:srgbClr val="E8EEF8"/>
            </a:solidFill>
            <a:ln>
              <a:noFill/>
            </a:ln>
          </p:spPr>
        </p:sp>
        <p:sp>
          <p:nvSpPr>
            <p:cNvPr id="24" name="node05.number"/>
            <p:cNvSpPr/>
            <p:nvPr/>
          </p:nvSpPr>
          <p:spPr>
            <a:xfrm>
              <a:off x="5676900" y="17526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02</a:t>
              </a:r>
              <a:endParaRPr lang="en-US" sz="1800" spc="0" kern="0" b="0" i="0" dirty="0">
                <a:solidFill>
                  <a:srgbClr val="0047FF"/>
                </a:solidFill>
                <a:latin typeface="IBM Plex Mono SemiBold"/>
                <a:ea typeface="IBM Plex Mono SemiBold"/>
                <a:cs typeface="IBM Plex Mono SemiBold"/>
              </a:endParaRPr>
            </a:p>
          </p:txBody>
        </p:sp>
        <p:sp>
          <p:nvSpPr>
            <p:cNvPr id="25" name="node05.title"/>
            <p:cNvSpPr/>
            <p:nvPr/>
          </p:nvSpPr>
          <p:spPr>
            <a:xfrm>
              <a:off x="6076950" y="1776984"/>
              <a:ext cx="112395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Matching</a:t>
              </a:r>
              <a:endParaRPr lang="en-US" sz="1400" spc="0" kern="0" b="0" i="0" dirty="0">
                <a:solidFill>
                  <a:srgbClr val="070154"/>
                </a:solidFill>
                <a:latin typeface="IBM Plex Sans"/>
                <a:ea typeface="IBM Plex Sans"/>
                <a:cs typeface="IBM Plex Sans"/>
              </a:endParaRPr>
            </a:p>
          </p:txBody>
        </p:sp>
        <p:sp>
          <p:nvSpPr>
            <p:cNvPr id="26" name="node05.body.item-001.paragraph"/>
            <p:cNvSpPr/>
            <p:nvPr/>
          </p:nvSpPr>
          <p:spPr>
            <a:xfrm>
              <a:off x="5676900" y="2171700"/>
              <a:ext cx="1524000" cy="9144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Intercompany balances match overnight across eleven entities.</a:t>
              </a:r>
              <a:endParaRPr lang="en-US" sz="1200" spc="0" kern="0" b="0" i="0" dirty="0">
                <a:solidFill>
                  <a:srgbClr val="50658E"/>
                </a:solidFill>
                <a:latin typeface="IBM Plex Sans"/>
                <a:ea typeface="IBM Plex Sans"/>
                <a:cs typeface="IBM Plex Sans"/>
              </a:endParaRPr>
            </a:p>
          </p:txBody>
        </p:sp>
      </p:grpSp>
      <p:grpSp>
        <p:nvGrpSpPr>
          <p:cNvPr id="56" name="node06"/>
          <p:cNvGrpSpPr/>
          <p:nvPr/>
        </p:nvGrpSpPr>
        <p:grpSpPr>
          <a:xfrm>
            <a:off x="7581900" y="1600200"/>
            <a:ext cx="1828800" cy="2057400"/>
            <a:chOff x="7581900" y="1600200"/>
            <a:chExt cx="1828800" cy="2057400"/>
          </a:xfrm>
        </p:grpSpPr>
        <p:sp>
          <p:nvSpPr>
            <p:cNvPr id="27" name="node06.container"/>
            <p:cNvSpPr/>
            <p:nvPr/>
          </p:nvSpPr>
          <p:spPr>
            <a:xfrm>
              <a:off x="7581900" y="1600200"/>
              <a:ext cx="1828800" cy="2057400"/>
            </a:xfrm>
            <a:prstGeom prst="rect">
              <a:avLst/>
            </a:prstGeom>
            <a:solidFill>
              <a:srgbClr val="E8EEF8"/>
            </a:solidFill>
            <a:ln>
              <a:noFill/>
            </a:ln>
          </p:spPr>
        </p:sp>
        <p:sp>
          <p:nvSpPr>
            <p:cNvPr id="28" name="node06.number"/>
            <p:cNvSpPr/>
            <p:nvPr/>
          </p:nvSpPr>
          <p:spPr>
            <a:xfrm>
              <a:off x="7734300" y="17526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03</a:t>
              </a:r>
              <a:endParaRPr lang="en-US" sz="1800" spc="0" kern="0" b="0" i="0" dirty="0">
                <a:solidFill>
                  <a:srgbClr val="0047FF"/>
                </a:solidFill>
                <a:latin typeface="IBM Plex Mono SemiBold"/>
                <a:ea typeface="IBM Plex Mono SemiBold"/>
                <a:cs typeface="IBM Plex Mono SemiBold"/>
              </a:endParaRPr>
            </a:p>
          </p:txBody>
        </p:sp>
        <p:sp>
          <p:nvSpPr>
            <p:cNvPr id="29" name="node06.title"/>
            <p:cNvSpPr/>
            <p:nvPr/>
          </p:nvSpPr>
          <p:spPr>
            <a:xfrm>
              <a:off x="8134350" y="1776984"/>
              <a:ext cx="112395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Early review</a:t>
              </a:r>
              <a:endParaRPr lang="en-US" sz="1400" spc="0" kern="0" b="0" i="0" dirty="0">
                <a:solidFill>
                  <a:srgbClr val="070154"/>
                </a:solidFill>
                <a:latin typeface="IBM Plex Sans"/>
                <a:ea typeface="IBM Plex Sans"/>
                <a:cs typeface="IBM Plex Sans"/>
              </a:endParaRPr>
            </a:p>
          </p:txBody>
        </p:sp>
        <p:sp>
          <p:nvSpPr>
            <p:cNvPr id="30" name="node06.body.item-001.paragraph"/>
            <p:cNvSpPr/>
            <p:nvPr/>
          </p:nvSpPr>
          <p:spPr>
            <a:xfrm>
              <a:off x="7734300" y="2171700"/>
              <a:ext cx="1524000" cy="9144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Controllers review entries as they post, not in one push on day nine.</a:t>
              </a:r>
              <a:endParaRPr lang="en-US" sz="1200" spc="0" kern="0" b="0" i="0" dirty="0">
                <a:solidFill>
                  <a:srgbClr val="50658E"/>
                </a:solidFill>
                <a:latin typeface="IBM Plex Sans"/>
                <a:ea typeface="IBM Plex Sans"/>
                <a:cs typeface="IBM Plex Sans"/>
              </a:endParaRPr>
            </a:p>
          </p:txBody>
        </p:sp>
      </p:grpSp>
      <p:grpSp>
        <p:nvGrpSpPr>
          <p:cNvPr id="57" name="node07"/>
          <p:cNvGrpSpPr/>
          <p:nvPr/>
        </p:nvGrpSpPr>
        <p:grpSpPr>
          <a:xfrm>
            <a:off x="9639300" y="1600200"/>
            <a:ext cx="1828800" cy="2057400"/>
            <a:chOff x="9639300" y="1600200"/>
            <a:chExt cx="1828800" cy="2057400"/>
          </a:xfrm>
        </p:grpSpPr>
        <p:sp>
          <p:nvSpPr>
            <p:cNvPr id="31" name="node07.container"/>
            <p:cNvSpPr/>
            <p:nvPr/>
          </p:nvSpPr>
          <p:spPr>
            <a:xfrm>
              <a:off x="9639300" y="1600200"/>
              <a:ext cx="1828800" cy="2057400"/>
            </a:xfrm>
            <a:prstGeom prst="rect">
              <a:avLst/>
            </a:prstGeom>
            <a:solidFill>
              <a:srgbClr val="E8EEF8"/>
            </a:solidFill>
            <a:ln>
              <a:noFill/>
            </a:ln>
          </p:spPr>
        </p:sp>
        <p:sp>
          <p:nvSpPr>
            <p:cNvPr id="32" name="node07.number"/>
            <p:cNvSpPr/>
            <p:nvPr/>
          </p:nvSpPr>
          <p:spPr>
            <a:xfrm>
              <a:off x="9791700" y="17526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04</a:t>
              </a:r>
              <a:endParaRPr lang="en-US" sz="1800" spc="0" kern="0" b="0" i="0" dirty="0">
                <a:solidFill>
                  <a:srgbClr val="0047FF"/>
                </a:solidFill>
                <a:latin typeface="IBM Plex Mono SemiBold"/>
                <a:ea typeface="IBM Plex Mono SemiBold"/>
                <a:cs typeface="IBM Plex Mono SemiBold"/>
              </a:endParaRPr>
            </a:p>
          </p:txBody>
        </p:sp>
        <p:sp>
          <p:nvSpPr>
            <p:cNvPr id="33" name="node07.title"/>
            <p:cNvSpPr/>
            <p:nvPr/>
          </p:nvSpPr>
          <p:spPr>
            <a:xfrm>
              <a:off x="10191750" y="1776984"/>
              <a:ext cx="112395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Ownership</a:t>
              </a:r>
              <a:endParaRPr lang="en-US" sz="1400" spc="0" kern="0" b="0" i="0" dirty="0">
                <a:solidFill>
                  <a:srgbClr val="070154"/>
                </a:solidFill>
                <a:latin typeface="IBM Plex Sans"/>
                <a:ea typeface="IBM Plex Sans"/>
                <a:cs typeface="IBM Plex Sans"/>
              </a:endParaRPr>
            </a:p>
          </p:txBody>
        </p:sp>
        <p:sp>
          <p:nvSpPr>
            <p:cNvPr id="34" name="node07.body.item-001.paragraph"/>
            <p:cNvSpPr/>
            <p:nvPr/>
          </p:nvSpPr>
          <p:spPr>
            <a:xfrm>
              <a:off x="9791700" y="2171700"/>
              <a:ext cx="1524000" cy="9144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Every close task has a named owner, a due time and an escalation path.</a:t>
              </a:r>
              <a:endParaRPr lang="en-US" sz="1200" spc="0" kern="0" b="0" i="0" dirty="0">
                <a:solidFill>
                  <a:srgbClr val="50658E"/>
                </a:solidFill>
                <a:latin typeface="IBM Plex Sans"/>
                <a:ea typeface="IBM Plex Sans"/>
                <a:cs typeface="IBM Plex Sans"/>
              </a:endParaRPr>
            </a:p>
          </p:txBody>
        </p:sp>
      </p:grpSp>
      <p:grpSp>
        <p:nvGrpSpPr>
          <p:cNvPr id="58" name="node08"/>
          <p:cNvGrpSpPr/>
          <p:nvPr/>
        </p:nvGrpSpPr>
        <p:grpSpPr>
          <a:xfrm>
            <a:off x="3467100" y="3886200"/>
            <a:ext cx="1828800" cy="2057400"/>
            <a:chOff x="3467100" y="3886200"/>
            <a:chExt cx="1828800" cy="2057400"/>
          </a:xfrm>
        </p:grpSpPr>
        <p:sp>
          <p:nvSpPr>
            <p:cNvPr id="35" name="node08.container"/>
            <p:cNvSpPr/>
            <p:nvPr/>
          </p:nvSpPr>
          <p:spPr>
            <a:xfrm>
              <a:off x="3467100" y="3886200"/>
              <a:ext cx="1828800" cy="2057400"/>
            </a:xfrm>
            <a:prstGeom prst="rect">
              <a:avLst/>
            </a:prstGeom>
            <a:solidFill>
              <a:srgbClr val="E8EEF8"/>
            </a:solidFill>
            <a:ln>
              <a:noFill/>
            </a:ln>
          </p:spPr>
        </p:sp>
        <p:sp>
          <p:nvSpPr>
            <p:cNvPr id="36" name="node08.number"/>
            <p:cNvSpPr/>
            <p:nvPr/>
          </p:nvSpPr>
          <p:spPr>
            <a:xfrm>
              <a:off x="3619500" y="40386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05</a:t>
              </a:r>
              <a:endParaRPr lang="en-US" sz="1800" spc="0" kern="0" b="0" i="0" dirty="0">
                <a:solidFill>
                  <a:srgbClr val="0047FF"/>
                </a:solidFill>
                <a:latin typeface="IBM Plex Mono SemiBold"/>
                <a:ea typeface="IBM Plex Mono SemiBold"/>
                <a:cs typeface="IBM Plex Mono SemiBold"/>
              </a:endParaRPr>
            </a:p>
          </p:txBody>
        </p:sp>
        <p:sp>
          <p:nvSpPr>
            <p:cNvPr id="37" name="node08.title"/>
            <p:cNvSpPr/>
            <p:nvPr/>
          </p:nvSpPr>
          <p:spPr>
            <a:xfrm>
              <a:off x="4019550" y="4062984"/>
              <a:ext cx="112395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Flash report</a:t>
              </a:r>
              <a:endParaRPr lang="en-US" sz="1400" spc="0" kern="0" b="0" i="0" dirty="0">
                <a:solidFill>
                  <a:srgbClr val="070154"/>
                </a:solidFill>
                <a:latin typeface="IBM Plex Sans"/>
                <a:ea typeface="IBM Plex Sans"/>
                <a:cs typeface="IBM Plex Sans"/>
              </a:endParaRPr>
            </a:p>
          </p:txBody>
        </p:sp>
        <p:sp>
          <p:nvSpPr>
            <p:cNvPr id="38" name="node08.body.item-001.paragraph"/>
            <p:cNvSpPr/>
            <p:nvPr/>
          </p:nvSpPr>
          <p:spPr>
            <a:xfrm>
              <a:off x="3619500" y="4457700"/>
              <a:ext cx="1524000" cy="9144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Flash results are ready on day three and the full package on day five.</a:t>
              </a:r>
              <a:endParaRPr lang="en-US" sz="1200" spc="0" kern="0" b="0" i="0" dirty="0">
                <a:solidFill>
                  <a:srgbClr val="50658E"/>
                </a:solidFill>
                <a:latin typeface="IBM Plex Sans"/>
                <a:ea typeface="IBM Plex Sans"/>
                <a:cs typeface="IBM Plex Sans"/>
              </a:endParaRPr>
            </a:p>
          </p:txBody>
        </p:sp>
      </p:grpSp>
      <p:grpSp>
        <p:nvGrpSpPr>
          <p:cNvPr id="59" name="node09"/>
          <p:cNvGrpSpPr/>
          <p:nvPr/>
        </p:nvGrpSpPr>
        <p:grpSpPr>
          <a:xfrm>
            <a:off x="5524500" y="3886200"/>
            <a:ext cx="1828800" cy="2057400"/>
            <a:chOff x="5524500" y="3886200"/>
            <a:chExt cx="1828800" cy="2057400"/>
          </a:xfrm>
        </p:grpSpPr>
        <p:sp>
          <p:nvSpPr>
            <p:cNvPr id="39" name="node09.container"/>
            <p:cNvSpPr/>
            <p:nvPr/>
          </p:nvSpPr>
          <p:spPr>
            <a:xfrm>
              <a:off x="5524500" y="3886200"/>
              <a:ext cx="1828800" cy="2057400"/>
            </a:xfrm>
            <a:prstGeom prst="rect">
              <a:avLst/>
            </a:prstGeom>
            <a:solidFill>
              <a:srgbClr val="E8EEF8"/>
            </a:solidFill>
            <a:ln>
              <a:noFill/>
            </a:ln>
          </p:spPr>
        </p:sp>
        <p:sp>
          <p:nvSpPr>
            <p:cNvPr id="40" name="node09.number"/>
            <p:cNvSpPr/>
            <p:nvPr/>
          </p:nvSpPr>
          <p:spPr>
            <a:xfrm>
              <a:off x="5676900" y="40386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06</a:t>
              </a:r>
              <a:endParaRPr lang="en-US" sz="1800" spc="0" kern="0" b="0" i="0" dirty="0">
                <a:solidFill>
                  <a:srgbClr val="0047FF"/>
                </a:solidFill>
                <a:latin typeface="IBM Plex Mono SemiBold"/>
                <a:ea typeface="IBM Plex Mono SemiBold"/>
                <a:cs typeface="IBM Plex Mono SemiBold"/>
              </a:endParaRPr>
            </a:p>
          </p:txBody>
        </p:sp>
        <p:sp>
          <p:nvSpPr>
            <p:cNvPr id="41" name="node09.title"/>
            <p:cNvSpPr/>
            <p:nvPr/>
          </p:nvSpPr>
          <p:spPr>
            <a:xfrm>
              <a:off x="6076950" y="4062984"/>
              <a:ext cx="112395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Controls</a:t>
              </a:r>
              <a:endParaRPr lang="en-US" sz="1400" spc="0" kern="0" b="0" i="0" dirty="0">
                <a:solidFill>
                  <a:srgbClr val="070154"/>
                </a:solidFill>
                <a:latin typeface="IBM Plex Sans"/>
                <a:ea typeface="IBM Plex Sans"/>
                <a:cs typeface="IBM Plex Sans"/>
              </a:endParaRPr>
            </a:p>
          </p:txBody>
        </p:sp>
        <p:sp>
          <p:nvSpPr>
            <p:cNvPr id="42" name="node09.body.item-001.paragraph"/>
            <p:cNvSpPr/>
            <p:nvPr/>
          </p:nvSpPr>
          <p:spPr>
            <a:xfrm>
              <a:off x="5676900" y="4457700"/>
              <a:ext cx="1524000" cy="9144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Evidence is captured as work happens, so audit requests stop reopening the close.</a:t>
              </a:r>
              <a:endParaRPr lang="en-US" sz="1200" spc="0" kern="0" b="0" i="0" dirty="0">
                <a:solidFill>
                  <a:srgbClr val="50658E"/>
                </a:solidFill>
                <a:latin typeface="IBM Plex Sans"/>
                <a:ea typeface="IBM Plex Sans"/>
                <a:cs typeface="IBM Plex Sans"/>
              </a:endParaRPr>
            </a:p>
          </p:txBody>
        </p:sp>
      </p:grpSp>
      <p:grpSp>
        <p:nvGrpSpPr>
          <p:cNvPr id="60" name="node10"/>
          <p:cNvGrpSpPr/>
          <p:nvPr/>
        </p:nvGrpSpPr>
        <p:grpSpPr>
          <a:xfrm>
            <a:off x="7581900" y="3886200"/>
            <a:ext cx="1828800" cy="2057400"/>
            <a:chOff x="7581900" y="3886200"/>
            <a:chExt cx="1828800" cy="2057400"/>
          </a:xfrm>
        </p:grpSpPr>
        <p:sp>
          <p:nvSpPr>
            <p:cNvPr id="43" name="node10.container"/>
            <p:cNvSpPr/>
            <p:nvPr/>
          </p:nvSpPr>
          <p:spPr>
            <a:xfrm>
              <a:off x="7581900" y="3886200"/>
              <a:ext cx="1828800" cy="2057400"/>
            </a:xfrm>
            <a:prstGeom prst="rect">
              <a:avLst/>
            </a:prstGeom>
            <a:solidFill>
              <a:srgbClr val="E8EEF8"/>
            </a:solidFill>
            <a:ln>
              <a:noFill/>
            </a:ln>
          </p:spPr>
        </p:sp>
        <p:sp>
          <p:nvSpPr>
            <p:cNvPr id="44" name="node10.number"/>
            <p:cNvSpPr/>
            <p:nvPr/>
          </p:nvSpPr>
          <p:spPr>
            <a:xfrm>
              <a:off x="7734300" y="40386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07</a:t>
              </a:r>
              <a:endParaRPr lang="en-US" sz="1800" spc="0" kern="0" b="0" i="0" dirty="0">
                <a:solidFill>
                  <a:srgbClr val="0047FF"/>
                </a:solidFill>
                <a:latin typeface="IBM Plex Mono SemiBold"/>
                <a:ea typeface="IBM Plex Mono SemiBold"/>
                <a:cs typeface="IBM Plex Mono SemiBold"/>
              </a:endParaRPr>
            </a:p>
          </p:txBody>
        </p:sp>
        <p:sp>
          <p:nvSpPr>
            <p:cNvPr id="45" name="node10.title"/>
            <p:cNvSpPr/>
            <p:nvPr/>
          </p:nvSpPr>
          <p:spPr>
            <a:xfrm>
              <a:off x="8134350" y="4062984"/>
              <a:ext cx="112395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Calendar</a:t>
              </a:r>
              <a:endParaRPr lang="en-US" sz="1400" spc="0" kern="0" b="0" i="0" dirty="0">
                <a:solidFill>
                  <a:srgbClr val="070154"/>
                </a:solidFill>
                <a:latin typeface="IBM Plex Sans"/>
                <a:ea typeface="IBM Plex Sans"/>
                <a:cs typeface="IBM Plex Sans"/>
              </a:endParaRPr>
            </a:p>
          </p:txBody>
        </p:sp>
        <p:sp>
          <p:nvSpPr>
            <p:cNvPr id="46" name="node10.body.item-001.paragraph"/>
            <p:cNvSpPr/>
            <p:nvPr/>
          </p:nvSpPr>
          <p:spPr>
            <a:xfrm>
              <a:off x="7734300" y="4457700"/>
              <a:ext cx="1524000" cy="9144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One calendar for 14 business units, built backward from the day-five target.</a:t>
              </a:r>
              <a:endParaRPr lang="en-US" sz="1200" spc="0" kern="0" b="0" i="0" dirty="0">
                <a:solidFill>
                  <a:srgbClr val="50658E"/>
                </a:solidFill>
                <a:latin typeface="IBM Plex Sans"/>
                <a:ea typeface="IBM Plex Sans"/>
                <a:cs typeface="IBM Plex Sans"/>
              </a:endParaRPr>
            </a:p>
          </p:txBody>
        </p:sp>
      </p:grpSp>
      <p:grpSp>
        <p:nvGrpSpPr>
          <p:cNvPr id="61" name="node11"/>
          <p:cNvGrpSpPr/>
          <p:nvPr/>
        </p:nvGrpSpPr>
        <p:grpSpPr>
          <a:xfrm>
            <a:off x="9639300" y="3886200"/>
            <a:ext cx="1828800" cy="2057400"/>
            <a:chOff x="9639300" y="3886200"/>
            <a:chExt cx="1828800" cy="2057400"/>
          </a:xfrm>
        </p:grpSpPr>
        <p:sp>
          <p:nvSpPr>
            <p:cNvPr id="47" name="node11.container"/>
            <p:cNvSpPr/>
            <p:nvPr/>
          </p:nvSpPr>
          <p:spPr>
            <a:xfrm>
              <a:off x="9639300" y="3886200"/>
              <a:ext cx="1828800" cy="2057400"/>
            </a:xfrm>
            <a:prstGeom prst="rect">
              <a:avLst/>
            </a:prstGeom>
            <a:solidFill>
              <a:srgbClr val="E8EEF8"/>
            </a:solidFill>
            <a:ln>
              <a:noFill/>
            </a:ln>
          </p:spPr>
        </p:sp>
        <p:sp>
          <p:nvSpPr>
            <p:cNvPr id="48" name="node11.number"/>
            <p:cNvSpPr/>
            <p:nvPr/>
          </p:nvSpPr>
          <p:spPr>
            <a:xfrm>
              <a:off x="9791700" y="40386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08</a:t>
              </a:r>
              <a:endParaRPr lang="en-US" sz="1800" spc="0" kern="0" b="0" i="0" dirty="0">
                <a:solidFill>
                  <a:srgbClr val="0047FF"/>
                </a:solidFill>
                <a:latin typeface="IBM Plex Mono SemiBold"/>
                <a:ea typeface="IBM Plex Mono SemiBold"/>
                <a:cs typeface="IBM Plex Mono SemiBold"/>
              </a:endParaRPr>
            </a:p>
          </p:txBody>
        </p:sp>
        <p:sp>
          <p:nvSpPr>
            <p:cNvPr id="49" name="node11.title"/>
            <p:cNvSpPr/>
            <p:nvPr/>
          </p:nvSpPr>
          <p:spPr>
            <a:xfrm>
              <a:off x="10191750" y="4062984"/>
              <a:ext cx="112395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Exceptions</a:t>
              </a:r>
              <a:endParaRPr lang="en-US" sz="1400" spc="0" kern="0" b="0" i="0" dirty="0">
                <a:solidFill>
                  <a:srgbClr val="070154"/>
                </a:solidFill>
                <a:latin typeface="IBM Plex Sans"/>
                <a:ea typeface="IBM Plex Sans"/>
                <a:cs typeface="IBM Plex Sans"/>
              </a:endParaRPr>
            </a:p>
          </p:txBody>
        </p:sp>
        <p:sp>
          <p:nvSpPr>
            <p:cNvPr id="50" name="node11.body.item-001.paragraph"/>
            <p:cNvSpPr/>
            <p:nvPr/>
          </p:nvSpPr>
          <p:spPr>
            <a:xfrm>
              <a:off x="9791700" y="4457700"/>
              <a:ext cx="1524000" cy="9144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Breaks reach the right owner the same day, with the supporting evidence attached.</a:t>
              </a:r>
              <a:endParaRPr lang="en-US" sz="1200" spc="0" kern="0" b="0" i="0" dirty="0">
                <a:solidFill>
                  <a:srgbClr val="50658E"/>
                </a:solidFill>
                <a:latin typeface="IBM Plex Sans"/>
                <a:ea typeface="IBM Plex Sans"/>
                <a:cs typeface="IBM Plex Sans"/>
              </a:endParaRPr>
            </a:p>
          </p:txBody>
        </p:sp>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ource-114">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FUTURE STATE</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Eight changes deliver the five-day close</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26</a:t>
            </a:fld>
            <a:endParaRPr lang="en-US" sz="700" spc="0" kern="0" b="0" i="0" dirty="0">
              <a:solidFill>
                <a:srgbClr val="070154"/>
              </a:solidFill>
              <a:latin typeface="IBM Plex Mono SemiBold"/>
              <a:ea typeface="IBM Plex Mono SemiBold"/>
              <a:cs typeface="IBM Plex Mono SemiBold"/>
            </a:endParaRPr>
          </a:p>
        </p:txBody>
      </p:sp>
      <p:grpSp>
        <p:nvGrpSpPr>
          <p:cNvPr id="43" name="node01"/>
          <p:cNvGrpSpPr/>
          <p:nvPr/>
        </p:nvGrpSpPr>
        <p:grpSpPr>
          <a:xfrm>
            <a:off x="723900" y="1600200"/>
            <a:ext cx="2514600" cy="152400"/>
            <a:chOff x="723900" y="1600200"/>
            <a:chExt cx="2514600" cy="152400"/>
          </a:xfrm>
        </p:grpSpPr>
        <p:sp>
          <p:nvSpPr>
            <p:cNvPr id="6" name="node01.text"/>
            <p:cNvSpPr/>
            <p:nvPr/>
          </p:nvSpPr>
          <p:spPr>
            <a:xfrm>
              <a:off x="723900" y="1600200"/>
              <a:ext cx="25146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WHY IT MATTERS</a:t>
              </a:r>
              <a:endParaRPr lang="en-US" sz="1000" spc="80" kern="0" b="0" i="0" dirty="0">
                <a:solidFill>
                  <a:srgbClr val="0047FF"/>
                </a:solidFill>
                <a:latin typeface="IBM Plex Mono SemiBold"/>
                <a:ea typeface="IBM Plex Mono SemiBold"/>
                <a:cs typeface="IBM Plex Mono SemiBold"/>
              </a:endParaRPr>
            </a:p>
          </p:txBody>
        </p:sp>
      </p:grpSp>
      <p:grpSp>
        <p:nvGrpSpPr>
          <p:cNvPr id="44" name="node02"/>
          <p:cNvGrpSpPr/>
          <p:nvPr/>
        </p:nvGrpSpPr>
        <p:grpSpPr>
          <a:xfrm>
            <a:off x="723900" y="1828800"/>
            <a:ext cx="2514600" cy="685800"/>
            <a:chOff x="723900" y="1828800"/>
            <a:chExt cx="2514600" cy="685800"/>
          </a:xfrm>
        </p:grpSpPr>
        <p:sp>
          <p:nvSpPr>
            <p:cNvPr id="7" name="node02.text"/>
            <p:cNvSpPr/>
            <p:nvPr/>
          </p:nvSpPr>
          <p:spPr>
            <a:xfrm>
              <a:off x="723900" y="1828800"/>
              <a:ext cx="2514600" cy="685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A close that runs on rules</a:t>
              </a:r>
              <a:endParaRPr lang="en-US" sz="1800" spc="-18" kern="0" b="0" i="0" dirty="0">
                <a:solidFill>
                  <a:srgbClr val="070154"/>
                </a:solidFill>
                <a:latin typeface="IBM Plex Sans SemiBold"/>
                <a:ea typeface="IBM Plex Sans SemiBold"/>
                <a:cs typeface="IBM Plex Sans SemiBold"/>
              </a:endParaRPr>
            </a:p>
          </p:txBody>
        </p:sp>
      </p:grpSp>
      <p:grpSp>
        <p:nvGrpSpPr>
          <p:cNvPr id="45" name="node03"/>
          <p:cNvGrpSpPr/>
          <p:nvPr/>
        </p:nvGrpSpPr>
        <p:grpSpPr>
          <a:xfrm>
            <a:off x="723900" y="2743200"/>
            <a:ext cx="2514600" cy="1066800"/>
            <a:chOff x="723900" y="2743200"/>
            <a:chExt cx="2514600" cy="1066800"/>
          </a:xfrm>
        </p:grpSpPr>
        <p:sp>
          <p:nvSpPr>
            <p:cNvPr id="8" name="node03.text"/>
            <p:cNvSpPr/>
            <p:nvPr/>
          </p:nvSpPr>
          <p:spPr>
            <a:xfrm>
              <a:off x="723900" y="2743200"/>
              <a:ext cx="2514600" cy="10668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Close takes 12 days because work waits for people. We resequence it so entries are checked as they post.</a:t>
              </a:r>
              <a:endParaRPr lang="en-US" sz="1400" spc="0" kern="0" b="0" i="0" dirty="0">
                <a:solidFill>
                  <a:srgbClr val="070154"/>
                </a:solidFill>
                <a:latin typeface="IBM Plex Sans"/>
                <a:ea typeface="IBM Plex Sans"/>
                <a:cs typeface="IBM Plex Sans"/>
              </a:endParaRPr>
            </a:p>
          </p:txBody>
        </p:sp>
      </p:grpSp>
      <p:grpSp>
        <p:nvGrpSpPr>
          <p:cNvPr id="46" name="node04"/>
          <p:cNvGrpSpPr/>
          <p:nvPr/>
        </p:nvGrpSpPr>
        <p:grpSpPr>
          <a:xfrm>
            <a:off x="3467100" y="1600200"/>
            <a:ext cx="8001000" cy="152400"/>
            <a:chOff x="3467100" y="1600200"/>
            <a:chExt cx="8001000" cy="152400"/>
          </a:xfrm>
        </p:grpSpPr>
        <p:sp>
          <p:nvSpPr>
            <p:cNvPr id="9" name="node04.text"/>
            <p:cNvSpPr/>
            <p:nvPr/>
          </p:nvSpPr>
          <p:spPr>
            <a:xfrm>
              <a:off x="3467100" y="1600200"/>
              <a:ext cx="80010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PROCESS</a:t>
              </a:r>
              <a:endParaRPr lang="en-US" sz="1000" spc="80" kern="0" b="0" i="0" dirty="0">
                <a:solidFill>
                  <a:srgbClr val="0047FF"/>
                </a:solidFill>
                <a:latin typeface="IBM Plex Mono SemiBold"/>
                <a:ea typeface="IBM Plex Mono SemiBold"/>
                <a:cs typeface="IBM Plex Mono SemiBold"/>
              </a:endParaRPr>
            </a:p>
          </p:txBody>
        </p:sp>
      </p:grpSp>
      <p:grpSp>
        <p:nvGrpSpPr>
          <p:cNvPr id="47" name="node05"/>
          <p:cNvGrpSpPr/>
          <p:nvPr/>
        </p:nvGrpSpPr>
        <p:grpSpPr>
          <a:xfrm>
            <a:off x="3467100" y="3886200"/>
            <a:ext cx="8001000" cy="152400"/>
            <a:chOff x="3467100" y="3886200"/>
            <a:chExt cx="8001000" cy="152400"/>
          </a:xfrm>
        </p:grpSpPr>
        <p:sp>
          <p:nvSpPr>
            <p:cNvPr id="10" name="node05.text"/>
            <p:cNvSpPr/>
            <p:nvPr/>
          </p:nvSpPr>
          <p:spPr>
            <a:xfrm>
              <a:off x="3467100" y="3886200"/>
              <a:ext cx="80010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PEOPLE AND GOVERNANCE</a:t>
              </a:r>
              <a:endParaRPr lang="en-US" sz="1000" spc="80" kern="0" b="0" i="0" dirty="0">
                <a:solidFill>
                  <a:srgbClr val="0047FF"/>
                </a:solidFill>
                <a:latin typeface="IBM Plex Mono SemiBold"/>
                <a:ea typeface="IBM Plex Mono SemiBold"/>
                <a:cs typeface="IBM Plex Mono SemiBold"/>
              </a:endParaRPr>
            </a:p>
          </p:txBody>
        </p:sp>
      </p:grpSp>
      <p:grpSp>
        <p:nvGrpSpPr>
          <p:cNvPr id="48" name="node06"/>
          <p:cNvGrpSpPr/>
          <p:nvPr/>
        </p:nvGrpSpPr>
        <p:grpSpPr>
          <a:xfrm>
            <a:off x="3467100" y="1828800"/>
            <a:ext cx="1828800" cy="1828800"/>
            <a:chOff x="3467100" y="1828800"/>
            <a:chExt cx="1828800" cy="1828800"/>
          </a:xfrm>
        </p:grpSpPr>
        <p:sp>
          <p:nvSpPr>
            <p:cNvPr id="11" name="node06.container"/>
            <p:cNvSpPr/>
            <p:nvPr/>
          </p:nvSpPr>
          <p:spPr>
            <a:xfrm>
              <a:off x="3467100" y="1828800"/>
              <a:ext cx="1828800" cy="1828800"/>
            </a:xfrm>
            <a:prstGeom prst="rect">
              <a:avLst/>
            </a:prstGeom>
            <a:solidFill>
              <a:srgbClr val="E8EEF8"/>
            </a:solidFill>
            <a:ln>
              <a:noFill/>
            </a:ln>
          </p:spPr>
        </p:sp>
        <p:sp>
          <p:nvSpPr>
            <p:cNvPr id="12" name="node06.number"/>
            <p:cNvSpPr/>
            <p:nvPr/>
          </p:nvSpPr>
          <p:spPr>
            <a:xfrm>
              <a:off x="3619500" y="19812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01</a:t>
              </a:r>
              <a:endParaRPr lang="en-US" sz="1800" spc="0" kern="0" b="0" i="0" dirty="0">
                <a:solidFill>
                  <a:srgbClr val="0047FF"/>
                </a:solidFill>
                <a:latin typeface="IBM Plex Mono SemiBold"/>
                <a:ea typeface="IBM Plex Mono SemiBold"/>
                <a:cs typeface="IBM Plex Mono SemiBold"/>
              </a:endParaRPr>
            </a:p>
          </p:txBody>
        </p:sp>
        <p:sp>
          <p:nvSpPr>
            <p:cNvPr id="13" name="node06.title"/>
            <p:cNvSpPr/>
            <p:nvPr/>
          </p:nvSpPr>
          <p:spPr>
            <a:xfrm>
              <a:off x="4019550" y="2005584"/>
              <a:ext cx="112395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Reconcile</a:t>
              </a:r>
              <a:endParaRPr lang="en-US" sz="1400" spc="0" kern="0" b="0" i="0" dirty="0">
                <a:solidFill>
                  <a:srgbClr val="070154"/>
                </a:solidFill>
                <a:latin typeface="IBM Plex Sans"/>
                <a:ea typeface="IBM Plex Sans"/>
                <a:cs typeface="IBM Plex Sans"/>
              </a:endParaRPr>
            </a:p>
          </p:txBody>
        </p:sp>
        <p:sp>
          <p:nvSpPr>
            <p:cNvPr id="14" name="node06.body.item-001.paragraph"/>
            <p:cNvSpPr/>
            <p:nvPr/>
          </p:nvSpPr>
          <p:spPr>
            <a:xfrm>
              <a:off x="3619500" y="2400300"/>
              <a:ext cx="1524000" cy="9144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One template and owner for every balance-sheet account.</a:t>
              </a:r>
              <a:endParaRPr lang="en-US" sz="1200" spc="0" kern="0" b="0" i="0" dirty="0">
                <a:solidFill>
                  <a:srgbClr val="50658E"/>
                </a:solidFill>
                <a:latin typeface="IBM Plex Sans"/>
                <a:ea typeface="IBM Plex Sans"/>
                <a:cs typeface="IBM Plex Sans"/>
              </a:endParaRPr>
            </a:p>
          </p:txBody>
        </p:sp>
      </p:grpSp>
      <p:grpSp>
        <p:nvGrpSpPr>
          <p:cNvPr id="49" name="node07"/>
          <p:cNvGrpSpPr/>
          <p:nvPr/>
        </p:nvGrpSpPr>
        <p:grpSpPr>
          <a:xfrm>
            <a:off x="5524500" y="1828800"/>
            <a:ext cx="1828800" cy="1828800"/>
            <a:chOff x="5524500" y="1828800"/>
            <a:chExt cx="1828800" cy="1828800"/>
          </a:xfrm>
        </p:grpSpPr>
        <p:sp>
          <p:nvSpPr>
            <p:cNvPr id="15" name="node07.container"/>
            <p:cNvSpPr/>
            <p:nvPr/>
          </p:nvSpPr>
          <p:spPr>
            <a:xfrm>
              <a:off x="5524500" y="1828800"/>
              <a:ext cx="1828800" cy="1828800"/>
            </a:xfrm>
            <a:prstGeom prst="rect">
              <a:avLst/>
            </a:prstGeom>
            <a:solidFill>
              <a:srgbClr val="E8EEF8"/>
            </a:solidFill>
            <a:ln>
              <a:noFill/>
            </a:ln>
          </p:spPr>
        </p:sp>
        <p:sp>
          <p:nvSpPr>
            <p:cNvPr id="16" name="node07.number"/>
            <p:cNvSpPr/>
            <p:nvPr/>
          </p:nvSpPr>
          <p:spPr>
            <a:xfrm>
              <a:off x="5676900" y="19812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02</a:t>
              </a:r>
              <a:endParaRPr lang="en-US" sz="1800" spc="0" kern="0" b="0" i="0" dirty="0">
                <a:solidFill>
                  <a:srgbClr val="0047FF"/>
                </a:solidFill>
                <a:latin typeface="IBM Plex Mono SemiBold"/>
                <a:ea typeface="IBM Plex Mono SemiBold"/>
                <a:cs typeface="IBM Plex Mono SemiBold"/>
              </a:endParaRPr>
            </a:p>
          </p:txBody>
        </p:sp>
        <p:sp>
          <p:nvSpPr>
            <p:cNvPr id="17" name="node07.title"/>
            <p:cNvSpPr/>
            <p:nvPr/>
          </p:nvSpPr>
          <p:spPr>
            <a:xfrm>
              <a:off x="6076950" y="2005584"/>
              <a:ext cx="112395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Matching</a:t>
              </a:r>
              <a:endParaRPr lang="en-US" sz="1400" spc="0" kern="0" b="0" i="0" dirty="0">
                <a:solidFill>
                  <a:srgbClr val="070154"/>
                </a:solidFill>
                <a:latin typeface="IBM Plex Sans"/>
                <a:ea typeface="IBM Plex Sans"/>
                <a:cs typeface="IBM Plex Sans"/>
              </a:endParaRPr>
            </a:p>
          </p:txBody>
        </p:sp>
        <p:sp>
          <p:nvSpPr>
            <p:cNvPr id="18" name="node07.body.item-001.paragraph"/>
            <p:cNvSpPr/>
            <p:nvPr/>
          </p:nvSpPr>
          <p:spPr>
            <a:xfrm>
              <a:off x="5676900" y="2400300"/>
              <a:ext cx="1524000" cy="9144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Intercompany balances match overnight across eleven entities.</a:t>
              </a:r>
              <a:endParaRPr lang="en-US" sz="1200" spc="0" kern="0" b="0" i="0" dirty="0">
                <a:solidFill>
                  <a:srgbClr val="50658E"/>
                </a:solidFill>
                <a:latin typeface="IBM Plex Sans"/>
                <a:ea typeface="IBM Plex Sans"/>
                <a:cs typeface="IBM Plex Sans"/>
              </a:endParaRPr>
            </a:p>
          </p:txBody>
        </p:sp>
      </p:grpSp>
      <p:grpSp>
        <p:nvGrpSpPr>
          <p:cNvPr id="50" name="node08"/>
          <p:cNvGrpSpPr/>
          <p:nvPr/>
        </p:nvGrpSpPr>
        <p:grpSpPr>
          <a:xfrm>
            <a:off x="7581900" y="1828800"/>
            <a:ext cx="1828800" cy="1828800"/>
            <a:chOff x="7581900" y="1828800"/>
            <a:chExt cx="1828800" cy="1828800"/>
          </a:xfrm>
        </p:grpSpPr>
        <p:sp>
          <p:nvSpPr>
            <p:cNvPr id="19" name="node08.container"/>
            <p:cNvSpPr/>
            <p:nvPr/>
          </p:nvSpPr>
          <p:spPr>
            <a:xfrm>
              <a:off x="7581900" y="1828800"/>
              <a:ext cx="1828800" cy="1828800"/>
            </a:xfrm>
            <a:prstGeom prst="rect">
              <a:avLst/>
            </a:prstGeom>
            <a:solidFill>
              <a:srgbClr val="E8EEF8"/>
            </a:solidFill>
            <a:ln>
              <a:noFill/>
            </a:ln>
          </p:spPr>
        </p:sp>
        <p:sp>
          <p:nvSpPr>
            <p:cNvPr id="20" name="node08.number"/>
            <p:cNvSpPr/>
            <p:nvPr/>
          </p:nvSpPr>
          <p:spPr>
            <a:xfrm>
              <a:off x="7734300" y="19812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07</a:t>
              </a:r>
              <a:endParaRPr lang="en-US" sz="1800" spc="0" kern="0" b="0" i="0" dirty="0">
                <a:solidFill>
                  <a:srgbClr val="0047FF"/>
                </a:solidFill>
                <a:latin typeface="IBM Plex Mono SemiBold"/>
                <a:ea typeface="IBM Plex Mono SemiBold"/>
                <a:cs typeface="IBM Plex Mono SemiBold"/>
              </a:endParaRPr>
            </a:p>
          </p:txBody>
        </p:sp>
        <p:sp>
          <p:nvSpPr>
            <p:cNvPr id="21" name="node08.title"/>
            <p:cNvSpPr/>
            <p:nvPr/>
          </p:nvSpPr>
          <p:spPr>
            <a:xfrm>
              <a:off x="8134350" y="2005584"/>
              <a:ext cx="112395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Calendar</a:t>
              </a:r>
              <a:endParaRPr lang="en-US" sz="1400" spc="0" kern="0" b="0" i="0" dirty="0">
                <a:solidFill>
                  <a:srgbClr val="070154"/>
                </a:solidFill>
                <a:latin typeface="IBM Plex Sans"/>
                <a:ea typeface="IBM Plex Sans"/>
                <a:cs typeface="IBM Plex Sans"/>
              </a:endParaRPr>
            </a:p>
          </p:txBody>
        </p:sp>
        <p:sp>
          <p:nvSpPr>
            <p:cNvPr id="22" name="node08.body.item-001.paragraph"/>
            <p:cNvSpPr/>
            <p:nvPr/>
          </p:nvSpPr>
          <p:spPr>
            <a:xfrm>
              <a:off x="7734300" y="2400300"/>
              <a:ext cx="1524000" cy="9144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One calendar for 14 business units, built backward from the day-five target.</a:t>
              </a:r>
              <a:endParaRPr lang="en-US" sz="1200" spc="0" kern="0" b="0" i="0" dirty="0">
                <a:solidFill>
                  <a:srgbClr val="50658E"/>
                </a:solidFill>
                <a:latin typeface="IBM Plex Sans"/>
                <a:ea typeface="IBM Plex Sans"/>
                <a:cs typeface="IBM Plex Sans"/>
              </a:endParaRPr>
            </a:p>
          </p:txBody>
        </p:sp>
      </p:grpSp>
      <p:grpSp>
        <p:nvGrpSpPr>
          <p:cNvPr id="51" name="node09"/>
          <p:cNvGrpSpPr/>
          <p:nvPr/>
        </p:nvGrpSpPr>
        <p:grpSpPr>
          <a:xfrm>
            <a:off x="9639300" y="1828800"/>
            <a:ext cx="1828800" cy="1828800"/>
            <a:chOff x="9639300" y="1828800"/>
            <a:chExt cx="1828800" cy="1828800"/>
          </a:xfrm>
        </p:grpSpPr>
        <p:sp>
          <p:nvSpPr>
            <p:cNvPr id="23" name="node09.container"/>
            <p:cNvSpPr/>
            <p:nvPr/>
          </p:nvSpPr>
          <p:spPr>
            <a:xfrm>
              <a:off x="9639300" y="1828800"/>
              <a:ext cx="1828800" cy="1828800"/>
            </a:xfrm>
            <a:prstGeom prst="rect">
              <a:avLst/>
            </a:prstGeom>
            <a:solidFill>
              <a:srgbClr val="E8EEF8"/>
            </a:solidFill>
            <a:ln>
              <a:noFill/>
            </a:ln>
          </p:spPr>
        </p:sp>
        <p:sp>
          <p:nvSpPr>
            <p:cNvPr id="24" name="node09.number"/>
            <p:cNvSpPr/>
            <p:nvPr/>
          </p:nvSpPr>
          <p:spPr>
            <a:xfrm>
              <a:off x="9791700" y="19812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08</a:t>
              </a:r>
              <a:endParaRPr lang="en-US" sz="1800" spc="0" kern="0" b="0" i="0" dirty="0">
                <a:solidFill>
                  <a:srgbClr val="0047FF"/>
                </a:solidFill>
                <a:latin typeface="IBM Plex Mono SemiBold"/>
                <a:ea typeface="IBM Plex Mono SemiBold"/>
                <a:cs typeface="IBM Plex Mono SemiBold"/>
              </a:endParaRPr>
            </a:p>
          </p:txBody>
        </p:sp>
        <p:sp>
          <p:nvSpPr>
            <p:cNvPr id="25" name="node09.title"/>
            <p:cNvSpPr/>
            <p:nvPr/>
          </p:nvSpPr>
          <p:spPr>
            <a:xfrm>
              <a:off x="10191750" y="2005584"/>
              <a:ext cx="112395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Exceptions</a:t>
              </a:r>
              <a:endParaRPr lang="en-US" sz="1400" spc="0" kern="0" b="0" i="0" dirty="0">
                <a:solidFill>
                  <a:srgbClr val="070154"/>
                </a:solidFill>
                <a:latin typeface="IBM Plex Sans"/>
                <a:ea typeface="IBM Plex Sans"/>
                <a:cs typeface="IBM Plex Sans"/>
              </a:endParaRPr>
            </a:p>
          </p:txBody>
        </p:sp>
        <p:sp>
          <p:nvSpPr>
            <p:cNvPr id="26" name="node09.body.item-001.paragraph"/>
            <p:cNvSpPr/>
            <p:nvPr/>
          </p:nvSpPr>
          <p:spPr>
            <a:xfrm>
              <a:off x="9791700" y="2400300"/>
              <a:ext cx="1524000" cy="9144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Breaks reach the right owner the same day, with the supporting evidence attached.</a:t>
              </a:r>
              <a:endParaRPr lang="en-US" sz="1200" spc="0" kern="0" b="0" i="0" dirty="0">
                <a:solidFill>
                  <a:srgbClr val="50658E"/>
                </a:solidFill>
                <a:latin typeface="IBM Plex Sans"/>
                <a:ea typeface="IBM Plex Sans"/>
                <a:cs typeface="IBM Plex Sans"/>
              </a:endParaRPr>
            </a:p>
          </p:txBody>
        </p:sp>
      </p:grpSp>
      <p:grpSp>
        <p:nvGrpSpPr>
          <p:cNvPr id="52" name="node10"/>
          <p:cNvGrpSpPr/>
          <p:nvPr/>
        </p:nvGrpSpPr>
        <p:grpSpPr>
          <a:xfrm>
            <a:off x="3467100" y="4114800"/>
            <a:ext cx="1828800" cy="1828800"/>
            <a:chOff x="3467100" y="4114800"/>
            <a:chExt cx="1828800" cy="1828800"/>
          </a:xfrm>
        </p:grpSpPr>
        <p:sp>
          <p:nvSpPr>
            <p:cNvPr id="27" name="node10.container"/>
            <p:cNvSpPr/>
            <p:nvPr/>
          </p:nvSpPr>
          <p:spPr>
            <a:xfrm>
              <a:off x="3467100" y="4114800"/>
              <a:ext cx="1828800" cy="1828800"/>
            </a:xfrm>
            <a:prstGeom prst="rect">
              <a:avLst/>
            </a:prstGeom>
            <a:solidFill>
              <a:srgbClr val="E8EEF8"/>
            </a:solidFill>
            <a:ln>
              <a:noFill/>
            </a:ln>
          </p:spPr>
        </p:sp>
        <p:sp>
          <p:nvSpPr>
            <p:cNvPr id="28" name="node10.number"/>
            <p:cNvSpPr/>
            <p:nvPr/>
          </p:nvSpPr>
          <p:spPr>
            <a:xfrm>
              <a:off x="3619500" y="42672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03</a:t>
              </a:r>
              <a:endParaRPr lang="en-US" sz="1800" spc="0" kern="0" b="0" i="0" dirty="0">
                <a:solidFill>
                  <a:srgbClr val="0047FF"/>
                </a:solidFill>
                <a:latin typeface="IBM Plex Mono SemiBold"/>
                <a:ea typeface="IBM Plex Mono SemiBold"/>
                <a:cs typeface="IBM Plex Mono SemiBold"/>
              </a:endParaRPr>
            </a:p>
          </p:txBody>
        </p:sp>
        <p:sp>
          <p:nvSpPr>
            <p:cNvPr id="29" name="node10.title"/>
            <p:cNvSpPr/>
            <p:nvPr/>
          </p:nvSpPr>
          <p:spPr>
            <a:xfrm>
              <a:off x="4019550" y="4291584"/>
              <a:ext cx="112395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Early review</a:t>
              </a:r>
              <a:endParaRPr lang="en-US" sz="1400" spc="0" kern="0" b="0" i="0" dirty="0">
                <a:solidFill>
                  <a:srgbClr val="070154"/>
                </a:solidFill>
                <a:latin typeface="IBM Plex Sans"/>
                <a:ea typeface="IBM Plex Sans"/>
                <a:cs typeface="IBM Plex Sans"/>
              </a:endParaRPr>
            </a:p>
          </p:txBody>
        </p:sp>
        <p:sp>
          <p:nvSpPr>
            <p:cNvPr id="30" name="node10.body.item-001.paragraph"/>
            <p:cNvSpPr/>
            <p:nvPr/>
          </p:nvSpPr>
          <p:spPr>
            <a:xfrm>
              <a:off x="3619500" y="4686300"/>
              <a:ext cx="1524000" cy="9144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Controllers review entries as they post, not in one push on day nine.</a:t>
              </a:r>
              <a:endParaRPr lang="en-US" sz="1200" spc="0" kern="0" b="0" i="0" dirty="0">
                <a:solidFill>
                  <a:srgbClr val="50658E"/>
                </a:solidFill>
                <a:latin typeface="IBM Plex Sans"/>
                <a:ea typeface="IBM Plex Sans"/>
                <a:cs typeface="IBM Plex Sans"/>
              </a:endParaRPr>
            </a:p>
          </p:txBody>
        </p:sp>
      </p:grpSp>
      <p:grpSp>
        <p:nvGrpSpPr>
          <p:cNvPr id="53" name="node11"/>
          <p:cNvGrpSpPr/>
          <p:nvPr/>
        </p:nvGrpSpPr>
        <p:grpSpPr>
          <a:xfrm>
            <a:off x="5524500" y="4114800"/>
            <a:ext cx="1828800" cy="1828800"/>
            <a:chOff x="5524500" y="4114800"/>
            <a:chExt cx="1828800" cy="1828800"/>
          </a:xfrm>
        </p:grpSpPr>
        <p:sp>
          <p:nvSpPr>
            <p:cNvPr id="31" name="node11.container"/>
            <p:cNvSpPr/>
            <p:nvPr/>
          </p:nvSpPr>
          <p:spPr>
            <a:xfrm>
              <a:off x="5524500" y="4114800"/>
              <a:ext cx="1828800" cy="1828800"/>
            </a:xfrm>
            <a:prstGeom prst="rect">
              <a:avLst/>
            </a:prstGeom>
            <a:solidFill>
              <a:srgbClr val="E8EEF8"/>
            </a:solidFill>
            <a:ln>
              <a:noFill/>
            </a:ln>
          </p:spPr>
        </p:sp>
        <p:sp>
          <p:nvSpPr>
            <p:cNvPr id="32" name="node11.number"/>
            <p:cNvSpPr/>
            <p:nvPr/>
          </p:nvSpPr>
          <p:spPr>
            <a:xfrm>
              <a:off x="5676900" y="42672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04</a:t>
              </a:r>
              <a:endParaRPr lang="en-US" sz="1800" spc="0" kern="0" b="0" i="0" dirty="0">
                <a:solidFill>
                  <a:srgbClr val="0047FF"/>
                </a:solidFill>
                <a:latin typeface="IBM Plex Mono SemiBold"/>
                <a:ea typeface="IBM Plex Mono SemiBold"/>
                <a:cs typeface="IBM Plex Mono SemiBold"/>
              </a:endParaRPr>
            </a:p>
          </p:txBody>
        </p:sp>
        <p:sp>
          <p:nvSpPr>
            <p:cNvPr id="33" name="node11.title"/>
            <p:cNvSpPr/>
            <p:nvPr/>
          </p:nvSpPr>
          <p:spPr>
            <a:xfrm>
              <a:off x="6076950" y="4291584"/>
              <a:ext cx="112395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Ownership</a:t>
              </a:r>
              <a:endParaRPr lang="en-US" sz="1400" spc="0" kern="0" b="0" i="0" dirty="0">
                <a:solidFill>
                  <a:srgbClr val="070154"/>
                </a:solidFill>
                <a:latin typeface="IBM Plex Sans"/>
                <a:ea typeface="IBM Plex Sans"/>
                <a:cs typeface="IBM Plex Sans"/>
              </a:endParaRPr>
            </a:p>
          </p:txBody>
        </p:sp>
        <p:sp>
          <p:nvSpPr>
            <p:cNvPr id="34" name="node11.body.item-001.paragraph"/>
            <p:cNvSpPr/>
            <p:nvPr/>
          </p:nvSpPr>
          <p:spPr>
            <a:xfrm>
              <a:off x="5676900" y="4686300"/>
              <a:ext cx="1524000" cy="9144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Every close task has a named owner, a due time and an escalation path.</a:t>
              </a:r>
              <a:endParaRPr lang="en-US" sz="1200" spc="0" kern="0" b="0" i="0" dirty="0">
                <a:solidFill>
                  <a:srgbClr val="50658E"/>
                </a:solidFill>
                <a:latin typeface="IBM Plex Sans"/>
                <a:ea typeface="IBM Plex Sans"/>
                <a:cs typeface="IBM Plex Sans"/>
              </a:endParaRPr>
            </a:p>
          </p:txBody>
        </p:sp>
      </p:grpSp>
      <p:grpSp>
        <p:nvGrpSpPr>
          <p:cNvPr id="54" name="node12"/>
          <p:cNvGrpSpPr/>
          <p:nvPr/>
        </p:nvGrpSpPr>
        <p:grpSpPr>
          <a:xfrm>
            <a:off x="7581900" y="4114800"/>
            <a:ext cx="1828800" cy="1828800"/>
            <a:chOff x="7581900" y="4114800"/>
            <a:chExt cx="1828800" cy="1828800"/>
          </a:xfrm>
        </p:grpSpPr>
        <p:sp>
          <p:nvSpPr>
            <p:cNvPr id="35" name="node12.container"/>
            <p:cNvSpPr/>
            <p:nvPr/>
          </p:nvSpPr>
          <p:spPr>
            <a:xfrm>
              <a:off x="7581900" y="4114800"/>
              <a:ext cx="1828800" cy="1828800"/>
            </a:xfrm>
            <a:prstGeom prst="rect">
              <a:avLst/>
            </a:prstGeom>
            <a:solidFill>
              <a:srgbClr val="E8EEF8"/>
            </a:solidFill>
            <a:ln>
              <a:noFill/>
            </a:ln>
          </p:spPr>
        </p:sp>
        <p:sp>
          <p:nvSpPr>
            <p:cNvPr id="36" name="node12.number"/>
            <p:cNvSpPr/>
            <p:nvPr/>
          </p:nvSpPr>
          <p:spPr>
            <a:xfrm>
              <a:off x="7734300" y="42672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05</a:t>
              </a:r>
              <a:endParaRPr lang="en-US" sz="1800" spc="0" kern="0" b="0" i="0" dirty="0">
                <a:solidFill>
                  <a:srgbClr val="0047FF"/>
                </a:solidFill>
                <a:latin typeface="IBM Plex Mono SemiBold"/>
                <a:ea typeface="IBM Plex Mono SemiBold"/>
                <a:cs typeface="IBM Plex Mono SemiBold"/>
              </a:endParaRPr>
            </a:p>
          </p:txBody>
        </p:sp>
        <p:sp>
          <p:nvSpPr>
            <p:cNvPr id="37" name="node12.title"/>
            <p:cNvSpPr/>
            <p:nvPr/>
          </p:nvSpPr>
          <p:spPr>
            <a:xfrm>
              <a:off x="8134350" y="4291584"/>
              <a:ext cx="112395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Flash report</a:t>
              </a:r>
              <a:endParaRPr lang="en-US" sz="1400" spc="0" kern="0" b="0" i="0" dirty="0">
                <a:solidFill>
                  <a:srgbClr val="070154"/>
                </a:solidFill>
                <a:latin typeface="IBM Plex Sans"/>
                <a:ea typeface="IBM Plex Sans"/>
                <a:cs typeface="IBM Plex Sans"/>
              </a:endParaRPr>
            </a:p>
          </p:txBody>
        </p:sp>
        <p:sp>
          <p:nvSpPr>
            <p:cNvPr id="38" name="node12.body.item-001.paragraph"/>
            <p:cNvSpPr/>
            <p:nvPr/>
          </p:nvSpPr>
          <p:spPr>
            <a:xfrm>
              <a:off x="7734300" y="4686300"/>
              <a:ext cx="1524000" cy="9144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Flash results are ready on day three and the full package on day five.</a:t>
              </a:r>
              <a:endParaRPr lang="en-US" sz="1200" spc="0" kern="0" b="0" i="0" dirty="0">
                <a:solidFill>
                  <a:srgbClr val="50658E"/>
                </a:solidFill>
                <a:latin typeface="IBM Plex Sans"/>
                <a:ea typeface="IBM Plex Sans"/>
                <a:cs typeface="IBM Plex Sans"/>
              </a:endParaRPr>
            </a:p>
          </p:txBody>
        </p:sp>
      </p:grpSp>
      <p:grpSp>
        <p:nvGrpSpPr>
          <p:cNvPr id="55" name="node13"/>
          <p:cNvGrpSpPr/>
          <p:nvPr/>
        </p:nvGrpSpPr>
        <p:grpSpPr>
          <a:xfrm>
            <a:off x="9639300" y="4114800"/>
            <a:ext cx="1828800" cy="1828800"/>
            <a:chOff x="9639300" y="4114800"/>
            <a:chExt cx="1828800" cy="1828800"/>
          </a:xfrm>
        </p:grpSpPr>
        <p:sp>
          <p:nvSpPr>
            <p:cNvPr id="39" name="node13.container"/>
            <p:cNvSpPr/>
            <p:nvPr/>
          </p:nvSpPr>
          <p:spPr>
            <a:xfrm>
              <a:off x="9639300" y="4114800"/>
              <a:ext cx="1828800" cy="1828800"/>
            </a:xfrm>
            <a:prstGeom prst="rect">
              <a:avLst/>
            </a:prstGeom>
            <a:solidFill>
              <a:srgbClr val="E8EEF8"/>
            </a:solidFill>
            <a:ln>
              <a:noFill/>
            </a:ln>
          </p:spPr>
        </p:sp>
        <p:sp>
          <p:nvSpPr>
            <p:cNvPr id="40" name="node13.number"/>
            <p:cNvSpPr/>
            <p:nvPr/>
          </p:nvSpPr>
          <p:spPr>
            <a:xfrm>
              <a:off x="9791700" y="42672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06</a:t>
              </a:r>
              <a:endParaRPr lang="en-US" sz="1800" spc="0" kern="0" b="0" i="0" dirty="0">
                <a:solidFill>
                  <a:srgbClr val="0047FF"/>
                </a:solidFill>
                <a:latin typeface="IBM Plex Mono SemiBold"/>
                <a:ea typeface="IBM Plex Mono SemiBold"/>
                <a:cs typeface="IBM Plex Mono SemiBold"/>
              </a:endParaRPr>
            </a:p>
          </p:txBody>
        </p:sp>
        <p:sp>
          <p:nvSpPr>
            <p:cNvPr id="41" name="node13.title"/>
            <p:cNvSpPr/>
            <p:nvPr/>
          </p:nvSpPr>
          <p:spPr>
            <a:xfrm>
              <a:off x="10191750" y="4291584"/>
              <a:ext cx="112395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Controls</a:t>
              </a:r>
              <a:endParaRPr lang="en-US" sz="1400" spc="0" kern="0" b="0" i="0" dirty="0">
                <a:solidFill>
                  <a:srgbClr val="070154"/>
                </a:solidFill>
                <a:latin typeface="IBM Plex Sans"/>
                <a:ea typeface="IBM Plex Sans"/>
                <a:cs typeface="IBM Plex Sans"/>
              </a:endParaRPr>
            </a:p>
          </p:txBody>
        </p:sp>
        <p:sp>
          <p:nvSpPr>
            <p:cNvPr id="42" name="node13.body.item-001.paragraph"/>
            <p:cNvSpPr/>
            <p:nvPr/>
          </p:nvSpPr>
          <p:spPr>
            <a:xfrm>
              <a:off x="9791700" y="4686300"/>
              <a:ext cx="1524000" cy="9144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Evidence is captured as work happens, so audit requests stop reopening the close.</a:t>
              </a:r>
              <a:endParaRPr lang="en-US" sz="1200" spc="0" kern="0" b="0" i="0" dirty="0">
                <a:solidFill>
                  <a:srgbClr val="50658E"/>
                </a:solidFill>
                <a:latin typeface="IBM Plex Sans"/>
                <a:ea typeface="IBM Plex Sans"/>
                <a:cs typeface="IBM Plex Sans"/>
              </a:endParaRPr>
            </a:p>
          </p:txBody>
        </p:sp>
      </p:gr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ource-123">
    <p:spTree>
      <p:nvGrpSpPr>
        <p:cNvPr id="1" name=""/>
        <p:cNvGrpSpPr/>
        <p:nvPr/>
      </p:nvGrpSpPr>
      <p:grpSpPr>
        <a:xfrm>
          <a:off x="0" y="0"/>
          <a:ext cx="0" cy="0"/>
          <a:chOff x="0" y="0"/>
          <a:chExt cx="0" cy="0"/>
        </a:xfrm>
      </p:grpSpPr>
      <p:sp>
        <p:nvSpPr>
          <p:cNvPr id="3" name="eyebrow"/>
          <p:cNvSpPr/>
          <p:nvPr/>
        </p:nvSpPr>
        <p:spPr>
          <a:xfrm>
            <a:off x="4381500" y="457200"/>
            <a:ext cx="70866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CASE STUDY · HEALTHCARE</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4381500" y="685800"/>
            <a:ext cx="70866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Every entity now closes in 6 days</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4381500" y="5829300"/>
            <a:ext cx="70866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Sample figures for layout only; replace with current firm data before use.</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27</a:t>
            </a:fld>
            <a:endParaRPr lang="en-US" sz="700" spc="0" kern="0" b="0" i="0" dirty="0">
              <a:solidFill>
                <a:srgbClr val="070154"/>
              </a:solidFill>
              <a:latin typeface="IBM Plex Mono SemiBold"/>
              <a:ea typeface="IBM Plex Mono SemiBold"/>
              <a:cs typeface="IBM Plex Mono SemiBold"/>
            </a:endParaRPr>
          </a:p>
        </p:txBody>
      </p:sp>
      <p:grpSp>
        <p:nvGrpSpPr>
          <p:cNvPr id="34" name="node01"/>
          <p:cNvGrpSpPr/>
          <p:nvPr/>
        </p:nvGrpSpPr>
        <p:grpSpPr>
          <a:xfrm>
            <a:off x="4381500" y="1600200"/>
            <a:ext cx="7086600" cy="2286000"/>
            <a:chOff x="4381500" y="1600200"/>
            <a:chExt cx="7086600" cy="2286000"/>
          </a:xfrm>
        </p:grpSpPr>
        <p:sp>
          <p:nvSpPr>
            <p:cNvPr id="7" name="node01.title"/>
            <p:cNvSpPr/>
            <p:nvPr/>
          </p:nvSpPr>
          <p:spPr>
            <a:xfrm>
              <a:off x="4381500" y="1600200"/>
              <a:ext cx="70866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Days to close, before and after</a:t>
              </a:r>
              <a:endParaRPr lang="en-US" sz="1800" spc="-18" kern="0" b="0" i="0" dirty="0">
                <a:solidFill>
                  <a:srgbClr val="070154"/>
                </a:solidFill>
                <a:latin typeface="IBM Plex Sans SemiBold"/>
                <a:ea typeface="IBM Plex Sans SemiBold"/>
                <a:cs typeface="IBM Plex Sans SemiBold"/>
              </a:endParaRPr>
            </a:p>
          </p:txBody>
        </p:sp>
        <p:sp>
          <p:nvSpPr>
            <p:cNvPr id="8" name="node01.units"/>
            <p:cNvSpPr/>
            <p:nvPr/>
          </p:nvSpPr>
          <p:spPr>
            <a:xfrm>
              <a:off x="4381500" y="1905000"/>
              <a:ext cx="7086600" cy="190500"/>
            </a:xfrm>
            <a:prstGeom prst="rect">
              <a:avLst/>
            </a:prstGeom>
            <a:noFill/>
            <a:ln/>
          </p:spPr>
          <p:txBody>
            <a:bodyPr wrap="square" lIns="0" tIns="0" rIns="0" bIns="0" rtlCol="0" anchor="t"/>
            <a:lstStyle/>
            <a:p>
              <a:pPr algn="l" indent="0" marL="0">
                <a:lnSpc>
                  <a:spcPts val="1200"/>
                </a:lnSpc>
                <a:buNone/>
              </a:pPr>
              <a:r>
                <a:rPr lang="en-US" sz="900" spc="60" kern="0" b="0" i="0" dirty="0">
                  <a:solidFill>
                    <a:srgbClr val="50658E"/>
                  </a:solidFill>
                  <a:latin typeface="IBM Plex Mono Medium"/>
                  <a:ea typeface="IBM Plex Mono Medium"/>
                  <a:cs typeface="IBM Plex Mono Medium"/>
                </a:rPr>
                <a:t>DAYS TO CLOSE</a:t>
              </a:r>
              <a:endParaRPr lang="en-US" sz="900" spc="60" kern="0" b="0" i="0" dirty="0">
                <a:solidFill>
                  <a:srgbClr val="50658E"/>
                </a:solidFill>
                <a:latin typeface="IBM Plex Mono Medium"/>
                <a:ea typeface="IBM Plex Mono Medium"/>
                <a:cs typeface="IBM Plex Mono Medium"/>
              </a:endParaRPr>
            </a:p>
          </p:txBody>
        </p:sp>
        <p:graphicFrame>
          <p:nvGraphicFramePr>
            <p:cNvPr id="9" name="node01.native" descr=""/>
            <p:cNvGraphicFramePr/>
            <p:nvPr/>
          </p:nvGraphicFramePr>
          <p:xfrm>
            <a:off x="4381500" y="2209800"/>
            <a:ext cx="7086600" cy="1676400"/>
          </p:xfrm>
          <a:graphic xmlns:a="http://schemas.openxmlformats.org/drawingml/2006/main">
            <a:graphicData uri="http://schemas.openxmlformats.org/drawingml/2006/chart">
              <c:chart xmlns:c="http://schemas.openxmlformats.org/drawingml/2006/chart" r:id="rId1"/>
            </a:graphicData>
          </a:graphic>
        </p:graphicFrame>
      </p:grpSp>
      <p:grpSp>
        <p:nvGrpSpPr>
          <p:cNvPr id="35" name="node02"/>
          <p:cNvGrpSpPr/>
          <p:nvPr/>
        </p:nvGrpSpPr>
        <p:grpSpPr>
          <a:xfrm>
            <a:off x="4381500" y="4114800"/>
            <a:ext cx="3429000" cy="228600"/>
            <a:chOff x="4381500" y="4114800"/>
            <a:chExt cx="3429000" cy="228600"/>
          </a:xfrm>
        </p:grpSpPr>
        <p:sp>
          <p:nvSpPr>
            <p:cNvPr id="10" name="node02.label"/>
            <p:cNvSpPr/>
            <p:nvPr/>
          </p:nvSpPr>
          <p:spPr>
            <a:xfrm>
              <a:off x="4381500" y="4114800"/>
              <a:ext cx="851731"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WHAT WE DID</a:t>
              </a:r>
              <a:endParaRPr lang="en-US" sz="900" spc="54" kern="0" b="0" i="0" dirty="0">
                <a:solidFill>
                  <a:srgbClr val="50658E"/>
                </a:solidFill>
                <a:latin typeface="IBM Plex Mono Medium"/>
                <a:ea typeface="IBM Plex Mono Medium"/>
                <a:cs typeface="IBM Plex Mono Medium"/>
              </a:endParaRPr>
            </a:p>
          </p:txBody>
        </p:sp>
        <p:sp>
          <p:nvSpPr>
            <p:cNvPr id="11" name="node02.rule"/>
            <p:cNvSpPr/>
            <p:nvPr/>
          </p:nvSpPr>
          <p:spPr>
            <a:xfrm>
              <a:off x="5360231" y="4224338"/>
              <a:ext cx="2450269" cy="9525"/>
            </a:xfrm>
            <a:prstGeom prst="rect">
              <a:avLst/>
            </a:prstGeom>
            <a:solidFill>
              <a:srgbClr val="CED7E6"/>
            </a:solidFill>
            <a:ln>
              <a:noFill/>
            </a:ln>
          </p:spPr>
        </p:sp>
      </p:grpSp>
      <p:grpSp>
        <p:nvGrpSpPr>
          <p:cNvPr id="36" name="node03"/>
          <p:cNvGrpSpPr/>
          <p:nvPr/>
        </p:nvGrpSpPr>
        <p:grpSpPr>
          <a:xfrm>
            <a:off x="4381500" y="4343400"/>
            <a:ext cx="3429000" cy="1219200"/>
            <a:chOff x="4381500" y="4343400"/>
            <a:chExt cx="3429000" cy="1219200"/>
          </a:xfrm>
        </p:grpSpPr>
        <p:sp>
          <p:nvSpPr>
            <p:cNvPr id="12" name="node03.source-001.bullet"/>
            <p:cNvSpPr/>
            <p:nvPr/>
          </p:nvSpPr>
          <p:spPr>
            <a:xfrm>
              <a:off x="4381500" y="4432300"/>
              <a:ext cx="38100" cy="38100"/>
            </a:xfrm>
            <a:prstGeom prst="rect">
              <a:avLst/>
            </a:prstGeom>
            <a:solidFill>
              <a:srgbClr val="070154"/>
            </a:solidFill>
            <a:ln>
              <a:noFill/>
            </a:ln>
          </p:spPr>
        </p:sp>
        <p:sp>
          <p:nvSpPr>
            <p:cNvPr id="13" name="node03.source-001.text"/>
            <p:cNvSpPr/>
            <p:nvPr/>
          </p:nvSpPr>
          <p:spPr>
            <a:xfrm>
              <a:off x="4533900" y="4343400"/>
              <a:ext cx="32766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Automated reconciliations for the busiest accounts.</a:t>
              </a:r>
              <a:endParaRPr lang="en-US" sz="1200" spc="0" kern="0" b="0" i="0" dirty="0">
                <a:solidFill>
                  <a:srgbClr val="070154"/>
                </a:solidFill>
                <a:latin typeface="IBM Plex Sans"/>
                <a:ea typeface="IBM Plex Sans"/>
                <a:cs typeface="IBM Plex Sans"/>
              </a:endParaRPr>
            </a:p>
          </p:txBody>
        </p:sp>
        <p:sp>
          <p:nvSpPr>
            <p:cNvPr id="14" name="node03.source-002.bullet"/>
            <p:cNvSpPr/>
            <p:nvPr/>
          </p:nvSpPr>
          <p:spPr>
            <a:xfrm>
              <a:off x="4381500" y="4927600"/>
              <a:ext cx="38100" cy="38100"/>
            </a:xfrm>
            <a:prstGeom prst="rect">
              <a:avLst/>
            </a:prstGeom>
            <a:solidFill>
              <a:srgbClr val="070154"/>
            </a:solidFill>
            <a:ln>
              <a:noFill/>
            </a:ln>
          </p:spPr>
        </p:sp>
        <p:sp>
          <p:nvSpPr>
            <p:cNvPr id="15" name="node03.source-002.text"/>
            <p:cNvSpPr/>
            <p:nvPr/>
          </p:nvSpPr>
          <p:spPr>
            <a:xfrm>
              <a:off x="4533900" y="4838700"/>
              <a:ext cx="32766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Set rules at posting, so errors stop before review.</a:t>
              </a:r>
              <a:endParaRPr lang="en-US" sz="1200" spc="0" kern="0" b="0" i="0" dirty="0">
                <a:solidFill>
                  <a:srgbClr val="070154"/>
                </a:solidFill>
                <a:latin typeface="IBM Plex Sans"/>
                <a:ea typeface="IBM Plex Sans"/>
                <a:cs typeface="IBM Plex Sans"/>
              </a:endParaRPr>
            </a:p>
          </p:txBody>
        </p:sp>
        <p:sp>
          <p:nvSpPr>
            <p:cNvPr id="16" name="node03.source-003.bullet"/>
            <p:cNvSpPr/>
            <p:nvPr/>
          </p:nvSpPr>
          <p:spPr>
            <a:xfrm>
              <a:off x="4381500" y="5422900"/>
              <a:ext cx="38100" cy="38100"/>
            </a:xfrm>
            <a:prstGeom prst="rect">
              <a:avLst/>
            </a:prstGeom>
            <a:solidFill>
              <a:srgbClr val="070154"/>
            </a:solidFill>
            <a:ln>
              <a:noFill/>
            </a:ln>
          </p:spPr>
        </p:sp>
        <p:sp>
          <p:nvSpPr>
            <p:cNvPr id="17" name="node03.source-003.text"/>
            <p:cNvSpPr/>
            <p:nvPr/>
          </p:nvSpPr>
          <p:spPr>
            <a:xfrm>
              <a:off x="4533900" y="53340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Moved review to day one, entity by entity.</a:t>
              </a:r>
              <a:endParaRPr lang="en-US" sz="1200" spc="0" kern="0" b="0" i="0" dirty="0">
                <a:solidFill>
                  <a:srgbClr val="070154"/>
                </a:solidFill>
                <a:latin typeface="IBM Plex Sans"/>
                <a:ea typeface="IBM Plex Sans"/>
                <a:cs typeface="IBM Plex Sans"/>
              </a:endParaRPr>
            </a:p>
          </p:txBody>
        </p:sp>
      </p:grpSp>
      <p:grpSp>
        <p:nvGrpSpPr>
          <p:cNvPr id="37" name="node04"/>
          <p:cNvGrpSpPr/>
          <p:nvPr/>
        </p:nvGrpSpPr>
        <p:grpSpPr>
          <a:xfrm>
            <a:off x="8039100" y="4114800"/>
            <a:ext cx="3429000" cy="228600"/>
            <a:chOff x="8039100" y="4114800"/>
            <a:chExt cx="3429000" cy="228600"/>
          </a:xfrm>
        </p:grpSpPr>
        <p:sp>
          <p:nvSpPr>
            <p:cNvPr id="18" name="node04.label"/>
            <p:cNvSpPr/>
            <p:nvPr/>
          </p:nvSpPr>
          <p:spPr>
            <a:xfrm>
              <a:off x="8039100" y="4114800"/>
              <a:ext cx="551247"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RESULTS</a:t>
              </a:r>
              <a:endParaRPr lang="en-US" sz="900" spc="54" kern="0" b="0" i="0" dirty="0">
                <a:solidFill>
                  <a:srgbClr val="50658E"/>
                </a:solidFill>
                <a:latin typeface="IBM Plex Mono Medium"/>
                <a:ea typeface="IBM Plex Mono Medium"/>
                <a:cs typeface="IBM Plex Mono Medium"/>
              </a:endParaRPr>
            </a:p>
          </p:txBody>
        </p:sp>
        <p:sp>
          <p:nvSpPr>
            <p:cNvPr id="19" name="node04.rule"/>
            <p:cNvSpPr/>
            <p:nvPr/>
          </p:nvSpPr>
          <p:spPr>
            <a:xfrm>
              <a:off x="8717347" y="4224338"/>
              <a:ext cx="2750753" cy="9525"/>
            </a:xfrm>
            <a:prstGeom prst="rect">
              <a:avLst/>
            </a:prstGeom>
            <a:solidFill>
              <a:srgbClr val="CED7E6"/>
            </a:solidFill>
            <a:ln>
              <a:noFill/>
            </a:ln>
          </p:spPr>
        </p:sp>
      </p:grpSp>
      <p:grpSp>
        <p:nvGrpSpPr>
          <p:cNvPr id="38" name="node05"/>
          <p:cNvGrpSpPr/>
          <p:nvPr/>
        </p:nvGrpSpPr>
        <p:grpSpPr>
          <a:xfrm>
            <a:off x="8039100" y="4343400"/>
            <a:ext cx="1600200" cy="458978"/>
            <a:chOff x="8039100" y="4343400"/>
            <a:chExt cx="1600200" cy="458978"/>
          </a:xfrm>
        </p:grpSpPr>
        <p:sp>
          <p:nvSpPr>
            <p:cNvPr id="20" name="node05.text"/>
            <p:cNvSpPr/>
            <p:nvPr/>
          </p:nvSpPr>
          <p:spPr>
            <a:xfrm>
              <a:off x="8039100" y="4343400"/>
              <a:ext cx="1600200" cy="458978"/>
            </a:xfrm>
            <a:prstGeom prst="rect">
              <a:avLst/>
            </a:prstGeom>
            <a:noFill/>
            <a:ln/>
          </p:spPr>
          <p:txBody>
            <a:bodyPr wrap="square" lIns="0" tIns="0" rIns="0" bIns="0" rtlCol="0" anchor="t"/>
            <a:lstStyle/>
            <a:p>
              <a:pPr algn="l" indent="0" marL="0">
                <a:lnSpc>
                  <a:spcPts val="3600"/>
                </a:lnSpc>
                <a:buNone/>
              </a:pPr>
              <a:r>
                <a:rPr lang="en-US" sz="3600" spc="-72" kern="0" b="0" i="0" dirty="0">
                  <a:solidFill>
                    <a:srgbClr val="070154"/>
                  </a:solidFill>
                  <a:latin typeface="IBM Plex Mono SemiBold"/>
                  <a:ea typeface="IBM Plex Mono SemiBold"/>
                  <a:cs typeface="IBM Plex Mono SemiBold"/>
                </a:rPr>
                <a:t>92%</a:t>
              </a:r>
              <a:endParaRPr lang="en-US" sz="3600" spc="-72" kern="0" b="0" i="0" dirty="0">
                <a:solidFill>
                  <a:srgbClr val="070154"/>
                </a:solidFill>
                <a:latin typeface="IBM Plex Mono SemiBold"/>
                <a:ea typeface="IBM Plex Mono SemiBold"/>
                <a:cs typeface="IBM Plex Mono SemiBold"/>
              </a:endParaRPr>
            </a:p>
          </p:txBody>
        </p:sp>
      </p:grpSp>
      <p:grpSp>
        <p:nvGrpSpPr>
          <p:cNvPr id="39" name="node06"/>
          <p:cNvGrpSpPr/>
          <p:nvPr/>
        </p:nvGrpSpPr>
        <p:grpSpPr>
          <a:xfrm>
            <a:off x="8039100" y="4800600"/>
            <a:ext cx="1600200" cy="228600"/>
            <a:chOff x="8039100" y="4800600"/>
            <a:chExt cx="1600200" cy="228600"/>
          </a:xfrm>
        </p:grpSpPr>
        <p:sp>
          <p:nvSpPr>
            <p:cNvPr id="21" name="node06.text"/>
            <p:cNvSpPr/>
            <p:nvPr/>
          </p:nvSpPr>
          <p:spPr>
            <a:xfrm>
              <a:off x="8039100" y="4800600"/>
              <a:ext cx="1600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matches automated</a:t>
              </a:r>
              <a:endParaRPr lang="en-US" sz="1200" spc="0" kern="0" b="0" i="0" dirty="0">
                <a:solidFill>
                  <a:srgbClr val="50658E"/>
                </a:solidFill>
                <a:latin typeface="IBM Plex Sans"/>
                <a:ea typeface="IBM Plex Sans"/>
                <a:cs typeface="IBM Plex Sans"/>
              </a:endParaRPr>
            </a:p>
          </p:txBody>
        </p:sp>
      </p:grpSp>
      <p:grpSp>
        <p:nvGrpSpPr>
          <p:cNvPr id="40" name="node07"/>
          <p:cNvGrpSpPr/>
          <p:nvPr/>
        </p:nvGrpSpPr>
        <p:grpSpPr>
          <a:xfrm>
            <a:off x="9867900" y="4343400"/>
            <a:ext cx="1600200" cy="458978"/>
            <a:chOff x="9867900" y="4343400"/>
            <a:chExt cx="1600200" cy="458978"/>
          </a:xfrm>
        </p:grpSpPr>
        <p:sp>
          <p:nvSpPr>
            <p:cNvPr id="22" name="node07.text"/>
            <p:cNvSpPr/>
            <p:nvPr/>
          </p:nvSpPr>
          <p:spPr>
            <a:xfrm>
              <a:off x="9867900" y="4343400"/>
              <a:ext cx="1600200" cy="458978"/>
            </a:xfrm>
            <a:prstGeom prst="rect">
              <a:avLst/>
            </a:prstGeom>
            <a:noFill/>
            <a:ln/>
          </p:spPr>
          <p:txBody>
            <a:bodyPr wrap="square" lIns="0" tIns="0" rIns="0" bIns="0" rtlCol="0" anchor="t"/>
            <a:lstStyle/>
            <a:p>
              <a:pPr algn="l" indent="0" marL="0">
                <a:lnSpc>
                  <a:spcPts val="3600"/>
                </a:lnSpc>
                <a:buNone/>
              </a:pPr>
              <a:r>
                <a:rPr lang="en-US" sz="3600" spc="-72" kern="0" b="0" i="0" dirty="0">
                  <a:solidFill>
                    <a:srgbClr val="070154"/>
                  </a:solidFill>
                  <a:latin typeface="IBM Plex Mono SemiBold"/>
                  <a:ea typeface="IBM Plex Mono SemiBold"/>
                  <a:cs typeface="IBM Plex Mono SemiBold"/>
                </a:rPr>
                <a:t>$2.1M</a:t>
              </a:r>
              <a:endParaRPr lang="en-US" sz="3600" spc="-72" kern="0" b="0" i="0" dirty="0">
                <a:solidFill>
                  <a:srgbClr val="070154"/>
                </a:solidFill>
                <a:latin typeface="IBM Plex Mono SemiBold"/>
                <a:ea typeface="IBM Plex Mono SemiBold"/>
                <a:cs typeface="IBM Plex Mono SemiBold"/>
              </a:endParaRPr>
            </a:p>
          </p:txBody>
        </p:sp>
      </p:grpSp>
      <p:grpSp>
        <p:nvGrpSpPr>
          <p:cNvPr id="41" name="node08"/>
          <p:cNvGrpSpPr/>
          <p:nvPr/>
        </p:nvGrpSpPr>
        <p:grpSpPr>
          <a:xfrm>
            <a:off x="9867900" y="4800600"/>
            <a:ext cx="1600200" cy="228600"/>
            <a:chOff x="9867900" y="4800600"/>
            <a:chExt cx="1600200" cy="228600"/>
          </a:xfrm>
        </p:grpSpPr>
        <p:sp>
          <p:nvSpPr>
            <p:cNvPr id="23" name="node08.text"/>
            <p:cNvSpPr/>
            <p:nvPr/>
          </p:nvSpPr>
          <p:spPr>
            <a:xfrm>
              <a:off x="9867900" y="4800600"/>
              <a:ext cx="1600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saved a year</a:t>
              </a:r>
              <a:endParaRPr lang="en-US" sz="1200" spc="0" kern="0" b="0" i="0" dirty="0">
                <a:solidFill>
                  <a:srgbClr val="50658E"/>
                </a:solidFill>
                <a:latin typeface="IBM Plex Sans"/>
                <a:ea typeface="IBM Plex Sans"/>
                <a:cs typeface="IBM Plex Sans"/>
              </a:endParaRPr>
            </a:p>
          </p:txBody>
        </p:sp>
      </p:grpSp>
      <p:grpSp>
        <p:nvGrpSpPr>
          <p:cNvPr id="42" name="node09"/>
          <p:cNvGrpSpPr/>
          <p:nvPr/>
        </p:nvGrpSpPr>
        <p:grpSpPr>
          <a:xfrm>
            <a:off x="723900" y="1600200"/>
            <a:ext cx="2514600" cy="152400"/>
            <a:chOff x="723900" y="1600200"/>
            <a:chExt cx="2514600" cy="152400"/>
          </a:xfrm>
        </p:grpSpPr>
        <p:sp>
          <p:nvSpPr>
            <p:cNvPr id="24" name="node09.text"/>
            <p:cNvSpPr/>
            <p:nvPr/>
          </p:nvSpPr>
          <p:spPr>
            <a:xfrm>
              <a:off x="723900" y="16002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CED7E6"/>
                  </a:solidFill>
                  <a:latin typeface="IBM Plex Mono Medium"/>
                  <a:ea typeface="IBM Plex Mono Medium"/>
                  <a:cs typeface="IBM Plex Mono Medium"/>
                </a:rPr>
                <a:t>CLIENT</a:t>
              </a:r>
              <a:endParaRPr lang="en-US" sz="900" spc="54" kern="0" b="0" i="0" dirty="0">
                <a:solidFill>
                  <a:srgbClr val="CED7E6"/>
                </a:solidFill>
                <a:latin typeface="IBM Plex Mono Medium"/>
                <a:ea typeface="IBM Plex Mono Medium"/>
                <a:cs typeface="IBM Plex Mono Medium"/>
              </a:endParaRPr>
            </a:p>
          </p:txBody>
        </p:sp>
      </p:grpSp>
      <p:grpSp>
        <p:nvGrpSpPr>
          <p:cNvPr id="43" name="node10"/>
          <p:cNvGrpSpPr/>
          <p:nvPr/>
        </p:nvGrpSpPr>
        <p:grpSpPr>
          <a:xfrm>
            <a:off x="723900" y="1828800"/>
            <a:ext cx="2514600" cy="609600"/>
            <a:chOff x="723900" y="1828800"/>
            <a:chExt cx="2514600" cy="609600"/>
          </a:xfrm>
        </p:grpSpPr>
        <p:sp>
          <p:nvSpPr>
            <p:cNvPr id="25" name="node10.text"/>
            <p:cNvSpPr/>
            <p:nvPr/>
          </p:nvSpPr>
          <p:spPr>
            <a:xfrm>
              <a:off x="723900" y="1828800"/>
              <a:ext cx="2514600" cy="6096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FFFFFF"/>
                  </a:solidFill>
                  <a:latin typeface="IBM Plex Sans SemiBold"/>
                  <a:ea typeface="IBM Plex Sans SemiBold"/>
                  <a:cs typeface="IBM Plex Sans SemiBold"/>
                </a:rPr>
                <a:t>Northfield Health System</a:t>
              </a:r>
              <a:endParaRPr lang="en-US" sz="1800" spc="-18" kern="0" b="0" i="0" dirty="0">
                <a:solidFill>
                  <a:srgbClr val="FFFFFF"/>
                </a:solidFill>
                <a:latin typeface="IBM Plex Sans SemiBold"/>
                <a:ea typeface="IBM Plex Sans SemiBold"/>
                <a:cs typeface="IBM Plex Sans SemiBold"/>
              </a:endParaRPr>
            </a:p>
          </p:txBody>
        </p:sp>
      </p:grpSp>
      <p:grpSp>
        <p:nvGrpSpPr>
          <p:cNvPr id="44" name="node11"/>
          <p:cNvGrpSpPr/>
          <p:nvPr/>
        </p:nvGrpSpPr>
        <p:grpSpPr>
          <a:xfrm>
            <a:off x="723900" y="2514600"/>
            <a:ext cx="2514600" cy="228600"/>
            <a:chOff x="723900" y="2514600"/>
            <a:chExt cx="2514600" cy="228600"/>
          </a:xfrm>
        </p:grpSpPr>
        <p:sp>
          <p:nvSpPr>
            <p:cNvPr id="26" name="node11.text"/>
            <p:cNvSpPr/>
            <p:nvPr/>
          </p:nvSpPr>
          <p:spPr>
            <a:xfrm>
              <a:off x="723900" y="2514600"/>
              <a:ext cx="2514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CED7E6"/>
                  </a:solidFill>
                  <a:latin typeface="IBM Plex Sans"/>
                  <a:ea typeface="IBM Plex Sans"/>
                  <a:cs typeface="IBM Plex Sans"/>
                </a:rPr>
                <a:t>Four-entity hospital group</a:t>
              </a:r>
              <a:endParaRPr lang="en-US" sz="1200" spc="0" kern="0" b="0" i="0" dirty="0">
                <a:solidFill>
                  <a:srgbClr val="CED7E6"/>
                </a:solidFill>
                <a:latin typeface="IBM Plex Sans"/>
                <a:ea typeface="IBM Plex Sans"/>
                <a:cs typeface="IBM Plex Sans"/>
              </a:endParaRPr>
            </a:p>
          </p:txBody>
        </p:sp>
      </p:grpSp>
      <p:sp>
        <p:nvSpPr>
          <p:cNvPr id="27" name="node12"/>
          <p:cNvSpPr/>
          <p:nvPr/>
        </p:nvSpPr>
        <p:spPr>
          <a:xfrm>
            <a:off x="723900" y="2971800"/>
            <a:ext cx="2514600" cy="9525"/>
          </a:xfrm>
          <a:prstGeom prst="rect">
            <a:avLst/>
          </a:prstGeom>
          <a:solidFill>
            <a:srgbClr val="50658E"/>
          </a:solidFill>
          <a:ln>
            <a:noFill/>
          </a:ln>
        </p:spPr>
      </p:sp>
      <p:grpSp>
        <p:nvGrpSpPr>
          <p:cNvPr id="45" name="node13"/>
          <p:cNvGrpSpPr/>
          <p:nvPr/>
        </p:nvGrpSpPr>
        <p:grpSpPr>
          <a:xfrm>
            <a:off x="723900" y="3200400"/>
            <a:ext cx="2514600" cy="152400"/>
            <a:chOff x="723900" y="3200400"/>
            <a:chExt cx="2514600" cy="152400"/>
          </a:xfrm>
        </p:grpSpPr>
        <p:sp>
          <p:nvSpPr>
            <p:cNvPr id="28" name="node13.text"/>
            <p:cNvSpPr/>
            <p:nvPr/>
          </p:nvSpPr>
          <p:spPr>
            <a:xfrm>
              <a:off x="723900" y="32004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CED7E6"/>
                  </a:solidFill>
                  <a:latin typeface="IBM Plex Mono Medium"/>
                  <a:ea typeface="IBM Plex Mono Medium"/>
                  <a:cs typeface="IBM Plex Mono Medium"/>
                </a:rPr>
                <a:t>CHALLENGE</a:t>
              </a:r>
              <a:endParaRPr lang="en-US" sz="900" spc="54" kern="0" b="0" i="0" dirty="0">
                <a:solidFill>
                  <a:srgbClr val="CED7E6"/>
                </a:solidFill>
                <a:latin typeface="IBM Plex Mono Medium"/>
                <a:ea typeface="IBM Plex Mono Medium"/>
                <a:cs typeface="IBM Plex Mono Medium"/>
              </a:endParaRPr>
            </a:p>
          </p:txBody>
        </p:sp>
      </p:grpSp>
      <p:grpSp>
        <p:nvGrpSpPr>
          <p:cNvPr id="46" name="node14"/>
          <p:cNvGrpSpPr/>
          <p:nvPr/>
        </p:nvGrpSpPr>
        <p:grpSpPr>
          <a:xfrm>
            <a:off x="723900" y="3429000"/>
            <a:ext cx="2514600" cy="457200"/>
            <a:chOff x="723900" y="3429000"/>
            <a:chExt cx="2514600" cy="457200"/>
          </a:xfrm>
        </p:grpSpPr>
        <p:sp>
          <p:nvSpPr>
            <p:cNvPr id="29" name="node14.text"/>
            <p:cNvSpPr/>
            <p:nvPr/>
          </p:nvSpPr>
          <p:spPr>
            <a:xfrm>
              <a:off x="723900" y="3429000"/>
              <a:ext cx="25146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A 15-day close, with intercompany balances matched by email.</a:t>
              </a:r>
              <a:endParaRPr lang="en-US" sz="1200" spc="0" kern="0" b="0" i="0" dirty="0">
                <a:solidFill>
                  <a:srgbClr val="FFFFFF"/>
                </a:solidFill>
                <a:latin typeface="IBM Plex Sans"/>
                <a:ea typeface="IBM Plex Sans"/>
                <a:cs typeface="IBM Plex Sans"/>
              </a:endParaRPr>
            </a:p>
          </p:txBody>
        </p:sp>
      </p:grpSp>
      <p:sp>
        <p:nvSpPr>
          <p:cNvPr id="30" name="node15"/>
          <p:cNvSpPr/>
          <p:nvPr/>
        </p:nvSpPr>
        <p:spPr>
          <a:xfrm>
            <a:off x="723900" y="4114800"/>
            <a:ext cx="2514600" cy="9525"/>
          </a:xfrm>
          <a:prstGeom prst="rect">
            <a:avLst/>
          </a:prstGeom>
          <a:solidFill>
            <a:srgbClr val="50658E"/>
          </a:solidFill>
          <a:ln>
            <a:noFill/>
          </a:ln>
        </p:spPr>
      </p:sp>
      <p:grpSp>
        <p:nvGrpSpPr>
          <p:cNvPr id="47" name="node16"/>
          <p:cNvGrpSpPr/>
          <p:nvPr/>
        </p:nvGrpSpPr>
        <p:grpSpPr>
          <a:xfrm>
            <a:off x="723900" y="4343400"/>
            <a:ext cx="2514600" cy="152400"/>
            <a:chOff x="723900" y="4343400"/>
            <a:chExt cx="2514600" cy="152400"/>
          </a:xfrm>
        </p:grpSpPr>
        <p:sp>
          <p:nvSpPr>
            <p:cNvPr id="31" name="node16.text"/>
            <p:cNvSpPr/>
            <p:nvPr/>
          </p:nvSpPr>
          <p:spPr>
            <a:xfrm>
              <a:off x="723900" y="43434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CED7E6"/>
                  </a:solidFill>
                  <a:latin typeface="IBM Plex Mono Medium"/>
                  <a:ea typeface="IBM Plex Mono Medium"/>
                  <a:cs typeface="IBM Plex Mono Medium"/>
                </a:rPr>
                <a:t>RESULT</a:t>
              </a:r>
              <a:endParaRPr lang="en-US" sz="900" spc="54" kern="0" b="0" i="0" dirty="0">
                <a:solidFill>
                  <a:srgbClr val="CED7E6"/>
                </a:solidFill>
                <a:latin typeface="IBM Plex Mono Medium"/>
                <a:ea typeface="IBM Plex Mono Medium"/>
                <a:cs typeface="IBM Plex Mono Medium"/>
              </a:endParaRPr>
            </a:p>
          </p:txBody>
        </p:sp>
      </p:grpSp>
      <p:grpSp>
        <p:nvGrpSpPr>
          <p:cNvPr id="48" name="node17"/>
          <p:cNvGrpSpPr/>
          <p:nvPr/>
        </p:nvGrpSpPr>
        <p:grpSpPr>
          <a:xfrm>
            <a:off x="723900" y="4572000"/>
            <a:ext cx="2514600" cy="611950"/>
            <a:chOff x="723900" y="4572000"/>
            <a:chExt cx="2514600" cy="611950"/>
          </a:xfrm>
        </p:grpSpPr>
        <p:sp>
          <p:nvSpPr>
            <p:cNvPr id="32" name="node17.text"/>
            <p:cNvSpPr/>
            <p:nvPr/>
          </p:nvSpPr>
          <p:spPr>
            <a:xfrm>
              <a:off x="723900" y="4572000"/>
              <a:ext cx="2514600" cy="611950"/>
            </a:xfrm>
            <a:prstGeom prst="rect">
              <a:avLst/>
            </a:prstGeom>
            <a:noFill/>
            <a:ln/>
          </p:spPr>
          <p:txBody>
            <a:bodyPr wrap="square" lIns="0" tIns="0" rIns="0" bIns="0" rtlCol="0" anchor="t"/>
            <a:lstStyle/>
            <a:p>
              <a:pPr algn="l" indent="0" marL="0">
                <a:lnSpc>
                  <a:spcPts val="4800"/>
                </a:lnSpc>
                <a:buNone/>
              </a:pPr>
              <a:r>
                <a:rPr lang="en-US" sz="4800" spc="-96" kern="0" b="0" i="0" dirty="0">
                  <a:solidFill>
                    <a:srgbClr val="FFFFFF"/>
                  </a:solidFill>
                  <a:latin typeface="IBM Plex Mono SemiBold"/>
                  <a:ea typeface="IBM Plex Mono SemiBold"/>
                  <a:cs typeface="IBM Plex Mono SemiBold"/>
                </a:rPr>
                <a:t>6 days</a:t>
              </a:r>
              <a:endParaRPr lang="en-US" sz="4800" spc="-96" kern="0" b="0" i="0" dirty="0">
                <a:solidFill>
                  <a:srgbClr val="FFFFFF"/>
                </a:solidFill>
                <a:latin typeface="IBM Plex Mono SemiBold"/>
                <a:ea typeface="IBM Plex Mono SemiBold"/>
                <a:cs typeface="IBM Plex Mono SemiBold"/>
              </a:endParaRPr>
            </a:p>
          </p:txBody>
        </p:sp>
      </p:grpSp>
      <p:grpSp>
        <p:nvGrpSpPr>
          <p:cNvPr id="49" name="node18"/>
          <p:cNvGrpSpPr/>
          <p:nvPr/>
        </p:nvGrpSpPr>
        <p:grpSpPr>
          <a:xfrm>
            <a:off x="723900" y="5257800"/>
            <a:ext cx="2514600" cy="228600"/>
            <a:chOff x="723900" y="5257800"/>
            <a:chExt cx="2514600" cy="228600"/>
          </a:xfrm>
        </p:grpSpPr>
        <p:sp>
          <p:nvSpPr>
            <p:cNvPr id="33" name="node18.text"/>
            <p:cNvSpPr/>
            <p:nvPr/>
          </p:nvSpPr>
          <p:spPr>
            <a:xfrm>
              <a:off x="723900" y="5257800"/>
              <a:ext cx="2514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CED7E6"/>
                  </a:solidFill>
                  <a:latin typeface="IBM Plex Sans"/>
                  <a:ea typeface="IBM Plex Sans"/>
                  <a:cs typeface="IBM Plex Sans"/>
                </a:rPr>
                <a:t>to close, from 15</a:t>
              </a:r>
              <a:endParaRPr lang="en-US" sz="1200" spc="0" kern="0" b="0" i="0" dirty="0">
                <a:solidFill>
                  <a:srgbClr val="CED7E6"/>
                </a:solidFill>
                <a:latin typeface="IBM Plex Sans"/>
                <a:ea typeface="IBM Plex Sans"/>
                <a:cs typeface="IBM Plex Sans"/>
              </a:endParaRPr>
            </a:p>
          </p:txBody>
        </p:sp>
      </p:gr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ource-139">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COMMUNICATIONS PLAN</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Each audience hears a message built for its day-to-day</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Northfield Health System communications plan, Sep 2026.</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28</a:t>
            </a:fld>
            <a:endParaRPr lang="en-US" sz="700" spc="0" kern="0" b="0" i="0" dirty="0">
              <a:solidFill>
                <a:srgbClr val="070154"/>
              </a:solidFill>
              <a:latin typeface="IBM Plex Mono SemiBold"/>
              <a:ea typeface="IBM Plex Mono SemiBold"/>
              <a:cs typeface="IBM Plex Mono SemiBold"/>
            </a:endParaRPr>
          </a:p>
        </p:txBody>
      </p:sp>
      <p:grpSp>
        <p:nvGrpSpPr>
          <p:cNvPr id="57" name="node01"/>
          <p:cNvGrpSpPr/>
          <p:nvPr/>
        </p:nvGrpSpPr>
        <p:grpSpPr>
          <a:xfrm>
            <a:off x="723900" y="1600200"/>
            <a:ext cx="10744200" cy="3200400"/>
            <a:chOff x="723900" y="1600200"/>
            <a:chExt cx="10744200" cy="3200400"/>
          </a:xfrm>
        </p:grpSpPr>
        <p:grpSp>
          <p:nvGrpSpPr>
            <p:cNvPr id="53" name="node01.item-001"/>
            <p:cNvGrpSpPr/>
            <p:nvPr/>
          </p:nvGrpSpPr>
          <p:grpSpPr>
            <a:xfrm>
              <a:off x="723900" y="1600200"/>
              <a:ext cx="2514600" cy="3200400"/>
              <a:chOff x="723900" y="1600200"/>
              <a:chExt cx="2514600" cy="3200400"/>
            </a:xfrm>
          </p:grpSpPr>
          <p:sp>
            <p:nvSpPr>
              <p:cNvPr id="7" name="node01.item-001.container"/>
              <p:cNvSpPr/>
              <p:nvPr/>
            </p:nvSpPr>
            <p:spPr>
              <a:xfrm>
                <a:off x="723900" y="1600200"/>
                <a:ext cx="2514600" cy="3200400"/>
              </a:xfrm>
              <a:prstGeom prst="rect">
                <a:avLst/>
              </a:prstGeom>
              <a:solidFill>
                <a:srgbClr val="E8EEF8"/>
              </a:solidFill>
              <a:ln>
                <a:noFill/>
              </a:ln>
            </p:spPr>
          </p:sp>
          <p:sp>
            <p:nvSpPr>
              <p:cNvPr id="8" name="node01.item-001.number"/>
              <p:cNvSpPr/>
              <p:nvPr/>
            </p:nvSpPr>
            <p:spPr>
              <a:xfrm>
                <a:off x="876300" y="17526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01</a:t>
                </a:r>
                <a:endParaRPr lang="en-US" sz="1800" spc="0" kern="0" b="0" i="0" dirty="0">
                  <a:solidFill>
                    <a:srgbClr val="0047FF"/>
                  </a:solidFill>
                  <a:latin typeface="IBM Plex Mono SemiBold"/>
                  <a:ea typeface="IBM Plex Mono SemiBold"/>
                  <a:cs typeface="IBM Plex Mono SemiBold"/>
                </a:endParaRPr>
              </a:p>
            </p:txBody>
          </p:sp>
          <p:sp>
            <p:nvSpPr>
              <p:cNvPr id="9" name="node01.item-001.title"/>
              <p:cNvSpPr/>
              <p:nvPr/>
            </p:nvSpPr>
            <p:spPr>
              <a:xfrm>
                <a:off x="1276350" y="1752600"/>
                <a:ext cx="180975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047FF"/>
                    </a:solidFill>
                    <a:latin typeface="IBM Plex Sans SemiBold"/>
                    <a:ea typeface="IBM Plex Sans SemiBold"/>
                    <a:cs typeface="IBM Plex Sans SemiBold"/>
                  </a:rPr>
                  <a:t>Physicians</a:t>
                </a:r>
                <a:endParaRPr lang="en-US" sz="1800" spc="-18" kern="0" b="0" i="0" dirty="0">
                  <a:solidFill>
                    <a:srgbClr val="0047FF"/>
                  </a:solidFill>
                  <a:latin typeface="IBM Plex Sans SemiBold"/>
                  <a:ea typeface="IBM Plex Sans SemiBold"/>
                  <a:cs typeface="IBM Plex Sans SemiBold"/>
                </a:endParaRPr>
              </a:p>
            </p:txBody>
          </p:sp>
          <p:sp>
            <p:nvSpPr>
              <p:cNvPr id="10" name="node01.item-001.body.item-001.label"/>
              <p:cNvSpPr/>
              <p:nvPr/>
            </p:nvSpPr>
            <p:spPr>
              <a:xfrm>
                <a:off x="876300" y="2171700"/>
                <a:ext cx="2209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MESSAGE</a:t>
                </a:r>
                <a:endParaRPr lang="en-US" sz="900" spc="54" kern="0" b="0" i="0" dirty="0">
                  <a:solidFill>
                    <a:srgbClr val="0047FF"/>
                  </a:solidFill>
                  <a:latin typeface="IBM Plex Mono Medium"/>
                  <a:ea typeface="IBM Plex Mono Medium"/>
                  <a:cs typeface="IBM Plex Mono Medium"/>
                </a:endParaRPr>
              </a:p>
            </p:txBody>
          </p:sp>
          <p:sp>
            <p:nvSpPr>
              <p:cNvPr id="11" name="node01.item-001.body.item-002.paragraph"/>
              <p:cNvSpPr/>
              <p:nvPr/>
            </p:nvSpPr>
            <p:spPr>
              <a:xfrm>
                <a:off x="876300" y="2362200"/>
                <a:ext cx="2209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What changes for my schedule</a:t>
                </a:r>
                <a:endParaRPr lang="en-US" sz="1200" spc="0" kern="0" b="0" i="0" dirty="0">
                  <a:solidFill>
                    <a:srgbClr val="50658E"/>
                  </a:solidFill>
                  <a:latin typeface="IBM Plex Sans"/>
                  <a:ea typeface="IBM Plex Sans"/>
                  <a:cs typeface="IBM Plex Sans"/>
                </a:endParaRPr>
              </a:p>
            </p:txBody>
          </p:sp>
          <p:sp>
            <p:nvSpPr>
              <p:cNvPr id="12" name="node01.item-001.body.item-003.label"/>
              <p:cNvSpPr/>
              <p:nvPr/>
            </p:nvSpPr>
            <p:spPr>
              <a:xfrm>
                <a:off x="876300" y="2628900"/>
                <a:ext cx="2209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CHANNEL</a:t>
                </a:r>
                <a:endParaRPr lang="en-US" sz="900" spc="54" kern="0" b="0" i="0" dirty="0">
                  <a:solidFill>
                    <a:srgbClr val="0047FF"/>
                  </a:solidFill>
                  <a:latin typeface="IBM Plex Mono Medium"/>
                  <a:ea typeface="IBM Plex Mono Medium"/>
                  <a:cs typeface="IBM Plex Mono Medium"/>
                </a:endParaRPr>
              </a:p>
            </p:txBody>
          </p:sp>
          <p:sp>
            <p:nvSpPr>
              <p:cNvPr id="13" name="node01.item-001.body.item-004.paragraph"/>
              <p:cNvSpPr/>
              <p:nvPr/>
            </p:nvSpPr>
            <p:spPr>
              <a:xfrm>
                <a:off x="876300" y="2819400"/>
                <a:ext cx="2209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Huddle and short video</a:t>
                </a:r>
                <a:endParaRPr lang="en-US" sz="1200" spc="0" kern="0" b="0" i="0" dirty="0">
                  <a:solidFill>
                    <a:srgbClr val="50658E"/>
                  </a:solidFill>
                  <a:latin typeface="IBM Plex Sans"/>
                  <a:ea typeface="IBM Plex Sans"/>
                  <a:cs typeface="IBM Plex Sans"/>
                </a:endParaRPr>
              </a:p>
            </p:txBody>
          </p:sp>
          <p:sp>
            <p:nvSpPr>
              <p:cNvPr id="14" name="node01.item-001.body.item-005.label"/>
              <p:cNvSpPr/>
              <p:nvPr/>
            </p:nvSpPr>
            <p:spPr>
              <a:xfrm>
                <a:off x="876300" y="3086100"/>
                <a:ext cx="2209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CADENCE</a:t>
                </a:r>
                <a:endParaRPr lang="en-US" sz="900" spc="54" kern="0" b="0" i="0" dirty="0">
                  <a:solidFill>
                    <a:srgbClr val="0047FF"/>
                  </a:solidFill>
                  <a:latin typeface="IBM Plex Mono Medium"/>
                  <a:ea typeface="IBM Plex Mono Medium"/>
                  <a:cs typeface="IBM Plex Mono Medium"/>
                </a:endParaRPr>
              </a:p>
            </p:txBody>
          </p:sp>
          <p:sp>
            <p:nvSpPr>
              <p:cNvPr id="15" name="node01.item-001.body.item-006.paragraph"/>
              <p:cNvSpPr/>
              <p:nvPr/>
            </p:nvSpPr>
            <p:spPr>
              <a:xfrm>
                <a:off x="876300" y="3276600"/>
                <a:ext cx="2209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Every 2 weeks</a:t>
                </a:r>
                <a:endParaRPr lang="en-US" sz="1200" spc="0" kern="0" b="0" i="0" dirty="0">
                  <a:solidFill>
                    <a:srgbClr val="50658E"/>
                  </a:solidFill>
                  <a:latin typeface="IBM Plex Sans"/>
                  <a:ea typeface="IBM Plex Sans"/>
                  <a:cs typeface="IBM Plex Sans"/>
                </a:endParaRPr>
              </a:p>
            </p:txBody>
          </p:sp>
          <p:sp>
            <p:nvSpPr>
              <p:cNvPr id="16" name="node01.item-001.body.item-007.label"/>
              <p:cNvSpPr/>
              <p:nvPr/>
            </p:nvSpPr>
            <p:spPr>
              <a:xfrm>
                <a:off x="876300" y="3543300"/>
                <a:ext cx="2209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OWNER</a:t>
                </a:r>
                <a:endParaRPr lang="en-US" sz="900" spc="54" kern="0" b="0" i="0" dirty="0">
                  <a:solidFill>
                    <a:srgbClr val="0047FF"/>
                  </a:solidFill>
                  <a:latin typeface="IBM Plex Mono Medium"/>
                  <a:ea typeface="IBM Plex Mono Medium"/>
                  <a:cs typeface="IBM Plex Mono Medium"/>
                </a:endParaRPr>
              </a:p>
            </p:txBody>
          </p:sp>
          <p:sp>
            <p:nvSpPr>
              <p:cNvPr id="17" name="node01.item-001.body.item-008.paragraph"/>
              <p:cNvSpPr/>
              <p:nvPr/>
            </p:nvSpPr>
            <p:spPr>
              <a:xfrm>
                <a:off x="876300" y="3733800"/>
                <a:ext cx="2209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Medical director</a:t>
                </a:r>
                <a:endParaRPr lang="en-US" sz="1200" spc="0" kern="0" b="0" i="0" dirty="0">
                  <a:solidFill>
                    <a:srgbClr val="50658E"/>
                  </a:solidFill>
                  <a:latin typeface="IBM Plex Sans"/>
                  <a:ea typeface="IBM Plex Sans"/>
                  <a:cs typeface="IBM Plex Sans"/>
                </a:endParaRPr>
              </a:p>
            </p:txBody>
          </p:sp>
        </p:grpSp>
        <p:grpSp>
          <p:nvGrpSpPr>
            <p:cNvPr id="54" name="node01.item-002"/>
            <p:cNvGrpSpPr/>
            <p:nvPr/>
          </p:nvGrpSpPr>
          <p:grpSpPr>
            <a:xfrm>
              <a:off x="3467100" y="1600200"/>
              <a:ext cx="2514600" cy="3200400"/>
              <a:chOff x="3467100" y="1600200"/>
              <a:chExt cx="2514600" cy="3200400"/>
            </a:xfrm>
          </p:grpSpPr>
          <p:sp>
            <p:nvSpPr>
              <p:cNvPr id="18" name="node01.item-002.container"/>
              <p:cNvSpPr/>
              <p:nvPr/>
            </p:nvSpPr>
            <p:spPr>
              <a:xfrm>
                <a:off x="3467100" y="1600200"/>
                <a:ext cx="2514600" cy="3200400"/>
              </a:xfrm>
              <a:prstGeom prst="rect">
                <a:avLst/>
              </a:prstGeom>
              <a:solidFill>
                <a:srgbClr val="E8EEF8"/>
              </a:solidFill>
              <a:ln>
                <a:noFill/>
              </a:ln>
            </p:spPr>
          </p:sp>
          <p:sp>
            <p:nvSpPr>
              <p:cNvPr id="19" name="node01.item-002.number"/>
              <p:cNvSpPr/>
              <p:nvPr/>
            </p:nvSpPr>
            <p:spPr>
              <a:xfrm>
                <a:off x="3619500" y="17526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02</a:t>
                </a:r>
                <a:endParaRPr lang="en-US" sz="1800" spc="0" kern="0" b="0" i="0" dirty="0">
                  <a:solidFill>
                    <a:srgbClr val="0047FF"/>
                  </a:solidFill>
                  <a:latin typeface="IBM Plex Mono SemiBold"/>
                  <a:ea typeface="IBM Plex Mono SemiBold"/>
                  <a:cs typeface="IBM Plex Mono SemiBold"/>
                </a:endParaRPr>
              </a:p>
            </p:txBody>
          </p:sp>
          <p:sp>
            <p:nvSpPr>
              <p:cNvPr id="20" name="node01.item-002.title"/>
              <p:cNvSpPr/>
              <p:nvPr/>
            </p:nvSpPr>
            <p:spPr>
              <a:xfrm>
                <a:off x="4019550" y="1752600"/>
                <a:ext cx="180975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047FF"/>
                    </a:solidFill>
                    <a:latin typeface="IBM Plex Sans SemiBold"/>
                    <a:ea typeface="IBM Plex Sans SemiBold"/>
                    <a:cs typeface="IBM Plex Sans SemiBold"/>
                  </a:rPr>
                  <a:t>Frontline staff</a:t>
                </a:r>
                <a:endParaRPr lang="en-US" sz="1800" spc="-18" kern="0" b="0" i="0" dirty="0">
                  <a:solidFill>
                    <a:srgbClr val="0047FF"/>
                  </a:solidFill>
                  <a:latin typeface="IBM Plex Sans SemiBold"/>
                  <a:ea typeface="IBM Plex Sans SemiBold"/>
                  <a:cs typeface="IBM Plex Sans SemiBold"/>
                </a:endParaRPr>
              </a:p>
            </p:txBody>
          </p:sp>
          <p:sp>
            <p:nvSpPr>
              <p:cNvPr id="21" name="node01.item-002.body.item-001.label"/>
              <p:cNvSpPr/>
              <p:nvPr/>
            </p:nvSpPr>
            <p:spPr>
              <a:xfrm>
                <a:off x="3619500" y="2171700"/>
                <a:ext cx="2209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MESSAGE</a:t>
                </a:r>
                <a:endParaRPr lang="en-US" sz="900" spc="54" kern="0" b="0" i="0" dirty="0">
                  <a:solidFill>
                    <a:srgbClr val="0047FF"/>
                  </a:solidFill>
                  <a:latin typeface="IBM Plex Mono Medium"/>
                  <a:ea typeface="IBM Plex Mono Medium"/>
                  <a:cs typeface="IBM Plex Mono Medium"/>
                </a:endParaRPr>
              </a:p>
            </p:txBody>
          </p:sp>
          <p:sp>
            <p:nvSpPr>
              <p:cNvPr id="22" name="node01.item-002.body.item-002.paragraph"/>
              <p:cNvSpPr/>
              <p:nvPr/>
            </p:nvSpPr>
            <p:spPr>
              <a:xfrm>
                <a:off x="3619500" y="2362200"/>
                <a:ext cx="2209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Steps, dates, who to call</a:t>
                </a:r>
                <a:endParaRPr lang="en-US" sz="1200" spc="0" kern="0" b="0" i="0" dirty="0">
                  <a:solidFill>
                    <a:srgbClr val="50658E"/>
                  </a:solidFill>
                  <a:latin typeface="IBM Plex Sans"/>
                  <a:ea typeface="IBM Plex Sans"/>
                  <a:cs typeface="IBM Plex Sans"/>
                </a:endParaRPr>
              </a:p>
            </p:txBody>
          </p:sp>
          <p:sp>
            <p:nvSpPr>
              <p:cNvPr id="23" name="node01.item-002.body.item-003.label"/>
              <p:cNvSpPr/>
              <p:nvPr/>
            </p:nvSpPr>
            <p:spPr>
              <a:xfrm>
                <a:off x="3619500" y="2628900"/>
                <a:ext cx="2209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CHANNEL</a:t>
                </a:r>
                <a:endParaRPr lang="en-US" sz="900" spc="54" kern="0" b="0" i="0" dirty="0">
                  <a:solidFill>
                    <a:srgbClr val="0047FF"/>
                  </a:solidFill>
                  <a:latin typeface="IBM Plex Mono Medium"/>
                  <a:ea typeface="IBM Plex Mono Medium"/>
                  <a:cs typeface="IBM Plex Mono Medium"/>
                </a:endParaRPr>
              </a:p>
            </p:txBody>
          </p:sp>
          <p:sp>
            <p:nvSpPr>
              <p:cNvPr id="24" name="node01.item-002.body.item-004.paragraph"/>
              <p:cNvSpPr/>
              <p:nvPr/>
            </p:nvSpPr>
            <p:spPr>
              <a:xfrm>
                <a:off x="3619500" y="2819400"/>
                <a:ext cx="2209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Floor-walkers, huddle cards</a:t>
                </a:r>
                <a:endParaRPr lang="en-US" sz="1200" spc="0" kern="0" b="0" i="0" dirty="0">
                  <a:solidFill>
                    <a:srgbClr val="50658E"/>
                  </a:solidFill>
                  <a:latin typeface="IBM Plex Sans"/>
                  <a:ea typeface="IBM Plex Sans"/>
                  <a:cs typeface="IBM Plex Sans"/>
                </a:endParaRPr>
              </a:p>
            </p:txBody>
          </p:sp>
          <p:sp>
            <p:nvSpPr>
              <p:cNvPr id="25" name="node01.item-002.body.item-005.label"/>
              <p:cNvSpPr/>
              <p:nvPr/>
            </p:nvSpPr>
            <p:spPr>
              <a:xfrm>
                <a:off x="3619500" y="3086100"/>
                <a:ext cx="2209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CADENCE</a:t>
                </a:r>
                <a:endParaRPr lang="en-US" sz="900" spc="54" kern="0" b="0" i="0" dirty="0">
                  <a:solidFill>
                    <a:srgbClr val="0047FF"/>
                  </a:solidFill>
                  <a:latin typeface="IBM Plex Mono Medium"/>
                  <a:ea typeface="IBM Plex Mono Medium"/>
                  <a:cs typeface="IBM Plex Mono Medium"/>
                </a:endParaRPr>
              </a:p>
            </p:txBody>
          </p:sp>
          <p:sp>
            <p:nvSpPr>
              <p:cNvPr id="26" name="node01.item-002.body.item-006.paragraph"/>
              <p:cNvSpPr/>
              <p:nvPr/>
            </p:nvSpPr>
            <p:spPr>
              <a:xfrm>
                <a:off x="3619500" y="3276600"/>
                <a:ext cx="2209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Weekly</a:t>
                </a:r>
                <a:endParaRPr lang="en-US" sz="1200" spc="0" kern="0" b="0" i="0" dirty="0">
                  <a:solidFill>
                    <a:srgbClr val="50658E"/>
                  </a:solidFill>
                  <a:latin typeface="IBM Plex Sans"/>
                  <a:ea typeface="IBM Plex Sans"/>
                  <a:cs typeface="IBM Plex Sans"/>
                </a:endParaRPr>
              </a:p>
            </p:txBody>
          </p:sp>
          <p:sp>
            <p:nvSpPr>
              <p:cNvPr id="27" name="node01.item-002.body.item-007.label"/>
              <p:cNvSpPr/>
              <p:nvPr/>
            </p:nvSpPr>
            <p:spPr>
              <a:xfrm>
                <a:off x="3619500" y="3543300"/>
                <a:ext cx="2209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OWNER</a:t>
                </a:r>
                <a:endParaRPr lang="en-US" sz="900" spc="54" kern="0" b="0" i="0" dirty="0">
                  <a:solidFill>
                    <a:srgbClr val="0047FF"/>
                  </a:solidFill>
                  <a:latin typeface="IBM Plex Mono Medium"/>
                  <a:ea typeface="IBM Plex Mono Medium"/>
                  <a:cs typeface="IBM Plex Mono Medium"/>
                </a:endParaRPr>
              </a:p>
            </p:txBody>
          </p:sp>
          <p:sp>
            <p:nvSpPr>
              <p:cNvPr id="28" name="node01.item-002.body.item-008.paragraph"/>
              <p:cNvSpPr/>
              <p:nvPr/>
            </p:nvSpPr>
            <p:spPr>
              <a:xfrm>
                <a:off x="3619500" y="3733800"/>
                <a:ext cx="2209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Practice managers</a:t>
                </a:r>
                <a:endParaRPr lang="en-US" sz="1200" spc="0" kern="0" b="0" i="0" dirty="0">
                  <a:solidFill>
                    <a:srgbClr val="50658E"/>
                  </a:solidFill>
                  <a:latin typeface="IBM Plex Sans"/>
                  <a:ea typeface="IBM Plex Sans"/>
                  <a:cs typeface="IBM Plex Sans"/>
                </a:endParaRPr>
              </a:p>
            </p:txBody>
          </p:sp>
        </p:grpSp>
        <p:grpSp>
          <p:nvGrpSpPr>
            <p:cNvPr id="55" name="node01.item-003"/>
            <p:cNvGrpSpPr/>
            <p:nvPr/>
          </p:nvGrpSpPr>
          <p:grpSpPr>
            <a:xfrm>
              <a:off x="6210300" y="1600200"/>
              <a:ext cx="2514600" cy="3200400"/>
              <a:chOff x="6210300" y="1600200"/>
              <a:chExt cx="2514600" cy="3200400"/>
            </a:xfrm>
          </p:grpSpPr>
          <p:sp>
            <p:nvSpPr>
              <p:cNvPr id="29" name="node01.item-003.container"/>
              <p:cNvSpPr/>
              <p:nvPr/>
            </p:nvSpPr>
            <p:spPr>
              <a:xfrm>
                <a:off x="6210300" y="1600200"/>
                <a:ext cx="2514600" cy="3200400"/>
              </a:xfrm>
              <a:prstGeom prst="rect">
                <a:avLst/>
              </a:prstGeom>
              <a:solidFill>
                <a:srgbClr val="E8EEF8"/>
              </a:solidFill>
              <a:ln>
                <a:noFill/>
              </a:ln>
            </p:spPr>
          </p:sp>
          <p:sp>
            <p:nvSpPr>
              <p:cNvPr id="30" name="node01.item-003.number"/>
              <p:cNvSpPr/>
              <p:nvPr/>
            </p:nvSpPr>
            <p:spPr>
              <a:xfrm>
                <a:off x="6362700" y="17526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03</a:t>
                </a:r>
                <a:endParaRPr lang="en-US" sz="1800" spc="0" kern="0" b="0" i="0" dirty="0">
                  <a:solidFill>
                    <a:srgbClr val="0047FF"/>
                  </a:solidFill>
                  <a:latin typeface="IBM Plex Mono SemiBold"/>
                  <a:ea typeface="IBM Plex Mono SemiBold"/>
                  <a:cs typeface="IBM Plex Mono SemiBold"/>
                </a:endParaRPr>
              </a:p>
            </p:txBody>
          </p:sp>
          <p:sp>
            <p:nvSpPr>
              <p:cNvPr id="31" name="node01.item-003.title"/>
              <p:cNvSpPr/>
              <p:nvPr/>
            </p:nvSpPr>
            <p:spPr>
              <a:xfrm>
                <a:off x="6762750" y="1752600"/>
                <a:ext cx="180975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047FF"/>
                    </a:solidFill>
                    <a:latin typeface="IBM Plex Sans SemiBold"/>
                    <a:ea typeface="IBM Plex Sans SemiBold"/>
                    <a:cs typeface="IBM Plex Sans SemiBold"/>
                  </a:rPr>
                  <a:t>Leaders</a:t>
                </a:r>
                <a:endParaRPr lang="en-US" sz="1800" spc="-18" kern="0" b="0" i="0" dirty="0">
                  <a:solidFill>
                    <a:srgbClr val="0047FF"/>
                  </a:solidFill>
                  <a:latin typeface="IBM Plex Sans SemiBold"/>
                  <a:ea typeface="IBM Plex Sans SemiBold"/>
                  <a:cs typeface="IBM Plex Sans SemiBold"/>
                </a:endParaRPr>
              </a:p>
            </p:txBody>
          </p:sp>
          <p:sp>
            <p:nvSpPr>
              <p:cNvPr id="32" name="node01.item-003.body.item-001.label"/>
              <p:cNvSpPr/>
              <p:nvPr/>
            </p:nvSpPr>
            <p:spPr>
              <a:xfrm>
                <a:off x="6362700" y="2171700"/>
                <a:ext cx="2209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MESSAGE</a:t>
                </a:r>
                <a:endParaRPr lang="en-US" sz="900" spc="54" kern="0" b="0" i="0" dirty="0">
                  <a:solidFill>
                    <a:srgbClr val="0047FF"/>
                  </a:solidFill>
                  <a:latin typeface="IBM Plex Mono Medium"/>
                  <a:ea typeface="IBM Plex Mono Medium"/>
                  <a:cs typeface="IBM Plex Mono Medium"/>
                </a:endParaRPr>
              </a:p>
            </p:txBody>
          </p:sp>
          <p:sp>
            <p:nvSpPr>
              <p:cNvPr id="33" name="node01.item-003.body.item-002.paragraph"/>
              <p:cNvSpPr/>
              <p:nvPr/>
            </p:nvSpPr>
            <p:spPr>
              <a:xfrm>
                <a:off x="6362700" y="2362200"/>
                <a:ext cx="2209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Progress, risks, decisions</a:t>
                </a:r>
                <a:endParaRPr lang="en-US" sz="1200" spc="0" kern="0" b="0" i="0" dirty="0">
                  <a:solidFill>
                    <a:srgbClr val="50658E"/>
                  </a:solidFill>
                  <a:latin typeface="IBM Plex Sans"/>
                  <a:ea typeface="IBM Plex Sans"/>
                  <a:cs typeface="IBM Plex Sans"/>
                </a:endParaRPr>
              </a:p>
            </p:txBody>
          </p:sp>
          <p:sp>
            <p:nvSpPr>
              <p:cNvPr id="34" name="node01.item-003.body.item-003.label"/>
              <p:cNvSpPr/>
              <p:nvPr/>
            </p:nvSpPr>
            <p:spPr>
              <a:xfrm>
                <a:off x="6362700" y="2628900"/>
                <a:ext cx="2209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CHANNEL</a:t>
                </a:r>
                <a:endParaRPr lang="en-US" sz="900" spc="54" kern="0" b="0" i="0" dirty="0">
                  <a:solidFill>
                    <a:srgbClr val="0047FF"/>
                  </a:solidFill>
                  <a:latin typeface="IBM Plex Mono Medium"/>
                  <a:ea typeface="IBM Plex Mono Medium"/>
                  <a:cs typeface="IBM Plex Mono Medium"/>
                </a:endParaRPr>
              </a:p>
            </p:txBody>
          </p:sp>
          <p:sp>
            <p:nvSpPr>
              <p:cNvPr id="35" name="node01.item-003.body.item-004.paragraph"/>
              <p:cNvSpPr/>
              <p:nvPr/>
            </p:nvSpPr>
            <p:spPr>
              <a:xfrm>
                <a:off x="6362700" y="2819400"/>
                <a:ext cx="2209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Steering briefing, dashboard</a:t>
                </a:r>
                <a:endParaRPr lang="en-US" sz="1200" spc="0" kern="0" b="0" i="0" dirty="0">
                  <a:solidFill>
                    <a:srgbClr val="50658E"/>
                  </a:solidFill>
                  <a:latin typeface="IBM Plex Sans"/>
                  <a:ea typeface="IBM Plex Sans"/>
                  <a:cs typeface="IBM Plex Sans"/>
                </a:endParaRPr>
              </a:p>
            </p:txBody>
          </p:sp>
          <p:sp>
            <p:nvSpPr>
              <p:cNvPr id="36" name="node01.item-003.body.item-005.label"/>
              <p:cNvSpPr/>
              <p:nvPr/>
            </p:nvSpPr>
            <p:spPr>
              <a:xfrm>
                <a:off x="6362700" y="3086100"/>
                <a:ext cx="2209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CADENCE</a:t>
                </a:r>
                <a:endParaRPr lang="en-US" sz="900" spc="54" kern="0" b="0" i="0" dirty="0">
                  <a:solidFill>
                    <a:srgbClr val="0047FF"/>
                  </a:solidFill>
                  <a:latin typeface="IBM Plex Mono Medium"/>
                  <a:ea typeface="IBM Plex Mono Medium"/>
                  <a:cs typeface="IBM Plex Mono Medium"/>
                </a:endParaRPr>
              </a:p>
            </p:txBody>
          </p:sp>
          <p:sp>
            <p:nvSpPr>
              <p:cNvPr id="37" name="node01.item-003.body.item-006.paragraph"/>
              <p:cNvSpPr/>
              <p:nvPr/>
            </p:nvSpPr>
            <p:spPr>
              <a:xfrm>
                <a:off x="6362700" y="3276600"/>
                <a:ext cx="2209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Monthly</a:t>
                </a:r>
                <a:endParaRPr lang="en-US" sz="1200" spc="0" kern="0" b="0" i="0" dirty="0">
                  <a:solidFill>
                    <a:srgbClr val="50658E"/>
                  </a:solidFill>
                  <a:latin typeface="IBM Plex Sans"/>
                  <a:ea typeface="IBM Plex Sans"/>
                  <a:cs typeface="IBM Plex Sans"/>
                </a:endParaRPr>
              </a:p>
            </p:txBody>
          </p:sp>
          <p:sp>
            <p:nvSpPr>
              <p:cNvPr id="38" name="node01.item-003.body.item-007.label"/>
              <p:cNvSpPr/>
              <p:nvPr/>
            </p:nvSpPr>
            <p:spPr>
              <a:xfrm>
                <a:off x="6362700" y="3543300"/>
                <a:ext cx="2209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OWNER</a:t>
                </a:r>
                <a:endParaRPr lang="en-US" sz="900" spc="54" kern="0" b="0" i="0" dirty="0">
                  <a:solidFill>
                    <a:srgbClr val="0047FF"/>
                  </a:solidFill>
                  <a:latin typeface="IBM Plex Mono Medium"/>
                  <a:ea typeface="IBM Plex Mono Medium"/>
                  <a:cs typeface="IBM Plex Mono Medium"/>
                </a:endParaRPr>
              </a:p>
            </p:txBody>
          </p:sp>
          <p:sp>
            <p:nvSpPr>
              <p:cNvPr id="39" name="node01.item-003.body.item-008.paragraph"/>
              <p:cNvSpPr/>
              <p:nvPr/>
            </p:nvSpPr>
            <p:spPr>
              <a:xfrm>
                <a:off x="6362700" y="3733800"/>
                <a:ext cx="2209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Program sponsor</a:t>
                </a:r>
                <a:endParaRPr lang="en-US" sz="1200" spc="0" kern="0" b="0" i="0" dirty="0">
                  <a:solidFill>
                    <a:srgbClr val="50658E"/>
                  </a:solidFill>
                  <a:latin typeface="IBM Plex Sans"/>
                  <a:ea typeface="IBM Plex Sans"/>
                  <a:cs typeface="IBM Plex Sans"/>
                </a:endParaRPr>
              </a:p>
            </p:txBody>
          </p:sp>
        </p:grpSp>
        <p:grpSp>
          <p:nvGrpSpPr>
            <p:cNvPr id="56" name="node01.item-004"/>
            <p:cNvGrpSpPr/>
            <p:nvPr/>
          </p:nvGrpSpPr>
          <p:grpSpPr>
            <a:xfrm>
              <a:off x="8953500" y="1600200"/>
              <a:ext cx="2514600" cy="3200400"/>
              <a:chOff x="8953500" y="1600200"/>
              <a:chExt cx="2514600" cy="3200400"/>
            </a:xfrm>
          </p:grpSpPr>
          <p:sp>
            <p:nvSpPr>
              <p:cNvPr id="40" name="node01.item-004.container"/>
              <p:cNvSpPr/>
              <p:nvPr/>
            </p:nvSpPr>
            <p:spPr>
              <a:xfrm>
                <a:off x="8953500" y="1600200"/>
                <a:ext cx="2514600" cy="3200400"/>
              </a:xfrm>
              <a:prstGeom prst="rect">
                <a:avLst/>
              </a:prstGeom>
              <a:solidFill>
                <a:srgbClr val="E8EEF8"/>
              </a:solidFill>
              <a:ln>
                <a:noFill/>
              </a:ln>
            </p:spPr>
          </p:sp>
          <p:sp>
            <p:nvSpPr>
              <p:cNvPr id="41" name="node01.item-004.number"/>
              <p:cNvSpPr/>
              <p:nvPr/>
            </p:nvSpPr>
            <p:spPr>
              <a:xfrm>
                <a:off x="9105900" y="17526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04</a:t>
                </a:r>
                <a:endParaRPr lang="en-US" sz="1800" spc="0" kern="0" b="0" i="0" dirty="0">
                  <a:solidFill>
                    <a:srgbClr val="0047FF"/>
                  </a:solidFill>
                  <a:latin typeface="IBM Plex Mono SemiBold"/>
                  <a:ea typeface="IBM Plex Mono SemiBold"/>
                  <a:cs typeface="IBM Plex Mono SemiBold"/>
                </a:endParaRPr>
              </a:p>
            </p:txBody>
          </p:sp>
          <p:sp>
            <p:nvSpPr>
              <p:cNvPr id="42" name="node01.item-004.title"/>
              <p:cNvSpPr/>
              <p:nvPr/>
            </p:nvSpPr>
            <p:spPr>
              <a:xfrm>
                <a:off x="9505950" y="1752600"/>
                <a:ext cx="180975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047FF"/>
                    </a:solidFill>
                    <a:latin typeface="IBM Plex Sans SemiBold"/>
                    <a:ea typeface="IBM Plex Sans SemiBold"/>
                    <a:cs typeface="IBM Plex Sans SemiBold"/>
                  </a:rPr>
                  <a:t>Patients</a:t>
                </a:r>
                <a:endParaRPr lang="en-US" sz="1800" spc="-18" kern="0" b="0" i="0" dirty="0">
                  <a:solidFill>
                    <a:srgbClr val="0047FF"/>
                  </a:solidFill>
                  <a:latin typeface="IBM Plex Sans SemiBold"/>
                  <a:ea typeface="IBM Plex Sans SemiBold"/>
                  <a:cs typeface="IBM Plex Sans SemiBold"/>
                </a:endParaRPr>
              </a:p>
            </p:txBody>
          </p:sp>
          <p:sp>
            <p:nvSpPr>
              <p:cNvPr id="43" name="node01.item-004.body.item-001.label"/>
              <p:cNvSpPr/>
              <p:nvPr/>
            </p:nvSpPr>
            <p:spPr>
              <a:xfrm>
                <a:off x="9105900" y="2171700"/>
                <a:ext cx="2209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MESSAGE</a:t>
                </a:r>
                <a:endParaRPr lang="en-US" sz="900" spc="54" kern="0" b="0" i="0" dirty="0">
                  <a:solidFill>
                    <a:srgbClr val="0047FF"/>
                  </a:solidFill>
                  <a:latin typeface="IBM Plex Mono Medium"/>
                  <a:ea typeface="IBM Plex Mono Medium"/>
                  <a:cs typeface="IBM Plex Mono Medium"/>
                </a:endParaRPr>
              </a:p>
            </p:txBody>
          </p:sp>
          <p:sp>
            <p:nvSpPr>
              <p:cNvPr id="44" name="node01.item-004.body.item-002.paragraph"/>
              <p:cNvSpPr/>
              <p:nvPr/>
            </p:nvSpPr>
            <p:spPr>
              <a:xfrm>
                <a:off x="9105900" y="2362200"/>
                <a:ext cx="2209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How to book, what to expect</a:t>
                </a:r>
                <a:endParaRPr lang="en-US" sz="1200" spc="0" kern="0" b="0" i="0" dirty="0">
                  <a:solidFill>
                    <a:srgbClr val="50658E"/>
                  </a:solidFill>
                  <a:latin typeface="IBM Plex Sans"/>
                  <a:ea typeface="IBM Plex Sans"/>
                  <a:cs typeface="IBM Plex Sans"/>
                </a:endParaRPr>
              </a:p>
            </p:txBody>
          </p:sp>
          <p:sp>
            <p:nvSpPr>
              <p:cNvPr id="45" name="node01.item-004.body.item-003.label"/>
              <p:cNvSpPr/>
              <p:nvPr/>
            </p:nvSpPr>
            <p:spPr>
              <a:xfrm>
                <a:off x="9105900" y="2628900"/>
                <a:ext cx="2209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CHANNEL</a:t>
                </a:r>
                <a:endParaRPr lang="en-US" sz="900" spc="54" kern="0" b="0" i="0" dirty="0">
                  <a:solidFill>
                    <a:srgbClr val="0047FF"/>
                  </a:solidFill>
                  <a:latin typeface="IBM Plex Mono Medium"/>
                  <a:ea typeface="IBM Plex Mono Medium"/>
                  <a:cs typeface="IBM Plex Mono Medium"/>
                </a:endParaRPr>
              </a:p>
            </p:txBody>
          </p:sp>
          <p:sp>
            <p:nvSpPr>
              <p:cNvPr id="46" name="node01.item-004.body.item-004.paragraph"/>
              <p:cNvSpPr/>
              <p:nvPr/>
            </p:nvSpPr>
            <p:spPr>
              <a:xfrm>
                <a:off x="9105900" y="2819400"/>
                <a:ext cx="2209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Email, text, lobby signs</a:t>
                </a:r>
                <a:endParaRPr lang="en-US" sz="1200" spc="0" kern="0" b="0" i="0" dirty="0">
                  <a:solidFill>
                    <a:srgbClr val="50658E"/>
                  </a:solidFill>
                  <a:latin typeface="IBM Plex Sans"/>
                  <a:ea typeface="IBM Plex Sans"/>
                  <a:cs typeface="IBM Plex Sans"/>
                </a:endParaRPr>
              </a:p>
            </p:txBody>
          </p:sp>
          <p:sp>
            <p:nvSpPr>
              <p:cNvPr id="47" name="node01.item-004.body.item-005.label"/>
              <p:cNvSpPr/>
              <p:nvPr/>
            </p:nvSpPr>
            <p:spPr>
              <a:xfrm>
                <a:off x="9105900" y="3086100"/>
                <a:ext cx="2209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CADENCE</a:t>
                </a:r>
                <a:endParaRPr lang="en-US" sz="900" spc="54" kern="0" b="0" i="0" dirty="0">
                  <a:solidFill>
                    <a:srgbClr val="0047FF"/>
                  </a:solidFill>
                  <a:latin typeface="IBM Plex Mono Medium"/>
                  <a:ea typeface="IBM Plex Mono Medium"/>
                  <a:cs typeface="IBM Plex Mono Medium"/>
                </a:endParaRPr>
              </a:p>
            </p:txBody>
          </p:sp>
          <p:sp>
            <p:nvSpPr>
              <p:cNvPr id="48" name="node01.item-004.body.item-006.paragraph"/>
              <p:cNvSpPr/>
              <p:nvPr/>
            </p:nvSpPr>
            <p:spPr>
              <a:xfrm>
                <a:off x="9105900" y="3276600"/>
                <a:ext cx="2209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From T-4 weeks</a:t>
                </a:r>
                <a:endParaRPr lang="en-US" sz="1200" spc="0" kern="0" b="0" i="0" dirty="0">
                  <a:solidFill>
                    <a:srgbClr val="50658E"/>
                  </a:solidFill>
                  <a:latin typeface="IBM Plex Sans"/>
                  <a:ea typeface="IBM Plex Sans"/>
                  <a:cs typeface="IBM Plex Sans"/>
                </a:endParaRPr>
              </a:p>
            </p:txBody>
          </p:sp>
          <p:sp>
            <p:nvSpPr>
              <p:cNvPr id="49" name="node01.item-004.body.item-007.label"/>
              <p:cNvSpPr/>
              <p:nvPr/>
            </p:nvSpPr>
            <p:spPr>
              <a:xfrm>
                <a:off x="9105900" y="3543300"/>
                <a:ext cx="2209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OWNER</a:t>
                </a:r>
                <a:endParaRPr lang="en-US" sz="900" spc="54" kern="0" b="0" i="0" dirty="0">
                  <a:solidFill>
                    <a:srgbClr val="0047FF"/>
                  </a:solidFill>
                  <a:latin typeface="IBM Plex Mono Medium"/>
                  <a:ea typeface="IBM Plex Mono Medium"/>
                  <a:cs typeface="IBM Plex Mono Medium"/>
                </a:endParaRPr>
              </a:p>
            </p:txBody>
          </p:sp>
          <p:sp>
            <p:nvSpPr>
              <p:cNvPr id="50" name="node01.item-004.body.item-008.paragraph"/>
              <p:cNvSpPr/>
              <p:nvPr/>
            </p:nvSpPr>
            <p:spPr>
              <a:xfrm>
                <a:off x="9105900" y="3733800"/>
                <a:ext cx="2209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Patient experience</a:t>
                </a:r>
                <a:endParaRPr lang="en-US" sz="1200" spc="0" kern="0" b="0" i="0" dirty="0">
                  <a:solidFill>
                    <a:srgbClr val="50658E"/>
                  </a:solidFill>
                  <a:latin typeface="IBM Plex Sans"/>
                  <a:ea typeface="IBM Plex Sans"/>
                  <a:cs typeface="IBM Plex Sans"/>
                </a:endParaRPr>
              </a:p>
            </p:txBody>
          </p:sp>
        </p:grpSp>
      </p:grpSp>
      <p:grpSp>
        <p:nvGrpSpPr>
          <p:cNvPr id="58" name="node02"/>
          <p:cNvGrpSpPr/>
          <p:nvPr/>
        </p:nvGrpSpPr>
        <p:grpSpPr>
          <a:xfrm>
            <a:off x="723900" y="5029200"/>
            <a:ext cx="10744200" cy="685800"/>
            <a:chOff x="723900" y="5029200"/>
            <a:chExt cx="10744200" cy="685800"/>
          </a:xfrm>
        </p:grpSpPr>
        <p:sp>
          <p:nvSpPr>
            <p:cNvPr id="51" name="node02.container"/>
            <p:cNvSpPr/>
            <p:nvPr/>
          </p:nvSpPr>
          <p:spPr>
            <a:xfrm>
              <a:off x="730250" y="5035550"/>
              <a:ext cx="10731500" cy="673100"/>
            </a:xfrm>
            <a:prstGeom prst="rect">
              <a:avLst/>
            </a:prstGeom>
            <a:solidFill>
              <a:srgbClr val="FFFFFF"/>
            </a:solidFill>
            <a:ln w="12700">
              <a:solidFill>
                <a:srgbClr val="CED7E6"/>
              </a:solidFill>
              <a:prstDash val="solid"/>
            </a:ln>
          </p:spPr>
        </p:sp>
        <p:sp>
          <p:nvSpPr>
            <p:cNvPr id="52" name="node02.title"/>
            <p:cNvSpPr/>
            <p:nvPr/>
          </p:nvSpPr>
          <p:spPr>
            <a:xfrm>
              <a:off x="876300" y="5181600"/>
              <a:ext cx="104394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Rule: staff hear from their own manager first.</a:t>
              </a:r>
              <a:endParaRPr lang="en-US" sz="1800" spc="-18" kern="0" b="0" i="0" dirty="0">
                <a:solidFill>
                  <a:srgbClr val="070154"/>
                </a:solidFill>
                <a:latin typeface="IBM Plex Sans SemiBold"/>
                <a:ea typeface="IBM Plex Sans SemiBold"/>
                <a:cs typeface="IBM Plex Sans SemiBold"/>
              </a:endParaRPr>
            </a:p>
          </p:txBody>
        </p:sp>
      </p:gr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ource-140">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FREQUENTLY ASKED QUESTIONS</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Six questions staff ask, with straight answers</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Northfield Health System change team, Sep 2026.</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29</a:t>
            </a:fld>
            <a:endParaRPr lang="en-US" sz="700" spc="0" kern="0" b="0" i="0" dirty="0">
              <a:solidFill>
                <a:srgbClr val="070154"/>
              </a:solidFill>
              <a:latin typeface="IBM Plex Mono SemiBold"/>
              <a:ea typeface="IBM Plex Mono SemiBold"/>
              <a:cs typeface="IBM Plex Mono SemiBold"/>
            </a:endParaRPr>
          </a:p>
        </p:txBody>
      </p:sp>
      <p:grpSp>
        <p:nvGrpSpPr>
          <p:cNvPr id="46" name="node01"/>
          <p:cNvGrpSpPr/>
          <p:nvPr/>
        </p:nvGrpSpPr>
        <p:grpSpPr>
          <a:xfrm>
            <a:off x="723900" y="1600200"/>
            <a:ext cx="10744200" cy="1905000"/>
            <a:chOff x="723900" y="1600200"/>
            <a:chExt cx="10744200" cy="1905000"/>
          </a:xfrm>
        </p:grpSpPr>
        <p:grpSp>
          <p:nvGrpSpPr>
            <p:cNvPr id="43" name="node01.item-001"/>
            <p:cNvGrpSpPr/>
            <p:nvPr/>
          </p:nvGrpSpPr>
          <p:grpSpPr>
            <a:xfrm>
              <a:off x="723900" y="1600200"/>
              <a:ext cx="3429000" cy="1905000"/>
              <a:chOff x="723900" y="1600200"/>
              <a:chExt cx="3429000" cy="1905000"/>
            </a:xfrm>
          </p:grpSpPr>
          <p:sp>
            <p:nvSpPr>
              <p:cNvPr id="7" name="node01.item-001.container"/>
              <p:cNvSpPr/>
              <p:nvPr/>
            </p:nvSpPr>
            <p:spPr>
              <a:xfrm>
                <a:off x="723900" y="1600200"/>
                <a:ext cx="3429000" cy="1905000"/>
              </a:xfrm>
              <a:prstGeom prst="rect">
                <a:avLst/>
              </a:prstGeom>
              <a:solidFill>
                <a:srgbClr val="E8EEF8"/>
              </a:solidFill>
              <a:ln>
                <a:noFill/>
              </a:ln>
            </p:spPr>
          </p:sp>
          <p:sp>
            <p:nvSpPr>
              <p:cNvPr id="8" name="node01.item-001.number"/>
              <p:cNvSpPr/>
              <p:nvPr/>
            </p:nvSpPr>
            <p:spPr>
              <a:xfrm>
                <a:off x="876300" y="17526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01</a:t>
                </a:r>
                <a:endParaRPr lang="en-US" sz="1800" spc="0" kern="0" b="0" i="0" dirty="0">
                  <a:solidFill>
                    <a:srgbClr val="0047FF"/>
                  </a:solidFill>
                  <a:latin typeface="IBM Plex Mono SemiBold"/>
                  <a:ea typeface="IBM Plex Mono SemiBold"/>
                  <a:cs typeface="IBM Plex Mono SemiBold"/>
                </a:endParaRPr>
              </a:p>
            </p:txBody>
          </p:sp>
          <p:sp>
            <p:nvSpPr>
              <p:cNvPr id="9" name="node01.item-001.title"/>
              <p:cNvSpPr/>
              <p:nvPr/>
            </p:nvSpPr>
            <p:spPr>
              <a:xfrm>
                <a:off x="1276350" y="1752600"/>
                <a:ext cx="272415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047FF"/>
                    </a:solidFill>
                    <a:latin typeface="IBM Plex Sans SemiBold"/>
                    <a:ea typeface="IBM Plex Sans SemiBold"/>
                    <a:cs typeface="IBM Plex Sans SemiBold"/>
                  </a:rPr>
                  <a:t>Will I lose my job?</a:t>
                </a:r>
                <a:endParaRPr lang="en-US" sz="1800" spc="-18" kern="0" b="0" i="0" dirty="0">
                  <a:solidFill>
                    <a:srgbClr val="0047FF"/>
                  </a:solidFill>
                  <a:latin typeface="IBM Plex Sans SemiBold"/>
                  <a:ea typeface="IBM Plex Sans SemiBold"/>
                  <a:cs typeface="IBM Plex Sans SemiBold"/>
                </a:endParaRPr>
              </a:p>
            </p:txBody>
          </p:sp>
          <p:sp>
            <p:nvSpPr>
              <p:cNvPr id="10" name="node01.item-001.body.item-001.paragraph"/>
              <p:cNvSpPr/>
              <p:nvPr/>
            </p:nvSpPr>
            <p:spPr>
              <a:xfrm>
                <a:off x="876300" y="2171700"/>
                <a:ext cx="31242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No roles are eliminated. Some tasks move; the role cards show which.</a:t>
                </a:r>
                <a:endParaRPr lang="en-US" sz="1200" spc="0" kern="0" b="0" i="0" dirty="0">
                  <a:solidFill>
                    <a:srgbClr val="50658E"/>
                  </a:solidFill>
                  <a:latin typeface="IBM Plex Sans"/>
                  <a:ea typeface="IBM Plex Sans"/>
                  <a:cs typeface="IBM Plex Sans"/>
                </a:endParaRPr>
              </a:p>
            </p:txBody>
          </p:sp>
          <p:sp>
            <p:nvSpPr>
              <p:cNvPr id="11" name="node01.item-001.body.item-002.label"/>
              <p:cNvSpPr/>
              <p:nvPr/>
            </p:nvSpPr>
            <p:spPr>
              <a:xfrm>
                <a:off x="876300" y="2667000"/>
                <a:ext cx="3124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WHERE TO LOOK</a:t>
                </a:r>
                <a:endParaRPr lang="en-US" sz="900" spc="54" kern="0" b="0" i="0" dirty="0">
                  <a:solidFill>
                    <a:srgbClr val="0047FF"/>
                  </a:solidFill>
                  <a:latin typeface="IBM Plex Mono Medium"/>
                  <a:ea typeface="IBM Plex Mono Medium"/>
                  <a:cs typeface="IBM Plex Mono Medium"/>
                </a:endParaRPr>
              </a:p>
            </p:txBody>
          </p:sp>
          <p:sp>
            <p:nvSpPr>
              <p:cNvPr id="12" name="node01.item-001.body.item-003.paragraph"/>
              <p:cNvSpPr/>
              <p:nvPr/>
            </p:nvSpPr>
            <p:spPr>
              <a:xfrm>
                <a:off x="876300" y="2857500"/>
                <a:ext cx="3124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Role cards on the intranet</a:t>
                </a:r>
                <a:endParaRPr lang="en-US" sz="1200" spc="0" kern="0" b="0" i="0" dirty="0">
                  <a:solidFill>
                    <a:srgbClr val="50658E"/>
                  </a:solidFill>
                  <a:latin typeface="IBM Plex Sans"/>
                  <a:ea typeface="IBM Plex Sans"/>
                  <a:cs typeface="IBM Plex Sans"/>
                </a:endParaRPr>
              </a:p>
            </p:txBody>
          </p:sp>
        </p:grpSp>
        <p:grpSp>
          <p:nvGrpSpPr>
            <p:cNvPr id="44" name="node01.item-002"/>
            <p:cNvGrpSpPr/>
            <p:nvPr/>
          </p:nvGrpSpPr>
          <p:grpSpPr>
            <a:xfrm>
              <a:off x="4381500" y="1600200"/>
              <a:ext cx="3429000" cy="1905000"/>
              <a:chOff x="4381500" y="1600200"/>
              <a:chExt cx="3429000" cy="1905000"/>
            </a:xfrm>
          </p:grpSpPr>
          <p:sp>
            <p:nvSpPr>
              <p:cNvPr id="13" name="node01.item-002.container"/>
              <p:cNvSpPr/>
              <p:nvPr/>
            </p:nvSpPr>
            <p:spPr>
              <a:xfrm>
                <a:off x="4381500" y="1600200"/>
                <a:ext cx="3429000" cy="1905000"/>
              </a:xfrm>
              <a:prstGeom prst="rect">
                <a:avLst/>
              </a:prstGeom>
              <a:solidFill>
                <a:srgbClr val="E8EEF8"/>
              </a:solidFill>
              <a:ln>
                <a:noFill/>
              </a:ln>
            </p:spPr>
          </p:sp>
          <p:sp>
            <p:nvSpPr>
              <p:cNvPr id="14" name="node01.item-002.number"/>
              <p:cNvSpPr/>
              <p:nvPr/>
            </p:nvSpPr>
            <p:spPr>
              <a:xfrm>
                <a:off x="4533900" y="17526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02</a:t>
                </a:r>
                <a:endParaRPr lang="en-US" sz="1800" spc="0" kern="0" b="0" i="0" dirty="0">
                  <a:solidFill>
                    <a:srgbClr val="0047FF"/>
                  </a:solidFill>
                  <a:latin typeface="IBM Plex Mono SemiBold"/>
                  <a:ea typeface="IBM Plex Mono SemiBold"/>
                  <a:cs typeface="IBM Plex Mono SemiBold"/>
                </a:endParaRPr>
              </a:p>
            </p:txBody>
          </p:sp>
          <p:sp>
            <p:nvSpPr>
              <p:cNvPr id="15" name="node01.item-002.title"/>
              <p:cNvSpPr/>
              <p:nvPr/>
            </p:nvSpPr>
            <p:spPr>
              <a:xfrm>
                <a:off x="4933950" y="1752600"/>
                <a:ext cx="272415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047FF"/>
                    </a:solidFill>
                    <a:latin typeface="IBM Plex Sans SemiBold"/>
                    <a:ea typeface="IBM Plex Sans SemiBold"/>
                    <a:cs typeface="IBM Plex Sans SemiBold"/>
                  </a:rPr>
                  <a:t>When is my training?</a:t>
                </a:r>
                <a:endParaRPr lang="en-US" sz="1800" spc="-18" kern="0" b="0" i="0" dirty="0">
                  <a:solidFill>
                    <a:srgbClr val="0047FF"/>
                  </a:solidFill>
                  <a:latin typeface="IBM Plex Sans SemiBold"/>
                  <a:ea typeface="IBM Plex Sans SemiBold"/>
                  <a:cs typeface="IBM Plex Sans SemiBold"/>
                </a:endParaRPr>
              </a:p>
            </p:txBody>
          </p:sp>
          <p:sp>
            <p:nvSpPr>
              <p:cNvPr id="16" name="node01.item-002.body.item-001.paragraph"/>
              <p:cNvSpPr/>
              <p:nvPr/>
            </p:nvSpPr>
            <p:spPr>
              <a:xfrm>
                <a:off x="4533900" y="2171700"/>
                <a:ext cx="31242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Eight hours in the four weeks before your site goes live, scheduled by your manager.</a:t>
                </a:r>
                <a:endParaRPr lang="en-US" sz="1200" spc="0" kern="0" b="0" i="0" dirty="0">
                  <a:solidFill>
                    <a:srgbClr val="50658E"/>
                  </a:solidFill>
                  <a:latin typeface="IBM Plex Sans"/>
                  <a:ea typeface="IBM Plex Sans"/>
                  <a:cs typeface="IBM Plex Sans"/>
                </a:endParaRPr>
              </a:p>
            </p:txBody>
          </p:sp>
          <p:sp>
            <p:nvSpPr>
              <p:cNvPr id="17" name="node01.item-002.body.item-002.label"/>
              <p:cNvSpPr/>
              <p:nvPr/>
            </p:nvSpPr>
            <p:spPr>
              <a:xfrm>
                <a:off x="4533900" y="2667000"/>
                <a:ext cx="3124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WHERE TO LOOK</a:t>
                </a:r>
                <a:endParaRPr lang="en-US" sz="900" spc="54" kern="0" b="0" i="0" dirty="0">
                  <a:solidFill>
                    <a:srgbClr val="0047FF"/>
                  </a:solidFill>
                  <a:latin typeface="IBM Plex Mono Medium"/>
                  <a:ea typeface="IBM Plex Mono Medium"/>
                  <a:cs typeface="IBM Plex Mono Medium"/>
                </a:endParaRPr>
              </a:p>
            </p:txBody>
          </p:sp>
          <p:sp>
            <p:nvSpPr>
              <p:cNvPr id="18" name="node01.item-002.body.item-003.paragraph"/>
              <p:cNvSpPr/>
              <p:nvPr/>
            </p:nvSpPr>
            <p:spPr>
              <a:xfrm>
                <a:off x="4533900" y="2857500"/>
                <a:ext cx="3124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Your manager's schedule email</a:t>
                </a:r>
                <a:endParaRPr lang="en-US" sz="1200" spc="0" kern="0" b="0" i="0" dirty="0">
                  <a:solidFill>
                    <a:srgbClr val="50658E"/>
                  </a:solidFill>
                  <a:latin typeface="IBM Plex Sans"/>
                  <a:ea typeface="IBM Plex Sans"/>
                  <a:cs typeface="IBM Plex Sans"/>
                </a:endParaRPr>
              </a:p>
            </p:txBody>
          </p:sp>
        </p:grpSp>
        <p:grpSp>
          <p:nvGrpSpPr>
            <p:cNvPr id="45" name="node01.item-003"/>
            <p:cNvGrpSpPr/>
            <p:nvPr/>
          </p:nvGrpSpPr>
          <p:grpSpPr>
            <a:xfrm>
              <a:off x="8039100" y="1600200"/>
              <a:ext cx="3429000" cy="1905000"/>
              <a:chOff x="8039100" y="1600200"/>
              <a:chExt cx="3429000" cy="1905000"/>
            </a:xfrm>
          </p:grpSpPr>
          <p:sp>
            <p:nvSpPr>
              <p:cNvPr id="19" name="node01.item-003.container"/>
              <p:cNvSpPr/>
              <p:nvPr/>
            </p:nvSpPr>
            <p:spPr>
              <a:xfrm>
                <a:off x="8039100" y="1600200"/>
                <a:ext cx="3429000" cy="1905000"/>
              </a:xfrm>
              <a:prstGeom prst="rect">
                <a:avLst/>
              </a:prstGeom>
              <a:solidFill>
                <a:srgbClr val="E8EEF8"/>
              </a:solidFill>
              <a:ln>
                <a:noFill/>
              </a:ln>
            </p:spPr>
          </p:sp>
          <p:sp>
            <p:nvSpPr>
              <p:cNvPr id="20" name="node01.item-003.number"/>
              <p:cNvSpPr/>
              <p:nvPr/>
            </p:nvSpPr>
            <p:spPr>
              <a:xfrm>
                <a:off x="8191500" y="17526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03</a:t>
                </a:r>
                <a:endParaRPr lang="en-US" sz="1800" spc="0" kern="0" b="0" i="0" dirty="0">
                  <a:solidFill>
                    <a:srgbClr val="0047FF"/>
                  </a:solidFill>
                  <a:latin typeface="IBM Plex Mono SemiBold"/>
                  <a:ea typeface="IBM Plex Mono SemiBold"/>
                  <a:cs typeface="IBM Plex Mono SemiBold"/>
                </a:endParaRPr>
              </a:p>
            </p:txBody>
          </p:sp>
          <p:sp>
            <p:nvSpPr>
              <p:cNvPr id="21" name="node01.item-003.title"/>
              <p:cNvSpPr/>
              <p:nvPr/>
            </p:nvSpPr>
            <p:spPr>
              <a:xfrm>
                <a:off x="8591550" y="1752600"/>
                <a:ext cx="272415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047FF"/>
                    </a:solidFill>
                    <a:latin typeface="IBM Plex Sans SemiBold"/>
                    <a:ea typeface="IBM Plex Sans SemiBold"/>
                    <a:cs typeface="IBM Plex Sans SemiBold"/>
                  </a:rPr>
                  <a:t>If the system is down?</a:t>
                </a:r>
                <a:endParaRPr lang="en-US" sz="1800" spc="-18" kern="0" b="0" i="0" dirty="0">
                  <a:solidFill>
                    <a:srgbClr val="0047FF"/>
                  </a:solidFill>
                  <a:latin typeface="IBM Plex Sans SemiBold"/>
                  <a:ea typeface="IBM Plex Sans SemiBold"/>
                  <a:cs typeface="IBM Plex Sans SemiBold"/>
                </a:endParaRPr>
              </a:p>
            </p:txBody>
          </p:sp>
          <p:sp>
            <p:nvSpPr>
              <p:cNvPr id="22" name="node01.item-003.body.item-001.paragraph"/>
              <p:cNvSpPr/>
              <p:nvPr/>
            </p:nvSpPr>
            <p:spPr>
              <a:xfrm>
                <a:off x="8191500" y="2171700"/>
                <a:ext cx="31242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A paper downtime kit and a hotline run for the first two weeks.</a:t>
                </a:r>
                <a:endParaRPr lang="en-US" sz="1200" spc="0" kern="0" b="0" i="0" dirty="0">
                  <a:solidFill>
                    <a:srgbClr val="50658E"/>
                  </a:solidFill>
                  <a:latin typeface="IBM Plex Sans"/>
                  <a:ea typeface="IBM Plex Sans"/>
                  <a:cs typeface="IBM Plex Sans"/>
                </a:endParaRPr>
              </a:p>
            </p:txBody>
          </p:sp>
          <p:sp>
            <p:nvSpPr>
              <p:cNvPr id="23" name="node01.item-003.body.item-002.label"/>
              <p:cNvSpPr/>
              <p:nvPr/>
            </p:nvSpPr>
            <p:spPr>
              <a:xfrm>
                <a:off x="8191500" y="2667000"/>
                <a:ext cx="3124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WHERE TO LOOK</a:t>
                </a:r>
                <a:endParaRPr lang="en-US" sz="900" spc="54" kern="0" b="0" i="0" dirty="0">
                  <a:solidFill>
                    <a:srgbClr val="0047FF"/>
                  </a:solidFill>
                  <a:latin typeface="IBM Plex Mono Medium"/>
                  <a:ea typeface="IBM Plex Mono Medium"/>
                  <a:cs typeface="IBM Plex Mono Medium"/>
                </a:endParaRPr>
              </a:p>
            </p:txBody>
          </p:sp>
          <p:sp>
            <p:nvSpPr>
              <p:cNvPr id="24" name="node01.item-003.body.item-003.paragraph"/>
              <p:cNvSpPr/>
              <p:nvPr/>
            </p:nvSpPr>
            <p:spPr>
              <a:xfrm>
                <a:off x="8191500" y="2857500"/>
                <a:ext cx="3124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Downtime kit at every desk</a:t>
                </a:r>
                <a:endParaRPr lang="en-US" sz="1200" spc="0" kern="0" b="0" i="0" dirty="0">
                  <a:solidFill>
                    <a:srgbClr val="50658E"/>
                  </a:solidFill>
                  <a:latin typeface="IBM Plex Sans"/>
                  <a:ea typeface="IBM Plex Sans"/>
                  <a:cs typeface="IBM Plex Sans"/>
                </a:endParaRPr>
              </a:p>
            </p:txBody>
          </p:sp>
        </p:grpSp>
      </p:grpSp>
      <p:grpSp>
        <p:nvGrpSpPr>
          <p:cNvPr id="50" name="node02"/>
          <p:cNvGrpSpPr/>
          <p:nvPr/>
        </p:nvGrpSpPr>
        <p:grpSpPr>
          <a:xfrm>
            <a:off x="723900" y="3733800"/>
            <a:ext cx="10744200" cy="1905000"/>
            <a:chOff x="723900" y="3733800"/>
            <a:chExt cx="10744200" cy="1905000"/>
          </a:xfrm>
        </p:grpSpPr>
        <p:grpSp>
          <p:nvGrpSpPr>
            <p:cNvPr id="47" name="node02.item-001"/>
            <p:cNvGrpSpPr/>
            <p:nvPr/>
          </p:nvGrpSpPr>
          <p:grpSpPr>
            <a:xfrm>
              <a:off x="723900" y="3733800"/>
              <a:ext cx="3429000" cy="1905000"/>
              <a:chOff x="723900" y="3733800"/>
              <a:chExt cx="3429000" cy="1905000"/>
            </a:xfrm>
          </p:grpSpPr>
          <p:sp>
            <p:nvSpPr>
              <p:cNvPr id="25" name="node02.item-001.container"/>
              <p:cNvSpPr/>
              <p:nvPr/>
            </p:nvSpPr>
            <p:spPr>
              <a:xfrm>
                <a:off x="723900" y="3733800"/>
                <a:ext cx="3429000" cy="1905000"/>
              </a:xfrm>
              <a:prstGeom prst="rect">
                <a:avLst/>
              </a:prstGeom>
              <a:solidFill>
                <a:srgbClr val="E8EEF8"/>
              </a:solidFill>
              <a:ln>
                <a:noFill/>
              </a:ln>
            </p:spPr>
          </p:sp>
          <p:sp>
            <p:nvSpPr>
              <p:cNvPr id="26" name="node02.item-001.number"/>
              <p:cNvSpPr/>
              <p:nvPr/>
            </p:nvSpPr>
            <p:spPr>
              <a:xfrm>
                <a:off x="876300" y="38862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04</a:t>
                </a:r>
                <a:endParaRPr lang="en-US" sz="1800" spc="0" kern="0" b="0" i="0" dirty="0">
                  <a:solidFill>
                    <a:srgbClr val="0047FF"/>
                  </a:solidFill>
                  <a:latin typeface="IBM Plex Mono SemiBold"/>
                  <a:ea typeface="IBM Plex Mono SemiBold"/>
                  <a:cs typeface="IBM Plex Mono SemiBold"/>
                </a:endParaRPr>
              </a:p>
            </p:txBody>
          </p:sp>
          <p:sp>
            <p:nvSpPr>
              <p:cNvPr id="27" name="node02.item-001.title"/>
              <p:cNvSpPr/>
              <p:nvPr/>
            </p:nvSpPr>
            <p:spPr>
              <a:xfrm>
                <a:off x="1276350" y="3886200"/>
                <a:ext cx="272415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047FF"/>
                    </a:solidFill>
                    <a:latin typeface="IBM Plex Sans SemiBold"/>
                    <a:ea typeface="IBM Plex Sans SemiBold"/>
                    <a:cs typeface="IBM Plex Sans SemiBold"/>
                  </a:rPr>
                  <a:t>Who do I call?</a:t>
                </a:r>
                <a:endParaRPr lang="en-US" sz="1800" spc="-18" kern="0" b="0" i="0" dirty="0">
                  <a:solidFill>
                    <a:srgbClr val="0047FF"/>
                  </a:solidFill>
                  <a:latin typeface="IBM Plex Sans SemiBold"/>
                  <a:ea typeface="IBM Plex Sans SemiBold"/>
                  <a:cs typeface="IBM Plex Sans SemiBold"/>
                </a:endParaRPr>
              </a:p>
            </p:txBody>
          </p:sp>
          <p:sp>
            <p:nvSpPr>
              <p:cNvPr id="28" name="node02.item-001.body.item-001.paragraph"/>
              <p:cNvSpPr/>
              <p:nvPr/>
            </p:nvSpPr>
            <p:spPr>
              <a:xfrm>
                <a:off x="876300" y="4305300"/>
                <a:ext cx="31242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Your floor-walker first, then the service desk hotline.</a:t>
                </a:r>
                <a:endParaRPr lang="en-US" sz="1200" spc="0" kern="0" b="0" i="0" dirty="0">
                  <a:solidFill>
                    <a:srgbClr val="50658E"/>
                  </a:solidFill>
                  <a:latin typeface="IBM Plex Sans"/>
                  <a:ea typeface="IBM Plex Sans"/>
                  <a:cs typeface="IBM Plex Sans"/>
                </a:endParaRPr>
              </a:p>
            </p:txBody>
          </p:sp>
          <p:sp>
            <p:nvSpPr>
              <p:cNvPr id="29" name="node02.item-001.body.item-002.label"/>
              <p:cNvSpPr/>
              <p:nvPr/>
            </p:nvSpPr>
            <p:spPr>
              <a:xfrm>
                <a:off x="876300" y="4800600"/>
                <a:ext cx="3124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WHERE TO LOOK</a:t>
                </a:r>
                <a:endParaRPr lang="en-US" sz="900" spc="54" kern="0" b="0" i="0" dirty="0">
                  <a:solidFill>
                    <a:srgbClr val="0047FF"/>
                  </a:solidFill>
                  <a:latin typeface="IBM Plex Mono Medium"/>
                  <a:ea typeface="IBM Plex Mono Medium"/>
                  <a:cs typeface="IBM Plex Mono Medium"/>
                </a:endParaRPr>
              </a:p>
            </p:txBody>
          </p:sp>
          <p:sp>
            <p:nvSpPr>
              <p:cNvPr id="30" name="node02.item-001.body.item-003.paragraph"/>
              <p:cNvSpPr/>
              <p:nvPr/>
            </p:nvSpPr>
            <p:spPr>
              <a:xfrm>
                <a:off x="876300" y="4991100"/>
                <a:ext cx="3124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Number on the huddle card</a:t>
                </a:r>
                <a:endParaRPr lang="en-US" sz="1200" spc="0" kern="0" b="0" i="0" dirty="0">
                  <a:solidFill>
                    <a:srgbClr val="50658E"/>
                  </a:solidFill>
                  <a:latin typeface="IBM Plex Sans"/>
                  <a:ea typeface="IBM Plex Sans"/>
                  <a:cs typeface="IBM Plex Sans"/>
                </a:endParaRPr>
              </a:p>
            </p:txBody>
          </p:sp>
        </p:grpSp>
        <p:grpSp>
          <p:nvGrpSpPr>
            <p:cNvPr id="48" name="node02.item-002"/>
            <p:cNvGrpSpPr/>
            <p:nvPr/>
          </p:nvGrpSpPr>
          <p:grpSpPr>
            <a:xfrm>
              <a:off x="4381500" y="3733800"/>
              <a:ext cx="3429000" cy="1905000"/>
              <a:chOff x="4381500" y="3733800"/>
              <a:chExt cx="3429000" cy="1905000"/>
            </a:xfrm>
          </p:grpSpPr>
          <p:sp>
            <p:nvSpPr>
              <p:cNvPr id="31" name="node02.item-002.container"/>
              <p:cNvSpPr/>
              <p:nvPr/>
            </p:nvSpPr>
            <p:spPr>
              <a:xfrm>
                <a:off x="4381500" y="3733800"/>
                <a:ext cx="3429000" cy="1905000"/>
              </a:xfrm>
              <a:prstGeom prst="rect">
                <a:avLst/>
              </a:prstGeom>
              <a:solidFill>
                <a:srgbClr val="E8EEF8"/>
              </a:solidFill>
              <a:ln>
                <a:noFill/>
              </a:ln>
            </p:spPr>
          </p:sp>
          <p:sp>
            <p:nvSpPr>
              <p:cNvPr id="32" name="node02.item-002.number"/>
              <p:cNvSpPr/>
              <p:nvPr/>
            </p:nvSpPr>
            <p:spPr>
              <a:xfrm>
                <a:off x="4533900" y="38862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05</a:t>
                </a:r>
                <a:endParaRPr lang="en-US" sz="1800" spc="0" kern="0" b="0" i="0" dirty="0">
                  <a:solidFill>
                    <a:srgbClr val="0047FF"/>
                  </a:solidFill>
                  <a:latin typeface="IBM Plex Mono SemiBold"/>
                  <a:ea typeface="IBM Plex Mono SemiBold"/>
                  <a:cs typeface="IBM Plex Mono SemiBold"/>
                </a:endParaRPr>
              </a:p>
            </p:txBody>
          </p:sp>
          <p:sp>
            <p:nvSpPr>
              <p:cNvPr id="33" name="node02.item-002.title"/>
              <p:cNvSpPr/>
              <p:nvPr/>
            </p:nvSpPr>
            <p:spPr>
              <a:xfrm>
                <a:off x="4933950" y="3886200"/>
                <a:ext cx="272415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047FF"/>
                    </a:solidFill>
                    <a:latin typeface="IBM Plex Sans SemiBold"/>
                    <a:ea typeface="IBM Plex Sans SemiBold"/>
                    <a:cs typeface="IBM Plex Sans SemiBold"/>
                  </a:rPr>
                  <a:t>Keep my old templates?</a:t>
                </a:r>
                <a:endParaRPr lang="en-US" sz="1800" spc="-18" kern="0" b="0" i="0" dirty="0">
                  <a:solidFill>
                    <a:srgbClr val="0047FF"/>
                  </a:solidFill>
                  <a:latin typeface="IBM Plex Sans SemiBold"/>
                  <a:ea typeface="IBM Plex Sans SemiBold"/>
                  <a:cs typeface="IBM Plex Sans SemiBold"/>
                </a:endParaRPr>
              </a:p>
            </p:txBody>
          </p:sp>
          <p:sp>
            <p:nvSpPr>
              <p:cNvPr id="34" name="node02.item-002.body.item-001.paragraph"/>
              <p:cNvSpPr/>
              <p:nvPr/>
            </p:nvSpPr>
            <p:spPr>
              <a:xfrm>
                <a:off x="4533900" y="4305300"/>
                <a:ext cx="31242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Templates are rebuilt once by each clinic; your lead signs off.</a:t>
                </a:r>
                <a:endParaRPr lang="en-US" sz="1200" spc="0" kern="0" b="0" i="0" dirty="0">
                  <a:solidFill>
                    <a:srgbClr val="50658E"/>
                  </a:solidFill>
                  <a:latin typeface="IBM Plex Sans"/>
                  <a:ea typeface="IBM Plex Sans"/>
                  <a:cs typeface="IBM Plex Sans"/>
                </a:endParaRPr>
              </a:p>
            </p:txBody>
          </p:sp>
          <p:sp>
            <p:nvSpPr>
              <p:cNvPr id="35" name="node02.item-002.body.item-002.label"/>
              <p:cNvSpPr/>
              <p:nvPr/>
            </p:nvSpPr>
            <p:spPr>
              <a:xfrm>
                <a:off x="4533900" y="4800600"/>
                <a:ext cx="3124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WHERE TO LOOK</a:t>
                </a:r>
                <a:endParaRPr lang="en-US" sz="900" spc="54" kern="0" b="0" i="0" dirty="0">
                  <a:solidFill>
                    <a:srgbClr val="0047FF"/>
                  </a:solidFill>
                  <a:latin typeface="IBM Plex Mono Medium"/>
                  <a:ea typeface="IBM Plex Mono Medium"/>
                  <a:cs typeface="IBM Plex Mono Medium"/>
                </a:endParaRPr>
              </a:p>
            </p:txBody>
          </p:sp>
          <p:sp>
            <p:nvSpPr>
              <p:cNvPr id="36" name="node02.item-002.body.item-003.paragraph"/>
              <p:cNvSpPr/>
              <p:nvPr/>
            </p:nvSpPr>
            <p:spPr>
              <a:xfrm>
                <a:off x="4533900" y="4991100"/>
                <a:ext cx="3124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Template sign-off sheet</a:t>
                </a:r>
                <a:endParaRPr lang="en-US" sz="1200" spc="0" kern="0" b="0" i="0" dirty="0">
                  <a:solidFill>
                    <a:srgbClr val="50658E"/>
                  </a:solidFill>
                  <a:latin typeface="IBM Plex Sans"/>
                  <a:ea typeface="IBM Plex Sans"/>
                  <a:cs typeface="IBM Plex Sans"/>
                </a:endParaRPr>
              </a:p>
            </p:txBody>
          </p:sp>
        </p:grpSp>
        <p:grpSp>
          <p:nvGrpSpPr>
            <p:cNvPr id="49" name="node02.item-003"/>
            <p:cNvGrpSpPr/>
            <p:nvPr/>
          </p:nvGrpSpPr>
          <p:grpSpPr>
            <a:xfrm>
              <a:off x="8039100" y="3733800"/>
              <a:ext cx="3429000" cy="1905000"/>
              <a:chOff x="8039100" y="3733800"/>
              <a:chExt cx="3429000" cy="1905000"/>
            </a:xfrm>
          </p:grpSpPr>
          <p:sp>
            <p:nvSpPr>
              <p:cNvPr id="37" name="node02.item-003.container"/>
              <p:cNvSpPr/>
              <p:nvPr/>
            </p:nvSpPr>
            <p:spPr>
              <a:xfrm>
                <a:off x="8039100" y="3733800"/>
                <a:ext cx="3429000" cy="1905000"/>
              </a:xfrm>
              <a:prstGeom prst="rect">
                <a:avLst/>
              </a:prstGeom>
              <a:solidFill>
                <a:srgbClr val="E8EEF8"/>
              </a:solidFill>
              <a:ln>
                <a:noFill/>
              </a:ln>
            </p:spPr>
          </p:sp>
          <p:sp>
            <p:nvSpPr>
              <p:cNvPr id="38" name="node02.item-003.number"/>
              <p:cNvSpPr/>
              <p:nvPr/>
            </p:nvSpPr>
            <p:spPr>
              <a:xfrm>
                <a:off x="8191500" y="38862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06</a:t>
                </a:r>
                <a:endParaRPr lang="en-US" sz="1800" spc="0" kern="0" b="0" i="0" dirty="0">
                  <a:solidFill>
                    <a:srgbClr val="0047FF"/>
                  </a:solidFill>
                  <a:latin typeface="IBM Plex Mono SemiBold"/>
                  <a:ea typeface="IBM Plex Mono SemiBold"/>
                  <a:cs typeface="IBM Plex Mono SemiBold"/>
                </a:endParaRPr>
              </a:p>
            </p:txBody>
          </p:sp>
          <p:sp>
            <p:nvSpPr>
              <p:cNvPr id="39" name="node02.item-003.title"/>
              <p:cNvSpPr/>
              <p:nvPr/>
            </p:nvSpPr>
            <p:spPr>
              <a:xfrm>
                <a:off x="8591550" y="3886200"/>
                <a:ext cx="272415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047FF"/>
                    </a:solidFill>
                    <a:latin typeface="IBM Plex Sans SemiBold"/>
                    <a:ea typeface="IBM Plex Sans SemiBold"/>
                    <a:cs typeface="IBM Plex Sans SemiBold"/>
                  </a:rPr>
                  <a:t>How will patients know?</a:t>
                </a:r>
                <a:endParaRPr lang="en-US" sz="1800" spc="-18" kern="0" b="0" i="0" dirty="0">
                  <a:solidFill>
                    <a:srgbClr val="0047FF"/>
                  </a:solidFill>
                  <a:latin typeface="IBM Plex Sans SemiBold"/>
                  <a:ea typeface="IBM Plex Sans SemiBold"/>
                  <a:cs typeface="IBM Plex Sans SemiBold"/>
                </a:endParaRPr>
              </a:p>
            </p:txBody>
          </p:sp>
          <p:sp>
            <p:nvSpPr>
              <p:cNvPr id="40" name="node02.item-003.body.item-001.paragraph"/>
              <p:cNvSpPr/>
              <p:nvPr/>
            </p:nvSpPr>
            <p:spPr>
              <a:xfrm>
                <a:off x="8191500" y="4305300"/>
                <a:ext cx="31242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Email, text and lobby signs begin four weeks before your site goes live.</a:t>
                </a:r>
                <a:endParaRPr lang="en-US" sz="1200" spc="0" kern="0" b="0" i="0" dirty="0">
                  <a:solidFill>
                    <a:srgbClr val="50658E"/>
                  </a:solidFill>
                  <a:latin typeface="IBM Plex Sans"/>
                  <a:ea typeface="IBM Plex Sans"/>
                  <a:cs typeface="IBM Plex Sans"/>
                </a:endParaRPr>
              </a:p>
            </p:txBody>
          </p:sp>
          <p:sp>
            <p:nvSpPr>
              <p:cNvPr id="41" name="node02.item-003.body.item-002.label"/>
              <p:cNvSpPr/>
              <p:nvPr/>
            </p:nvSpPr>
            <p:spPr>
              <a:xfrm>
                <a:off x="8191500" y="4800600"/>
                <a:ext cx="3124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WHERE TO LOOK</a:t>
                </a:r>
                <a:endParaRPr lang="en-US" sz="900" spc="54" kern="0" b="0" i="0" dirty="0">
                  <a:solidFill>
                    <a:srgbClr val="0047FF"/>
                  </a:solidFill>
                  <a:latin typeface="IBM Plex Mono Medium"/>
                  <a:ea typeface="IBM Plex Mono Medium"/>
                  <a:cs typeface="IBM Plex Mono Medium"/>
                </a:endParaRPr>
              </a:p>
            </p:txBody>
          </p:sp>
          <p:sp>
            <p:nvSpPr>
              <p:cNvPr id="42" name="node02.item-003.body.item-003.paragraph"/>
              <p:cNvSpPr/>
              <p:nvPr/>
            </p:nvSpPr>
            <p:spPr>
              <a:xfrm>
                <a:off x="8191500" y="4991100"/>
                <a:ext cx="3124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Lobby signs and website</a:t>
                </a:r>
                <a:endParaRPr lang="en-US" sz="1200" spc="0" kern="0" b="0" i="0" dirty="0">
                  <a:solidFill>
                    <a:srgbClr val="50658E"/>
                  </a:solidFill>
                  <a:latin typeface="IBM Plex Sans"/>
                  <a:ea typeface="IBM Plex Sans"/>
                  <a:cs typeface="IBM Plex Sans"/>
                </a:endParaRPr>
              </a:p>
            </p:txBody>
          </p:sp>
        </p:grpSp>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ource-141">
    <p:spTree>
      <p:nvGrpSpPr>
        <p:cNvPr id="1" name=""/>
        <p:cNvGrpSpPr/>
        <p:nvPr/>
      </p:nvGrpSpPr>
      <p:grpSpPr>
        <a:xfrm>
          <a:off x="0" y="0"/>
          <a:ext cx="0" cy="0"/>
          <a:chOff x="0" y="0"/>
          <a:chExt cx="0" cy="0"/>
        </a:xfrm>
      </p:grpSpPr>
      <p:sp>
        <p:nvSpPr>
          <p:cNvPr id="3" name="eyebrow"/>
          <p:cNvSpPr/>
          <p:nvPr/>
        </p:nvSpPr>
        <p:spPr>
          <a:xfrm>
            <a:off x="723900" y="457200"/>
            <a:ext cx="70866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KEY MESSAGES</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70866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Three messages every leader repeats</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70866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Northfield Health System communications plan, Sep 2026.</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FFFFFF"/>
                </a:solidFill>
                <a:latin typeface="IBM Plex Mono SemiBold"/>
                <a:ea typeface="IBM Plex Mono SemiBold"/>
                <a:cs typeface="IBM Plex Mono SemiBold"/>
              </a:rPr>
              <a:t>30</a:t>
            </a:fld>
            <a:endParaRPr lang="en-US" sz="700" spc="0" kern="0" b="0" i="0" dirty="0">
              <a:solidFill>
                <a:srgbClr val="FFFFFF"/>
              </a:solidFill>
              <a:latin typeface="IBM Plex Mono SemiBold"/>
              <a:ea typeface="IBM Plex Mono SemiBold"/>
              <a:cs typeface="IBM Plex Mono SemiBold"/>
            </a:endParaRPr>
          </a:p>
        </p:txBody>
      </p:sp>
      <p:grpSp>
        <p:nvGrpSpPr>
          <p:cNvPr id="35" name="node01"/>
          <p:cNvGrpSpPr/>
          <p:nvPr/>
        </p:nvGrpSpPr>
        <p:grpSpPr>
          <a:xfrm>
            <a:off x="723900" y="1600200"/>
            <a:ext cx="7086600" cy="3200400"/>
            <a:chOff x="723900" y="1600200"/>
            <a:chExt cx="7086600" cy="3200400"/>
          </a:xfrm>
        </p:grpSpPr>
        <p:grpSp>
          <p:nvGrpSpPr>
            <p:cNvPr id="32" name="node01.item-001"/>
            <p:cNvGrpSpPr/>
            <p:nvPr/>
          </p:nvGrpSpPr>
          <p:grpSpPr>
            <a:xfrm>
              <a:off x="723900" y="1600200"/>
              <a:ext cx="2209800" cy="3200400"/>
              <a:chOff x="723900" y="1600200"/>
              <a:chExt cx="2209800" cy="3200400"/>
            </a:xfrm>
          </p:grpSpPr>
          <p:sp>
            <p:nvSpPr>
              <p:cNvPr id="7" name="node01.item-001.container"/>
              <p:cNvSpPr/>
              <p:nvPr/>
            </p:nvSpPr>
            <p:spPr>
              <a:xfrm>
                <a:off x="730250" y="1606550"/>
                <a:ext cx="2197100" cy="3187700"/>
              </a:xfrm>
              <a:prstGeom prst="rect">
                <a:avLst/>
              </a:prstGeom>
              <a:solidFill>
                <a:srgbClr val="FFFFFF"/>
              </a:solidFill>
              <a:ln w="12700">
                <a:solidFill>
                  <a:srgbClr val="CED7E6"/>
                </a:solidFill>
                <a:prstDash val="solid"/>
              </a:ln>
            </p:spPr>
          </p:sp>
          <p:sp>
            <p:nvSpPr>
              <p:cNvPr id="8" name="node01.item-001.band"/>
              <p:cNvSpPr/>
              <p:nvPr/>
            </p:nvSpPr>
            <p:spPr>
              <a:xfrm>
                <a:off x="723900" y="1600200"/>
                <a:ext cx="2209800" cy="609600"/>
              </a:xfrm>
              <a:prstGeom prst="rect">
                <a:avLst/>
              </a:prstGeom>
              <a:solidFill>
                <a:srgbClr val="070154"/>
              </a:solidFill>
              <a:ln>
                <a:noFill/>
              </a:ln>
            </p:spPr>
          </p:sp>
          <p:sp>
            <p:nvSpPr>
              <p:cNvPr id="9" name="node01.item-001.number"/>
              <p:cNvSpPr/>
              <p:nvPr/>
            </p:nvSpPr>
            <p:spPr>
              <a:xfrm>
                <a:off x="876300" y="17526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F900D3"/>
                    </a:solidFill>
                    <a:latin typeface="IBM Plex Mono SemiBold"/>
                    <a:ea typeface="IBM Plex Mono SemiBold"/>
                    <a:cs typeface="IBM Plex Mono SemiBold"/>
                  </a:rPr>
                  <a:t>01</a:t>
                </a:r>
                <a:endParaRPr lang="en-US" sz="1800" spc="0" kern="0" b="0" i="0" dirty="0">
                  <a:solidFill>
                    <a:srgbClr val="F900D3"/>
                  </a:solidFill>
                  <a:latin typeface="IBM Plex Mono SemiBold"/>
                  <a:ea typeface="IBM Plex Mono SemiBold"/>
                  <a:cs typeface="IBM Plex Mono SemiBold"/>
                </a:endParaRPr>
              </a:p>
            </p:txBody>
          </p:sp>
          <p:sp>
            <p:nvSpPr>
              <p:cNvPr id="10" name="node01.item-001.title"/>
              <p:cNvSpPr/>
              <p:nvPr/>
            </p:nvSpPr>
            <p:spPr>
              <a:xfrm>
                <a:off x="1276350" y="1752600"/>
                <a:ext cx="150495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FFFFFF"/>
                    </a:solidFill>
                    <a:latin typeface="IBM Plex Sans SemiBold"/>
                    <a:ea typeface="IBM Plex Sans SemiBold"/>
                    <a:cs typeface="IBM Plex Sans SemiBold"/>
                  </a:rPr>
                  <a:t>Why now</a:t>
                </a:r>
                <a:endParaRPr lang="en-US" sz="1800" spc="-18" kern="0" b="0" i="0" dirty="0">
                  <a:solidFill>
                    <a:srgbClr val="FFFFFF"/>
                  </a:solidFill>
                  <a:latin typeface="IBM Plex Sans SemiBold"/>
                  <a:ea typeface="IBM Plex Sans SemiBold"/>
                  <a:cs typeface="IBM Plex Sans SemiBold"/>
                </a:endParaRPr>
              </a:p>
            </p:txBody>
          </p:sp>
          <p:sp>
            <p:nvSpPr>
              <p:cNvPr id="11" name="node01.item-001.body.item-001.paragraph"/>
              <p:cNvSpPr/>
              <p:nvPr/>
            </p:nvSpPr>
            <p:spPr>
              <a:xfrm>
                <a:off x="876300" y="2209800"/>
                <a:ext cx="1905000" cy="9144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Patients wait 11 days for a new appointment and hold times average eight minutes.</a:t>
                </a:r>
                <a:endParaRPr lang="en-US" sz="1200" spc="0" kern="0" b="0" i="0" dirty="0">
                  <a:solidFill>
                    <a:srgbClr val="50658E"/>
                  </a:solidFill>
                  <a:latin typeface="IBM Plex Sans"/>
                  <a:ea typeface="IBM Plex Sans"/>
                  <a:cs typeface="IBM Plex Sans"/>
                </a:endParaRPr>
              </a:p>
            </p:txBody>
          </p:sp>
          <p:sp>
            <p:nvSpPr>
              <p:cNvPr id="12" name="node01.item-001.body.item-002.paragraph"/>
              <p:cNvSpPr/>
              <p:nvPr/>
            </p:nvSpPr>
            <p:spPr>
              <a:xfrm>
                <a:off x="876300" y="3162300"/>
                <a:ext cx="19050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Three schedule systems cannot share open slots.</a:t>
                </a:r>
                <a:endParaRPr lang="en-US" sz="1200" spc="0" kern="0" b="0" i="0" dirty="0">
                  <a:solidFill>
                    <a:srgbClr val="50658E"/>
                  </a:solidFill>
                  <a:latin typeface="IBM Plex Sans"/>
                  <a:ea typeface="IBM Plex Sans"/>
                  <a:cs typeface="IBM Plex Sans"/>
                </a:endParaRPr>
              </a:p>
            </p:txBody>
          </p:sp>
          <p:sp>
            <p:nvSpPr>
              <p:cNvPr id="13" name="node01.item-001.body.item-003.paragraph"/>
              <p:cNvSpPr/>
              <p:nvPr/>
            </p:nvSpPr>
            <p:spPr>
              <a:xfrm>
                <a:off x="876300" y="3657600"/>
                <a:ext cx="19050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Staff lose time moving between screens.</a:t>
                </a:r>
                <a:endParaRPr lang="en-US" sz="1200" spc="0" kern="0" b="0" i="0" dirty="0">
                  <a:solidFill>
                    <a:srgbClr val="50658E"/>
                  </a:solidFill>
                  <a:latin typeface="IBM Plex Sans"/>
                  <a:ea typeface="IBM Plex Sans"/>
                  <a:cs typeface="IBM Plex Sans"/>
                </a:endParaRPr>
              </a:p>
            </p:txBody>
          </p:sp>
        </p:grpSp>
        <p:grpSp>
          <p:nvGrpSpPr>
            <p:cNvPr id="33" name="node01.item-002"/>
            <p:cNvGrpSpPr/>
            <p:nvPr/>
          </p:nvGrpSpPr>
          <p:grpSpPr>
            <a:xfrm>
              <a:off x="3162300" y="1600200"/>
              <a:ext cx="2209800" cy="3200400"/>
              <a:chOff x="3162300" y="1600200"/>
              <a:chExt cx="2209800" cy="3200400"/>
            </a:xfrm>
          </p:grpSpPr>
          <p:sp>
            <p:nvSpPr>
              <p:cNvPr id="14" name="node01.item-002.container"/>
              <p:cNvSpPr/>
              <p:nvPr/>
            </p:nvSpPr>
            <p:spPr>
              <a:xfrm>
                <a:off x="3168650" y="1606550"/>
                <a:ext cx="2197100" cy="3187700"/>
              </a:xfrm>
              <a:prstGeom prst="rect">
                <a:avLst/>
              </a:prstGeom>
              <a:solidFill>
                <a:srgbClr val="FFFFFF"/>
              </a:solidFill>
              <a:ln w="12700">
                <a:solidFill>
                  <a:srgbClr val="CED7E6"/>
                </a:solidFill>
                <a:prstDash val="solid"/>
              </a:ln>
            </p:spPr>
          </p:sp>
          <p:sp>
            <p:nvSpPr>
              <p:cNvPr id="15" name="node01.item-002.band"/>
              <p:cNvSpPr/>
              <p:nvPr/>
            </p:nvSpPr>
            <p:spPr>
              <a:xfrm>
                <a:off x="3162300" y="1600200"/>
                <a:ext cx="2209800" cy="609600"/>
              </a:xfrm>
              <a:prstGeom prst="rect">
                <a:avLst/>
              </a:prstGeom>
              <a:solidFill>
                <a:srgbClr val="070154"/>
              </a:solidFill>
              <a:ln>
                <a:noFill/>
              </a:ln>
            </p:spPr>
          </p:sp>
          <p:sp>
            <p:nvSpPr>
              <p:cNvPr id="16" name="node01.item-002.number"/>
              <p:cNvSpPr/>
              <p:nvPr/>
            </p:nvSpPr>
            <p:spPr>
              <a:xfrm>
                <a:off x="3314700" y="17526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F900D3"/>
                    </a:solidFill>
                    <a:latin typeface="IBM Plex Mono SemiBold"/>
                    <a:ea typeface="IBM Plex Mono SemiBold"/>
                    <a:cs typeface="IBM Plex Mono SemiBold"/>
                  </a:rPr>
                  <a:t>02</a:t>
                </a:r>
                <a:endParaRPr lang="en-US" sz="1800" spc="0" kern="0" b="0" i="0" dirty="0">
                  <a:solidFill>
                    <a:srgbClr val="F900D3"/>
                  </a:solidFill>
                  <a:latin typeface="IBM Plex Mono SemiBold"/>
                  <a:ea typeface="IBM Plex Mono SemiBold"/>
                  <a:cs typeface="IBM Plex Mono SemiBold"/>
                </a:endParaRPr>
              </a:p>
            </p:txBody>
          </p:sp>
          <p:sp>
            <p:nvSpPr>
              <p:cNvPr id="17" name="node01.item-002.title"/>
              <p:cNvSpPr/>
              <p:nvPr/>
            </p:nvSpPr>
            <p:spPr>
              <a:xfrm>
                <a:off x="3714750" y="1752600"/>
                <a:ext cx="150495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FFFFFF"/>
                    </a:solidFill>
                    <a:latin typeface="IBM Plex Sans SemiBold"/>
                    <a:ea typeface="IBM Plex Sans SemiBold"/>
                    <a:cs typeface="IBM Plex Sans SemiBold"/>
                  </a:rPr>
                  <a:t>What changes</a:t>
                </a:r>
                <a:endParaRPr lang="en-US" sz="1800" spc="-18" kern="0" b="0" i="0" dirty="0">
                  <a:solidFill>
                    <a:srgbClr val="FFFFFF"/>
                  </a:solidFill>
                  <a:latin typeface="IBM Plex Sans SemiBold"/>
                  <a:ea typeface="IBM Plex Sans SemiBold"/>
                  <a:cs typeface="IBM Plex Sans SemiBold"/>
                </a:endParaRPr>
              </a:p>
            </p:txBody>
          </p:sp>
          <p:sp>
            <p:nvSpPr>
              <p:cNvPr id="18" name="node01.item-002.body.item-001.paragraph"/>
              <p:cNvSpPr/>
              <p:nvPr/>
            </p:nvSpPr>
            <p:spPr>
              <a:xfrm>
                <a:off x="3314700" y="2209800"/>
                <a:ext cx="1905000" cy="685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One platform, one booking workflow, one set of rules for all nine sites.</a:t>
                </a:r>
                <a:endParaRPr lang="en-US" sz="1200" spc="0" kern="0" b="0" i="0" dirty="0">
                  <a:solidFill>
                    <a:srgbClr val="50658E"/>
                  </a:solidFill>
                  <a:latin typeface="IBM Plex Sans"/>
                  <a:ea typeface="IBM Plex Sans"/>
                  <a:cs typeface="IBM Plex Sans"/>
                </a:endParaRPr>
              </a:p>
            </p:txBody>
          </p:sp>
          <p:sp>
            <p:nvSpPr>
              <p:cNvPr id="19" name="node01.item-002.body.item-002.paragraph"/>
              <p:cNvSpPr/>
              <p:nvPr/>
            </p:nvSpPr>
            <p:spPr>
              <a:xfrm>
                <a:off x="3314700" y="2933700"/>
                <a:ext cx="19050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Your manager shows you the steps before go-live.</a:t>
                </a:r>
                <a:endParaRPr lang="en-US" sz="1200" spc="0" kern="0" b="0" i="0" dirty="0">
                  <a:solidFill>
                    <a:srgbClr val="50658E"/>
                  </a:solidFill>
                  <a:latin typeface="IBM Plex Sans"/>
                  <a:ea typeface="IBM Plex Sans"/>
                  <a:cs typeface="IBM Plex Sans"/>
                </a:endParaRPr>
              </a:p>
            </p:txBody>
          </p:sp>
          <p:sp>
            <p:nvSpPr>
              <p:cNvPr id="20" name="node01.item-002.body.item-003.paragraph"/>
              <p:cNvSpPr/>
              <p:nvPr/>
            </p:nvSpPr>
            <p:spPr>
              <a:xfrm>
                <a:off x="3314700" y="3429000"/>
                <a:ext cx="19050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Patient care itself does not change.</a:t>
                </a:r>
                <a:endParaRPr lang="en-US" sz="1200" spc="0" kern="0" b="0" i="0" dirty="0">
                  <a:solidFill>
                    <a:srgbClr val="50658E"/>
                  </a:solidFill>
                  <a:latin typeface="IBM Plex Sans"/>
                  <a:ea typeface="IBM Plex Sans"/>
                  <a:cs typeface="IBM Plex Sans"/>
                </a:endParaRPr>
              </a:p>
            </p:txBody>
          </p:sp>
        </p:grpSp>
        <p:grpSp>
          <p:nvGrpSpPr>
            <p:cNvPr id="34" name="node01.item-003"/>
            <p:cNvGrpSpPr/>
            <p:nvPr/>
          </p:nvGrpSpPr>
          <p:grpSpPr>
            <a:xfrm>
              <a:off x="5600700" y="1600200"/>
              <a:ext cx="2209800" cy="3200400"/>
              <a:chOff x="5600700" y="1600200"/>
              <a:chExt cx="2209800" cy="3200400"/>
            </a:xfrm>
          </p:grpSpPr>
          <p:sp>
            <p:nvSpPr>
              <p:cNvPr id="21" name="node01.item-003.container"/>
              <p:cNvSpPr/>
              <p:nvPr/>
            </p:nvSpPr>
            <p:spPr>
              <a:xfrm>
                <a:off x="5607050" y="1606550"/>
                <a:ext cx="2197100" cy="3187700"/>
              </a:xfrm>
              <a:prstGeom prst="rect">
                <a:avLst/>
              </a:prstGeom>
              <a:solidFill>
                <a:srgbClr val="FFFFFF"/>
              </a:solidFill>
              <a:ln w="12700">
                <a:solidFill>
                  <a:srgbClr val="CED7E6"/>
                </a:solidFill>
                <a:prstDash val="solid"/>
              </a:ln>
            </p:spPr>
          </p:sp>
          <p:sp>
            <p:nvSpPr>
              <p:cNvPr id="22" name="node01.item-003.band"/>
              <p:cNvSpPr/>
              <p:nvPr/>
            </p:nvSpPr>
            <p:spPr>
              <a:xfrm>
                <a:off x="5600700" y="1600200"/>
                <a:ext cx="2209800" cy="609600"/>
              </a:xfrm>
              <a:prstGeom prst="rect">
                <a:avLst/>
              </a:prstGeom>
              <a:solidFill>
                <a:srgbClr val="070154"/>
              </a:solidFill>
              <a:ln>
                <a:noFill/>
              </a:ln>
            </p:spPr>
          </p:sp>
          <p:sp>
            <p:nvSpPr>
              <p:cNvPr id="23" name="node01.item-003.number"/>
              <p:cNvSpPr/>
              <p:nvPr/>
            </p:nvSpPr>
            <p:spPr>
              <a:xfrm>
                <a:off x="5753100" y="17526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F900D3"/>
                    </a:solidFill>
                    <a:latin typeface="IBM Plex Mono SemiBold"/>
                    <a:ea typeface="IBM Plex Mono SemiBold"/>
                    <a:cs typeface="IBM Plex Mono SemiBold"/>
                  </a:rPr>
                  <a:t>03</a:t>
                </a:r>
                <a:endParaRPr lang="en-US" sz="1800" spc="0" kern="0" b="0" i="0" dirty="0">
                  <a:solidFill>
                    <a:srgbClr val="F900D3"/>
                  </a:solidFill>
                  <a:latin typeface="IBM Plex Mono SemiBold"/>
                  <a:ea typeface="IBM Plex Mono SemiBold"/>
                  <a:cs typeface="IBM Plex Mono SemiBold"/>
                </a:endParaRPr>
              </a:p>
            </p:txBody>
          </p:sp>
          <p:sp>
            <p:nvSpPr>
              <p:cNvPr id="24" name="node01.item-003.title"/>
              <p:cNvSpPr/>
              <p:nvPr/>
            </p:nvSpPr>
            <p:spPr>
              <a:xfrm>
                <a:off x="6153150" y="1752600"/>
                <a:ext cx="150495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FFFFFF"/>
                    </a:solidFill>
                    <a:latin typeface="IBM Plex Sans SemiBold"/>
                    <a:ea typeface="IBM Plex Sans SemiBold"/>
                    <a:cs typeface="IBM Plex Sans SemiBold"/>
                  </a:rPr>
                  <a:t>How we help</a:t>
                </a:r>
                <a:endParaRPr lang="en-US" sz="1800" spc="-18" kern="0" b="0" i="0" dirty="0">
                  <a:solidFill>
                    <a:srgbClr val="FFFFFF"/>
                  </a:solidFill>
                  <a:latin typeface="IBM Plex Sans SemiBold"/>
                  <a:ea typeface="IBM Plex Sans SemiBold"/>
                  <a:cs typeface="IBM Plex Sans SemiBold"/>
                </a:endParaRPr>
              </a:p>
            </p:txBody>
          </p:sp>
          <p:sp>
            <p:nvSpPr>
              <p:cNvPr id="25" name="node01.item-003.body.item-001.paragraph"/>
              <p:cNvSpPr/>
              <p:nvPr/>
            </p:nvSpPr>
            <p:spPr>
              <a:xfrm>
                <a:off x="5753100" y="2209800"/>
                <a:ext cx="1905000" cy="9144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Role-based training, a champion on every floor and extra help for four weeks after launch.</a:t>
                </a:r>
                <a:endParaRPr lang="en-US" sz="1200" spc="0" kern="0" b="0" i="0" dirty="0">
                  <a:solidFill>
                    <a:srgbClr val="50658E"/>
                  </a:solidFill>
                  <a:latin typeface="IBM Plex Sans"/>
                  <a:ea typeface="IBM Plex Sans"/>
                  <a:cs typeface="IBM Plex Sans"/>
                </a:endParaRPr>
              </a:p>
            </p:txBody>
          </p:sp>
          <p:sp>
            <p:nvSpPr>
              <p:cNvPr id="26" name="node01.item-003.body.item-002.paragraph"/>
              <p:cNvSpPr/>
              <p:nvPr/>
            </p:nvSpPr>
            <p:spPr>
              <a:xfrm>
                <a:off x="5753100" y="3162300"/>
                <a:ext cx="19050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Questions go to your floor-walker first.</a:t>
                </a:r>
                <a:endParaRPr lang="en-US" sz="1200" spc="0" kern="0" b="0" i="0" dirty="0">
                  <a:solidFill>
                    <a:srgbClr val="50658E"/>
                  </a:solidFill>
                  <a:latin typeface="IBM Plex Sans"/>
                  <a:ea typeface="IBM Plex Sans"/>
                  <a:cs typeface="IBM Plex Sans"/>
                </a:endParaRPr>
              </a:p>
            </p:txBody>
          </p:sp>
        </p:grpSp>
      </p:grpSp>
      <p:grpSp>
        <p:nvGrpSpPr>
          <p:cNvPr id="36" name="node02"/>
          <p:cNvGrpSpPr/>
          <p:nvPr/>
        </p:nvGrpSpPr>
        <p:grpSpPr>
          <a:xfrm>
            <a:off x="723900" y="5029200"/>
            <a:ext cx="7086600" cy="685800"/>
            <a:chOff x="723900" y="5029200"/>
            <a:chExt cx="7086600" cy="685800"/>
          </a:xfrm>
        </p:grpSpPr>
        <p:sp>
          <p:nvSpPr>
            <p:cNvPr id="27" name="node02.container"/>
            <p:cNvSpPr/>
            <p:nvPr/>
          </p:nvSpPr>
          <p:spPr>
            <a:xfrm>
              <a:off x="730250" y="5035550"/>
              <a:ext cx="7073900" cy="673100"/>
            </a:xfrm>
            <a:prstGeom prst="rect">
              <a:avLst/>
            </a:prstGeom>
            <a:solidFill>
              <a:srgbClr val="FFFFFF"/>
            </a:solidFill>
            <a:ln w="12700">
              <a:solidFill>
                <a:srgbClr val="CED7E6"/>
              </a:solidFill>
              <a:prstDash val="solid"/>
            </a:ln>
          </p:spPr>
        </p:sp>
        <p:sp>
          <p:nvSpPr>
            <p:cNvPr id="28" name="node02.title"/>
            <p:cNvSpPr/>
            <p:nvPr/>
          </p:nvSpPr>
          <p:spPr>
            <a:xfrm>
              <a:off x="876300" y="5181600"/>
              <a:ext cx="67818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Proof: 11-day wait today, 3-day goal.</a:t>
              </a:r>
              <a:endParaRPr lang="en-US" sz="1800" spc="-18" kern="0" b="0" i="0" dirty="0">
                <a:solidFill>
                  <a:srgbClr val="070154"/>
                </a:solidFill>
                <a:latin typeface="IBM Plex Sans SemiBold"/>
                <a:ea typeface="IBM Plex Sans SemiBold"/>
                <a:cs typeface="IBM Plex Sans SemiBold"/>
              </a:endParaRPr>
            </a:p>
          </p:txBody>
        </p:sp>
      </p:grpSp>
      <p:grpSp>
        <p:nvGrpSpPr>
          <p:cNvPr id="37" name="node03"/>
          <p:cNvGrpSpPr/>
          <p:nvPr/>
        </p:nvGrpSpPr>
        <p:grpSpPr>
          <a:xfrm>
            <a:off x="8953500" y="1600200"/>
            <a:ext cx="2514600" cy="152400"/>
            <a:chOff x="8953500" y="1600200"/>
            <a:chExt cx="2514600" cy="152400"/>
          </a:xfrm>
        </p:grpSpPr>
        <p:sp>
          <p:nvSpPr>
            <p:cNvPr id="29" name="node03.text"/>
            <p:cNvSpPr/>
            <p:nvPr/>
          </p:nvSpPr>
          <p:spPr>
            <a:xfrm>
              <a:off x="8953500" y="16002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CED7E6"/>
                  </a:solidFill>
                  <a:latin typeface="IBM Plex Mono Medium"/>
                  <a:ea typeface="IBM Plex Mono Medium"/>
                  <a:cs typeface="IBM Plex Mono Medium"/>
                </a:rPr>
                <a:t>THE STORY IN ONE LINE</a:t>
              </a:r>
              <a:endParaRPr lang="en-US" sz="900" spc="54" kern="0" b="0" i="0" dirty="0">
                <a:solidFill>
                  <a:srgbClr val="CED7E6"/>
                </a:solidFill>
                <a:latin typeface="IBM Plex Mono Medium"/>
                <a:ea typeface="IBM Plex Mono Medium"/>
                <a:cs typeface="IBM Plex Mono Medium"/>
              </a:endParaRPr>
            </a:p>
          </p:txBody>
        </p:sp>
      </p:grpSp>
      <p:grpSp>
        <p:nvGrpSpPr>
          <p:cNvPr id="38" name="node04"/>
          <p:cNvGrpSpPr/>
          <p:nvPr/>
        </p:nvGrpSpPr>
        <p:grpSpPr>
          <a:xfrm>
            <a:off x="8953500" y="2057400"/>
            <a:ext cx="2514600" cy="914400"/>
            <a:chOff x="8953500" y="2057400"/>
            <a:chExt cx="2514600" cy="914400"/>
          </a:xfrm>
        </p:grpSpPr>
        <p:sp>
          <p:nvSpPr>
            <p:cNvPr id="30" name="node04.text"/>
            <p:cNvSpPr/>
            <p:nvPr/>
          </p:nvSpPr>
          <p:spPr>
            <a:xfrm>
              <a:off x="8953500" y="2057400"/>
              <a:ext cx="2514600" cy="9144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FFFFFF"/>
                  </a:solidFill>
                  <a:latin typeface="IBM Plex Sans SemiBold"/>
                  <a:ea typeface="IBM Plex Sans SemiBold"/>
                  <a:cs typeface="IBM Plex Sans SemiBold"/>
                </a:rPr>
                <a:t>One schedule, easier access for every patient.</a:t>
              </a:r>
              <a:endParaRPr lang="en-US" sz="1800" spc="-18" kern="0" b="0" i="0" dirty="0">
                <a:solidFill>
                  <a:srgbClr val="FFFFFF"/>
                </a:solidFill>
                <a:latin typeface="IBM Plex Sans SemiBold"/>
                <a:ea typeface="IBM Plex Sans SemiBold"/>
                <a:cs typeface="IBM Plex Sans SemiBold"/>
              </a:endParaRPr>
            </a:p>
          </p:txBody>
        </p:sp>
      </p:grpSp>
      <p:grpSp>
        <p:nvGrpSpPr>
          <p:cNvPr id="39" name="node05"/>
          <p:cNvGrpSpPr/>
          <p:nvPr/>
        </p:nvGrpSpPr>
        <p:grpSpPr>
          <a:xfrm>
            <a:off x="8953500" y="3429000"/>
            <a:ext cx="2514600" cy="685800"/>
            <a:chOff x="8953500" y="3429000"/>
            <a:chExt cx="2514600" cy="685800"/>
          </a:xfrm>
        </p:grpSpPr>
        <p:sp>
          <p:nvSpPr>
            <p:cNvPr id="31" name="node05.text"/>
            <p:cNvSpPr/>
            <p:nvPr/>
          </p:nvSpPr>
          <p:spPr>
            <a:xfrm>
              <a:off x="8953500" y="3429000"/>
              <a:ext cx="2514600" cy="685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Use these words in every briefing, huddle and email. Local examples welcome; new claims are not.</a:t>
              </a:r>
              <a:endParaRPr lang="en-US" sz="1200" spc="0" kern="0" b="0" i="0" dirty="0">
                <a:solidFill>
                  <a:srgbClr val="FFFFFF"/>
                </a:solidFill>
                <a:latin typeface="IBM Plex Sans"/>
                <a:ea typeface="IBM Plex Sans"/>
                <a:cs typeface="IBM Plex Sans"/>
              </a:endParaRPr>
            </a:p>
          </p:txBody>
        </p:sp>
      </p:gr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ource-143">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COMMUNICATIONS PLAN</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Every audience hears on a countdown to go-live</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Northfield Health System communications plan, Sep 2026.</a:t>
            </a:r>
            <a:endParaRPr lang="en-US" sz="900" spc="0" kern="0" b="0" i="0" dirty="0">
              <a:solidFill>
                <a:srgbClr val="50658E"/>
              </a:solidFill>
              <a:latin typeface="IBM Plex Sans"/>
              <a:ea typeface="IBM Plex Sans"/>
              <a:cs typeface="IBM Plex Sans"/>
            </a:endParaRPr>
          </a:p>
        </p:txBody>
      </p:sp>
      <p:sp>
        <p:nvSpPr>
          <p:cNvPr id="6" name="nav.section-01"/>
          <p:cNvSpPr/>
          <p:nvPr/>
        </p:nvSpPr>
        <p:spPr>
          <a:xfrm>
            <a:off x="266700" y="457200"/>
            <a:ext cx="228600" cy="1314450"/>
          </a:xfrm>
          <a:prstGeom prst="rect">
            <a:avLst/>
          </a:prstGeom>
          <a:solidFill>
            <a:srgbClr val="E8EEF8"/>
          </a:solidFill>
          <a:ln>
            <a:noFill/>
          </a:ln>
        </p:spPr>
      </p:sp>
      <p:sp>
        <p:nvSpPr>
          <p:cNvPr id="7" name="nav.label.section-01"/>
          <p:cNvSpPr/>
          <p:nvPr/>
        </p:nvSpPr>
        <p:spPr>
          <a:xfrm>
            <a:off x="266700" y="457200"/>
            <a:ext cx="228600" cy="131445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50658E"/>
                </a:solidFill>
                <a:latin typeface="IBM Plex Mono SemiBold"/>
                <a:ea typeface="IBM Plex Mono SemiBold"/>
                <a:cs typeface="IBM Plex Mono SemiBold"/>
              </a:rPr>
              <a:t>IMPACT</a:t>
            </a:r>
            <a:endParaRPr lang="en-US" sz="800" spc="80" kern="0" b="0" i="0" dirty="0">
              <a:solidFill>
                <a:srgbClr val="50658E"/>
              </a:solidFill>
              <a:latin typeface="IBM Plex Mono SemiBold"/>
              <a:ea typeface="IBM Plex Mono SemiBold"/>
              <a:cs typeface="IBM Plex Mono SemiBold"/>
            </a:endParaRPr>
          </a:p>
        </p:txBody>
      </p:sp>
      <p:sp>
        <p:nvSpPr>
          <p:cNvPr id="8" name="nav.section-02"/>
          <p:cNvSpPr/>
          <p:nvPr/>
        </p:nvSpPr>
        <p:spPr>
          <a:xfrm>
            <a:off x="266700" y="1847850"/>
            <a:ext cx="228600" cy="1314450"/>
          </a:xfrm>
          <a:prstGeom prst="rect">
            <a:avLst/>
          </a:prstGeom>
          <a:solidFill>
            <a:srgbClr val="E8EEF8"/>
          </a:solidFill>
          <a:ln>
            <a:noFill/>
          </a:ln>
        </p:spPr>
      </p:sp>
      <p:sp>
        <p:nvSpPr>
          <p:cNvPr id="9" name="nav.label.section-02"/>
          <p:cNvSpPr/>
          <p:nvPr/>
        </p:nvSpPr>
        <p:spPr>
          <a:xfrm>
            <a:off x="266700" y="1847850"/>
            <a:ext cx="228600" cy="131445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50658E"/>
                </a:solidFill>
                <a:latin typeface="IBM Plex Mono SemiBold"/>
                <a:ea typeface="IBM Plex Mono SemiBold"/>
                <a:cs typeface="IBM Plex Mono SemiBold"/>
              </a:rPr>
              <a:t>READINESS</a:t>
            </a:r>
            <a:endParaRPr lang="en-US" sz="800" spc="80" kern="0" b="0" i="0" dirty="0">
              <a:solidFill>
                <a:srgbClr val="50658E"/>
              </a:solidFill>
              <a:latin typeface="IBM Plex Mono SemiBold"/>
              <a:ea typeface="IBM Plex Mono SemiBold"/>
              <a:cs typeface="IBM Plex Mono SemiBold"/>
            </a:endParaRPr>
          </a:p>
        </p:txBody>
      </p:sp>
      <p:sp>
        <p:nvSpPr>
          <p:cNvPr id="10" name="nav.section-03"/>
          <p:cNvSpPr/>
          <p:nvPr/>
        </p:nvSpPr>
        <p:spPr>
          <a:xfrm>
            <a:off x="266700" y="3238500"/>
            <a:ext cx="228600" cy="1314450"/>
          </a:xfrm>
          <a:prstGeom prst="rect">
            <a:avLst/>
          </a:prstGeom>
          <a:solidFill>
            <a:srgbClr val="070154"/>
          </a:solidFill>
          <a:ln>
            <a:noFill/>
          </a:ln>
        </p:spPr>
      </p:sp>
      <p:sp>
        <p:nvSpPr>
          <p:cNvPr id="11" name="nav.label.section-03"/>
          <p:cNvSpPr/>
          <p:nvPr/>
        </p:nvSpPr>
        <p:spPr>
          <a:xfrm>
            <a:off x="266700" y="3238500"/>
            <a:ext cx="228600" cy="131445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FFFFFF"/>
                </a:solidFill>
                <a:latin typeface="IBM Plex Mono SemiBold"/>
                <a:ea typeface="IBM Plex Mono SemiBold"/>
                <a:cs typeface="IBM Plex Mono SemiBold"/>
              </a:rPr>
              <a:t>COMMS</a:t>
            </a:r>
            <a:endParaRPr lang="en-US" sz="800" spc="80" kern="0" b="0" i="0" dirty="0">
              <a:solidFill>
                <a:srgbClr val="FFFFFF"/>
              </a:solidFill>
              <a:latin typeface="IBM Plex Mono SemiBold"/>
              <a:ea typeface="IBM Plex Mono SemiBold"/>
              <a:cs typeface="IBM Plex Mono SemiBold"/>
            </a:endParaRPr>
          </a:p>
        </p:txBody>
      </p:sp>
      <p:sp>
        <p:nvSpPr>
          <p:cNvPr id="12" name="nav.section-04"/>
          <p:cNvSpPr/>
          <p:nvPr/>
        </p:nvSpPr>
        <p:spPr>
          <a:xfrm>
            <a:off x="266700" y="4629150"/>
            <a:ext cx="228600" cy="1314450"/>
          </a:xfrm>
          <a:prstGeom prst="rect">
            <a:avLst/>
          </a:prstGeom>
          <a:solidFill>
            <a:srgbClr val="E8EEF8"/>
          </a:solidFill>
          <a:ln>
            <a:noFill/>
          </a:ln>
        </p:spPr>
      </p:sp>
      <p:sp>
        <p:nvSpPr>
          <p:cNvPr id="13" name="nav.label.section-04"/>
          <p:cNvSpPr/>
          <p:nvPr/>
        </p:nvSpPr>
        <p:spPr>
          <a:xfrm>
            <a:off x="266700" y="4629150"/>
            <a:ext cx="228600" cy="131445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50658E"/>
                </a:solidFill>
                <a:latin typeface="IBM Plex Mono SemiBold"/>
                <a:ea typeface="IBM Plex Mono SemiBold"/>
                <a:cs typeface="IBM Plex Mono SemiBold"/>
              </a:rPr>
              <a:t>ADOPTION</a:t>
            </a:r>
            <a:endParaRPr lang="en-US" sz="800" spc="80" kern="0" b="0" i="0" dirty="0">
              <a:solidFill>
                <a:srgbClr val="50658E"/>
              </a:solidFill>
              <a:latin typeface="IBM Plex Mono SemiBold"/>
              <a:ea typeface="IBM Plex Mono SemiBold"/>
              <a:cs typeface="IBM Plex Mono SemiBold"/>
            </a:endParaRPr>
          </a:p>
        </p:txBody>
      </p:sp>
      <p:sp>
        <p:nvSpPr>
          <p:cNvPr id="14"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31</a:t>
            </a:fld>
            <a:endParaRPr lang="en-US" sz="700" spc="0" kern="0" b="0" i="0" dirty="0">
              <a:solidFill>
                <a:srgbClr val="070154"/>
              </a:solidFill>
              <a:latin typeface="IBM Plex Mono SemiBold"/>
              <a:ea typeface="IBM Plex Mono SemiBold"/>
              <a:cs typeface="IBM Plex Mono SemiBold"/>
            </a:endParaRPr>
          </a:p>
        </p:txBody>
      </p:sp>
      <p:grpSp>
        <p:nvGrpSpPr>
          <p:cNvPr id="23" name="node01"/>
          <p:cNvGrpSpPr/>
          <p:nvPr/>
        </p:nvGrpSpPr>
        <p:grpSpPr>
          <a:xfrm>
            <a:off x="723900" y="1600200"/>
            <a:ext cx="10744200" cy="3022600"/>
            <a:chOff x="723900" y="1600200"/>
            <a:chExt cx="10744200" cy="3022600"/>
          </a:xfrm>
        </p:grpSpPr>
        <p:graphicFrame>
          <p:nvGraphicFramePr>
            <p:cNvPr id="15" name="node01.native"/>
            <p:cNvGraphicFramePr>
              <a:graphicFrameLocks noGrp="1"/>
            </p:cNvGraphicFramePr>
            <p:nvPr>
              <p:extLst>
                <p:ext uri="{D42A27DB-BD31-4B8C-83A1-F6EECF244321}">
                  <p14:modId xmlns:p14="http://schemas.microsoft.com/office/powerpoint/2010/main" val="1579011935"/>
                </p:ext>
              </p:extLst>
            </p:nvPr>
          </p:nvGraphicFramePr>
          <p:xfrm>
            <a:off x="723900" y="1600200"/>
            <a:ext cx="10744200" cy="3022600"/>
          </p:xfrm>
          <a:graphic>
            <a:graphicData uri="http://schemas.openxmlformats.org/drawingml/2006/table">
              <a:tbl>
                <a:tblPr/>
                <a:tblGrid>
                  <a:gridCol w="1600200"/>
                  <a:gridCol w="1524000"/>
                  <a:gridCol w="1524000"/>
                  <a:gridCol w="1524000"/>
                  <a:gridCol w="1524000"/>
                  <a:gridCol w="1524000"/>
                  <a:gridCol w="1524000"/>
                </a:tblGrid>
                <a:tr h="355600">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AUDIENCE</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T-12 WKS</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T-8 WKS</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T-4 WKS</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T-1 WK</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GO-LIVE</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T+4 WKS</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r>
                <a:tr h="5334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Executives</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Case and funding</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Steering update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Readiness vote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Go/no-go brief</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Launch note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E8EEF8"/>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Results review</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5334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Physicians</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Vision video</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Peer demo</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Template sign-off</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Cheat sheet</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Hotline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E8EEF8"/>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Fix list</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5334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Schedulers</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Town hall</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Training dates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Sandbox practice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Huddle card</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Floor-walkers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E8EEF8"/>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Tips and wins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5334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Nurses</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Unit meeting</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Role cards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Unit demo</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Downtime kit</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Hotline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E8EEF8"/>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Pulse check</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5334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Patients</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None yet</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None yet</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Website notice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Email and text</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Lobby signage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E8EEF8"/>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Survey</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bl>
            </a:graphicData>
          </a:graphic>
        </p:graphicFrame>
        <p:sp>
          <p:nvSpPr>
            <p:cNvPr id="16" name="node01.highlight-edge"/>
            <p:cNvSpPr/>
            <p:nvPr/>
          </p:nvSpPr>
          <p:spPr>
            <a:xfrm>
              <a:off x="8420100" y="1562100"/>
              <a:ext cx="1524000" cy="38100"/>
            </a:xfrm>
            <a:prstGeom prst="rect">
              <a:avLst/>
            </a:prstGeom>
            <a:solidFill>
              <a:srgbClr val="0047FF"/>
            </a:solidFill>
            <a:ln>
              <a:noFill/>
            </a:ln>
          </p:spPr>
        </p:sp>
      </p:grpSp>
      <p:grpSp>
        <p:nvGrpSpPr>
          <p:cNvPr id="24" name="node02"/>
          <p:cNvGrpSpPr/>
          <p:nvPr/>
        </p:nvGrpSpPr>
        <p:grpSpPr>
          <a:xfrm>
            <a:off x="723900" y="4876800"/>
            <a:ext cx="10744200" cy="762000"/>
            <a:chOff x="723900" y="4876800"/>
            <a:chExt cx="10744200" cy="762000"/>
          </a:xfrm>
        </p:grpSpPr>
        <p:sp>
          <p:nvSpPr>
            <p:cNvPr id="17" name="node02.source-001.bullet"/>
            <p:cNvSpPr/>
            <p:nvPr/>
          </p:nvSpPr>
          <p:spPr>
            <a:xfrm>
              <a:off x="723900" y="4965700"/>
              <a:ext cx="38100" cy="38100"/>
            </a:xfrm>
            <a:prstGeom prst="rect">
              <a:avLst/>
            </a:prstGeom>
            <a:solidFill>
              <a:srgbClr val="070154"/>
            </a:solidFill>
            <a:ln>
              <a:noFill/>
            </a:ln>
          </p:spPr>
        </p:sp>
        <p:sp>
          <p:nvSpPr>
            <p:cNvPr id="18" name="node02.source-001.text"/>
            <p:cNvSpPr/>
            <p:nvPr/>
          </p:nvSpPr>
          <p:spPr>
            <a:xfrm>
              <a:off x="876300" y="4876800"/>
              <a:ext cx="1059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 xml:space="preserve">Rule.</a:t>
              </a:r>
              <a:r>
                <a:rPr lang="en-US" sz="1200" spc="0" kern="0" b="0" i="0" dirty="0">
                  <a:solidFill>
                    <a:srgbClr val="50658E"/>
                  </a:solidFill>
                  <a:latin typeface="IBM Plex Sans"/>
                  <a:ea typeface="IBM Plex Sans"/>
                  <a:cs typeface="IBM Plex Sans"/>
                </a:rPr>
                <a:t xml:space="preserve"> No audience hears a date from a channel it does not already trust.</a:t>
              </a:r>
              <a:endParaRPr lang="en-US" sz="1200" spc="0" kern="0" b="0" i="0" dirty="0">
                <a:solidFill>
                  <a:srgbClr val="070154"/>
                </a:solidFill>
                <a:latin typeface="IBM Plex Sans"/>
                <a:ea typeface="IBM Plex Sans"/>
                <a:cs typeface="IBM Plex Sans"/>
              </a:endParaRPr>
            </a:p>
          </p:txBody>
        </p:sp>
        <p:sp>
          <p:nvSpPr>
            <p:cNvPr id="19" name="node02.source-002.bullet"/>
            <p:cNvSpPr/>
            <p:nvPr/>
          </p:nvSpPr>
          <p:spPr>
            <a:xfrm>
              <a:off x="723900" y="5232400"/>
              <a:ext cx="38100" cy="38100"/>
            </a:xfrm>
            <a:prstGeom prst="rect">
              <a:avLst/>
            </a:prstGeom>
            <a:solidFill>
              <a:srgbClr val="070154"/>
            </a:solidFill>
            <a:ln>
              <a:noFill/>
            </a:ln>
          </p:spPr>
        </p:sp>
        <p:sp>
          <p:nvSpPr>
            <p:cNvPr id="20" name="node02.source-002.text"/>
            <p:cNvSpPr/>
            <p:nvPr/>
          </p:nvSpPr>
          <p:spPr>
            <a:xfrm>
              <a:off x="876300" y="5143500"/>
              <a:ext cx="1059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 xml:space="preserve">Rule.</a:t>
              </a:r>
              <a:r>
                <a:rPr lang="en-US" sz="1200" spc="0" kern="0" b="0" i="0" dirty="0">
                  <a:solidFill>
                    <a:srgbClr val="50658E"/>
                  </a:solidFill>
                  <a:latin typeface="IBM Plex Sans"/>
                  <a:ea typeface="IBM Plex Sans"/>
                  <a:cs typeface="IBM Plex Sans"/>
                </a:rPr>
                <a:t xml:space="preserve"> Frontline staff hear first from their own manager, never from a broadcast.</a:t>
              </a:r>
              <a:endParaRPr lang="en-US" sz="1200" spc="0" kern="0" b="0" i="0" dirty="0">
                <a:solidFill>
                  <a:srgbClr val="070154"/>
                </a:solidFill>
                <a:latin typeface="IBM Plex Sans"/>
                <a:ea typeface="IBM Plex Sans"/>
                <a:cs typeface="IBM Plex Sans"/>
              </a:endParaRPr>
            </a:p>
          </p:txBody>
        </p:sp>
        <p:sp>
          <p:nvSpPr>
            <p:cNvPr id="21" name="node02.source-003.bullet"/>
            <p:cNvSpPr/>
            <p:nvPr/>
          </p:nvSpPr>
          <p:spPr>
            <a:xfrm>
              <a:off x="723900" y="5499100"/>
              <a:ext cx="38100" cy="38100"/>
            </a:xfrm>
            <a:prstGeom prst="rect">
              <a:avLst/>
            </a:prstGeom>
            <a:solidFill>
              <a:srgbClr val="070154"/>
            </a:solidFill>
            <a:ln>
              <a:noFill/>
            </a:ln>
          </p:spPr>
        </p:sp>
        <p:sp>
          <p:nvSpPr>
            <p:cNvPr id="22" name="node02.source-003.text"/>
            <p:cNvSpPr/>
            <p:nvPr/>
          </p:nvSpPr>
          <p:spPr>
            <a:xfrm>
              <a:off x="876300" y="5410200"/>
              <a:ext cx="1059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 xml:space="preserve">Rule.</a:t>
              </a:r>
              <a:r>
                <a:rPr lang="en-US" sz="1200" spc="0" kern="0" b="0" i="0" dirty="0">
                  <a:solidFill>
                    <a:srgbClr val="50658E"/>
                  </a:solidFill>
                  <a:latin typeface="IBM Plex Sans"/>
                  <a:ea typeface="IBM Plex Sans"/>
                  <a:cs typeface="IBM Plex Sans"/>
                </a:rPr>
                <a:t xml:space="preserve"> Patients hear only after staff are trained at their site.</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ource-144">
    <p:spTree>
      <p:nvGrpSpPr>
        <p:cNvPr id="1" name=""/>
        <p:cNvGrpSpPr/>
        <p:nvPr/>
      </p:nvGrpSpPr>
      <p:grpSpPr>
        <a:xfrm>
          <a:off x="0" y="0"/>
          <a:ext cx="0" cy="0"/>
          <a:chOff x="0" y="0"/>
          <a:chExt cx="0" cy="0"/>
        </a:xfrm>
      </p:grpSpPr>
      <p:sp>
        <p:nvSpPr>
          <p:cNvPr id="3" name="eyebrow"/>
          <p:cNvSpPr/>
          <p:nvPr/>
        </p:nvSpPr>
        <p:spPr>
          <a:xfrm>
            <a:off x="4381500" y="457200"/>
            <a:ext cx="70866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RESILIENCE</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4381500" y="685800"/>
            <a:ext cx="70866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Recovery is the weakest control</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32</a:t>
            </a:fld>
            <a:endParaRPr lang="en-US" sz="700" spc="0" kern="0" b="0" i="0" dirty="0">
              <a:solidFill>
                <a:srgbClr val="070154"/>
              </a:solidFill>
              <a:latin typeface="IBM Plex Mono SemiBold"/>
              <a:ea typeface="IBM Plex Mono SemiBold"/>
              <a:cs typeface="IBM Plex Mono SemiBold"/>
            </a:endParaRPr>
          </a:p>
        </p:txBody>
      </p:sp>
      <p:grpSp>
        <p:nvGrpSpPr>
          <p:cNvPr id="65" name="node01"/>
          <p:cNvGrpSpPr/>
          <p:nvPr/>
        </p:nvGrpSpPr>
        <p:grpSpPr>
          <a:xfrm>
            <a:off x="723900" y="1600200"/>
            <a:ext cx="2514600" cy="152400"/>
            <a:chOff x="723900" y="1600200"/>
            <a:chExt cx="2514600" cy="152400"/>
          </a:xfrm>
        </p:grpSpPr>
        <p:sp>
          <p:nvSpPr>
            <p:cNvPr id="6" name="node01.text"/>
            <p:cNvSpPr/>
            <p:nvPr/>
          </p:nvSpPr>
          <p:spPr>
            <a:xfrm>
              <a:off x="723900" y="16002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CED7E6"/>
                  </a:solidFill>
                  <a:latin typeface="IBM Plex Mono Medium"/>
                  <a:ea typeface="IBM Plex Mono Medium"/>
                  <a:cs typeface="IBM Plex Mono Medium"/>
                </a:rPr>
                <a:t>TAKEAWAY</a:t>
              </a:r>
              <a:endParaRPr lang="en-US" sz="900" spc="54" kern="0" b="0" i="0" dirty="0">
                <a:solidFill>
                  <a:srgbClr val="CED7E6"/>
                </a:solidFill>
                <a:latin typeface="IBM Plex Mono Medium"/>
                <a:ea typeface="IBM Plex Mono Medium"/>
                <a:cs typeface="IBM Plex Mono Medium"/>
              </a:endParaRPr>
            </a:p>
          </p:txBody>
        </p:sp>
      </p:grpSp>
      <p:grpSp>
        <p:nvGrpSpPr>
          <p:cNvPr id="66" name="node02"/>
          <p:cNvGrpSpPr/>
          <p:nvPr/>
        </p:nvGrpSpPr>
        <p:grpSpPr>
          <a:xfrm>
            <a:off x="723900" y="2057400"/>
            <a:ext cx="2514600" cy="1524000"/>
            <a:chOff x="723900" y="2057400"/>
            <a:chExt cx="2514600" cy="1524000"/>
          </a:xfrm>
        </p:grpSpPr>
        <p:sp>
          <p:nvSpPr>
            <p:cNvPr id="7" name="node02.text"/>
            <p:cNvSpPr/>
            <p:nvPr/>
          </p:nvSpPr>
          <p:spPr>
            <a:xfrm>
              <a:off x="723900" y="2057400"/>
              <a:ext cx="2514600" cy="15240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FFFFFF"/>
                  </a:solidFill>
                  <a:latin typeface="IBM Plex Sans SemiBold"/>
                  <a:ea typeface="IBM Plex Sans SemiBold"/>
                  <a:cs typeface="IBM Plex Sans SemiBold"/>
                </a:rPr>
                <a:t>Four of five clinical systems have never tested a recovery.</a:t>
              </a:r>
              <a:endParaRPr lang="en-US" sz="2400" spc="-36" kern="0" b="0" i="0" dirty="0">
                <a:solidFill>
                  <a:srgbClr val="FFFFFF"/>
                </a:solidFill>
                <a:latin typeface="IBM Plex Sans SemiBold"/>
                <a:ea typeface="IBM Plex Sans SemiBold"/>
                <a:cs typeface="IBM Plex Sans SemiBold"/>
              </a:endParaRPr>
            </a:p>
          </p:txBody>
        </p:sp>
      </p:grpSp>
      <p:grpSp>
        <p:nvGrpSpPr>
          <p:cNvPr id="67" name="node03"/>
          <p:cNvGrpSpPr/>
          <p:nvPr/>
        </p:nvGrpSpPr>
        <p:grpSpPr>
          <a:xfrm>
            <a:off x="723900" y="4343400"/>
            <a:ext cx="2514600" cy="457200"/>
            <a:chOff x="723900" y="4343400"/>
            <a:chExt cx="2514600" cy="457200"/>
          </a:xfrm>
        </p:grpSpPr>
        <p:sp>
          <p:nvSpPr>
            <p:cNvPr id="8" name="node03.text"/>
            <p:cNvSpPr/>
            <p:nvPr/>
          </p:nvSpPr>
          <p:spPr>
            <a:xfrm>
              <a:off x="723900" y="4343400"/>
              <a:ext cx="25146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Backups exist; the untested failover is the exposure.</a:t>
              </a:r>
              <a:endParaRPr lang="en-US" sz="1200" spc="0" kern="0" b="0" i="0" dirty="0">
                <a:solidFill>
                  <a:srgbClr val="FFFFFF"/>
                </a:solidFill>
                <a:latin typeface="IBM Plex Sans"/>
                <a:ea typeface="IBM Plex Sans"/>
                <a:cs typeface="IBM Plex Sans"/>
              </a:endParaRPr>
            </a:p>
          </p:txBody>
        </p:sp>
      </p:grpSp>
      <p:grpSp>
        <p:nvGrpSpPr>
          <p:cNvPr id="68" name="node04"/>
          <p:cNvGrpSpPr/>
          <p:nvPr/>
        </p:nvGrpSpPr>
        <p:grpSpPr>
          <a:xfrm>
            <a:off x="4381500" y="1600200"/>
            <a:ext cx="7086600" cy="2743200"/>
            <a:chOff x="4381500" y="1600200"/>
            <a:chExt cx="7086600" cy="2743200"/>
          </a:xfrm>
        </p:grpSpPr>
        <p:sp>
          <p:nvSpPr>
            <p:cNvPr id="9" name="node04.row.item-001.c1.heat-gap"/>
            <p:cNvSpPr/>
            <p:nvPr/>
          </p:nvSpPr>
          <p:spPr>
            <a:xfrm>
              <a:off x="6362700" y="2057400"/>
              <a:ext cx="1276350" cy="457200"/>
            </a:xfrm>
            <a:prstGeom prst="rect">
              <a:avLst/>
            </a:prstGeom>
            <a:solidFill>
              <a:srgbClr val="FFFFFF"/>
            </a:solidFill>
            <a:ln>
              <a:noFill/>
            </a:ln>
          </p:spPr>
        </p:sp>
        <p:sp>
          <p:nvSpPr>
            <p:cNvPr id="10" name="node04.row.item-001.c1.heat"/>
            <p:cNvSpPr/>
            <p:nvPr/>
          </p:nvSpPr>
          <p:spPr>
            <a:xfrm>
              <a:off x="6381750" y="2076450"/>
              <a:ext cx="1238250" cy="419100"/>
            </a:xfrm>
            <a:prstGeom prst="rect">
              <a:avLst/>
            </a:prstGeom>
            <a:solidFill>
              <a:srgbClr val="CED7E6"/>
            </a:solidFill>
            <a:ln>
              <a:noFill/>
            </a:ln>
          </p:spPr>
        </p:sp>
        <p:sp>
          <p:nvSpPr>
            <p:cNvPr id="11" name="node04.row.item-001.c2.heat-gap"/>
            <p:cNvSpPr/>
            <p:nvPr/>
          </p:nvSpPr>
          <p:spPr>
            <a:xfrm>
              <a:off x="7639050" y="2057400"/>
              <a:ext cx="1276350" cy="457200"/>
            </a:xfrm>
            <a:prstGeom prst="rect">
              <a:avLst/>
            </a:prstGeom>
            <a:solidFill>
              <a:srgbClr val="FFFFFF"/>
            </a:solidFill>
            <a:ln>
              <a:noFill/>
            </a:ln>
          </p:spPr>
        </p:sp>
        <p:sp>
          <p:nvSpPr>
            <p:cNvPr id="12" name="node04.row.item-001.c2.heat"/>
            <p:cNvSpPr/>
            <p:nvPr/>
          </p:nvSpPr>
          <p:spPr>
            <a:xfrm>
              <a:off x="7658100" y="2076450"/>
              <a:ext cx="1238250" cy="419100"/>
            </a:xfrm>
            <a:prstGeom prst="rect">
              <a:avLst/>
            </a:prstGeom>
            <a:solidFill>
              <a:srgbClr val="F3D6EE"/>
            </a:solidFill>
            <a:ln>
              <a:noFill/>
            </a:ln>
          </p:spPr>
        </p:sp>
        <p:sp>
          <p:nvSpPr>
            <p:cNvPr id="13" name="node04.row.item-001.c3.heat-gap"/>
            <p:cNvSpPr/>
            <p:nvPr/>
          </p:nvSpPr>
          <p:spPr>
            <a:xfrm>
              <a:off x="8915400" y="2057400"/>
              <a:ext cx="1276350" cy="457200"/>
            </a:xfrm>
            <a:prstGeom prst="rect">
              <a:avLst/>
            </a:prstGeom>
            <a:solidFill>
              <a:srgbClr val="FFFFFF"/>
            </a:solidFill>
            <a:ln>
              <a:noFill/>
            </a:ln>
          </p:spPr>
        </p:sp>
        <p:sp>
          <p:nvSpPr>
            <p:cNvPr id="14" name="node04.row.item-001.c3.heat"/>
            <p:cNvSpPr/>
            <p:nvPr/>
          </p:nvSpPr>
          <p:spPr>
            <a:xfrm>
              <a:off x="8934450" y="2076450"/>
              <a:ext cx="1238250" cy="419100"/>
            </a:xfrm>
            <a:prstGeom prst="rect">
              <a:avLst/>
            </a:prstGeom>
            <a:solidFill>
              <a:srgbClr val="F900D3"/>
            </a:solidFill>
            <a:ln>
              <a:noFill/>
            </a:ln>
          </p:spPr>
        </p:sp>
        <p:sp>
          <p:nvSpPr>
            <p:cNvPr id="15" name="node04.row.item-001.c4.heat-gap"/>
            <p:cNvSpPr/>
            <p:nvPr/>
          </p:nvSpPr>
          <p:spPr>
            <a:xfrm>
              <a:off x="10191750" y="2057400"/>
              <a:ext cx="1276350" cy="457200"/>
            </a:xfrm>
            <a:prstGeom prst="rect">
              <a:avLst/>
            </a:prstGeom>
            <a:solidFill>
              <a:srgbClr val="FFFFFF"/>
            </a:solidFill>
            <a:ln>
              <a:noFill/>
            </a:ln>
          </p:spPr>
        </p:sp>
        <p:sp>
          <p:nvSpPr>
            <p:cNvPr id="16" name="node04.row.item-001.c4.heat"/>
            <p:cNvSpPr/>
            <p:nvPr/>
          </p:nvSpPr>
          <p:spPr>
            <a:xfrm>
              <a:off x="10210800" y="2076450"/>
              <a:ext cx="1238250" cy="419100"/>
            </a:xfrm>
            <a:prstGeom prst="rect">
              <a:avLst/>
            </a:prstGeom>
            <a:solidFill>
              <a:srgbClr val="CED7E6"/>
            </a:solidFill>
            <a:ln>
              <a:noFill/>
            </a:ln>
          </p:spPr>
        </p:sp>
        <p:sp>
          <p:nvSpPr>
            <p:cNvPr id="17" name="node04.row.item-002.c1.heat-gap"/>
            <p:cNvSpPr/>
            <p:nvPr/>
          </p:nvSpPr>
          <p:spPr>
            <a:xfrm>
              <a:off x="6362700" y="2514600"/>
              <a:ext cx="1276350" cy="457200"/>
            </a:xfrm>
            <a:prstGeom prst="rect">
              <a:avLst/>
            </a:prstGeom>
            <a:solidFill>
              <a:srgbClr val="FFFFFF"/>
            </a:solidFill>
            <a:ln>
              <a:noFill/>
            </a:ln>
          </p:spPr>
        </p:sp>
        <p:sp>
          <p:nvSpPr>
            <p:cNvPr id="18" name="node04.row.item-002.c1.heat"/>
            <p:cNvSpPr/>
            <p:nvPr/>
          </p:nvSpPr>
          <p:spPr>
            <a:xfrm>
              <a:off x="6381750" y="2533650"/>
              <a:ext cx="1238250" cy="419100"/>
            </a:xfrm>
            <a:prstGeom prst="rect">
              <a:avLst/>
            </a:prstGeom>
            <a:solidFill>
              <a:srgbClr val="F3D6EE"/>
            </a:solidFill>
            <a:ln>
              <a:noFill/>
            </a:ln>
          </p:spPr>
        </p:sp>
        <p:sp>
          <p:nvSpPr>
            <p:cNvPr id="19" name="node04.row.item-002.c2.heat-gap"/>
            <p:cNvSpPr/>
            <p:nvPr/>
          </p:nvSpPr>
          <p:spPr>
            <a:xfrm>
              <a:off x="7639050" y="2514600"/>
              <a:ext cx="1276350" cy="457200"/>
            </a:xfrm>
            <a:prstGeom prst="rect">
              <a:avLst/>
            </a:prstGeom>
            <a:solidFill>
              <a:srgbClr val="FFFFFF"/>
            </a:solidFill>
            <a:ln>
              <a:noFill/>
            </a:ln>
          </p:spPr>
        </p:sp>
        <p:sp>
          <p:nvSpPr>
            <p:cNvPr id="20" name="node04.row.item-002.c2.heat"/>
            <p:cNvSpPr/>
            <p:nvPr/>
          </p:nvSpPr>
          <p:spPr>
            <a:xfrm>
              <a:off x="7658100" y="2533650"/>
              <a:ext cx="1238250" cy="419100"/>
            </a:xfrm>
            <a:prstGeom prst="rect">
              <a:avLst/>
            </a:prstGeom>
            <a:solidFill>
              <a:srgbClr val="FB7FE8"/>
            </a:solidFill>
            <a:ln>
              <a:noFill/>
            </a:ln>
          </p:spPr>
        </p:sp>
        <p:sp>
          <p:nvSpPr>
            <p:cNvPr id="21" name="node04.row.item-002.c3.heat-gap"/>
            <p:cNvSpPr/>
            <p:nvPr/>
          </p:nvSpPr>
          <p:spPr>
            <a:xfrm>
              <a:off x="8915400" y="2514600"/>
              <a:ext cx="1276350" cy="457200"/>
            </a:xfrm>
            <a:prstGeom prst="rect">
              <a:avLst/>
            </a:prstGeom>
            <a:solidFill>
              <a:srgbClr val="FFFFFF"/>
            </a:solidFill>
            <a:ln>
              <a:noFill/>
            </a:ln>
          </p:spPr>
        </p:sp>
        <p:sp>
          <p:nvSpPr>
            <p:cNvPr id="22" name="node04.row.item-002.c3.heat"/>
            <p:cNvSpPr/>
            <p:nvPr/>
          </p:nvSpPr>
          <p:spPr>
            <a:xfrm>
              <a:off x="8934450" y="2533650"/>
              <a:ext cx="1238250" cy="419100"/>
            </a:xfrm>
            <a:prstGeom prst="rect">
              <a:avLst/>
            </a:prstGeom>
            <a:solidFill>
              <a:srgbClr val="FB7FE8"/>
            </a:solidFill>
            <a:ln>
              <a:noFill/>
            </a:ln>
          </p:spPr>
        </p:sp>
        <p:sp>
          <p:nvSpPr>
            <p:cNvPr id="23" name="node04.row.item-002.c4.heat-gap"/>
            <p:cNvSpPr/>
            <p:nvPr/>
          </p:nvSpPr>
          <p:spPr>
            <a:xfrm>
              <a:off x="10191750" y="2514600"/>
              <a:ext cx="1276350" cy="457200"/>
            </a:xfrm>
            <a:prstGeom prst="rect">
              <a:avLst/>
            </a:prstGeom>
            <a:solidFill>
              <a:srgbClr val="FFFFFF"/>
            </a:solidFill>
            <a:ln>
              <a:noFill/>
            </a:ln>
          </p:spPr>
        </p:sp>
        <p:sp>
          <p:nvSpPr>
            <p:cNvPr id="24" name="node04.row.item-002.c4.heat"/>
            <p:cNvSpPr/>
            <p:nvPr/>
          </p:nvSpPr>
          <p:spPr>
            <a:xfrm>
              <a:off x="10210800" y="2533650"/>
              <a:ext cx="1238250" cy="419100"/>
            </a:xfrm>
            <a:prstGeom prst="rect">
              <a:avLst/>
            </a:prstGeom>
            <a:solidFill>
              <a:srgbClr val="CED7E6"/>
            </a:solidFill>
            <a:ln>
              <a:noFill/>
            </a:ln>
          </p:spPr>
        </p:sp>
        <p:sp>
          <p:nvSpPr>
            <p:cNvPr id="25" name="node04.row.item-003.c1.heat-gap"/>
            <p:cNvSpPr/>
            <p:nvPr/>
          </p:nvSpPr>
          <p:spPr>
            <a:xfrm>
              <a:off x="6362700" y="2971800"/>
              <a:ext cx="1276350" cy="457200"/>
            </a:xfrm>
            <a:prstGeom prst="rect">
              <a:avLst/>
            </a:prstGeom>
            <a:solidFill>
              <a:srgbClr val="FFFFFF"/>
            </a:solidFill>
            <a:ln>
              <a:noFill/>
            </a:ln>
          </p:spPr>
        </p:sp>
        <p:sp>
          <p:nvSpPr>
            <p:cNvPr id="26" name="node04.row.item-003.c1.heat"/>
            <p:cNvSpPr/>
            <p:nvPr/>
          </p:nvSpPr>
          <p:spPr>
            <a:xfrm>
              <a:off x="6381750" y="2990850"/>
              <a:ext cx="1238250" cy="419100"/>
            </a:xfrm>
            <a:prstGeom prst="rect">
              <a:avLst/>
            </a:prstGeom>
            <a:solidFill>
              <a:srgbClr val="CED7E6"/>
            </a:solidFill>
            <a:ln>
              <a:noFill/>
            </a:ln>
          </p:spPr>
        </p:sp>
        <p:sp>
          <p:nvSpPr>
            <p:cNvPr id="27" name="node04.row.item-003.c2.heat-gap"/>
            <p:cNvSpPr/>
            <p:nvPr/>
          </p:nvSpPr>
          <p:spPr>
            <a:xfrm>
              <a:off x="7639050" y="2971800"/>
              <a:ext cx="1276350" cy="457200"/>
            </a:xfrm>
            <a:prstGeom prst="rect">
              <a:avLst/>
            </a:prstGeom>
            <a:solidFill>
              <a:srgbClr val="FFFFFF"/>
            </a:solidFill>
            <a:ln>
              <a:noFill/>
            </a:ln>
          </p:spPr>
        </p:sp>
        <p:sp>
          <p:nvSpPr>
            <p:cNvPr id="28" name="node04.row.item-003.c2.heat"/>
            <p:cNvSpPr/>
            <p:nvPr/>
          </p:nvSpPr>
          <p:spPr>
            <a:xfrm>
              <a:off x="7658100" y="2990850"/>
              <a:ext cx="1238250" cy="419100"/>
            </a:xfrm>
            <a:prstGeom prst="rect">
              <a:avLst/>
            </a:prstGeom>
            <a:solidFill>
              <a:srgbClr val="F3D6EE"/>
            </a:solidFill>
            <a:ln>
              <a:noFill/>
            </a:ln>
          </p:spPr>
        </p:sp>
        <p:sp>
          <p:nvSpPr>
            <p:cNvPr id="29" name="node04.row.item-003.c3.heat-gap"/>
            <p:cNvSpPr/>
            <p:nvPr/>
          </p:nvSpPr>
          <p:spPr>
            <a:xfrm>
              <a:off x="8915400" y="2971800"/>
              <a:ext cx="1276350" cy="457200"/>
            </a:xfrm>
            <a:prstGeom prst="rect">
              <a:avLst/>
            </a:prstGeom>
            <a:solidFill>
              <a:srgbClr val="FFFFFF"/>
            </a:solidFill>
            <a:ln>
              <a:noFill/>
            </a:ln>
          </p:spPr>
        </p:sp>
        <p:sp>
          <p:nvSpPr>
            <p:cNvPr id="30" name="node04.row.item-003.c3.heat"/>
            <p:cNvSpPr/>
            <p:nvPr/>
          </p:nvSpPr>
          <p:spPr>
            <a:xfrm>
              <a:off x="8934450" y="2990850"/>
              <a:ext cx="1238250" cy="419100"/>
            </a:xfrm>
            <a:prstGeom prst="rect">
              <a:avLst/>
            </a:prstGeom>
            <a:solidFill>
              <a:srgbClr val="F3D6EE"/>
            </a:solidFill>
            <a:ln>
              <a:noFill/>
            </a:ln>
          </p:spPr>
        </p:sp>
        <p:sp>
          <p:nvSpPr>
            <p:cNvPr id="31" name="node04.row.item-003.c4.heat-gap"/>
            <p:cNvSpPr/>
            <p:nvPr/>
          </p:nvSpPr>
          <p:spPr>
            <a:xfrm>
              <a:off x="10191750" y="2971800"/>
              <a:ext cx="1276350" cy="457200"/>
            </a:xfrm>
            <a:prstGeom prst="rect">
              <a:avLst/>
            </a:prstGeom>
            <a:solidFill>
              <a:srgbClr val="FFFFFF"/>
            </a:solidFill>
            <a:ln>
              <a:noFill/>
            </a:ln>
          </p:spPr>
        </p:sp>
        <p:sp>
          <p:nvSpPr>
            <p:cNvPr id="32" name="node04.row.item-003.c4.heat"/>
            <p:cNvSpPr/>
            <p:nvPr/>
          </p:nvSpPr>
          <p:spPr>
            <a:xfrm>
              <a:off x="10210800" y="2990850"/>
              <a:ext cx="1238250" cy="419100"/>
            </a:xfrm>
            <a:prstGeom prst="rect">
              <a:avLst/>
            </a:prstGeom>
            <a:solidFill>
              <a:srgbClr val="CED7E6"/>
            </a:solidFill>
            <a:ln>
              <a:noFill/>
            </a:ln>
          </p:spPr>
        </p:sp>
        <p:sp>
          <p:nvSpPr>
            <p:cNvPr id="33" name="node04.row.item-004.c1.heat-gap"/>
            <p:cNvSpPr/>
            <p:nvPr/>
          </p:nvSpPr>
          <p:spPr>
            <a:xfrm>
              <a:off x="6362700" y="3429000"/>
              <a:ext cx="1276350" cy="457200"/>
            </a:xfrm>
            <a:prstGeom prst="rect">
              <a:avLst/>
            </a:prstGeom>
            <a:solidFill>
              <a:srgbClr val="FFFFFF"/>
            </a:solidFill>
            <a:ln>
              <a:noFill/>
            </a:ln>
          </p:spPr>
        </p:sp>
        <p:sp>
          <p:nvSpPr>
            <p:cNvPr id="34" name="node04.row.item-004.c1.heat"/>
            <p:cNvSpPr/>
            <p:nvPr/>
          </p:nvSpPr>
          <p:spPr>
            <a:xfrm>
              <a:off x="6381750" y="3448050"/>
              <a:ext cx="1238250" cy="419100"/>
            </a:xfrm>
            <a:prstGeom prst="rect">
              <a:avLst/>
            </a:prstGeom>
            <a:solidFill>
              <a:srgbClr val="FB7FE8"/>
            </a:solidFill>
            <a:ln>
              <a:noFill/>
            </a:ln>
          </p:spPr>
        </p:sp>
        <p:sp>
          <p:nvSpPr>
            <p:cNvPr id="35" name="node04.row.item-004.c2.heat-gap"/>
            <p:cNvSpPr/>
            <p:nvPr/>
          </p:nvSpPr>
          <p:spPr>
            <a:xfrm>
              <a:off x="7639050" y="3429000"/>
              <a:ext cx="1276350" cy="457200"/>
            </a:xfrm>
            <a:prstGeom prst="rect">
              <a:avLst/>
            </a:prstGeom>
            <a:solidFill>
              <a:srgbClr val="FFFFFF"/>
            </a:solidFill>
            <a:ln>
              <a:noFill/>
            </a:ln>
          </p:spPr>
        </p:sp>
        <p:sp>
          <p:nvSpPr>
            <p:cNvPr id="36" name="node04.row.item-004.c2.heat"/>
            <p:cNvSpPr/>
            <p:nvPr/>
          </p:nvSpPr>
          <p:spPr>
            <a:xfrm>
              <a:off x="7658100" y="3448050"/>
              <a:ext cx="1238250" cy="419100"/>
            </a:xfrm>
            <a:prstGeom prst="rect">
              <a:avLst/>
            </a:prstGeom>
            <a:solidFill>
              <a:srgbClr val="F900D3"/>
            </a:solidFill>
            <a:ln>
              <a:noFill/>
            </a:ln>
          </p:spPr>
        </p:sp>
        <p:sp>
          <p:nvSpPr>
            <p:cNvPr id="37" name="node04.row.item-004.c3.heat-gap"/>
            <p:cNvSpPr/>
            <p:nvPr/>
          </p:nvSpPr>
          <p:spPr>
            <a:xfrm>
              <a:off x="8915400" y="3429000"/>
              <a:ext cx="1276350" cy="457200"/>
            </a:xfrm>
            <a:prstGeom prst="rect">
              <a:avLst/>
            </a:prstGeom>
            <a:solidFill>
              <a:srgbClr val="FFFFFF"/>
            </a:solidFill>
            <a:ln>
              <a:noFill/>
            </a:ln>
          </p:spPr>
        </p:sp>
        <p:sp>
          <p:nvSpPr>
            <p:cNvPr id="38" name="node04.row.item-004.c3.heat"/>
            <p:cNvSpPr/>
            <p:nvPr/>
          </p:nvSpPr>
          <p:spPr>
            <a:xfrm>
              <a:off x="8934450" y="3448050"/>
              <a:ext cx="1238250" cy="419100"/>
            </a:xfrm>
            <a:prstGeom prst="rect">
              <a:avLst/>
            </a:prstGeom>
            <a:solidFill>
              <a:srgbClr val="F900D3"/>
            </a:solidFill>
            <a:ln>
              <a:noFill/>
            </a:ln>
          </p:spPr>
        </p:sp>
        <p:sp>
          <p:nvSpPr>
            <p:cNvPr id="39" name="node04.row.item-004.c4.heat-gap"/>
            <p:cNvSpPr/>
            <p:nvPr/>
          </p:nvSpPr>
          <p:spPr>
            <a:xfrm>
              <a:off x="10191750" y="3429000"/>
              <a:ext cx="1276350" cy="457200"/>
            </a:xfrm>
            <a:prstGeom prst="rect">
              <a:avLst/>
            </a:prstGeom>
            <a:solidFill>
              <a:srgbClr val="FFFFFF"/>
            </a:solidFill>
            <a:ln>
              <a:noFill/>
            </a:ln>
          </p:spPr>
        </p:sp>
        <p:sp>
          <p:nvSpPr>
            <p:cNvPr id="40" name="node04.row.item-004.c4.heat"/>
            <p:cNvSpPr/>
            <p:nvPr/>
          </p:nvSpPr>
          <p:spPr>
            <a:xfrm>
              <a:off x="10210800" y="3448050"/>
              <a:ext cx="1238250" cy="419100"/>
            </a:xfrm>
            <a:prstGeom prst="rect">
              <a:avLst/>
            </a:prstGeom>
            <a:solidFill>
              <a:srgbClr val="F3D6EE"/>
            </a:solidFill>
            <a:ln>
              <a:noFill/>
            </a:ln>
          </p:spPr>
        </p:sp>
        <p:sp>
          <p:nvSpPr>
            <p:cNvPr id="41" name="node04.row.item-005.c1.heat-gap"/>
            <p:cNvSpPr/>
            <p:nvPr/>
          </p:nvSpPr>
          <p:spPr>
            <a:xfrm>
              <a:off x="6362700" y="3886200"/>
              <a:ext cx="1276350" cy="457200"/>
            </a:xfrm>
            <a:prstGeom prst="rect">
              <a:avLst/>
            </a:prstGeom>
            <a:solidFill>
              <a:srgbClr val="FFFFFF"/>
            </a:solidFill>
            <a:ln>
              <a:noFill/>
            </a:ln>
          </p:spPr>
        </p:sp>
        <p:sp>
          <p:nvSpPr>
            <p:cNvPr id="42" name="node04.row.item-005.c1.heat"/>
            <p:cNvSpPr/>
            <p:nvPr/>
          </p:nvSpPr>
          <p:spPr>
            <a:xfrm>
              <a:off x="6381750" y="3905250"/>
              <a:ext cx="1238250" cy="419100"/>
            </a:xfrm>
            <a:prstGeom prst="rect">
              <a:avLst/>
            </a:prstGeom>
            <a:solidFill>
              <a:srgbClr val="CED7E6"/>
            </a:solidFill>
            <a:ln>
              <a:noFill/>
            </a:ln>
          </p:spPr>
        </p:sp>
        <p:sp>
          <p:nvSpPr>
            <p:cNvPr id="43" name="node04.row.item-005.c2.heat-gap"/>
            <p:cNvSpPr/>
            <p:nvPr/>
          </p:nvSpPr>
          <p:spPr>
            <a:xfrm>
              <a:off x="7639050" y="3886200"/>
              <a:ext cx="1276350" cy="457200"/>
            </a:xfrm>
            <a:prstGeom prst="rect">
              <a:avLst/>
            </a:prstGeom>
            <a:solidFill>
              <a:srgbClr val="FFFFFF"/>
            </a:solidFill>
            <a:ln>
              <a:noFill/>
            </a:ln>
          </p:spPr>
        </p:sp>
        <p:sp>
          <p:nvSpPr>
            <p:cNvPr id="44" name="node04.row.item-005.c2.heat"/>
            <p:cNvSpPr/>
            <p:nvPr/>
          </p:nvSpPr>
          <p:spPr>
            <a:xfrm>
              <a:off x="7658100" y="3905250"/>
              <a:ext cx="1238250" cy="419100"/>
            </a:xfrm>
            <a:prstGeom prst="rect">
              <a:avLst/>
            </a:prstGeom>
            <a:solidFill>
              <a:srgbClr val="CED7E6"/>
            </a:solidFill>
            <a:ln>
              <a:noFill/>
            </a:ln>
          </p:spPr>
        </p:sp>
        <p:sp>
          <p:nvSpPr>
            <p:cNvPr id="45" name="node04.row.item-005.c3.heat-gap"/>
            <p:cNvSpPr/>
            <p:nvPr/>
          </p:nvSpPr>
          <p:spPr>
            <a:xfrm>
              <a:off x="8915400" y="3886200"/>
              <a:ext cx="1276350" cy="457200"/>
            </a:xfrm>
            <a:prstGeom prst="rect">
              <a:avLst/>
            </a:prstGeom>
            <a:solidFill>
              <a:srgbClr val="FFFFFF"/>
            </a:solidFill>
            <a:ln>
              <a:noFill/>
            </a:ln>
          </p:spPr>
        </p:sp>
        <p:sp>
          <p:nvSpPr>
            <p:cNvPr id="46" name="node04.row.item-005.c3.heat"/>
            <p:cNvSpPr/>
            <p:nvPr/>
          </p:nvSpPr>
          <p:spPr>
            <a:xfrm>
              <a:off x="8934450" y="3905250"/>
              <a:ext cx="1238250" cy="419100"/>
            </a:xfrm>
            <a:prstGeom prst="rect">
              <a:avLst/>
            </a:prstGeom>
            <a:solidFill>
              <a:srgbClr val="FB7FE8"/>
            </a:solidFill>
            <a:ln>
              <a:noFill/>
            </a:ln>
          </p:spPr>
        </p:sp>
        <p:sp>
          <p:nvSpPr>
            <p:cNvPr id="47" name="node04.row.item-005.c4.heat-gap"/>
            <p:cNvSpPr/>
            <p:nvPr/>
          </p:nvSpPr>
          <p:spPr>
            <a:xfrm>
              <a:off x="10191750" y="3886200"/>
              <a:ext cx="1276350" cy="457200"/>
            </a:xfrm>
            <a:prstGeom prst="rect">
              <a:avLst/>
            </a:prstGeom>
            <a:solidFill>
              <a:srgbClr val="FFFFFF"/>
            </a:solidFill>
            <a:ln>
              <a:noFill/>
            </a:ln>
          </p:spPr>
        </p:sp>
        <p:sp>
          <p:nvSpPr>
            <p:cNvPr id="48" name="node04.row.item-005.c4.heat"/>
            <p:cNvSpPr/>
            <p:nvPr/>
          </p:nvSpPr>
          <p:spPr>
            <a:xfrm>
              <a:off x="10210800" y="3905250"/>
              <a:ext cx="1238250" cy="419100"/>
            </a:xfrm>
            <a:prstGeom prst="rect">
              <a:avLst/>
            </a:prstGeom>
            <a:solidFill>
              <a:srgbClr val="E8EEF8"/>
            </a:solidFill>
            <a:ln>
              <a:noFill/>
            </a:ln>
          </p:spPr>
        </p:sp>
        <p:graphicFrame>
          <p:nvGraphicFramePr>
            <p:cNvPr id="49" name="node04.native"/>
            <p:cNvGraphicFramePr>
              <a:graphicFrameLocks noGrp="1"/>
            </p:cNvGraphicFramePr>
            <p:nvPr>
              <p:extLst>
                <p:ext uri="{D42A27DB-BD31-4B8C-83A1-F6EECF244321}">
                  <p14:modId xmlns:p14="http://schemas.microsoft.com/office/powerpoint/2010/main" val="1579011935"/>
                </p:ext>
              </p:extLst>
            </p:nvPr>
          </p:nvGraphicFramePr>
          <p:xfrm>
            <a:off x="4381500" y="1600200"/>
            <a:ext cx="7086600" cy="2743200"/>
          </p:xfrm>
          <a:graphic>
            <a:graphicData uri="http://schemas.openxmlformats.org/drawingml/2006/table">
              <a:tbl>
                <a:tblPr/>
                <a:tblGrid>
                  <a:gridCol w="1981200"/>
                  <a:gridCol w="1276350"/>
                  <a:gridCol w="1276350"/>
                  <a:gridCol w="1276350"/>
                  <a:gridCol w="1276350"/>
                </a:tblGrid>
                <a:tr h="457200">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SYSTEM</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BACKUP</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FAILOVER</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TESTED</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DOCUMENTED</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r>
                <a:tr h="457200">
                  <a:tc>
                    <a:txBody>
                      <a:bodyPr wrap="square" anchor="ctr" lIns="0" rIns="0" tIns="0" bIns="0">
                        <a:noAutofit/>
                      </a:bodyPr>
                      <a:lstStyle/>
                      <a:p>
                        <a:pPr algn="l" marL="0" indent="0">
                          <a:lnSpc>
                            <a:spcPts val="2100"/>
                          </a:lnSpc>
                          <a:spcBef>
                            <a:spcPts val="0"/>
                          </a:spcBef>
                          <a:spcAft>
                            <a:spcPts val="0"/>
                          </a:spcAft>
                          <a:buNone/>
                          <a:defRPr lang="en-US" sz="1400" spc="0" kern="0" b="0" i="0" dirty="0">
                            <a:solidFill>
                              <a:srgbClr val="070154"/>
                            </a:solidFill>
                            <a:latin typeface="IBM Plex Sans SemiBold"/>
                            <a:ea typeface="IBM Plex Sans SemiBold"/>
                            <a:cs typeface="IBM Plex Sans SemiBold"/>
                          </a:defRPr>
                        </a:pPr>
                        <a:r>
                          <a:rPr lang="en-US" sz="1400" spc="0" kern="0" b="0" i="0" dirty="0">
                            <a:solidFill>
                              <a:srgbClr val="070154"/>
                            </a:solidFill>
                            <a:latin typeface="IBM Plex Sans SemiBold"/>
                            <a:ea typeface="IBM Plex Sans SemiBold"/>
                            <a:cs typeface="IBM Plex Sans SemiBold"/>
                          </a:rPr>
                          <a:t xml:space="preserve">NorthChart EHR</a:t>
                        </a:r>
                        <a:endParaRPr lang="en-US" sz="14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2100"/>
                          </a:lnSpc>
                          <a:spcBef>
                            <a:spcPts val="0"/>
                          </a:spcBef>
                          <a:spcAft>
                            <a:spcPts val="0"/>
                          </a:spcAft>
                          <a:buNone/>
                          <a:defRPr lang="en-US" sz="1400" spc="0" kern="0" b="0" i="0" dirty="0">
                            <a:solidFill>
                              <a:srgbClr val="070154"/>
                            </a:solidFill>
                            <a:latin typeface="IBM Plex Mono SemiBold"/>
                            <a:ea typeface="IBM Plex Mono SemiBold"/>
                            <a:cs typeface="IBM Plex Mono SemiBold"/>
                          </a:defRPr>
                        </a:pPr>
                        <a:r>
                          <a:rPr lang="en-US" sz="1400" spc="0" kern="0" b="0" i="0" dirty="0">
                            <a:solidFill>
                              <a:srgbClr val="070154"/>
                            </a:solidFill>
                            <a:latin typeface="IBM Plex Mono SemiBold"/>
                            <a:ea typeface="IBM Plex Mono SemiBold"/>
                            <a:cs typeface="IBM Plex Mono SemiBold"/>
                          </a:rPr>
                          <a:t xml:space="preserve">1</a:t>
                        </a:r>
                        <a:endParaRPr lang="en-US" sz="14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2100"/>
                          </a:lnSpc>
                          <a:spcBef>
                            <a:spcPts val="0"/>
                          </a:spcBef>
                          <a:spcAft>
                            <a:spcPts val="0"/>
                          </a:spcAft>
                          <a:buNone/>
                          <a:defRPr lang="en-US" sz="1400" spc="0" kern="0" b="0" i="0" dirty="0">
                            <a:solidFill>
                              <a:srgbClr val="070154"/>
                            </a:solidFill>
                            <a:latin typeface="IBM Plex Mono SemiBold"/>
                            <a:ea typeface="IBM Plex Mono SemiBold"/>
                            <a:cs typeface="IBM Plex Mono SemiBold"/>
                          </a:defRPr>
                        </a:pPr>
                        <a:r>
                          <a:rPr lang="en-US" sz="1400" spc="0" kern="0" b="0" i="0" dirty="0">
                            <a:solidFill>
                              <a:srgbClr val="070154"/>
                            </a:solidFill>
                            <a:latin typeface="IBM Plex Mono SemiBold"/>
                            <a:ea typeface="IBM Plex Mono SemiBold"/>
                            <a:cs typeface="IBM Plex Mono SemiBold"/>
                          </a:rPr>
                          <a:t xml:space="preserve">2</a:t>
                        </a:r>
                        <a:endParaRPr lang="en-US" sz="14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2100"/>
                          </a:lnSpc>
                          <a:spcBef>
                            <a:spcPts val="0"/>
                          </a:spcBef>
                          <a:spcAft>
                            <a:spcPts val="0"/>
                          </a:spcAft>
                          <a:buNone/>
                          <a:defRPr lang="en-US" sz="1400" spc="0" kern="0" b="0" i="0" dirty="0">
                            <a:solidFill>
                              <a:srgbClr val="070154"/>
                            </a:solidFill>
                            <a:latin typeface="IBM Plex Mono SemiBold"/>
                            <a:ea typeface="IBM Plex Mono SemiBold"/>
                            <a:cs typeface="IBM Plex Mono SemiBold"/>
                          </a:defRPr>
                        </a:pPr>
                        <a:r>
                          <a:rPr lang="en-US" sz="1400" spc="0" kern="0" b="0" i="0" dirty="0">
                            <a:solidFill>
                              <a:srgbClr val="070154"/>
                            </a:solidFill>
                            <a:latin typeface="IBM Plex Mono SemiBold"/>
                            <a:ea typeface="IBM Plex Mono SemiBold"/>
                            <a:cs typeface="IBM Plex Mono SemiBold"/>
                          </a:rPr>
                          <a:t xml:space="preserve">4</a:t>
                        </a:r>
                        <a:endParaRPr lang="en-US" sz="14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2100"/>
                          </a:lnSpc>
                          <a:spcBef>
                            <a:spcPts val="0"/>
                          </a:spcBef>
                          <a:spcAft>
                            <a:spcPts val="0"/>
                          </a:spcAft>
                          <a:buNone/>
                          <a:defRPr lang="en-US" sz="1400" spc="0" kern="0" b="0" i="0" dirty="0">
                            <a:solidFill>
                              <a:srgbClr val="070154"/>
                            </a:solidFill>
                            <a:latin typeface="IBM Plex Mono SemiBold"/>
                            <a:ea typeface="IBM Plex Mono SemiBold"/>
                            <a:cs typeface="IBM Plex Mono SemiBold"/>
                          </a:defRPr>
                        </a:pPr>
                        <a:r>
                          <a:rPr lang="en-US" sz="1400" spc="0" kern="0" b="0" i="0" dirty="0">
                            <a:solidFill>
                              <a:srgbClr val="070154"/>
                            </a:solidFill>
                            <a:latin typeface="IBM Plex Mono SemiBold"/>
                            <a:ea typeface="IBM Plex Mono SemiBold"/>
                            <a:cs typeface="IBM Plex Mono SemiBold"/>
                          </a:rPr>
                          <a:t xml:space="preserve">1</a:t>
                        </a:r>
                        <a:endParaRPr lang="en-US" sz="14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r h="457200">
                  <a:tc>
                    <a:txBody>
                      <a:bodyPr wrap="square" anchor="ctr" lIns="0" rIns="0" tIns="0" bIns="0">
                        <a:noAutofit/>
                      </a:bodyPr>
                      <a:lstStyle/>
                      <a:p>
                        <a:pPr algn="l" marL="0" indent="0">
                          <a:lnSpc>
                            <a:spcPts val="2100"/>
                          </a:lnSpc>
                          <a:spcBef>
                            <a:spcPts val="0"/>
                          </a:spcBef>
                          <a:spcAft>
                            <a:spcPts val="0"/>
                          </a:spcAft>
                          <a:buNone/>
                          <a:defRPr lang="en-US" sz="1400" spc="0" kern="0" b="0" i="0" dirty="0">
                            <a:solidFill>
                              <a:srgbClr val="070154"/>
                            </a:solidFill>
                            <a:latin typeface="IBM Plex Sans SemiBold"/>
                            <a:ea typeface="IBM Plex Sans SemiBold"/>
                            <a:cs typeface="IBM Plex Sans SemiBold"/>
                          </a:defRPr>
                        </a:pPr>
                        <a:r>
                          <a:rPr lang="en-US" sz="1400" spc="0" kern="0" b="0" i="0" dirty="0">
                            <a:solidFill>
                              <a:srgbClr val="070154"/>
                            </a:solidFill>
                            <a:latin typeface="IBM Plex Sans SemiBold"/>
                            <a:ea typeface="IBM Plex Sans SemiBold"/>
                            <a:cs typeface="IBM Plex Sans SemiBold"/>
                          </a:rPr>
                          <a:t xml:space="preserve">Lab information</a:t>
                        </a:r>
                        <a:endParaRPr lang="en-US" sz="14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2100"/>
                          </a:lnSpc>
                          <a:spcBef>
                            <a:spcPts val="0"/>
                          </a:spcBef>
                          <a:spcAft>
                            <a:spcPts val="0"/>
                          </a:spcAft>
                          <a:buNone/>
                          <a:defRPr lang="en-US" sz="1400" spc="0" kern="0" b="0" i="0" dirty="0">
                            <a:solidFill>
                              <a:srgbClr val="070154"/>
                            </a:solidFill>
                            <a:latin typeface="IBM Plex Mono SemiBold"/>
                            <a:ea typeface="IBM Plex Mono SemiBold"/>
                            <a:cs typeface="IBM Plex Mono SemiBold"/>
                          </a:defRPr>
                        </a:pPr>
                        <a:r>
                          <a:rPr lang="en-US" sz="1400" spc="0" kern="0" b="0" i="0" dirty="0">
                            <a:solidFill>
                              <a:srgbClr val="070154"/>
                            </a:solidFill>
                            <a:latin typeface="IBM Plex Mono SemiBold"/>
                            <a:ea typeface="IBM Plex Mono SemiBold"/>
                            <a:cs typeface="IBM Plex Mono SemiBold"/>
                          </a:rPr>
                          <a:t xml:space="preserve">2</a:t>
                        </a:r>
                        <a:endParaRPr lang="en-US" sz="14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2100"/>
                          </a:lnSpc>
                          <a:spcBef>
                            <a:spcPts val="0"/>
                          </a:spcBef>
                          <a:spcAft>
                            <a:spcPts val="0"/>
                          </a:spcAft>
                          <a:buNone/>
                          <a:defRPr lang="en-US" sz="1400" spc="0" kern="0" b="0" i="0" dirty="0">
                            <a:solidFill>
                              <a:srgbClr val="070154"/>
                            </a:solidFill>
                            <a:latin typeface="IBM Plex Mono SemiBold"/>
                            <a:ea typeface="IBM Plex Mono SemiBold"/>
                            <a:cs typeface="IBM Plex Mono SemiBold"/>
                          </a:defRPr>
                        </a:pPr>
                        <a:r>
                          <a:rPr lang="en-US" sz="1400" spc="0" kern="0" b="0" i="0" dirty="0">
                            <a:solidFill>
                              <a:srgbClr val="070154"/>
                            </a:solidFill>
                            <a:latin typeface="IBM Plex Mono SemiBold"/>
                            <a:ea typeface="IBM Plex Mono SemiBold"/>
                            <a:cs typeface="IBM Plex Mono SemiBold"/>
                          </a:rPr>
                          <a:t xml:space="preserve">3</a:t>
                        </a:r>
                        <a:endParaRPr lang="en-US" sz="14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2100"/>
                          </a:lnSpc>
                          <a:spcBef>
                            <a:spcPts val="0"/>
                          </a:spcBef>
                          <a:spcAft>
                            <a:spcPts val="0"/>
                          </a:spcAft>
                          <a:buNone/>
                          <a:defRPr lang="en-US" sz="1400" spc="0" kern="0" b="0" i="0" dirty="0">
                            <a:solidFill>
                              <a:srgbClr val="070154"/>
                            </a:solidFill>
                            <a:latin typeface="IBM Plex Mono SemiBold"/>
                            <a:ea typeface="IBM Plex Mono SemiBold"/>
                            <a:cs typeface="IBM Plex Mono SemiBold"/>
                          </a:defRPr>
                        </a:pPr>
                        <a:r>
                          <a:rPr lang="en-US" sz="1400" spc="0" kern="0" b="0" i="0" dirty="0">
                            <a:solidFill>
                              <a:srgbClr val="070154"/>
                            </a:solidFill>
                            <a:latin typeface="IBM Plex Mono SemiBold"/>
                            <a:ea typeface="IBM Plex Mono SemiBold"/>
                            <a:cs typeface="IBM Plex Mono SemiBold"/>
                          </a:rPr>
                          <a:t xml:space="preserve">3</a:t>
                        </a:r>
                        <a:endParaRPr lang="en-US" sz="14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2100"/>
                          </a:lnSpc>
                          <a:spcBef>
                            <a:spcPts val="0"/>
                          </a:spcBef>
                          <a:spcAft>
                            <a:spcPts val="0"/>
                          </a:spcAft>
                          <a:buNone/>
                          <a:defRPr lang="en-US" sz="1400" spc="0" kern="0" b="0" i="0" dirty="0">
                            <a:solidFill>
                              <a:srgbClr val="070154"/>
                            </a:solidFill>
                            <a:latin typeface="IBM Plex Mono SemiBold"/>
                            <a:ea typeface="IBM Plex Mono SemiBold"/>
                            <a:cs typeface="IBM Plex Mono SemiBold"/>
                          </a:defRPr>
                        </a:pPr>
                        <a:r>
                          <a:rPr lang="en-US" sz="1400" spc="0" kern="0" b="0" i="0" dirty="0">
                            <a:solidFill>
                              <a:srgbClr val="070154"/>
                            </a:solidFill>
                            <a:latin typeface="IBM Plex Mono SemiBold"/>
                            <a:ea typeface="IBM Plex Mono SemiBold"/>
                            <a:cs typeface="IBM Plex Mono SemiBold"/>
                          </a:rPr>
                          <a:t xml:space="preserve">1</a:t>
                        </a:r>
                        <a:endParaRPr lang="en-US" sz="14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r h="457200">
                  <a:tc>
                    <a:txBody>
                      <a:bodyPr wrap="square" anchor="ctr" lIns="0" rIns="0" tIns="0" bIns="0">
                        <a:noAutofit/>
                      </a:bodyPr>
                      <a:lstStyle/>
                      <a:p>
                        <a:pPr algn="l" marL="0" indent="0">
                          <a:lnSpc>
                            <a:spcPts val="2100"/>
                          </a:lnSpc>
                          <a:spcBef>
                            <a:spcPts val="0"/>
                          </a:spcBef>
                          <a:spcAft>
                            <a:spcPts val="0"/>
                          </a:spcAft>
                          <a:buNone/>
                          <a:defRPr lang="en-US" sz="1400" spc="0" kern="0" b="0" i="0" dirty="0">
                            <a:solidFill>
                              <a:srgbClr val="070154"/>
                            </a:solidFill>
                            <a:latin typeface="IBM Plex Sans SemiBold"/>
                            <a:ea typeface="IBM Plex Sans SemiBold"/>
                            <a:cs typeface="IBM Plex Sans SemiBold"/>
                          </a:defRPr>
                        </a:pPr>
                        <a:r>
                          <a:rPr lang="en-US" sz="1400" spc="0" kern="0" b="0" i="0" dirty="0">
                            <a:solidFill>
                              <a:srgbClr val="070154"/>
                            </a:solidFill>
                            <a:latin typeface="IBM Plex Sans SemiBold"/>
                            <a:ea typeface="IBM Plex Sans SemiBold"/>
                            <a:cs typeface="IBM Plex Sans SemiBold"/>
                          </a:rPr>
                          <a:t xml:space="preserve">Pharmacy</a:t>
                        </a:r>
                        <a:endParaRPr lang="en-US" sz="14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2100"/>
                          </a:lnSpc>
                          <a:spcBef>
                            <a:spcPts val="0"/>
                          </a:spcBef>
                          <a:spcAft>
                            <a:spcPts val="0"/>
                          </a:spcAft>
                          <a:buNone/>
                          <a:defRPr lang="en-US" sz="1400" spc="0" kern="0" b="0" i="0" dirty="0">
                            <a:solidFill>
                              <a:srgbClr val="070154"/>
                            </a:solidFill>
                            <a:latin typeface="IBM Plex Mono SemiBold"/>
                            <a:ea typeface="IBM Plex Mono SemiBold"/>
                            <a:cs typeface="IBM Plex Mono SemiBold"/>
                          </a:defRPr>
                        </a:pPr>
                        <a:r>
                          <a:rPr lang="en-US" sz="1400" spc="0" kern="0" b="0" i="0" dirty="0">
                            <a:solidFill>
                              <a:srgbClr val="070154"/>
                            </a:solidFill>
                            <a:latin typeface="IBM Plex Mono SemiBold"/>
                            <a:ea typeface="IBM Plex Mono SemiBold"/>
                            <a:cs typeface="IBM Plex Mono SemiBold"/>
                          </a:rPr>
                          <a:t xml:space="preserve">1</a:t>
                        </a:r>
                        <a:endParaRPr lang="en-US" sz="14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2100"/>
                          </a:lnSpc>
                          <a:spcBef>
                            <a:spcPts val="0"/>
                          </a:spcBef>
                          <a:spcAft>
                            <a:spcPts val="0"/>
                          </a:spcAft>
                          <a:buNone/>
                          <a:defRPr lang="en-US" sz="1400" spc="0" kern="0" b="0" i="0" dirty="0">
                            <a:solidFill>
                              <a:srgbClr val="070154"/>
                            </a:solidFill>
                            <a:latin typeface="IBM Plex Mono SemiBold"/>
                            <a:ea typeface="IBM Plex Mono SemiBold"/>
                            <a:cs typeface="IBM Plex Mono SemiBold"/>
                          </a:defRPr>
                        </a:pPr>
                        <a:r>
                          <a:rPr lang="en-US" sz="1400" spc="0" kern="0" b="0" i="0" dirty="0">
                            <a:solidFill>
                              <a:srgbClr val="070154"/>
                            </a:solidFill>
                            <a:latin typeface="IBM Plex Mono SemiBold"/>
                            <a:ea typeface="IBM Plex Mono SemiBold"/>
                            <a:cs typeface="IBM Plex Mono SemiBold"/>
                          </a:rPr>
                          <a:t xml:space="preserve">2</a:t>
                        </a:r>
                        <a:endParaRPr lang="en-US" sz="14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2100"/>
                          </a:lnSpc>
                          <a:spcBef>
                            <a:spcPts val="0"/>
                          </a:spcBef>
                          <a:spcAft>
                            <a:spcPts val="0"/>
                          </a:spcAft>
                          <a:buNone/>
                          <a:defRPr lang="en-US" sz="1400" spc="0" kern="0" b="0" i="0" dirty="0">
                            <a:solidFill>
                              <a:srgbClr val="070154"/>
                            </a:solidFill>
                            <a:latin typeface="IBM Plex Mono SemiBold"/>
                            <a:ea typeface="IBM Plex Mono SemiBold"/>
                            <a:cs typeface="IBM Plex Mono SemiBold"/>
                          </a:defRPr>
                        </a:pPr>
                        <a:r>
                          <a:rPr lang="en-US" sz="1400" spc="0" kern="0" b="0" i="0" dirty="0">
                            <a:solidFill>
                              <a:srgbClr val="070154"/>
                            </a:solidFill>
                            <a:latin typeface="IBM Plex Mono SemiBold"/>
                            <a:ea typeface="IBM Plex Mono SemiBold"/>
                            <a:cs typeface="IBM Plex Mono SemiBold"/>
                          </a:rPr>
                          <a:t xml:space="preserve">2</a:t>
                        </a:r>
                        <a:endParaRPr lang="en-US" sz="14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2100"/>
                          </a:lnSpc>
                          <a:spcBef>
                            <a:spcPts val="0"/>
                          </a:spcBef>
                          <a:spcAft>
                            <a:spcPts val="0"/>
                          </a:spcAft>
                          <a:buNone/>
                          <a:defRPr lang="en-US" sz="1400" spc="0" kern="0" b="0" i="0" dirty="0">
                            <a:solidFill>
                              <a:srgbClr val="070154"/>
                            </a:solidFill>
                            <a:latin typeface="IBM Plex Mono SemiBold"/>
                            <a:ea typeface="IBM Plex Mono SemiBold"/>
                            <a:cs typeface="IBM Plex Mono SemiBold"/>
                          </a:defRPr>
                        </a:pPr>
                        <a:r>
                          <a:rPr lang="en-US" sz="1400" spc="0" kern="0" b="0" i="0" dirty="0">
                            <a:solidFill>
                              <a:srgbClr val="070154"/>
                            </a:solidFill>
                            <a:latin typeface="IBM Plex Mono SemiBold"/>
                            <a:ea typeface="IBM Plex Mono SemiBold"/>
                            <a:cs typeface="IBM Plex Mono SemiBold"/>
                          </a:rPr>
                          <a:t xml:space="preserve">1</a:t>
                        </a:r>
                        <a:endParaRPr lang="en-US" sz="14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r h="457200">
                  <a:tc>
                    <a:txBody>
                      <a:bodyPr wrap="square" anchor="ctr" lIns="0" rIns="0" tIns="0" bIns="0">
                        <a:noAutofit/>
                      </a:bodyPr>
                      <a:lstStyle/>
                      <a:p>
                        <a:pPr algn="l" marL="0" indent="0">
                          <a:lnSpc>
                            <a:spcPts val="2100"/>
                          </a:lnSpc>
                          <a:spcBef>
                            <a:spcPts val="0"/>
                          </a:spcBef>
                          <a:spcAft>
                            <a:spcPts val="0"/>
                          </a:spcAft>
                          <a:buNone/>
                          <a:defRPr lang="en-US" sz="1400" spc="0" kern="0" b="0" i="0" dirty="0">
                            <a:solidFill>
                              <a:srgbClr val="070154"/>
                            </a:solidFill>
                            <a:latin typeface="IBM Plex Sans SemiBold"/>
                            <a:ea typeface="IBM Plex Sans SemiBold"/>
                            <a:cs typeface="IBM Plex Sans SemiBold"/>
                          </a:defRPr>
                        </a:pPr>
                        <a:r>
                          <a:rPr lang="en-US" sz="1400" spc="0" kern="0" b="0" i="0" dirty="0">
                            <a:solidFill>
                              <a:srgbClr val="070154"/>
                            </a:solidFill>
                            <a:latin typeface="IBM Plex Sans SemiBold"/>
                            <a:ea typeface="IBM Plex Sans SemiBold"/>
                            <a:cs typeface="IBM Plex Sans SemiBold"/>
                          </a:rPr>
                          <a:t xml:space="preserve">Imaging archive</a:t>
                        </a:r>
                        <a:endParaRPr lang="en-US" sz="14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2100"/>
                          </a:lnSpc>
                          <a:spcBef>
                            <a:spcPts val="0"/>
                          </a:spcBef>
                          <a:spcAft>
                            <a:spcPts val="0"/>
                          </a:spcAft>
                          <a:buNone/>
                          <a:defRPr lang="en-US" sz="1400" spc="0" kern="0" b="0" i="0" dirty="0">
                            <a:solidFill>
                              <a:srgbClr val="070154"/>
                            </a:solidFill>
                            <a:latin typeface="IBM Plex Mono SemiBold"/>
                            <a:ea typeface="IBM Plex Mono SemiBold"/>
                            <a:cs typeface="IBM Plex Mono SemiBold"/>
                          </a:defRPr>
                        </a:pPr>
                        <a:r>
                          <a:rPr lang="en-US" sz="1400" spc="0" kern="0" b="0" i="0" dirty="0">
                            <a:solidFill>
                              <a:srgbClr val="070154"/>
                            </a:solidFill>
                            <a:latin typeface="IBM Plex Mono SemiBold"/>
                            <a:ea typeface="IBM Plex Mono SemiBold"/>
                            <a:cs typeface="IBM Plex Mono SemiBold"/>
                          </a:rPr>
                          <a:t xml:space="preserve">3</a:t>
                        </a:r>
                        <a:endParaRPr lang="en-US" sz="14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2100"/>
                          </a:lnSpc>
                          <a:spcBef>
                            <a:spcPts val="0"/>
                          </a:spcBef>
                          <a:spcAft>
                            <a:spcPts val="0"/>
                          </a:spcAft>
                          <a:buNone/>
                          <a:defRPr lang="en-US" sz="1400" spc="0" kern="0" b="0" i="0" dirty="0">
                            <a:solidFill>
                              <a:srgbClr val="070154"/>
                            </a:solidFill>
                            <a:latin typeface="IBM Plex Mono SemiBold"/>
                            <a:ea typeface="IBM Plex Mono SemiBold"/>
                            <a:cs typeface="IBM Plex Mono SemiBold"/>
                          </a:defRPr>
                        </a:pPr>
                        <a:r>
                          <a:rPr lang="en-US" sz="1400" spc="0" kern="0" b="0" i="0" dirty="0">
                            <a:solidFill>
                              <a:srgbClr val="070154"/>
                            </a:solidFill>
                            <a:latin typeface="IBM Plex Mono SemiBold"/>
                            <a:ea typeface="IBM Plex Mono SemiBold"/>
                            <a:cs typeface="IBM Plex Mono SemiBold"/>
                          </a:rPr>
                          <a:t xml:space="preserve">4</a:t>
                        </a:r>
                        <a:endParaRPr lang="en-US" sz="14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2100"/>
                          </a:lnSpc>
                          <a:spcBef>
                            <a:spcPts val="0"/>
                          </a:spcBef>
                          <a:spcAft>
                            <a:spcPts val="0"/>
                          </a:spcAft>
                          <a:buNone/>
                          <a:defRPr lang="en-US" sz="1400" spc="0" kern="0" b="0" i="0" dirty="0">
                            <a:solidFill>
                              <a:srgbClr val="070154"/>
                            </a:solidFill>
                            <a:latin typeface="IBM Plex Mono SemiBold"/>
                            <a:ea typeface="IBM Plex Mono SemiBold"/>
                            <a:cs typeface="IBM Plex Mono SemiBold"/>
                          </a:defRPr>
                        </a:pPr>
                        <a:r>
                          <a:rPr lang="en-US" sz="1400" spc="0" kern="0" b="0" i="0" dirty="0">
                            <a:solidFill>
                              <a:srgbClr val="070154"/>
                            </a:solidFill>
                            <a:latin typeface="IBM Plex Mono SemiBold"/>
                            <a:ea typeface="IBM Plex Mono SemiBold"/>
                            <a:cs typeface="IBM Plex Mono SemiBold"/>
                          </a:rPr>
                          <a:t xml:space="preserve">4</a:t>
                        </a:r>
                        <a:endParaRPr lang="en-US" sz="14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2100"/>
                          </a:lnSpc>
                          <a:spcBef>
                            <a:spcPts val="0"/>
                          </a:spcBef>
                          <a:spcAft>
                            <a:spcPts val="0"/>
                          </a:spcAft>
                          <a:buNone/>
                          <a:defRPr lang="en-US" sz="1400" spc="0" kern="0" b="0" i="0" dirty="0">
                            <a:solidFill>
                              <a:srgbClr val="070154"/>
                            </a:solidFill>
                            <a:latin typeface="IBM Plex Mono SemiBold"/>
                            <a:ea typeface="IBM Plex Mono SemiBold"/>
                            <a:cs typeface="IBM Plex Mono SemiBold"/>
                          </a:defRPr>
                        </a:pPr>
                        <a:r>
                          <a:rPr lang="en-US" sz="1400" spc="0" kern="0" b="0" i="0" dirty="0">
                            <a:solidFill>
                              <a:srgbClr val="070154"/>
                            </a:solidFill>
                            <a:latin typeface="IBM Plex Mono SemiBold"/>
                            <a:ea typeface="IBM Plex Mono SemiBold"/>
                            <a:cs typeface="IBM Plex Mono SemiBold"/>
                          </a:rPr>
                          <a:t xml:space="preserve">2</a:t>
                        </a:r>
                        <a:endParaRPr lang="en-US" sz="14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r h="457200">
                  <a:tc>
                    <a:txBody>
                      <a:bodyPr wrap="square" anchor="ctr" lIns="0" rIns="0" tIns="0" bIns="0">
                        <a:noAutofit/>
                      </a:bodyPr>
                      <a:lstStyle/>
                      <a:p>
                        <a:pPr algn="l" marL="0" indent="0">
                          <a:lnSpc>
                            <a:spcPts val="2100"/>
                          </a:lnSpc>
                          <a:spcBef>
                            <a:spcPts val="0"/>
                          </a:spcBef>
                          <a:spcAft>
                            <a:spcPts val="0"/>
                          </a:spcAft>
                          <a:buNone/>
                          <a:defRPr lang="en-US" sz="1400" spc="0" kern="0" b="0" i="0" dirty="0">
                            <a:solidFill>
                              <a:srgbClr val="070154"/>
                            </a:solidFill>
                            <a:latin typeface="IBM Plex Sans SemiBold"/>
                            <a:ea typeface="IBM Plex Sans SemiBold"/>
                            <a:cs typeface="IBM Plex Sans SemiBold"/>
                          </a:defRPr>
                        </a:pPr>
                        <a:r>
                          <a:rPr lang="en-US" sz="1400" spc="0" kern="0" b="0" i="0" dirty="0">
                            <a:solidFill>
                              <a:srgbClr val="070154"/>
                            </a:solidFill>
                            <a:latin typeface="IBM Plex Sans SemiBold"/>
                            <a:ea typeface="IBM Plex Sans SemiBold"/>
                            <a:cs typeface="IBM Plex Sans SemiBold"/>
                          </a:rPr>
                          <a:t xml:space="preserve">Scheduling</a:t>
                        </a:r>
                        <a:endParaRPr lang="en-US" sz="14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2100"/>
                          </a:lnSpc>
                          <a:spcBef>
                            <a:spcPts val="0"/>
                          </a:spcBef>
                          <a:spcAft>
                            <a:spcPts val="0"/>
                          </a:spcAft>
                          <a:buNone/>
                          <a:defRPr lang="en-US" sz="1400" spc="0" kern="0" b="0" i="0" dirty="0">
                            <a:solidFill>
                              <a:srgbClr val="070154"/>
                            </a:solidFill>
                            <a:latin typeface="IBM Plex Mono SemiBold"/>
                            <a:ea typeface="IBM Plex Mono SemiBold"/>
                            <a:cs typeface="IBM Plex Mono SemiBold"/>
                          </a:defRPr>
                        </a:pPr>
                        <a:r>
                          <a:rPr lang="en-US" sz="1400" spc="0" kern="0" b="0" i="0" dirty="0">
                            <a:solidFill>
                              <a:srgbClr val="070154"/>
                            </a:solidFill>
                            <a:latin typeface="IBM Plex Mono SemiBold"/>
                            <a:ea typeface="IBM Plex Mono SemiBold"/>
                            <a:cs typeface="IBM Plex Mono SemiBold"/>
                          </a:rPr>
                          <a:t xml:space="preserve">1</a:t>
                        </a:r>
                        <a:endParaRPr lang="en-US" sz="14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2100"/>
                          </a:lnSpc>
                          <a:spcBef>
                            <a:spcPts val="0"/>
                          </a:spcBef>
                          <a:spcAft>
                            <a:spcPts val="0"/>
                          </a:spcAft>
                          <a:buNone/>
                          <a:defRPr lang="en-US" sz="1400" spc="0" kern="0" b="0" i="0" dirty="0">
                            <a:solidFill>
                              <a:srgbClr val="070154"/>
                            </a:solidFill>
                            <a:latin typeface="IBM Plex Mono SemiBold"/>
                            <a:ea typeface="IBM Plex Mono SemiBold"/>
                            <a:cs typeface="IBM Plex Mono SemiBold"/>
                          </a:defRPr>
                        </a:pPr>
                        <a:r>
                          <a:rPr lang="en-US" sz="1400" spc="0" kern="0" b="0" i="0" dirty="0">
                            <a:solidFill>
                              <a:srgbClr val="070154"/>
                            </a:solidFill>
                            <a:latin typeface="IBM Plex Mono SemiBold"/>
                            <a:ea typeface="IBM Plex Mono SemiBold"/>
                            <a:cs typeface="IBM Plex Mono SemiBold"/>
                          </a:rPr>
                          <a:t xml:space="preserve">1</a:t>
                        </a:r>
                        <a:endParaRPr lang="en-US" sz="14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2100"/>
                          </a:lnSpc>
                          <a:spcBef>
                            <a:spcPts val="0"/>
                          </a:spcBef>
                          <a:spcAft>
                            <a:spcPts val="0"/>
                          </a:spcAft>
                          <a:buNone/>
                          <a:defRPr lang="en-US" sz="1400" spc="0" kern="0" b="0" i="0" dirty="0">
                            <a:solidFill>
                              <a:srgbClr val="070154"/>
                            </a:solidFill>
                            <a:latin typeface="IBM Plex Mono SemiBold"/>
                            <a:ea typeface="IBM Plex Mono SemiBold"/>
                            <a:cs typeface="IBM Plex Mono SemiBold"/>
                          </a:defRPr>
                        </a:pPr>
                        <a:r>
                          <a:rPr lang="en-US" sz="1400" spc="0" kern="0" b="0" i="0" dirty="0">
                            <a:solidFill>
                              <a:srgbClr val="070154"/>
                            </a:solidFill>
                            <a:latin typeface="IBM Plex Mono SemiBold"/>
                            <a:ea typeface="IBM Plex Mono SemiBold"/>
                            <a:cs typeface="IBM Plex Mono SemiBold"/>
                          </a:rPr>
                          <a:t xml:space="preserve">3</a:t>
                        </a:r>
                        <a:endParaRPr lang="en-US" sz="14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2100"/>
                          </a:lnSpc>
                          <a:spcBef>
                            <a:spcPts val="0"/>
                          </a:spcBef>
                          <a:spcAft>
                            <a:spcPts val="0"/>
                          </a:spcAft>
                          <a:buNone/>
                          <a:defRPr lang="en-US" sz="1400" spc="0" kern="0" b="0" i="0" dirty="0">
                            <a:solidFill>
                              <a:srgbClr val="070154"/>
                            </a:solidFill>
                            <a:latin typeface="IBM Plex Mono SemiBold"/>
                            <a:ea typeface="IBM Plex Mono SemiBold"/>
                            <a:cs typeface="IBM Plex Mono SemiBold"/>
                          </a:defRPr>
                        </a:pPr>
                        <a:r>
                          <a:rPr lang="en-US" sz="1400" spc="0" kern="0" b="0" i="0" dirty="0">
                            <a:solidFill>
                              <a:srgbClr val="070154"/>
                            </a:solidFill>
                            <a:latin typeface="IBM Plex Mono SemiBold"/>
                            <a:ea typeface="IBM Plex Mono SemiBold"/>
                            <a:cs typeface="IBM Plex Mono SemiBold"/>
                          </a:rPr>
                          <a:t xml:space="preserve">0</a:t>
                        </a:r>
                        <a:endParaRPr lang="en-US" sz="14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bl>
            </a:graphicData>
          </a:graphic>
        </p:graphicFrame>
      </p:grpSp>
      <p:grpSp>
        <p:nvGrpSpPr>
          <p:cNvPr id="69" name="node05"/>
          <p:cNvGrpSpPr/>
          <p:nvPr/>
        </p:nvGrpSpPr>
        <p:grpSpPr>
          <a:xfrm>
            <a:off x="4381500" y="4495800"/>
            <a:ext cx="4451350" cy="228600"/>
            <a:chOff x="4381500" y="4495800"/>
            <a:chExt cx="4451350" cy="228600"/>
          </a:xfrm>
        </p:grpSpPr>
        <p:sp>
          <p:nvSpPr>
            <p:cNvPr id="50" name="node05.items.slot-001.swatch"/>
            <p:cNvSpPr/>
            <p:nvPr/>
          </p:nvSpPr>
          <p:spPr>
            <a:xfrm>
              <a:off x="4381500" y="4546600"/>
              <a:ext cx="228600" cy="127000"/>
            </a:xfrm>
            <a:prstGeom prst="rect">
              <a:avLst/>
            </a:prstGeom>
            <a:solidFill>
              <a:srgbClr val="E8EEF8"/>
            </a:solidFill>
            <a:ln>
              <a:noFill/>
            </a:ln>
          </p:spPr>
        </p:sp>
        <p:sp>
          <p:nvSpPr>
            <p:cNvPr id="51" name="node05.items.slot-001.text"/>
            <p:cNvSpPr/>
            <p:nvPr/>
          </p:nvSpPr>
          <p:spPr>
            <a:xfrm>
              <a:off x="4673600" y="4495800"/>
              <a:ext cx="415925"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None</a:t>
              </a:r>
              <a:endParaRPr lang="en-US" sz="1200" spc="0" kern="0" b="0" i="0" dirty="0">
                <a:solidFill>
                  <a:srgbClr val="070154"/>
                </a:solidFill>
                <a:latin typeface="IBM Plex Sans"/>
                <a:ea typeface="IBM Plex Sans"/>
                <a:cs typeface="IBM Plex Sans"/>
              </a:endParaRPr>
            </a:p>
          </p:txBody>
        </p:sp>
        <p:sp>
          <p:nvSpPr>
            <p:cNvPr id="52" name="node05.items.slot-002.swatch"/>
            <p:cNvSpPr/>
            <p:nvPr/>
          </p:nvSpPr>
          <p:spPr>
            <a:xfrm>
              <a:off x="5318125" y="4546600"/>
              <a:ext cx="228600" cy="127000"/>
            </a:xfrm>
            <a:prstGeom prst="rect">
              <a:avLst/>
            </a:prstGeom>
            <a:solidFill>
              <a:srgbClr val="CED7E6"/>
            </a:solidFill>
            <a:ln>
              <a:noFill/>
            </a:ln>
          </p:spPr>
        </p:sp>
        <p:sp>
          <p:nvSpPr>
            <p:cNvPr id="53" name="node05.items.slot-002.text"/>
            <p:cNvSpPr/>
            <p:nvPr/>
          </p:nvSpPr>
          <p:spPr>
            <a:xfrm>
              <a:off x="5610225" y="4495800"/>
              <a:ext cx="330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Low</a:t>
              </a:r>
              <a:endParaRPr lang="en-US" sz="1200" spc="0" kern="0" b="0" i="0" dirty="0">
                <a:solidFill>
                  <a:srgbClr val="070154"/>
                </a:solidFill>
                <a:latin typeface="IBM Plex Sans"/>
                <a:ea typeface="IBM Plex Sans"/>
                <a:cs typeface="IBM Plex Sans"/>
              </a:endParaRPr>
            </a:p>
          </p:txBody>
        </p:sp>
        <p:sp>
          <p:nvSpPr>
            <p:cNvPr id="54" name="node05.items.slot-003.swatch"/>
            <p:cNvSpPr/>
            <p:nvPr/>
          </p:nvSpPr>
          <p:spPr>
            <a:xfrm>
              <a:off x="6169025" y="4546600"/>
              <a:ext cx="228600" cy="127000"/>
            </a:xfrm>
            <a:prstGeom prst="rect">
              <a:avLst/>
            </a:prstGeom>
            <a:solidFill>
              <a:srgbClr val="F3D6EE"/>
            </a:solidFill>
            <a:ln>
              <a:noFill/>
            </a:ln>
          </p:spPr>
        </p:sp>
        <p:sp>
          <p:nvSpPr>
            <p:cNvPr id="55" name="node05.items.slot-003.text"/>
            <p:cNvSpPr/>
            <p:nvPr/>
          </p:nvSpPr>
          <p:spPr>
            <a:xfrm>
              <a:off x="6461125" y="4495800"/>
              <a:ext cx="442913"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Some</a:t>
              </a:r>
              <a:endParaRPr lang="en-US" sz="1200" spc="0" kern="0" b="0" i="0" dirty="0">
                <a:solidFill>
                  <a:srgbClr val="070154"/>
                </a:solidFill>
                <a:latin typeface="IBM Plex Sans"/>
                <a:ea typeface="IBM Plex Sans"/>
                <a:cs typeface="IBM Plex Sans"/>
              </a:endParaRPr>
            </a:p>
          </p:txBody>
        </p:sp>
        <p:sp>
          <p:nvSpPr>
            <p:cNvPr id="56" name="node05.items.slot-004.swatch"/>
            <p:cNvSpPr/>
            <p:nvPr/>
          </p:nvSpPr>
          <p:spPr>
            <a:xfrm>
              <a:off x="7132638" y="4546600"/>
              <a:ext cx="228600" cy="127000"/>
            </a:xfrm>
            <a:prstGeom prst="rect">
              <a:avLst/>
            </a:prstGeom>
            <a:solidFill>
              <a:srgbClr val="FB7FE8"/>
            </a:solidFill>
            <a:ln>
              <a:noFill/>
            </a:ln>
          </p:spPr>
        </p:sp>
        <p:sp>
          <p:nvSpPr>
            <p:cNvPr id="57" name="node05.items.slot-004.text"/>
            <p:cNvSpPr/>
            <p:nvPr/>
          </p:nvSpPr>
          <p:spPr>
            <a:xfrm>
              <a:off x="7424737" y="4495800"/>
              <a:ext cx="365125"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High</a:t>
              </a:r>
              <a:endParaRPr lang="en-US" sz="1200" spc="0" kern="0" b="0" i="0" dirty="0">
                <a:solidFill>
                  <a:srgbClr val="070154"/>
                </a:solidFill>
                <a:latin typeface="IBM Plex Sans"/>
                <a:ea typeface="IBM Plex Sans"/>
                <a:cs typeface="IBM Plex Sans"/>
              </a:endParaRPr>
            </a:p>
          </p:txBody>
        </p:sp>
        <p:sp>
          <p:nvSpPr>
            <p:cNvPr id="58" name="node05.items.slot-005.swatch"/>
            <p:cNvSpPr/>
            <p:nvPr/>
          </p:nvSpPr>
          <p:spPr>
            <a:xfrm>
              <a:off x="8018462" y="4546600"/>
              <a:ext cx="228600" cy="127000"/>
            </a:xfrm>
            <a:prstGeom prst="rect">
              <a:avLst/>
            </a:prstGeom>
            <a:solidFill>
              <a:srgbClr val="F900D3"/>
            </a:solidFill>
            <a:ln>
              <a:noFill/>
            </a:ln>
          </p:spPr>
        </p:sp>
        <p:sp>
          <p:nvSpPr>
            <p:cNvPr id="59" name="node05.items.slot-005.text"/>
            <p:cNvSpPr/>
            <p:nvPr/>
          </p:nvSpPr>
          <p:spPr>
            <a:xfrm>
              <a:off x="8310562" y="4495800"/>
              <a:ext cx="522288"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Severe</a:t>
              </a:r>
              <a:endParaRPr lang="en-US" sz="1200" spc="0" kern="0" b="0" i="0" dirty="0">
                <a:solidFill>
                  <a:srgbClr val="070154"/>
                </a:solidFill>
                <a:latin typeface="IBM Plex Sans"/>
                <a:ea typeface="IBM Plex Sans"/>
                <a:cs typeface="IBM Plex Sans"/>
              </a:endParaRPr>
            </a:p>
          </p:txBody>
        </p:sp>
      </p:grpSp>
      <p:grpSp>
        <p:nvGrpSpPr>
          <p:cNvPr id="70" name="node06"/>
          <p:cNvGrpSpPr/>
          <p:nvPr/>
        </p:nvGrpSpPr>
        <p:grpSpPr>
          <a:xfrm>
            <a:off x="4381500" y="4953000"/>
            <a:ext cx="7086600" cy="152400"/>
            <a:chOff x="4381500" y="4953000"/>
            <a:chExt cx="7086600" cy="152400"/>
          </a:xfrm>
        </p:grpSpPr>
        <p:sp>
          <p:nvSpPr>
            <p:cNvPr id="60" name="node06.text"/>
            <p:cNvSpPr/>
            <p:nvPr/>
          </p:nvSpPr>
          <p:spPr>
            <a:xfrm>
              <a:off x="4381500" y="4953000"/>
              <a:ext cx="7086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WHAT WE RECOMMEND</a:t>
              </a:r>
              <a:endParaRPr lang="en-US" sz="900" spc="54" kern="0" b="0" i="0" dirty="0">
                <a:solidFill>
                  <a:srgbClr val="50658E"/>
                </a:solidFill>
                <a:latin typeface="IBM Plex Mono Medium"/>
                <a:ea typeface="IBM Plex Mono Medium"/>
                <a:cs typeface="IBM Plex Mono Medium"/>
              </a:endParaRPr>
            </a:p>
          </p:txBody>
        </p:sp>
      </p:grpSp>
      <p:grpSp>
        <p:nvGrpSpPr>
          <p:cNvPr id="71" name="node07"/>
          <p:cNvGrpSpPr/>
          <p:nvPr/>
        </p:nvGrpSpPr>
        <p:grpSpPr>
          <a:xfrm>
            <a:off x="4381500" y="5181600"/>
            <a:ext cx="7086600" cy="495300"/>
            <a:chOff x="4381500" y="5181600"/>
            <a:chExt cx="7086600" cy="495300"/>
          </a:xfrm>
        </p:grpSpPr>
        <p:sp>
          <p:nvSpPr>
            <p:cNvPr id="61" name="node07.source-001.bullet"/>
            <p:cNvSpPr/>
            <p:nvPr/>
          </p:nvSpPr>
          <p:spPr>
            <a:xfrm>
              <a:off x="4381500" y="5270500"/>
              <a:ext cx="38100" cy="38100"/>
            </a:xfrm>
            <a:prstGeom prst="rect">
              <a:avLst/>
            </a:prstGeom>
            <a:solidFill>
              <a:srgbClr val="070154"/>
            </a:solidFill>
            <a:ln>
              <a:noFill/>
            </a:ln>
          </p:spPr>
        </p:sp>
        <p:sp>
          <p:nvSpPr>
            <p:cNvPr id="62" name="node07.source-001.text"/>
            <p:cNvSpPr/>
            <p:nvPr/>
          </p:nvSpPr>
          <p:spPr>
            <a:xfrm>
              <a:off x="4533900" y="5181600"/>
              <a:ext cx="6934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Test failover for the imaging archive and the EHR before go-live.</a:t>
              </a:r>
              <a:endParaRPr lang="en-US" sz="1200" spc="0" kern="0" b="0" i="0" dirty="0">
                <a:solidFill>
                  <a:srgbClr val="070154"/>
                </a:solidFill>
                <a:latin typeface="IBM Plex Sans"/>
                <a:ea typeface="IBM Plex Sans"/>
                <a:cs typeface="IBM Plex Sans"/>
              </a:endParaRPr>
            </a:p>
          </p:txBody>
        </p:sp>
        <p:sp>
          <p:nvSpPr>
            <p:cNvPr id="63" name="node07.source-002.bullet"/>
            <p:cNvSpPr/>
            <p:nvPr/>
          </p:nvSpPr>
          <p:spPr>
            <a:xfrm>
              <a:off x="4381500" y="5537200"/>
              <a:ext cx="38100" cy="38100"/>
            </a:xfrm>
            <a:prstGeom prst="rect">
              <a:avLst/>
            </a:prstGeom>
            <a:solidFill>
              <a:srgbClr val="070154"/>
            </a:solidFill>
            <a:ln>
              <a:noFill/>
            </a:ln>
          </p:spPr>
        </p:sp>
        <p:sp>
          <p:nvSpPr>
            <p:cNvPr id="64" name="node07.source-002.text"/>
            <p:cNvSpPr/>
            <p:nvPr/>
          </p:nvSpPr>
          <p:spPr>
            <a:xfrm>
              <a:off x="4533900" y="5448300"/>
              <a:ext cx="6934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Document recovery steps for the imaging archive, which scores worst on every control.</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ource-146">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OUR DIFFERENCE</a:t>
            </a:r>
            <a:endParaRPr lang="en-US" sz="1000" spc="80" kern="0" b="0" i="0" dirty="0">
              <a:solidFill>
                <a:srgbClr val="0047FF"/>
              </a:solidFill>
              <a:latin typeface="IBM Plex Mono SemiBold"/>
              <a:ea typeface="IBM Plex Mono SemiBold"/>
              <a:cs typeface="IBM Plex Mono SemiBold"/>
            </a:endParaRPr>
          </a:p>
        </p:txBody>
      </p:sp>
      <p:pic>
        <p:nvPicPr>
          <p:cNvPr id="4" name="title.mark-002-001" descr="underscore; canonical SHA256=49d5a97f776a33dcf11e794bad153776f1f33cf3747f42e2c277857faa224278; resolved ink=070154">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646347" y="1078992"/>
            <a:ext cx="1960082" cy="176833"/>
          </a:xfrm>
          <a:prstGeom prst="rect">
            <a:avLst/>
          </a:prstGeom>
        </p:spPr>
      </p:pic>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 xml:space="preserve">You will feel the </a:t>
            </a:r>
            <a:r>
              <a:rPr lang="en-US" sz="3200" spc="-64" kern="0" b="0" i="0" dirty="0">
                <a:solidFill>
                  <a:srgbClr val="070154"/>
                </a:solidFill>
                <a:latin typeface="IBM Plex Sans SemiBold"/>
                <a:ea typeface="IBM Plex Sans SemiBold"/>
                <a:cs typeface="IBM Plex Sans SemiBold"/>
              </a:rPr>
              <a:t xml:space="preserve">difference</a:t>
            </a:r>
            <a:r>
              <a:rPr lang="en-US" sz="3200" spc="-64" kern="0" b="0" i="0" dirty="0">
                <a:solidFill>
                  <a:srgbClr val="070154"/>
                </a:solidFill>
                <a:latin typeface="IBM Plex Sans SemiBold"/>
                <a:ea typeface="IBM Plex Sans SemiBold"/>
                <a:cs typeface="IBM Plex Sans SemiBold"/>
              </a:rPr>
              <a:t xml:space="preserve"> in how we work</a:t>
            </a:r>
            <a:endParaRPr lang="en-US" sz="3200" spc="-64" kern="0" b="0" i="0" dirty="0">
              <a:solidFill>
                <a:srgbClr val="070154"/>
              </a:solidFill>
              <a:latin typeface="IBM Plex Sans SemiBold"/>
              <a:ea typeface="IBM Plex Sans SemiBold"/>
              <a:cs typeface="IBM Plex Sans SemiBold"/>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33</a:t>
            </a:fld>
            <a:endParaRPr lang="en-US" sz="700" spc="0" kern="0" b="0" i="0" dirty="0">
              <a:solidFill>
                <a:srgbClr val="070154"/>
              </a:solidFill>
              <a:latin typeface="IBM Plex Mono SemiBold"/>
              <a:ea typeface="IBM Plex Mono SemiBold"/>
              <a:cs typeface="IBM Plex Mono SemiBold"/>
            </a:endParaRPr>
          </a:p>
        </p:txBody>
      </p:sp>
      <p:grpSp>
        <p:nvGrpSpPr>
          <p:cNvPr id="59" name="node01"/>
          <p:cNvGrpSpPr/>
          <p:nvPr/>
        </p:nvGrpSpPr>
        <p:grpSpPr>
          <a:xfrm>
            <a:off x="723900" y="1600200"/>
            <a:ext cx="3429000" cy="1219200"/>
            <a:chOff x="723900" y="1600200"/>
            <a:chExt cx="3429000" cy="1219200"/>
          </a:xfrm>
        </p:grpSpPr>
        <p:sp>
          <p:nvSpPr>
            <p:cNvPr id="7" name="node01.text"/>
            <p:cNvSpPr/>
            <p:nvPr/>
          </p:nvSpPr>
          <p:spPr>
            <a:xfrm>
              <a:off x="723900" y="1600200"/>
              <a:ext cx="3429000" cy="1219200"/>
            </a:xfrm>
            <a:prstGeom prst="rect">
              <a:avLst/>
            </a:prstGeom>
            <a:noFill/>
            <a:ln/>
          </p:spPr>
          <p:txBody>
            <a:bodyPr wrap="square" lIns="0" tIns="0" rIns="0" bIns="0" rtlCol="0" anchor="t"/>
            <a:lstStyle/>
            <a:p>
              <a:pPr algn="l" indent="0" marL="0">
                <a:lnSpc>
                  <a:spcPts val="2400"/>
                </a:lnSpc>
                <a:buNone/>
              </a:pPr>
              <a:r>
                <a:rPr lang="en-US" sz="1600" spc="0" kern="0" b="0" i="0" dirty="0">
                  <a:solidFill>
                    <a:srgbClr val="070154"/>
                  </a:solidFill>
                  <a:latin typeface="IBM Plex Sans"/>
                  <a:ea typeface="IBM Plex Sans"/>
                  <a:cs typeface="IBM Plex Sans"/>
                </a:rPr>
                <a:t>Our cross-functional teams combine hands-on finance, data and change experience with the technical depth to solve the whole problem.</a:t>
              </a:r>
              <a:endParaRPr lang="en-US" sz="1600" spc="0" kern="0" b="0" i="0" dirty="0">
                <a:solidFill>
                  <a:srgbClr val="070154"/>
                </a:solidFill>
                <a:latin typeface="IBM Plex Sans"/>
                <a:ea typeface="IBM Plex Sans"/>
                <a:cs typeface="IBM Plex Sans"/>
              </a:endParaRPr>
            </a:p>
          </p:txBody>
        </p:sp>
      </p:grpSp>
      <p:grpSp>
        <p:nvGrpSpPr>
          <p:cNvPr id="60" name="node02"/>
          <p:cNvGrpSpPr/>
          <p:nvPr/>
        </p:nvGrpSpPr>
        <p:grpSpPr>
          <a:xfrm>
            <a:off x="723900" y="2971800"/>
            <a:ext cx="3429000" cy="1066800"/>
            <a:chOff x="723900" y="2971800"/>
            <a:chExt cx="3429000" cy="1066800"/>
          </a:xfrm>
        </p:grpSpPr>
        <p:sp>
          <p:nvSpPr>
            <p:cNvPr id="8" name="node02.text"/>
            <p:cNvSpPr/>
            <p:nvPr/>
          </p:nvSpPr>
          <p:spPr>
            <a:xfrm>
              <a:off x="723900" y="2971800"/>
              <a:ext cx="3429000" cy="10668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We work alongside your team as player-coaches, moving from architecture and guardrails through engineering and operations to go-live.</a:t>
              </a:r>
              <a:endParaRPr lang="en-US" sz="1400" spc="0" kern="0" b="0" i="0" dirty="0">
                <a:solidFill>
                  <a:srgbClr val="50658E"/>
                </a:solidFill>
                <a:latin typeface="IBM Plex Sans"/>
                <a:ea typeface="IBM Plex Sans"/>
                <a:cs typeface="IBM Plex Sans"/>
              </a:endParaRPr>
            </a:p>
          </p:txBody>
        </p:sp>
      </p:grpSp>
      <p:grpSp>
        <p:nvGrpSpPr>
          <p:cNvPr id="61" name="node03"/>
          <p:cNvGrpSpPr/>
          <p:nvPr/>
        </p:nvGrpSpPr>
        <p:grpSpPr>
          <a:xfrm>
            <a:off x="723900" y="4114800"/>
            <a:ext cx="3429000" cy="1828800"/>
            <a:chOff x="723900" y="4114800"/>
            <a:chExt cx="3429000" cy="1828800"/>
          </a:xfrm>
        </p:grpSpPr>
        <p:sp>
          <p:nvSpPr>
            <p:cNvPr id="9" name="node03.container"/>
            <p:cNvSpPr/>
            <p:nvPr/>
          </p:nvSpPr>
          <p:spPr>
            <a:xfrm>
              <a:off x="723900" y="4114800"/>
              <a:ext cx="3429000" cy="1828800"/>
            </a:xfrm>
            <a:prstGeom prst="rect">
              <a:avLst/>
            </a:prstGeom>
            <a:solidFill>
              <a:srgbClr val="E8EEF8"/>
            </a:solidFill>
            <a:ln>
              <a:noFill/>
            </a:ln>
          </p:spPr>
        </p:sp>
        <p:sp>
          <p:nvSpPr>
            <p:cNvPr id="10" name="node03.label"/>
            <p:cNvSpPr/>
            <p:nvPr/>
          </p:nvSpPr>
          <p:spPr>
            <a:xfrm>
              <a:off x="952500" y="4343400"/>
              <a:ext cx="2971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HANDOVER TARGET</a:t>
              </a:r>
              <a:endParaRPr lang="en-US" sz="900" spc="54" kern="0" b="0" i="0" dirty="0">
                <a:solidFill>
                  <a:srgbClr val="0047FF"/>
                </a:solidFill>
                <a:latin typeface="IBM Plex Mono Medium"/>
                <a:ea typeface="IBM Plex Mono Medium"/>
                <a:cs typeface="IBM Plex Mono Medium"/>
              </a:endParaRPr>
            </a:p>
          </p:txBody>
        </p:sp>
        <p:sp>
          <p:nvSpPr>
            <p:cNvPr id="11" name="node03.metric.value"/>
            <p:cNvSpPr/>
            <p:nvPr/>
          </p:nvSpPr>
          <p:spPr>
            <a:xfrm>
              <a:off x="952500" y="4572000"/>
              <a:ext cx="2971800" cy="611950"/>
            </a:xfrm>
            <a:prstGeom prst="rect">
              <a:avLst/>
            </a:prstGeom>
            <a:noFill/>
            <a:ln/>
          </p:spPr>
          <p:txBody>
            <a:bodyPr wrap="square" lIns="0" tIns="0" rIns="0" bIns="0" rtlCol="0" anchor="t"/>
            <a:lstStyle/>
            <a:p>
              <a:pPr algn="l" indent="0" marL="0">
                <a:lnSpc>
                  <a:spcPts val="4800"/>
                </a:lnSpc>
                <a:buNone/>
              </a:pPr>
              <a:r>
                <a:rPr lang="en-US" sz="4800" spc="-96" kern="0" b="0" i="0" dirty="0">
                  <a:solidFill>
                    <a:srgbClr val="070154"/>
                  </a:solidFill>
                  <a:latin typeface="IBM Plex Mono SemiBold"/>
                  <a:ea typeface="IBM Plex Mono SemiBold"/>
                  <a:cs typeface="IBM Plex Mono SemiBold"/>
                </a:rPr>
                <a:t>Day 90</a:t>
              </a:r>
              <a:endParaRPr lang="en-US" sz="4800" spc="-96" kern="0" b="0" i="0" dirty="0">
                <a:solidFill>
                  <a:srgbClr val="070154"/>
                </a:solidFill>
                <a:latin typeface="IBM Plex Mono SemiBold"/>
                <a:ea typeface="IBM Plex Mono SemiBold"/>
                <a:cs typeface="IBM Plex Mono SemiBold"/>
              </a:endParaRPr>
            </a:p>
          </p:txBody>
        </p:sp>
        <p:sp>
          <p:nvSpPr>
            <p:cNvPr id="12" name="node03.metric.label"/>
            <p:cNvSpPr/>
            <p:nvPr/>
          </p:nvSpPr>
          <p:spPr>
            <a:xfrm>
              <a:off x="952500" y="5260150"/>
              <a:ext cx="29718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Your team runs the platform.</a:t>
              </a:r>
              <a:endParaRPr lang="en-US" sz="1400" spc="0" kern="0" b="0" i="0" dirty="0">
                <a:solidFill>
                  <a:srgbClr val="50658E"/>
                </a:solidFill>
                <a:latin typeface="IBM Plex Sans"/>
                <a:ea typeface="IBM Plex Sans"/>
                <a:cs typeface="IBM Plex Sans"/>
              </a:endParaRPr>
            </a:p>
          </p:txBody>
        </p:sp>
      </p:grpSp>
      <p:grpSp>
        <p:nvGrpSpPr>
          <p:cNvPr id="62" name="node04"/>
          <p:cNvGrpSpPr/>
          <p:nvPr/>
        </p:nvGrpSpPr>
        <p:grpSpPr>
          <a:xfrm>
            <a:off x="4381500" y="1600200"/>
            <a:ext cx="3429000" cy="1828800"/>
            <a:chOff x="4381500" y="1600200"/>
            <a:chExt cx="3429000" cy="1828800"/>
          </a:xfrm>
        </p:grpSpPr>
        <p:sp>
          <p:nvSpPr>
            <p:cNvPr id="13" name="node04.container"/>
            <p:cNvSpPr/>
            <p:nvPr/>
          </p:nvSpPr>
          <p:spPr>
            <a:xfrm>
              <a:off x="4381500" y="1600200"/>
              <a:ext cx="3429000" cy="1828800"/>
            </a:xfrm>
            <a:prstGeom prst="rect">
              <a:avLst/>
            </a:prstGeom>
            <a:solidFill>
              <a:srgbClr val="E8EEF8"/>
            </a:solidFill>
            <a:ln>
              <a:noFill/>
            </a:ln>
          </p:spPr>
        </p:sp>
        <p:sp>
          <p:nvSpPr>
            <p:cNvPr id="14" name="node04.label"/>
            <p:cNvSpPr/>
            <p:nvPr/>
          </p:nvSpPr>
          <p:spPr>
            <a:xfrm>
              <a:off x="4533900" y="1752600"/>
              <a:ext cx="3124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OTHER FIRMS</a:t>
              </a:r>
              <a:endParaRPr lang="en-US" sz="900" spc="54" kern="0" b="0" i="0" dirty="0">
                <a:solidFill>
                  <a:srgbClr val="0047FF"/>
                </a:solidFill>
                <a:latin typeface="IBM Plex Mono Medium"/>
                <a:ea typeface="IBM Plex Mono Medium"/>
                <a:cs typeface="IBM Plex Mono Medium"/>
              </a:endParaRPr>
            </a:p>
          </p:txBody>
        </p:sp>
        <p:sp>
          <p:nvSpPr>
            <p:cNvPr id="15" name="node04.body.item-001.bullets.item-001.marker"/>
            <p:cNvSpPr/>
            <p:nvPr/>
          </p:nvSpPr>
          <p:spPr>
            <a:xfrm>
              <a:off x="4533900" y="2032000"/>
              <a:ext cx="38100" cy="38100"/>
            </a:xfrm>
            <a:prstGeom prst="rect">
              <a:avLst/>
            </a:prstGeom>
            <a:solidFill>
              <a:srgbClr val="070154"/>
            </a:solidFill>
            <a:ln>
              <a:noFill/>
            </a:ln>
          </p:spPr>
        </p:sp>
        <p:sp>
          <p:nvSpPr>
            <p:cNvPr id="16" name="node04.body.item-001.bullets.item-001.text"/>
            <p:cNvSpPr/>
            <p:nvPr/>
          </p:nvSpPr>
          <p:spPr>
            <a:xfrm>
              <a:off x="4686300" y="19431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One-time benefit capture</a:t>
              </a:r>
              <a:endParaRPr lang="en-US" sz="1200" spc="0" kern="0" b="0" i="0" dirty="0">
                <a:solidFill>
                  <a:srgbClr val="070154"/>
                </a:solidFill>
                <a:latin typeface="IBM Plex Sans"/>
                <a:ea typeface="IBM Plex Sans"/>
                <a:cs typeface="IBM Plex Sans"/>
              </a:endParaRPr>
            </a:p>
          </p:txBody>
        </p:sp>
        <p:sp>
          <p:nvSpPr>
            <p:cNvPr id="17" name="node04.body.item-001.bullets.item-002.marker"/>
            <p:cNvSpPr/>
            <p:nvPr/>
          </p:nvSpPr>
          <p:spPr>
            <a:xfrm>
              <a:off x="4533900" y="2298700"/>
              <a:ext cx="38100" cy="38100"/>
            </a:xfrm>
            <a:prstGeom prst="rect">
              <a:avLst/>
            </a:prstGeom>
            <a:solidFill>
              <a:srgbClr val="070154"/>
            </a:solidFill>
            <a:ln>
              <a:noFill/>
            </a:ln>
          </p:spPr>
        </p:sp>
        <p:sp>
          <p:nvSpPr>
            <p:cNvPr id="18" name="node04.body.item-001.bullets.item-002.text"/>
            <p:cNvSpPr/>
            <p:nvPr/>
          </p:nvSpPr>
          <p:spPr>
            <a:xfrm>
              <a:off x="4686300" y="22098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Technology-focused</a:t>
              </a:r>
              <a:endParaRPr lang="en-US" sz="1200" spc="0" kern="0" b="0" i="0" dirty="0">
                <a:solidFill>
                  <a:srgbClr val="070154"/>
                </a:solidFill>
                <a:latin typeface="IBM Plex Sans"/>
                <a:ea typeface="IBM Plex Sans"/>
                <a:cs typeface="IBM Plex Sans"/>
              </a:endParaRPr>
            </a:p>
          </p:txBody>
        </p:sp>
        <p:sp>
          <p:nvSpPr>
            <p:cNvPr id="19" name="node04.body.item-001.bullets.item-003.marker"/>
            <p:cNvSpPr/>
            <p:nvPr/>
          </p:nvSpPr>
          <p:spPr>
            <a:xfrm>
              <a:off x="4533900" y="2565400"/>
              <a:ext cx="38100" cy="38100"/>
            </a:xfrm>
            <a:prstGeom prst="rect">
              <a:avLst/>
            </a:prstGeom>
            <a:solidFill>
              <a:srgbClr val="070154"/>
            </a:solidFill>
            <a:ln>
              <a:noFill/>
            </a:ln>
          </p:spPr>
        </p:sp>
        <p:sp>
          <p:nvSpPr>
            <p:cNvPr id="20" name="node04.body.item-001.bullets.item-003.text"/>
            <p:cNvSpPr/>
            <p:nvPr/>
          </p:nvSpPr>
          <p:spPr>
            <a:xfrm>
              <a:off x="4686300" y="24765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Generic blueprint</a:t>
              </a:r>
              <a:endParaRPr lang="en-US" sz="1200" spc="0" kern="0" b="0" i="0" dirty="0">
                <a:solidFill>
                  <a:srgbClr val="070154"/>
                </a:solidFill>
                <a:latin typeface="IBM Plex Sans"/>
                <a:ea typeface="IBM Plex Sans"/>
                <a:cs typeface="IBM Plex Sans"/>
              </a:endParaRPr>
            </a:p>
          </p:txBody>
        </p:sp>
        <p:sp>
          <p:nvSpPr>
            <p:cNvPr id="21" name="node04.body.item-001.bullets.item-004.marker"/>
            <p:cNvSpPr/>
            <p:nvPr/>
          </p:nvSpPr>
          <p:spPr>
            <a:xfrm>
              <a:off x="4533900" y="2832100"/>
              <a:ext cx="38100" cy="38100"/>
            </a:xfrm>
            <a:prstGeom prst="rect">
              <a:avLst/>
            </a:prstGeom>
            <a:solidFill>
              <a:srgbClr val="070154"/>
            </a:solidFill>
            <a:ln>
              <a:noFill/>
            </a:ln>
          </p:spPr>
        </p:sp>
        <p:sp>
          <p:nvSpPr>
            <p:cNvPr id="22" name="node04.body.item-001.bullets.item-004.text"/>
            <p:cNvSpPr/>
            <p:nvPr/>
          </p:nvSpPr>
          <p:spPr>
            <a:xfrm>
              <a:off x="4686300" y="27432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Siloed workstreams</a:t>
              </a:r>
              <a:endParaRPr lang="en-US" sz="1200" spc="0" kern="0" b="0" i="0" dirty="0">
                <a:solidFill>
                  <a:srgbClr val="070154"/>
                </a:solidFill>
                <a:latin typeface="IBM Plex Sans"/>
                <a:ea typeface="IBM Plex Sans"/>
                <a:cs typeface="IBM Plex Sans"/>
              </a:endParaRPr>
            </a:p>
          </p:txBody>
        </p:sp>
        <p:sp>
          <p:nvSpPr>
            <p:cNvPr id="23" name="node04.body.item-001.bullets.item-005.marker"/>
            <p:cNvSpPr/>
            <p:nvPr/>
          </p:nvSpPr>
          <p:spPr>
            <a:xfrm>
              <a:off x="4533900" y="3098800"/>
              <a:ext cx="38100" cy="38100"/>
            </a:xfrm>
            <a:prstGeom prst="rect">
              <a:avLst/>
            </a:prstGeom>
            <a:solidFill>
              <a:srgbClr val="070154"/>
            </a:solidFill>
            <a:ln>
              <a:noFill/>
            </a:ln>
          </p:spPr>
        </p:sp>
        <p:sp>
          <p:nvSpPr>
            <p:cNvPr id="24" name="node04.body.item-001.bullets.item-005.text"/>
            <p:cNvSpPr/>
            <p:nvPr/>
          </p:nvSpPr>
          <p:spPr>
            <a:xfrm>
              <a:off x="4686300" y="30099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Vendor-led delivery</a:t>
              </a:r>
              <a:endParaRPr lang="en-US" sz="1200" spc="0" kern="0" b="0" i="0" dirty="0">
                <a:solidFill>
                  <a:srgbClr val="070154"/>
                </a:solidFill>
                <a:latin typeface="IBM Plex Sans"/>
                <a:ea typeface="IBM Plex Sans"/>
                <a:cs typeface="IBM Plex Sans"/>
              </a:endParaRPr>
            </a:p>
          </p:txBody>
        </p:sp>
      </p:grpSp>
      <p:grpSp>
        <p:nvGrpSpPr>
          <p:cNvPr id="63" name="node05"/>
          <p:cNvGrpSpPr/>
          <p:nvPr/>
        </p:nvGrpSpPr>
        <p:grpSpPr>
          <a:xfrm>
            <a:off x="8039100" y="1600200"/>
            <a:ext cx="3429000" cy="1828800"/>
            <a:chOff x="8039100" y="1600200"/>
            <a:chExt cx="3429000" cy="1828800"/>
          </a:xfrm>
        </p:grpSpPr>
        <p:sp>
          <p:nvSpPr>
            <p:cNvPr id="25" name="node05.container"/>
            <p:cNvSpPr/>
            <p:nvPr/>
          </p:nvSpPr>
          <p:spPr>
            <a:xfrm>
              <a:off x="8039100" y="1600200"/>
              <a:ext cx="3429000" cy="1828800"/>
            </a:xfrm>
            <a:prstGeom prst="rect">
              <a:avLst/>
            </a:prstGeom>
            <a:solidFill>
              <a:srgbClr val="070154"/>
            </a:solidFill>
            <a:ln>
              <a:noFill/>
            </a:ln>
          </p:spPr>
        </p:sp>
        <p:sp>
          <p:nvSpPr>
            <p:cNvPr id="26" name="node05.label"/>
            <p:cNvSpPr/>
            <p:nvPr/>
          </p:nvSpPr>
          <p:spPr>
            <a:xfrm>
              <a:off x="8191500" y="1752600"/>
              <a:ext cx="3124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900D3"/>
                  </a:solidFill>
                  <a:latin typeface="IBM Plex Mono Medium"/>
                  <a:ea typeface="IBM Plex Mono Medium"/>
                  <a:cs typeface="IBM Plex Mono Medium"/>
                </a:rPr>
                <a:t>HOW WE WORK</a:t>
              </a:r>
              <a:endParaRPr lang="en-US" sz="900" spc="54" kern="0" b="0" i="0" dirty="0">
                <a:solidFill>
                  <a:srgbClr val="F900D3"/>
                </a:solidFill>
                <a:latin typeface="IBM Plex Mono Medium"/>
                <a:ea typeface="IBM Plex Mono Medium"/>
                <a:cs typeface="IBM Plex Mono Medium"/>
              </a:endParaRPr>
            </a:p>
          </p:txBody>
        </p:sp>
        <p:sp>
          <p:nvSpPr>
            <p:cNvPr id="27" name="node05.body.item-001.bullets.item-001.marker"/>
            <p:cNvSpPr/>
            <p:nvPr/>
          </p:nvSpPr>
          <p:spPr>
            <a:xfrm>
              <a:off x="8191500" y="2032000"/>
              <a:ext cx="38100" cy="38100"/>
            </a:xfrm>
            <a:prstGeom prst="rect">
              <a:avLst/>
            </a:prstGeom>
            <a:solidFill>
              <a:srgbClr val="FFFFFF"/>
            </a:solidFill>
            <a:ln>
              <a:noFill/>
            </a:ln>
          </p:spPr>
        </p:sp>
        <p:sp>
          <p:nvSpPr>
            <p:cNvPr id="28" name="node05.body.item-001.bullets.item-001.text"/>
            <p:cNvSpPr/>
            <p:nvPr/>
          </p:nvSpPr>
          <p:spPr>
            <a:xfrm>
              <a:off x="8343900" y="19431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Iterative path to go-live</a:t>
              </a:r>
              <a:endParaRPr lang="en-US" sz="1200" spc="0" kern="0" b="0" i="0" dirty="0">
                <a:solidFill>
                  <a:srgbClr val="FFFFFF"/>
                </a:solidFill>
                <a:latin typeface="IBM Plex Sans"/>
                <a:ea typeface="IBM Plex Sans"/>
                <a:cs typeface="IBM Plex Sans"/>
              </a:endParaRPr>
            </a:p>
          </p:txBody>
        </p:sp>
        <p:sp>
          <p:nvSpPr>
            <p:cNvPr id="29" name="node05.body.item-001.bullets.item-002.marker"/>
            <p:cNvSpPr/>
            <p:nvPr/>
          </p:nvSpPr>
          <p:spPr>
            <a:xfrm>
              <a:off x="8191500" y="2298700"/>
              <a:ext cx="38100" cy="38100"/>
            </a:xfrm>
            <a:prstGeom prst="rect">
              <a:avLst/>
            </a:prstGeom>
            <a:solidFill>
              <a:srgbClr val="FFFFFF"/>
            </a:solidFill>
            <a:ln>
              <a:noFill/>
            </a:ln>
          </p:spPr>
        </p:sp>
        <p:sp>
          <p:nvSpPr>
            <p:cNvPr id="30" name="node05.body.item-001.bullets.item-002.text"/>
            <p:cNvSpPr/>
            <p:nvPr/>
          </p:nvSpPr>
          <p:spPr>
            <a:xfrm>
              <a:off x="8343900" y="22098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Platform-product focus</a:t>
              </a:r>
              <a:endParaRPr lang="en-US" sz="1200" spc="0" kern="0" b="0" i="0" dirty="0">
                <a:solidFill>
                  <a:srgbClr val="FFFFFF"/>
                </a:solidFill>
                <a:latin typeface="IBM Plex Sans"/>
                <a:ea typeface="IBM Plex Sans"/>
                <a:cs typeface="IBM Plex Sans"/>
              </a:endParaRPr>
            </a:p>
          </p:txBody>
        </p:sp>
        <p:sp>
          <p:nvSpPr>
            <p:cNvPr id="31" name="node05.body.item-001.bullets.item-003.marker"/>
            <p:cNvSpPr/>
            <p:nvPr/>
          </p:nvSpPr>
          <p:spPr>
            <a:xfrm>
              <a:off x="8191500" y="2565400"/>
              <a:ext cx="38100" cy="38100"/>
            </a:xfrm>
            <a:prstGeom prst="rect">
              <a:avLst/>
            </a:prstGeom>
            <a:solidFill>
              <a:srgbClr val="FFFFFF"/>
            </a:solidFill>
            <a:ln>
              <a:noFill/>
            </a:ln>
          </p:spPr>
        </p:sp>
        <p:sp>
          <p:nvSpPr>
            <p:cNvPr id="32" name="node05.body.item-001.bullets.item-003.text"/>
            <p:cNvSpPr/>
            <p:nvPr/>
          </p:nvSpPr>
          <p:spPr>
            <a:xfrm>
              <a:off x="8343900" y="24765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Integrated architecture</a:t>
              </a:r>
              <a:endParaRPr lang="en-US" sz="1200" spc="0" kern="0" b="0" i="0" dirty="0">
                <a:solidFill>
                  <a:srgbClr val="FFFFFF"/>
                </a:solidFill>
                <a:latin typeface="IBM Plex Sans"/>
                <a:ea typeface="IBM Plex Sans"/>
                <a:cs typeface="IBM Plex Sans"/>
              </a:endParaRPr>
            </a:p>
          </p:txBody>
        </p:sp>
        <p:sp>
          <p:nvSpPr>
            <p:cNvPr id="33" name="node05.body.item-001.bullets.item-004.marker"/>
            <p:cNvSpPr/>
            <p:nvPr/>
          </p:nvSpPr>
          <p:spPr>
            <a:xfrm>
              <a:off x="8191500" y="2832100"/>
              <a:ext cx="38100" cy="38100"/>
            </a:xfrm>
            <a:prstGeom prst="rect">
              <a:avLst/>
            </a:prstGeom>
            <a:solidFill>
              <a:srgbClr val="FFFFFF"/>
            </a:solidFill>
            <a:ln>
              <a:noFill/>
            </a:ln>
          </p:spPr>
        </p:sp>
        <p:sp>
          <p:nvSpPr>
            <p:cNvPr id="34" name="node05.body.item-001.bullets.item-004.text"/>
            <p:cNvSpPr/>
            <p:nvPr/>
          </p:nvSpPr>
          <p:spPr>
            <a:xfrm>
              <a:off x="8343900" y="27432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Player-coach partnership</a:t>
              </a:r>
              <a:endParaRPr lang="en-US" sz="1200" spc="0" kern="0" b="0" i="0" dirty="0">
                <a:solidFill>
                  <a:srgbClr val="FFFFFF"/>
                </a:solidFill>
                <a:latin typeface="IBM Plex Sans"/>
                <a:ea typeface="IBM Plex Sans"/>
                <a:cs typeface="IBM Plex Sans"/>
              </a:endParaRPr>
            </a:p>
          </p:txBody>
        </p:sp>
        <p:sp>
          <p:nvSpPr>
            <p:cNvPr id="35" name="node05.body.item-001.bullets.item-005.marker"/>
            <p:cNvSpPr/>
            <p:nvPr/>
          </p:nvSpPr>
          <p:spPr>
            <a:xfrm>
              <a:off x="8191500" y="3098800"/>
              <a:ext cx="38100" cy="38100"/>
            </a:xfrm>
            <a:prstGeom prst="rect">
              <a:avLst/>
            </a:prstGeom>
            <a:solidFill>
              <a:srgbClr val="FFFFFF"/>
            </a:solidFill>
            <a:ln>
              <a:noFill/>
            </a:ln>
          </p:spPr>
        </p:sp>
        <p:sp>
          <p:nvSpPr>
            <p:cNvPr id="36" name="node05.body.item-001.bullets.item-005.text"/>
            <p:cNvSpPr/>
            <p:nvPr/>
          </p:nvSpPr>
          <p:spPr>
            <a:xfrm>
              <a:off x="8343900" y="30099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Cross-discipline teams</a:t>
              </a:r>
              <a:endParaRPr lang="en-US" sz="1200" spc="0" kern="0" b="0" i="0" dirty="0">
                <a:solidFill>
                  <a:srgbClr val="FFFFFF"/>
                </a:solidFill>
                <a:latin typeface="IBM Plex Sans"/>
                <a:ea typeface="IBM Plex Sans"/>
                <a:cs typeface="IBM Plex Sans"/>
              </a:endParaRPr>
            </a:p>
          </p:txBody>
        </p:sp>
      </p:grpSp>
      <p:grpSp>
        <p:nvGrpSpPr>
          <p:cNvPr id="64" name="node06"/>
          <p:cNvGrpSpPr/>
          <p:nvPr/>
        </p:nvGrpSpPr>
        <p:grpSpPr>
          <a:xfrm>
            <a:off x="7810500" y="2471979"/>
            <a:ext cx="228600" cy="85242"/>
            <a:chOff x="7810500" y="2471979"/>
            <a:chExt cx="228600" cy="85242"/>
          </a:xfrm>
        </p:grpSpPr>
        <p:sp>
          <p:nvSpPr>
            <p:cNvPr id="37" name="node06.segment-1"/>
            <p:cNvSpPr/>
            <p:nvPr/>
          </p:nvSpPr>
          <p:spPr>
            <a:xfrm>
              <a:off x="7810500" y="2514600"/>
              <a:ext cx="228600" cy="0"/>
            </a:xfrm>
            <a:custGeom>
              <a:avLst/>
              <a:gdLst/>
              <a:ahLst/>
              <a:cxnLst/>
              <a:rect l="l" t="t" r="r" b="b"/>
              <a:pathLst>
                <a:path w="228600">
                  <a:moveTo>
                    <a:pt x="0" y="0"/>
                  </a:moveTo>
                  <a:lnTo>
                    <a:pt x="228600" y="0"/>
                  </a:lnTo>
                </a:path>
              </a:pathLst>
            </a:custGeom>
            <a:ln w="12700">
              <a:solidFill>
                <a:srgbClr val="070154"/>
              </a:solidFill>
              <a:prstDash val="solid"/>
            </a:ln>
          </p:spPr>
        </p:sp>
        <p:sp>
          <p:nvSpPr>
            <p:cNvPr id="38" name="node06.head-end.0"/>
            <p:cNvSpPr/>
            <p:nvPr/>
          </p:nvSpPr>
          <p:spPr>
            <a:xfrm>
              <a:off x="7961083" y="2514600"/>
              <a:ext cx="78017" cy="42621"/>
            </a:xfrm>
            <a:custGeom>
              <a:avLst/>
              <a:gdLst/>
              <a:ahLst/>
              <a:cxnLst/>
              <a:rect l="l" t="t" r="r" b="b"/>
              <a:pathLst>
                <a:path w="78017" h="42621">
                  <a:moveTo>
                    <a:pt x="78017" y="0"/>
                  </a:moveTo>
                  <a:lnTo>
                    <a:pt x="0" y="42621"/>
                  </a:lnTo>
                </a:path>
              </a:pathLst>
            </a:custGeom>
            <a:ln w="12700">
              <a:solidFill>
                <a:srgbClr val="070154"/>
              </a:solidFill>
              <a:prstDash val="solid"/>
            </a:ln>
          </p:spPr>
        </p:sp>
        <p:sp>
          <p:nvSpPr>
            <p:cNvPr id="39" name="node06.head-end.1"/>
            <p:cNvSpPr/>
            <p:nvPr/>
          </p:nvSpPr>
          <p:spPr>
            <a:xfrm>
              <a:off x="7961083" y="2471979"/>
              <a:ext cx="78017" cy="42621"/>
            </a:xfrm>
            <a:custGeom>
              <a:avLst/>
              <a:gdLst/>
              <a:ahLst/>
              <a:cxnLst/>
              <a:rect l="l" t="t" r="r" b="b"/>
              <a:pathLst>
                <a:path w="78017" h="42621">
                  <a:moveTo>
                    <a:pt x="78017" y="42621"/>
                  </a:moveTo>
                  <a:lnTo>
                    <a:pt x="0" y="0"/>
                  </a:lnTo>
                </a:path>
              </a:pathLst>
            </a:custGeom>
            <a:ln w="12700">
              <a:solidFill>
                <a:srgbClr val="070154"/>
              </a:solidFill>
              <a:prstDash val="solid"/>
            </a:ln>
          </p:spPr>
        </p:sp>
      </p:grpSp>
      <p:grpSp>
        <p:nvGrpSpPr>
          <p:cNvPr id="65" name="node07"/>
          <p:cNvGrpSpPr/>
          <p:nvPr/>
        </p:nvGrpSpPr>
        <p:grpSpPr>
          <a:xfrm>
            <a:off x="4381500" y="3657600"/>
            <a:ext cx="7086600" cy="152400"/>
            <a:chOff x="4381500" y="3657600"/>
            <a:chExt cx="7086600" cy="152400"/>
          </a:xfrm>
        </p:grpSpPr>
        <p:sp>
          <p:nvSpPr>
            <p:cNvPr id="40" name="node07.text"/>
            <p:cNvSpPr/>
            <p:nvPr/>
          </p:nvSpPr>
          <p:spPr>
            <a:xfrm>
              <a:off x="4381500" y="3657600"/>
              <a:ext cx="7086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WHAT THAT MEANS FOR YOU</a:t>
              </a:r>
              <a:endParaRPr lang="en-US" sz="900" spc="54" kern="0" b="0" i="0" dirty="0">
                <a:solidFill>
                  <a:srgbClr val="0047FF"/>
                </a:solidFill>
                <a:latin typeface="IBM Plex Mono Medium"/>
                <a:ea typeface="IBM Plex Mono Medium"/>
                <a:cs typeface="IBM Plex Mono Medium"/>
              </a:endParaRPr>
            </a:p>
          </p:txBody>
        </p:sp>
      </p:grpSp>
      <p:grpSp>
        <p:nvGrpSpPr>
          <p:cNvPr id="67" name="node08"/>
          <p:cNvGrpSpPr/>
          <p:nvPr/>
        </p:nvGrpSpPr>
        <p:grpSpPr>
          <a:xfrm>
            <a:off x="4381500" y="3886200"/>
            <a:ext cx="685800" cy="685800"/>
            <a:chOff x="4381500" y="3886200"/>
            <a:chExt cx="685800" cy="685800"/>
          </a:xfrm>
        </p:grpSpPr>
        <p:sp>
          <p:nvSpPr>
            <p:cNvPr id="41" name="node08.surface"/>
            <p:cNvSpPr/>
            <p:nvPr/>
          </p:nvSpPr>
          <p:spPr>
            <a:xfrm>
              <a:off x="4381500" y="3886200"/>
              <a:ext cx="685800" cy="685800"/>
            </a:xfrm>
            <a:prstGeom prst="rect">
              <a:avLst/>
            </a:prstGeom>
            <a:solidFill>
              <a:srgbClr val="E8EEF8"/>
            </a:solidFill>
            <a:ln>
              <a:noFill/>
            </a:ln>
          </p:spPr>
        </p:sp>
        <p:grpSp>
          <p:nvGrpSpPr>
            <p:cNvPr id="66" name="node08.icon"/>
            <p:cNvGrpSpPr/>
            <p:nvPr/>
          </p:nvGrpSpPr>
          <p:grpSpPr>
            <a:xfrm>
              <a:off x="4533900" y="4038600"/>
              <a:ext cx="381000" cy="381000"/>
              <a:chOff x="4533900" y="4038600"/>
              <a:chExt cx="381000" cy="381000"/>
            </a:xfrm>
          </p:grpSpPr>
          <p:pic>
            <p:nvPicPr>
              <p:cNvPr id="42" name="node08.icon.image" descr="icon/growth-person/navy; canonical SHA256=f4af7b2abdb5c2b1b0dd313eabe94e5f6f21fb8ecb2da4579d3bef4ce735d546">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533900" y="4038600"/>
                <a:ext cx="381000" cy="381000"/>
              </a:xfrm>
              <a:prstGeom prst="rect">
                <a:avLst/>
              </a:prstGeom>
            </p:spPr>
          </p:pic>
        </p:grpSp>
      </p:grpSp>
      <p:grpSp>
        <p:nvGrpSpPr>
          <p:cNvPr id="68" name="node09"/>
          <p:cNvGrpSpPr/>
          <p:nvPr/>
        </p:nvGrpSpPr>
        <p:grpSpPr>
          <a:xfrm>
            <a:off x="5219700" y="3886200"/>
            <a:ext cx="2590800" cy="685800"/>
            <a:chOff x="5219700" y="3886200"/>
            <a:chExt cx="2590800" cy="685800"/>
          </a:xfrm>
        </p:grpSpPr>
        <p:sp>
          <p:nvSpPr>
            <p:cNvPr id="43" name="node09.text"/>
            <p:cNvSpPr/>
            <p:nvPr/>
          </p:nvSpPr>
          <p:spPr>
            <a:xfrm>
              <a:off x="5219700" y="4000500"/>
              <a:ext cx="25908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We build the capability to own, run and evolve the platform.</a:t>
              </a:r>
              <a:endParaRPr lang="en-US" sz="1200" spc="0" kern="0" b="0" i="0" dirty="0">
                <a:solidFill>
                  <a:srgbClr val="070154"/>
                </a:solidFill>
                <a:latin typeface="IBM Plex Sans"/>
                <a:ea typeface="IBM Plex Sans"/>
                <a:cs typeface="IBM Plex Sans"/>
              </a:endParaRPr>
            </a:p>
          </p:txBody>
        </p:sp>
      </p:grpSp>
      <p:grpSp>
        <p:nvGrpSpPr>
          <p:cNvPr id="70" name="node10"/>
          <p:cNvGrpSpPr/>
          <p:nvPr/>
        </p:nvGrpSpPr>
        <p:grpSpPr>
          <a:xfrm>
            <a:off x="8039100" y="3886200"/>
            <a:ext cx="685800" cy="685800"/>
            <a:chOff x="8039100" y="3886200"/>
            <a:chExt cx="685800" cy="685800"/>
          </a:xfrm>
        </p:grpSpPr>
        <p:sp>
          <p:nvSpPr>
            <p:cNvPr id="44" name="node10.surface"/>
            <p:cNvSpPr/>
            <p:nvPr/>
          </p:nvSpPr>
          <p:spPr>
            <a:xfrm>
              <a:off x="8039100" y="3886200"/>
              <a:ext cx="685800" cy="685800"/>
            </a:xfrm>
            <a:prstGeom prst="rect">
              <a:avLst/>
            </a:prstGeom>
            <a:solidFill>
              <a:srgbClr val="E8EEF8"/>
            </a:solidFill>
            <a:ln>
              <a:noFill/>
            </a:ln>
          </p:spPr>
        </p:sp>
        <p:grpSp>
          <p:nvGrpSpPr>
            <p:cNvPr id="69" name="node10.icon"/>
            <p:cNvGrpSpPr/>
            <p:nvPr/>
          </p:nvGrpSpPr>
          <p:grpSpPr>
            <a:xfrm>
              <a:off x="8191500" y="4038600"/>
              <a:ext cx="381000" cy="381000"/>
              <a:chOff x="8191500" y="4038600"/>
              <a:chExt cx="381000" cy="381000"/>
            </a:xfrm>
          </p:grpSpPr>
          <p:pic>
            <p:nvPicPr>
              <p:cNvPr id="45" name="node10.icon.image" descr="icon/team-huddle/navy; canonical SHA256=0810b0327bab4c67b9ad5494cd579ab1166b6cab738efd10be95638de3481f2f">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191500" y="4038600"/>
                <a:ext cx="381000" cy="381000"/>
              </a:xfrm>
              <a:prstGeom prst="rect">
                <a:avLst/>
              </a:prstGeom>
            </p:spPr>
          </p:pic>
        </p:grpSp>
      </p:grpSp>
      <p:grpSp>
        <p:nvGrpSpPr>
          <p:cNvPr id="71" name="node11"/>
          <p:cNvGrpSpPr/>
          <p:nvPr/>
        </p:nvGrpSpPr>
        <p:grpSpPr>
          <a:xfrm>
            <a:off x="8877300" y="3886200"/>
            <a:ext cx="2590800" cy="685800"/>
            <a:chOff x="8877300" y="3886200"/>
            <a:chExt cx="2590800" cy="685800"/>
          </a:xfrm>
        </p:grpSpPr>
        <p:sp>
          <p:nvSpPr>
            <p:cNvPr id="46" name="node11.text"/>
            <p:cNvSpPr/>
            <p:nvPr/>
          </p:nvSpPr>
          <p:spPr>
            <a:xfrm>
              <a:off x="8877300" y="4000500"/>
              <a:ext cx="25908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Cross-functional teams work together through delivery.</a:t>
              </a:r>
              <a:endParaRPr lang="en-US" sz="1200" spc="0" kern="0" b="0" i="0" dirty="0">
                <a:solidFill>
                  <a:srgbClr val="070154"/>
                </a:solidFill>
                <a:latin typeface="IBM Plex Sans"/>
                <a:ea typeface="IBM Plex Sans"/>
                <a:cs typeface="IBM Plex Sans"/>
              </a:endParaRPr>
            </a:p>
          </p:txBody>
        </p:sp>
      </p:grpSp>
      <p:grpSp>
        <p:nvGrpSpPr>
          <p:cNvPr id="73" name="node12"/>
          <p:cNvGrpSpPr/>
          <p:nvPr/>
        </p:nvGrpSpPr>
        <p:grpSpPr>
          <a:xfrm>
            <a:off x="4381500" y="4572000"/>
            <a:ext cx="685800" cy="685800"/>
            <a:chOff x="4381500" y="4572000"/>
            <a:chExt cx="685800" cy="685800"/>
          </a:xfrm>
        </p:grpSpPr>
        <p:sp>
          <p:nvSpPr>
            <p:cNvPr id="47" name="node12.surface"/>
            <p:cNvSpPr/>
            <p:nvPr/>
          </p:nvSpPr>
          <p:spPr>
            <a:xfrm>
              <a:off x="4381500" y="4572000"/>
              <a:ext cx="685800" cy="685800"/>
            </a:xfrm>
            <a:prstGeom prst="rect">
              <a:avLst/>
            </a:prstGeom>
            <a:solidFill>
              <a:srgbClr val="E8EEF8"/>
            </a:solidFill>
            <a:ln>
              <a:noFill/>
            </a:ln>
          </p:spPr>
        </p:sp>
        <p:grpSp>
          <p:nvGrpSpPr>
            <p:cNvPr id="72" name="node12.icon"/>
            <p:cNvGrpSpPr/>
            <p:nvPr/>
          </p:nvGrpSpPr>
          <p:grpSpPr>
            <a:xfrm>
              <a:off x="4533900" y="4724400"/>
              <a:ext cx="381000" cy="381000"/>
              <a:chOff x="4533900" y="4724400"/>
              <a:chExt cx="381000" cy="381000"/>
            </a:xfrm>
          </p:grpSpPr>
          <p:pic>
            <p:nvPicPr>
              <p:cNvPr id="48" name="node12.icon.image" descr="icon/circuit-layers/navy; canonical SHA256=2ce3a8535eb05461000a5746d05993417b90c0a0d12821ebfa41597a7ffad94f">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533900" y="4724400"/>
                <a:ext cx="381000" cy="381000"/>
              </a:xfrm>
              <a:prstGeom prst="rect">
                <a:avLst/>
              </a:prstGeom>
            </p:spPr>
          </p:pic>
        </p:grpSp>
      </p:grpSp>
      <p:grpSp>
        <p:nvGrpSpPr>
          <p:cNvPr id="74" name="node13"/>
          <p:cNvGrpSpPr/>
          <p:nvPr/>
        </p:nvGrpSpPr>
        <p:grpSpPr>
          <a:xfrm>
            <a:off x="5219700" y="4572000"/>
            <a:ext cx="2590800" cy="685800"/>
            <a:chOff x="5219700" y="4572000"/>
            <a:chExt cx="2590800" cy="685800"/>
          </a:xfrm>
        </p:grpSpPr>
        <p:sp>
          <p:nvSpPr>
            <p:cNvPr id="49" name="node13.text"/>
            <p:cNvSpPr/>
            <p:nvPr/>
          </p:nvSpPr>
          <p:spPr>
            <a:xfrm>
              <a:off x="5219700" y="4686300"/>
              <a:ext cx="25908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We apply data, cloud, security and change expertise.</a:t>
              </a:r>
              <a:endParaRPr lang="en-US" sz="1200" spc="0" kern="0" b="0" i="0" dirty="0">
                <a:solidFill>
                  <a:srgbClr val="070154"/>
                </a:solidFill>
                <a:latin typeface="IBM Plex Sans"/>
                <a:ea typeface="IBM Plex Sans"/>
                <a:cs typeface="IBM Plex Sans"/>
              </a:endParaRPr>
            </a:p>
          </p:txBody>
        </p:sp>
      </p:grpSp>
      <p:grpSp>
        <p:nvGrpSpPr>
          <p:cNvPr id="76" name="node14"/>
          <p:cNvGrpSpPr/>
          <p:nvPr/>
        </p:nvGrpSpPr>
        <p:grpSpPr>
          <a:xfrm>
            <a:off x="8039100" y="4572000"/>
            <a:ext cx="685800" cy="685800"/>
            <a:chOff x="8039100" y="4572000"/>
            <a:chExt cx="685800" cy="685800"/>
          </a:xfrm>
        </p:grpSpPr>
        <p:sp>
          <p:nvSpPr>
            <p:cNvPr id="50" name="node14.surface"/>
            <p:cNvSpPr/>
            <p:nvPr/>
          </p:nvSpPr>
          <p:spPr>
            <a:xfrm>
              <a:off x="8039100" y="4572000"/>
              <a:ext cx="685800" cy="685800"/>
            </a:xfrm>
            <a:prstGeom prst="rect">
              <a:avLst/>
            </a:prstGeom>
            <a:solidFill>
              <a:srgbClr val="E8EEF8"/>
            </a:solidFill>
            <a:ln>
              <a:noFill/>
            </a:ln>
          </p:spPr>
        </p:sp>
        <p:grpSp>
          <p:nvGrpSpPr>
            <p:cNvPr id="75" name="node14.icon"/>
            <p:cNvGrpSpPr/>
            <p:nvPr/>
          </p:nvGrpSpPr>
          <p:grpSpPr>
            <a:xfrm>
              <a:off x="8191500" y="4724400"/>
              <a:ext cx="381000" cy="381000"/>
              <a:chOff x="8191500" y="4724400"/>
              <a:chExt cx="381000" cy="381000"/>
            </a:xfrm>
          </p:grpSpPr>
          <p:pic>
            <p:nvPicPr>
              <p:cNvPr id="51" name="node14.icon.image" descr="icon/target-arrow/navy; canonical SHA256=d7be3489d4c720d338cad319f07d0f5d4613e221b5ae04fe7e8f497c9849348f">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191500" y="4724400"/>
                <a:ext cx="381000" cy="381000"/>
              </a:xfrm>
              <a:prstGeom prst="rect">
                <a:avLst/>
              </a:prstGeom>
            </p:spPr>
          </p:pic>
        </p:grpSp>
      </p:grpSp>
      <p:grpSp>
        <p:nvGrpSpPr>
          <p:cNvPr id="77" name="node15"/>
          <p:cNvGrpSpPr/>
          <p:nvPr/>
        </p:nvGrpSpPr>
        <p:grpSpPr>
          <a:xfrm>
            <a:off x="8877300" y="4572000"/>
            <a:ext cx="2590800" cy="685800"/>
            <a:chOff x="8877300" y="4572000"/>
            <a:chExt cx="2590800" cy="685800"/>
          </a:xfrm>
        </p:grpSpPr>
        <p:sp>
          <p:nvSpPr>
            <p:cNvPr id="52" name="node15.text"/>
            <p:cNvSpPr/>
            <p:nvPr/>
          </p:nvSpPr>
          <p:spPr>
            <a:xfrm>
              <a:off x="8877300" y="4686300"/>
              <a:ext cx="25908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We target go-live outcomes, not only fixed scope.</a:t>
              </a:r>
              <a:endParaRPr lang="en-US" sz="1200" spc="0" kern="0" b="0" i="0" dirty="0">
                <a:solidFill>
                  <a:srgbClr val="070154"/>
                </a:solidFill>
                <a:latin typeface="IBM Plex Sans"/>
                <a:ea typeface="IBM Plex Sans"/>
                <a:cs typeface="IBM Plex Sans"/>
              </a:endParaRPr>
            </a:p>
          </p:txBody>
        </p:sp>
      </p:grpSp>
      <p:grpSp>
        <p:nvGrpSpPr>
          <p:cNvPr id="79" name="node16"/>
          <p:cNvGrpSpPr/>
          <p:nvPr/>
        </p:nvGrpSpPr>
        <p:grpSpPr>
          <a:xfrm>
            <a:off x="4381500" y="5257800"/>
            <a:ext cx="685800" cy="685800"/>
            <a:chOff x="4381500" y="5257800"/>
            <a:chExt cx="685800" cy="685800"/>
          </a:xfrm>
        </p:grpSpPr>
        <p:sp>
          <p:nvSpPr>
            <p:cNvPr id="53" name="node16.surface"/>
            <p:cNvSpPr/>
            <p:nvPr/>
          </p:nvSpPr>
          <p:spPr>
            <a:xfrm>
              <a:off x="4381500" y="5257800"/>
              <a:ext cx="685800" cy="685800"/>
            </a:xfrm>
            <a:prstGeom prst="rect">
              <a:avLst/>
            </a:prstGeom>
            <a:solidFill>
              <a:srgbClr val="E8EEF8"/>
            </a:solidFill>
            <a:ln>
              <a:noFill/>
            </a:ln>
          </p:spPr>
        </p:sp>
        <p:grpSp>
          <p:nvGrpSpPr>
            <p:cNvPr id="78" name="node16.icon"/>
            <p:cNvGrpSpPr/>
            <p:nvPr/>
          </p:nvGrpSpPr>
          <p:grpSpPr>
            <a:xfrm>
              <a:off x="4533900" y="5410200"/>
              <a:ext cx="381000" cy="381000"/>
              <a:chOff x="4533900" y="5410200"/>
              <a:chExt cx="381000" cy="381000"/>
            </a:xfrm>
          </p:grpSpPr>
          <p:pic>
            <p:nvPicPr>
              <p:cNvPr id="54" name="node16.icon.image" descr="icon/speedometer/navy; canonical SHA256=fc4158e90ea43816ead96895edd63564c5d434f4c1c6b6180c60644a3fd5aa83">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4533900" y="5410200"/>
                <a:ext cx="381000" cy="381000"/>
              </a:xfrm>
              <a:prstGeom prst="rect">
                <a:avLst/>
              </a:prstGeom>
            </p:spPr>
          </p:pic>
        </p:grpSp>
      </p:grpSp>
      <p:grpSp>
        <p:nvGrpSpPr>
          <p:cNvPr id="80" name="node17"/>
          <p:cNvGrpSpPr/>
          <p:nvPr/>
        </p:nvGrpSpPr>
        <p:grpSpPr>
          <a:xfrm>
            <a:off x="5219700" y="5257800"/>
            <a:ext cx="2590800" cy="685800"/>
            <a:chOff x="5219700" y="5257800"/>
            <a:chExt cx="2590800" cy="685800"/>
          </a:xfrm>
        </p:grpSpPr>
        <p:sp>
          <p:nvSpPr>
            <p:cNvPr id="55" name="node17.text"/>
            <p:cNvSpPr/>
            <p:nvPr/>
          </p:nvSpPr>
          <p:spPr>
            <a:xfrm>
              <a:off x="5219700" y="5372100"/>
              <a:ext cx="25908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We set measurable goals for speed, adoption and cost.</a:t>
              </a:r>
              <a:endParaRPr lang="en-US" sz="1200" spc="0" kern="0" b="0" i="0" dirty="0">
                <a:solidFill>
                  <a:srgbClr val="070154"/>
                </a:solidFill>
                <a:latin typeface="IBM Plex Sans"/>
                <a:ea typeface="IBM Plex Sans"/>
                <a:cs typeface="IBM Plex Sans"/>
              </a:endParaRPr>
            </a:p>
          </p:txBody>
        </p:sp>
      </p:grpSp>
      <p:grpSp>
        <p:nvGrpSpPr>
          <p:cNvPr id="82" name="node18"/>
          <p:cNvGrpSpPr/>
          <p:nvPr/>
        </p:nvGrpSpPr>
        <p:grpSpPr>
          <a:xfrm>
            <a:off x="8039100" y="5257800"/>
            <a:ext cx="685800" cy="685800"/>
            <a:chOff x="8039100" y="5257800"/>
            <a:chExt cx="685800" cy="685800"/>
          </a:xfrm>
        </p:grpSpPr>
        <p:sp>
          <p:nvSpPr>
            <p:cNvPr id="56" name="node18.surface"/>
            <p:cNvSpPr/>
            <p:nvPr/>
          </p:nvSpPr>
          <p:spPr>
            <a:xfrm>
              <a:off x="8039100" y="5257800"/>
              <a:ext cx="685800" cy="685800"/>
            </a:xfrm>
            <a:prstGeom prst="rect">
              <a:avLst/>
            </a:prstGeom>
            <a:solidFill>
              <a:srgbClr val="E8EEF8"/>
            </a:solidFill>
            <a:ln>
              <a:noFill/>
            </a:ln>
          </p:spPr>
        </p:sp>
        <p:grpSp>
          <p:nvGrpSpPr>
            <p:cNvPr id="81" name="node18.icon"/>
            <p:cNvGrpSpPr/>
            <p:nvPr/>
          </p:nvGrpSpPr>
          <p:grpSpPr>
            <a:xfrm>
              <a:off x="8191500" y="5410200"/>
              <a:ext cx="381000" cy="381000"/>
              <a:chOff x="8191500" y="5410200"/>
              <a:chExt cx="381000" cy="381000"/>
            </a:xfrm>
          </p:grpSpPr>
          <p:pic>
            <p:nvPicPr>
              <p:cNvPr id="57" name="node18.icon.image" descr="icon/heartbeat-heart/navy; canonical SHA256=fd5ff8de8295ce456e4e8ec4e57b477b41a27937b5337142de96d77ddf0bfbe4">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8191500" y="5410200"/>
                <a:ext cx="381000" cy="381000"/>
              </a:xfrm>
              <a:prstGeom prst="rect">
                <a:avLst/>
              </a:prstGeom>
            </p:spPr>
          </p:pic>
        </p:grpSp>
      </p:grpSp>
      <p:grpSp>
        <p:nvGrpSpPr>
          <p:cNvPr id="83" name="node19"/>
          <p:cNvGrpSpPr/>
          <p:nvPr/>
        </p:nvGrpSpPr>
        <p:grpSpPr>
          <a:xfrm>
            <a:off x="8877300" y="5257800"/>
            <a:ext cx="2590800" cy="685800"/>
            <a:chOff x="8877300" y="5257800"/>
            <a:chExt cx="2590800" cy="685800"/>
          </a:xfrm>
        </p:grpSpPr>
        <p:sp>
          <p:nvSpPr>
            <p:cNvPr id="58" name="node19.text"/>
            <p:cNvSpPr/>
            <p:nvPr/>
          </p:nvSpPr>
          <p:spPr>
            <a:xfrm>
              <a:off x="8877300" y="5372100"/>
              <a:ext cx="25908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Healthcare payer and platform experience shapes decisions.</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ource-147">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OUR DIFFERENCE</a:t>
            </a:r>
            <a:endParaRPr lang="en-US" sz="1000" spc="80" kern="0" b="0" i="0" dirty="0">
              <a:solidFill>
                <a:srgbClr val="0047FF"/>
              </a:solidFill>
              <a:latin typeface="IBM Plex Mono SemiBold"/>
              <a:ea typeface="IBM Plex Mono SemiBold"/>
              <a:cs typeface="IBM Plex Mono SemiBold"/>
            </a:endParaRPr>
          </a:p>
        </p:txBody>
      </p:sp>
      <p:pic>
        <p:nvPicPr>
          <p:cNvPr id="4" name="title.mark-002-001" descr="underscore; canonical SHA256=49d5a97f776a33dcf11e794bad153776f1f33cf3747f42e2c277857faa224278; resolved ink=070154">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646347" y="1078992"/>
            <a:ext cx="1960082" cy="176833"/>
          </a:xfrm>
          <a:prstGeom prst="rect">
            <a:avLst/>
          </a:prstGeom>
        </p:spPr>
      </p:pic>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 xml:space="preserve">You will feel the </a:t>
            </a:r>
            <a:r>
              <a:rPr lang="en-US" sz="3200" spc="-64" kern="0" b="0" i="0" dirty="0">
                <a:solidFill>
                  <a:srgbClr val="070154"/>
                </a:solidFill>
                <a:latin typeface="IBM Plex Sans SemiBold"/>
                <a:ea typeface="IBM Plex Sans SemiBold"/>
                <a:cs typeface="IBM Plex Sans SemiBold"/>
              </a:rPr>
              <a:t xml:space="preserve">difference</a:t>
            </a:r>
            <a:r>
              <a:rPr lang="en-US" sz="3200" spc="-64" kern="0" b="0" i="0" dirty="0">
                <a:solidFill>
                  <a:srgbClr val="070154"/>
                </a:solidFill>
                <a:latin typeface="IBM Plex Sans SemiBold"/>
                <a:ea typeface="IBM Plex Sans SemiBold"/>
                <a:cs typeface="IBM Plex Sans SemiBold"/>
              </a:rPr>
              <a:t xml:space="preserve"> in how we work</a:t>
            </a:r>
            <a:endParaRPr lang="en-US" sz="3200" spc="-64" kern="0" b="0" i="0" dirty="0">
              <a:solidFill>
                <a:srgbClr val="070154"/>
              </a:solidFill>
              <a:latin typeface="IBM Plex Sans SemiBold"/>
              <a:ea typeface="IBM Plex Sans SemiBold"/>
              <a:cs typeface="IBM Plex Sans SemiBold"/>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34</a:t>
            </a:fld>
            <a:endParaRPr lang="en-US" sz="700" spc="0" kern="0" b="0" i="0" dirty="0">
              <a:solidFill>
                <a:srgbClr val="070154"/>
              </a:solidFill>
              <a:latin typeface="IBM Plex Mono SemiBold"/>
              <a:ea typeface="IBM Plex Mono SemiBold"/>
              <a:cs typeface="IBM Plex Mono SemiBold"/>
            </a:endParaRPr>
          </a:p>
        </p:txBody>
      </p:sp>
      <p:grpSp>
        <p:nvGrpSpPr>
          <p:cNvPr id="53" name="node01"/>
          <p:cNvGrpSpPr/>
          <p:nvPr/>
        </p:nvGrpSpPr>
        <p:grpSpPr>
          <a:xfrm>
            <a:off x="723900" y="1600200"/>
            <a:ext cx="3429000" cy="1219200"/>
            <a:chOff x="723900" y="1600200"/>
            <a:chExt cx="3429000" cy="1219200"/>
          </a:xfrm>
        </p:grpSpPr>
        <p:sp>
          <p:nvSpPr>
            <p:cNvPr id="7" name="node01.text"/>
            <p:cNvSpPr/>
            <p:nvPr/>
          </p:nvSpPr>
          <p:spPr>
            <a:xfrm>
              <a:off x="723900" y="1600200"/>
              <a:ext cx="3429000" cy="1219200"/>
            </a:xfrm>
            <a:prstGeom prst="rect">
              <a:avLst/>
            </a:prstGeom>
            <a:noFill/>
            <a:ln/>
          </p:spPr>
          <p:txBody>
            <a:bodyPr wrap="square" lIns="0" tIns="0" rIns="0" bIns="0" rtlCol="0" anchor="t"/>
            <a:lstStyle/>
            <a:p>
              <a:pPr algn="l" indent="0" marL="0">
                <a:lnSpc>
                  <a:spcPts val="2400"/>
                </a:lnSpc>
                <a:buNone/>
              </a:pPr>
              <a:r>
                <a:rPr lang="en-US" sz="1600" spc="0" kern="0" b="0" i="0" dirty="0">
                  <a:solidFill>
                    <a:srgbClr val="070154"/>
                  </a:solidFill>
                  <a:latin typeface="IBM Plex Sans"/>
                  <a:ea typeface="IBM Plex Sans"/>
                  <a:cs typeface="IBM Plex Sans"/>
                </a:rPr>
                <a:t>Our cross-functional teams combine hands-on finance, data and change experience with the technical depth to solve the whole problem.</a:t>
              </a:r>
              <a:endParaRPr lang="en-US" sz="1600" spc="0" kern="0" b="0" i="0" dirty="0">
                <a:solidFill>
                  <a:srgbClr val="070154"/>
                </a:solidFill>
                <a:latin typeface="IBM Plex Sans"/>
                <a:ea typeface="IBM Plex Sans"/>
                <a:cs typeface="IBM Plex Sans"/>
              </a:endParaRPr>
            </a:p>
          </p:txBody>
        </p:sp>
      </p:grpSp>
      <p:grpSp>
        <p:nvGrpSpPr>
          <p:cNvPr id="54" name="node02"/>
          <p:cNvGrpSpPr/>
          <p:nvPr/>
        </p:nvGrpSpPr>
        <p:grpSpPr>
          <a:xfrm>
            <a:off x="723900" y="2971800"/>
            <a:ext cx="3429000" cy="1066800"/>
            <a:chOff x="723900" y="2971800"/>
            <a:chExt cx="3429000" cy="1066800"/>
          </a:xfrm>
        </p:grpSpPr>
        <p:sp>
          <p:nvSpPr>
            <p:cNvPr id="8" name="node02.text"/>
            <p:cNvSpPr/>
            <p:nvPr/>
          </p:nvSpPr>
          <p:spPr>
            <a:xfrm>
              <a:off x="723900" y="2971800"/>
              <a:ext cx="3429000" cy="10668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We work alongside your team as player-coaches, moving from architecture and guardrails through engineering and operations to go-live.</a:t>
              </a:r>
              <a:endParaRPr lang="en-US" sz="1400" spc="0" kern="0" b="0" i="0" dirty="0">
                <a:solidFill>
                  <a:srgbClr val="50658E"/>
                </a:solidFill>
                <a:latin typeface="IBM Plex Sans"/>
                <a:ea typeface="IBM Plex Sans"/>
                <a:cs typeface="IBM Plex Sans"/>
              </a:endParaRPr>
            </a:p>
          </p:txBody>
        </p:sp>
      </p:grpSp>
      <p:grpSp>
        <p:nvGrpSpPr>
          <p:cNvPr id="55" name="node03"/>
          <p:cNvGrpSpPr/>
          <p:nvPr/>
        </p:nvGrpSpPr>
        <p:grpSpPr>
          <a:xfrm>
            <a:off x="723900" y="4114800"/>
            <a:ext cx="3429000" cy="1828800"/>
            <a:chOff x="723900" y="4114800"/>
            <a:chExt cx="3429000" cy="1828800"/>
          </a:xfrm>
        </p:grpSpPr>
        <p:sp>
          <p:nvSpPr>
            <p:cNvPr id="9" name="node03.container"/>
            <p:cNvSpPr/>
            <p:nvPr/>
          </p:nvSpPr>
          <p:spPr>
            <a:xfrm>
              <a:off x="723900" y="4114800"/>
              <a:ext cx="3429000" cy="1828800"/>
            </a:xfrm>
            <a:prstGeom prst="rect">
              <a:avLst/>
            </a:prstGeom>
            <a:solidFill>
              <a:srgbClr val="E8EEF8"/>
            </a:solidFill>
            <a:ln>
              <a:noFill/>
            </a:ln>
          </p:spPr>
        </p:sp>
        <p:sp>
          <p:nvSpPr>
            <p:cNvPr id="10" name="node03.label"/>
            <p:cNvSpPr/>
            <p:nvPr/>
          </p:nvSpPr>
          <p:spPr>
            <a:xfrm>
              <a:off x="952500" y="4343400"/>
              <a:ext cx="2971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HANDOVER TARGET</a:t>
              </a:r>
              <a:endParaRPr lang="en-US" sz="900" spc="54" kern="0" b="0" i="0" dirty="0">
                <a:solidFill>
                  <a:srgbClr val="0047FF"/>
                </a:solidFill>
                <a:latin typeface="IBM Plex Mono Medium"/>
                <a:ea typeface="IBM Plex Mono Medium"/>
                <a:cs typeface="IBM Plex Mono Medium"/>
              </a:endParaRPr>
            </a:p>
          </p:txBody>
        </p:sp>
        <p:sp>
          <p:nvSpPr>
            <p:cNvPr id="11" name="node03.metric.value"/>
            <p:cNvSpPr/>
            <p:nvPr/>
          </p:nvSpPr>
          <p:spPr>
            <a:xfrm>
              <a:off x="952500" y="4572000"/>
              <a:ext cx="2971800" cy="611950"/>
            </a:xfrm>
            <a:prstGeom prst="rect">
              <a:avLst/>
            </a:prstGeom>
            <a:noFill/>
            <a:ln/>
          </p:spPr>
          <p:txBody>
            <a:bodyPr wrap="square" lIns="0" tIns="0" rIns="0" bIns="0" rtlCol="0" anchor="t"/>
            <a:lstStyle/>
            <a:p>
              <a:pPr algn="l" indent="0" marL="0">
                <a:lnSpc>
                  <a:spcPts val="4800"/>
                </a:lnSpc>
                <a:buNone/>
              </a:pPr>
              <a:r>
                <a:rPr lang="en-US" sz="4800" spc="-96" kern="0" b="0" i="0" dirty="0">
                  <a:solidFill>
                    <a:srgbClr val="070154"/>
                  </a:solidFill>
                  <a:latin typeface="IBM Plex Mono SemiBold"/>
                  <a:ea typeface="IBM Plex Mono SemiBold"/>
                  <a:cs typeface="IBM Plex Mono SemiBold"/>
                </a:rPr>
                <a:t>Day 90</a:t>
              </a:r>
              <a:endParaRPr lang="en-US" sz="4800" spc="-96" kern="0" b="0" i="0" dirty="0">
                <a:solidFill>
                  <a:srgbClr val="070154"/>
                </a:solidFill>
                <a:latin typeface="IBM Plex Mono SemiBold"/>
                <a:ea typeface="IBM Plex Mono SemiBold"/>
                <a:cs typeface="IBM Plex Mono SemiBold"/>
              </a:endParaRPr>
            </a:p>
          </p:txBody>
        </p:sp>
        <p:sp>
          <p:nvSpPr>
            <p:cNvPr id="12" name="node03.metric.label"/>
            <p:cNvSpPr/>
            <p:nvPr/>
          </p:nvSpPr>
          <p:spPr>
            <a:xfrm>
              <a:off x="952500" y="5260150"/>
              <a:ext cx="29718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Your team runs the platform.</a:t>
              </a:r>
              <a:endParaRPr lang="en-US" sz="1400" spc="0" kern="0" b="0" i="0" dirty="0">
                <a:solidFill>
                  <a:srgbClr val="50658E"/>
                </a:solidFill>
                <a:latin typeface="IBM Plex Sans"/>
                <a:ea typeface="IBM Plex Sans"/>
                <a:cs typeface="IBM Plex Sans"/>
              </a:endParaRPr>
            </a:p>
          </p:txBody>
        </p:sp>
      </p:grpSp>
      <p:grpSp>
        <p:nvGrpSpPr>
          <p:cNvPr id="56" name="node04"/>
          <p:cNvGrpSpPr/>
          <p:nvPr/>
        </p:nvGrpSpPr>
        <p:grpSpPr>
          <a:xfrm>
            <a:off x="4381500" y="1600200"/>
            <a:ext cx="3429000" cy="1828800"/>
            <a:chOff x="4381500" y="1600200"/>
            <a:chExt cx="3429000" cy="1828800"/>
          </a:xfrm>
        </p:grpSpPr>
        <p:sp>
          <p:nvSpPr>
            <p:cNvPr id="13" name="node04.container"/>
            <p:cNvSpPr/>
            <p:nvPr/>
          </p:nvSpPr>
          <p:spPr>
            <a:xfrm>
              <a:off x="4381500" y="1600200"/>
              <a:ext cx="3429000" cy="1828800"/>
            </a:xfrm>
            <a:prstGeom prst="rect">
              <a:avLst/>
            </a:prstGeom>
            <a:solidFill>
              <a:srgbClr val="E8EEF8"/>
            </a:solidFill>
            <a:ln>
              <a:noFill/>
            </a:ln>
          </p:spPr>
        </p:sp>
        <p:sp>
          <p:nvSpPr>
            <p:cNvPr id="14" name="node04.label"/>
            <p:cNvSpPr/>
            <p:nvPr/>
          </p:nvSpPr>
          <p:spPr>
            <a:xfrm>
              <a:off x="4533900" y="1752600"/>
              <a:ext cx="3124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OTHER FIRMS</a:t>
              </a:r>
              <a:endParaRPr lang="en-US" sz="900" spc="54" kern="0" b="0" i="0" dirty="0">
                <a:solidFill>
                  <a:srgbClr val="0047FF"/>
                </a:solidFill>
                <a:latin typeface="IBM Plex Mono Medium"/>
                <a:ea typeface="IBM Plex Mono Medium"/>
                <a:cs typeface="IBM Plex Mono Medium"/>
              </a:endParaRPr>
            </a:p>
          </p:txBody>
        </p:sp>
        <p:sp>
          <p:nvSpPr>
            <p:cNvPr id="15" name="node04.body.item-001.bullets.item-001.marker"/>
            <p:cNvSpPr/>
            <p:nvPr/>
          </p:nvSpPr>
          <p:spPr>
            <a:xfrm>
              <a:off x="4533900" y="2032000"/>
              <a:ext cx="38100" cy="38100"/>
            </a:xfrm>
            <a:prstGeom prst="rect">
              <a:avLst/>
            </a:prstGeom>
            <a:solidFill>
              <a:srgbClr val="070154"/>
            </a:solidFill>
            <a:ln>
              <a:noFill/>
            </a:ln>
          </p:spPr>
        </p:sp>
        <p:sp>
          <p:nvSpPr>
            <p:cNvPr id="16" name="node04.body.item-001.bullets.item-001.text"/>
            <p:cNvSpPr/>
            <p:nvPr/>
          </p:nvSpPr>
          <p:spPr>
            <a:xfrm>
              <a:off x="4686300" y="19431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One-time benefit capture</a:t>
              </a:r>
              <a:endParaRPr lang="en-US" sz="1200" spc="0" kern="0" b="0" i="0" dirty="0">
                <a:solidFill>
                  <a:srgbClr val="070154"/>
                </a:solidFill>
                <a:latin typeface="IBM Plex Sans"/>
                <a:ea typeface="IBM Plex Sans"/>
                <a:cs typeface="IBM Plex Sans"/>
              </a:endParaRPr>
            </a:p>
          </p:txBody>
        </p:sp>
        <p:sp>
          <p:nvSpPr>
            <p:cNvPr id="17" name="node04.body.item-001.bullets.item-002.marker"/>
            <p:cNvSpPr/>
            <p:nvPr/>
          </p:nvSpPr>
          <p:spPr>
            <a:xfrm>
              <a:off x="4533900" y="2298700"/>
              <a:ext cx="38100" cy="38100"/>
            </a:xfrm>
            <a:prstGeom prst="rect">
              <a:avLst/>
            </a:prstGeom>
            <a:solidFill>
              <a:srgbClr val="070154"/>
            </a:solidFill>
            <a:ln>
              <a:noFill/>
            </a:ln>
          </p:spPr>
        </p:sp>
        <p:sp>
          <p:nvSpPr>
            <p:cNvPr id="18" name="node04.body.item-001.bullets.item-002.text"/>
            <p:cNvSpPr/>
            <p:nvPr/>
          </p:nvSpPr>
          <p:spPr>
            <a:xfrm>
              <a:off x="4686300" y="22098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Technology-focused</a:t>
              </a:r>
              <a:endParaRPr lang="en-US" sz="1200" spc="0" kern="0" b="0" i="0" dirty="0">
                <a:solidFill>
                  <a:srgbClr val="070154"/>
                </a:solidFill>
                <a:latin typeface="IBM Plex Sans"/>
                <a:ea typeface="IBM Plex Sans"/>
                <a:cs typeface="IBM Plex Sans"/>
              </a:endParaRPr>
            </a:p>
          </p:txBody>
        </p:sp>
        <p:sp>
          <p:nvSpPr>
            <p:cNvPr id="19" name="node04.body.item-001.bullets.item-003.marker"/>
            <p:cNvSpPr/>
            <p:nvPr/>
          </p:nvSpPr>
          <p:spPr>
            <a:xfrm>
              <a:off x="4533900" y="2565400"/>
              <a:ext cx="38100" cy="38100"/>
            </a:xfrm>
            <a:prstGeom prst="rect">
              <a:avLst/>
            </a:prstGeom>
            <a:solidFill>
              <a:srgbClr val="070154"/>
            </a:solidFill>
            <a:ln>
              <a:noFill/>
            </a:ln>
          </p:spPr>
        </p:sp>
        <p:sp>
          <p:nvSpPr>
            <p:cNvPr id="20" name="node04.body.item-001.bullets.item-003.text"/>
            <p:cNvSpPr/>
            <p:nvPr/>
          </p:nvSpPr>
          <p:spPr>
            <a:xfrm>
              <a:off x="4686300" y="24765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Generic blueprint</a:t>
              </a:r>
              <a:endParaRPr lang="en-US" sz="1200" spc="0" kern="0" b="0" i="0" dirty="0">
                <a:solidFill>
                  <a:srgbClr val="070154"/>
                </a:solidFill>
                <a:latin typeface="IBM Plex Sans"/>
                <a:ea typeface="IBM Plex Sans"/>
                <a:cs typeface="IBM Plex Sans"/>
              </a:endParaRPr>
            </a:p>
          </p:txBody>
        </p:sp>
        <p:sp>
          <p:nvSpPr>
            <p:cNvPr id="21" name="node04.body.item-001.bullets.item-004.marker"/>
            <p:cNvSpPr/>
            <p:nvPr/>
          </p:nvSpPr>
          <p:spPr>
            <a:xfrm>
              <a:off x="4533900" y="2832100"/>
              <a:ext cx="38100" cy="38100"/>
            </a:xfrm>
            <a:prstGeom prst="rect">
              <a:avLst/>
            </a:prstGeom>
            <a:solidFill>
              <a:srgbClr val="070154"/>
            </a:solidFill>
            <a:ln>
              <a:noFill/>
            </a:ln>
          </p:spPr>
        </p:sp>
        <p:sp>
          <p:nvSpPr>
            <p:cNvPr id="22" name="node04.body.item-001.bullets.item-004.text"/>
            <p:cNvSpPr/>
            <p:nvPr/>
          </p:nvSpPr>
          <p:spPr>
            <a:xfrm>
              <a:off x="4686300" y="27432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Siloed workstreams</a:t>
              </a:r>
              <a:endParaRPr lang="en-US" sz="1200" spc="0" kern="0" b="0" i="0" dirty="0">
                <a:solidFill>
                  <a:srgbClr val="070154"/>
                </a:solidFill>
                <a:latin typeface="IBM Plex Sans"/>
                <a:ea typeface="IBM Plex Sans"/>
                <a:cs typeface="IBM Plex Sans"/>
              </a:endParaRPr>
            </a:p>
          </p:txBody>
        </p:sp>
        <p:sp>
          <p:nvSpPr>
            <p:cNvPr id="23" name="node04.body.item-001.bullets.item-005.marker"/>
            <p:cNvSpPr/>
            <p:nvPr/>
          </p:nvSpPr>
          <p:spPr>
            <a:xfrm>
              <a:off x="4533900" y="3098800"/>
              <a:ext cx="38100" cy="38100"/>
            </a:xfrm>
            <a:prstGeom prst="rect">
              <a:avLst/>
            </a:prstGeom>
            <a:solidFill>
              <a:srgbClr val="070154"/>
            </a:solidFill>
            <a:ln>
              <a:noFill/>
            </a:ln>
          </p:spPr>
        </p:sp>
        <p:sp>
          <p:nvSpPr>
            <p:cNvPr id="24" name="node04.body.item-001.bullets.item-005.text"/>
            <p:cNvSpPr/>
            <p:nvPr/>
          </p:nvSpPr>
          <p:spPr>
            <a:xfrm>
              <a:off x="4686300" y="30099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Vendor-led delivery</a:t>
              </a:r>
              <a:endParaRPr lang="en-US" sz="1200" spc="0" kern="0" b="0" i="0" dirty="0">
                <a:solidFill>
                  <a:srgbClr val="070154"/>
                </a:solidFill>
                <a:latin typeface="IBM Plex Sans"/>
                <a:ea typeface="IBM Plex Sans"/>
                <a:cs typeface="IBM Plex Sans"/>
              </a:endParaRPr>
            </a:p>
          </p:txBody>
        </p:sp>
      </p:grpSp>
      <p:grpSp>
        <p:nvGrpSpPr>
          <p:cNvPr id="57" name="node05"/>
          <p:cNvGrpSpPr/>
          <p:nvPr/>
        </p:nvGrpSpPr>
        <p:grpSpPr>
          <a:xfrm>
            <a:off x="8039100" y="1600200"/>
            <a:ext cx="3429000" cy="1828800"/>
            <a:chOff x="8039100" y="1600200"/>
            <a:chExt cx="3429000" cy="1828800"/>
          </a:xfrm>
        </p:grpSpPr>
        <p:sp>
          <p:nvSpPr>
            <p:cNvPr id="25" name="node05.container"/>
            <p:cNvSpPr/>
            <p:nvPr/>
          </p:nvSpPr>
          <p:spPr>
            <a:xfrm>
              <a:off x="8039100" y="1600200"/>
              <a:ext cx="3429000" cy="1828800"/>
            </a:xfrm>
            <a:prstGeom prst="rect">
              <a:avLst/>
            </a:prstGeom>
            <a:solidFill>
              <a:srgbClr val="070154"/>
            </a:solidFill>
            <a:ln>
              <a:noFill/>
            </a:ln>
          </p:spPr>
        </p:sp>
        <p:sp>
          <p:nvSpPr>
            <p:cNvPr id="26" name="node05.label"/>
            <p:cNvSpPr/>
            <p:nvPr/>
          </p:nvSpPr>
          <p:spPr>
            <a:xfrm>
              <a:off x="8191500" y="1752600"/>
              <a:ext cx="3124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900D3"/>
                  </a:solidFill>
                  <a:latin typeface="IBM Plex Mono Medium"/>
                  <a:ea typeface="IBM Plex Mono Medium"/>
                  <a:cs typeface="IBM Plex Mono Medium"/>
                </a:rPr>
                <a:t>HOW WE WORK</a:t>
              </a:r>
              <a:endParaRPr lang="en-US" sz="900" spc="54" kern="0" b="0" i="0" dirty="0">
                <a:solidFill>
                  <a:srgbClr val="F900D3"/>
                </a:solidFill>
                <a:latin typeface="IBM Plex Mono Medium"/>
                <a:ea typeface="IBM Plex Mono Medium"/>
                <a:cs typeface="IBM Plex Mono Medium"/>
              </a:endParaRPr>
            </a:p>
          </p:txBody>
        </p:sp>
        <p:sp>
          <p:nvSpPr>
            <p:cNvPr id="27" name="node05.body.item-001.bullets.item-001.marker"/>
            <p:cNvSpPr/>
            <p:nvPr/>
          </p:nvSpPr>
          <p:spPr>
            <a:xfrm>
              <a:off x="8191500" y="2032000"/>
              <a:ext cx="38100" cy="38100"/>
            </a:xfrm>
            <a:prstGeom prst="rect">
              <a:avLst/>
            </a:prstGeom>
            <a:solidFill>
              <a:srgbClr val="FFFFFF"/>
            </a:solidFill>
            <a:ln>
              <a:noFill/>
            </a:ln>
          </p:spPr>
        </p:sp>
        <p:sp>
          <p:nvSpPr>
            <p:cNvPr id="28" name="node05.body.item-001.bullets.item-001.text"/>
            <p:cNvSpPr/>
            <p:nvPr/>
          </p:nvSpPr>
          <p:spPr>
            <a:xfrm>
              <a:off x="8343900" y="19431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Iterative path to go-live</a:t>
              </a:r>
              <a:endParaRPr lang="en-US" sz="1200" spc="0" kern="0" b="0" i="0" dirty="0">
                <a:solidFill>
                  <a:srgbClr val="FFFFFF"/>
                </a:solidFill>
                <a:latin typeface="IBM Plex Sans"/>
                <a:ea typeface="IBM Plex Sans"/>
                <a:cs typeface="IBM Plex Sans"/>
              </a:endParaRPr>
            </a:p>
          </p:txBody>
        </p:sp>
        <p:sp>
          <p:nvSpPr>
            <p:cNvPr id="29" name="node05.body.item-001.bullets.item-002.marker"/>
            <p:cNvSpPr/>
            <p:nvPr/>
          </p:nvSpPr>
          <p:spPr>
            <a:xfrm>
              <a:off x="8191500" y="2298700"/>
              <a:ext cx="38100" cy="38100"/>
            </a:xfrm>
            <a:prstGeom prst="rect">
              <a:avLst/>
            </a:prstGeom>
            <a:solidFill>
              <a:srgbClr val="FFFFFF"/>
            </a:solidFill>
            <a:ln>
              <a:noFill/>
            </a:ln>
          </p:spPr>
        </p:sp>
        <p:sp>
          <p:nvSpPr>
            <p:cNvPr id="30" name="node05.body.item-001.bullets.item-002.text"/>
            <p:cNvSpPr/>
            <p:nvPr/>
          </p:nvSpPr>
          <p:spPr>
            <a:xfrm>
              <a:off x="8343900" y="22098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Platform-product focus</a:t>
              </a:r>
              <a:endParaRPr lang="en-US" sz="1200" spc="0" kern="0" b="0" i="0" dirty="0">
                <a:solidFill>
                  <a:srgbClr val="FFFFFF"/>
                </a:solidFill>
                <a:latin typeface="IBM Plex Sans"/>
                <a:ea typeface="IBM Plex Sans"/>
                <a:cs typeface="IBM Plex Sans"/>
              </a:endParaRPr>
            </a:p>
          </p:txBody>
        </p:sp>
        <p:sp>
          <p:nvSpPr>
            <p:cNvPr id="31" name="node05.body.item-001.bullets.item-003.marker"/>
            <p:cNvSpPr/>
            <p:nvPr/>
          </p:nvSpPr>
          <p:spPr>
            <a:xfrm>
              <a:off x="8191500" y="2565400"/>
              <a:ext cx="38100" cy="38100"/>
            </a:xfrm>
            <a:prstGeom prst="rect">
              <a:avLst/>
            </a:prstGeom>
            <a:solidFill>
              <a:srgbClr val="FFFFFF"/>
            </a:solidFill>
            <a:ln>
              <a:noFill/>
            </a:ln>
          </p:spPr>
        </p:sp>
        <p:sp>
          <p:nvSpPr>
            <p:cNvPr id="32" name="node05.body.item-001.bullets.item-003.text"/>
            <p:cNvSpPr/>
            <p:nvPr/>
          </p:nvSpPr>
          <p:spPr>
            <a:xfrm>
              <a:off x="8343900" y="24765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Integrated architecture</a:t>
              </a:r>
              <a:endParaRPr lang="en-US" sz="1200" spc="0" kern="0" b="0" i="0" dirty="0">
                <a:solidFill>
                  <a:srgbClr val="FFFFFF"/>
                </a:solidFill>
                <a:latin typeface="IBM Plex Sans"/>
                <a:ea typeface="IBM Plex Sans"/>
                <a:cs typeface="IBM Plex Sans"/>
              </a:endParaRPr>
            </a:p>
          </p:txBody>
        </p:sp>
        <p:sp>
          <p:nvSpPr>
            <p:cNvPr id="33" name="node05.body.item-001.bullets.item-004.marker"/>
            <p:cNvSpPr/>
            <p:nvPr/>
          </p:nvSpPr>
          <p:spPr>
            <a:xfrm>
              <a:off x="8191500" y="2832100"/>
              <a:ext cx="38100" cy="38100"/>
            </a:xfrm>
            <a:prstGeom prst="rect">
              <a:avLst/>
            </a:prstGeom>
            <a:solidFill>
              <a:srgbClr val="FFFFFF"/>
            </a:solidFill>
            <a:ln>
              <a:noFill/>
            </a:ln>
          </p:spPr>
        </p:sp>
        <p:sp>
          <p:nvSpPr>
            <p:cNvPr id="34" name="node05.body.item-001.bullets.item-004.text"/>
            <p:cNvSpPr/>
            <p:nvPr/>
          </p:nvSpPr>
          <p:spPr>
            <a:xfrm>
              <a:off x="8343900" y="27432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Player-coach partnership</a:t>
              </a:r>
              <a:endParaRPr lang="en-US" sz="1200" spc="0" kern="0" b="0" i="0" dirty="0">
                <a:solidFill>
                  <a:srgbClr val="FFFFFF"/>
                </a:solidFill>
                <a:latin typeface="IBM Plex Sans"/>
                <a:ea typeface="IBM Plex Sans"/>
                <a:cs typeface="IBM Plex Sans"/>
              </a:endParaRPr>
            </a:p>
          </p:txBody>
        </p:sp>
        <p:sp>
          <p:nvSpPr>
            <p:cNvPr id="35" name="node05.body.item-001.bullets.item-005.marker"/>
            <p:cNvSpPr/>
            <p:nvPr/>
          </p:nvSpPr>
          <p:spPr>
            <a:xfrm>
              <a:off x="8191500" y="3098800"/>
              <a:ext cx="38100" cy="38100"/>
            </a:xfrm>
            <a:prstGeom prst="rect">
              <a:avLst/>
            </a:prstGeom>
            <a:solidFill>
              <a:srgbClr val="FFFFFF"/>
            </a:solidFill>
            <a:ln>
              <a:noFill/>
            </a:ln>
          </p:spPr>
        </p:sp>
        <p:sp>
          <p:nvSpPr>
            <p:cNvPr id="36" name="node05.body.item-001.bullets.item-005.text"/>
            <p:cNvSpPr/>
            <p:nvPr/>
          </p:nvSpPr>
          <p:spPr>
            <a:xfrm>
              <a:off x="8343900" y="30099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Cross-discipline teams</a:t>
              </a:r>
              <a:endParaRPr lang="en-US" sz="1200" spc="0" kern="0" b="0" i="0" dirty="0">
                <a:solidFill>
                  <a:srgbClr val="FFFFFF"/>
                </a:solidFill>
                <a:latin typeface="IBM Plex Sans"/>
                <a:ea typeface="IBM Plex Sans"/>
                <a:cs typeface="IBM Plex Sans"/>
              </a:endParaRPr>
            </a:p>
          </p:txBody>
        </p:sp>
      </p:grpSp>
      <p:grpSp>
        <p:nvGrpSpPr>
          <p:cNvPr id="58" name="node06"/>
          <p:cNvGrpSpPr/>
          <p:nvPr/>
        </p:nvGrpSpPr>
        <p:grpSpPr>
          <a:xfrm>
            <a:off x="7810500" y="2471979"/>
            <a:ext cx="228600" cy="85242"/>
            <a:chOff x="7810500" y="2471979"/>
            <a:chExt cx="228600" cy="85242"/>
          </a:xfrm>
        </p:grpSpPr>
        <p:sp>
          <p:nvSpPr>
            <p:cNvPr id="37" name="node06.segment-1"/>
            <p:cNvSpPr/>
            <p:nvPr/>
          </p:nvSpPr>
          <p:spPr>
            <a:xfrm>
              <a:off x="7810500" y="2514600"/>
              <a:ext cx="228600" cy="0"/>
            </a:xfrm>
            <a:custGeom>
              <a:avLst/>
              <a:gdLst/>
              <a:ahLst/>
              <a:cxnLst/>
              <a:rect l="l" t="t" r="r" b="b"/>
              <a:pathLst>
                <a:path w="228600">
                  <a:moveTo>
                    <a:pt x="0" y="0"/>
                  </a:moveTo>
                  <a:lnTo>
                    <a:pt x="228600" y="0"/>
                  </a:lnTo>
                </a:path>
              </a:pathLst>
            </a:custGeom>
            <a:ln w="12700">
              <a:solidFill>
                <a:srgbClr val="070154"/>
              </a:solidFill>
              <a:prstDash val="solid"/>
            </a:ln>
          </p:spPr>
        </p:sp>
        <p:sp>
          <p:nvSpPr>
            <p:cNvPr id="38" name="node06.head-end.0"/>
            <p:cNvSpPr/>
            <p:nvPr/>
          </p:nvSpPr>
          <p:spPr>
            <a:xfrm>
              <a:off x="7961083" y="2514600"/>
              <a:ext cx="78017" cy="42621"/>
            </a:xfrm>
            <a:custGeom>
              <a:avLst/>
              <a:gdLst/>
              <a:ahLst/>
              <a:cxnLst/>
              <a:rect l="l" t="t" r="r" b="b"/>
              <a:pathLst>
                <a:path w="78017" h="42621">
                  <a:moveTo>
                    <a:pt x="78017" y="0"/>
                  </a:moveTo>
                  <a:lnTo>
                    <a:pt x="0" y="42621"/>
                  </a:lnTo>
                </a:path>
              </a:pathLst>
            </a:custGeom>
            <a:ln w="12700">
              <a:solidFill>
                <a:srgbClr val="070154"/>
              </a:solidFill>
              <a:prstDash val="solid"/>
            </a:ln>
          </p:spPr>
        </p:sp>
        <p:sp>
          <p:nvSpPr>
            <p:cNvPr id="39" name="node06.head-end.1"/>
            <p:cNvSpPr/>
            <p:nvPr/>
          </p:nvSpPr>
          <p:spPr>
            <a:xfrm>
              <a:off x="7961083" y="2471979"/>
              <a:ext cx="78017" cy="42621"/>
            </a:xfrm>
            <a:custGeom>
              <a:avLst/>
              <a:gdLst/>
              <a:ahLst/>
              <a:cxnLst/>
              <a:rect l="l" t="t" r="r" b="b"/>
              <a:pathLst>
                <a:path w="78017" h="42621">
                  <a:moveTo>
                    <a:pt x="78017" y="42621"/>
                  </a:moveTo>
                  <a:lnTo>
                    <a:pt x="0" y="0"/>
                  </a:lnTo>
                </a:path>
              </a:pathLst>
            </a:custGeom>
            <a:ln w="12700">
              <a:solidFill>
                <a:srgbClr val="070154"/>
              </a:solidFill>
              <a:prstDash val="solid"/>
            </a:ln>
          </p:spPr>
        </p:sp>
      </p:grpSp>
      <p:grpSp>
        <p:nvGrpSpPr>
          <p:cNvPr id="59" name="node07"/>
          <p:cNvGrpSpPr/>
          <p:nvPr/>
        </p:nvGrpSpPr>
        <p:grpSpPr>
          <a:xfrm>
            <a:off x="4381500" y="3657600"/>
            <a:ext cx="7086600" cy="152400"/>
            <a:chOff x="4381500" y="3657600"/>
            <a:chExt cx="7086600" cy="152400"/>
          </a:xfrm>
        </p:grpSpPr>
        <p:sp>
          <p:nvSpPr>
            <p:cNvPr id="40" name="node07.text"/>
            <p:cNvSpPr/>
            <p:nvPr/>
          </p:nvSpPr>
          <p:spPr>
            <a:xfrm>
              <a:off x="4381500" y="3657600"/>
              <a:ext cx="7086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WHAT THAT MEANS FOR YOU</a:t>
              </a:r>
              <a:endParaRPr lang="en-US" sz="900" spc="54" kern="0" b="0" i="0" dirty="0">
                <a:solidFill>
                  <a:srgbClr val="0047FF"/>
                </a:solidFill>
                <a:latin typeface="IBM Plex Mono Medium"/>
                <a:ea typeface="IBM Plex Mono Medium"/>
                <a:cs typeface="IBM Plex Mono Medium"/>
              </a:endParaRPr>
            </a:p>
          </p:txBody>
        </p:sp>
      </p:grpSp>
      <p:grpSp>
        <p:nvGrpSpPr>
          <p:cNvPr id="61" name="node08"/>
          <p:cNvGrpSpPr/>
          <p:nvPr/>
        </p:nvGrpSpPr>
        <p:grpSpPr>
          <a:xfrm>
            <a:off x="4381500" y="3886200"/>
            <a:ext cx="685800" cy="685800"/>
            <a:chOff x="4381500" y="3886200"/>
            <a:chExt cx="685800" cy="685800"/>
          </a:xfrm>
        </p:grpSpPr>
        <p:sp>
          <p:nvSpPr>
            <p:cNvPr id="41" name="node08.surface"/>
            <p:cNvSpPr/>
            <p:nvPr/>
          </p:nvSpPr>
          <p:spPr>
            <a:xfrm>
              <a:off x="4381500" y="3886200"/>
              <a:ext cx="685800" cy="685800"/>
            </a:xfrm>
            <a:prstGeom prst="rect">
              <a:avLst/>
            </a:prstGeom>
            <a:solidFill>
              <a:srgbClr val="E8EEF8"/>
            </a:solidFill>
            <a:ln>
              <a:noFill/>
            </a:ln>
          </p:spPr>
        </p:sp>
        <p:grpSp>
          <p:nvGrpSpPr>
            <p:cNvPr id="60" name="node08.icon"/>
            <p:cNvGrpSpPr/>
            <p:nvPr/>
          </p:nvGrpSpPr>
          <p:grpSpPr>
            <a:xfrm>
              <a:off x="4533900" y="4038600"/>
              <a:ext cx="381000" cy="381000"/>
              <a:chOff x="4533900" y="4038600"/>
              <a:chExt cx="381000" cy="381000"/>
            </a:xfrm>
          </p:grpSpPr>
          <p:pic>
            <p:nvPicPr>
              <p:cNvPr id="42" name="node08.icon.image" descr="icon/growth-person/navy; canonical SHA256=f4af7b2abdb5c2b1b0dd313eabe94e5f6f21fb8ecb2da4579d3bef4ce735d546">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533900" y="4038600"/>
                <a:ext cx="381000" cy="381000"/>
              </a:xfrm>
              <a:prstGeom prst="rect">
                <a:avLst/>
              </a:prstGeom>
            </p:spPr>
          </p:pic>
        </p:grpSp>
      </p:grpSp>
      <p:grpSp>
        <p:nvGrpSpPr>
          <p:cNvPr id="62" name="node09"/>
          <p:cNvGrpSpPr/>
          <p:nvPr/>
        </p:nvGrpSpPr>
        <p:grpSpPr>
          <a:xfrm>
            <a:off x="5219700" y="3886200"/>
            <a:ext cx="2590800" cy="685800"/>
            <a:chOff x="5219700" y="3886200"/>
            <a:chExt cx="2590800" cy="685800"/>
          </a:xfrm>
        </p:grpSpPr>
        <p:sp>
          <p:nvSpPr>
            <p:cNvPr id="43" name="node09.text"/>
            <p:cNvSpPr/>
            <p:nvPr/>
          </p:nvSpPr>
          <p:spPr>
            <a:xfrm>
              <a:off x="5219700" y="3962400"/>
              <a:ext cx="25908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We build the capability to own, run and evolve the platform.</a:t>
              </a:r>
              <a:endParaRPr lang="en-US" sz="1400" spc="0" kern="0" b="0" i="0" dirty="0">
                <a:solidFill>
                  <a:srgbClr val="070154"/>
                </a:solidFill>
                <a:latin typeface="IBM Plex Sans"/>
                <a:ea typeface="IBM Plex Sans"/>
                <a:cs typeface="IBM Plex Sans"/>
              </a:endParaRPr>
            </a:p>
          </p:txBody>
        </p:sp>
      </p:grpSp>
      <p:grpSp>
        <p:nvGrpSpPr>
          <p:cNvPr id="64" name="node10"/>
          <p:cNvGrpSpPr/>
          <p:nvPr/>
        </p:nvGrpSpPr>
        <p:grpSpPr>
          <a:xfrm>
            <a:off x="8039100" y="3886200"/>
            <a:ext cx="685800" cy="685800"/>
            <a:chOff x="8039100" y="3886200"/>
            <a:chExt cx="685800" cy="685800"/>
          </a:xfrm>
        </p:grpSpPr>
        <p:sp>
          <p:nvSpPr>
            <p:cNvPr id="44" name="node10.surface"/>
            <p:cNvSpPr/>
            <p:nvPr/>
          </p:nvSpPr>
          <p:spPr>
            <a:xfrm>
              <a:off x="8039100" y="3886200"/>
              <a:ext cx="685800" cy="685800"/>
            </a:xfrm>
            <a:prstGeom prst="rect">
              <a:avLst/>
            </a:prstGeom>
            <a:solidFill>
              <a:srgbClr val="E8EEF8"/>
            </a:solidFill>
            <a:ln>
              <a:noFill/>
            </a:ln>
          </p:spPr>
        </p:sp>
        <p:grpSp>
          <p:nvGrpSpPr>
            <p:cNvPr id="63" name="node10.icon"/>
            <p:cNvGrpSpPr/>
            <p:nvPr/>
          </p:nvGrpSpPr>
          <p:grpSpPr>
            <a:xfrm>
              <a:off x="8191500" y="4038600"/>
              <a:ext cx="381000" cy="381000"/>
              <a:chOff x="8191500" y="4038600"/>
              <a:chExt cx="381000" cy="381000"/>
            </a:xfrm>
          </p:grpSpPr>
          <p:pic>
            <p:nvPicPr>
              <p:cNvPr id="45" name="node10.icon.image" descr="icon/team-huddle/navy; canonical SHA256=0810b0327bab4c67b9ad5494cd579ab1166b6cab738efd10be95638de3481f2f">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191500" y="4038600"/>
                <a:ext cx="381000" cy="381000"/>
              </a:xfrm>
              <a:prstGeom prst="rect">
                <a:avLst/>
              </a:prstGeom>
            </p:spPr>
          </p:pic>
        </p:grpSp>
      </p:grpSp>
      <p:grpSp>
        <p:nvGrpSpPr>
          <p:cNvPr id="65" name="node11"/>
          <p:cNvGrpSpPr/>
          <p:nvPr/>
        </p:nvGrpSpPr>
        <p:grpSpPr>
          <a:xfrm>
            <a:off x="8877300" y="3886200"/>
            <a:ext cx="2590800" cy="685800"/>
            <a:chOff x="8877300" y="3886200"/>
            <a:chExt cx="2590800" cy="685800"/>
          </a:xfrm>
        </p:grpSpPr>
        <p:sp>
          <p:nvSpPr>
            <p:cNvPr id="46" name="node11.text"/>
            <p:cNvSpPr/>
            <p:nvPr/>
          </p:nvSpPr>
          <p:spPr>
            <a:xfrm>
              <a:off x="8877300" y="3962400"/>
              <a:ext cx="25908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Cross-functional teams work together through delivery.</a:t>
              </a:r>
              <a:endParaRPr lang="en-US" sz="1400" spc="0" kern="0" b="0" i="0" dirty="0">
                <a:solidFill>
                  <a:srgbClr val="070154"/>
                </a:solidFill>
                <a:latin typeface="IBM Plex Sans"/>
                <a:ea typeface="IBM Plex Sans"/>
                <a:cs typeface="IBM Plex Sans"/>
              </a:endParaRPr>
            </a:p>
          </p:txBody>
        </p:sp>
      </p:grpSp>
      <p:grpSp>
        <p:nvGrpSpPr>
          <p:cNvPr id="67" name="node12"/>
          <p:cNvGrpSpPr/>
          <p:nvPr/>
        </p:nvGrpSpPr>
        <p:grpSpPr>
          <a:xfrm>
            <a:off x="4381500" y="5029200"/>
            <a:ext cx="685800" cy="685800"/>
            <a:chOff x="4381500" y="5029200"/>
            <a:chExt cx="685800" cy="685800"/>
          </a:xfrm>
        </p:grpSpPr>
        <p:sp>
          <p:nvSpPr>
            <p:cNvPr id="47" name="node12.surface"/>
            <p:cNvSpPr/>
            <p:nvPr/>
          </p:nvSpPr>
          <p:spPr>
            <a:xfrm>
              <a:off x="4381500" y="5029200"/>
              <a:ext cx="685800" cy="685800"/>
            </a:xfrm>
            <a:prstGeom prst="rect">
              <a:avLst/>
            </a:prstGeom>
            <a:solidFill>
              <a:srgbClr val="E8EEF8"/>
            </a:solidFill>
            <a:ln>
              <a:noFill/>
            </a:ln>
          </p:spPr>
        </p:sp>
        <p:grpSp>
          <p:nvGrpSpPr>
            <p:cNvPr id="66" name="node12.icon"/>
            <p:cNvGrpSpPr/>
            <p:nvPr/>
          </p:nvGrpSpPr>
          <p:grpSpPr>
            <a:xfrm>
              <a:off x="4533900" y="5181600"/>
              <a:ext cx="381000" cy="381000"/>
              <a:chOff x="4533900" y="5181600"/>
              <a:chExt cx="381000" cy="381000"/>
            </a:xfrm>
          </p:grpSpPr>
          <p:pic>
            <p:nvPicPr>
              <p:cNvPr id="48" name="node12.icon.image" descr="icon/circuit-layers/navy; canonical SHA256=2ce3a8535eb05461000a5746d05993417b90c0a0d12821ebfa41597a7ffad94f">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533900" y="5181600"/>
                <a:ext cx="381000" cy="381000"/>
              </a:xfrm>
              <a:prstGeom prst="rect">
                <a:avLst/>
              </a:prstGeom>
            </p:spPr>
          </p:pic>
        </p:grpSp>
      </p:grpSp>
      <p:grpSp>
        <p:nvGrpSpPr>
          <p:cNvPr id="68" name="node13"/>
          <p:cNvGrpSpPr/>
          <p:nvPr/>
        </p:nvGrpSpPr>
        <p:grpSpPr>
          <a:xfrm>
            <a:off x="5219700" y="5029200"/>
            <a:ext cx="2590800" cy="685800"/>
            <a:chOff x="5219700" y="5029200"/>
            <a:chExt cx="2590800" cy="685800"/>
          </a:xfrm>
        </p:grpSpPr>
        <p:sp>
          <p:nvSpPr>
            <p:cNvPr id="49" name="node13.text"/>
            <p:cNvSpPr/>
            <p:nvPr/>
          </p:nvSpPr>
          <p:spPr>
            <a:xfrm>
              <a:off x="5219700" y="5105400"/>
              <a:ext cx="25908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We apply data, cloud, security and change expertise.</a:t>
              </a:r>
              <a:endParaRPr lang="en-US" sz="1400" spc="0" kern="0" b="0" i="0" dirty="0">
                <a:solidFill>
                  <a:srgbClr val="070154"/>
                </a:solidFill>
                <a:latin typeface="IBM Plex Sans"/>
                <a:ea typeface="IBM Plex Sans"/>
                <a:cs typeface="IBM Plex Sans"/>
              </a:endParaRPr>
            </a:p>
          </p:txBody>
        </p:sp>
      </p:grpSp>
      <p:grpSp>
        <p:nvGrpSpPr>
          <p:cNvPr id="70" name="node14"/>
          <p:cNvGrpSpPr/>
          <p:nvPr/>
        </p:nvGrpSpPr>
        <p:grpSpPr>
          <a:xfrm>
            <a:off x="8039100" y="5029200"/>
            <a:ext cx="685800" cy="685800"/>
            <a:chOff x="8039100" y="5029200"/>
            <a:chExt cx="685800" cy="685800"/>
          </a:xfrm>
        </p:grpSpPr>
        <p:sp>
          <p:nvSpPr>
            <p:cNvPr id="50" name="node14.surface"/>
            <p:cNvSpPr/>
            <p:nvPr/>
          </p:nvSpPr>
          <p:spPr>
            <a:xfrm>
              <a:off x="8039100" y="5029200"/>
              <a:ext cx="685800" cy="685800"/>
            </a:xfrm>
            <a:prstGeom prst="rect">
              <a:avLst/>
            </a:prstGeom>
            <a:solidFill>
              <a:srgbClr val="E8EEF8"/>
            </a:solidFill>
            <a:ln>
              <a:noFill/>
            </a:ln>
          </p:spPr>
        </p:sp>
        <p:grpSp>
          <p:nvGrpSpPr>
            <p:cNvPr id="69" name="node14.icon"/>
            <p:cNvGrpSpPr/>
            <p:nvPr/>
          </p:nvGrpSpPr>
          <p:grpSpPr>
            <a:xfrm>
              <a:off x="8191500" y="5181600"/>
              <a:ext cx="381000" cy="381000"/>
              <a:chOff x="8191500" y="5181600"/>
              <a:chExt cx="381000" cy="381000"/>
            </a:xfrm>
          </p:grpSpPr>
          <p:pic>
            <p:nvPicPr>
              <p:cNvPr id="51" name="node14.icon.image" descr="icon/target-arrow/navy; canonical SHA256=d7be3489d4c720d338cad319f07d0f5d4613e221b5ae04fe7e8f497c9849348f">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191500" y="5181600"/>
                <a:ext cx="381000" cy="381000"/>
              </a:xfrm>
              <a:prstGeom prst="rect">
                <a:avLst/>
              </a:prstGeom>
            </p:spPr>
          </p:pic>
        </p:grpSp>
      </p:grpSp>
      <p:grpSp>
        <p:nvGrpSpPr>
          <p:cNvPr id="71" name="node15"/>
          <p:cNvGrpSpPr/>
          <p:nvPr/>
        </p:nvGrpSpPr>
        <p:grpSpPr>
          <a:xfrm>
            <a:off x="8877300" y="5029200"/>
            <a:ext cx="2590800" cy="685800"/>
            <a:chOff x="8877300" y="5029200"/>
            <a:chExt cx="2590800" cy="685800"/>
          </a:xfrm>
        </p:grpSpPr>
        <p:sp>
          <p:nvSpPr>
            <p:cNvPr id="52" name="node15.text"/>
            <p:cNvSpPr/>
            <p:nvPr/>
          </p:nvSpPr>
          <p:spPr>
            <a:xfrm>
              <a:off x="8877300" y="5105400"/>
              <a:ext cx="25908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We set measurable goals for speed, adoption and cost.</a:t>
              </a:r>
              <a:endParaRPr lang="en-US" sz="1400" spc="0" kern="0" b="0" i="0" dirty="0">
                <a:solidFill>
                  <a:srgbClr val="070154"/>
                </a:solidFill>
                <a:latin typeface="IBM Plex Sans"/>
                <a:ea typeface="IBM Plex Sans"/>
                <a:cs typeface="IBM Plex Sans"/>
              </a:endParaRPr>
            </a:p>
          </p:txBody>
        </p:sp>
      </p:gr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ource-148">
    <p:spTree>
      <p:nvGrpSpPr>
        <p:cNvPr id="1" name=""/>
        <p:cNvGrpSpPr/>
        <p:nvPr/>
      </p:nvGrpSpPr>
      <p:grpSpPr>
        <a:xfrm>
          <a:off x="0" y="0"/>
          <a:ext cx="0" cy="0"/>
          <a:chOff x="0" y="0"/>
          <a:chExt cx="0" cy="0"/>
        </a:xfrm>
      </p:grpSpPr>
      <p:sp>
        <p:nvSpPr>
          <p:cNvPr id="2" name="wm.library-whiteboard.001.001.001"/>
          <p:cNvSpPr/>
          <p:nvPr/>
        </p:nvSpPr>
        <p:spPr>
          <a:xfrm>
            <a:off x="3695700" y="228600"/>
            <a:ext cx="38100" cy="38100"/>
          </a:xfrm>
          <a:prstGeom prst="rect">
            <a:avLst/>
          </a:prstGeom>
          <a:solidFill>
            <a:srgbClr val="CED7E6"/>
          </a:solidFill>
          <a:ln>
            <a:noFill/>
          </a:ln>
        </p:spPr>
      </p:sp>
      <p:sp>
        <p:nvSpPr>
          <p:cNvPr id="3" name="wm.library-whiteboard.001.001.002"/>
          <p:cNvSpPr/>
          <p:nvPr/>
        </p:nvSpPr>
        <p:spPr>
          <a:xfrm>
            <a:off x="3695700" y="457200"/>
            <a:ext cx="38100" cy="38100"/>
          </a:xfrm>
          <a:prstGeom prst="rect">
            <a:avLst/>
          </a:prstGeom>
          <a:solidFill>
            <a:srgbClr val="CED7E6"/>
          </a:solidFill>
          <a:ln>
            <a:noFill/>
          </a:ln>
        </p:spPr>
      </p:sp>
      <p:sp>
        <p:nvSpPr>
          <p:cNvPr id="4" name="wm.library-whiteboard.001.001.003"/>
          <p:cNvSpPr/>
          <p:nvPr/>
        </p:nvSpPr>
        <p:spPr>
          <a:xfrm>
            <a:off x="3695700" y="685800"/>
            <a:ext cx="38100" cy="38100"/>
          </a:xfrm>
          <a:prstGeom prst="rect">
            <a:avLst/>
          </a:prstGeom>
          <a:solidFill>
            <a:srgbClr val="CED7E6"/>
          </a:solidFill>
          <a:ln>
            <a:noFill/>
          </a:ln>
        </p:spPr>
      </p:sp>
      <p:sp>
        <p:nvSpPr>
          <p:cNvPr id="5" name="wm.library-whiteboard.001.001.004"/>
          <p:cNvSpPr/>
          <p:nvPr/>
        </p:nvSpPr>
        <p:spPr>
          <a:xfrm>
            <a:off x="3695700" y="914400"/>
            <a:ext cx="38100" cy="38100"/>
          </a:xfrm>
          <a:prstGeom prst="rect">
            <a:avLst/>
          </a:prstGeom>
          <a:solidFill>
            <a:srgbClr val="CED7E6"/>
          </a:solidFill>
          <a:ln>
            <a:noFill/>
          </a:ln>
        </p:spPr>
      </p:sp>
      <p:sp>
        <p:nvSpPr>
          <p:cNvPr id="6" name="wm.library-whiteboard.001.001.005"/>
          <p:cNvSpPr/>
          <p:nvPr/>
        </p:nvSpPr>
        <p:spPr>
          <a:xfrm>
            <a:off x="3695700" y="1143000"/>
            <a:ext cx="38100" cy="38100"/>
          </a:xfrm>
          <a:prstGeom prst="rect">
            <a:avLst/>
          </a:prstGeom>
          <a:solidFill>
            <a:srgbClr val="CED7E6"/>
          </a:solidFill>
          <a:ln>
            <a:noFill/>
          </a:ln>
        </p:spPr>
      </p:sp>
      <p:sp>
        <p:nvSpPr>
          <p:cNvPr id="7" name="wm.library-whiteboard.001.001.006"/>
          <p:cNvSpPr/>
          <p:nvPr/>
        </p:nvSpPr>
        <p:spPr>
          <a:xfrm>
            <a:off x="3695700" y="1371600"/>
            <a:ext cx="38100" cy="38100"/>
          </a:xfrm>
          <a:prstGeom prst="rect">
            <a:avLst/>
          </a:prstGeom>
          <a:solidFill>
            <a:srgbClr val="CED7E6"/>
          </a:solidFill>
          <a:ln>
            <a:noFill/>
          </a:ln>
        </p:spPr>
      </p:sp>
      <p:sp>
        <p:nvSpPr>
          <p:cNvPr id="8" name="wm.library-whiteboard.001.001.007"/>
          <p:cNvSpPr/>
          <p:nvPr/>
        </p:nvSpPr>
        <p:spPr>
          <a:xfrm>
            <a:off x="3695700" y="1600200"/>
            <a:ext cx="38100" cy="38100"/>
          </a:xfrm>
          <a:prstGeom prst="rect">
            <a:avLst/>
          </a:prstGeom>
          <a:solidFill>
            <a:srgbClr val="CED7E6">
              <a:alpha val="89662"/>
            </a:srgbClr>
          </a:solidFill>
          <a:ln>
            <a:noFill/>
          </a:ln>
        </p:spPr>
      </p:sp>
      <p:sp>
        <p:nvSpPr>
          <p:cNvPr id="9" name="wm.library-whiteboard.001.001.008"/>
          <p:cNvSpPr/>
          <p:nvPr/>
        </p:nvSpPr>
        <p:spPr>
          <a:xfrm>
            <a:off x="3695700" y="1828800"/>
            <a:ext cx="38100" cy="38100"/>
          </a:xfrm>
          <a:prstGeom prst="rect">
            <a:avLst/>
          </a:prstGeom>
          <a:solidFill>
            <a:srgbClr val="CED7E6">
              <a:alpha val="77004"/>
            </a:srgbClr>
          </a:solidFill>
          <a:ln>
            <a:noFill/>
          </a:ln>
        </p:spPr>
      </p:sp>
      <p:sp>
        <p:nvSpPr>
          <p:cNvPr id="10" name="wm.library-whiteboard.001.001.009"/>
          <p:cNvSpPr/>
          <p:nvPr/>
        </p:nvSpPr>
        <p:spPr>
          <a:xfrm>
            <a:off x="3695700" y="2057400"/>
            <a:ext cx="38100" cy="38100"/>
          </a:xfrm>
          <a:prstGeom prst="rect">
            <a:avLst/>
          </a:prstGeom>
          <a:solidFill>
            <a:srgbClr val="CED7E6">
              <a:alpha val="64346"/>
            </a:srgbClr>
          </a:solidFill>
          <a:ln>
            <a:noFill/>
          </a:ln>
        </p:spPr>
      </p:sp>
      <p:sp>
        <p:nvSpPr>
          <p:cNvPr id="11" name="wm.library-whiteboard.001.001.010"/>
          <p:cNvSpPr/>
          <p:nvPr/>
        </p:nvSpPr>
        <p:spPr>
          <a:xfrm>
            <a:off x="3695700" y="2286000"/>
            <a:ext cx="38100" cy="38100"/>
          </a:xfrm>
          <a:prstGeom prst="rect">
            <a:avLst/>
          </a:prstGeom>
          <a:solidFill>
            <a:srgbClr val="CED7E6">
              <a:alpha val="51688"/>
            </a:srgbClr>
          </a:solidFill>
          <a:ln>
            <a:noFill/>
          </a:ln>
        </p:spPr>
      </p:sp>
      <p:sp>
        <p:nvSpPr>
          <p:cNvPr id="12" name="wm.library-whiteboard.001.001.011"/>
          <p:cNvSpPr/>
          <p:nvPr/>
        </p:nvSpPr>
        <p:spPr>
          <a:xfrm>
            <a:off x="3695700" y="2514600"/>
            <a:ext cx="38100" cy="38100"/>
          </a:xfrm>
          <a:prstGeom prst="rect">
            <a:avLst/>
          </a:prstGeom>
          <a:solidFill>
            <a:srgbClr val="CED7E6">
              <a:alpha val="39030"/>
            </a:srgbClr>
          </a:solidFill>
          <a:ln>
            <a:noFill/>
          </a:ln>
        </p:spPr>
      </p:sp>
      <p:sp>
        <p:nvSpPr>
          <p:cNvPr id="13" name="wm.library-whiteboard.001.001.012"/>
          <p:cNvSpPr/>
          <p:nvPr/>
        </p:nvSpPr>
        <p:spPr>
          <a:xfrm>
            <a:off x="3695700" y="2743200"/>
            <a:ext cx="38100" cy="38100"/>
          </a:xfrm>
          <a:prstGeom prst="rect">
            <a:avLst/>
          </a:prstGeom>
          <a:solidFill>
            <a:srgbClr val="CED7E6">
              <a:alpha val="26371"/>
            </a:srgbClr>
          </a:solidFill>
          <a:ln>
            <a:noFill/>
          </a:ln>
        </p:spPr>
      </p:sp>
      <p:sp>
        <p:nvSpPr>
          <p:cNvPr id="14" name="wm.library-whiteboard.001.001.013"/>
          <p:cNvSpPr/>
          <p:nvPr/>
        </p:nvSpPr>
        <p:spPr>
          <a:xfrm>
            <a:off x="3695700" y="2971800"/>
            <a:ext cx="38100" cy="38100"/>
          </a:xfrm>
          <a:prstGeom prst="rect">
            <a:avLst/>
          </a:prstGeom>
          <a:solidFill>
            <a:srgbClr val="CED7E6">
              <a:alpha val="13713"/>
            </a:srgbClr>
          </a:solidFill>
          <a:ln>
            <a:noFill/>
          </a:ln>
        </p:spPr>
      </p:sp>
      <p:sp>
        <p:nvSpPr>
          <p:cNvPr id="15" name="wm.library-whiteboard.001.001.014"/>
          <p:cNvSpPr/>
          <p:nvPr/>
        </p:nvSpPr>
        <p:spPr>
          <a:xfrm>
            <a:off x="3695700" y="3200400"/>
            <a:ext cx="38100" cy="38100"/>
          </a:xfrm>
          <a:prstGeom prst="rect">
            <a:avLst/>
          </a:prstGeom>
          <a:solidFill>
            <a:srgbClr val="CED7E6">
              <a:alpha val="1055"/>
            </a:srgbClr>
          </a:solidFill>
          <a:ln>
            <a:noFill/>
          </a:ln>
        </p:spPr>
      </p:sp>
      <p:sp>
        <p:nvSpPr>
          <p:cNvPr id="16" name="wm.library-whiteboard.001.002.001"/>
          <p:cNvSpPr/>
          <p:nvPr/>
        </p:nvSpPr>
        <p:spPr>
          <a:xfrm>
            <a:off x="3924300" y="228600"/>
            <a:ext cx="38100" cy="38100"/>
          </a:xfrm>
          <a:prstGeom prst="rect">
            <a:avLst/>
          </a:prstGeom>
          <a:solidFill>
            <a:srgbClr val="CED7E6"/>
          </a:solidFill>
          <a:ln>
            <a:noFill/>
          </a:ln>
        </p:spPr>
      </p:sp>
      <p:sp>
        <p:nvSpPr>
          <p:cNvPr id="17" name="wm.library-whiteboard.001.002.002"/>
          <p:cNvSpPr/>
          <p:nvPr/>
        </p:nvSpPr>
        <p:spPr>
          <a:xfrm>
            <a:off x="3924300" y="457200"/>
            <a:ext cx="38100" cy="38100"/>
          </a:xfrm>
          <a:prstGeom prst="rect">
            <a:avLst/>
          </a:prstGeom>
          <a:solidFill>
            <a:srgbClr val="CED7E6"/>
          </a:solidFill>
          <a:ln>
            <a:noFill/>
          </a:ln>
        </p:spPr>
      </p:sp>
      <p:sp>
        <p:nvSpPr>
          <p:cNvPr id="18" name="wm.library-whiteboard.001.002.003"/>
          <p:cNvSpPr/>
          <p:nvPr/>
        </p:nvSpPr>
        <p:spPr>
          <a:xfrm>
            <a:off x="3924300" y="685800"/>
            <a:ext cx="38100" cy="38100"/>
          </a:xfrm>
          <a:prstGeom prst="rect">
            <a:avLst/>
          </a:prstGeom>
          <a:solidFill>
            <a:srgbClr val="CED7E6"/>
          </a:solidFill>
          <a:ln>
            <a:noFill/>
          </a:ln>
        </p:spPr>
      </p:sp>
      <p:sp>
        <p:nvSpPr>
          <p:cNvPr id="19" name="wm.library-whiteboard.001.002.004"/>
          <p:cNvSpPr/>
          <p:nvPr/>
        </p:nvSpPr>
        <p:spPr>
          <a:xfrm>
            <a:off x="3924300" y="914400"/>
            <a:ext cx="38100" cy="38100"/>
          </a:xfrm>
          <a:prstGeom prst="rect">
            <a:avLst/>
          </a:prstGeom>
          <a:solidFill>
            <a:srgbClr val="CED7E6"/>
          </a:solidFill>
          <a:ln>
            <a:noFill/>
          </a:ln>
        </p:spPr>
      </p:sp>
      <p:sp>
        <p:nvSpPr>
          <p:cNvPr id="20" name="wm.library-whiteboard.001.002.005"/>
          <p:cNvSpPr/>
          <p:nvPr/>
        </p:nvSpPr>
        <p:spPr>
          <a:xfrm>
            <a:off x="3924300" y="1143000"/>
            <a:ext cx="38100" cy="38100"/>
          </a:xfrm>
          <a:prstGeom prst="rect">
            <a:avLst/>
          </a:prstGeom>
          <a:solidFill>
            <a:srgbClr val="CED7E6"/>
          </a:solidFill>
          <a:ln>
            <a:noFill/>
          </a:ln>
        </p:spPr>
      </p:sp>
      <p:sp>
        <p:nvSpPr>
          <p:cNvPr id="21" name="wm.library-whiteboard.001.002.006"/>
          <p:cNvSpPr/>
          <p:nvPr/>
        </p:nvSpPr>
        <p:spPr>
          <a:xfrm>
            <a:off x="3924300" y="1371600"/>
            <a:ext cx="38100" cy="38100"/>
          </a:xfrm>
          <a:prstGeom prst="rect">
            <a:avLst/>
          </a:prstGeom>
          <a:solidFill>
            <a:srgbClr val="CED7E6"/>
          </a:solidFill>
          <a:ln>
            <a:noFill/>
          </a:ln>
        </p:spPr>
      </p:sp>
      <p:sp>
        <p:nvSpPr>
          <p:cNvPr id="22" name="wm.library-whiteboard.001.002.007"/>
          <p:cNvSpPr/>
          <p:nvPr/>
        </p:nvSpPr>
        <p:spPr>
          <a:xfrm>
            <a:off x="3924300" y="1600200"/>
            <a:ext cx="38100" cy="38100"/>
          </a:xfrm>
          <a:prstGeom prst="rect">
            <a:avLst/>
          </a:prstGeom>
          <a:solidFill>
            <a:srgbClr val="CED7E6">
              <a:alpha val="89662"/>
            </a:srgbClr>
          </a:solidFill>
          <a:ln>
            <a:noFill/>
          </a:ln>
        </p:spPr>
      </p:sp>
      <p:sp>
        <p:nvSpPr>
          <p:cNvPr id="23" name="wm.library-whiteboard.001.002.008"/>
          <p:cNvSpPr/>
          <p:nvPr/>
        </p:nvSpPr>
        <p:spPr>
          <a:xfrm>
            <a:off x="3924300" y="1828800"/>
            <a:ext cx="38100" cy="38100"/>
          </a:xfrm>
          <a:prstGeom prst="rect">
            <a:avLst/>
          </a:prstGeom>
          <a:solidFill>
            <a:srgbClr val="CED7E6">
              <a:alpha val="77004"/>
            </a:srgbClr>
          </a:solidFill>
          <a:ln>
            <a:noFill/>
          </a:ln>
        </p:spPr>
      </p:sp>
      <p:sp>
        <p:nvSpPr>
          <p:cNvPr id="24" name="wm.library-whiteboard.001.002.009"/>
          <p:cNvSpPr/>
          <p:nvPr/>
        </p:nvSpPr>
        <p:spPr>
          <a:xfrm>
            <a:off x="3924300" y="2057400"/>
            <a:ext cx="38100" cy="38100"/>
          </a:xfrm>
          <a:prstGeom prst="rect">
            <a:avLst/>
          </a:prstGeom>
          <a:solidFill>
            <a:srgbClr val="CED7E6">
              <a:alpha val="64346"/>
            </a:srgbClr>
          </a:solidFill>
          <a:ln>
            <a:noFill/>
          </a:ln>
        </p:spPr>
      </p:sp>
      <p:sp>
        <p:nvSpPr>
          <p:cNvPr id="25" name="wm.library-whiteboard.001.002.010"/>
          <p:cNvSpPr/>
          <p:nvPr/>
        </p:nvSpPr>
        <p:spPr>
          <a:xfrm>
            <a:off x="3924300" y="2286000"/>
            <a:ext cx="38100" cy="38100"/>
          </a:xfrm>
          <a:prstGeom prst="rect">
            <a:avLst/>
          </a:prstGeom>
          <a:solidFill>
            <a:srgbClr val="CED7E6">
              <a:alpha val="51688"/>
            </a:srgbClr>
          </a:solidFill>
          <a:ln>
            <a:noFill/>
          </a:ln>
        </p:spPr>
      </p:sp>
      <p:sp>
        <p:nvSpPr>
          <p:cNvPr id="26" name="wm.library-whiteboard.001.002.011"/>
          <p:cNvSpPr/>
          <p:nvPr/>
        </p:nvSpPr>
        <p:spPr>
          <a:xfrm>
            <a:off x="3924300" y="2514600"/>
            <a:ext cx="38100" cy="38100"/>
          </a:xfrm>
          <a:prstGeom prst="rect">
            <a:avLst/>
          </a:prstGeom>
          <a:solidFill>
            <a:srgbClr val="CED7E6">
              <a:alpha val="39030"/>
            </a:srgbClr>
          </a:solidFill>
          <a:ln>
            <a:noFill/>
          </a:ln>
        </p:spPr>
      </p:sp>
      <p:sp>
        <p:nvSpPr>
          <p:cNvPr id="27" name="wm.library-whiteboard.001.002.012"/>
          <p:cNvSpPr/>
          <p:nvPr/>
        </p:nvSpPr>
        <p:spPr>
          <a:xfrm>
            <a:off x="3924300" y="2743200"/>
            <a:ext cx="38100" cy="38100"/>
          </a:xfrm>
          <a:prstGeom prst="rect">
            <a:avLst/>
          </a:prstGeom>
          <a:solidFill>
            <a:srgbClr val="CED7E6">
              <a:alpha val="26371"/>
            </a:srgbClr>
          </a:solidFill>
          <a:ln>
            <a:noFill/>
          </a:ln>
        </p:spPr>
      </p:sp>
      <p:sp>
        <p:nvSpPr>
          <p:cNvPr id="28" name="wm.library-whiteboard.001.002.013"/>
          <p:cNvSpPr/>
          <p:nvPr/>
        </p:nvSpPr>
        <p:spPr>
          <a:xfrm>
            <a:off x="3924300" y="2971800"/>
            <a:ext cx="38100" cy="38100"/>
          </a:xfrm>
          <a:prstGeom prst="rect">
            <a:avLst/>
          </a:prstGeom>
          <a:solidFill>
            <a:srgbClr val="CED7E6">
              <a:alpha val="13713"/>
            </a:srgbClr>
          </a:solidFill>
          <a:ln>
            <a:noFill/>
          </a:ln>
        </p:spPr>
      </p:sp>
      <p:sp>
        <p:nvSpPr>
          <p:cNvPr id="29" name="wm.library-whiteboard.001.002.014"/>
          <p:cNvSpPr/>
          <p:nvPr/>
        </p:nvSpPr>
        <p:spPr>
          <a:xfrm>
            <a:off x="3924300" y="3200400"/>
            <a:ext cx="38100" cy="38100"/>
          </a:xfrm>
          <a:prstGeom prst="rect">
            <a:avLst/>
          </a:prstGeom>
          <a:solidFill>
            <a:srgbClr val="CED7E6">
              <a:alpha val="1055"/>
            </a:srgbClr>
          </a:solidFill>
          <a:ln>
            <a:noFill/>
          </a:ln>
        </p:spPr>
      </p:sp>
      <p:sp>
        <p:nvSpPr>
          <p:cNvPr id="30" name="wm.library-whiteboard.001.003.001"/>
          <p:cNvSpPr/>
          <p:nvPr/>
        </p:nvSpPr>
        <p:spPr>
          <a:xfrm>
            <a:off x="4152900" y="228600"/>
            <a:ext cx="38100" cy="38100"/>
          </a:xfrm>
          <a:prstGeom prst="rect">
            <a:avLst/>
          </a:prstGeom>
          <a:solidFill>
            <a:srgbClr val="CED7E6"/>
          </a:solidFill>
          <a:ln>
            <a:noFill/>
          </a:ln>
        </p:spPr>
      </p:sp>
      <p:sp>
        <p:nvSpPr>
          <p:cNvPr id="31" name="wm.library-whiteboard.001.003.002"/>
          <p:cNvSpPr/>
          <p:nvPr/>
        </p:nvSpPr>
        <p:spPr>
          <a:xfrm>
            <a:off x="4152900" y="457200"/>
            <a:ext cx="38100" cy="38100"/>
          </a:xfrm>
          <a:prstGeom prst="rect">
            <a:avLst/>
          </a:prstGeom>
          <a:solidFill>
            <a:srgbClr val="CED7E6"/>
          </a:solidFill>
          <a:ln>
            <a:noFill/>
          </a:ln>
        </p:spPr>
      </p:sp>
      <p:sp>
        <p:nvSpPr>
          <p:cNvPr id="32" name="wm.library-whiteboard.001.003.003"/>
          <p:cNvSpPr/>
          <p:nvPr/>
        </p:nvSpPr>
        <p:spPr>
          <a:xfrm>
            <a:off x="4152900" y="685800"/>
            <a:ext cx="38100" cy="38100"/>
          </a:xfrm>
          <a:prstGeom prst="rect">
            <a:avLst/>
          </a:prstGeom>
          <a:solidFill>
            <a:srgbClr val="CED7E6"/>
          </a:solidFill>
          <a:ln>
            <a:noFill/>
          </a:ln>
        </p:spPr>
      </p:sp>
      <p:sp>
        <p:nvSpPr>
          <p:cNvPr id="33" name="wm.library-whiteboard.001.003.004"/>
          <p:cNvSpPr/>
          <p:nvPr/>
        </p:nvSpPr>
        <p:spPr>
          <a:xfrm>
            <a:off x="4152900" y="914400"/>
            <a:ext cx="38100" cy="38100"/>
          </a:xfrm>
          <a:prstGeom prst="rect">
            <a:avLst/>
          </a:prstGeom>
          <a:solidFill>
            <a:srgbClr val="CED7E6"/>
          </a:solidFill>
          <a:ln>
            <a:noFill/>
          </a:ln>
        </p:spPr>
      </p:sp>
      <p:sp>
        <p:nvSpPr>
          <p:cNvPr id="34" name="wm.library-whiteboard.001.003.005"/>
          <p:cNvSpPr/>
          <p:nvPr/>
        </p:nvSpPr>
        <p:spPr>
          <a:xfrm>
            <a:off x="4152900" y="1143000"/>
            <a:ext cx="38100" cy="38100"/>
          </a:xfrm>
          <a:prstGeom prst="rect">
            <a:avLst/>
          </a:prstGeom>
          <a:solidFill>
            <a:srgbClr val="CED7E6"/>
          </a:solidFill>
          <a:ln>
            <a:noFill/>
          </a:ln>
        </p:spPr>
      </p:sp>
      <p:sp>
        <p:nvSpPr>
          <p:cNvPr id="35" name="wm.library-whiteboard.001.003.006"/>
          <p:cNvSpPr/>
          <p:nvPr/>
        </p:nvSpPr>
        <p:spPr>
          <a:xfrm>
            <a:off x="4152900" y="1371600"/>
            <a:ext cx="38100" cy="38100"/>
          </a:xfrm>
          <a:prstGeom prst="rect">
            <a:avLst/>
          </a:prstGeom>
          <a:solidFill>
            <a:srgbClr val="CED7E6"/>
          </a:solidFill>
          <a:ln>
            <a:noFill/>
          </a:ln>
        </p:spPr>
      </p:sp>
      <p:sp>
        <p:nvSpPr>
          <p:cNvPr id="36" name="wm.library-whiteboard.001.003.007"/>
          <p:cNvSpPr/>
          <p:nvPr/>
        </p:nvSpPr>
        <p:spPr>
          <a:xfrm>
            <a:off x="4152900" y="1600200"/>
            <a:ext cx="38100" cy="38100"/>
          </a:xfrm>
          <a:prstGeom prst="rect">
            <a:avLst/>
          </a:prstGeom>
          <a:solidFill>
            <a:srgbClr val="CED7E6">
              <a:alpha val="89662"/>
            </a:srgbClr>
          </a:solidFill>
          <a:ln>
            <a:noFill/>
          </a:ln>
        </p:spPr>
      </p:sp>
      <p:sp>
        <p:nvSpPr>
          <p:cNvPr id="37" name="wm.library-whiteboard.001.003.008"/>
          <p:cNvSpPr/>
          <p:nvPr/>
        </p:nvSpPr>
        <p:spPr>
          <a:xfrm>
            <a:off x="4152900" y="1828800"/>
            <a:ext cx="38100" cy="38100"/>
          </a:xfrm>
          <a:prstGeom prst="rect">
            <a:avLst/>
          </a:prstGeom>
          <a:solidFill>
            <a:srgbClr val="CED7E6">
              <a:alpha val="77004"/>
            </a:srgbClr>
          </a:solidFill>
          <a:ln>
            <a:noFill/>
          </a:ln>
        </p:spPr>
      </p:sp>
      <p:sp>
        <p:nvSpPr>
          <p:cNvPr id="38" name="wm.library-whiteboard.001.003.009"/>
          <p:cNvSpPr/>
          <p:nvPr/>
        </p:nvSpPr>
        <p:spPr>
          <a:xfrm>
            <a:off x="4152900" y="2057400"/>
            <a:ext cx="38100" cy="38100"/>
          </a:xfrm>
          <a:prstGeom prst="rect">
            <a:avLst/>
          </a:prstGeom>
          <a:solidFill>
            <a:srgbClr val="CED7E6">
              <a:alpha val="64346"/>
            </a:srgbClr>
          </a:solidFill>
          <a:ln>
            <a:noFill/>
          </a:ln>
        </p:spPr>
      </p:sp>
      <p:sp>
        <p:nvSpPr>
          <p:cNvPr id="39" name="wm.library-whiteboard.001.003.010"/>
          <p:cNvSpPr/>
          <p:nvPr/>
        </p:nvSpPr>
        <p:spPr>
          <a:xfrm>
            <a:off x="4152900" y="2286000"/>
            <a:ext cx="38100" cy="38100"/>
          </a:xfrm>
          <a:prstGeom prst="rect">
            <a:avLst/>
          </a:prstGeom>
          <a:solidFill>
            <a:srgbClr val="CED7E6">
              <a:alpha val="51688"/>
            </a:srgbClr>
          </a:solidFill>
          <a:ln>
            <a:noFill/>
          </a:ln>
        </p:spPr>
      </p:sp>
      <p:sp>
        <p:nvSpPr>
          <p:cNvPr id="40" name="wm.library-whiteboard.001.003.011"/>
          <p:cNvSpPr/>
          <p:nvPr/>
        </p:nvSpPr>
        <p:spPr>
          <a:xfrm>
            <a:off x="4152900" y="2514600"/>
            <a:ext cx="38100" cy="38100"/>
          </a:xfrm>
          <a:prstGeom prst="rect">
            <a:avLst/>
          </a:prstGeom>
          <a:solidFill>
            <a:srgbClr val="CED7E6">
              <a:alpha val="39030"/>
            </a:srgbClr>
          </a:solidFill>
          <a:ln>
            <a:noFill/>
          </a:ln>
        </p:spPr>
      </p:sp>
      <p:sp>
        <p:nvSpPr>
          <p:cNvPr id="41" name="wm.library-whiteboard.001.003.012"/>
          <p:cNvSpPr/>
          <p:nvPr/>
        </p:nvSpPr>
        <p:spPr>
          <a:xfrm>
            <a:off x="4152900" y="2743200"/>
            <a:ext cx="38100" cy="38100"/>
          </a:xfrm>
          <a:prstGeom prst="rect">
            <a:avLst/>
          </a:prstGeom>
          <a:solidFill>
            <a:srgbClr val="CED7E6">
              <a:alpha val="26371"/>
            </a:srgbClr>
          </a:solidFill>
          <a:ln>
            <a:noFill/>
          </a:ln>
        </p:spPr>
      </p:sp>
      <p:sp>
        <p:nvSpPr>
          <p:cNvPr id="42" name="wm.library-whiteboard.001.003.013"/>
          <p:cNvSpPr/>
          <p:nvPr/>
        </p:nvSpPr>
        <p:spPr>
          <a:xfrm>
            <a:off x="4152900" y="2971800"/>
            <a:ext cx="38100" cy="38100"/>
          </a:xfrm>
          <a:prstGeom prst="rect">
            <a:avLst/>
          </a:prstGeom>
          <a:solidFill>
            <a:srgbClr val="CED7E6">
              <a:alpha val="13713"/>
            </a:srgbClr>
          </a:solidFill>
          <a:ln>
            <a:noFill/>
          </a:ln>
        </p:spPr>
      </p:sp>
      <p:sp>
        <p:nvSpPr>
          <p:cNvPr id="43" name="wm.library-whiteboard.001.003.014"/>
          <p:cNvSpPr/>
          <p:nvPr/>
        </p:nvSpPr>
        <p:spPr>
          <a:xfrm>
            <a:off x="4152900" y="3200400"/>
            <a:ext cx="38100" cy="38100"/>
          </a:xfrm>
          <a:prstGeom prst="rect">
            <a:avLst/>
          </a:prstGeom>
          <a:solidFill>
            <a:srgbClr val="CED7E6">
              <a:alpha val="1055"/>
            </a:srgbClr>
          </a:solidFill>
          <a:ln>
            <a:noFill/>
          </a:ln>
        </p:spPr>
      </p:sp>
      <p:sp>
        <p:nvSpPr>
          <p:cNvPr id="4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35</a:t>
            </a:fld>
            <a:endParaRPr lang="en-US" sz="700" spc="0" kern="0" b="0" i="0" dirty="0">
              <a:solidFill>
                <a:srgbClr val="070154"/>
              </a:solidFill>
              <a:latin typeface="IBM Plex Mono SemiBold"/>
              <a:ea typeface="IBM Plex Mono SemiBold"/>
              <a:cs typeface="IBM Plex Mono SemiBold"/>
            </a:endParaRPr>
          </a:p>
        </p:txBody>
      </p:sp>
      <p:grpSp>
        <p:nvGrpSpPr>
          <p:cNvPr id="92" name="node01"/>
          <p:cNvGrpSpPr/>
          <p:nvPr/>
        </p:nvGrpSpPr>
        <p:grpSpPr>
          <a:xfrm>
            <a:off x="723900" y="457200"/>
            <a:ext cx="2514600" cy="152400"/>
            <a:chOff x="723900" y="457200"/>
            <a:chExt cx="2514600" cy="152400"/>
          </a:xfrm>
        </p:grpSpPr>
        <p:sp>
          <p:nvSpPr>
            <p:cNvPr id="46" name="node01.text"/>
            <p:cNvSpPr/>
            <p:nvPr/>
          </p:nvSpPr>
          <p:spPr>
            <a:xfrm>
              <a:off x="723900" y="457200"/>
              <a:ext cx="25146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F900D3"/>
                  </a:solidFill>
                  <a:latin typeface="IBM Plex Mono SemiBold"/>
                  <a:ea typeface="IBM Plex Mono SemiBold"/>
                  <a:cs typeface="IBM Plex Mono SemiBold"/>
                </a:rPr>
                <a:t>OUR DIFFERENCE</a:t>
              </a:r>
              <a:endParaRPr lang="en-US" sz="1000" spc="80" kern="0" b="0" i="0" dirty="0">
                <a:solidFill>
                  <a:srgbClr val="F900D3"/>
                </a:solidFill>
                <a:latin typeface="IBM Plex Mono SemiBold"/>
                <a:ea typeface="IBM Plex Mono SemiBold"/>
                <a:cs typeface="IBM Plex Mono SemiBold"/>
              </a:endParaRPr>
            </a:p>
          </p:txBody>
        </p:sp>
      </p:grpSp>
      <p:grpSp>
        <p:nvGrpSpPr>
          <p:cNvPr id="93" name="node02"/>
          <p:cNvGrpSpPr/>
          <p:nvPr/>
        </p:nvGrpSpPr>
        <p:grpSpPr>
          <a:xfrm>
            <a:off x="723900" y="685800"/>
            <a:ext cx="2514600" cy="1371600"/>
            <a:chOff x="723900" y="685800"/>
            <a:chExt cx="2514600" cy="1371600"/>
          </a:xfrm>
        </p:grpSpPr>
        <p:sp>
          <p:nvSpPr>
            <p:cNvPr id="47" name="node02.text"/>
            <p:cNvSpPr/>
            <p:nvPr/>
          </p:nvSpPr>
          <p:spPr>
            <a:xfrm>
              <a:off x="723900" y="685800"/>
              <a:ext cx="2514600" cy="13716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FFFFFF"/>
                  </a:solidFill>
                  <a:latin typeface="IBM Plex Sans SemiBold"/>
                  <a:ea typeface="IBM Plex Sans SemiBold"/>
                  <a:cs typeface="IBM Plex Sans SemiBold"/>
                </a:rPr>
                <a:t>You will feel the difference</a:t>
              </a:r>
              <a:endParaRPr lang="en-US" sz="3200" spc="-64" kern="0" b="0" i="0" dirty="0">
                <a:solidFill>
                  <a:srgbClr val="FFFFFF"/>
                </a:solidFill>
                <a:latin typeface="IBM Plex Sans SemiBold"/>
                <a:ea typeface="IBM Plex Sans SemiBold"/>
                <a:cs typeface="IBM Plex Sans SemiBold"/>
              </a:endParaRPr>
            </a:p>
          </p:txBody>
        </p:sp>
      </p:grpSp>
      <p:grpSp>
        <p:nvGrpSpPr>
          <p:cNvPr id="94" name="node03"/>
          <p:cNvGrpSpPr/>
          <p:nvPr/>
        </p:nvGrpSpPr>
        <p:grpSpPr>
          <a:xfrm>
            <a:off x="723900" y="2514600"/>
            <a:ext cx="2514600" cy="800100"/>
            <a:chOff x="723900" y="2514600"/>
            <a:chExt cx="2514600" cy="800100"/>
          </a:xfrm>
        </p:grpSpPr>
        <p:sp>
          <p:nvSpPr>
            <p:cNvPr id="48" name="node03.text"/>
            <p:cNvSpPr/>
            <p:nvPr/>
          </p:nvSpPr>
          <p:spPr>
            <a:xfrm>
              <a:off x="723900" y="2514600"/>
              <a:ext cx="2514600" cy="8001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FFFFFF"/>
                  </a:solidFill>
                  <a:latin typeface="IBM Plex Sans"/>
                  <a:ea typeface="IBM Plex Sans"/>
                  <a:cs typeface="IBM Plex Sans"/>
                </a:rPr>
                <a:t>Our cross-functional teams combine hands-on finance, data and change experience.</a:t>
              </a:r>
              <a:endParaRPr lang="en-US" sz="1400" spc="0" kern="0" b="0" i="0" dirty="0">
                <a:solidFill>
                  <a:srgbClr val="FFFFFF"/>
                </a:solidFill>
                <a:latin typeface="IBM Plex Sans"/>
                <a:ea typeface="IBM Plex Sans"/>
                <a:cs typeface="IBM Plex Sans"/>
              </a:endParaRPr>
            </a:p>
          </p:txBody>
        </p:sp>
      </p:grpSp>
      <p:grpSp>
        <p:nvGrpSpPr>
          <p:cNvPr id="95" name="node04"/>
          <p:cNvGrpSpPr/>
          <p:nvPr/>
        </p:nvGrpSpPr>
        <p:grpSpPr>
          <a:xfrm>
            <a:off x="723900" y="4343400"/>
            <a:ext cx="2514600" cy="152400"/>
            <a:chOff x="723900" y="4343400"/>
            <a:chExt cx="2514600" cy="152400"/>
          </a:xfrm>
        </p:grpSpPr>
        <p:sp>
          <p:nvSpPr>
            <p:cNvPr id="49" name="node04.text"/>
            <p:cNvSpPr/>
            <p:nvPr/>
          </p:nvSpPr>
          <p:spPr>
            <a:xfrm>
              <a:off x="723900" y="43434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900D3"/>
                  </a:solidFill>
                  <a:latin typeface="IBM Plex Mono Medium"/>
                  <a:ea typeface="IBM Plex Mono Medium"/>
                  <a:cs typeface="IBM Plex Mono Medium"/>
                </a:rPr>
                <a:t>HANDOVER TARGET</a:t>
              </a:r>
              <a:endParaRPr lang="en-US" sz="900" spc="54" kern="0" b="0" i="0" dirty="0">
                <a:solidFill>
                  <a:srgbClr val="F900D3"/>
                </a:solidFill>
                <a:latin typeface="IBM Plex Mono Medium"/>
                <a:ea typeface="IBM Plex Mono Medium"/>
                <a:cs typeface="IBM Plex Mono Medium"/>
              </a:endParaRPr>
            </a:p>
          </p:txBody>
        </p:sp>
      </p:grpSp>
      <p:grpSp>
        <p:nvGrpSpPr>
          <p:cNvPr id="96" name="node05"/>
          <p:cNvGrpSpPr/>
          <p:nvPr/>
        </p:nvGrpSpPr>
        <p:grpSpPr>
          <a:xfrm>
            <a:off x="723900" y="4572000"/>
            <a:ext cx="2514600" cy="458978"/>
            <a:chOff x="723900" y="4572000"/>
            <a:chExt cx="2514600" cy="458978"/>
          </a:xfrm>
        </p:grpSpPr>
        <p:sp>
          <p:nvSpPr>
            <p:cNvPr id="50" name="node05.text"/>
            <p:cNvSpPr/>
            <p:nvPr/>
          </p:nvSpPr>
          <p:spPr>
            <a:xfrm>
              <a:off x="723900" y="4572000"/>
              <a:ext cx="2514600" cy="458978"/>
            </a:xfrm>
            <a:prstGeom prst="rect">
              <a:avLst/>
            </a:prstGeom>
            <a:noFill/>
            <a:ln/>
          </p:spPr>
          <p:txBody>
            <a:bodyPr wrap="square" lIns="0" tIns="0" rIns="0" bIns="0" rtlCol="0" anchor="t"/>
            <a:lstStyle/>
            <a:p>
              <a:pPr algn="l" indent="0" marL="0">
                <a:lnSpc>
                  <a:spcPts val="3600"/>
                </a:lnSpc>
                <a:buNone/>
              </a:pPr>
              <a:r>
                <a:rPr lang="en-US" sz="3600" spc="-72" kern="0" b="0" i="0" dirty="0">
                  <a:solidFill>
                    <a:srgbClr val="FFFFFF"/>
                  </a:solidFill>
                  <a:latin typeface="IBM Plex Mono SemiBold"/>
                  <a:ea typeface="IBM Plex Mono SemiBold"/>
                  <a:cs typeface="IBM Plex Mono SemiBold"/>
                </a:rPr>
                <a:t>Day 90</a:t>
              </a:r>
              <a:endParaRPr lang="en-US" sz="3600" spc="-72" kern="0" b="0" i="0" dirty="0">
                <a:solidFill>
                  <a:srgbClr val="FFFFFF"/>
                </a:solidFill>
                <a:latin typeface="IBM Plex Mono SemiBold"/>
                <a:ea typeface="IBM Plex Mono SemiBold"/>
                <a:cs typeface="IBM Plex Mono SemiBold"/>
              </a:endParaRPr>
            </a:p>
          </p:txBody>
        </p:sp>
      </p:grpSp>
      <p:grpSp>
        <p:nvGrpSpPr>
          <p:cNvPr id="97" name="node06"/>
          <p:cNvGrpSpPr/>
          <p:nvPr/>
        </p:nvGrpSpPr>
        <p:grpSpPr>
          <a:xfrm>
            <a:off x="723900" y="5029200"/>
            <a:ext cx="2514600" cy="228600"/>
            <a:chOff x="723900" y="5029200"/>
            <a:chExt cx="2514600" cy="228600"/>
          </a:xfrm>
        </p:grpSpPr>
        <p:sp>
          <p:nvSpPr>
            <p:cNvPr id="51" name="node06.text"/>
            <p:cNvSpPr/>
            <p:nvPr/>
          </p:nvSpPr>
          <p:spPr>
            <a:xfrm>
              <a:off x="723900" y="5029200"/>
              <a:ext cx="2514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CED7E6"/>
                  </a:solidFill>
                  <a:latin typeface="IBM Plex Sans"/>
                  <a:ea typeface="IBM Plex Sans"/>
                  <a:cs typeface="IBM Plex Sans"/>
                </a:rPr>
                <a:t>Your team runs the platform.</a:t>
              </a:r>
              <a:endParaRPr lang="en-US" sz="1200" spc="0" kern="0" b="0" i="0" dirty="0">
                <a:solidFill>
                  <a:srgbClr val="CED7E6"/>
                </a:solidFill>
                <a:latin typeface="IBM Plex Sans"/>
                <a:ea typeface="IBM Plex Sans"/>
                <a:cs typeface="IBM Plex Sans"/>
              </a:endParaRPr>
            </a:p>
          </p:txBody>
        </p:sp>
      </p:grpSp>
      <p:grpSp>
        <p:nvGrpSpPr>
          <p:cNvPr id="98" name="node07"/>
          <p:cNvGrpSpPr/>
          <p:nvPr/>
        </p:nvGrpSpPr>
        <p:grpSpPr>
          <a:xfrm>
            <a:off x="4381500" y="1143000"/>
            <a:ext cx="3429000" cy="1828800"/>
            <a:chOff x="4381500" y="1143000"/>
            <a:chExt cx="3429000" cy="1828800"/>
          </a:xfrm>
        </p:grpSpPr>
        <p:sp>
          <p:nvSpPr>
            <p:cNvPr id="52" name="node07.container"/>
            <p:cNvSpPr/>
            <p:nvPr/>
          </p:nvSpPr>
          <p:spPr>
            <a:xfrm>
              <a:off x="4381500" y="1143000"/>
              <a:ext cx="3429000" cy="1828800"/>
            </a:xfrm>
            <a:prstGeom prst="rect">
              <a:avLst/>
            </a:prstGeom>
            <a:solidFill>
              <a:srgbClr val="E8EEF8"/>
            </a:solidFill>
            <a:ln>
              <a:noFill/>
            </a:ln>
          </p:spPr>
        </p:sp>
        <p:sp>
          <p:nvSpPr>
            <p:cNvPr id="53" name="node07.label"/>
            <p:cNvSpPr/>
            <p:nvPr/>
          </p:nvSpPr>
          <p:spPr>
            <a:xfrm>
              <a:off x="4533900" y="1295400"/>
              <a:ext cx="3124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OTHER FIRMS</a:t>
              </a:r>
              <a:endParaRPr lang="en-US" sz="900" spc="54" kern="0" b="0" i="0" dirty="0">
                <a:solidFill>
                  <a:srgbClr val="0047FF"/>
                </a:solidFill>
                <a:latin typeface="IBM Plex Mono Medium"/>
                <a:ea typeface="IBM Plex Mono Medium"/>
                <a:cs typeface="IBM Plex Mono Medium"/>
              </a:endParaRPr>
            </a:p>
          </p:txBody>
        </p:sp>
        <p:sp>
          <p:nvSpPr>
            <p:cNvPr id="54" name="node07.body.item-001.bullets.item-001.marker"/>
            <p:cNvSpPr/>
            <p:nvPr/>
          </p:nvSpPr>
          <p:spPr>
            <a:xfrm>
              <a:off x="4533900" y="1574800"/>
              <a:ext cx="38100" cy="38100"/>
            </a:xfrm>
            <a:prstGeom prst="rect">
              <a:avLst/>
            </a:prstGeom>
            <a:solidFill>
              <a:srgbClr val="070154"/>
            </a:solidFill>
            <a:ln>
              <a:noFill/>
            </a:ln>
          </p:spPr>
        </p:sp>
        <p:sp>
          <p:nvSpPr>
            <p:cNvPr id="55" name="node07.body.item-001.bullets.item-001.text"/>
            <p:cNvSpPr/>
            <p:nvPr/>
          </p:nvSpPr>
          <p:spPr>
            <a:xfrm>
              <a:off x="4686300" y="14859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One-time benefit capture</a:t>
              </a:r>
              <a:endParaRPr lang="en-US" sz="1200" spc="0" kern="0" b="0" i="0" dirty="0">
                <a:solidFill>
                  <a:srgbClr val="070154"/>
                </a:solidFill>
                <a:latin typeface="IBM Plex Sans"/>
                <a:ea typeface="IBM Plex Sans"/>
                <a:cs typeface="IBM Plex Sans"/>
              </a:endParaRPr>
            </a:p>
          </p:txBody>
        </p:sp>
        <p:sp>
          <p:nvSpPr>
            <p:cNvPr id="56" name="node07.body.item-001.bullets.item-002.marker"/>
            <p:cNvSpPr/>
            <p:nvPr/>
          </p:nvSpPr>
          <p:spPr>
            <a:xfrm>
              <a:off x="4533900" y="1841500"/>
              <a:ext cx="38100" cy="38100"/>
            </a:xfrm>
            <a:prstGeom prst="rect">
              <a:avLst/>
            </a:prstGeom>
            <a:solidFill>
              <a:srgbClr val="070154"/>
            </a:solidFill>
            <a:ln>
              <a:noFill/>
            </a:ln>
          </p:spPr>
        </p:sp>
        <p:sp>
          <p:nvSpPr>
            <p:cNvPr id="57" name="node07.body.item-001.bullets.item-002.text"/>
            <p:cNvSpPr/>
            <p:nvPr/>
          </p:nvSpPr>
          <p:spPr>
            <a:xfrm>
              <a:off x="4686300" y="17526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Technology-focused</a:t>
              </a:r>
              <a:endParaRPr lang="en-US" sz="1200" spc="0" kern="0" b="0" i="0" dirty="0">
                <a:solidFill>
                  <a:srgbClr val="070154"/>
                </a:solidFill>
                <a:latin typeface="IBM Plex Sans"/>
                <a:ea typeface="IBM Plex Sans"/>
                <a:cs typeface="IBM Plex Sans"/>
              </a:endParaRPr>
            </a:p>
          </p:txBody>
        </p:sp>
        <p:sp>
          <p:nvSpPr>
            <p:cNvPr id="58" name="node07.body.item-001.bullets.item-003.marker"/>
            <p:cNvSpPr/>
            <p:nvPr/>
          </p:nvSpPr>
          <p:spPr>
            <a:xfrm>
              <a:off x="4533900" y="2108200"/>
              <a:ext cx="38100" cy="38100"/>
            </a:xfrm>
            <a:prstGeom prst="rect">
              <a:avLst/>
            </a:prstGeom>
            <a:solidFill>
              <a:srgbClr val="070154"/>
            </a:solidFill>
            <a:ln>
              <a:noFill/>
            </a:ln>
          </p:spPr>
        </p:sp>
        <p:sp>
          <p:nvSpPr>
            <p:cNvPr id="59" name="node07.body.item-001.bullets.item-003.text"/>
            <p:cNvSpPr/>
            <p:nvPr/>
          </p:nvSpPr>
          <p:spPr>
            <a:xfrm>
              <a:off x="4686300" y="20193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Generic blueprint</a:t>
              </a:r>
              <a:endParaRPr lang="en-US" sz="1200" spc="0" kern="0" b="0" i="0" dirty="0">
                <a:solidFill>
                  <a:srgbClr val="070154"/>
                </a:solidFill>
                <a:latin typeface="IBM Plex Sans"/>
                <a:ea typeface="IBM Plex Sans"/>
                <a:cs typeface="IBM Plex Sans"/>
              </a:endParaRPr>
            </a:p>
          </p:txBody>
        </p:sp>
        <p:sp>
          <p:nvSpPr>
            <p:cNvPr id="60" name="node07.body.item-001.bullets.item-004.marker"/>
            <p:cNvSpPr/>
            <p:nvPr/>
          </p:nvSpPr>
          <p:spPr>
            <a:xfrm>
              <a:off x="4533900" y="2374900"/>
              <a:ext cx="38100" cy="38100"/>
            </a:xfrm>
            <a:prstGeom prst="rect">
              <a:avLst/>
            </a:prstGeom>
            <a:solidFill>
              <a:srgbClr val="070154"/>
            </a:solidFill>
            <a:ln>
              <a:noFill/>
            </a:ln>
          </p:spPr>
        </p:sp>
        <p:sp>
          <p:nvSpPr>
            <p:cNvPr id="61" name="node07.body.item-001.bullets.item-004.text"/>
            <p:cNvSpPr/>
            <p:nvPr/>
          </p:nvSpPr>
          <p:spPr>
            <a:xfrm>
              <a:off x="4686300" y="22860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Siloed workstreams</a:t>
              </a:r>
              <a:endParaRPr lang="en-US" sz="1200" spc="0" kern="0" b="0" i="0" dirty="0">
                <a:solidFill>
                  <a:srgbClr val="070154"/>
                </a:solidFill>
                <a:latin typeface="IBM Plex Sans"/>
                <a:ea typeface="IBM Plex Sans"/>
                <a:cs typeface="IBM Plex Sans"/>
              </a:endParaRPr>
            </a:p>
          </p:txBody>
        </p:sp>
        <p:sp>
          <p:nvSpPr>
            <p:cNvPr id="62" name="node07.body.item-001.bullets.item-005.marker"/>
            <p:cNvSpPr/>
            <p:nvPr/>
          </p:nvSpPr>
          <p:spPr>
            <a:xfrm>
              <a:off x="4533900" y="2641600"/>
              <a:ext cx="38100" cy="38100"/>
            </a:xfrm>
            <a:prstGeom prst="rect">
              <a:avLst/>
            </a:prstGeom>
            <a:solidFill>
              <a:srgbClr val="070154"/>
            </a:solidFill>
            <a:ln>
              <a:noFill/>
            </a:ln>
          </p:spPr>
        </p:sp>
        <p:sp>
          <p:nvSpPr>
            <p:cNvPr id="63" name="node07.body.item-001.bullets.item-005.text"/>
            <p:cNvSpPr/>
            <p:nvPr/>
          </p:nvSpPr>
          <p:spPr>
            <a:xfrm>
              <a:off x="4686300" y="25527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Vendor-led delivery</a:t>
              </a:r>
              <a:endParaRPr lang="en-US" sz="1200" spc="0" kern="0" b="0" i="0" dirty="0">
                <a:solidFill>
                  <a:srgbClr val="070154"/>
                </a:solidFill>
                <a:latin typeface="IBM Plex Sans"/>
                <a:ea typeface="IBM Plex Sans"/>
                <a:cs typeface="IBM Plex Sans"/>
              </a:endParaRPr>
            </a:p>
          </p:txBody>
        </p:sp>
      </p:grpSp>
      <p:grpSp>
        <p:nvGrpSpPr>
          <p:cNvPr id="99" name="node08"/>
          <p:cNvGrpSpPr/>
          <p:nvPr/>
        </p:nvGrpSpPr>
        <p:grpSpPr>
          <a:xfrm>
            <a:off x="8039100" y="1143000"/>
            <a:ext cx="3429000" cy="1828800"/>
            <a:chOff x="8039100" y="1143000"/>
            <a:chExt cx="3429000" cy="1828800"/>
          </a:xfrm>
        </p:grpSpPr>
        <p:sp>
          <p:nvSpPr>
            <p:cNvPr id="64" name="node08.container"/>
            <p:cNvSpPr/>
            <p:nvPr/>
          </p:nvSpPr>
          <p:spPr>
            <a:xfrm>
              <a:off x="8039100" y="1143000"/>
              <a:ext cx="3429000" cy="1828800"/>
            </a:xfrm>
            <a:prstGeom prst="rect">
              <a:avLst/>
            </a:prstGeom>
            <a:solidFill>
              <a:srgbClr val="070154"/>
            </a:solidFill>
            <a:ln>
              <a:noFill/>
            </a:ln>
          </p:spPr>
        </p:sp>
        <p:sp>
          <p:nvSpPr>
            <p:cNvPr id="65" name="node08.label"/>
            <p:cNvSpPr/>
            <p:nvPr/>
          </p:nvSpPr>
          <p:spPr>
            <a:xfrm>
              <a:off x="8191500" y="1295400"/>
              <a:ext cx="3124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900D3"/>
                  </a:solidFill>
                  <a:latin typeface="IBM Plex Mono Medium"/>
                  <a:ea typeface="IBM Plex Mono Medium"/>
                  <a:cs typeface="IBM Plex Mono Medium"/>
                </a:rPr>
                <a:t>HOW WE WORK</a:t>
              </a:r>
              <a:endParaRPr lang="en-US" sz="900" spc="54" kern="0" b="0" i="0" dirty="0">
                <a:solidFill>
                  <a:srgbClr val="F900D3"/>
                </a:solidFill>
                <a:latin typeface="IBM Plex Mono Medium"/>
                <a:ea typeface="IBM Plex Mono Medium"/>
                <a:cs typeface="IBM Plex Mono Medium"/>
              </a:endParaRPr>
            </a:p>
          </p:txBody>
        </p:sp>
        <p:sp>
          <p:nvSpPr>
            <p:cNvPr id="66" name="node08.body.item-001.bullets.item-001.marker"/>
            <p:cNvSpPr/>
            <p:nvPr/>
          </p:nvSpPr>
          <p:spPr>
            <a:xfrm>
              <a:off x="8191500" y="1574800"/>
              <a:ext cx="38100" cy="38100"/>
            </a:xfrm>
            <a:prstGeom prst="rect">
              <a:avLst/>
            </a:prstGeom>
            <a:solidFill>
              <a:srgbClr val="FFFFFF"/>
            </a:solidFill>
            <a:ln>
              <a:noFill/>
            </a:ln>
          </p:spPr>
        </p:sp>
        <p:sp>
          <p:nvSpPr>
            <p:cNvPr id="67" name="node08.body.item-001.bullets.item-001.text"/>
            <p:cNvSpPr/>
            <p:nvPr/>
          </p:nvSpPr>
          <p:spPr>
            <a:xfrm>
              <a:off x="8343900" y="14859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Iterative path to go-live</a:t>
              </a:r>
              <a:endParaRPr lang="en-US" sz="1200" spc="0" kern="0" b="0" i="0" dirty="0">
                <a:solidFill>
                  <a:srgbClr val="FFFFFF"/>
                </a:solidFill>
                <a:latin typeface="IBM Plex Sans"/>
                <a:ea typeface="IBM Plex Sans"/>
                <a:cs typeface="IBM Plex Sans"/>
              </a:endParaRPr>
            </a:p>
          </p:txBody>
        </p:sp>
        <p:sp>
          <p:nvSpPr>
            <p:cNvPr id="68" name="node08.body.item-001.bullets.item-002.marker"/>
            <p:cNvSpPr/>
            <p:nvPr/>
          </p:nvSpPr>
          <p:spPr>
            <a:xfrm>
              <a:off x="8191500" y="1841500"/>
              <a:ext cx="38100" cy="38100"/>
            </a:xfrm>
            <a:prstGeom prst="rect">
              <a:avLst/>
            </a:prstGeom>
            <a:solidFill>
              <a:srgbClr val="FFFFFF"/>
            </a:solidFill>
            <a:ln>
              <a:noFill/>
            </a:ln>
          </p:spPr>
        </p:sp>
        <p:sp>
          <p:nvSpPr>
            <p:cNvPr id="69" name="node08.body.item-001.bullets.item-002.text"/>
            <p:cNvSpPr/>
            <p:nvPr/>
          </p:nvSpPr>
          <p:spPr>
            <a:xfrm>
              <a:off x="8343900" y="17526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Platform-product focus</a:t>
              </a:r>
              <a:endParaRPr lang="en-US" sz="1200" spc="0" kern="0" b="0" i="0" dirty="0">
                <a:solidFill>
                  <a:srgbClr val="FFFFFF"/>
                </a:solidFill>
                <a:latin typeface="IBM Plex Sans"/>
                <a:ea typeface="IBM Plex Sans"/>
                <a:cs typeface="IBM Plex Sans"/>
              </a:endParaRPr>
            </a:p>
          </p:txBody>
        </p:sp>
        <p:sp>
          <p:nvSpPr>
            <p:cNvPr id="70" name="node08.body.item-001.bullets.item-003.marker"/>
            <p:cNvSpPr/>
            <p:nvPr/>
          </p:nvSpPr>
          <p:spPr>
            <a:xfrm>
              <a:off x="8191500" y="2108200"/>
              <a:ext cx="38100" cy="38100"/>
            </a:xfrm>
            <a:prstGeom prst="rect">
              <a:avLst/>
            </a:prstGeom>
            <a:solidFill>
              <a:srgbClr val="FFFFFF"/>
            </a:solidFill>
            <a:ln>
              <a:noFill/>
            </a:ln>
          </p:spPr>
        </p:sp>
        <p:sp>
          <p:nvSpPr>
            <p:cNvPr id="71" name="node08.body.item-001.bullets.item-003.text"/>
            <p:cNvSpPr/>
            <p:nvPr/>
          </p:nvSpPr>
          <p:spPr>
            <a:xfrm>
              <a:off x="8343900" y="20193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Integrated architecture</a:t>
              </a:r>
              <a:endParaRPr lang="en-US" sz="1200" spc="0" kern="0" b="0" i="0" dirty="0">
                <a:solidFill>
                  <a:srgbClr val="FFFFFF"/>
                </a:solidFill>
                <a:latin typeface="IBM Plex Sans"/>
                <a:ea typeface="IBM Plex Sans"/>
                <a:cs typeface="IBM Plex Sans"/>
              </a:endParaRPr>
            </a:p>
          </p:txBody>
        </p:sp>
        <p:sp>
          <p:nvSpPr>
            <p:cNvPr id="72" name="node08.body.item-001.bullets.item-004.marker"/>
            <p:cNvSpPr/>
            <p:nvPr/>
          </p:nvSpPr>
          <p:spPr>
            <a:xfrm>
              <a:off x="8191500" y="2374900"/>
              <a:ext cx="38100" cy="38100"/>
            </a:xfrm>
            <a:prstGeom prst="rect">
              <a:avLst/>
            </a:prstGeom>
            <a:solidFill>
              <a:srgbClr val="FFFFFF"/>
            </a:solidFill>
            <a:ln>
              <a:noFill/>
            </a:ln>
          </p:spPr>
        </p:sp>
        <p:sp>
          <p:nvSpPr>
            <p:cNvPr id="73" name="node08.body.item-001.bullets.item-004.text"/>
            <p:cNvSpPr/>
            <p:nvPr/>
          </p:nvSpPr>
          <p:spPr>
            <a:xfrm>
              <a:off x="8343900" y="22860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Player-coach partnership</a:t>
              </a:r>
              <a:endParaRPr lang="en-US" sz="1200" spc="0" kern="0" b="0" i="0" dirty="0">
                <a:solidFill>
                  <a:srgbClr val="FFFFFF"/>
                </a:solidFill>
                <a:latin typeface="IBM Plex Sans"/>
                <a:ea typeface="IBM Plex Sans"/>
                <a:cs typeface="IBM Plex Sans"/>
              </a:endParaRPr>
            </a:p>
          </p:txBody>
        </p:sp>
        <p:sp>
          <p:nvSpPr>
            <p:cNvPr id="74" name="node08.body.item-001.bullets.item-005.marker"/>
            <p:cNvSpPr/>
            <p:nvPr/>
          </p:nvSpPr>
          <p:spPr>
            <a:xfrm>
              <a:off x="8191500" y="2641600"/>
              <a:ext cx="38100" cy="38100"/>
            </a:xfrm>
            <a:prstGeom prst="rect">
              <a:avLst/>
            </a:prstGeom>
            <a:solidFill>
              <a:srgbClr val="FFFFFF"/>
            </a:solidFill>
            <a:ln>
              <a:noFill/>
            </a:ln>
          </p:spPr>
        </p:sp>
        <p:sp>
          <p:nvSpPr>
            <p:cNvPr id="75" name="node08.body.item-001.bullets.item-005.text"/>
            <p:cNvSpPr/>
            <p:nvPr/>
          </p:nvSpPr>
          <p:spPr>
            <a:xfrm>
              <a:off x="8343900" y="25527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Cross-discipline teams</a:t>
              </a:r>
              <a:endParaRPr lang="en-US" sz="1200" spc="0" kern="0" b="0" i="0" dirty="0">
                <a:solidFill>
                  <a:srgbClr val="FFFFFF"/>
                </a:solidFill>
                <a:latin typeface="IBM Plex Sans"/>
                <a:ea typeface="IBM Plex Sans"/>
                <a:cs typeface="IBM Plex Sans"/>
              </a:endParaRPr>
            </a:p>
          </p:txBody>
        </p:sp>
      </p:grpSp>
      <p:grpSp>
        <p:nvGrpSpPr>
          <p:cNvPr id="100" name="node09"/>
          <p:cNvGrpSpPr/>
          <p:nvPr/>
        </p:nvGrpSpPr>
        <p:grpSpPr>
          <a:xfrm>
            <a:off x="7810500" y="2014779"/>
            <a:ext cx="228600" cy="85242"/>
            <a:chOff x="7810500" y="2014779"/>
            <a:chExt cx="228600" cy="85242"/>
          </a:xfrm>
        </p:grpSpPr>
        <p:sp>
          <p:nvSpPr>
            <p:cNvPr id="76" name="node09.segment-1"/>
            <p:cNvSpPr/>
            <p:nvPr/>
          </p:nvSpPr>
          <p:spPr>
            <a:xfrm>
              <a:off x="7810500" y="2057400"/>
              <a:ext cx="228600" cy="0"/>
            </a:xfrm>
            <a:custGeom>
              <a:avLst/>
              <a:gdLst/>
              <a:ahLst/>
              <a:cxnLst/>
              <a:rect l="l" t="t" r="r" b="b"/>
              <a:pathLst>
                <a:path w="228600">
                  <a:moveTo>
                    <a:pt x="0" y="0"/>
                  </a:moveTo>
                  <a:lnTo>
                    <a:pt x="228600" y="0"/>
                  </a:lnTo>
                </a:path>
              </a:pathLst>
            </a:custGeom>
            <a:ln w="12700">
              <a:solidFill>
                <a:srgbClr val="070154"/>
              </a:solidFill>
              <a:prstDash val="solid"/>
            </a:ln>
          </p:spPr>
        </p:sp>
        <p:sp>
          <p:nvSpPr>
            <p:cNvPr id="77" name="node09.head-end.0"/>
            <p:cNvSpPr/>
            <p:nvPr/>
          </p:nvSpPr>
          <p:spPr>
            <a:xfrm>
              <a:off x="7961083" y="2057400"/>
              <a:ext cx="78017" cy="42621"/>
            </a:xfrm>
            <a:custGeom>
              <a:avLst/>
              <a:gdLst/>
              <a:ahLst/>
              <a:cxnLst/>
              <a:rect l="l" t="t" r="r" b="b"/>
              <a:pathLst>
                <a:path w="78017" h="42621">
                  <a:moveTo>
                    <a:pt x="78017" y="0"/>
                  </a:moveTo>
                  <a:lnTo>
                    <a:pt x="0" y="42621"/>
                  </a:lnTo>
                </a:path>
              </a:pathLst>
            </a:custGeom>
            <a:ln w="12700">
              <a:solidFill>
                <a:srgbClr val="070154"/>
              </a:solidFill>
              <a:prstDash val="solid"/>
            </a:ln>
          </p:spPr>
        </p:sp>
        <p:sp>
          <p:nvSpPr>
            <p:cNvPr id="78" name="node09.head-end.1"/>
            <p:cNvSpPr/>
            <p:nvPr/>
          </p:nvSpPr>
          <p:spPr>
            <a:xfrm>
              <a:off x="7961083" y="2014779"/>
              <a:ext cx="78017" cy="42621"/>
            </a:xfrm>
            <a:custGeom>
              <a:avLst/>
              <a:gdLst/>
              <a:ahLst/>
              <a:cxnLst/>
              <a:rect l="l" t="t" r="r" b="b"/>
              <a:pathLst>
                <a:path w="78017" h="42621">
                  <a:moveTo>
                    <a:pt x="78017" y="42621"/>
                  </a:moveTo>
                  <a:lnTo>
                    <a:pt x="0" y="0"/>
                  </a:lnTo>
                </a:path>
              </a:pathLst>
            </a:custGeom>
            <a:ln w="12700">
              <a:solidFill>
                <a:srgbClr val="070154"/>
              </a:solidFill>
              <a:prstDash val="solid"/>
            </a:ln>
          </p:spPr>
        </p:sp>
      </p:grpSp>
      <p:grpSp>
        <p:nvGrpSpPr>
          <p:cNvPr id="101" name="node10"/>
          <p:cNvGrpSpPr/>
          <p:nvPr/>
        </p:nvGrpSpPr>
        <p:grpSpPr>
          <a:xfrm>
            <a:off x="4381500" y="3200400"/>
            <a:ext cx="7086600" cy="152400"/>
            <a:chOff x="4381500" y="3200400"/>
            <a:chExt cx="7086600" cy="152400"/>
          </a:xfrm>
        </p:grpSpPr>
        <p:sp>
          <p:nvSpPr>
            <p:cNvPr id="79" name="node10.text"/>
            <p:cNvSpPr/>
            <p:nvPr/>
          </p:nvSpPr>
          <p:spPr>
            <a:xfrm>
              <a:off x="4381500" y="3200400"/>
              <a:ext cx="7086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WHAT THAT MEANS FOR YOU</a:t>
              </a:r>
              <a:endParaRPr lang="en-US" sz="900" spc="54" kern="0" b="0" i="0" dirty="0">
                <a:solidFill>
                  <a:srgbClr val="0047FF"/>
                </a:solidFill>
                <a:latin typeface="IBM Plex Mono Medium"/>
                <a:ea typeface="IBM Plex Mono Medium"/>
                <a:cs typeface="IBM Plex Mono Medium"/>
              </a:endParaRPr>
            </a:p>
          </p:txBody>
        </p:sp>
      </p:grpSp>
      <p:grpSp>
        <p:nvGrpSpPr>
          <p:cNvPr id="103" name="node11"/>
          <p:cNvGrpSpPr/>
          <p:nvPr/>
        </p:nvGrpSpPr>
        <p:grpSpPr>
          <a:xfrm>
            <a:off x="4381500" y="3429000"/>
            <a:ext cx="685800" cy="685800"/>
            <a:chOff x="4381500" y="3429000"/>
            <a:chExt cx="685800" cy="685800"/>
          </a:xfrm>
        </p:grpSpPr>
        <p:sp>
          <p:nvSpPr>
            <p:cNvPr id="80" name="node11.surface"/>
            <p:cNvSpPr/>
            <p:nvPr/>
          </p:nvSpPr>
          <p:spPr>
            <a:xfrm>
              <a:off x="4381500" y="3429000"/>
              <a:ext cx="685800" cy="685800"/>
            </a:xfrm>
            <a:prstGeom prst="rect">
              <a:avLst/>
            </a:prstGeom>
            <a:solidFill>
              <a:srgbClr val="E8EEF8"/>
            </a:solidFill>
            <a:ln>
              <a:noFill/>
            </a:ln>
          </p:spPr>
        </p:sp>
        <p:grpSp>
          <p:nvGrpSpPr>
            <p:cNvPr id="102" name="node11.icon"/>
            <p:cNvGrpSpPr/>
            <p:nvPr/>
          </p:nvGrpSpPr>
          <p:grpSpPr>
            <a:xfrm>
              <a:off x="4533900" y="3581400"/>
              <a:ext cx="381000" cy="381000"/>
              <a:chOff x="4533900" y="3581400"/>
              <a:chExt cx="381000" cy="381000"/>
            </a:xfrm>
          </p:grpSpPr>
          <p:pic>
            <p:nvPicPr>
              <p:cNvPr id="81" name="node11.icon.image" descr="icon/growth-person/navy; canonical SHA256=f4af7b2abdb5c2b1b0dd313eabe94e5f6f21fb8ecb2da4579d3bef4ce735d546">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533900" y="3581400"/>
                <a:ext cx="381000" cy="381000"/>
              </a:xfrm>
              <a:prstGeom prst="rect">
                <a:avLst/>
              </a:prstGeom>
            </p:spPr>
          </p:pic>
        </p:grpSp>
      </p:grpSp>
      <p:grpSp>
        <p:nvGrpSpPr>
          <p:cNvPr id="104" name="node12"/>
          <p:cNvGrpSpPr/>
          <p:nvPr/>
        </p:nvGrpSpPr>
        <p:grpSpPr>
          <a:xfrm>
            <a:off x="5219700" y="3429000"/>
            <a:ext cx="2590800" cy="685800"/>
            <a:chOff x="5219700" y="3429000"/>
            <a:chExt cx="2590800" cy="685800"/>
          </a:xfrm>
        </p:grpSpPr>
        <p:sp>
          <p:nvSpPr>
            <p:cNvPr id="82" name="node12.text"/>
            <p:cNvSpPr/>
            <p:nvPr/>
          </p:nvSpPr>
          <p:spPr>
            <a:xfrm>
              <a:off x="5219700" y="3505200"/>
              <a:ext cx="25908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We build the capability to own, run and evolve the platform.</a:t>
              </a:r>
              <a:endParaRPr lang="en-US" sz="1400" spc="0" kern="0" b="0" i="0" dirty="0">
                <a:solidFill>
                  <a:srgbClr val="070154"/>
                </a:solidFill>
                <a:latin typeface="IBM Plex Sans"/>
                <a:ea typeface="IBM Plex Sans"/>
                <a:cs typeface="IBM Plex Sans"/>
              </a:endParaRPr>
            </a:p>
          </p:txBody>
        </p:sp>
      </p:grpSp>
      <p:grpSp>
        <p:nvGrpSpPr>
          <p:cNvPr id="106" name="node13"/>
          <p:cNvGrpSpPr/>
          <p:nvPr/>
        </p:nvGrpSpPr>
        <p:grpSpPr>
          <a:xfrm>
            <a:off x="8039100" y="3429000"/>
            <a:ext cx="685800" cy="685800"/>
            <a:chOff x="8039100" y="3429000"/>
            <a:chExt cx="685800" cy="685800"/>
          </a:xfrm>
        </p:grpSpPr>
        <p:sp>
          <p:nvSpPr>
            <p:cNvPr id="83" name="node13.surface"/>
            <p:cNvSpPr/>
            <p:nvPr/>
          </p:nvSpPr>
          <p:spPr>
            <a:xfrm>
              <a:off x="8039100" y="3429000"/>
              <a:ext cx="685800" cy="685800"/>
            </a:xfrm>
            <a:prstGeom prst="rect">
              <a:avLst/>
            </a:prstGeom>
            <a:solidFill>
              <a:srgbClr val="E8EEF8"/>
            </a:solidFill>
            <a:ln>
              <a:noFill/>
            </a:ln>
          </p:spPr>
        </p:sp>
        <p:grpSp>
          <p:nvGrpSpPr>
            <p:cNvPr id="105" name="node13.icon"/>
            <p:cNvGrpSpPr/>
            <p:nvPr/>
          </p:nvGrpSpPr>
          <p:grpSpPr>
            <a:xfrm>
              <a:off x="8191500" y="3581400"/>
              <a:ext cx="381000" cy="381000"/>
              <a:chOff x="8191500" y="3581400"/>
              <a:chExt cx="381000" cy="381000"/>
            </a:xfrm>
          </p:grpSpPr>
          <p:pic>
            <p:nvPicPr>
              <p:cNvPr id="84" name="node13.icon.image" descr="icon/team-huddle/navy; canonical SHA256=0810b0327bab4c67b9ad5494cd579ab1166b6cab738efd10be95638de3481f2f">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191500" y="3581400"/>
                <a:ext cx="381000" cy="381000"/>
              </a:xfrm>
              <a:prstGeom prst="rect">
                <a:avLst/>
              </a:prstGeom>
            </p:spPr>
          </p:pic>
        </p:grpSp>
      </p:grpSp>
      <p:grpSp>
        <p:nvGrpSpPr>
          <p:cNvPr id="107" name="node14"/>
          <p:cNvGrpSpPr/>
          <p:nvPr/>
        </p:nvGrpSpPr>
        <p:grpSpPr>
          <a:xfrm>
            <a:off x="8877300" y="3429000"/>
            <a:ext cx="2590800" cy="685800"/>
            <a:chOff x="8877300" y="3429000"/>
            <a:chExt cx="2590800" cy="685800"/>
          </a:xfrm>
        </p:grpSpPr>
        <p:sp>
          <p:nvSpPr>
            <p:cNvPr id="85" name="node14.text"/>
            <p:cNvSpPr/>
            <p:nvPr/>
          </p:nvSpPr>
          <p:spPr>
            <a:xfrm>
              <a:off x="8877300" y="3505200"/>
              <a:ext cx="25908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Cross-functional teams work together through delivery.</a:t>
              </a:r>
              <a:endParaRPr lang="en-US" sz="1400" spc="0" kern="0" b="0" i="0" dirty="0">
                <a:solidFill>
                  <a:srgbClr val="070154"/>
                </a:solidFill>
                <a:latin typeface="IBM Plex Sans"/>
                <a:ea typeface="IBM Plex Sans"/>
                <a:cs typeface="IBM Plex Sans"/>
              </a:endParaRPr>
            </a:p>
          </p:txBody>
        </p:sp>
      </p:grpSp>
      <p:grpSp>
        <p:nvGrpSpPr>
          <p:cNvPr id="109" name="node15"/>
          <p:cNvGrpSpPr/>
          <p:nvPr/>
        </p:nvGrpSpPr>
        <p:grpSpPr>
          <a:xfrm>
            <a:off x="4381500" y="4572000"/>
            <a:ext cx="685800" cy="685800"/>
            <a:chOff x="4381500" y="4572000"/>
            <a:chExt cx="685800" cy="685800"/>
          </a:xfrm>
        </p:grpSpPr>
        <p:sp>
          <p:nvSpPr>
            <p:cNvPr id="86" name="node15.surface"/>
            <p:cNvSpPr/>
            <p:nvPr/>
          </p:nvSpPr>
          <p:spPr>
            <a:xfrm>
              <a:off x="4381500" y="4572000"/>
              <a:ext cx="685800" cy="685800"/>
            </a:xfrm>
            <a:prstGeom prst="rect">
              <a:avLst/>
            </a:prstGeom>
            <a:solidFill>
              <a:srgbClr val="E8EEF8"/>
            </a:solidFill>
            <a:ln>
              <a:noFill/>
            </a:ln>
          </p:spPr>
        </p:sp>
        <p:grpSp>
          <p:nvGrpSpPr>
            <p:cNvPr id="108" name="node15.icon"/>
            <p:cNvGrpSpPr/>
            <p:nvPr/>
          </p:nvGrpSpPr>
          <p:grpSpPr>
            <a:xfrm>
              <a:off x="4533900" y="4724400"/>
              <a:ext cx="381000" cy="381000"/>
              <a:chOff x="4533900" y="4724400"/>
              <a:chExt cx="381000" cy="381000"/>
            </a:xfrm>
          </p:grpSpPr>
          <p:pic>
            <p:nvPicPr>
              <p:cNvPr id="87" name="node15.icon.image" descr="icon/circuit-layers/navy; canonical SHA256=2ce3a8535eb05461000a5746d05993417b90c0a0d12821ebfa41597a7ffad94f">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533900" y="4724400"/>
                <a:ext cx="381000" cy="381000"/>
              </a:xfrm>
              <a:prstGeom prst="rect">
                <a:avLst/>
              </a:prstGeom>
            </p:spPr>
          </p:pic>
        </p:grpSp>
      </p:grpSp>
      <p:grpSp>
        <p:nvGrpSpPr>
          <p:cNvPr id="110" name="node16"/>
          <p:cNvGrpSpPr/>
          <p:nvPr/>
        </p:nvGrpSpPr>
        <p:grpSpPr>
          <a:xfrm>
            <a:off x="5219700" y="4572000"/>
            <a:ext cx="2590800" cy="685800"/>
            <a:chOff x="5219700" y="4572000"/>
            <a:chExt cx="2590800" cy="685800"/>
          </a:xfrm>
        </p:grpSpPr>
        <p:sp>
          <p:nvSpPr>
            <p:cNvPr id="88" name="node16.text"/>
            <p:cNvSpPr/>
            <p:nvPr/>
          </p:nvSpPr>
          <p:spPr>
            <a:xfrm>
              <a:off x="5219700" y="4648200"/>
              <a:ext cx="25908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We apply data, cloud, security and change expertise.</a:t>
              </a:r>
              <a:endParaRPr lang="en-US" sz="1400" spc="0" kern="0" b="0" i="0" dirty="0">
                <a:solidFill>
                  <a:srgbClr val="070154"/>
                </a:solidFill>
                <a:latin typeface="IBM Plex Sans"/>
                <a:ea typeface="IBM Plex Sans"/>
                <a:cs typeface="IBM Plex Sans"/>
              </a:endParaRPr>
            </a:p>
          </p:txBody>
        </p:sp>
      </p:grpSp>
      <p:grpSp>
        <p:nvGrpSpPr>
          <p:cNvPr id="112" name="node17"/>
          <p:cNvGrpSpPr/>
          <p:nvPr/>
        </p:nvGrpSpPr>
        <p:grpSpPr>
          <a:xfrm>
            <a:off x="8039100" y="4572000"/>
            <a:ext cx="685800" cy="685800"/>
            <a:chOff x="8039100" y="4572000"/>
            <a:chExt cx="685800" cy="685800"/>
          </a:xfrm>
        </p:grpSpPr>
        <p:sp>
          <p:nvSpPr>
            <p:cNvPr id="89" name="node17.surface"/>
            <p:cNvSpPr/>
            <p:nvPr/>
          </p:nvSpPr>
          <p:spPr>
            <a:xfrm>
              <a:off x="8039100" y="4572000"/>
              <a:ext cx="685800" cy="685800"/>
            </a:xfrm>
            <a:prstGeom prst="rect">
              <a:avLst/>
            </a:prstGeom>
            <a:solidFill>
              <a:srgbClr val="E8EEF8"/>
            </a:solidFill>
            <a:ln>
              <a:noFill/>
            </a:ln>
          </p:spPr>
        </p:sp>
        <p:grpSp>
          <p:nvGrpSpPr>
            <p:cNvPr id="111" name="node17.icon"/>
            <p:cNvGrpSpPr/>
            <p:nvPr/>
          </p:nvGrpSpPr>
          <p:grpSpPr>
            <a:xfrm>
              <a:off x="8191500" y="4724400"/>
              <a:ext cx="381000" cy="381000"/>
              <a:chOff x="8191500" y="4724400"/>
              <a:chExt cx="381000" cy="381000"/>
            </a:xfrm>
          </p:grpSpPr>
          <p:pic>
            <p:nvPicPr>
              <p:cNvPr id="90" name="node17.icon.image" descr="icon/target-arrow/navy; canonical SHA256=d7be3489d4c720d338cad319f07d0f5d4613e221b5ae04fe7e8f497c9849348f">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191500" y="4724400"/>
                <a:ext cx="381000" cy="381000"/>
              </a:xfrm>
              <a:prstGeom prst="rect">
                <a:avLst/>
              </a:prstGeom>
            </p:spPr>
          </p:pic>
        </p:grpSp>
      </p:grpSp>
      <p:grpSp>
        <p:nvGrpSpPr>
          <p:cNvPr id="113" name="node18"/>
          <p:cNvGrpSpPr/>
          <p:nvPr/>
        </p:nvGrpSpPr>
        <p:grpSpPr>
          <a:xfrm>
            <a:off x="8877300" y="4572000"/>
            <a:ext cx="2590800" cy="685800"/>
            <a:chOff x="8877300" y="4572000"/>
            <a:chExt cx="2590800" cy="685800"/>
          </a:xfrm>
        </p:grpSpPr>
        <p:sp>
          <p:nvSpPr>
            <p:cNvPr id="91" name="node18.text"/>
            <p:cNvSpPr/>
            <p:nvPr/>
          </p:nvSpPr>
          <p:spPr>
            <a:xfrm>
              <a:off x="8877300" y="4648200"/>
              <a:ext cx="25908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We set measurable goals for speed, adoption and cost.</a:t>
              </a:r>
              <a:endParaRPr lang="en-US" sz="1400" spc="0" kern="0" b="0" i="0" dirty="0">
                <a:solidFill>
                  <a:srgbClr val="070154"/>
                </a:solidFill>
                <a:latin typeface="IBM Plex Sans"/>
                <a:ea typeface="IBM Plex Sans"/>
                <a:cs typeface="IBM Plex Sans"/>
              </a:endParaRPr>
            </a:p>
          </p:txBody>
        </p:sp>
      </p:gr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ource-150">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BUILD AND SUSTAIN</a:t>
            </a:r>
            <a:endParaRPr lang="en-US" sz="1000" spc="80" kern="0" b="0" i="0" dirty="0">
              <a:solidFill>
                <a:srgbClr val="0047FF"/>
              </a:solidFill>
              <a:latin typeface="IBM Plex Mono SemiBold"/>
              <a:ea typeface="IBM Plex Mono SemiBold"/>
              <a:cs typeface="IBM Plex Mono SemiBold"/>
            </a:endParaRPr>
          </a:p>
        </p:txBody>
      </p:sp>
      <p:pic>
        <p:nvPicPr>
          <p:cNvPr id="4" name="title.mark-002-001" descr="highlight-1; canonical SHA256=b0048aa39744978d339a9910f5cc1482814a8a0eae4c5a63e1f80d6a2885b314">    </p:cNvPr>
          <p:cNvPicPr>
            <a:picLocks noChangeAspect="1"/>
          </p:cNvPicPr>
          <p:nvPr/>
        </p:nvPicPr>
        <p:blipFill>
          <a:blip r:embed="rId1"/>
          <a:stretch>
            <a:fillRect/>
          </a:stretch>
        </p:blipFill>
        <p:spPr>
          <a:xfrm>
            <a:off x="6145125" y="733532"/>
            <a:ext cx="3270211" cy="374904"/>
          </a:xfrm>
          <a:prstGeom prst="rect">
            <a:avLst/>
          </a:prstGeom>
        </p:spPr>
      </p:pic>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 xml:space="preserve">Shared context supports both </a:t>
            </a:r>
            <a:r>
              <a:rPr lang="en-US" sz="3200" spc="-590" kern="0" b="0" i="0" dirty="0">
                <a:solidFill>
                  <a:srgbClr val="070154"/>
                </a:solidFill>
                <a:latin typeface="IBM Plex Sans SemiBold"/>
                <a:ea typeface="IBM Plex Sans SemiBold"/>
                <a:cs typeface="IBM Plex Sans SemiBold"/>
              </a:rPr>
              <a:t xml:space="preserve"> </a:t>
            </a:r>
            <a:r>
              <a:rPr lang="en-US" sz="3200" spc="-64" kern="0" b="0" i="0" dirty="0">
                <a:solidFill>
                  <a:srgbClr val="070154"/>
                </a:solidFill>
                <a:latin typeface="IBM Plex Sans SemiBold"/>
                <a:ea typeface="IBM Plex Sans SemiBold"/>
                <a:cs typeface="IBM Plex Sans SemiBold"/>
              </a:rPr>
              <a:t xml:space="preserve">Build and Sustain</a:t>
            </a:r>
            <a:r>
              <a:rPr lang="en-US" sz="3200" spc="-590" kern="0" b="0" i="0" dirty="0">
                <a:solidFill>
                  <a:srgbClr val="070154"/>
                </a:solidFill>
                <a:latin typeface="IBM Plex Sans SemiBold"/>
                <a:ea typeface="IBM Plex Sans SemiBold"/>
                <a:cs typeface="IBM Plex Sans SemiBold"/>
              </a:rPr>
              <a:t xml:space="preserve"> </a:t>
            </a:r>
            <a:endParaRPr lang="en-US" sz="3200" spc="-64" kern="0" b="0" i="0" dirty="0">
              <a:solidFill>
                <a:srgbClr val="070154"/>
              </a:solidFill>
              <a:latin typeface="IBM Plex Sans SemiBold"/>
              <a:ea typeface="IBM Plex Sans SemiBold"/>
              <a:cs typeface="IBM Plex Sans SemiBold"/>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36</a:t>
            </a:fld>
            <a:endParaRPr lang="en-US" sz="700" spc="0" kern="0" b="0" i="0" dirty="0">
              <a:solidFill>
                <a:srgbClr val="070154"/>
              </a:solidFill>
              <a:latin typeface="IBM Plex Mono SemiBold"/>
              <a:ea typeface="IBM Plex Mono SemiBold"/>
              <a:cs typeface="IBM Plex Mono SemiBold"/>
            </a:endParaRPr>
          </a:p>
        </p:txBody>
      </p:sp>
      <p:grpSp>
        <p:nvGrpSpPr>
          <p:cNvPr id="33" name="node01"/>
          <p:cNvGrpSpPr/>
          <p:nvPr/>
        </p:nvGrpSpPr>
        <p:grpSpPr>
          <a:xfrm>
            <a:off x="723900" y="1600200"/>
            <a:ext cx="3429000" cy="3429000"/>
            <a:chOff x="723900" y="1600200"/>
            <a:chExt cx="3429000" cy="3429000"/>
          </a:xfrm>
        </p:grpSpPr>
        <p:sp>
          <p:nvSpPr>
            <p:cNvPr id="7" name="node01.container"/>
            <p:cNvSpPr/>
            <p:nvPr/>
          </p:nvSpPr>
          <p:spPr>
            <a:xfrm>
              <a:off x="723900" y="1600200"/>
              <a:ext cx="3429000" cy="3429000"/>
            </a:xfrm>
            <a:prstGeom prst="rect">
              <a:avLst/>
            </a:prstGeom>
            <a:solidFill>
              <a:srgbClr val="E8EEF8"/>
            </a:solidFill>
            <a:ln>
              <a:noFill/>
            </a:ln>
          </p:spPr>
        </p:sp>
        <p:sp>
          <p:nvSpPr>
            <p:cNvPr id="8" name="node01.edge"/>
            <p:cNvSpPr/>
            <p:nvPr/>
          </p:nvSpPr>
          <p:spPr>
            <a:xfrm>
              <a:off x="723900" y="1600200"/>
              <a:ext cx="76200" cy="3429000"/>
            </a:xfrm>
            <a:prstGeom prst="rect">
              <a:avLst/>
            </a:prstGeom>
            <a:solidFill>
              <a:srgbClr val="0047FF"/>
            </a:solidFill>
            <a:ln>
              <a:noFill/>
            </a:ln>
          </p:spPr>
        </p:sp>
        <p:sp>
          <p:nvSpPr>
            <p:cNvPr id="9" name="node01.label"/>
            <p:cNvSpPr/>
            <p:nvPr/>
          </p:nvSpPr>
          <p:spPr>
            <a:xfrm>
              <a:off x="1028700" y="1828800"/>
              <a:ext cx="2895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SHARED FOUNDATION</a:t>
              </a:r>
              <a:endParaRPr lang="en-US" sz="900" spc="54" kern="0" b="0" i="0" dirty="0">
                <a:solidFill>
                  <a:srgbClr val="0047FF"/>
                </a:solidFill>
                <a:latin typeface="IBM Plex Mono Medium"/>
                <a:ea typeface="IBM Plex Mono Medium"/>
                <a:cs typeface="IBM Plex Mono Medium"/>
              </a:endParaRPr>
            </a:p>
          </p:txBody>
        </p:sp>
        <p:sp>
          <p:nvSpPr>
            <p:cNvPr id="10" name="node01.body.item-001.bullets.item-001.marker"/>
            <p:cNvSpPr/>
            <p:nvPr/>
          </p:nvSpPr>
          <p:spPr>
            <a:xfrm>
              <a:off x="1028700" y="2108200"/>
              <a:ext cx="38100" cy="38100"/>
            </a:xfrm>
            <a:prstGeom prst="rect">
              <a:avLst/>
            </a:prstGeom>
            <a:solidFill>
              <a:srgbClr val="070154"/>
            </a:solidFill>
            <a:ln>
              <a:noFill/>
            </a:ln>
          </p:spPr>
        </p:sp>
        <p:sp>
          <p:nvSpPr>
            <p:cNvPr id="11" name="node01.body.item-001.bullets.item-001.text"/>
            <p:cNvSpPr/>
            <p:nvPr/>
          </p:nvSpPr>
          <p:spPr>
            <a:xfrm>
              <a:off x="1181100" y="2019300"/>
              <a:ext cx="27432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 xml:space="preserve">Source-backed evidence</a:t>
              </a:r>
              <a:r>
                <a:rPr lang="en-US" sz="1200" spc="0" kern="0" b="0" i="0" dirty="0">
                  <a:solidFill>
                    <a:srgbClr val="50658E"/>
                  </a:solidFill>
                  <a:latin typeface="IBM Plex Sans"/>
                  <a:ea typeface="IBM Plex Sans"/>
                  <a:cs typeface="IBM Plex Sans"/>
                </a:rPr>
                <a:t xml:space="preserve"> from code and data.</a:t>
              </a:r>
              <a:endParaRPr lang="en-US" sz="1200" spc="0" kern="0" b="0" i="0" dirty="0">
                <a:solidFill>
                  <a:srgbClr val="070154"/>
                </a:solidFill>
                <a:latin typeface="IBM Plex Sans"/>
                <a:ea typeface="IBM Plex Sans"/>
                <a:cs typeface="IBM Plex Sans"/>
              </a:endParaRPr>
            </a:p>
          </p:txBody>
        </p:sp>
        <p:sp>
          <p:nvSpPr>
            <p:cNvPr id="12" name="node01.body.item-001.bullets.item-002.marker"/>
            <p:cNvSpPr/>
            <p:nvPr/>
          </p:nvSpPr>
          <p:spPr>
            <a:xfrm>
              <a:off x="1028700" y="2603500"/>
              <a:ext cx="38100" cy="38100"/>
            </a:xfrm>
            <a:prstGeom prst="rect">
              <a:avLst/>
            </a:prstGeom>
            <a:solidFill>
              <a:srgbClr val="070154"/>
            </a:solidFill>
            <a:ln>
              <a:noFill/>
            </a:ln>
          </p:spPr>
        </p:sp>
        <p:sp>
          <p:nvSpPr>
            <p:cNvPr id="13" name="node01.body.item-001.bullets.item-002.text"/>
            <p:cNvSpPr/>
            <p:nvPr/>
          </p:nvSpPr>
          <p:spPr>
            <a:xfrm>
              <a:off x="1181100" y="2514600"/>
              <a:ext cx="27432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 xml:space="preserve">Validated process context</a:t>
              </a:r>
              <a:r>
                <a:rPr lang="en-US" sz="1200" spc="0" kern="0" b="0" i="0" dirty="0">
                  <a:solidFill>
                    <a:srgbClr val="50658E"/>
                  </a:solidFill>
                  <a:latin typeface="IBM Plex Sans"/>
                  <a:ea typeface="IBM Plex Sans"/>
                  <a:cs typeface="IBM Plex Sans"/>
                </a:rPr>
                <a:t xml:space="preserve"> owned by the business.</a:t>
              </a:r>
              <a:endParaRPr lang="en-US" sz="1200" spc="0" kern="0" b="0" i="0" dirty="0">
                <a:solidFill>
                  <a:srgbClr val="070154"/>
                </a:solidFill>
                <a:latin typeface="IBM Plex Sans"/>
                <a:ea typeface="IBM Plex Sans"/>
                <a:cs typeface="IBM Plex Sans"/>
              </a:endParaRPr>
            </a:p>
          </p:txBody>
        </p:sp>
        <p:sp>
          <p:nvSpPr>
            <p:cNvPr id="14" name="node01.body.item-001.bullets.item-003.marker"/>
            <p:cNvSpPr/>
            <p:nvPr/>
          </p:nvSpPr>
          <p:spPr>
            <a:xfrm>
              <a:off x="1028700" y="3098800"/>
              <a:ext cx="38100" cy="38100"/>
            </a:xfrm>
            <a:prstGeom prst="rect">
              <a:avLst/>
            </a:prstGeom>
            <a:solidFill>
              <a:srgbClr val="070154"/>
            </a:solidFill>
            <a:ln>
              <a:noFill/>
            </a:ln>
          </p:spPr>
        </p:sp>
        <p:sp>
          <p:nvSpPr>
            <p:cNvPr id="15" name="node01.body.item-001.bullets.item-003.text"/>
            <p:cNvSpPr/>
            <p:nvPr/>
          </p:nvSpPr>
          <p:spPr>
            <a:xfrm>
              <a:off x="1181100" y="3009900"/>
              <a:ext cx="27432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 xml:space="preserve">Approved decisions</a:t>
              </a:r>
              <a:r>
                <a:rPr lang="en-US" sz="1200" spc="0" kern="0" b="0" i="0" dirty="0">
                  <a:solidFill>
                    <a:srgbClr val="50658E"/>
                  </a:solidFill>
                  <a:latin typeface="IBM Plex Sans"/>
                  <a:ea typeface="IBM Plex Sans"/>
                  <a:cs typeface="IBM Plex Sans"/>
                </a:rPr>
                <a:t xml:space="preserve"> and current artifacts.</a:t>
              </a:r>
              <a:endParaRPr lang="en-US" sz="1200" spc="0" kern="0" b="0" i="0" dirty="0">
                <a:solidFill>
                  <a:srgbClr val="070154"/>
                </a:solidFill>
                <a:latin typeface="IBM Plex Sans"/>
                <a:ea typeface="IBM Plex Sans"/>
                <a:cs typeface="IBM Plex Sans"/>
              </a:endParaRPr>
            </a:p>
          </p:txBody>
        </p:sp>
        <p:sp>
          <p:nvSpPr>
            <p:cNvPr id="16" name="node01.body.item-001.bullets.item-004.marker"/>
            <p:cNvSpPr/>
            <p:nvPr/>
          </p:nvSpPr>
          <p:spPr>
            <a:xfrm>
              <a:off x="1028700" y="3594100"/>
              <a:ext cx="38100" cy="38100"/>
            </a:xfrm>
            <a:prstGeom prst="rect">
              <a:avLst/>
            </a:prstGeom>
            <a:solidFill>
              <a:srgbClr val="070154"/>
            </a:solidFill>
            <a:ln>
              <a:noFill/>
            </a:ln>
          </p:spPr>
        </p:sp>
        <p:sp>
          <p:nvSpPr>
            <p:cNvPr id="17" name="node01.body.item-001.bullets.item-004.text"/>
            <p:cNvSpPr/>
            <p:nvPr/>
          </p:nvSpPr>
          <p:spPr>
            <a:xfrm>
              <a:off x="1181100" y="3505200"/>
              <a:ext cx="27432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 xml:space="preserve">Review and test results</a:t>
              </a:r>
              <a:r>
                <a:rPr lang="en-US" sz="1200" spc="0" kern="0" b="0" i="0" dirty="0">
                  <a:solidFill>
                    <a:srgbClr val="50658E"/>
                  </a:solidFill>
                  <a:latin typeface="IBM Plex Sans"/>
                  <a:ea typeface="IBM Plex Sans"/>
                  <a:cs typeface="IBM Plex Sans"/>
                </a:rPr>
                <a:t xml:space="preserve"> kept beside the evidence.</a:t>
              </a:r>
              <a:endParaRPr lang="en-US" sz="1200" spc="0" kern="0" b="0" i="0" dirty="0">
                <a:solidFill>
                  <a:srgbClr val="070154"/>
                </a:solidFill>
                <a:latin typeface="IBM Plex Sans"/>
                <a:ea typeface="IBM Plex Sans"/>
                <a:cs typeface="IBM Plex Sans"/>
              </a:endParaRPr>
            </a:p>
          </p:txBody>
        </p:sp>
        <p:sp>
          <p:nvSpPr>
            <p:cNvPr id="18" name="node01.body.item-002.paragraph"/>
            <p:cNvSpPr/>
            <p:nvPr/>
          </p:nvSpPr>
          <p:spPr>
            <a:xfrm>
              <a:off x="1028700" y="4000500"/>
              <a:ext cx="28956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Governed retrieval connects the foundation to bounded work.</a:t>
              </a:r>
              <a:endParaRPr lang="en-US" sz="1200" spc="0" kern="0" b="0" i="0" dirty="0">
                <a:solidFill>
                  <a:srgbClr val="50658E"/>
                </a:solidFill>
                <a:latin typeface="IBM Plex Sans"/>
                <a:ea typeface="IBM Plex Sans"/>
                <a:cs typeface="IBM Plex Sans"/>
              </a:endParaRPr>
            </a:p>
          </p:txBody>
        </p:sp>
      </p:grpSp>
      <p:grpSp>
        <p:nvGrpSpPr>
          <p:cNvPr id="34" name="node02"/>
          <p:cNvGrpSpPr/>
          <p:nvPr/>
        </p:nvGrpSpPr>
        <p:grpSpPr>
          <a:xfrm>
            <a:off x="4381500" y="1600200"/>
            <a:ext cx="7086600" cy="1600200"/>
            <a:chOff x="4381500" y="1600200"/>
            <a:chExt cx="7086600" cy="1600200"/>
          </a:xfrm>
        </p:grpSpPr>
        <p:sp>
          <p:nvSpPr>
            <p:cNvPr id="19" name="node02.surface"/>
            <p:cNvSpPr/>
            <p:nvPr/>
          </p:nvSpPr>
          <p:spPr>
            <a:xfrm>
              <a:off x="4381500" y="1600200"/>
              <a:ext cx="7086600" cy="1600200"/>
            </a:xfrm>
            <a:prstGeom prst="rect">
              <a:avLst/>
            </a:prstGeom>
            <a:solidFill>
              <a:srgbClr val="070154"/>
            </a:solidFill>
            <a:ln>
              <a:noFill/>
            </a:ln>
          </p:spPr>
        </p:sp>
      </p:grpSp>
      <p:grpSp>
        <p:nvGrpSpPr>
          <p:cNvPr id="35" name="node03"/>
          <p:cNvGrpSpPr/>
          <p:nvPr/>
        </p:nvGrpSpPr>
        <p:grpSpPr>
          <a:xfrm>
            <a:off x="4610100" y="1752600"/>
            <a:ext cx="6629400" cy="304800"/>
            <a:chOff x="4610100" y="1752600"/>
            <a:chExt cx="6629400" cy="304800"/>
          </a:xfrm>
        </p:grpSpPr>
        <p:sp>
          <p:nvSpPr>
            <p:cNvPr id="20" name="node03.text"/>
            <p:cNvSpPr/>
            <p:nvPr/>
          </p:nvSpPr>
          <p:spPr>
            <a:xfrm>
              <a:off x="4610100" y="1752600"/>
              <a:ext cx="66294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FFFFFF"/>
                  </a:solidFill>
                  <a:latin typeface="IBM Plex Sans SemiBold"/>
                  <a:ea typeface="IBM Plex Sans SemiBold"/>
                  <a:cs typeface="IBM Plex Sans SemiBold"/>
                </a:rPr>
                <a:t>Build</a:t>
              </a:r>
              <a:endParaRPr lang="en-US" sz="1800" spc="-18" kern="0" b="0" i="0" dirty="0">
                <a:solidFill>
                  <a:srgbClr val="FFFFFF"/>
                </a:solidFill>
                <a:latin typeface="IBM Plex Sans SemiBold"/>
                <a:ea typeface="IBM Plex Sans SemiBold"/>
                <a:cs typeface="IBM Plex Sans SemiBold"/>
              </a:endParaRPr>
            </a:p>
          </p:txBody>
        </p:sp>
      </p:grpSp>
      <p:grpSp>
        <p:nvGrpSpPr>
          <p:cNvPr id="36" name="node04"/>
          <p:cNvGrpSpPr/>
          <p:nvPr/>
        </p:nvGrpSpPr>
        <p:grpSpPr>
          <a:xfrm>
            <a:off x="4610100" y="2133600"/>
            <a:ext cx="3200400" cy="152400"/>
            <a:chOff x="4610100" y="2133600"/>
            <a:chExt cx="3200400" cy="152400"/>
          </a:xfrm>
        </p:grpSpPr>
        <p:sp>
          <p:nvSpPr>
            <p:cNvPr id="21" name="node04.text"/>
            <p:cNvSpPr/>
            <p:nvPr/>
          </p:nvSpPr>
          <p:spPr>
            <a:xfrm>
              <a:off x="4610100" y="2133600"/>
              <a:ext cx="32004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900D3"/>
                  </a:solidFill>
                  <a:latin typeface="IBM Plex Mono Medium"/>
                  <a:ea typeface="IBM Plex Mono Medium"/>
                  <a:cs typeface="IBM Plex Mono Medium"/>
                </a:rPr>
                <a:t>HOW CONTEXT IS USED</a:t>
              </a:r>
              <a:endParaRPr lang="en-US" sz="900" spc="54" kern="0" b="0" i="0" dirty="0">
                <a:solidFill>
                  <a:srgbClr val="F900D3"/>
                </a:solidFill>
                <a:latin typeface="IBM Plex Mono Medium"/>
                <a:ea typeface="IBM Plex Mono Medium"/>
                <a:cs typeface="IBM Plex Mono Medium"/>
              </a:endParaRPr>
            </a:p>
          </p:txBody>
        </p:sp>
      </p:grpSp>
      <p:grpSp>
        <p:nvGrpSpPr>
          <p:cNvPr id="37" name="node05"/>
          <p:cNvGrpSpPr/>
          <p:nvPr/>
        </p:nvGrpSpPr>
        <p:grpSpPr>
          <a:xfrm>
            <a:off x="4610100" y="2336800"/>
            <a:ext cx="3200400" cy="685800"/>
            <a:chOff x="4610100" y="2336800"/>
            <a:chExt cx="3200400" cy="685800"/>
          </a:xfrm>
        </p:grpSpPr>
        <p:sp>
          <p:nvSpPr>
            <p:cNvPr id="22" name="node05.text"/>
            <p:cNvSpPr/>
            <p:nvPr/>
          </p:nvSpPr>
          <p:spPr>
            <a:xfrm>
              <a:off x="4610100" y="2336800"/>
              <a:ext cx="3200400" cy="685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Retrieve process, rules, requirements and open questions for a bounded design, coding, testing or cutover task.</a:t>
              </a:r>
              <a:endParaRPr lang="en-US" sz="1200" spc="0" kern="0" b="0" i="0" dirty="0">
                <a:solidFill>
                  <a:srgbClr val="FFFFFF"/>
                </a:solidFill>
                <a:latin typeface="IBM Plex Sans"/>
                <a:ea typeface="IBM Plex Sans"/>
                <a:cs typeface="IBM Plex Sans"/>
              </a:endParaRPr>
            </a:p>
          </p:txBody>
        </p:sp>
      </p:grpSp>
      <p:grpSp>
        <p:nvGrpSpPr>
          <p:cNvPr id="38" name="node06"/>
          <p:cNvGrpSpPr/>
          <p:nvPr/>
        </p:nvGrpSpPr>
        <p:grpSpPr>
          <a:xfrm>
            <a:off x="8039100" y="2133600"/>
            <a:ext cx="3200400" cy="152400"/>
            <a:chOff x="8039100" y="2133600"/>
            <a:chExt cx="3200400" cy="152400"/>
          </a:xfrm>
        </p:grpSpPr>
        <p:sp>
          <p:nvSpPr>
            <p:cNvPr id="23" name="node06.text"/>
            <p:cNvSpPr/>
            <p:nvPr/>
          </p:nvSpPr>
          <p:spPr>
            <a:xfrm>
              <a:off x="8039100" y="2133600"/>
              <a:ext cx="32004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FFFFF"/>
                  </a:solidFill>
                  <a:latin typeface="IBM Plex Mono Medium"/>
                  <a:ea typeface="IBM Plex Mono Medium"/>
                  <a:cs typeface="IBM Plex Mono Medium"/>
                </a:rPr>
                <a:t>VALUE OPPORTUNITY</a:t>
              </a:r>
              <a:endParaRPr lang="en-US" sz="900" spc="54" kern="0" b="0" i="0" dirty="0">
                <a:solidFill>
                  <a:srgbClr val="FFFFFF"/>
                </a:solidFill>
                <a:latin typeface="IBM Plex Mono Medium"/>
                <a:ea typeface="IBM Plex Mono Medium"/>
                <a:cs typeface="IBM Plex Mono Medium"/>
              </a:endParaRPr>
            </a:p>
          </p:txBody>
        </p:sp>
      </p:grpSp>
      <p:grpSp>
        <p:nvGrpSpPr>
          <p:cNvPr id="39" name="node07"/>
          <p:cNvGrpSpPr/>
          <p:nvPr/>
        </p:nvGrpSpPr>
        <p:grpSpPr>
          <a:xfrm>
            <a:off x="8039100" y="2336800"/>
            <a:ext cx="3200400" cy="457200"/>
            <a:chOff x="8039100" y="2336800"/>
            <a:chExt cx="3200400" cy="457200"/>
          </a:xfrm>
        </p:grpSpPr>
        <p:sp>
          <p:nvSpPr>
            <p:cNvPr id="24" name="node07.text"/>
            <p:cNvSpPr/>
            <p:nvPr/>
          </p:nvSpPr>
          <p:spPr>
            <a:xfrm>
              <a:off x="8039100" y="2336800"/>
              <a:ext cx="32004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Warmer handoffs, faster prototyping, stronger traceability and earlier visibility of gaps.</a:t>
              </a:r>
              <a:endParaRPr lang="en-US" sz="1200" spc="0" kern="0" b="0" i="0" dirty="0">
                <a:solidFill>
                  <a:srgbClr val="FFFFFF"/>
                </a:solidFill>
                <a:latin typeface="IBM Plex Sans"/>
                <a:ea typeface="IBM Plex Sans"/>
                <a:cs typeface="IBM Plex Sans"/>
              </a:endParaRPr>
            </a:p>
          </p:txBody>
        </p:sp>
      </p:grpSp>
      <p:grpSp>
        <p:nvGrpSpPr>
          <p:cNvPr id="40" name="node08"/>
          <p:cNvGrpSpPr/>
          <p:nvPr/>
        </p:nvGrpSpPr>
        <p:grpSpPr>
          <a:xfrm>
            <a:off x="4381500" y="3429000"/>
            <a:ext cx="7086600" cy="1600200"/>
            <a:chOff x="4381500" y="3429000"/>
            <a:chExt cx="7086600" cy="1600200"/>
          </a:xfrm>
        </p:grpSpPr>
        <p:sp>
          <p:nvSpPr>
            <p:cNvPr id="25" name="node08.surface"/>
            <p:cNvSpPr/>
            <p:nvPr/>
          </p:nvSpPr>
          <p:spPr>
            <a:xfrm>
              <a:off x="4381500" y="3429000"/>
              <a:ext cx="7086600" cy="1600200"/>
            </a:xfrm>
            <a:prstGeom prst="rect">
              <a:avLst/>
            </a:prstGeom>
            <a:solidFill>
              <a:srgbClr val="E8EEF8"/>
            </a:solidFill>
            <a:ln>
              <a:noFill/>
            </a:ln>
          </p:spPr>
        </p:sp>
      </p:grpSp>
      <p:grpSp>
        <p:nvGrpSpPr>
          <p:cNvPr id="41" name="node09"/>
          <p:cNvGrpSpPr/>
          <p:nvPr/>
        </p:nvGrpSpPr>
        <p:grpSpPr>
          <a:xfrm>
            <a:off x="4610100" y="3581400"/>
            <a:ext cx="6629400" cy="304800"/>
            <a:chOff x="4610100" y="3581400"/>
            <a:chExt cx="6629400" cy="304800"/>
          </a:xfrm>
        </p:grpSpPr>
        <p:sp>
          <p:nvSpPr>
            <p:cNvPr id="26" name="node09.text"/>
            <p:cNvSpPr/>
            <p:nvPr/>
          </p:nvSpPr>
          <p:spPr>
            <a:xfrm>
              <a:off x="4610100" y="3581400"/>
              <a:ext cx="66294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Sustain</a:t>
              </a:r>
              <a:endParaRPr lang="en-US" sz="1800" spc="-18" kern="0" b="0" i="0" dirty="0">
                <a:solidFill>
                  <a:srgbClr val="070154"/>
                </a:solidFill>
                <a:latin typeface="IBM Plex Sans SemiBold"/>
                <a:ea typeface="IBM Plex Sans SemiBold"/>
                <a:cs typeface="IBM Plex Sans SemiBold"/>
              </a:endParaRPr>
            </a:p>
          </p:txBody>
        </p:sp>
      </p:grpSp>
      <p:grpSp>
        <p:nvGrpSpPr>
          <p:cNvPr id="42" name="node10"/>
          <p:cNvGrpSpPr/>
          <p:nvPr/>
        </p:nvGrpSpPr>
        <p:grpSpPr>
          <a:xfrm>
            <a:off x="4610100" y="3962400"/>
            <a:ext cx="3200400" cy="152400"/>
            <a:chOff x="4610100" y="3962400"/>
            <a:chExt cx="3200400" cy="152400"/>
          </a:xfrm>
        </p:grpSpPr>
        <p:sp>
          <p:nvSpPr>
            <p:cNvPr id="27" name="node10.text"/>
            <p:cNvSpPr/>
            <p:nvPr/>
          </p:nvSpPr>
          <p:spPr>
            <a:xfrm>
              <a:off x="4610100" y="3962400"/>
              <a:ext cx="32004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HOW CONTEXT IS USED</a:t>
              </a:r>
              <a:endParaRPr lang="en-US" sz="900" spc="54" kern="0" b="0" i="0" dirty="0">
                <a:solidFill>
                  <a:srgbClr val="0047FF"/>
                </a:solidFill>
                <a:latin typeface="IBM Plex Mono Medium"/>
                <a:ea typeface="IBM Plex Mono Medium"/>
                <a:cs typeface="IBM Plex Mono Medium"/>
              </a:endParaRPr>
            </a:p>
          </p:txBody>
        </p:sp>
      </p:grpSp>
      <p:grpSp>
        <p:nvGrpSpPr>
          <p:cNvPr id="43" name="node11"/>
          <p:cNvGrpSpPr/>
          <p:nvPr/>
        </p:nvGrpSpPr>
        <p:grpSpPr>
          <a:xfrm>
            <a:off x="4610100" y="4165600"/>
            <a:ext cx="3200400" cy="685800"/>
            <a:chOff x="4610100" y="4165600"/>
            <a:chExt cx="3200400" cy="685800"/>
          </a:xfrm>
        </p:grpSpPr>
        <p:sp>
          <p:nvSpPr>
            <p:cNvPr id="28" name="node11.text"/>
            <p:cNvSpPr/>
            <p:nvPr/>
          </p:nvSpPr>
          <p:spPr>
            <a:xfrm>
              <a:off x="4610100" y="4165600"/>
              <a:ext cx="3200400" cy="685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Connect bug reports and change requests to documented intent, architecture and tests for impact analysis.</a:t>
              </a:r>
              <a:endParaRPr lang="en-US" sz="1200" spc="0" kern="0" b="0" i="0" dirty="0">
                <a:solidFill>
                  <a:srgbClr val="070154"/>
                </a:solidFill>
                <a:latin typeface="IBM Plex Sans"/>
                <a:ea typeface="IBM Plex Sans"/>
                <a:cs typeface="IBM Plex Sans"/>
              </a:endParaRPr>
            </a:p>
          </p:txBody>
        </p:sp>
      </p:grpSp>
      <p:grpSp>
        <p:nvGrpSpPr>
          <p:cNvPr id="44" name="node12"/>
          <p:cNvGrpSpPr/>
          <p:nvPr/>
        </p:nvGrpSpPr>
        <p:grpSpPr>
          <a:xfrm>
            <a:off x="8039100" y="3962400"/>
            <a:ext cx="3200400" cy="152400"/>
            <a:chOff x="8039100" y="3962400"/>
            <a:chExt cx="3200400" cy="152400"/>
          </a:xfrm>
        </p:grpSpPr>
        <p:sp>
          <p:nvSpPr>
            <p:cNvPr id="29" name="node12.text"/>
            <p:cNvSpPr/>
            <p:nvPr/>
          </p:nvSpPr>
          <p:spPr>
            <a:xfrm>
              <a:off x="8039100" y="3962400"/>
              <a:ext cx="32004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VALUE OPPORTUNITY</a:t>
              </a:r>
              <a:endParaRPr lang="en-US" sz="900" spc="54" kern="0" b="0" i="0" dirty="0">
                <a:solidFill>
                  <a:srgbClr val="0047FF"/>
                </a:solidFill>
                <a:latin typeface="IBM Plex Mono Medium"/>
                <a:ea typeface="IBM Plex Mono Medium"/>
                <a:cs typeface="IBM Plex Mono Medium"/>
              </a:endParaRPr>
            </a:p>
          </p:txBody>
        </p:sp>
      </p:grpSp>
      <p:grpSp>
        <p:nvGrpSpPr>
          <p:cNvPr id="45" name="node13"/>
          <p:cNvGrpSpPr/>
          <p:nvPr/>
        </p:nvGrpSpPr>
        <p:grpSpPr>
          <a:xfrm>
            <a:off x="8039100" y="4165600"/>
            <a:ext cx="3200400" cy="685800"/>
            <a:chOff x="8039100" y="4165600"/>
            <a:chExt cx="3200400" cy="685800"/>
          </a:xfrm>
        </p:grpSpPr>
        <p:sp>
          <p:nvSpPr>
            <p:cNvPr id="30" name="node13.text"/>
            <p:cNvSpPr/>
            <p:nvPr/>
          </p:nvSpPr>
          <p:spPr>
            <a:xfrm>
              <a:off x="8039100" y="4165600"/>
              <a:ext cx="3200400" cy="685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Faster investigation, better knowledge preservation and less maintenance effort over time.</a:t>
              </a:r>
              <a:endParaRPr lang="en-US" sz="1200" spc="0" kern="0" b="0" i="0" dirty="0">
                <a:solidFill>
                  <a:srgbClr val="070154"/>
                </a:solidFill>
                <a:latin typeface="IBM Plex Sans"/>
                <a:ea typeface="IBM Plex Sans"/>
                <a:cs typeface="IBM Plex Sans"/>
              </a:endParaRPr>
            </a:p>
          </p:txBody>
        </p:sp>
      </p:grpSp>
      <p:grpSp>
        <p:nvGrpSpPr>
          <p:cNvPr id="46" name="node14"/>
          <p:cNvGrpSpPr/>
          <p:nvPr/>
        </p:nvGrpSpPr>
        <p:grpSpPr>
          <a:xfrm>
            <a:off x="723900" y="5257800"/>
            <a:ext cx="10744200" cy="457200"/>
            <a:chOff x="723900" y="5257800"/>
            <a:chExt cx="10744200" cy="457200"/>
          </a:xfrm>
        </p:grpSpPr>
        <p:sp>
          <p:nvSpPr>
            <p:cNvPr id="31" name="node14.surface"/>
            <p:cNvSpPr/>
            <p:nvPr/>
          </p:nvSpPr>
          <p:spPr>
            <a:xfrm>
              <a:off x="723900" y="5257800"/>
              <a:ext cx="10744200" cy="457200"/>
            </a:xfrm>
            <a:prstGeom prst="rect">
              <a:avLst/>
            </a:prstGeom>
            <a:solidFill>
              <a:srgbClr val="070154"/>
            </a:solidFill>
            <a:ln>
              <a:noFill/>
            </a:ln>
          </p:spPr>
        </p:sp>
        <p:sp>
          <p:nvSpPr>
            <p:cNvPr id="32" name="node14.text"/>
            <p:cNvSpPr/>
            <p:nvPr/>
          </p:nvSpPr>
          <p:spPr>
            <a:xfrm>
              <a:off x="876300" y="5372100"/>
              <a:ext cx="104394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The context layer compounds in value only while teams keep it current, governed and source-linked.</a:t>
              </a:r>
              <a:endParaRPr lang="en-US" sz="1200" spc="0" kern="0" b="0" i="0" dirty="0">
                <a:solidFill>
                  <a:srgbClr val="FFFFFF"/>
                </a:solidFill>
                <a:latin typeface="IBM Plex Sans"/>
                <a:ea typeface="IBM Plex Sans"/>
                <a:cs typeface="IBM Plex Sans"/>
              </a:endParaRPr>
            </a:p>
          </p:txBody>
        </p:sp>
      </p:gr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ource-157">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HOW THE DECISION WAS MADE</a:t>
            </a:r>
            <a:endParaRPr lang="en-US" sz="1000" spc="80" kern="0" b="0" i="0" dirty="0">
              <a:solidFill>
                <a:srgbClr val="0047FF"/>
              </a:solidFill>
              <a:latin typeface="IBM Plex Mono SemiBold"/>
              <a:ea typeface="IBM Plex Mono SemiBold"/>
              <a:cs typeface="IBM Plex Mono SemiBold"/>
            </a:endParaRPr>
          </a:p>
        </p:txBody>
      </p:sp>
      <p:pic>
        <p:nvPicPr>
          <p:cNvPr id="4" name="title.mark-002-001" descr="underscore; canonical SHA256=49d5a97f776a33dcf11e794bad153776f1f33cf3747f42e2c277857faa224278; resolved ink=070154">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768113" y="1078992"/>
            <a:ext cx="1874462" cy="169109"/>
          </a:xfrm>
          <a:prstGeom prst="rect">
            <a:avLst/>
          </a:prstGeom>
        </p:spPr>
      </p:pic>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 xml:space="preserve">Six weeks from question to a decision on the </a:t>
            </a:r>
            <a:r>
              <a:rPr lang="en-US" sz="3200" spc="-64" kern="0" b="0" i="0" dirty="0">
                <a:solidFill>
                  <a:srgbClr val="070154"/>
                </a:solidFill>
                <a:latin typeface="IBM Plex Sans SemiBold"/>
                <a:ea typeface="IBM Plex Sans SemiBold"/>
                <a:cs typeface="IBM Plex Sans SemiBold"/>
              </a:rPr>
              <a:t xml:space="preserve">event bus</a:t>
            </a:r>
            <a:endParaRPr lang="en-US" sz="3200" spc="-64" kern="0" b="0" i="0" dirty="0">
              <a:solidFill>
                <a:srgbClr val="070154"/>
              </a:solidFill>
              <a:latin typeface="IBM Plex Sans SemiBold"/>
              <a:ea typeface="IBM Plex Sans SemiBold"/>
              <a:cs typeface="IBM Plex Sans SemiBold"/>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37</a:t>
            </a:fld>
            <a:endParaRPr lang="en-US" sz="700" spc="0" kern="0" b="0" i="0" dirty="0">
              <a:solidFill>
                <a:srgbClr val="070154"/>
              </a:solidFill>
              <a:latin typeface="IBM Plex Mono SemiBold"/>
              <a:ea typeface="IBM Plex Mono SemiBold"/>
              <a:cs typeface="IBM Plex Mono SemiBold"/>
            </a:endParaRPr>
          </a:p>
        </p:txBody>
      </p:sp>
      <p:grpSp>
        <p:nvGrpSpPr>
          <p:cNvPr id="57" name="node01"/>
          <p:cNvGrpSpPr/>
          <p:nvPr/>
        </p:nvGrpSpPr>
        <p:grpSpPr>
          <a:xfrm>
            <a:off x="723900" y="1638300"/>
            <a:ext cx="10515600" cy="800100"/>
            <a:chOff x="723900" y="1638300"/>
            <a:chExt cx="10515600" cy="800100"/>
          </a:xfrm>
        </p:grpSpPr>
        <p:sp>
          <p:nvSpPr>
            <p:cNvPr id="7" name="node01.base"/>
            <p:cNvSpPr/>
            <p:nvPr/>
          </p:nvSpPr>
          <p:spPr>
            <a:xfrm>
              <a:off x="800100" y="1714500"/>
              <a:ext cx="8595360" cy="0"/>
            </a:xfrm>
            <a:custGeom>
              <a:avLst/>
              <a:gdLst/>
              <a:ahLst/>
              <a:cxnLst/>
              <a:rect l="l" t="t" r="r" b="b"/>
              <a:pathLst>
                <a:path w="8595360">
                  <a:moveTo>
                    <a:pt x="0" y="0"/>
                  </a:moveTo>
                  <a:lnTo>
                    <a:pt x="8595360" y="0"/>
                  </a:lnTo>
                </a:path>
              </a:pathLst>
            </a:custGeom>
            <a:ln w="25400">
              <a:solidFill>
                <a:srgbClr val="CED7E6"/>
              </a:solidFill>
              <a:prstDash val="solid"/>
            </a:ln>
          </p:spPr>
        </p:sp>
        <p:sp>
          <p:nvSpPr>
            <p:cNvPr id="8" name="node01.steps.slot-001.marker"/>
            <p:cNvSpPr/>
            <p:nvPr/>
          </p:nvSpPr>
          <p:spPr>
            <a:xfrm>
              <a:off x="723900" y="1638300"/>
              <a:ext cx="152400" cy="152400"/>
            </a:xfrm>
            <a:prstGeom prst="rect">
              <a:avLst/>
            </a:prstGeom>
            <a:solidFill>
              <a:srgbClr val="070154"/>
            </a:solidFill>
            <a:ln>
              <a:noFill/>
            </a:ln>
          </p:spPr>
        </p:sp>
        <p:sp>
          <p:nvSpPr>
            <p:cNvPr id="9" name="node01.steps.slot-001.part-0"/>
            <p:cNvSpPr/>
            <p:nvPr/>
          </p:nvSpPr>
          <p:spPr>
            <a:xfrm>
              <a:off x="723900" y="1981200"/>
              <a:ext cx="192024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4 AUG</a:t>
              </a:r>
              <a:endParaRPr lang="en-US" sz="900" spc="54" kern="0" b="0" i="0" dirty="0">
                <a:solidFill>
                  <a:srgbClr val="0047FF"/>
                </a:solidFill>
                <a:latin typeface="IBM Plex Mono Medium"/>
                <a:ea typeface="IBM Plex Mono Medium"/>
                <a:cs typeface="IBM Plex Mono Medium"/>
              </a:endParaRPr>
            </a:p>
          </p:txBody>
        </p:sp>
        <p:sp>
          <p:nvSpPr>
            <p:cNvPr id="10" name="node01.steps.slot-001.part-1"/>
            <p:cNvSpPr/>
            <p:nvPr/>
          </p:nvSpPr>
          <p:spPr>
            <a:xfrm>
              <a:off x="723900" y="2171700"/>
              <a:ext cx="192024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Question raised</a:t>
              </a:r>
              <a:endParaRPr lang="en-US" sz="1400" spc="0" kern="0" b="0" i="0" dirty="0">
                <a:solidFill>
                  <a:srgbClr val="070154"/>
                </a:solidFill>
                <a:latin typeface="IBM Plex Sans SemiBold"/>
                <a:ea typeface="IBM Plex Sans SemiBold"/>
                <a:cs typeface="IBM Plex Sans SemiBold"/>
              </a:endParaRPr>
            </a:p>
          </p:txBody>
        </p:sp>
        <p:sp>
          <p:nvSpPr>
            <p:cNvPr id="11" name="node01.steps.slot-002.marker"/>
            <p:cNvSpPr/>
            <p:nvPr/>
          </p:nvSpPr>
          <p:spPr>
            <a:xfrm>
              <a:off x="2872740" y="1638300"/>
              <a:ext cx="152400" cy="152400"/>
            </a:xfrm>
            <a:prstGeom prst="rect">
              <a:avLst/>
            </a:prstGeom>
            <a:solidFill>
              <a:srgbClr val="070154"/>
            </a:solidFill>
            <a:ln>
              <a:noFill/>
            </a:ln>
          </p:spPr>
        </p:sp>
        <p:sp>
          <p:nvSpPr>
            <p:cNvPr id="12" name="node01.steps.slot-002.part-0"/>
            <p:cNvSpPr/>
            <p:nvPr/>
          </p:nvSpPr>
          <p:spPr>
            <a:xfrm>
              <a:off x="2872740" y="1981200"/>
              <a:ext cx="192024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11 AUG</a:t>
              </a:r>
              <a:endParaRPr lang="en-US" sz="900" spc="54" kern="0" b="0" i="0" dirty="0">
                <a:solidFill>
                  <a:srgbClr val="0047FF"/>
                </a:solidFill>
                <a:latin typeface="IBM Plex Mono Medium"/>
                <a:ea typeface="IBM Plex Mono Medium"/>
                <a:cs typeface="IBM Plex Mono Medium"/>
              </a:endParaRPr>
            </a:p>
          </p:txBody>
        </p:sp>
        <p:sp>
          <p:nvSpPr>
            <p:cNvPr id="13" name="node01.steps.slot-002.part-1"/>
            <p:cNvSpPr/>
            <p:nvPr/>
          </p:nvSpPr>
          <p:spPr>
            <a:xfrm>
              <a:off x="2872740" y="2171700"/>
              <a:ext cx="192024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Options framed</a:t>
              </a:r>
              <a:endParaRPr lang="en-US" sz="1400" spc="0" kern="0" b="0" i="0" dirty="0">
                <a:solidFill>
                  <a:srgbClr val="070154"/>
                </a:solidFill>
                <a:latin typeface="IBM Plex Sans SemiBold"/>
                <a:ea typeface="IBM Plex Sans SemiBold"/>
                <a:cs typeface="IBM Plex Sans SemiBold"/>
              </a:endParaRPr>
            </a:p>
          </p:txBody>
        </p:sp>
        <p:sp>
          <p:nvSpPr>
            <p:cNvPr id="14" name="node01.steps.slot-003.marker"/>
            <p:cNvSpPr/>
            <p:nvPr/>
          </p:nvSpPr>
          <p:spPr>
            <a:xfrm>
              <a:off x="5021580" y="1638300"/>
              <a:ext cx="152400" cy="152400"/>
            </a:xfrm>
            <a:prstGeom prst="rect">
              <a:avLst/>
            </a:prstGeom>
            <a:solidFill>
              <a:srgbClr val="070154"/>
            </a:solidFill>
            <a:ln>
              <a:noFill/>
            </a:ln>
          </p:spPr>
        </p:sp>
        <p:sp>
          <p:nvSpPr>
            <p:cNvPr id="15" name="node01.steps.slot-003.part-0"/>
            <p:cNvSpPr/>
            <p:nvPr/>
          </p:nvSpPr>
          <p:spPr>
            <a:xfrm>
              <a:off x="5021580" y="1981200"/>
              <a:ext cx="192024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4 SEP</a:t>
              </a:r>
              <a:endParaRPr lang="en-US" sz="900" spc="54" kern="0" b="0" i="0" dirty="0">
                <a:solidFill>
                  <a:srgbClr val="0047FF"/>
                </a:solidFill>
                <a:latin typeface="IBM Plex Mono Medium"/>
                <a:ea typeface="IBM Plex Mono Medium"/>
                <a:cs typeface="IBM Plex Mono Medium"/>
              </a:endParaRPr>
            </a:p>
          </p:txBody>
        </p:sp>
        <p:sp>
          <p:nvSpPr>
            <p:cNvPr id="16" name="node01.steps.slot-003.part-1"/>
            <p:cNvSpPr/>
            <p:nvPr/>
          </p:nvSpPr>
          <p:spPr>
            <a:xfrm>
              <a:off x="5021580" y="2171700"/>
              <a:ext cx="192024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Evaluation</a:t>
              </a:r>
              <a:endParaRPr lang="en-US" sz="1400" spc="0" kern="0" b="0" i="0" dirty="0">
                <a:solidFill>
                  <a:srgbClr val="070154"/>
                </a:solidFill>
                <a:latin typeface="IBM Plex Sans SemiBold"/>
                <a:ea typeface="IBM Plex Sans SemiBold"/>
                <a:cs typeface="IBM Plex Sans SemiBold"/>
              </a:endParaRPr>
            </a:p>
          </p:txBody>
        </p:sp>
        <p:sp>
          <p:nvSpPr>
            <p:cNvPr id="17" name="node01.steps.slot-004.marker"/>
            <p:cNvSpPr/>
            <p:nvPr/>
          </p:nvSpPr>
          <p:spPr>
            <a:xfrm>
              <a:off x="7170420" y="1638300"/>
              <a:ext cx="152400" cy="152400"/>
            </a:xfrm>
            <a:prstGeom prst="rect">
              <a:avLst/>
            </a:prstGeom>
            <a:solidFill>
              <a:srgbClr val="070154"/>
            </a:solidFill>
            <a:ln>
              <a:noFill/>
            </a:ln>
          </p:spPr>
        </p:sp>
        <p:sp>
          <p:nvSpPr>
            <p:cNvPr id="18" name="node01.steps.slot-004.part-0"/>
            <p:cNvSpPr/>
            <p:nvPr/>
          </p:nvSpPr>
          <p:spPr>
            <a:xfrm>
              <a:off x="7170420" y="1981200"/>
              <a:ext cx="192024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12 SEP</a:t>
              </a:r>
              <a:endParaRPr lang="en-US" sz="900" spc="54" kern="0" b="0" i="0" dirty="0">
                <a:solidFill>
                  <a:srgbClr val="0047FF"/>
                </a:solidFill>
                <a:latin typeface="IBM Plex Mono Medium"/>
                <a:ea typeface="IBM Plex Mono Medium"/>
                <a:cs typeface="IBM Plex Mono Medium"/>
              </a:endParaRPr>
            </a:p>
          </p:txBody>
        </p:sp>
        <p:sp>
          <p:nvSpPr>
            <p:cNvPr id="19" name="node01.steps.slot-004.part-1"/>
            <p:cNvSpPr/>
            <p:nvPr/>
          </p:nvSpPr>
          <p:spPr>
            <a:xfrm>
              <a:off x="7170420" y="2171700"/>
              <a:ext cx="192024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Decision</a:t>
              </a:r>
              <a:endParaRPr lang="en-US" sz="1400" spc="0" kern="0" b="0" i="0" dirty="0">
                <a:solidFill>
                  <a:srgbClr val="070154"/>
                </a:solidFill>
                <a:latin typeface="IBM Plex Sans SemiBold"/>
                <a:ea typeface="IBM Plex Sans SemiBold"/>
                <a:cs typeface="IBM Plex Sans SemiBold"/>
              </a:endParaRPr>
            </a:p>
          </p:txBody>
        </p:sp>
        <p:sp>
          <p:nvSpPr>
            <p:cNvPr id="20" name="node01.steps.slot-005.marker"/>
            <p:cNvSpPr/>
            <p:nvPr/>
          </p:nvSpPr>
          <p:spPr>
            <a:xfrm>
              <a:off x="9319260" y="1638300"/>
              <a:ext cx="152400" cy="152400"/>
            </a:xfrm>
            <a:prstGeom prst="rect">
              <a:avLst/>
            </a:prstGeom>
            <a:solidFill>
              <a:srgbClr val="FFFFFF"/>
            </a:solidFill>
            <a:ln w="12700">
              <a:solidFill>
                <a:srgbClr val="070154"/>
              </a:solidFill>
              <a:prstDash val="solid"/>
            </a:ln>
          </p:spPr>
        </p:sp>
        <p:sp>
          <p:nvSpPr>
            <p:cNvPr id="21" name="node01.steps.slot-005.part-0"/>
            <p:cNvSpPr/>
            <p:nvPr/>
          </p:nvSpPr>
          <p:spPr>
            <a:xfrm>
              <a:off x="9319260" y="1981200"/>
              <a:ext cx="192024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12 SEP 2027</a:t>
              </a:r>
              <a:endParaRPr lang="en-US" sz="900" spc="54" kern="0" b="0" i="0" dirty="0">
                <a:solidFill>
                  <a:srgbClr val="0047FF"/>
                </a:solidFill>
                <a:latin typeface="IBM Plex Mono Medium"/>
                <a:ea typeface="IBM Plex Mono Medium"/>
                <a:cs typeface="IBM Plex Mono Medium"/>
              </a:endParaRPr>
            </a:p>
          </p:txBody>
        </p:sp>
        <p:sp>
          <p:nvSpPr>
            <p:cNvPr id="22" name="node01.steps.slot-005.part-1"/>
            <p:cNvSpPr/>
            <p:nvPr/>
          </p:nvSpPr>
          <p:spPr>
            <a:xfrm>
              <a:off x="9319260" y="2171700"/>
              <a:ext cx="192024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Review date</a:t>
              </a:r>
              <a:endParaRPr lang="en-US" sz="1400" spc="0" kern="0" b="0" i="0" dirty="0">
                <a:solidFill>
                  <a:srgbClr val="070154"/>
                </a:solidFill>
                <a:latin typeface="IBM Plex Sans SemiBold"/>
                <a:ea typeface="IBM Plex Sans SemiBold"/>
                <a:cs typeface="IBM Plex Sans SemiBold"/>
              </a:endParaRPr>
            </a:p>
          </p:txBody>
        </p:sp>
      </p:grpSp>
      <p:grpSp>
        <p:nvGrpSpPr>
          <p:cNvPr id="58" name="node02"/>
          <p:cNvGrpSpPr/>
          <p:nvPr/>
        </p:nvGrpSpPr>
        <p:grpSpPr>
          <a:xfrm>
            <a:off x="723900" y="2514600"/>
            <a:ext cx="1905000" cy="457200"/>
            <a:chOff x="723900" y="2514600"/>
            <a:chExt cx="1905000" cy="457200"/>
          </a:xfrm>
        </p:grpSpPr>
        <p:sp>
          <p:nvSpPr>
            <p:cNvPr id="23" name="node02.text"/>
            <p:cNvSpPr/>
            <p:nvPr/>
          </p:nvSpPr>
          <p:spPr>
            <a:xfrm>
              <a:off x="723900" y="2514600"/>
              <a:ext cx="19050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Integration incidents reach the board.</a:t>
              </a:r>
              <a:endParaRPr lang="en-US" sz="1200" spc="0" kern="0" b="0" i="0" dirty="0">
                <a:solidFill>
                  <a:srgbClr val="070154"/>
                </a:solidFill>
                <a:latin typeface="IBM Plex Sans"/>
                <a:ea typeface="IBM Plex Sans"/>
                <a:cs typeface="IBM Plex Sans"/>
              </a:endParaRPr>
            </a:p>
          </p:txBody>
        </p:sp>
      </p:grpSp>
      <p:grpSp>
        <p:nvGrpSpPr>
          <p:cNvPr id="59" name="node03"/>
          <p:cNvGrpSpPr/>
          <p:nvPr/>
        </p:nvGrpSpPr>
        <p:grpSpPr>
          <a:xfrm>
            <a:off x="2870200" y="2514600"/>
            <a:ext cx="1905000" cy="457200"/>
            <a:chOff x="2870200" y="2514600"/>
            <a:chExt cx="1905000" cy="457200"/>
          </a:xfrm>
        </p:grpSpPr>
        <p:sp>
          <p:nvSpPr>
            <p:cNvPr id="24" name="node03.text"/>
            <p:cNvSpPr/>
            <p:nvPr/>
          </p:nvSpPr>
          <p:spPr>
            <a:xfrm>
              <a:off x="2870200" y="2514600"/>
              <a:ext cx="19050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Three options and criteria agreed.</a:t>
              </a:r>
              <a:endParaRPr lang="en-US" sz="1200" spc="0" kern="0" b="0" i="0" dirty="0">
                <a:solidFill>
                  <a:srgbClr val="070154"/>
                </a:solidFill>
                <a:latin typeface="IBM Plex Sans"/>
                <a:ea typeface="IBM Plex Sans"/>
                <a:cs typeface="IBM Plex Sans"/>
              </a:endParaRPr>
            </a:p>
          </p:txBody>
        </p:sp>
      </p:grpSp>
      <p:grpSp>
        <p:nvGrpSpPr>
          <p:cNvPr id="60" name="node04"/>
          <p:cNvGrpSpPr/>
          <p:nvPr/>
        </p:nvGrpSpPr>
        <p:grpSpPr>
          <a:xfrm>
            <a:off x="5016500" y="2514600"/>
            <a:ext cx="1905000" cy="457200"/>
            <a:chOff x="5016500" y="2514600"/>
            <a:chExt cx="1905000" cy="457200"/>
          </a:xfrm>
        </p:grpSpPr>
        <p:sp>
          <p:nvSpPr>
            <p:cNvPr id="25" name="node04.text"/>
            <p:cNvSpPr/>
            <p:nvPr/>
          </p:nvSpPr>
          <p:spPr>
            <a:xfrm>
              <a:off x="5016500" y="2514600"/>
              <a:ext cx="19050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Workshop scores and a cost model.</a:t>
              </a:r>
              <a:endParaRPr lang="en-US" sz="1200" spc="0" kern="0" b="0" i="0" dirty="0">
                <a:solidFill>
                  <a:srgbClr val="070154"/>
                </a:solidFill>
                <a:latin typeface="IBM Plex Sans"/>
                <a:ea typeface="IBM Plex Sans"/>
                <a:cs typeface="IBM Plex Sans"/>
              </a:endParaRPr>
            </a:p>
          </p:txBody>
        </p:sp>
      </p:grpSp>
      <p:grpSp>
        <p:nvGrpSpPr>
          <p:cNvPr id="61" name="node05"/>
          <p:cNvGrpSpPr/>
          <p:nvPr/>
        </p:nvGrpSpPr>
        <p:grpSpPr>
          <a:xfrm>
            <a:off x="7162800" y="2514600"/>
            <a:ext cx="1905000" cy="457200"/>
            <a:chOff x="7162800" y="2514600"/>
            <a:chExt cx="1905000" cy="457200"/>
          </a:xfrm>
        </p:grpSpPr>
        <p:sp>
          <p:nvSpPr>
            <p:cNvPr id="26" name="node05.text"/>
            <p:cNvSpPr/>
            <p:nvPr/>
          </p:nvSpPr>
          <p:spPr>
            <a:xfrm>
              <a:off x="7162800" y="2514600"/>
              <a:ext cx="19050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Review board accepts Option B.</a:t>
              </a:r>
              <a:endParaRPr lang="en-US" sz="1200" spc="0" kern="0" b="0" i="0" dirty="0">
                <a:solidFill>
                  <a:srgbClr val="070154"/>
                </a:solidFill>
                <a:latin typeface="IBM Plex Sans"/>
                <a:ea typeface="IBM Plex Sans"/>
                <a:cs typeface="IBM Plex Sans"/>
              </a:endParaRPr>
            </a:p>
          </p:txBody>
        </p:sp>
      </p:grpSp>
      <p:grpSp>
        <p:nvGrpSpPr>
          <p:cNvPr id="62" name="node06"/>
          <p:cNvGrpSpPr/>
          <p:nvPr/>
        </p:nvGrpSpPr>
        <p:grpSpPr>
          <a:xfrm>
            <a:off x="9309100" y="2514600"/>
            <a:ext cx="1905000" cy="457200"/>
            <a:chOff x="9309100" y="2514600"/>
            <a:chExt cx="1905000" cy="457200"/>
          </a:xfrm>
        </p:grpSpPr>
        <p:sp>
          <p:nvSpPr>
            <p:cNvPr id="27" name="node06.text"/>
            <p:cNvSpPr/>
            <p:nvPr/>
          </p:nvSpPr>
          <p:spPr>
            <a:xfrm>
              <a:off x="9309100" y="2514600"/>
              <a:ext cx="19050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Check cost and incident targets.</a:t>
              </a:r>
              <a:endParaRPr lang="en-US" sz="1200" spc="0" kern="0" b="0" i="0" dirty="0">
                <a:solidFill>
                  <a:srgbClr val="070154"/>
                </a:solidFill>
                <a:latin typeface="IBM Plex Sans"/>
                <a:ea typeface="IBM Plex Sans"/>
                <a:cs typeface="IBM Plex Sans"/>
              </a:endParaRPr>
            </a:p>
          </p:txBody>
        </p:sp>
      </p:grpSp>
      <p:sp>
        <p:nvSpPr>
          <p:cNvPr id="28" name="node07"/>
          <p:cNvSpPr/>
          <p:nvPr/>
        </p:nvSpPr>
        <p:spPr>
          <a:xfrm>
            <a:off x="723900" y="3429000"/>
            <a:ext cx="10744200" cy="9525"/>
          </a:xfrm>
          <a:prstGeom prst="rect">
            <a:avLst/>
          </a:prstGeom>
          <a:solidFill>
            <a:srgbClr val="CED7E6"/>
          </a:solidFill>
          <a:ln>
            <a:noFill/>
          </a:ln>
        </p:spPr>
      </p:sp>
      <p:grpSp>
        <p:nvGrpSpPr>
          <p:cNvPr id="63" name="node08"/>
          <p:cNvGrpSpPr/>
          <p:nvPr/>
        </p:nvGrpSpPr>
        <p:grpSpPr>
          <a:xfrm>
            <a:off x="723900" y="3657600"/>
            <a:ext cx="5257800" cy="152400"/>
            <a:chOff x="723900" y="3657600"/>
            <a:chExt cx="5257800" cy="152400"/>
          </a:xfrm>
        </p:grpSpPr>
        <p:sp>
          <p:nvSpPr>
            <p:cNvPr id="29" name="node08.text"/>
            <p:cNvSpPr/>
            <p:nvPr/>
          </p:nvSpPr>
          <p:spPr>
            <a:xfrm>
              <a:off x="723900" y="3657600"/>
              <a:ext cx="5257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WHO TOOK PART</a:t>
              </a:r>
              <a:endParaRPr lang="en-US" sz="900" spc="54" kern="0" b="0" i="0" dirty="0">
                <a:solidFill>
                  <a:srgbClr val="50658E"/>
                </a:solidFill>
                <a:latin typeface="IBM Plex Mono Medium"/>
                <a:ea typeface="IBM Plex Mono Medium"/>
                <a:cs typeface="IBM Plex Mono Medium"/>
              </a:endParaRPr>
            </a:p>
          </p:txBody>
        </p:sp>
      </p:grpSp>
      <p:grpSp>
        <p:nvGrpSpPr>
          <p:cNvPr id="64" name="node09"/>
          <p:cNvGrpSpPr/>
          <p:nvPr/>
        </p:nvGrpSpPr>
        <p:grpSpPr>
          <a:xfrm>
            <a:off x="6210300" y="3657600"/>
            <a:ext cx="5257800" cy="152400"/>
            <a:chOff x="6210300" y="3657600"/>
            <a:chExt cx="5257800" cy="152400"/>
          </a:xfrm>
        </p:grpSpPr>
        <p:sp>
          <p:nvSpPr>
            <p:cNvPr id="30" name="node09.text"/>
            <p:cNvSpPr/>
            <p:nvPr/>
          </p:nvSpPr>
          <p:spPr>
            <a:xfrm>
              <a:off x="6210300" y="3657600"/>
              <a:ext cx="5257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EVIDENCE REVIEWED</a:t>
              </a:r>
              <a:endParaRPr lang="en-US" sz="900" spc="54" kern="0" b="0" i="0" dirty="0">
                <a:solidFill>
                  <a:srgbClr val="50658E"/>
                </a:solidFill>
                <a:latin typeface="IBM Plex Mono Medium"/>
                <a:ea typeface="IBM Plex Mono Medium"/>
                <a:cs typeface="IBM Plex Mono Medium"/>
              </a:endParaRPr>
            </a:p>
          </p:txBody>
        </p:sp>
      </p:grpSp>
      <p:grpSp>
        <p:nvGrpSpPr>
          <p:cNvPr id="65" name="node10"/>
          <p:cNvGrpSpPr/>
          <p:nvPr/>
        </p:nvGrpSpPr>
        <p:grpSpPr>
          <a:xfrm>
            <a:off x="723900" y="4114800"/>
            <a:ext cx="2514600" cy="533400"/>
            <a:chOff x="723900" y="4114800"/>
            <a:chExt cx="2514600" cy="533400"/>
          </a:xfrm>
        </p:grpSpPr>
        <p:sp>
          <p:nvSpPr>
            <p:cNvPr id="31" name="node10.avatar"/>
            <p:cNvSpPr/>
            <p:nvPr/>
          </p:nvSpPr>
          <p:spPr>
            <a:xfrm>
              <a:off x="723900" y="4152900"/>
              <a:ext cx="457200" cy="457200"/>
            </a:xfrm>
            <a:prstGeom prst="rect">
              <a:avLst/>
            </a:prstGeom>
            <a:solidFill>
              <a:srgbClr val="070154"/>
            </a:solidFill>
            <a:ln>
              <a:noFill/>
            </a:ln>
          </p:spPr>
        </p:sp>
        <p:sp>
          <p:nvSpPr>
            <p:cNvPr id="32" name="node10.initials"/>
            <p:cNvSpPr/>
            <p:nvPr/>
          </p:nvSpPr>
          <p:spPr>
            <a:xfrm>
              <a:off x="723900" y="4248150"/>
              <a:ext cx="4572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FFFFFF"/>
                  </a:solidFill>
                  <a:latin typeface="IBM Plex Sans SemiBold"/>
                  <a:ea typeface="IBM Plex Sans SemiBold"/>
                  <a:cs typeface="IBM Plex Sans SemiBold"/>
                </a:rPr>
                <a:t>MO</a:t>
              </a:r>
              <a:endParaRPr lang="en-US" sz="1400" spc="0" kern="0" b="0" i="0" dirty="0">
                <a:solidFill>
                  <a:srgbClr val="FFFFFF"/>
                </a:solidFill>
                <a:latin typeface="IBM Plex Sans SemiBold"/>
                <a:ea typeface="IBM Plex Sans SemiBold"/>
                <a:cs typeface="IBM Plex Sans SemiBold"/>
              </a:endParaRPr>
            </a:p>
          </p:txBody>
        </p:sp>
        <p:sp>
          <p:nvSpPr>
            <p:cNvPr id="33" name="node10.name"/>
            <p:cNvSpPr/>
            <p:nvPr/>
          </p:nvSpPr>
          <p:spPr>
            <a:xfrm>
              <a:off x="1333500" y="4114800"/>
              <a:ext cx="19050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Maya Okafor</a:t>
              </a:r>
              <a:endParaRPr lang="en-US" sz="1400" spc="0" kern="0" b="0" i="0" dirty="0">
                <a:solidFill>
                  <a:srgbClr val="070154"/>
                </a:solidFill>
                <a:latin typeface="IBM Plex Sans SemiBold"/>
                <a:ea typeface="IBM Plex Sans SemiBold"/>
                <a:cs typeface="IBM Plex Sans SemiBold"/>
              </a:endParaRPr>
            </a:p>
          </p:txBody>
        </p:sp>
        <p:sp>
          <p:nvSpPr>
            <p:cNvPr id="34" name="node10.role"/>
            <p:cNvSpPr/>
            <p:nvPr/>
          </p:nvSpPr>
          <p:spPr>
            <a:xfrm>
              <a:off x="1333500" y="4419600"/>
              <a:ext cx="1905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Chief architect</a:t>
              </a:r>
              <a:endParaRPr lang="en-US" sz="1200" spc="0" kern="0" b="0" i="0" dirty="0">
                <a:solidFill>
                  <a:srgbClr val="50658E"/>
                </a:solidFill>
                <a:latin typeface="IBM Plex Sans"/>
                <a:ea typeface="IBM Plex Sans"/>
                <a:cs typeface="IBM Plex Sans"/>
              </a:endParaRPr>
            </a:p>
          </p:txBody>
        </p:sp>
      </p:grpSp>
      <p:grpSp>
        <p:nvGrpSpPr>
          <p:cNvPr id="66" name="node11"/>
          <p:cNvGrpSpPr/>
          <p:nvPr/>
        </p:nvGrpSpPr>
        <p:grpSpPr>
          <a:xfrm>
            <a:off x="3467100" y="4114800"/>
            <a:ext cx="2514600" cy="533400"/>
            <a:chOff x="3467100" y="4114800"/>
            <a:chExt cx="2514600" cy="533400"/>
          </a:xfrm>
        </p:grpSpPr>
        <p:sp>
          <p:nvSpPr>
            <p:cNvPr id="35" name="node11.avatar"/>
            <p:cNvSpPr/>
            <p:nvPr/>
          </p:nvSpPr>
          <p:spPr>
            <a:xfrm>
              <a:off x="3467100" y="4152900"/>
              <a:ext cx="457200" cy="457200"/>
            </a:xfrm>
            <a:prstGeom prst="rect">
              <a:avLst/>
            </a:prstGeom>
            <a:solidFill>
              <a:srgbClr val="070154"/>
            </a:solidFill>
            <a:ln>
              <a:noFill/>
            </a:ln>
          </p:spPr>
        </p:sp>
        <p:sp>
          <p:nvSpPr>
            <p:cNvPr id="36" name="node11.initials"/>
            <p:cNvSpPr/>
            <p:nvPr/>
          </p:nvSpPr>
          <p:spPr>
            <a:xfrm>
              <a:off x="3467100" y="4248150"/>
              <a:ext cx="4572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FFFFFF"/>
                  </a:solidFill>
                  <a:latin typeface="IBM Plex Sans SemiBold"/>
                  <a:ea typeface="IBM Plex Sans SemiBold"/>
                  <a:cs typeface="IBM Plex Sans SemiBold"/>
                </a:rPr>
                <a:t>LS</a:t>
              </a:r>
              <a:endParaRPr lang="en-US" sz="1400" spc="0" kern="0" b="0" i="0" dirty="0">
                <a:solidFill>
                  <a:srgbClr val="FFFFFF"/>
                </a:solidFill>
                <a:latin typeface="IBM Plex Sans SemiBold"/>
                <a:ea typeface="IBM Plex Sans SemiBold"/>
                <a:cs typeface="IBM Plex Sans SemiBold"/>
              </a:endParaRPr>
            </a:p>
          </p:txBody>
        </p:sp>
        <p:sp>
          <p:nvSpPr>
            <p:cNvPr id="37" name="node11.name"/>
            <p:cNvSpPr/>
            <p:nvPr/>
          </p:nvSpPr>
          <p:spPr>
            <a:xfrm>
              <a:off x="4076700" y="4114800"/>
              <a:ext cx="19050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Lena Soto</a:t>
              </a:r>
              <a:endParaRPr lang="en-US" sz="1400" spc="0" kern="0" b="0" i="0" dirty="0">
                <a:solidFill>
                  <a:srgbClr val="070154"/>
                </a:solidFill>
                <a:latin typeface="IBM Plex Sans SemiBold"/>
                <a:ea typeface="IBM Plex Sans SemiBold"/>
                <a:cs typeface="IBM Plex Sans SemiBold"/>
              </a:endParaRPr>
            </a:p>
          </p:txBody>
        </p:sp>
        <p:sp>
          <p:nvSpPr>
            <p:cNvPr id="38" name="node11.role"/>
            <p:cNvSpPr/>
            <p:nvPr/>
          </p:nvSpPr>
          <p:spPr>
            <a:xfrm>
              <a:off x="4076700" y="4419600"/>
              <a:ext cx="1905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Clinical informatics</a:t>
              </a:r>
              <a:endParaRPr lang="en-US" sz="1200" spc="0" kern="0" b="0" i="0" dirty="0">
                <a:solidFill>
                  <a:srgbClr val="50658E"/>
                </a:solidFill>
                <a:latin typeface="IBM Plex Sans"/>
                <a:ea typeface="IBM Plex Sans"/>
                <a:cs typeface="IBM Plex Sans"/>
              </a:endParaRPr>
            </a:p>
          </p:txBody>
        </p:sp>
      </p:grpSp>
      <p:grpSp>
        <p:nvGrpSpPr>
          <p:cNvPr id="67" name="node12"/>
          <p:cNvGrpSpPr/>
          <p:nvPr/>
        </p:nvGrpSpPr>
        <p:grpSpPr>
          <a:xfrm>
            <a:off x="723900" y="5029200"/>
            <a:ext cx="2514600" cy="533400"/>
            <a:chOff x="723900" y="5029200"/>
            <a:chExt cx="2514600" cy="533400"/>
          </a:xfrm>
        </p:grpSpPr>
        <p:sp>
          <p:nvSpPr>
            <p:cNvPr id="39" name="node12.avatar"/>
            <p:cNvSpPr/>
            <p:nvPr/>
          </p:nvSpPr>
          <p:spPr>
            <a:xfrm>
              <a:off x="723900" y="5067300"/>
              <a:ext cx="457200" cy="457200"/>
            </a:xfrm>
            <a:prstGeom prst="rect">
              <a:avLst/>
            </a:prstGeom>
            <a:solidFill>
              <a:srgbClr val="070154"/>
            </a:solidFill>
            <a:ln>
              <a:noFill/>
            </a:ln>
          </p:spPr>
        </p:sp>
        <p:sp>
          <p:nvSpPr>
            <p:cNvPr id="40" name="node12.initials"/>
            <p:cNvSpPr/>
            <p:nvPr/>
          </p:nvSpPr>
          <p:spPr>
            <a:xfrm>
              <a:off x="723900" y="5162550"/>
              <a:ext cx="4572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FFFFFF"/>
                  </a:solidFill>
                  <a:latin typeface="IBM Plex Sans SemiBold"/>
                  <a:ea typeface="IBM Plex Sans SemiBold"/>
                  <a:cs typeface="IBM Plex Sans SemiBold"/>
                </a:rPr>
                <a:t>DH</a:t>
              </a:r>
              <a:endParaRPr lang="en-US" sz="1400" spc="0" kern="0" b="0" i="0" dirty="0">
                <a:solidFill>
                  <a:srgbClr val="FFFFFF"/>
                </a:solidFill>
                <a:latin typeface="IBM Plex Sans SemiBold"/>
                <a:ea typeface="IBM Plex Sans SemiBold"/>
                <a:cs typeface="IBM Plex Sans SemiBold"/>
              </a:endParaRPr>
            </a:p>
          </p:txBody>
        </p:sp>
        <p:sp>
          <p:nvSpPr>
            <p:cNvPr id="41" name="node12.name"/>
            <p:cNvSpPr/>
            <p:nvPr/>
          </p:nvSpPr>
          <p:spPr>
            <a:xfrm>
              <a:off x="1333500" y="5029200"/>
              <a:ext cx="19050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Dev Hartley</a:t>
              </a:r>
              <a:endParaRPr lang="en-US" sz="1400" spc="0" kern="0" b="0" i="0" dirty="0">
                <a:solidFill>
                  <a:srgbClr val="070154"/>
                </a:solidFill>
                <a:latin typeface="IBM Plex Sans SemiBold"/>
                <a:ea typeface="IBM Plex Sans SemiBold"/>
                <a:cs typeface="IBM Plex Sans SemiBold"/>
              </a:endParaRPr>
            </a:p>
          </p:txBody>
        </p:sp>
        <p:sp>
          <p:nvSpPr>
            <p:cNvPr id="42" name="node12.role"/>
            <p:cNvSpPr/>
            <p:nvPr/>
          </p:nvSpPr>
          <p:spPr>
            <a:xfrm>
              <a:off x="1333500" y="5334000"/>
              <a:ext cx="1905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Platform lead</a:t>
              </a:r>
              <a:endParaRPr lang="en-US" sz="1200" spc="0" kern="0" b="0" i="0" dirty="0">
                <a:solidFill>
                  <a:srgbClr val="50658E"/>
                </a:solidFill>
                <a:latin typeface="IBM Plex Sans"/>
                <a:ea typeface="IBM Plex Sans"/>
                <a:cs typeface="IBM Plex Sans"/>
              </a:endParaRPr>
            </a:p>
          </p:txBody>
        </p:sp>
      </p:grpSp>
      <p:grpSp>
        <p:nvGrpSpPr>
          <p:cNvPr id="68" name="node13"/>
          <p:cNvGrpSpPr/>
          <p:nvPr/>
        </p:nvGrpSpPr>
        <p:grpSpPr>
          <a:xfrm>
            <a:off x="3467100" y="5029200"/>
            <a:ext cx="2514600" cy="533400"/>
            <a:chOff x="3467100" y="5029200"/>
            <a:chExt cx="2514600" cy="533400"/>
          </a:xfrm>
        </p:grpSpPr>
        <p:sp>
          <p:nvSpPr>
            <p:cNvPr id="43" name="node13.avatar"/>
            <p:cNvSpPr/>
            <p:nvPr/>
          </p:nvSpPr>
          <p:spPr>
            <a:xfrm>
              <a:off x="3467100" y="5067300"/>
              <a:ext cx="457200" cy="457200"/>
            </a:xfrm>
            <a:prstGeom prst="rect">
              <a:avLst/>
            </a:prstGeom>
            <a:solidFill>
              <a:srgbClr val="070154"/>
            </a:solidFill>
            <a:ln>
              <a:noFill/>
            </a:ln>
          </p:spPr>
        </p:sp>
        <p:sp>
          <p:nvSpPr>
            <p:cNvPr id="44" name="node13.initials"/>
            <p:cNvSpPr/>
            <p:nvPr/>
          </p:nvSpPr>
          <p:spPr>
            <a:xfrm>
              <a:off x="3467100" y="5162550"/>
              <a:ext cx="4572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FFFFFF"/>
                  </a:solidFill>
                  <a:latin typeface="IBM Plex Sans SemiBold"/>
                  <a:ea typeface="IBM Plex Sans SemiBold"/>
                  <a:cs typeface="IBM Plex Sans SemiBold"/>
                </a:rPr>
                <a:t>RK</a:t>
              </a:r>
              <a:endParaRPr lang="en-US" sz="1400" spc="0" kern="0" b="0" i="0" dirty="0">
                <a:solidFill>
                  <a:srgbClr val="FFFFFF"/>
                </a:solidFill>
                <a:latin typeface="IBM Plex Sans SemiBold"/>
                <a:ea typeface="IBM Plex Sans SemiBold"/>
                <a:cs typeface="IBM Plex Sans SemiBold"/>
              </a:endParaRPr>
            </a:p>
          </p:txBody>
        </p:sp>
        <p:sp>
          <p:nvSpPr>
            <p:cNvPr id="45" name="node13.name"/>
            <p:cNvSpPr/>
            <p:nvPr/>
          </p:nvSpPr>
          <p:spPr>
            <a:xfrm>
              <a:off x="4076700" y="5029200"/>
              <a:ext cx="19050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Rui Kato</a:t>
              </a:r>
              <a:endParaRPr lang="en-US" sz="1400" spc="0" kern="0" b="0" i="0" dirty="0">
                <a:solidFill>
                  <a:srgbClr val="070154"/>
                </a:solidFill>
                <a:latin typeface="IBM Plex Sans SemiBold"/>
                <a:ea typeface="IBM Plex Sans SemiBold"/>
                <a:cs typeface="IBM Plex Sans SemiBold"/>
              </a:endParaRPr>
            </a:p>
          </p:txBody>
        </p:sp>
        <p:sp>
          <p:nvSpPr>
            <p:cNvPr id="46" name="node13.role"/>
            <p:cNvSpPr/>
            <p:nvPr/>
          </p:nvSpPr>
          <p:spPr>
            <a:xfrm>
              <a:off x="4076700" y="5334000"/>
              <a:ext cx="1905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Finance partner</a:t>
              </a:r>
              <a:endParaRPr lang="en-US" sz="1200" spc="0" kern="0" b="0" i="0" dirty="0">
                <a:solidFill>
                  <a:srgbClr val="50658E"/>
                </a:solidFill>
                <a:latin typeface="IBM Plex Sans"/>
                <a:ea typeface="IBM Plex Sans"/>
                <a:cs typeface="IBM Plex Sans"/>
              </a:endParaRPr>
            </a:p>
          </p:txBody>
        </p:sp>
      </p:grpSp>
      <p:grpSp>
        <p:nvGrpSpPr>
          <p:cNvPr id="69" name="node14"/>
          <p:cNvGrpSpPr/>
          <p:nvPr/>
        </p:nvGrpSpPr>
        <p:grpSpPr>
          <a:xfrm>
            <a:off x="6210300" y="4114800"/>
            <a:ext cx="5257800" cy="1295400"/>
            <a:chOff x="6210300" y="4114800"/>
            <a:chExt cx="5257800" cy="1295400"/>
          </a:xfrm>
        </p:grpSpPr>
        <p:sp>
          <p:nvSpPr>
            <p:cNvPr id="47" name="node14.source-001.bullet"/>
            <p:cNvSpPr/>
            <p:nvPr/>
          </p:nvSpPr>
          <p:spPr>
            <a:xfrm>
              <a:off x="6210300" y="4203700"/>
              <a:ext cx="38100" cy="38100"/>
            </a:xfrm>
            <a:prstGeom prst="rect">
              <a:avLst/>
            </a:prstGeom>
            <a:solidFill>
              <a:srgbClr val="070154"/>
            </a:solidFill>
            <a:ln>
              <a:noFill/>
            </a:ln>
          </p:spPr>
        </p:sp>
        <p:sp>
          <p:nvSpPr>
            <p:cNvPr id="48" name="node14.source-001.text"/>
            <p:cNvSpPr/>
            <p:nvPr/>
          </p:nvSpPr>
          <p:spPr>
            <a:xfrm>
              <a:off x="6362700" y="4114800"/>
              <a:ext cx="5105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Integration incident log, last 12 months</a:t>
              </a:r>
              <a:endParaRPr lang="en-US" sz="1200" spc="0" kern="0" b="0" i="0" dirty="0">
                <a:solidFill>
                  <a:srgbClr val="070154"/>
                </a:solidFill>
                <a:latin typeface="IBM Plex Sans"/>
                <a:ea typeface="IBM Plex Sans"/>
                <a:cs typeface="IBM Plex Sans"/>
              </a:endParaRPr>
            </a:p>
          </p:txBody>
        </p:sp>
        <p:sp>
          <p:nvSpPr>
            <p:cNvPr id="49" name="node14.source-002.bullet"/>
            <p:cNvSpPr/>
            <p:nvPr/>
          </p:nvSpPr>
          <p:spPr>
            <a:xfrm>
              <a:off x="6210300" y="4470400"/>
              <a:ext cx="38100" cy="38100"/>
            </a:xfrm>
            <a:prstGeom prst="rect">
              <a:avLst/>
            </a:prstGeom>
            <a:solidFill>
              <a:srgbClr val="070154"/>
            </a:solidFill>
            <a:ln>
              <a:noFill/>
            </a:ln>
          </p:spPr>
        </p:sp>
        <p:sp>
          <p:nvSpPr>
            <p:cNvPr id="50" name="node14.source-002.text"/>
            <p:cNvSpPr/>
            <p:nvPr/>
          </p:nvSpPr>
          <p:spPr>
            <a:xfrm>
              <a:off x="6362700" y="4381500"/>
              <a:ext cx="5105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Cost model for all three options</a:t>
              </a:r>
              <a:endParaRPr lang="en-US" sz="1200" spc="0" kern="0" b="0" i="0" dirty="0">
                <a:solidFill>
                  <a:srgbClr val="070154"/>
                </a:solidFill>
                <a:latin typeface="IBM Plex Sans"/>
                <a:ea typeface="IBM Plex Sans"/>
                <a:cs typeface="IBM Plex Sans"/>
              </a:endParaRPr>
            </a:p>
          </p:txBody>
        </p:sp>
        <p:sp>
          <p:nvSpPr>
            <p:cNvPr id="51" name="node14.source-003.bullet"/>
            <p:cNvSpPr/>
            <p:nvPr/>
          </p:nvSpPr>
          <p:spPr>
            <a:xfrm>
              <a:off x="6210300" y="4737100"/>
              <a:ext cx="38100" cy="38100"/>
            </a:xfrm>
            <a:prstGeom prst="rect">
              <a:avLst/>
            </a:prstGeom>
            <a:solidFill>
              <a:srgbClr val="070154"/>
            </a:solidFill>
            <a:ln>
              <a:noFill/>
            </a:ln>
          </p:spPr>
        </p:sp>
        <p:sp>
          <p:nvSpPr>
            <p:cNvPr id="52" name="node14.source-003.text"/>
            <p:cNvSpPr/>
            <p:nvPr/>
          </p:nvSpPr>
          <p:spPr>
            <a:xfrm>
              <a:off x="6362700" y="4648200"/>
              <a:ext cx="5105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Architecture workshop scores</a:t>
              </a:r>
              <a:endParaRPr lang="en-US" sz="1200" spc="0" kern="0" b="0" i="0" dirty="0">
                <a:solidFill>
                  <a:srgbClr val="070154"/>
                </a:solidFill>
                <a:latin typeface="IBM Plex Sans"/>
                <a:ea typeface="IBM Plex Sans"/>
                <a:cs typeface="IBM Plex Sans"/>
              </a:endParaRPr>
            </a:p>
          </p:txBody>
        </p:sp>
        <p:sp>
          <p:nvSpPr>
            <p:cNvPr id="53" name="node14.source-004.bullet"/>
            <p:cNvSpPr/>
            <p:nvPr/>
          </p:nvSpPr>
          <p:spPr>
            <a:xfrm>
              <a:off x="6210300" y="5003800"/>
              <a:ext cx="38100" cy="38100"/>
            </a:xfrm>
            <a:prstGeom prst="rect">
              <a:avLst/>
            </a:prstGeom>
            <a:solidFill>
              <a:srgbClr val="070154"/>
            </a:solidFill>
            <a:ln>
              <a:noFill/>
            </a:ln>
          </p:spPr>
        </p:sp>
        <p:sp>
          <p:nvSpPr>
            <p:cNvPr id="54" name="node14.source-004.text"/>
            <p:cNvSpPr/>
            <p:nvPr/>
          </p:nvSpPr>
          <p:spPr>
            <a:xfrm>
              <a:off x="6362700" y="4914900"/>
              <a:ext cx="5105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Reference check with two peer systems</a:t>
              </a:r>
              <a:endParaRPr lang="en-US" sz="1200" spc="0" kern="0" b="0" i="0" dirty="0">
                <a:solidFill>
                  <a:srgbClr val="070154"/>
                </a:solidFill>
                <a:latin typeface="IBM Plex Sans"/>
                <a:ea typeface="IBM Plex Sans"/>
                <a:cs typeface="IBM Plex Sans"/>
              </a:endParaRPr>
            </a:p>
          </p:txBody>
        </p:sp>
        <p:sp>
          <p:nvSpPr>
            <p:cNvPr id="55" name="node14.source-005.bullet"/>
            <p:cNvSpPr/>
            <p:nvPr/>
          </p:nvSpPr>
          <p:spPr>
            <a:xfrm>
              <a:off x="6210300" y="5270500"/>
              <a:ext cx="38100" cy="38100"/>
            </a:xfrm>
            <a:prstGeom prst="rect">
              <a:avLst/>
            </a:prstGeom>
            <a:solidFill>
              <a:srgbClr val="070154"/>
            </a:solidFill>
            <a:ln>
              <a:noFill/>
            </a:ln>
          </p:spPr>
        </p:sp>
        <p:sp>
          <p:nvSpPr>
            <p:cNvPr id="56" name="node14.source-005.text"/>
            <p:cNvSpPr/>
            <p:nvPr/>
          </p:nvSpPr>
          <p:spPr>
            <a:xfrm>
              <a:off x="6362700" y="5181600"/>
              <a:ext cx="5105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Vendor briefings for Option C</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ource-158">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HOW THE DECISION WAS MADE</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Six weeks from question to a decision</a:t>
            </a:r>
            <a:endParaRPr lang="en-US" sz="3200" spc="-64" kern="0" b="0" i="0" dirty="0">
              <a:solidFill>
                <a:srgbClr val="070154"/>
              </a:solidFill>
              <a:latin typeface="IBM Plex Sans SemiBold"/>
              <a:ea typeface="IBM Plex Sans SemiBold"/>
              <a:cs typeface="IBM Plex Sans SemiBold"/>
            </a:endParaRPr>
          </a:p>
        </p:txBody>
      </p:sp>
      <p:sp>
        <p:nvSpPr>
          <p:cNvPr id="5" name="nav.section-01"/>
          <p:cNvSpPr/>
          <p:nvPr/>
        </p:nvSpPr>
        <p:spPr>
          <a:xfrm>
            <a:off x="266700" y="457200"/>
            <a:ext cx="228600" cy="1314450"/>
          </a:xfrm>
          <a:prstGeom prst="rect">
            <a:avLst/>
          </a:prstGeom>
          <a:solidFill>
            <a:srgbClr val="E8EEF8"/>
          </a:solidFill>
          <a:ln>
            <a:noFill/>
          </a:ln>
        </p:spPr>
      </p:sp>
      <p:sp>
        <p:nvSpPr>
          <p:cNvPr id="6" name="nav.label.section-01"/>
          <p:cNvSpPr/>
          <p:nvPr/>
        </p:nvSpPr>
        <p:spPr>
          <a:xfrm>
            <a:off x="266700" y="457200"/>
            <a:ext cx="228600" cy="131445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50658E"/>
                </a:solidFill>
                <a:latin typeface="IBM Plex Mono SemiBold"/>
                <a:ea typeface="IBM Plex Mono SemiBold"/>
                <a:cs typeface="IBM Plex Mono SemiBold"/>
              </a:rPr>
              <a:t>PRINCIPLES</a:t>
            </a:r>
            <a:endParaRPr lang="en-US" sz="800" spc="80" kern="0" b="0" i="0" dirty="0">
              <a:solidFill>
                <a:srgbClr val="50658E"/>
              </a:solidFill>
              <a:latin typeface="IBM Plex Mono SemiBold"/>
              <a:ea typeface="IBM Plex Mono SemiBold"/>
              <a:cs typeface="IBM Plex Mono SemiBold"/>
            </a:endParaRPr>
          </a:p>
        </p:txBody>
      </p:sp>
      <p:sp>
        <p:nvSpPr>
          <p:cNvPr id="7" name="nav.section-02"/>
          <p:cNvSpPr/>
          <p:nvPr/>
        </p:nvSpPr>
        <p:spPr>
          <a:xfrm>
            <a:off x="266700" y="1847850"/>
            <a:ext cx="228600" cy="1314450"/>
          </a:xfrm>
          <a:prstGeom prst="rect">
            <a:avLst/>
          </a:prstGeom>
          <a:solidFill>
            <a:srgbClr val="070154"/>
          </a:solidFill>
          <a:ln>
            <a:noFill/>
          </a:ln>
        </p:spPr>
      </p:sp>
      <p:sp>
        <p:nvSpPr>
          <p:cNvPr id="8" name="nav.label.section-02"/>
          <p:cNvSpPr/>
          <p:nvPr/>
        </p:nvSpPr>
        <p:spPr>
          <a:xfrm>
            <a:off x="266700" y="1847850"/>
            <a:ext cx="228600" cy="131445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FFFFFF"/>
                </a:solidFill>
                <a:latin typeface="IBM Plex Mono SemiBold"/>
                <a:ea typeface="IBM Plex Mono SemiBold"/>
                <a:cs typeface="IBM Plex Mono SemiBold"/>
              </a:rPr>
              <a:t>DECISIONS</a:t>
            </a:r>
            <a:endParaRPr lang="en-US" sz="800" spc="80" kern="0" b="0" i="0" dirty="0">
              <a:solidFill>
                <a:srgbClr val="FFFFFF"/>
              </a:solidFill>
              <a:latin typeface="IBM Plex Mono SemiBold"/>
              <a:ea typeface="IBM Plex Mono SemiBold"/>
              <a:cs typeface="IBM Plex Mono SemiBold"/>
            </a:endParaRPr>
          </a:p>
        </p:txBody>
      </p:sp>
      <p:sp>
        <p:nvSpPr>
          <p:cNvPr id="9" name="nav.section-03"/>
          <p:cNvSpPr/>
          <p:nvPr/>
        </p:nvSpPr>
        <p:spPr>
          <a:xfrm>
            <a:off x="266700" y="3238500"/>
            <a:ext cx="228600" cy="1314450"/>
          </a:xfrm>
          <a:prstGeom prst="rect">
            <a:avLst/>
          </a:prstGeom>
          <a:solidFill>
            <a:srgbClr val="E8EEF8"/>
          </a:solidFill>
          <a:ln>
            <a:noFill/>
          </a:ln>
        </p:spPr>
      </p:sp>
      <p:sp>
        <p:nvSpPr>
          <p:cNvPr id="10" name="nav.label.section-03"/>
          <p:cNvSpPr/>
          <p:nvPr/>
        </p:nvSpPr>
        <p:spPr>
          <a:xfrm>
            <a:off x="266700" y="3238500"/>
            <a:ext cx="228600" cy="131445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50658E"/>
                </a:solidFill>
                <a:latin typeface="IBM Plex Mono SemiBold"/>
                <a:ea typeface="IBM Plex Mono SemiBold"/>
                <a:cs typeface="IBM Plex Mono SemiBold"/>
              </a:rPr>
              <a:t>STANDARDS</a:t>
            </a:r>
            <a:endParaRPr lang="en-US" sz="800" spc="80" kern="0" b="0" i="0" dirty="0">
              <a:solidFill>
                <a:srgbClr val="50658E"/>
              </a:solidFill>
              <a:latin typeface="IBM Plex Mono SemiBold"/>
              <a:ea typeface="IBM Plex Mono SemiBold"/>
              <a:cs typeface="IBM Plex Mono SemiBold"/>
            </a:endParaRPr>
          </a:p>
        </p:txBody>
      </p:sp>
      <p:sp>
        <p:nvSpPr>
          <p:cNvPr id="11" name="nav.section-04"/>
          <p:cNvSpPr/>
          <p:nvPr/>
        </p:nvSpPr>
        <p:spPr>
          <a:xfrm>
            <a:off x="266700" y="4629150"/>
            <a:ext cx="228600" cy="1314450"/>
          </a:xfrm>
          <a:prstGeom prst="rect">
            <a:avLst/>
          </a:prstGeom>
          <a:solidFill>
            <a:srgbClr val="E8EEF8"/>
          </a:solidFill>
          <a:ln>
            <a:noFill/>
          </a:ln>
        </p:spPr>
      </p:sp>
      <p:sp>
        <p:nvSpPr>
          <p:cNvPr id="12" name="nav.label.section-04"/>
          <p:cNvSpPr/>
          <p:nvPr/>
        </p:nvSpPr>
        <p:spPr>
          <a:xfrm>
            <a:off x="266700" y="4629150"/>
            <a:ext cx="228600" cy="131445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50658E"/>
                </a:solidFill>
                <a:latin typeface="IBM Plex Mono SemiBold"/>
                <a:ea typeface="IBM Plex Mono SemiBold"/>
                <a:cs typeface="IBM Plex Mono SemiBold"/>
              </a:rPr>
              <a:t>ROADMAP</a:t>
            </a:r>
            <a:endParaRPr lang="en-US" sz="800" spc="80" kern="0" b="0" i="0" dirty="0">
              <a:solidFill>
                <a:srgbClr val="50658E"/>
              </a:solidFill>
              <a:latin typeface="IBM Plex Mono SemiBold"/>
              <a:ea typeface="IBM Plex Mono SemiBold"/>
              <a:cs typeface="IBM Plex Mono SemiBold"/>
            </a:endParaRPr>
          </a:p>
        </p:txBody>
      </p:sp>
      <p:sp>
        <p:nvSpPr>
          <p:cNvPr id="13"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38</a:t>
            </a:fld>
            <a:endParaRPr lang="en-US" sz="700" spc="0" kern="0" b="0" i="0" dirty="0">
              <a:solidFill>
                <a:srgbClr val="070154"/>
              </a:solidFill>
              <a:latin typeface="IBM Plex Mono SemiBold"/>
              <a:ea typeface="IBM Plex Mono SemiBold"/>
              <a:cs typeface="IBM Plex Mono SemiBold"/>
            </a:endParaRPr>
          </a:p>
        </p:txBody>
      </p:sp>
      <p:grpSp>
        <p:nvGrpSpPr>
          <p:cNvPr id="60" name="node01"/>
          <p:cNvGrpSpPr/>
          <p:nvPr/>
        </p:nvGrpSpPr>
        <p:grpSpPr>
          <a:xfrm>
            <a:off x="762000" y="1638300"/>
            <a:ext cx="5219700" cy="3886200"/>
            <a:chOff x="762000" y="1638300"/>
            <a:chExt cx="5219700" cy="3886200"/>
          </a:xfrm>
        </p:grpSpPr>
        <p:sp>
          <p:nvSpPr>
            <p:cNvPr id="14" name="node01.base"/>
            <p:cNvSpPr/>
            <p:nvPr/>
          </p:nvSpPr>
          <p:spPr>
            <a:xfrm>
              <a:off x="838200" y="1752600"/>
              <a:ext cx="0" cy="3352800"/>
            </a:xfrm>
            <a:custGeom>
              <a:avLst/>
              <a:gdLst/>
              <a:ahLst/>
              <a:cxnLst/>
              <a:rect l="l" t="t" r="r" b="b"/>
              <a:pathLst>
                <a:path h="3352800">
                  <a:moveTo>
                    <a:pt x="0" y="0"/>
                  </a:moveTo>
                  <a:lnTo>
                    <a:pt x="0" y="3352800"/>
                  </a:lnTo>
                </a:path>
              </a:pathLst>
            </a:custGeom>
            <a:ln w="25400">
              <a:solidFill>
                <a:srgbClr val="CED7E6"/>
              </a:solidFill>
              <a:prstDash val="solid"/>
            </a:ln>
          </p:spPr>
        </p:sp>
        <p:sp>
          <p:nvSpPr>
            <p:cNvPr id="15" name="node01.steps.slot-001.marker"/>
            <p:cNvSpPr/>
            <p:nvPr/>
          </p:nvSpPr>
          <p:spPr>
            <a:xfrm>
              <a:off x="762000" y="1676400"/>
              <a:ext cx="152400" cy="152400"/>
            </a:xfrm>
            <a:prstGeom prst="rect">
              <a:avLst/>
            </a:prstGeom>
            <a:solidFill>
              <a:srgbClr val="070154"/>
            </a:solidFill>
            <a:ln>
              <a:noFill/>
            </a:ln>
          </p:spPr>
        </p:sp>
        <p:sp>
          <p:nvSpPr>
            <p:cNvPr id="16" name="node01.steps.slot-001.title"/>
            <p:cNvSpPr/>
            <p:nvPr/>
          </p:nvSpPr>
          <p:spPr>
            <a:xfrm>
              <a:off x="1181100" y="1638300"/>
              <a:ext cx="1344613"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Question raised</a:t>
              </a:r>
              <a:endParaRPr lang="en-US" sz="1400" spc="0" kern="0" b="0" i="0" dirty="0">
                <a:solidFill>
                  <a:srgbClr val="070154"/>
                </a:solidFill>
                <a:latin typeface="IBM Plex Sans SemiBold"/>
                <a:ea typeface="IBM Plex Sans SemiBold"/>
                <a:cs typeface="IBM Plex Sans SemiBold"/>
              </a:endParaRPr>
            </a:p>
          </p:txBody>
        </p:sp>
        <p:sp>
          <p:nvSpPr>
            <p:cNvPr id="17" name="node01.steps.slot-001.label"/>
            <p:cNvSpPr/>
            <p:nvPr/>
          </p:nvSpPr>
          <p:spPr>
            <a:xfrm>
              <a:off x="2678113" y="1725549"/>
              <a:ext cx="401005"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4 AUG</a:t>
              </a:r>
              <a:endParaRPr lang="en-US" sz="900" spc="54" kern="0" b="0" i="0" dirty="0">
                <a:solidFill>
                  <a:srgbClr val="0047FF"/>
                </a:solidFill>
                <a:latin typeface="IBM Plex Mono Medium"/>
                <a:ea typeface="IBM Plex Mono Medium"/>
                <a:cs typeface="IBM Plex Mono Medium"/>
              </a:endParaRPr>
            </a:p>
          </p:txBody>
        </p:sp>
        <p:sp>
          <p:nvSpPr>
            <p:cNvPr id="18" name="node01.steps.slot-001.description.part-0"/>
            <p:cNvSpPr/>
            <p:nvPr/>
          </p:nvSpPr>
          <p:spPr>
            <a:xfrm>
              <a:off x="1181100" y="1943100"/>
              <a:ext cx="4800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Integration incidents reach the board.</a:t>
              </a:r>
              <a:endParaRPr lang="en-US" sz="1200" spc="0" kern="0" b="0" i="0" dirty="0">
                <a:solidFill>
                  <a:srgbClr val="50658E"/>
                </a:solidFill>
                <a:latin typeface="IBM Plex Sans"/>
                <a:ea typeface="IBM Plex Sans"/>
                <a:cs typeface="IBM Plex Sans"/>
              </a:endParaRPr>
            </a:p>
          </p:txBody>
        </p:sp>
        <p:sp>
          <p:nvSpPr>
            <p:cNvPr id="19" name="node01.steps.slot-002.marker"/>
            <p:cNvSpPr/>
            <p:nvPr/>
          </p:nvSpPr>
          <p:spPr>
            <a:xfrm>
              <a:off x="762000" y="2514600"/>
              <a:ext cx="152400" cy="152400"/>
            </a:xfrm>
            <a:prstGeom prst="rect">
              <a:avLst/>
            </a:prstGeom>
            <a:solidFill>
              <a:srgbClr val="070154"/>
            </a:solidFill>
            <a:ln>
              <a:noFill/>
            </a:ln>
          </p:spPr>
        </p:sp>
        <p:sp>
          <p:nvSpPr>
            <p:cNvPr id="20" name="node01.steps.slot-002.title"/>
            <p:cNvSpPr/>
            <p:nvPr/>
          </p:nvSpPr>
          <p:spPr>
            <a:xfrm>
              <a:off x="1181100" y="2476500"/>
              <a:ext cx="1328738"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Options framed</a:t>
              </a:r>
              <a:endParaRPr lang="en-US" sz="1400" spc="0" kern="0" b="0" i="0" dirty="0">
                <a:solidFill>
                  <a:srgbClr val="070154"/>
                </a:solidFill>
                <a:latin typeface="IBM Plex Sans SemiBold"/>
                <a:ea typeface="IBM Plex Sans SemiBold"/>
                <a:cs typeface="IBM Plex Sans SemiBold"/>
              </a:endParaRPr>
            </a:p>
          </p:txBody>
        </p:sp>
        <p:sp>
          <p:nvSpPr>
            <p:cNvPr id="21" name="node01.steps.slot-002.label"/>
            <p:cNvSpPr/>
            <p:nvPr/>
          </p:nvSpPr>
          <p:spPr>
            <a:xfrm>
              <a:off x="2662238" y="2563749"/>
              <a:ext cx="476126"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11 AUG</a:t>
              </a:r>
              <a:endParaRPr lang="en-US" sz="900" spc="54" kern="0" b="0" i="0" dirty="0">
                <a:solidFill>
                  <a:srgbClr val="0047FF"/>
                </a:solidFill>
                <a:latin typeface="IBM Plex Mono Medium"/>
                <a:ea typeface="IBM Plex Mono Medium"/>
                <a:cs typeface="IBM Plex Mono Medium"/>
              </a:endParaRPr>
            </a:p>
          </p:txBody>
        </p:sp>
        <p:sp>
          <p:nvSpPr>
            <p:cNvPr id="22" name="node01.steps.slot-002.description.part-0"/>
            <p:cNvSpPr/>
            <p:nvPr/>
          </p:nvSpPr>
          <p:spPr>
            <a:xfrm>
              <a:off x="1181100" y="2781300"/>
              <a:ext cx="4800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Three options and criteria agreed.</a:t>
              </a:r>
              <a:endParaRPr lang="en-US" sz="1200" spc="0" kern="0" b="0" i="0" dirty="0">
                <a:solidFill>
                  <a:srgbClr val="50658E"/>
                </a:solidFill>
                <a:latin typeface="IBM Plex Sans"/>
                <a:ea typeface="IBM Plex Sans"/>
                <a:cs typeface="IBM Plex Sans"/>
              </a:endParaRPr>
            </a:p>
          </p:txBody>
        </p:sp>
        <p:sp>
          <p:nvSpPr>
            <p:cNvPr id="23" name="node01.steps.slot-003.marker"/>
            <p:cNvSpPr/>
            <p:nvPr/>
          </p:nvSpPr>
          <p:spPr>
            <a:xfrm>
              <a:off x="762000" y="3352800"/>
              <a:ext cx="152400" cy="152400"/>
            </a:xfrm>
            <a:prstGeom prst="rect">
              <a:avLst/>
            </a:prstGeom>
            <a:solidFill>
              <a:srgbClr val="070154"/>
            </a:solidFill>
            <a:ln>
              <a:noFill/>
            </a:ln>
          </p:spPr>
        </p:sp>
        <p:sp>
          <p:nvSpPr>
            <p:cNvPr id="24" name="node01.steps.slot-003.title"/>
            <p:cNvSpPr/>
            <p:nvPr/>
          </p:nvSpPr>
          <p:spPr>
            <a:xfrm>
              <a:off x="1181100" y="3314700"/>
              <a:ext cx="928688"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Evaluation</a:t>
              </a:r>
              <a:endParaRPr lang="en-US" sz="1400" spc="0" kern="0" b="0" i="0" dirty="0">
                <a:solidFill>
                  <a:srgbClr val="070154"/>
                </a:solidFill>
                <a:latin typeface="IBM Plex Sans SemiBold"/>
                <a:ea typeface="IBM Plex Sans SemiBold"/>
                <a:cs typeface="IBM Plex Sans SemiBold"/>
              </a:endParaRPr>
            </a:p>
          </p:txBody>
        </p:sp>
        <p:sp>
          <p:nvSpPr>
            <p:cNvPr id="25" name="node01.steps.slot-003.label"/>
            <p:cNvSpPr/>
            <p:nvPr/>
          </p:nvSpPr>
          <p:spPr>
            <a:xfrm>
              <a:off x="2262188" y="3401949"/>
              <a:ext cx="401005"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4 SEP</a:t>
              </a:r>
              <a:endParaRPr lang="en-US" sz="900" spc="54" kern="0" b="0" i="0" dirty="0">
                <a:solidFill>
                  <a:srgbClr val="0047FF"/>
                </a:solidFill>
                <a:latin typeface="IBM Plex Mono Medium"/>
                <a:ea typeface="IBM Plex Mono Medium"/>
                <a:cs typeface="IBM Plex Mono Medium"/>
              </a:endParaRPr>
            </a:p>
          </p:txBody>
        </p:sp>
        <p:sp>
          <p:nvSpPr>
            <p:cNvPr id="26" name="node01.steps.slot-003.description.part-0"/>
            <p:cNvSpPr/>
            <p:nvPr/>
          </p:nvSpPr>
          <p:spPr>
            <a:xfrm>
              <a:off x="1181100" y="3619500"/>
              <a:ext cx="4800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Workshop scores and a cost model.</a:t>
              </a:r>
              <a:endParaRPr lang="en-US" sz="1200" spc="0" kern="0" b="0" i="0" dirty="0">
                <a:solidFill>
                  <a:srgbClr val="50658E"/>
                </a:solidFill>
                <a:latin typeface="IBM Plex Sans"/>
                <a:ea typeface="IBM Plex Sans"/>
                <a:cs typeface="IBM Plex Sans"/>
              </a:endParaRPr>
            </a:p>
          </p:txBody>
        </p:sp>
        <p:sp>
          <p:nvSpPr>
            <p:cNvPr id="27" name="node01.steps.slot-004.marker"/>
            <p:cNvSpPr/>
            <p:nvPr/>
          </p:nvSpPr>
          <p:spPr>
            <a:xfrm>
              <a:off x="762000" y="4191000"/>
              <a:ext cx="152400" cy="152400"/>
            </a:xfrm>
            <a:prstGeom prst="rect">
              <a:avLst/>
            </a:prstGeom>
            <a:solidFill>
              <a:srgbClr val="070154"/>
            </a:solidFill>
            <a:ln>
              <a:noFill/>
            </a:ln>
          </p:spPr>
        </p:sp>
        <p:sp>
          <p:nvSpPr>
            <p:cNvPr id="28" name="node01.steps.slot-004.title"/>
            <p:cNvSpPr/>
            <p:nvPr/>
          </p:nvSpPr>
          <p:spPr>
            <a:xfrm>
              <a:off x="1181100" y="4152900"/>
              <a:ext cx="754063"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Decision</a:t>
              </a:r>
              <a:endParaRPr lang="en-US" sz="1400" spc="0" kern="0" b="0" i="0" dirty="0">
                <a:solidFill>
                  <a:srgbClr val="070154"/>
                </a:solidFill>
                <a:latin typeface="IBM Plex Sans SemiBold"/>
                <a:ea typeface="IBM Plex Sans SemiBold"/>
                <a:cs typeface="IBM Plex Sans SemiBold"/>
              </a:endParaRPr>
            </a:p>
          </p:txBody>
        </p:sp>
        <p:sp>
          <p:nvSpPr>
            <p:cNvPr id="29" name="node01.steps.slot-004.label"/>
            <p:cNvSpPr/>
            <p:nvPr/>
          </p:nvSpPr>
          <p:spPr>
            <a:xfrm>
              <a:off x="2087563" y="4240149"/>
              <a:ext cx="476126"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12 SEP</a:t>
              </a:r>
              <a:endParaRPr lang="en-US" sz="900" spc="54" kern="0" b="0" i="0" dirty="0">
                <a:solidFill>
                  <a:srgbClr val="0047FF"/>
                </a:solidFill>
                <a:latin typeface="IBM Plex Mono Medium"/>
                <a:ea typeface="IBM Plex Mono Medium"/>
                <a:cs typeface="IBM Plex Mono Medium"/>
              </a:endParaRPr>
            </a:p>
          </p:txBody>
        </p:sp>
        <p:sp>
          <p:nvSpPr>
            <p:cNvPr id="30" name="node01.steps.slot-004.description.part-0"/>
            <p:cNvSpPr/>
            <p:nvPr/>
          </p:nvSpPr>
          <p:spPr>
            <a:xfrm>
              <a:off x="1181100" y="4457700"/>
              <a:ext cx="4800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Review board accepts Option B.</a:t>
              </a:r>
              <a:endParaRPr lang="en-US" sz="1200" spc="0" kern="0" b="0" i="0" dirty="0">
                <a:solidFill>
                  <a:srgbClr val="50658E"/>
                </a:solidFill>
                <a:latin typeface="IBM Plex Sans"/>
                <a:ea typeface="IBM Plex Sans"/>
                <a:cs typeface="IBM Plex Sans"/>
              </a:endParaRPr>
            </a:p>
          </p:txBody>
        </p:sp>
        <p:sp>
          <p:nvSpPr>
            <p:cNvPr id="31" name="node01.steps.slot-005.marker"/>
            <p:cNvSpPr/>
            <p:nvPr/>
          </p:nvSpPr>
          <p:spPr>
            <a:xfrm>
              <a:off x="762000" y="5029200"/>
              <a:ext cx="152400" cy="152400"/>
            </a:xfrm>
            <a:prstGeom prst="rect">
              <a:avLst/>
            </a:prstGeom>
            <a:solidFill>
              <a:srgbClr val="FFFFFF"/>
            </a:solidFill>
            <a:ln w="12700">
              <a:solidFill>
                <a:srgbClr val="070154"/>
              </a:solidFill>
              <a:prstDash val="solid"/>
            </a:ln>
          </p:spPr>
        </p:sp>
        <p:sp>
          <p:nvSpPr>
            <p:cNvPr id="32" name="node01.steps.slot-005.title"/>
            <p:cNvSpPr/>
            <p:nvPr/>
          </p:nvSpPr>
          <p:spPr>
            <a:xfrm>
              <a:off x="1181100" y="4991100"/>
              <a:ext cx="10668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Review date</a:t>
              </a:r>
              <a:endParaRPr lang="en-US" sz="1400" spc="0" kern="0" b="0" i="0" dirty="0">
                <a:solidFill>
                  <a:srgbClr val="070154"/>
                </a:solidFill>
                <a:latin typeface="IBM Plex Sans SemiBold"/>
                <a:ea typeface="IBM Plex Sans SemiBold"/>
                <a:cs typeface="IBM Plex Sans SemiBold"/>
              </a:endParaRPr>
            </a:p>
          </p:txBody>
        </p:sp>
        <p:sp>
          <p:nvSpPr>
            <p:cNvPr id="33" name="node01.steps.slot-005.label"/>
            <p:cNvSpPr/>
            <p:nvPr/>
          </p:nvSpPr>
          <p:spPr>
            <a:xfrm>
              <a:off x="2400300" y="5078349"/>
              <a:ext cx="851731"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12 SEP 2027</a:t>
              </a:r>
              <a:endParaRPr lang="en-US" sz="900" spc="54" kern="0" b="0" i="0" dirty="0">
                <a:solidFill>
                  <a:srgbClr val="0047FF"/>
                </a:solidFill>
                <a:latin typeface="IBM Plex Mono Medium"/>
                <a:ea typeface="IBM Plex Mono Medium"/>
                <a:cs typeface="IBM Plex Mono Medium"/>
              </a:endParaRPr>
            </a:p>
          </p:txBody>
        </p:sp>
        <p:sp>
          <p:nvSpPr>
            <p:cNvPr id="34" name="node01.steps.slot-005.description.part-0"/>
            <p:cNvSpPr/>
            <p:nvPr/>
          </p:nvSpPr>
          <p:spPr>
            <a:xfrm>
              <a:off x="1181100" y="5295900"/>
              <a:ext cx="4800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Check cost and incident targets.</a:t>
              </a:r>
              <a:endParaRPr lang="en-US" sz="1200" spc="0" kern="0" b="0" i="0" dirty="0">
                <a:solidFill>
                  <a:srgbClr val="50658E"/>
                </a:solidFill>
                <a:latin typeface="IBM Plex Sans"/>
                <a:ea typeface="IBM Plex Sans"/>
                <a:cs typeface="IBM Plex Sans"/>
              </a:endParaRPr>
            </a:p>
          </p:txBody>
        </p:sp>
      </p:grpSp>
      <p:grpSp>
        <p:nvGrpSpPr>
          <p:cNvPr id="61" name="node02"/>
          <p:cNvGrpSpPr/>
          <p:nvPr/>
        </p:nvGrpSpPr>
        <p:grpSpPr>
          <a:xfrm>
            <a:off x="6210300" y="1600200"/>
            <a:ext cx="5257800" cy="152400"/>
            <a:chOff x="6210300" y="1600200"/>
            <a:chExt cx="5257800" cy="152400"/>
          </a:xfrm>
        </p:grpSpPr>
        <p:sp>
          <p:nvSpPr>
            <p:cNvPr id="35" name="node02.text"/>
            <p:cNvSpPr/>
            <p:nvPr/>
          </p:nvSpPr>
          <p:spPr>
            <a:xfrm>
              <a:off x="6210300" y="1600200"/>
              <a:ext cx="5257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WHO TOOK PART</a:t>
              </a:r>
              <a:endParaRPr lang="en-US" sz="900" spc="54" kern="0" b="0" i="0" dirty="0">
                <a:solidFill>
                  <a:srgbClr val="50658E"/>
                </a:solidFill>
                <a:latin typeface="IBM Plex Mono Medium"/>
                <a:ea typeface="IBM Plex Mono Medium"/>
                <a:cs typeface="IBM Plex Mono Medium"/>
              </a:endParaRPr>
            </a:p>
          </p:txBody>
        </p:sp>
      </p:grpSp>
      <p:grpSp>
        <p:nvGrpSpPr>
          <p:cNvPr id="62" name="node03"/>
          <p:cNvGrpSpPr/>
          <p:nvPr/>
        </p:nvGrpSpPr>
        <p:grpSpPr>
          <a:xfrm>
            <a:off x="6210300" y="2057400"/>
            <a:ext cx="2514600" cy="533400"/>
            <a:chOff x="6210300" y="2057400"/>
            <a:chExt cx="2514600" cy="533400"/>
          </a:xfrm>
        </p:grpSpPr>
        <p:sp>
          <p:nvSpPr>
            <p:cNvPr id="36" name="node03.avatar"/>
            <p:cNvSpPr/>
            <p:nvPr/>
          </p:nvSpPr>
          <p:spPr>
            <a:xfrm>
              <a:off x="6210300" y="2095500"/>
              <a:ext cx="457200" cy="457200"/>
            </a:xfrm>
            <a:prstGeom prst="rect">
              <a:avLst/>
            </a:prstGeom>
            <a:solidFill>
              <a:srgbClr val="070154"/>
            </a:solidFill>
            <a:ln>
              <a:noFill/>
            </a:ln>
          </p:spPr>
        </p:sp>
        <p:sp>
          <p:nvSpPr>
            <p:cNvPr id="37" name="node03.initials"/>
            <p:cNvSpPr/>
            <p:nvPr/>
          </p:nvSpPr>
          <p:spPr>
            <a:xfrm>
              <a:off x="6210300" y="2190750"/>
              <a:ext cx="4572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FFFFFF"/>
                  </a:solidFill>
                  <a:latin typeface="IBM Plex Sans SemiBold"/>
                  <a:ea typeface="IBM Plex Sans SemiBold"/>
                  <a:cs typeface="IBM Plex Sans SemiBold"/>
                </a:rPr>
                <a:t>MO</a:t>
              </a:r>
              <a:endParaRPr lang="en-US" sz="1400" spc="0" kern="0" b="0" i="0" dirty="0">
                <a:solidFill>
                  <a:srgbClr val="FFFFFF"/>
                </a:solidFill>
                <a:latin typeface="IBM Plex Sans SemiBold"/>
                <a:ea typeface="IBM Plex Sans SemiBold"/>
                <a:cs typeface="IBM Plex Sans SemiBold"/>
              </a:endParaRPr>
            </a:p>
          </p:txBody>
        </p:sp>
        <p:sp>
          <p:nvSpPr>
            <p:cNvPr id="38" name="node03.name"/>
            <p:cNvSpPr/>
            <p:nvPr/>
          </p:nvSpPr>
          <p:spPr>
            <a:xfrm>
              <a:off x="6819900" y="2057400"/>
              <a:ext cx="19050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Maya Okafor</a:t>
              </a:r>
              <a:endParaRPr lang="en-US" sz="1400" spc="0" kern="0" b="0" i="0" dirty="0">
                <a:solidFill>
                  <a:srgbClr val="070154"/>
                </a:solidFill>
                <a:latin typeface="IBM Plex Sans SemiBold"/>
                <a:ea typeface="IBM Plex Sans SemiBold"/>
                <a:cs typeface="IBM Plex Sans SemiBold"/>
              </a:endParaRPr>
            </a:p>
          </p:txBody>
        </p:sp>
        <p:sp>
          <p:nvSpPr>
            <p:cNvPr id="39" name="node03.role"/>
            <p:cNvSpPr/>
            <p:nvPr/>
          </p:nvSpPr>
          <p:spPr>
            <a:xfrm>
              <a:off x="6819900" y="2362200"/>
              <a:ext cx="1905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Chief architect</a:t>
              </a:r>
              <a:endParaRPr lang="en-US" sz="1200" spc="0" kern="0" b="0" i="0" dirty="0">
                <a:solidFill>
                  <a:srgbClr val="50658E"/>
                </a:solidFill>
                <a:latin typeface="IBM Plex Sans"/>
                <a:ea typeface="IBM Plex Sans"/>
                <a:cs typeface="IBM Plex Sans"/>
              </a:endParaRPr>
            </a:p>
          </p:txBody>
        </p:sp>
      </p:grpSp>
      <p:grpSp>
        <p:nvGrpSpPr>
          <p:cNvPr id="63" name="node04"/>
          <p:cNvGrpSpPr/>
          <p:nvPr/>
        </p:nvGrpSpPr>
        <p:grpSpPr>
          <a:xfrm>
            <a:off x="8953500" y="2057400"/>
            <a:ext cx="2514600" cy="533400"/>
            <a:chOff x="8953500" y="2057400"/>
            <a:chExt cx="2514600" cy="533400"/>
          </a:xfrm>
        </p:grpSpPr>
        <p:sp>
          <p:nvSpPr>
            <p:cNvPr id="40" name="node04.avatar"/>
            <p:cNvSpPr/>
            <p:nvPr/>
          </p:nvSpPr>
          <p:spPr>
            <a:xfrm>
              <a:off x="8953500" y="2095500"/>
              <a:ext cx="457200" cy="457200"/>
            </a:xfrm>
            <a:prstGeom prst="rect">
              <a:avLst/>
            </a:prstGeom>
            <a:solidFill>
              <a:srgbClr val="070154"/>
            </a:solidFill>
            <a:ln>
              <a:noFill/>
            </a:ln>
          </p:spPr>
        </p:sp>
        <p:sp>
          <p:nvSpPr>
            <p:cNvPr id="41" name="node04.initials"/>
            <p:cNvSpPr/>
            <p:nvPr/>
          </p:nvSpPr>
          <p:spPr>
            <a:xfrm>
              <a:off x="8953500" y="2190750"/>
              <a:ext cx="4572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FFFFFF"/>
                  </a:solidFill>
                  <a:latin typeface="IBM Plex Sans SemiBold"/>
                  <a:ea typeface="IBM Plex Sans SemiBold"/>
                  <a:cs typeface="IBM Plex Sans SemiBold"/>
                </a:rPr>
                <a:t>LS</a:t>
              </a:r>
              <a:endParaRPr lang="en-US" sz="1400" spc="0" kern="0" b="0" i="0" dirty="0">
                <a:solidFill>
                  <a:srgbClr val="FFFFFF"/>
                </a:solidFill>
                <a:latin typeface="IBM Plex Sans SemiBold"/>
                <a:ea typeface="IBM Plex Sans SemiBold"/>
                <a:cs typeface="IBM Plex Sans SemiBold"/>
              </a:endParaRPr>
            </a:p>
          </p:txBody>
        </p:sp>
        <p:sp>
          <p:nvSpPr>
            <p:cNvPr id="42" name="node04.name"/>
            <p:cNvSpPr/>
            <p:nvPr/>
          </p:nvSpPr>
          <p:spPr>
            <a:xfrm>
              <a:off x="9563100" y="2057400"/>
              <a:ext cx="19050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Lena Soto</a:t>
              </a:r>
              <a:endParaRPr lang="en-US" sz="1400" spc="0" kern="0" b="0" i="0" dirty="0">
                <a:solidFill>
                  <a:srgbClr val="070154"/>
                </a:solidFill>
                <a:latin typeface="IBM Plex Sans SemiBold"/>
                <a:ea typeface="IBM Plex Sans SemiBold"/>
                <a:cs typeface="IBM Plex Sans SemiBold"/>
              </a:endParaRPr>
            </a:p>
          </p:txBody>
        </p:sp>
        <p:sp>
          <p:nvSpPr>
            <p:cNvPr id="43" name="node04.role"/>
            <p:cNvSpPr/>
            <p:nvPr/>
          </p:nvSpPr>
          <p:spPr>
            <a:xfrm>
              <a:off x="9563100" y="2362200"/>
              <a:ext cx="1905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Clinical informatics</a:t>
              </a:r>
              <a:endParaRPr lang="en-US" sz="1200" spc="0" kern="0" b="0" i="0" dirty="0">
                <a:solidFill>
                  <a:srgbClr val="50658E"/>
                </a:solidFill>
                <a:latin typeface="IBM Plex Sans"/>
                <a:ea typeface="IBM Plex Sans"/>
                <a:cs typeface="IBM Plex Sans"/>
              </a:endParaRPr>
            </a:p>
          </p:txBody>
        </p:sp>
      </p:grpSp>
      <p:grpSp>
        <p:nvGrpSpPr>
          <p:cNvPr id="64" name="node05"/>
          <p:cNvGrpSpPr/>
          <p:nvPr/>
        </p:nvGrpSpPr>
        <p:grpSpPr>
          <a:xfrm>
            <a:off x="6210300" y="2971800"/>
            <a:ext cx="2514600" cy="533400"/>
            <a:chOff x="6210300" y="2971800"/>
            <a:chExt cx="2514600" cy="533400"/>
          </a:xfrm>
        </p:grpSpPr>
        <p:sp>
          <p:nvSpPr>
            <p:cNvPr id="44" name="node05.avatar"/>
            <p:cNvSpPr/>
            <p:nvPr/>
          </p:nvSpPr>
          <p:spPr>
            <a:xfrm>
              <a:off x="6210300" y="3009900"/>
              <a:ext cx="457200" cy="457200"/>
            </a:xfrm>
            <a:prstGeom prst="rect">
              <a:avLst/>
            </a:prstGeom>
            <a:solidFill>
              <a:srgbClr val="070154"/>
            </a:solidFill>
            <a:ln>
              <a:noFill/>
            </a:ln>
          </p:spPr>
        </p:sp>
        <p:sp>
          <p:nvSpPr>
            <p:cNvPr id="45" name="node05.initials"/>
            <p:cNvSpPr/>
            <p:nvPr/>
          </p:nvSpPr>
          <p:spPr>
            <a:xfrm>
              <a:off x="6210300" y="3105150"/>
              <a:ext cx="4572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FFFFFF"/>
                  </a:solidFill>
                  <a:latin typeface="IBM Plex Sans SemiBold"/>
                  <a:ea typeface="IBM Plex Sans SemiBold"/>
                  <a:cs typeface="IBM Plex Sans SemiBold"/>
                </a:rPr>
                <a:t>DH</a:t>
              </a:r>
              <a:endParaRPr lang="en-US" sz="1400" spc="0" kern="0" b="0" i="0" dirty="0">
                <a:solidFill>
                  <a:srgbClr val="FFFFFF"/>
                </a:solidFill>
                <a:latin typeface="IBM Plex Sans SemiBold"/>
                <a:ea typeface="IBM Plex Sans SemiBold"/>
                <a:cs typeface="IBM Plex Sans SemiBold"/>
              </a:endParaRPr>
            </a:p>
          </p:txBody>
        </p:sp>
        <p:sp>
          <p:nvSpPr>
            <p:cNvPr id="46" name="node05.name"/>
            <p:cNvSpPr/>
            <p:nvPr/>
          </p:nvSpPr>
          <p:spPr>
            <a:xfrm>
              <a:off x="6819900" y="2971800"/>
              <a:ext cx="19050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Dev Hartley</a:t>
              </a:r>
              <a:endParaRPr lang="en-US" sz="1400" spc="0" kern="0" b="0" i="0" dirty="0">
                <a:solidFill>
                  <a:srgbClr val="070154"/>
                </a:solidFill>
                <a:latin typeface="IBM Plex Sans SemiBold"/>
                <a:ea typeface="IBM Plex Sans SemiBold"/>
                <a:cs typeface="IBM Plex Sans SemiBold"/>
              </a:endParaRPr>
            </a:p>
          </p:txBody>
        </p:sp>
        <p:sp>
          <p:nvSpPr>
            <p:cNvPr id="47" name="node05.role"/>
            <p:cNvSpPr/>
            <p:nvPr/>
          </p:nvSpPr>
          <p:spPr>
            <a:xfrm>
              <a:off x="6819900" y="3276600"/>
              <a:ext cx="1905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Platform lead</a:t>
              </a:r>
              <a:endParaRPr lang="en-US" sz="1200" spc="0" kern="0" b="0" i="0" dirty="0">
                <a:solidFill>
                  <a:srgbClr val="50658E"/>
                </a:solidFill>
                <a:latin typeface="IBM Plex Sans"/>
                <a:ea typeface="IBM Plex Sans"/>
                <a:cs typeface="IBM Plex Sans"/>
              </a:endParaRPr>
            </a:p>
          </p:txBody>
        </p:sp>
      </p:grpSp>
      <p:grpSp>
        <p:nvGrpSpPr>
          <p:cNvPr id="65" name="node06"/>
          <p:cNvGrpSpPr/>
          <p:nvPr/>
        </p:nvGrpSpPr>
        <p:grpSpPr>
          <a:xfrm>
            <a:off x="8953500" y="2971800"/>
            <a:ext cx="2514600" cy="533400"/>
            <a:chOff x="8953500" y="2971800"/>
            <a:chExt cx="2514600" cy="533400"/>
          </a:xfrm>
        </p:grpSpPr>
        <p:sp>
          <p:nvSpPr>
            <p:cNvPr id="48" name="node06.avatar"/>
            <p:cNvSpPr/>
            <p:nvPr/>
          </p:nvSpPr>
          <p:spPr>
            <a:xfrm>
              <a:off x="8953500" y="3009900"/>
              <a:ext cx="457200" cy="457200"/>
            </a:xfrm>
            <a:prstGeom prst="rect">
              <a:avLst/>
            </a:prstGeom>
            <a:solidFill>
              <a:srgbClr val="070154"/>
            </a:solidFill>
            <a:ln>
              <a:noFill/>
            </a:ln>
          </p:spPr>
        </p:sp>
        <p:sp>
          <p:nvSpPr>
            <p:cNvPr id="49" name="node06.initials"/>
            <p:cNvSpPr/>
            <p:nvPr/>
          </p:nvSpPr>
          <p:spPr>
            <a:xfrm>
              <a:off x="8953500" y="3105150"/>
              <a:ext cx="4572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FFFFFF"/>
                  </a:solidFill>
                  <a:latin typeface="IBM Plex Sans SemiBold"/>
                  <a:ea typeface="IBM Plex Sans SemiBold"/>
                  <a:cs typeface="IBM Plex Sans SemiBold"/>
                </a:rPr>
                <a:t>RK</a:t>
              </a:r>
              <a:endParaRPr lang="en-US" sz="1400" spc="0" kern="0" b="0" i="0" dirty="0">
                <a:solidFill>
                  <a:srgbClr val="FFFFFF"/>
                </a:solidFill>
                <a:latin typeface="IBM Plex Sans SemiBold"/>
                <a:ea typeface="IBM Plex Sans SemiBold"/>
                <a:cs typeface="IBM Plex Sans SemiBold"/>
              </a:endParaRPr>
            </a:p>
          </p:txBody>
        </p:sp>
        <p:sp>
          <p:nvSpPr>
            <p:cNvPr id="50" name="node06.name"/>
            <p:cNvSpPr/>
            <p:nvPr/>
          </p:nvSpPr>
          <p:spPr>
            <a:xfrm>
              <a:off x="9563100" y="2971800"/>
              <a:ext cx="19050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Rui Kato</a:t>
              </a:r>
              <a:endParaRPr lang="en-US" sz="1400" spc="0" kern="0" b="0" i="0" dirty="0">
                <a:solidFill>
                  <a:srgbClr val="070154"/>
                </a:solidFill>
                <a:latin typeface="IBM Plex Sans SemiBold"/>
                <a:ea typeface="IBM Plex Sans SemiBold"/>
                <a:cs typeface="IBM Plex Sans SemiBold"/>
              </a:endParaRPr>
            </a:p>
          </p:txBody>
        </p:sp>
        <p:sp>
          <p:nvSpPr>
            <p:cNvPr id="51" name="node06.role"/>
            <p:cNvSpPr/>
            <p:nvPr/>
          </p:nvSpPr>
          <p:spPr>
            <a:xfrm>
              <a:off x="9563100" y="3276600"/>
              <a:ext cx="1905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Finance partner</a:t>
              </a:r>
              <a:endParaRPr lang="en-US" sz="1200" spc="0" kern="0" b="0" i="0" dirty="0">
                <a:solidFill>
                  <a:srgbClr val="50658E"/>
                </a:solidFill>
                <a:latin typeface="IBM Plex Sans"/>
                <a:ea typeface="IBM Plex Sans"/>
                <a:cs typeface="IBM Plex Sans"/>
              </a:endParaRPr>
            </a:p>
          </p:txBody>
        </p:sp>
      </p:grpSp>
      <p:sp>
        <p:nvSpPr>
          <p:cNvPr id="52" name="node07"/>
          <p:cNvSpPr/>
          <p:nvPr/>
        </p:nvSpPr>
        <p:spPr>
          <a:xfrm>
            <a:off x="6210300" y="3886200"/>
            <a:ext cx="5257800" cy="9525"/>
          </a:xfrm>
          <a:prstGeom prst="rect">
            <a:avLst/>
          </a:prstGeom>
          <a:solidFill>
            <a:srgbClr val="CED7E6"/>
          </a:solidFill>
          <a:ln>
            <a:noFill/>
          </a:ln>
        </p:spPr>
      </p:sp>
      <p:grpSp>
        <p:nvGrpSpPr>
          <p:cNvPr id="66" name="node08"/>
          <p:cNvGrpSpPr/>
          <p:nvPr/>
        </p:nvGrpSpPr>
        <p:grpSpPr>
          <a:xfrm>
            <a:off x="6210300" y="4114800"/>
            <a:ext cx="5257800" cy="152400"/>
            <a:chOff x="6210300" y="4114800"/>
            <a:chExt cx="5257800" cy="152400"/>
          </a:xfrm>
        </p:grpSpPr>
        <p:sp>
          <p:nvSpPr>
            <p:cNvPr id="53" name="node08.text"/>
            <p:cNvSpPr/>
            <p:nvPr/>
          </p:nvSpPr>
          <p:spPr>
            <a:xfrm>
              <a:off x="6210300" y="4114800"/>
              <a:ext cx="5257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EVIDENCE REVIEWED</a:t>
              </a:r>
              <a:endParaRPr lang="en-US" sz="900" spc="54" kern="0" b="0" i="0" dirty="0">
                <a:solidFill>
                  <a:srgbClr val="50658E"/>
                </a:solidFill>
                <a:latin typeface="IBM Plex Mono Medium"/>
                <a:ea typeface="IBM Plex Mono Medium"/>
                <a:cs typeface="IBM Plex Mono Medium"/>
              </a:endParaRPr>
            </a:p>
          </p:txBody>
        </p:sp>
      </p:grpSp>
      <p:grpSp>
        <p:nvGrpSpPr>
          <p:cNvPr id="67" name="node09"/>
          <p:cNvGrpSpPr/>
          <p:nvPr/>
        </p:nvGrpSpPr>
        <p:grpSpPr>
          <a:xfrm>
            <a:off x="6210300" y="4343400"/>
            <a:ext cx="5257800" cy="762000"/>
            <a:chOff x="6210300" y="4343400"/>
            <a:chExt cx="5257800" cy="762000"/>
          </a:xfrm>
        </p:grpSpPr>
        <p:sp>
          <p:nvSpPr>
            <p:cNvPr id="54" name="node09.source-001.bullet"/>
            <p:cNvSpPr/>
            <p:nvPr/>
          </p:nvSpPr>
          <p:spPr>
            <a:xfrm>
              <a:off x="6210300" y="4432300"/>
              <a:ext cx="38100" cy="38100"/>
            </a:xfrm>
            <a:prstGeom prst="rect">
              <a:avLst/>
            </a:prstGeom>
            <a:solidFill>
              <a:srgbClr val="070154"/>
            </a:solidFill>
            <a:ln>
              <a:noFill/>
            </a:ln>
          </p:spPr>
        </p:sp>
        <p:sp>
          <p:nvSpPr>
            <p:cNvPr id="55" name="node09.source-001.text"/>
            <p:cNvSpPr/>
            <p:nvPr/>
          </p:nvSpPr>
          <p:spPr>
            <a:xfrm>
              <a:off x="6362700" y="4343400"/>
              <a:ext cx="5105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Integration incident log, last 12 months</a:t>
              </a:r>
              <a:endParaRPr lang="en-US" sz="1200" spc="0" kern="0" b="0" i="0" dirty="0">
                <a:solidFill>
                  <a:srgbClr val="070154"/>
                </a:solidFill>
                <a:latin typeface="IBM Plex Sans"/>
                <a:ea typeface="IBM Plex Sans"/>
                <a:cs typeface="IBM Plex Sans"/>
              </a:endParaRPr>
            </a:p>
          </p:txBody>
        </p:sp>
        <p:sp>
          <p:nvSpPr>
            <p:cNvPr id="56" name="node09.source-002.bullet"/>
            <p:cNvSpPr/>
            <p:nvPr/>
          </p:nvSpPr>
          <p:spPr>
            <a:xfrm>
              <a:off x="6210300" y="4699000"/>
              <a:ext cx="38100" cy="38100"/>
            </a:xfrm>
            <a:prstGeom prst="rect">
              <a:avLst/>
            </a:prstGeom>
            <a:solidFill>
              <a:srgbClr val="070154"/>
            </a:solidFill>
            <a:ln>
              <a:noFill/>
            </a:ln>
          </p:spPr>
        </p:sp>
        <p:sp>
          <p:nvSpPr>
            <p:cNvPr id="57" name="node09.source-002.text"/>
            <p:cNvSpPr/>
            <p:nvPr/>
          </p:nvSpPr>
          <p:spPr>
            <a:xfrm>
              <a:off x="6362700" y="4610100"/>
              <a:ext cx="5105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Cost model for all three options</a:t>
              </a:r>
              <a:endParaRPr lang="en-US" sz="1200" spc="0" kern="0" b="0" i="0" dirty="0">
                <a:solidFill>
                  <a:srgbClr val="070154"/>
                </a:solidFill>
                <a:latin typeface="IBM Plex Sans"/>
                <a:ea typeface="IBM Plex Sans"/>
                <a:cs typeface="IBM Plex Sans"/>
              </a:endParaRPr>
            </a:p>
          </p:txBody>
        </p:sp>
        <p:sp>
          <p:nvSpPr>
            <p:cNvPr id="58" name="node09.source-003.bullet"/>
            <p:cNvSpPr/>
            <p:nvPr/>
          </p:nvSpPr>
          <p:spPr>
            <a:xfrm>
              <a:off x="6210300" y="4965700"/>
              <a:ext cx="38100" cy="38100"/>
            </a:xfrm>
            <a:prstGeom prst="rect">
              <a:avLst/>
            </a:prstGeom>
            <a:solidFill>
              <a:srgbClr val="070154"/>
            </a:solidFill>
            <a:ln>
              <a:noFill/>
            </a:ln>
          </p:spPr>
        </p:sp>
        <p:sp>
          <p:nvSpPr>
            <p:cNvPr id="59" name="node09.source-003.text"/>
            <p:cNvSpPr/>
            <p:nvPr/>
          </p:nvSpPr>
          <p:spPr>
            <a:xfrm>
              <a:off x="6362700" y="4876800"/>
              <a:ext cx="5105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Architecture workshop scores</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ource-160">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BUY VERSUS BUILD</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AI shifts buy versus build toward strategic fit</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39</a:t>
            </a:fld>
            <a:endParaRPr lang="en-US" sz="700" spc="0" kern="0" b="0" i="0" dirty="0">
              <a:solidFill>
                <a:srgbClr val="070154"/>
              </a:solidFill>
              <a:latin typeface="IBM Plex Mono SemiBold"/>
              <a:ea typeface="IBM Plex Mono SemiBold"/>
              <a:cs typeface="IBM Plex Mono SemiBold"/>
            </a:endParaRPr>
          </a:p>
        </p:txBody>
      </p:sp>
      <p:grpSp>
        <p:nvGrpSpPr>
          <p:cNvPr id="59" name="node01"/>
          <p:cNvGrpSpPr/>
          <p:nvPr/>
        </p:nvGrpSpPr>
        <p:grpSpPr>
          <a:xfrm>
            <a:off x="723900" y="1600200"/>
            <a:ext cx="2971800" cy="3657600"/>
            <a:chOff x="723900" y="1600200"/>
            <a:chExt cx="2971800" cy="3657600"/>
          </a:xfrm>
        </p:grpSpPr>
        <p:sp>
          <p:nvSpPr>
            <p:cNvPr id="6" name="node01.container"/>
            <p:cNvSpPr/>
            <p:nvPr/>
          </p:nvSpPr>
          <p:spPr>
            <a:xfrm>
              <a:off x="723900" y="1600200"/>
              <a:ext cx="2971800" cy="3657600"/>
            </a:xfrm>
            <a:prstGeom prst="rect">
              <a:avLst/>
            </a:prstGeom>
            <a:solidFill>
              <a:srgbClr val="E8EEF8"/>
            </a:solidFill>
            <a:ln>
              <a:noFill/>
            </a:ln>
          </p:spPr>
        </p:sp>
        <p:sp>
          <p:nvSpPr>
            <p:cNvPr id="7" name="node01.edge"/>
            <p:cNvSpPr/>
            <p:nvPr/>
          </p:nvSpPr>
          <p:spPr>
            <a:xfrm>
              <a:off x="723900" y="1600200"/>
              <a:ext cx="2971800" cy="76200"/>
            </a:xfrm>
            <a:prstGeom prst="rect">
              <a:avLst/>
            </a:prstGeom>
            <a:solidFill>
              <a:srgbClr val="070154"/>
            </a:solidFill>
            <a:ln>
              <a:noFill/>
            </a:ln>
          </p:spPr>
        </p:sp>
        <p:sp>
          <p:nvSpPr>
            <p:cNvPr id="8" name="node01.label"/>
            <p:cNvSpPr/>
            <p:nvPr/>
          </p:nvSpPr>
          <p:spPr>
            <a:xfrm>
              <a:off x="952500" y="19050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BUY</a:t>
              </a:r>
              <a:endParaRPr lang="en-US" sz="900" spc="54" kern="0" b="0" i="0" dirty="0">
                <a:solidFill>
                  <a:srgbClr val="0047FF"/>
                </a:solidFill>
                <a:latin typeface="IBM Plex Mono Medium"/>
                <a:ea typeface="IBM Plex Mono Medium"/>
                <a:cs typeface="IBM Plex Mono Medium"/>
              </a:endParaRPr>
            </a:p>
          </p:txBody>
        </p:sp>
        <p:sp>
          <p:nvSpPr>
            <p:cNvPr id="9" name="node01.title"/>
            <p:cNvSpPr/>
            <p:nvPr/>
          </p:nvSpPr>
          <p:spPr>
            <a:xfrm>
              <a:off x="952500" y="2133600"/>
              <a:ext cx="2514600" cy="6096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Accelerate standard capabilities</a:t>
              </a:r>
              <a:endParaRPr lang="en-US" sz="1800" spc="-18" kern="0" b="0" i="0" dirty="0">
                <a:solidFill>
                  <a:srgbClr val="070154"/>
                </a:solidFill>
                <a:latin typeface="IBM Plex Sans SemiBold"/>
                <a:ea typeface="IBM Plex Sans SemiBold"/>
                <a:cs typeface="IBM Plex Sans SemiBold"/>
              </a:endParaRPr>
            </a:p>
          </p:txBody>
        </p:sp>
      </p:grpSp>
      <p:grpSp>
        <p:nvGrpSpPr>
          <p:cNvPr id="60" name="node02"/>
          <p:cNvGrpSpPr/>
          <p:nvPr/>
        </p:nvGrpSpPr>
        <p:grpSpPr>
          <a:xfrm>
            <a:off x="3924300" y="1600200"/>
            <a:ext cx="2971800" cy="3657600"/>
            <a:chOff x="3924300" y="1600200"/>
            <a:chExt cx="2971800" cy="3657600"/>
          </a:xfrm>
        </p:grpSpPr>
        <p:sp>
          <p:nvSpPr>
            <p:cNvPr id="10" name="node02.container"/>
            <p:cNvSpPr/>
            <p:nvPr/>
          </p:nvSpPr>
          <p:spPr>
            <a:xfrm>
              <a:off x="3924300" y="1600200"/>
              <a:ext cx="2971800" cy="3657600"/>
            </a:xfrm>
            <a:prstGeom prst="rect">
              <a:avLst/>
            </a:prstGeom>
            <a:solidFill>
              <a:srgbClr val="E8EEF8"/>
            </a:solidFill>
            <a:ln>
              <a:noFill/>
            </a:ln>
          </p:spPr>
        </p:sp>
        <p:sp>
          <p:nvSpPr>
            <p:cNvPr id="11" name="node02.edge"/>
            <p:cNvSpPr/>
            <p:nvPr/>
          </p:nvSpPr>
          <p:spPr>
            <a:xfrm>
              <a:off x="3924300" y="1600200"/>
              <a:ext cx="2971800" cy="76200"/>
            </a:xfrm>
            <a:prstGeom prst="rect">
              <a:avLst/>
            </a:prstGeom>
            <a:solidFill>
              <a:srgbClr val="0047FF"/>
            </a:solidFill>
            <a:ln>
              <a:noFill/>
            </a:ln>
          </p:spPr>
        </p:sp>
        <p:sp>
          <p:nvSpPr>
            <p:cNvPr id="12" name="node02.label"/>
            <p:cNvSpPr/>
            <p:nvPr/>
          </p:nvSpPr>
          <p:spPr>
            <a:xfrm>
              <a:off x="4152900" y="19050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BUILD</a:t>
              </a:r>
              <a:endParaRPr lang="en-US" sz="900" spc="54" kern="0" b="0" i="0" dirty="0">
                <a:solidFill>
                  <a:srgbClr val="0047FF"/>
                </a:solidFill>
                <a:latin typeface="IBM Plex Mono Medium"/>
                <a:ea typeface="IBM Plex Mono Medium"/>
                <a:cs typeface="IBM Plex Mono Medium"/>
              </a:endParaRPr>
            </a:p>
          </p:txBody>
        </p:sp>
        <p:sp>
          <p:nvSpPr>
            <p:cNvPr id="13" name="node02.title"/>
            <p:cNvSpPr/>
            <p:nvPr/>
          </p:nvSpPr>
          <p:spPr>
            <a:xfrm>
              <a:off x="4152900" y="2133600"/>
              <a:ext cx="2514600" cy="6096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Own differentiated capabilities</a:t>
              </a:r>
              <a:endParaRPr lang="en-US" sz="1800" spc="-18" kern="0" b="0" i="0" dirty="0">
                <a:solidFill>
                  <a:srgbClr val="070154"/>
                </a:solidFill>
                <a:latin typeface="IBM Plex Sans SemiBold"/>
                <a:ea typeface="IBM Plex Sans SemiBold"/>
                <a:cs typeface="IBM Plex Sans SemiBold"/>
              </a:endParaRPr>
            </a:p>
          </p:txBody>
        </p:sp>
      </p:grpSp>
      <p:grpSp>
        <p:nvGrpSpPr>
          <p:cNvPr id="61" name="node03"/>
          <p:cNvGrpSpPr/>
          <p:nvPr/>
        </p:nvGrpSpPr>
        <p:grpSpPr>
          <a:xfrm>
            <a:off x="952500" y="2971800"/>
            <a:ext cx="2514600" cy="152400"/>
            <a:chOff x="952500" y="2971800"/>
            <a:chExt cx="2514600" cy="152400"/>
          </a:xfrm>
        </p:grpSpPr>
        <p:sp>
          <p:nvSpPr>
            <p:cNvPr id="14" name="node03.text"/>
            <p:cNvSpPr/>
            <p:nvPr/>
          </p:nvSpPr>
          <p:spPr>
            <a:xfrm>
              <a:off x="952500" y="29718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BEST WHEN</a:t>
              </a:r>
              <a:endParaRPr lang="en-US" sz="900" spc="54" kern="0" b="0" i="0" dirty="0">
                <a:solidFill>
                  <a:srgbClr val="0047FF"/>
                </a:solidFill>
                <a:latin typeface="IBM Plex Mono Medium"/>
                <a:ea typeface="IBM Plex Mono Medium"/>
                <a:cs typeface="IBM Plex Mono Medium"/>
              </a:endParaRPr>
            </a:p>
          </p:txBody>
        </p:sp>
      </p:grpSp>
      <p:grpSp>
        <p:nvGrpSpPr>
          <p:cNvPr id="62" name="node04"/>
          <p:cNvGrpSpPr/>
          <p:nvPr/>
        </p:nvGrpSpPr>
        <p:grpSpPr>
          <a:xfrm>
            <a:off x="952500" y="3200400"/>
            <a:ext cx="2514600" cy="762000"/>
            <a:chOff x="952500" y="3200400"/>
            <a:chExt cx="2514600" cy="762000"/>
          </a:xfrm>
        </p:grpSpPr>
        <p:sp>
          <p:nvSpPr>
            <p:cNvPr id="15" name="node04.source-001.bullet"/>
            <p:cNvSpPr/>
            <p:nvPr/>
          </p:nvSpPr>
          <p:spPr>
            <a:xfrm>
              <a:off x="952500" y="3289300"/>
              <a:ext cx="38100" cy="38100"/>
            </a:xfrm>
            <a:prstGeom prst="rect">
              <a:avLst/>
            </a:prstGeom>
            <a:solidFill>
              <a:srgbClr val="070154"/>
            </a:solidFill>
            <a:ln>
              <a:noFill/>
            </a:ln>
          </p:spPr>
        </p:sp>
        <p:sp>
          <p:nvSpPr>
            <p:cNvPr id="16" name="node04.source-001.text"/>
            <p:cNvSpPr/>
            <p:nvPr/>
          </p:nvSpPr>
          <p:spPr>
            <a:xfrm>
              <a:off x="1104900" y="32004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Needs are common</a:t>
              </a:r>
              <a:endParaRPr lang="en-US" sz="1200" spc="0" kern="0" b="0" i="0" dirty="0">
                <a:solidFill>
                  <a:srgbClr val="070154"/>
                </a:solidFill>
                <a:latin typeface="IBM Plex Sans"/>
                <a:ea typeface="IBM Plex Sans"/>
                <a:cs typeface="IBM Plex Sans"/>
              </a:endParaRPr>
            </a:p>
          </p:txBody>
        </p:sp>
        <p:sp>
          <p:nvSpPr>
            <p:cNvPr id="17" name="node04.source-002.bullet"/>
            <p:cNvSpPr/>
            <p:nvPr/>
          </p:nvSpPr>
          <p:spPr>
            <a:xfrm>
              <a:off x="952500" y="3556000"/>
              <a:ext cx="38100" cy="38100"/>
            </a:xfrm>
            <a:prstGeom prst="rect">
              <a:avLst/>
            </a:prstGeom>
            <a:solidFill>
              <a:srgbClr val="070154"/>
            </a:solidFill>
            <a:ln>
              <a:noFill/>
            </a:ln>
          </p:spPr>
        </p:sp>
        <p:sp>
          <p:nvSpPr>
            <p:cNvPr id="18" name="node04.source-002.text"/>
            <p:cNvSpPr/>
            <p:nvPr/>
          </p:nvSpPr>
          <p:spPr>
            <a:xfrm>
              <a:off x="1104900" y="34671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Speed beats customization</a:t>
              </a:r>
              <a:endParaRPr lang="en-US" sz="1200" spc="0" kern="0" b="0" i="0" dirty="0">
                <a:solidFill>
                  <a:srgbClr val="070154"/>
                </a:solidFill>
                <a:latin typeface="IBM Plex Sans"/>
                <a:ea typeface="IBM Plex Sans"/>
                <a:cs typeface="IBM Plex Sans"/>
              </a:endParaRPr>
            </a:p>
          </p:txBody>
        </p:sp>
        <p:sp>
          <p:nvSpPr>
            <p:cNvPr id="19" name="node04.source-003.bullet"/>
            <p:cNvSpPr/>
            <p:nvPr/>
          </p:nvSpPr>
          <p:spPr>
            <a:xfrm>
              <a:off x="952500" y="3822700"/>
              <a:ext cx="38100" cy="38100"/>
            </a:xfrm>
            <a:prstGeom prst="rect">
              <a:avLst/>
            </a:prstGeom>
            <a:solidFill>
              <a:srgbClr val="070154"/>
            </a:solidFill>
            <a:ln>
              <a:noFill/>
            </a:ln>
          </p:spPr>
        </p:sp>
        <p:sp>
          <p:nvSpPr>
            <p:cNvPr id="20" name="node04.source-003.text"/>
            <p:cNvSpPr/>
            <p:nvPr/>
          </p:nvSpPr>
          <p:spPr>
            <a:xfrm>
              <a:off x="1104900" y="37338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Vendors carry the roadmap</a:t>
              </a:r>
              <a:endParaRPr lang="en-US" sz="1200" spc="0" kern="0" b="0" i="0" dirty="0">
                <a:solidFill>
                  <a:srgbClr val="070154"/>
                </a:solidFill>
                <a:latin typeface="IBM Plex Sans"/>
                <a:ea typeface="IBM Plex Sans"/>
                <a:cs typeface="IBM Plex Sans"/>
              </a:endParaRPr>
            </a:p>
          </p:txBody>
        </p:sp>
      </p:grpSp>
      <p:grpSp>
        <p:nvGrpSpPr>
          <p:cNvPr id="63" name="node05"/>
          <p:cNvGrpSpPr/>
          <p:nvPr/>
        </p:nvGrpSpPr>
        <p:grpSpPr>
          <a:xfrm>
            <a:off x="952500" y="4114800"/>
            <a:ext cx="2514600" cy="152400"/>
            <a:chOff x="952500" y="4114800"/>
            <a:chExt cx="2514600" cy="152400"/>
          </a:xfrm>
        </p:grpSpPr>
        <p:sp>
          <p:nvSpPr>
            <p:cNvPr id="21" name="node05.text"/>
            <p:cNvSpPr/>
            <p:nvPr/>
          </p:nvSpPr>
          <p:spPr>
            <a:xfrm>
              <a:off x="952500" y="41148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TRADE-OFFS</a:t>
              </a:r>
              <a:endParaRPr lang="en-US" sz="900" spc="54" kern="0" b="0" i="0" dirty="0">
                <a:solidFill>
                  <a:srgbClr val="0047FF"/>
                </a:solidFill>
                <a:latin typeface="IBM Plex Mono Medium"/>
                <a:ea typeface="IBM Plex Mono Medium"/>
                <a:cs typeface="IBM Plex Mono Medium"/>
              </a:endParaRPr>
            </a:p>
          </p:txBody>
        </p:sp>
      </p:grpSp>
      <p:grpSp>
        <p:nvGrpSpPr>
          <p:cNvPr id="64" name="node06"/>
          <p:cNvGrpSpPr/>
          <p:nvPr/>
        </p:nvGrpSpPr>
        <p:grpSpPr>
          <a:xfrm>
            <a:off x="952500" y="4343400"/>
            <a:ext cx="2514600" cy="762000"/>
            <a:chOff x="952500" y="4343400"/>
            <a:chExt cx="2514600" cy="762000"/>
          </a:xfrm>
        </p:grpSpPr>
        <p:sp>
          <p:nvSpPr>
            <p:cNvPr id="22" name="node06.source-001.bullet"/>
            <p:cNvSpPr/>
            <p:nvPr/>
          </p:nvSpPr>
          <p:spPr>
            <a:xfrm>
              <a:off x="952500" y="4432300"/>
              <a:ext cx="38100" cy="38100"/>
            </a:xfrm>
            <a:prstGeom prst="rect">
              <a:avLst/>
            </a:prstGeom>
            <a:solidFill>
              <a:srgbClr val="070154"/>
            </a:solidFill>
            <a:ln>
              <a:noFill/>
            </a:ln>
          </p:spPr>
        </p:sp>
        <p:sp>
          <p:nvSpPr>
            <p:cNvPr id="23" name="node06.source-001.text"/>
            <p:cNvSpPr/>
            <p:nvPr/>
          </p:nvSpPr>
          <p:spPr>
            <a:xfrm>
              <a:off x="1104900" y="43434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Fit gaps force compromise</a:t>
              </a:r>
              <a:endParaRPr lang="en-US" sz="1200" spc="0" kern="0" b="0" i="0" dirty="0">
                <a:solidFill>
                  <a:srgbClr val="070154"/>
                </a:solidFill>
                <a:latin typeface="IBM Plex Sans"/>
                <a:ea typeface="IBM Plex Sans"/>
                <a:cs typeface="IBM Plex Sans"/>
              </a:endParaRPr>
            </a:p>
          </p:txBody>
        </p:sp>
        <p:sp>
          <p:nvSpPr>
            <p:cNvPr id="24" name="node06.source-002.bullet"/>
            <p:cNvSpPr/>
            <p:nvPr/>
          </p:nvSpPr>
          <p:spPr>
            <a:xfrm>
              <a:off x="952500" y="4699000"/>
              <a:ext cx="38100" cy="38100"/>
            </a:xfrm>
            <a:prstGeom prst="rect">
              <a:avLst/>
            </a:prstGeom>
            <a:solidFill>
              <a:srgbClr val="070154"/>
            </a:solidFill>
            <a:ln>
              <a:noFill/>
            </a:ln>
          </p:spPr>
        </p:sp>
        <p:sp>
          <p:nvSpPr>
            <p:cNvPr id="25" name="node06.source-002.text"/>
            <p:cNvSpPr/>
            <p:nvPr/>
          </p:nvSpPr>
          <p:spPr>
            <a:xfrm>
              <a:off x="1104900" y="46101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Roadmaps constrain change</a:t>
              </a:r>
              <a:endParaRPr lang="en-US" sz="1200" spc="0" kern="0" b="0" i="0" dirty="0">
                <a:solidFill>
                  <a:srgbClr val="070154"/>
                </a:solidFill>
                <a:latin typeface="IBM Plex Sans"/>
                <a:ea typeface="IBM Plex Sans"/>
                <a:cs typeface="IBM Plex Sans"/>
              </a:endParaRPr>
            </a:p>
          </p:txBody>
        </p:sp>
        <p:sp>
          <p:nvSpPr>
            <p:cNvPr id="26" name="node06.source-003.bullet"/>
            <p:cNvSpPr/>
            <p:nvPr/>
          </p:nvSpPr>
          <p:spPr>
            <a:xfrm>
              <a:off x="952500" y="4965700"/>
              <a:ext cx="38100" cy="38100"/>
            </a:xfrm>
            <a:prstGeom prst="rect">
              <a:avLst/>
            </a:prstGeom>
            <a:solidFill>
              <a:srgbClr val="070154"/>
            </a:solidFill>
            <a:ln>
              <a:noFill/>
            </a:ln>
          </p:spPr>
        </p:sp>
        <p:sp>
          <p:nvSpPr>
            <p:cNvPr id="27" name="node06.source-003.text"/>
            <p:cNvSpPr/>
            <p:nvPr/>
          </p:nvSpPr>
          <p:spPr>
            <a:xfrm>
              <a:off x="1104900" y="48768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Switching costs build up</a:t>
              </a:r>
              <a:endParaRPr lang="en-US" sz="1200" spc="0" kern="0" b="0" i="0" dirty="0">
                <a:solidFill>
                  <a:srgbClr val="070154"/>
                </a:solidFill>
                <a:latin typeface="IBM Plex Sans"/>
                <a:ea typeface="IBM Plex Sans"/>
                <a:cs typeface="IBM Plex Sans"/>
              </a:endParaRPr>
            </a:p>
          </p:txBody>
        </p:sp>
      </p:grpSp>
      <p:grpSp>
        <p:nvGrpSpPr>
          <p:cNvPr id="65" name="node07"/>
          <p:cNvGrpSpPr/>
          <p:nvPr/>
        </p:nvGrpSpPr>
        <p:grpSpPr>
          <a:xfrm>
            <a:off x="4152900" y="2971800"/>
            <a:ext cx="2514600" cy="152400"/>
            <a:chOff x="4152900" y="2971800"/>
            <a:chExt cx="2514600" cy="152400"/>
          </a:xfrm>
        </p:grpSpPr>
        <p:sp>
          <p:nvSpPr>
            <p:cNvPr id="28" name="node07.text"/>
            <p:cNvSpPr/>
            <p:nvPr/>
          </p:nvSpPr>
          <p:spPr>
            <a:xfrm>
              <a:off x="4152900" y="29718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BEST WHEN</a:t>
              </a:r>
              <a:endParaRPr lang="en-US" sz="900" spc="54" kern="0" b="0" i="0" dirty="0">
                <a:solidFill>
                  <a:srgbClr val="0047FF"/>
                </a:solidFill>
                <a:latin typeface="IBM Plex Mono Medium"/>
                <a:ea typeface="IBM Plex Mono Medium"/>
                <a:cs typeface="IBM Plex Mono Medium"/>
              </a:endParaRPr>
            </a:p>
          </p:txBody>
        </p:sp>
      </p:grpSp>
      <p:grpSp>
        <p:nvGrpSpPr>
          <p:cNvPr id="66" name="node08"/>
          <p:cNvGrpSpPr/>
          <p:nvPr/>
        </p:nvGrpSpPr>
        <p:grpSpPr>
          <a:xfrm>
            <a:off x="4152900" y="3200400"/>
            <a:ext cx="2514600" cy="762000"/>
            <a:chOff x="4152900" y="3200400"/>
            <a:chExt cx="2514600" cy="762000"/>
          </a:xfrm>
        </p:grpSpPr>
        <p:sp>
          <p:nvSpPr>
            <p:cNvPr id="29" name="node08.source-001.bullet"/>
            <p:cNvSpPr/>
            <p:nvPr/>
          </p:nvSpPr>
          <p:spPr>
            <a:xfrm>
              <a:off x="4152900" y="3289300"/>
              <a:ext cx="38100" cy="38100"/>
            </a:xfrm>
            <a:prstGeom prst="rect">
              <a:avLst/>
            </a:prstGeom>
            <a:solidFill>
              <a:srgbClr val="070154"/>
            </a:solidFill>
            <a:ln>
              <a:noFill/>
            </a:ln>
          </p:spPr>
        </p:sp>
        <p:sp>
          <p:nvSpPr>
            <p:cNvPr id="30" name="node08.source-001.text"/>
            <p:cNvSpPr/>
            <p:nvPr/>
          </p:nvSpPr>
          <p:spPr>
            <a:xfrm>
              <a:off x="4305300" y="32004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Workflows give an edge</a:t>
              </a:r>
              <a:endParaRPr lang="en-US" sz="1200" spc="0" kern="0" b="0" i="0" dirty="0">
                <a:solidFill>
                  <a:srgbClr val="070154"/>
                </a:solidFill>
                <a:latin typeface="IBM Plex Sans"/>
                <a:ea typeface="IBM Plex Sans"/>
                <a:cs typeface="IBM Plex Sans"/>
              </a:endParaRPr>
            </a:p>
          </p:txBody>
        </p:sp>
        <p:sp>
          <p:nvSpPr>
            <p:cNvPr id="31" name="node08.source-002.bullet"/>
            <p:cNvSpPr/>
            <p:nvPr/>
          </p:nvSpPr>
          <p:spPr>
            <a:xfrm>
              <a:off x="4152900" y="3556000"/>
              <a:ext cx="38100" cy="38100"/>
            </a:xfrm>
            <a:prstGeom prst="rect">
              <a:avLst/>
            </a:prstGeom>
            <a:solidFill>
              <a:srgbClr val="070154"/>
            </a:solidFill>
            <a:ln>
              <a:noFill/>
            </a:ln>
          </p:spPr>
        </p:sp>
        <p:sp>
          <p:nvSpPr>
            <p:cNvPr id="32" name="node08.source-002.text"/>
            <p:cNvSpPr/>
            <p:nvPr/>
          </p:nvSpPr>
          <p:spPr>
            <a:xfrm>
              <a:off x="4305300" y="34671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Data and roadmap control</a:t>
              </a:r>
              <a:endParaRPr lang="en-US" sz="1200" spc="0" kern="0" b="0" i="0" dirty="0">
                <a:solidFill>
                  <a:srgbClr val="070154"/>
                </a:solidFill>
                <a:latin typeface="IBM Plex Sans"/>
                <a:ea typeface="IBM Plex Sans"/>
                <a:cs typeface="IBM Plex Sans"/>
              </a:endParaRPr>
            </a:p>
          </p:txBody>
        </p:sp>
        <p:sp>
          <p:nvSpPr>
            <p:cNvPr id="33" name="node08.source-003.bullet"/>
            <p:cNvSpPr/>
            <p:nvPr/>
          </p:nvSpPr>
          <p:spPr>
            <a:xfrm>
              <a:off x="4152900" y="3822700"/>
              <a:ext cx="38100" cy="38100"/>
            </a:xfrm>
            <a:prstGeom prst="rect">
              <a:avLst/>
            </a:prstGeom>
            <a:solidFill>
              <a:srgbClr val="070154"/>
            </a:solidFill>
            <a:ln>
              <a:noFill/>
            </a:ln>
          </p:spPr>
        </p:sp>
        <p:sp>
          <p:nvSpPr>
            <p:cNvPr id="34" name="node08.source-003.text"/>
            <p:cNvSpPr/>
            <p:nvPr/>
          </p:nvSpPr>
          <p:spPr>
            <a:xfrm>
              <a:off x="4305300" y="37338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Talent is already in place</a:t>
              </a:r>
              <a:endParaRPr lang="en-US" sz="1200" spc="0" kern="0" b="0" i="0" dirty="0">
                <a:solidFill>
                  <a:srgbClr val="070154"/>
                </a:solidFill>
                <a:latin typeface="IBM Plex Sans"/>
                <a:ea typeface="IBM Plex Sans"/>
                <a:cs typeface="IBM Plex Sans"/>
              </a:endParaRPr>
            </a:p>
          </p:txBody>
        </p:sp>
      </p:grpSp>
      <p:grpSp>
        <p:nvGrpSpPr>
          <p:cNvPr id="67" name="node09"/>
          <p:cNvGrpSpPr/>
          <p:nvPr/>
        </p:nvGrpSpPr>
        <p:grpSpPr>
          <a:xfrm>
            <a:off x="4152900" y="4114800"/>
            <a:ext cx="2514600" cy="152400"/>
            <a:chOff x="4152900" y="4114800"/>
            <a:chExt cx="2514600" cy="152400"/>
          </a:xfrm>
        </p:grpSpPr>
        <p:sp>
          <p:nvSpPr>
            <p:cNvPr id="35" name="node09.text"/>
            <p:cNvSpPr/>
            <p:nvPr/>
          </p:nvSpPr>
          <p:spPr>
            <a:xfrm>
              <a:off x="4152900" y="41148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TRADE-OFFS</a:t>
              </a:r>
              <a:endParaRPr lang="en-US" sz="900" spc="54" kern="0" b="0" i="0" dirty="0">
                <a:solidFill>
                  <a:srgbClr val="0047FF"/>
                </a:solidFill>
                <a:latin typeface="IBM Plex Mono Medium"/>
                <a:ea typeface="IBM Plex Mono Medium"/>
                <a:cs typeface="IBM Plex Mono Medium"/>
              </a:endParaRPr>
            </a:p>
          </p:txBody>
        </p:sp>
      </p:grpSp>
      <p:grpSp>
        <p:nvGrpSpPr>
          <p:cNvPr id="68" name="node10"/>
          <p:cNvGrpSpPr/>
          <p:nvPr/>
        </p:nvGrpSpPr>
        <p:grpSpPr>
          <a:xfrm>
            <a:off x="4152900" y="4343400"/>
            <a:ext cx="2514600" cy="762000"/>
            <a:chOff x="4152900" y="4343400"/>
            <a:chExt cx="2514600" cy="762000"/>
          </a:xfrm>
        </p:grpSpPr>
        <p:sp>
          <p:nvSpPr>
            <p:cNvPr id="36" name="node10.source-001.bullet"/>
            <p:cNvSpPr/>
            <p:nvPr/>
          </p:nvSpPr>
          <p:spPr>
            <a:xfrm>
              <a:off x="4152900" y="4432300"/>
              <a:ext cx="38100" cy="38100"/>
            </a:xfrm>
            <a:prstGeom prst="rect">
              <a:avLst/>
            </a:prstGeom>
            <a:solidFill>
              <a:srgbClr val="070154"/>
            </a:solidFill>
            <a:ln>
              <a:noFill/>
            </a:ln>
          </p:spPr>
        </p:sp>
        <p:sp>
          <p:nvSpPr>
            <p:cNvPr id="37" name="node10.source-001.text"/>
            <p:cNvSpPr/>
            <p:nvPr/>
          </p:nvSpPr>
          <p:spPr>
            <a:xfrm>
              <a:off x="4305300" y="43434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Needs durable capability</a:t>
              </a:r>
              <a:endParaRPr lang="en-US" sz="1200" spc="0" kern="0" b="0" i="0" dirty="0">
                <a:solidFill>
                  <a:srgbClr val="070154"/>
                </a:solidFill>
                <a:latin typeface="IBM Plex Sans"/>
                <a:ea typeface="IBM Plex Sans"/>
                <a:cs typeface="IBM Plex Sans"/>
              </a:endParaRPr>
            </a:p>
          </p:txBody>
        </p:sp>
        <p:sp>
          <p:nvSpPr>
            <p:cNvPr id="38" name="node10.source-002.bullet"/>
            <p:cNvSpPr/>
            <p:nvPr/>
          </p:nvSpPr>
          <p:spPr>
            <a:xfrm>
              <a:off x="4152900" y="4699000"/>
              <a:ext cx="38100" cy="38100"/>
            </a:xfrm>
            <a:prstGeom prst="rect">
              <a:avLst/>
            </a:prstGeom>
            <a:solidFill>
              <a:srgbClr val="070154"/>
            </a:solidFill>
            <a:ln>
              <a:noFill/>
            </a:ln>
          </p:spPr>
        </p:sp>
        <p:sp>
          <p:nvSpPr>
            <p:cNvPr id="39" name="node10.source-002.text"/>
            <p:cNvSpPr/>
            <p:nvPr/>
          </p:nvSpPr>
          <p:spPr>
            <a:xfrm>
              <a:off x="4305300" y="46101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You own maintenance</a:t>
              </a:r>
              <a:endParaRPr lang="en-US" sz="1200" spc="0" kern="0" b="0" i="0" dirty="0">
                <a:solidFill>
                  <a:srgbClr val="070154"/>
                </a:solidFill>
                <a:latin typeface="IBM Plex Sans"/>
                <a:ea typeface="IBM Plex Sans"/>
                <a:cs typeface="IBM Plex Sans"/>
              </a:endParaRPr>
            </a:p>
          </p:txBody>
        </p:sp>
        <p:sp>
          <p:nvSpPr>
            <p:cNvPr id="40" name="node10.source-003.bullet"/>
            <p:cNvSpPr/>
            <p:nvPr/>
          </p:nvSpPr>
          <p:spPr>
            <a:xfrm>
              <a:off x="4152900" y="4965700"/>
              <a:ext cx="38100" cy="38100"/>
            </a:xfrm>
            <a:prstGeom prst="rect">
              <a:avLst/>
            </a:prstGeom>
            <a:solidFill>
              <a:srgbClr val="070154"/>
            </a:solidFill>
            <a:ln>
              <a:noFill/>
            </a:ln>
          </p:spPr>
        </p:sp>
        <p:sp>
          <p:nvSpPr>
            <p:cNvPr id="41" name="node10.source-003.text"/>
            <p:cNvSpPr/>
            <p:nvPr/>
          </p:nvSpPr>
          <p:spPr>
            <a:xfrm>
              <a:off x="4305300" y="48768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Hiring takes time</a:t>
              </a:r>
              <a:endParaRPr lang="en-US" sz="1200" spc="0" kern="0" b="0" i="0" dirty="0">
                <a:solidFill>
                  <a:srgbClr val="070154"/>
                </a:solidFill>
                <a:latin typeface="IBM Plex Sans"/>
                <a:ea typeface="IBM Plex Sans"/>
                <a:cs typeface="IBM Plex Sans"/>
              </a:endParaRPr>
            </a:p>
          </p:txBody>
        </p:sp>
      </p:grpSp>
      <p:grpSp>
        <p:nvGrpSpPr>
          <p:cNvPr id="69" name="node11"/>
          <p:cNvGrpSpPr/>
          <p:nvPr/>
        </p:nvGrpSpPr>
        <p:grpSpPr>
          <a:xfrm>
            <a:off x="7124700" y="1600200"/>
            <a:ext cx="4343400" cy="3657600"/>
            <a:chOff x="7124700" y="1600200"/>
            <a:chExt cx="4343400" cy="3657600"/>
          </a:xfrm>
        </p:grpSpPr>
        <p:sp>
          <p:nvSpPr>
            <p:cNvPr id="42" name="node11.container"/>
            <p:cNvSpPr/>
            <p:nvPr/>
          </p:nvSpPr>
          <p:spPr>
            <a:xfrm>
              <a:off x="7124700" y="1600200"/>
              <a:ext cx="4343400" cy="3657600"/>
            </a:xfrm>
            <a:prstGeom prst="rect">
              <a:avLst/>
            </a:prstGeom>
            <a:solidFill>
              <a:srgbClr val="E8EEF8"/>
            </a:solidFill>
            <a:ln>
              <a:noFill/>
            </a:ln>
          </p:spPr>
        </p:sp>
        <p:sp>
          <p:nvSpPr>
            <p:cNvPr id="43" name="node11.edge"/>
            <p:cNvSpPr/>
            <p:nvPr/>
          </p:nvSpPr>
          <p:spPr>
            <a:xfrm>
              <a:off x="7124700" y="1600200"/>
              <a:ext cx="4343400" cy="76200"/>
            </a:xfrm>
            <a:prstGeom prst="rect">
              <a:avLst/>
            </a:prstGeom>
            <a:solidFill>
              <a:srgbClr val="F900D3"/>
            </a:solidFill>
            <a:ln>
              <a:noFill/>
            </a:ln>
          </p:spPr>
        </p:sp>
        <p:sp>
          <p:nvSpPr>
            <p:cNvPr id="44" name="node11.label"/>
            <p:cNvSpPr/>
            <p:nvPr/>
          </p:nvSpPr>
          <p:spPr>
            <a:xfrm>
              <a:off x="7353300" y="1905000"/>
              <a:ext cx="3886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MODERNIZATION ECONOMICS</a:t>
              </a:r>
              <a:endParaRPr lang="en-US" sz="900" spc="54" kern="0" b="0" i="0" dirty="0">
                <a:solidFill>
                  <a:srgbClr val="0047FF"/>
                </a:solidFill>
                <a:latin typeface="IBM Plex Mono Medium"/>
                <a:ea typeface="IBM Plex Mono Medium"/>
                <a:cs typeface="IBM Plex Mono Medium"/>
              </a:endParaRPr>
            </a:p>
          </p:txBody>
        </p:sp>
        <p:sp>
          <p:nvSpPr>
            <p:cNvPr id="45" name="node11.title"/>
            <p:cNvSpPr/>
            <p:nvPr/>
          </p:nvSpPr>
          <p:spPr>
            <a:xfrm>
              <a:off x="7353300" y="2133600"/>
              <a:ext cx="38862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AI lowers cost at every stage</a:t>
              </a:r>
              <a:endParaRPr lang="en-US" sz="1800" spc="-18" kern="0" b="0" i="0" dirty="0">
                <a:solidFill>
                  <a:srgbClr val="070154"/>
                </a:solidFill>
                <a:latin typeface="IBM Plex Sans SemiBold"/>
                <a:ea typeface="IBM Plex Sans SemiBold"/>
                <a:cs typeface="IBM Plex Sans SemiBold"/>
              </a:endParaRPr>
            </a:p>
          </p:txBody>
        </p:sp>
      </p:grpSp>
      <p:grpSp>
        <p:nvGrpSpPr>
          <p:cNvPr id="70" name="node12"/>
          <p:cNvGrpSpPr/>
          <p:nvPr/>
        </p:nvGrpSpPr>
        <p:grpSpPr>
          <a:xfrm>
            <a:off x="7353300" y="2514600"/>
            <a:ext cx="3886200" cy="152400"/>
            <a:chOff x="7353300" y="2514600"/>
            <a:chExt cx="3886200" cy="152400"/>
          </a:xfrm>
        </p:grpSpPr>
        <p:sp>
          <p:nvSpPr>
            <p:cNvPr id="46" name="node12.text"/>
            <p:cNvSpPr/>
            <p:nvPr/>
          </p:nvSpPr>
          <p:spPr>
            <a:xfrm>
              <a:off x="7353300" y="2514600"/>
              <a:ext cx="3886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PLAN AND UNDERSTAND</a:t>
              </a:r>
              <a:endParaRPr lang="en-US" sz="900" spc="54" kern="0" b="0" i="0" dirty="0">
                <a:solidFill>
                  <a:srgbClr val="0047FF"/>
                </a:solidFill>
                <a:latin typeface="IBM Plex Mono Medium"/>
                <a:ea typeface="IBM Plex Mono Medium"/>
                <a:cs typeface="IBM Plex Mono Medium"/>
              </a:endParaRPr>
            </a:p>
          </p:txBody>
        </p:sp>
      </p:grpSp>
      <p:grpSp>
        <p:nvGrpSpPr>
          <p:cNvPr id="71" name="node13"/>
          <p:cNvGrpSpPr/>
          <p:nvPr/>
        </p:nvGrpSpPr>
        <p:grpSpPr>
          <a:xfrm>
            <a:off x="7353300" y="2717800"/>
            <a:ext cx="3886200" cy="266700"/>
            <a:chOff x="7353300" y="2717800"/>
            <a:chExt cx="3886200" cy="266700"/>
          </a:xfrm>
        </p:grpSpPr>
        <p:sp>
          <p:nvSpPr>
            <p:cNvPr id="47" name="node13.text"/>
            <p:cNvSpPr/>
            <p:nvPr/>
          </p:nvSpPr>
          <p:spPr>
            <a:xfrm>
              <a:off x="7353300" y="2717800"/>
              <a:ext cx="38862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Faster discovery, mapping and requirements</a:t>
              </a:r>
              <a:endParaRPr lang="en-US" sz="1400" spc="0" kern="0" b="0" i="0" dirty="0">
                <a:solidFill>
                  <a:srgbClr val="070154"/>
                </a:solidFill>
                <a:latin typeface="IBM Plex Sans"/>
                <a:ea typeface="IBM Plex Sans"/>
                <a:cs typeface="IBM Plex Sans"/>
              </a:endParaRPr>
            </a:p>
          </p:txBody>
        </p:sp>
      </p:grpSp>
      <p:grpSp>
        <p:nvGrpSpPr>
          <p:cNvPr id="72" name="node14"/>
          <p:cNvGrpSpPr/>
          <p:nvPr/>
        </p:nvGrpSpPr>
        <p:grpSpPr>
          <a:xfrm>
            <a:off x="7353300" y="3009900"/>
            <a:ext cx="3886200" cy="228600"/>
            <a:chOff x="7353300" y="3009900"/>
            <a:chExt cx="3886200" cy="228600"/>
          </a:xfrm>
        </p:grpSpPr>
        <p:sp>
          <p:nvSpPr>
            <p:cNvPr id="48" name="node14.text"/>
            <p:cNvSpPr/>
            <p:nvPr/>
          </p:nvSpPr>
          <p:spPr>
            <a:xfrm>
              <a:off x="7353300" y="3009900"/>
              <a:ext cx="3886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Weeks of analysis become days.</a:t>
              </a:r>
              <a:endParaRPr lang="en-US" sz="1200" spc="0" kern="0" b="0" i="0" dirty="0">
                <a:solidFill>
                  <a:srgbClr val="50658E"/>
                </a:solidFill>
                <a:latin typeface="IBM Plex Sans"/>
                <a:ea typeface="IBM Plex Sans"/>
                <a:cs typeface="IBM Plex Sans"/>
              </a:endParaRPr>
            </a:p>
          </p:txBody>
        </p:sp>
      </p:grpSp>
      <p:sp>
        <p:nvSpPr>
          <p:cNvPr id="49" name="node15"/>
          <p:cNvSpPr/>
          <p:nvPr/>
        </p:nvSpPr>
        <p:spPr>
          <a:xfrm>
            <a:off x="7353300" y="3314700"/>
            <a:ext cx="3886200" cy="9525"/>
          </a:xfrm>
          <a:prstGeom prst="rect">
            <a:avLst/>
          </a:prstGeom>
          <a:solidFill>
            <a:srgbClr val="CED7E6"/>
          </a:solidFill>
          <a:ln>
            <a:noFill/>
          </a:ln>
        </p:spPr>
      </p:sp>
      <p:grpSp>
        <p:nvGrpSpPr>
          <p:cNvPr id="73" name="node16"/>
          <p:cNvGrpSpPr/>
          <p:nvPr/>
        </p:nvGrpSpPr>
        <p:grpSpPr>
          <a:xfrm>
            <a:off x="7353300" y="3429000"/>
            <a:ext cx="3886200" cy="152400"/>
            <a:chOff x="7353300" y="3429000"/>
            <a:chExt cx="3886200" cy="152400"/>
          </a:xfrm>
        </p:grpSpPr>
        <p:sp>
          <p:nvSpPr>
            <p:cNvPr id="50" name="node16.text"/>
            <p:cNvSpPr/>
            <p:nvPr/>
          </p:nvSpPr>
          <p:spPr>
            <a:xfrm>
              <a:off x="7353300" y="3429000"/>
              <a:ext cx="3886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IMPLEMENT AND BUILD</a:t>
              </a:r>
              <a:endParaRPr lang="en-US" sz="900" spc="54" kern="0" b="0" i="0" dirty="0">
                <a:solidFill>
                  <a:srgbClr val="0047FF"/>
                </a:solidFill>
                <a:latin typeface="IBM Plex Mono Medium"/>
                <a:ea typeface="IBM Plex Mono Medium"/>
                <a:cs typeface="IBM Plex Mono Medium"/>
              </a:endParaRPr>
            </a:p>
          </p:txBody>
        </p:sp>
      </p:grpSp>
      <p:grpSp>
        <p:nvGrpSpPr>
          <p:cNvPr id="74" name="node17"/>
          <p:cNvGrpSpPr/>
          <p:nvPr/>
        </p:nvGrpSpPr>
        <p:grpSpPr>
          <a:xfrm>
            <a:off x="7353300" y="3632200"/>
            <a:ext cx="3886200" cy="266700"/>
            <a:chOff x="7353300" y="3632200"/>
            <a:chExt cx="3886200" cy="266700"/>
          </a:xfrm>
        </p:grpSpPr>
        <p:sp>
          <p:nvSpPr>
            <p:cNvPr id="51" name="node17.text"/>
            <p:cNvSpPr/>
            <p:nvPr/>
          </p:nvSpPr>
          <p:spPr>
            <a:xfrm>
              <a:off x="7353300" y="3632200"/>
              <a:ext cx="38862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Accelerate coding, testing and migration</a:t>
              </a:r>
              <a:endParaRPr lang="en-US" sz="1400" spc="0" kern="0" b="0" i="0" dirty="0">
                <a:solidFill>
                  <a:srgbClr val="070154"/>
                </a:solidFill>
                <a:latin typeface="IBM Plex Sans"/>
                <a:ea typeface="IBM Plex Sans"/>
                <a:cs typeface="IBM Plex Sans"/>
              </a:endParaRPr>
            </a:p>
          </p:txBody>
        </p:sp>
      </p:grpSp>
      <p:grpSp>
        <p:nvGrpSpPr>
          <p:cNvPr id="75" name="node18"/>
          <p:cNvGrpSpPr/>
          <p:nvPr/>
        </p:nvGrpSpPr>
        <p:grpSpPr>
          <a:xfrm>
            <a:off x="7353300" y="3924300"/>
            <a:ext cx="3886200" cy="228600"/>
            <a:chOff x="7353300" y="3924300"/>
            <a:chExt cx="3886200" cy="228600"/>
          </a:xfrm>
        </p:grpSpPr>
        <p:sp>
          <p:nvSpPr>
            <p:cNvPr id="52" name="node18.text"/>
            <p:cNvSpPr/>
            <p:nvPr/>
          </p:nvSpPr>
          <p:spPr>
            <a:xfrm>
              <a:off x="7353300" y="3924300"/>
              <a:ext cx="3886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Agents draft, people review.</a:t>
              </a:r>
              <a:endParaRPr lang="en-US" sz="1200" spc="0" kern="0" b="0" i="0" dirty="0">
                <a:solidFill>
                  <a:srgbClr val="50658E"/>
                </a:solidFill>
                <a:latin typeface="IBM Plex Sans"/>
                <a:ea typeface="IBM Plex Sans"/>
                <a:cs typeface="IBM Plex Sans"/>
              </a:endParaRPr>
            </a:p>
          </p:txBody>
        </p:sp>
      </p:grpSp>
      <p:sp>
        <p:nvSpPr>
          <p:cNvPr id="53" name="node19"/>
          <p:cNvSpPr/>
          <p:nvPr/>
        </p:nvSpPr>
        <p:spPr>
          <a:xfrm>
            <a:off x="7353300" y="4229100"/>
            <a:ext cx="3886200" cy="9525"/>
          </a:xfrm>
          <a:prstGeom prst="rect">
            <a:avLst/>
          </a:prstGeom>
          <a:solidFill>
            <a:srgbClr val="CED7E6"/>
          </a:solidFill>
          <a:ln>
            <a:noFill/>
          </a:ln>
        </p:spPr>
      </p:sp>
      <p:grpSp>
        <p:nvGrpSpPr>
          <p:cNvPr id="76" name="node20"/>
          <p:cNvGrpSpPr/>
          <p:nvPr/>
        </p:nvGrpSpPr>
        <p:grpSpPr>
          <a:xfrm>
            <a:off x="7353300" y="4343400"/>
            <a:ext cx="3886200" cy="152400"/>
            <a:chOff x="7353300" y="4343400"/>
            <a:chExt cx="3886200" cy="152400"/>
          </a:xfrm>
        </p:grpSpPr>
        <p:sp>
          <p:nvSpPr>
            <p:cNvPr id="54" name="node20.text"/>
            <p:cNvSpPr/>
            <p:nvPr/>
          </p:nvSpPr>
          <p:spPr>
            <a:xfrm>
              <a:off x="7353300" y="4343400"/>
              <a:ext cx="3886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MAINTAIN LEGACY</a:t>
              </a:r>
              <a:endParaRPr lang="en-US" sz="900" spc="54" kern="0" b="0" i="0" dirty="0">
                <a:solidFill>
                  <a:srgbClr val="0047FF"/>
                </a:solidFill>
                <a:latin typeface="IBM Plex Mono Medium"/>
                <a:ea typeface="IBM Plex Mono Medium"/>
                <a:cs typeface="IBM Plex Mono Medium"/>
              </a:endParaRPr>
            </a:p>
          </p:txBody>
        </p:sp>
      </p:grpSp>
      <p:grpSp>
        <p:nvGrpSpPr>
          <p:cNvPr id="77" name="node21"/>
          <p:cNvGrpSpPr/>
          <p:nvPr/>
        </p:nvGrpSpPr>
        <p:grpSpPr>
          <a:xfrm>
            <a:off x="7353300" y="4546600"/>
            <a:ext cx="3886200" cy="266700"/>
            <a:chOff x="7353300" y="4546600"/>
            <a:chExt cx="3886200" cy="266700"/>
          </a:xfrm>
        </p:grpSpPr>
        <p:sp>
          <p:nvSpPr>
            <p:cNvPr id="55" name="node21.text"/>
            <p:cNvSpPr/>
            <p:nvPr/>
          </p:nvSpPr>
          <p:spPr>
            <a:xfrm>
              <a:off x="7353300" y="4546600"/>
              <a:ext cx="38862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Cut run cost and reliance on scarce skills</a:t>
              </a:r>
              <a:endParaRPr lang="en-US" sz="1400" spc="0" kern="0" b="0" i="0" dirty="0">
                <a:solidFill>
                  <a:srgbClr val="070154"/>
                </a:solidFill>
                <a:latin typeface="IBM Plex Sans"/>
                <a:ea typeface="IBM Plex Sans"/>
                <a:cs typeface="IBM Plex Sans"/>
              </a:endParaRPr>
            </a:p>
          </p:txBody>
        </p:sp>
      </p:grpSp>
      <p:grpSp>
        <p:nvGrpSpPr>
          <p:cNvPr id="78" name="node22"/>
          <p:cNvGrpSpPr/>
          <p:nvPr/>
        </p:nvGrpSpPr>
        <p:grpSpPr>
          <a:xfrm>
            <a:off x="7353300" y="4838700"/>
            <a:ext cx="3886200" cy="228600"/>
            <a:chOff x="7353300" y="4838700"/>
            <a:chExt cx="3886200" cy="228600"/>
          </a:xfrm>
        </p:grpSpPr>
        <p:sp>
          <p:nvSpPr>
            <p:cNvPr id="56" name="node22.text"/>
            <p:cNvSpPr/>
            <p:nvPr/>
          </p:nvSpPr>
          <p:spPr>
            <a:xfrm>
              <a:off x="7353300" y="4838700"/>
              <a:ext cx="3886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Fewer specialists on call.</a:t>
              </a:r>
              <a:endParaRPr lang="en-US" sz="1200" spc="0" kern="0" b="0" i="0" dirty="0">
                <a:solidFill>
                  <a:srgbClr val="50658E"/>
                </a:solidFill>
                <a:latin typeface="IBM Plex Sans"/>
                <a:ea typeface="IBM Plex Sans"/>
                <a:cs typeface="IBM Plex Sans"/>
              </a:endParaRPr>
            </a:p>
          </p:txBody>
        </p:sp>
      </p:grpSp>
      <p:grpSp>
        <p:nvGrpSpPr>
          <p:cNvPr id="79" name="node23"/>
          <p:cNvGrpSpPr/>
          <p:nvPr/>
        </p:nvGrpSpPr>
        <p:grpSpPr>
          <a:xfrm>
            <a:off x="723900" y="5486400"/>
            <a:ext cx="10744200" cy="457200"/>
            <a:chOff x="723900" y="5486400"/>
            <a:chExt cx="10744200" cy="457200"/>
          </a:xfrm>
        </p:grpSpPr>
        <p:sp>
          <p:nvSpPr>
            <p:cNvPr id="57" name="node23.surface"/>
            <p:cNvSpPr/>
            <p:nvPr/>
          </p:nvSpPr>
          <p:spPr>
            <a:xfrm>
              <a:off x="723900" y="5486400"/>
              <a:ext cx="10744200" cy="457200"/>
            </a:xfrm>
            <a:prstGeom prst="rect">
              <a:avLst/>
            </a:prstGeom>
            <a:solidFill>
              <a:srgbClr val="070154"/>
            </a:solidFill>
            <a:ln>
              <a:noFill/>
            </a:ln>
          </p:spPr>
        </p:sp>
        <p:sp>
          <p:nvSpPr>
            <p:cNvPr id="58" name="node23.text"/>
            <p:cNvSpPr/>
            <p:nvPr/>
          </p:nvSpPr>
          <p:spPr>
            <a:xfrm>
              <a:off x="876300" y="5600700"/>
              <a:ext cx="104394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As AI lowers planning, build and run costs, choose by strategic fit, differentiation and ownership.</a:t>
              </a:r>
              <a:endParaRPr lang="en-US" sz="1200" spc="0" kern="0" b="0" i="0" dirty="0">
                <a:solidFill>
                  <a:srgbClr val="FFFFFF"/>
                </a:solidFill>
                <a:latin typeface="IBM Plex Sans"/>
                <a:ea typeface="IBM Plex Sans"/>
                <a:cs typeface="IBM Plex Sans"/>
              </a:endParaRPr>
            </a:p>
          </p:txBody>
        </p:sp>
      </p:gr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ource-182">
    <p:spTree>
      <p:nvGrpSpPr>
        <p:cNvPr id="1" name=""/>
        <p:cNvGrpSpPr/>
        <p:nvPr/>
      </p:nvGrpSpPr>
      <p:grpSpPr>
        <a:xfrm>
          <a:off x="0" y="0"/>
          <a:ext cx="0" cy="0"/>
          <a:chOff x="0" y="0"/>
          <a:chExt cx="0" cy="0"/>
        </a:xfrm>
      </p:grpSpPr>
      <p:sp>
        <p:nvSpPr>
          <p:cNvPr id="3" name="eyebrow"/>
          <p:cNvSpPr/>
          <p:nvPr/>
        </p:nvSpPr>
        <p:spPr>
          <a:xfrm>
            <a:off x="723900" y="457200"/>
            <a:ext cx="70866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COMMERCIALS</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70866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$720K rests on four assumptions</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4008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FFFFFF"/>
                </a:solidFill>
                <a:latin typeface="IBM Plex Mono SemiBold"/>
                <a:ea typeface="IBM Plex Mono SemiBold"/>
                <a:cs typeface="IBM Plex Mono SemiBold"/>
              </a:rPr>
              <a:t>40</a:t>
            </a:fld>
            <a:endParaRPr lang="en-US" sz="700" spc="0" kern="0" b="0" i="0" dirty="0">
              <a:solidFill>
                <a:srgbClr val="FFFFFF"/>
              </a:solidFill>
              <a:latin typeface="IBM Plex Mono SemiBold"/>
              <a:ea typeface="IBM Plex Mono SemiBold"/>
              <a:cs typeface="IBM Plex Mono SemiBold"/>
            </a:endParaRPr>
          </a:p>
        </p:txBody>
      </p:sp>
      <p:grpSp>
        <p:nvGrpSpPr>
          <p:cNvPr id="19" name="node01"/>
          <p:cNvGrpSpPr/>
          <p:nvPr/>
        </p:nvGrpSpPr>
        <p:grpSpPr>
          <a:xfrm>
            <a:off x="723900" y="1600200"/>
            <a:ext cx="7086600" cy="2895600"/>
            <a:chOff x="723900" y="1600200"/>
            <a:chExt cx="7086600" cy="2895600"/>
          </a:xfrm>
        </p:grpSpPr>
        <p:graphicFrame>
          <p:nvGraphicFramePr>
            <p:cNvPr id="6" name="node01.native"/>
            <p:cNvGraphicFramePr>
              <a:graphicFrameLocks noGrp="1"/>
            </p:cNvGraphicFramePr>
            <p:nvPr>
              <p:extLst>
                <p:ext uri="{D42A27DB-BD31-4B8C-83A1-F6EECF244321}">
                  <p14:modId xmlns:p14="http://schemas.microsoft.com/office/powerpoint/2010/main" val="1579011935"/>
                </p:ext>
              </p:extLst>
            </p:nvPr>
          </p:nvGraphicFramePr>
          <p:xfrm>
            <a:off x="723900" y="1600200"/>
            <a:ext cx="7086600" cy="2895600"/>
          </p:xfrm>
          <a:graphic>
            <a:graphicData uri="http://schemas.openxmlformats.org/drawingml/2006/table">
              <a:tbl>
                <a:tblPr/>
                <a:tblGrid>
                  <a:gridCol w="2514600"/>
                  <a:gridCol w="1524000"/>
                  <a:gridCol w="1219200"/>
                  <a:gridCol w="1828800"/>
                </a:tblGrid>
                <a:tr h="457200">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PHASE</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TIMING</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r"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SHARE</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r"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FEE</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r>
                <a:tr h="609600">
                  <a:tc>
                    <a:txBody>
                      <a:bodyPr wrap="square" anchor="ctr" lIns="0" rIns="0" tIns="0" bIns="0">
                        <a:noAutofit/>
                      </a:bodyPr>
                      <a:lstStyle/>
                      <a:p>
                        <a:pPr algn="l" marL="0" indent="0">
                          <a:lnSpc>
                            <a:spcPts val="2100"/>
                          </a:lnSpc>
                          <a:spcBef>
                            <a:spcPts val="0"/>
                          </a:spcBef>
                          <a:spcAft>
                            <a:spcPts val="0"/>
                          </a:spcAft>
                          <a:buNone/>
                          <a:defRPr lang="en-US" sz="1400" spc="0" kern="0" b="0" i="0" dirty="0">
                            <a:solidFill>
                              <a:srgbClr val="070154"/>
                            </a:solidFill>
                            <a:latin typeface="IBM Plex Sans"/>
                            <a:ea typeface="IBM Plex Sans"/>
                            <a:cs typeface="IBM Plex Sans"/>
                          </a:defRPr>
                        </a:pPr>
                        <a:r>
                          <a:rPr lang="en-US" sz="1400" spc="0" kern="0" b="0" i="0" dirty="0">
                            <a:solidFill>
                              <a:srgbClr val="070154"/>
                            </a:solidFill>
                            <a:latin typeface="IBM Plex Sans"/>
                            <a:ea typeface="IBM Plex Sans"/>
                            <a:cs typeface="IBM Plex Sans"/>
                          </a:rPr>
                          <a:t xml:space="preserve">Diagnose</a:t>
                        </a:r>
                        <a:endParaRPr lang="en-US" sz="14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2100"/>
                          </a:lnSpc>
                          <a:spcBef>
                            <a:spcPts val="0"/>
                          </a:spcBef>
                          <a:spcAft>
                            <a:spcPts val="0"/>
                          </a:spcAft>
                          <a:buNone/>
                          <a:defRPr lang="en-US" sz="1400" spc="0" kern="0" b="0" i="0" dirty="0">
                            <a:solidFill>
                              <a:srgbClr val="070154"/>
                            </a:solidFill>
                            <a:latin typeface="IBM Plex Sans"/>
                            <a:ea typeface="IBM Plex Sans"/>
                            <a:cs typeface="IBM Plex Sans"/>
                          </a:defRPr>
                        </a:pPr>
                        <a:r>
                          <a:rPr lang="en-US" sz="1400" spc="0" kern="0" b="0" i="0" dirty="0">
                            <a:solidFill>
                              <a:srgbClr val="070154"/>
                            </a:solidFill>
                            <a:latin typeface="IBM Plex Sans"/>
                            <a:ea typeface="IBM Plex Sans"/>
                            <a:cs typeface="IBM Plex Sans"/>
                          </a:rPr>
                          <a:t xml:space="preserve">Weeks 1–4</a:t>
                        </a:r>
                        <a:endParaRPr lang="en-US" sz="14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r" marL="0" indent="0">
                          <a:lnSpc>
                            <a:spcPts val="2100"/>
                          </a:lnSpc>
                          <a:spcBef>
                            <a:spcPts val="0"/>
                          </a:spcBef>
                          <a:spcAft>
                            <a:spcPts val="0"/>
                          </a:spcAft>
                          <a:buNone/>
                          <a:defRPr lang="en-US" sz="1400" spc="0" kern="0" b="0" i="0" dirty="0">
                            <a:solidFill>
                              <a:srgbClr val="070154"/>
                            </a:solidFill>
                            <a:latin typeface="IBM Plex Mono SemiBold"/>
                            <a:ea typeface="IBM Plex Mono SemiBold"/>
                            <a:cs typeface="IBM Plex Mono SemiBold"/>
                          </a:defRPr>
                        </a:pPr>
                        <a:r>
                          <a:rPr lang="en-US" sz="1400" spc="0" kern="0" b="0" i="0" dirty="0">
                            <a:solidFill>
                              <a:srgbClr val="070154"/>
                            </a:solidFill>
                            <a:latin typeface="IBM Plex Mono SemiBold"/>
                            <a:ea typeface="IBM Plex Mono SemiBold"/>
                            <a:cs typeface="IBM Plex Mono SemiBold"/>
                          </a:rPr>
                          <a:t xml:space="preserve">30%</a:t>
                        </a:r>
                        <a:endParaRPr lang="en-US" sz="14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r" marL="0" indent="0">
                          <a:lnSpc>
                            <a:spcPts val="2100"/>
                          </a:lnSpc>
                          <a:spcBef>
                            <a:spcPts val="0"/>
                          </a:spcBef>
                          <a:spcAft>
                            <a:spcPts val="0"/>
                          </a:spcAft>
                          <a:buNone/>
                          <a:defRPr lang="en-US" sz="1400" spc="0" kern="0" b="0" i="0" dirty="0">
                            <a:solidFill>
                              <a:srgbClr val="070154"/>
                            </a:solidFill>
                            <a:latin typeface="IBM Plex Mono SemiBold"/>
                            <a:ea typeface="IBM Plex Mono SemiBold"/>
                            <a:cs typeface="IBM Plex Mono SemiBold"/>
                          </a:defRPr>
                        </a:pPr>
                        <a:r>
                          <a:rPr lang="en-US" sz="1400" spc="0" kern="0" b="0" i="0" dirty="0">
                            <a:solidFill>
                              <a:srgbClr val="070154"/>
                            </a:solidFill>
                            <a:latin typeface="IBM Plex Mono SemiBold"/>
                            <a:ea typeface="IBM Plex Mono SemiBold"/>
                            <a:cs typeface="IBM Plex Mono SemiBold"/>
                          </a:rPr>
                          <a:t xml:space="preserve">$216K</a:t>
                        </a:r>
                        <a:endParaRPr lang="en-US" sz="14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609600">
                  <a:tc>
                    <a:txBody>
                      <a:bodyPr wrap="square" anchor="ctr" lIns="0" rIns="0" tIns="0" bIns="0">
                        <a:noAutofit/>
                      </a:bodyPr>
                      <a:lstStyle/>
                      <a:p>
                        <a:pPr algn="l" marL="0" indent="0">
                          <a:lnSpc>
                            <a:spcPts val="2100"/>
                          </a:lnSpc>
                          <a:spcBef>
                            <a:spcPts val="0"/>
                          </a:spcBef>
                          <a:spcAft>
                            <a:spcPts val="0"/>
                          </a:spcAft>
                          <a:buNone/>
                          <a:defRPr lang="en-US" sz="1400" spc="0" kern="0" b="0" i="0" dirty="0">
                            <a:solidFill>
                              <a:srgbClr val="070154"/>
                            </a:solidFill>
                            <a:latin typeface="IBM Plex Sans"/>
                            <a:ea typeface="IBM Plex Sans"/>
                            <a:cs typeface="IBM Plex Sans"/>
                          </a:defRPr>
                        </a:pPr>
                        <a:r>
                          <a:rPr lang="en-US" sz="1400" spc="0" kern="0" b="0" i="0" dirty="0">
                            <a:solidFill>
                              <a:srgbClr val="070154"/>
                            </a:solidFill>
                            <a:latin typeface="IBM Plex Sans"/>
                            <a:ea typeface="IBM Plex Sans"/>
                            <a:cs typeface="IBM Plex Sans"/>
                          </a:rPr>
                          <a:t xml:space="preserve">Design</a:t>
                        </a:r>
                        <a:endParaRPr lang="en-US" sz="14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2100"/>
                          </a:lnSpc>
                          <a:spcBef>
                            <a:spcPts val="0"/>
                          </a:spcBef>
                          <a:spcAft>
                            <a:spcPts val="0"/>
                          </a:spcAft>
                          <a:buNone/>
                          <a:defRPr lang="en-US" sz="1400" spc="0" kern="0" b="0" i="0" dirty="0">
                            <a:solidFill>
                              <a:srgbClr val="070154"/>
                            </a:solidFill>
                            <a:latin typeface="IBM Plex Sans"/>
                            <a:ea typeface="IBM Plex Sans"/>
                            <a:cs typeface="IBM Plex Sans"/>
                          </a:defRPr>
                        </a:pPr>
                        <a:r>
                          <a:rPr lang="en-US" sz="1400" spc="0" kern="0" b="0" i="0" dirty="0">
                            <a:solidFill>
                              <a:srgbClr val="070154"/>
                            </a:solidFill>
                            <a:latin typeface="IBM Plex Sans"/>
                            <a:ea typeface="IBM Plex Sans"/>
                            <a:cs typeface="IBM Plex Sans"/>
                          </a:rPr>
                          <a:t xml:space="preserve">Weeks 5–10</a:t>
                        </a:r>
                        <a:endParaRPr lang="en-US" sz="14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r" marL="0" indent="0">
                          <a:lnSpc>
                            <a:spcPts val="2100"/>
                          </a:lnSpc>
                          <a:spcBef>
                            <a:spcPts val="0"/>
                          </a:spcBef>
                          <a:spcAft>
                            <a:spcPts val="0"/>
                          </a:spcAft>
                          <a:buNone/>
                          <a:defRPr lang="en-US" sz="1400" spc="0" kern="0" b="0" i="0" dirty="0">
                            <a:solidFill>
                              <a:srgbClr val="070154"/>
                            </a:solidFill>
                            <a:latin typeface="IBM Plex Mono SemiBold"/>
                            <a:ea typeface="IBM Plex Mono SemiBold"/>
                            <a:cs typeface="IBM Plex Mono SemiBold"/>
                          </a:defRPr>
                        </a:pPr>
                        <a:r>
                          <a:rPr lang="en-US" sz="1400" spc="0" kern="0" b="0" i="0" dirty="0">
                            <a:solidFill>
                              <a:srgbClr val="070154"/>
                            </a:solidFill>
                            <a:latin typeface="IBM Plex Mono SemiBold"/>
                            <a:ea typeface="IBM Plex Mono SemiBold"/>
                            <a:cs typeface="IBM Plex Mono SemiBold"/>
                          </a:rPr>
                          <a:t xml:space="preserve">40%</a:t>
                        </a:r>
                        <a:endParaRPr lang="en-US" sz="14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r" marL="0" indent="0">
                          <a:lnSpc>
                            <a:spcPts val="2100"/>
                          </a:lnSpc>
                          <a:spcBef>
                            <a:spcPts val="0"/>
                          </a:spcBef>
                          <a:spcAft>
                            <a:spcPts val="0"/>
                          </a:spcAft>
                          <a:buNone/>
                          <a:defRPr lang="en-US" sz="1400" spc="0" kern="0" b="0" i="0" dirty="0">
                            <a:solidFill>
                              <a:srgbClr val="070154"/>
                            </a:solidFill>
                            <a:latin typeface="IBM Plex Mono SemiBold"/>
                            <a:ea typeface="IBM Plex Mono SemiBold"/>
                            <a:cs typeface="IBM Plex Mono SemiBold"/>
                          </a:defRPr>
                        </a:pPr>
                        <a:r>
                          <a:rPr lang="en-US" sz="1400" spc="0" kern="0" b="0" i="0" dirty="0">
                            <a:solidFill>
                              <a:srgbClr val="070154"/>
                            </a:solidFill>
                            <a:latin typeface="IBM Plex Mono SemiBold"/>
                            <a:ea typeface="IBM Plex Mono SemiBold"/>
                            <a:cs typeface="IBM Plex Mono SemiBold"/>
                          </a:rPr>
                          <a:t xml:space="preserve">$288K</a:t>
                        </a:r>
                        <a:endParaRPr lang="en-US" sz="14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609600">
                  <a:tc>
                    <a:txBody>
                      <a:bodyPr wrap="square" anchor="ctr" lIns="0" rIns="0" tIns="0" bIns="0">
                        <a:noAutofit/>
                      </a:bodyPr>
                      <a:lstStyle/>
                      <a:p>
                        <a:pPr algn="l" marL="0" indent="0">
                          <a:lnSpc>
                            <a:spcPts val="2100"/>
                          </a:lnSpc>
                          <a:spcBef>
                            <a:spcPts val="0"/>
                          </a:spcBef>
                          <a:spcAft>
                            <a:spcPts val="0"/>
                          </a:spcAft>
                          <a:buNone/>
                          <a:defRPr lang="en-US" sz="1400" spc="0" kern="0" b="0" i="0" dirty="0">
                            <a:solidFill>
                              <a:srgbClr val="070154"/>
                            </a:solidFill>
                            <a:latin typeface="IBM Plex Sans"/>
                            <a:ea typeface="IBM Plex Sans"/>
                            <a:cs typeface="IBM Plex Sans"/>
                          </a:defRPr>
                        </a:pPr>
                        <a:r>
                          <a:rPr lang="en-US" sz="1400" spc="0" kern="0" b="0" i="0" dirty="0">
                            <a:solidFill>
                              <a:srgbClr val="070154"/>
                            </a:solidFill>
                            <a:latin typeface="IBM Plex Sans"/>
                            <a:ea typeface="IBM Plex Sans"/>
                            <a:cs typeface="IBM Plex Sans"/>
                          </a:rPr>
                          <a:t xml:space="preserve">Roadmap</a:t>
                        </a:r>
                        <a:endParaRPr lang="en-US" sz="14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2100"/>
                          </a:lnSpc>
                          <a:spcBef>
                            <a:spcPts val="0"/>
                          </a:spcBef>
                          <a:spcAft>
                            <a:spcPts val="0"/>
                          </a:spcAft>
                          <a:buNone/>
                          <a:defRPr lang="en-US" sz="1400" spc="0" kern="0" b="0" i="0" dirty="0">
                            <a:solidFill>
                              <a:srgbClr val="070154"/>
                            </a:solidFill>
                            <a:latin typeface="IBM Plex Sans"/>
                            <a:ea typeface="IBM Plex Sans"/>
                            <a:cs typeface="IBM Plex Sans"/>
                          </a:defRPr>
                        </a:pPr>
                        <a:r>
                          <a:rPr lang="en-US" sz="1400" spc="0" kern="0" b="0" i="0" dirty="0">
                            <a:solidFill>
                              <a:srgbClr val="070154"/>
                            </a:solidFill>
                            <a:latin typeface="IBM Plex Sans"/>
                            <a:ea typeface="IBM Plex Sans"/>
                            <a:cs typeface="IBM Plex Sans"/>
                          </a:rPr>
                          <a:t xml:space="preserve">Weeks 11–14</a:t>
                        </a:r>
                        <a:endParaRPr lang="en-US" sz="14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r" marL="0" indent="0">
                          <a:lnSpc>
                            <a:spcPts val="2100"/>
                          </a:lnSpc>
                          <a:spcBef>
                            <a:spcPts val="0"/>
                          </a:spcBef>
                          <a:spcAft>
                            <a:spcPts val="0"/>
                          </a:spcAft>
                          <a:buNone/>
                          <a:defRPr lang="en-US" sz="1400" spc="0" kern="0" b="0" i="0" dirty="0">
                            <a:solidFill>
                              <a:srgbClr val="070154"/>
                            </a:solidFill>
                            <a:latin typeface="IBM Plex Mono SemiBold"/>
                            <a:ea typeface="IBM Plex Mono SemiBold"/>
                            <a:cs typeface="IBM Plex Mono SemiBold"/>
                          </a:defRPr>
                        </a:pPr>
                        <a:r>
                          <a:rPr lang="en-US" sz="1400" spc="0" kern="0" b="0" i="0" dirty="0">
                            <a:solidFill>
                              <a:srgbClr val="070154"/>
                            </a:solidFill>
                            <a:latin typeface="IBM Plex Mono SemiBold"/>
                            <a:ea typeface="IBM Plex Mono SemiBold"/>
                            <a:cs typeface="IBM Plex Mono SemiBold"/>
                          </a:rPr>
                          <a:t xml:space="preserve">30%</a:t>
                        </a:r>
                        <a:endParaRPr lang="en-US" sz="14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r" marL="0" indent="0">
                          <a:lnSpc>
                            <a:spcPts val="2100"/>
                          </a:lnSpc>
                          <a:spcBef>
                            <a:spcPts val="0"/>
                          </a:spcBef>
                          <a:spcAft>
                            <a:spcPts val="0"/>
                          </a:spcAft>
                          <a:buNone/>
                          <a:defRPr lang="en-US" sz="1400" spc="0" kern="0" b="0" i="0" dirty="0">
                            <a:solidFill>
                              <a:srgbClr val="070154"/>
                            </a:solidFill>
                            <a:latin typeface="IBM Plex Mono SemiBold"/>
                            <a:ea typeface="IBM Plex Mono SemiBold"/>
                            <a:cs typeface="IBM Plex Mono SemiBold"/>
                          </a:defRPr>
                        </a:pPr>
                        <a:r>
                          <a:rPr lang="en-US" sz="1400" spc="0" kern="0" b="0" i="0" dirty="0">
                            <a:solidFill>
                              <a:srgbClr val="070154"/>
                            </a:solidFill>
                            <a:latin typeface="IBM Plex Mono SemiBold"/>
                            <a:ea typeface="IBM Plex Mono SemiBold"/>
                            <a:cs typeface="IBM Plex Mono SemiBold"/>
                          </a:rPr>
                          <a:t xml:space="preserve">$216K</a:t>
                        </a:r>
                        <a:endParaRPr lang="en-US" sz="14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609600">
                  <a:tc>
                    <a:txBody>
                      <a:bodyPr wrap="square" anchor="ctr" lIns="0" rIns="0" tIns="0" bIns="0">
                        <a:noAutofit/>
                      </a:bodyPr>
                      <a:lstStyle/>
                      <a:p>
                        <a:pPr algn="l" marL="0" indent="0">
                          <a:lnSpc>
                            <a:spcPts val="2100"/>
                          </a:lnSpc>
                          <a:spcBef>
                            <a:spcPts val="0"/>
                          </a:spcBef>
                          <a:spcAft>
                            <a:spcPts val="0"/>
                          </a:spcAft>
                          <a:buNone/>
                          <a:defRPr lang="en-US" sz="1400" spc="0" kern="0" b="0" i="0" dirty="0">
                            <a:solidFill>
                              <a:srgbClr val="070154"/>
                            </a:solidFill>
                            <a:latin typeface="IBM Plex Sans SemiBold"/>
                            <a:ea typeface="IBM Plex Sans SemiBold"/>
                            <a:cs typeface="IBM Plex Sans SemiBold"/>
                          </a:defRPr>
                        </a:pPr>
                        <a:r>
                          <a:rPr lang="en-US" sz="1400" spc="0" kern="0" b="0" i="0" dirty="0">
                            <a:solidFill>
                              <a:srgbClr val="070154"/>
                            </a:solidFill>
                            <a:latin typeface="IBM Plex Sans SemiBold"/>
                            <a:ea typeface="IBM Plex Sans SemiBold"/>
                            <a:cs typeface="IBM Plex Sans SemiBold"/>
                          </a:rPr>
                          <a:t xml:space="preserve">Total fixed fee</a:t>
                        </a:r>
                        <a:endParaRPr lang="en-US" sz="14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19050" cap="flat" cmpd="sng" algn="ctr">
                        <a:solidFill>
                          <a:srgbClr val="070154"/>
                        </a:solidFill>
                        <a:prstDash val="solid"/>
                        <a:round/>
                        <a:headEnd type="none" w="med" len="med"/>
                        <a:tailEnd type="none" w="med" len="med"/>
                      </a:lnT>
                      <a:lnB w="0" cap="flat" cmpd="sng" algn="ctr">
                        <a:noFill/>
                      </a:lnB>
                      <a:solidFill>
                        <a:srgbClr val="E8EEF8"/>
                      </a:solidFill>
                    </a:tcPr>
                  </a:tc>
                  <a:tc>
                    <a:txBody>
                      <a:bodyPr wrap="square" anchor="ctr" lIns="0" rIns="0" tIns="0" bIns="0">
                        <a:noAutofit/>
                      </a:bodyPr>
                      <a:lstStyle/>
                      <a:p>
                        <a:pPr algn="l" marL="0" indent="0">
                          <a:lnSpc>
                            <a:spcPts val="2100"/>
                          </a:lnSpc>
                          <a:spcBef>
                            <a:spcPts val="0"/>
                          </a:spcBef>
                          <a:spcAft>
                            <a:spcPts val="0"/>
                          </a:spcAft>
                          <a:buNone/>
                          <a:defRPr lang="en-US" sz="1400" spc="0" kern="0" b="0" i="0" dirty="0">
                            <a:solidFill>
                              <a:srgbClr val="070154"/>
                            </a:solidFill>
                            <a:latin typeface="IBM Plex Sans SemiBold"/>
                            <a:ea typeface="IBM Plex Sans SemiBold"/>
                            <a:cs typeface="IBM Plex Sans SemiBold"/>
                          </a:defRPr>
                        </a:pPr>
                        <a:endParaRPr lang="en-US" sz="14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19050" cap="flat" cmpd="sng" algn="ctr">
                        <a:solidFill>
                          <a:srgbClr val="070154"/>
                        </a:solidFill>
                        <a:prstDash val="solid"/>
                        <a:round/>
                        <a:headEnd type="none" w="med" len="med"/>
                        <a:tailEnd type="none" w="med" len="med"/>
                      </a:lnT>
                      <a:lnB w="0" cap="flat" cmpd="sng" algn="ctr">
                        <a:noFill/>
                      </a:lnB>
                      <a:solidFill>
                        <a:srgbClr val="E8EEF8"/>
                      </a:solidFill>
                    </a:tcPr>
                  </a:tc>
                  <a:tc>
                    <a:txBody>
                      <a:bodyPr wrap="square" anchor="ctr" lIns="0" rIns="0" tIns="0" bIns="0">
                        <a:noAutofit/>
                      </a:bodyPr>
                      <a:lstStyle/>
                      <a:p>
                        <a:pPr algn="r" marL="0" indent="0">
                          <a:lnSpc>
                            <a:spcPts val="2100"/>
                          </a:lnSpc>
                          <a:spcBef>
                            <a:spcPts val="0"/>
                          </a:spcBef>
                          <a:spcAft>
                            <a:spcPts val="0"/>
                          </a:spcAft>
                          <a:buNone/>
                          <a:defRPr lang="en-US" sz="1400" spc="0" kern="0" b="0" i="0" dirty="0">
                            <a:solidFill>
                              <a:srgbClr val="070154"/>
                            </a:solidFill>
                            <a:latin typeface="IBM Plex Mono SemiBold"/>
                            <a:ea typeface="IBM Plex Mono SemiBold"/>
                            <a:cs typeface="IBM Plex Mono SemiBold"/>
                          </a:defRPr>
                        </a:pPr>
                        <a:r>
                          <a:rPr lang="en-US" sz="1400" spc="0" kern="0" b="0" i="0" dirty="0">
                            <a:solidFill>
                              <a:srgbClr val="070154"/>
                            </a:solidFill>
                            <a:latin typeface="IBM Plex Mono SemiBold"/>
                            <a:ea typeface="IBM Plex Mono SemiBold"/>
                            <a:cs typeface="IBM Plex Mono SemiBold"/>
                          </a:rPr>
                          <a:t xml:space="preserve">100%</a:t>
                        </a:r>
                        <a:endParaRPr lang="en-US" sz="14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19050" cap="flat" cmpd="sng" algn="ctr">
                        <a:solidFill>
                          <a:srgbClr val="070154"/>
                        </a:solidFill>
                        <a:prstDash val="solid"/>
                        <a:round/>
                        <a:headEnd type="none" w="med" len="med"/>
                        <a:tailEnd type="none" w="med" len="med"/>
                      </a:lnT>
                      <a:lnB w="0" cap="flat" cmpd="sng" algn="ctr">
                        <a:noFill/>
                      </a:lnB>
                      <a:solidFill>
                        <a:srgbClr val="E8EEF8"/>
                      </a:solidFill>
                    </a:tcPr>
                  </a:tc>
                  <a:tc>
                    <a:txBody>
                      <a:bodyPr wrap="square" anchor="ctr" lIns="0" rIns="0" tIns="0" bIns="0">
                        <a:noAutofit/>
                      </a:bodyPr>
                      <a:lstStyle/>
                      <a:p>
                        <a:pPr algn="r" marL="0" indent="0">
                          <a:lnSpc>
                            <a:spcPts val="2100"/>
                          </a:lnSpc>
                          <a:spcBef>
                            <a:spcPts val="0"/>
                          </a:spcBef>
                          <a:spcAft>
                            <a:spcPts val="0"/>
                          </a:spcAft>
                          <a:buNone/>
                          <a:defRPr lang="en-US" sz="1400" spc="0" kern="0" b="0" i="0" dirty="0">
                            <a:solidFill>
                              <a:srgbClr val="070154"/>
                            </a:solidFill>
                            <a:latin typeface="IBM Plex Mono SemiBold"/>
                            <a:ea typeface="IBM Plex Mono SemiBold"/>
                            <a:cs typeface="IBM Plex Mono SemiBold"/>
                          </a:defRPr>
                        </a:pPr>
                        <a:r>
                          <a:rPr lang="en-US" sz="1400" spc="0" kern="0" b="0" i="0" dirty="0">
                            <a:solidFill>
                              <a:srgbClr val="070154"/>
                            </a:solidFill>
                            <a:latin typeface="IBM Plex Mono SemiBold"/>
                            <a:ea typeface="IBM Plex Mono SemiBold"/>
                            <a:cs typeface="IBM Plex Mono SemiBold"/>
                          </a:rPr>
                          <a:t xml:space="preserve">$720K</a:t>
                        </a:r>
                        <a:endParaRPr lang="en-US" sz="14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19050" cap="flat" cmpd="sng" algn="ctr">
                        <a:solidFill>
                          <a:srgbClr val="070154"/>
                        </a:solidFill>
                        <a:prstDash val="solid"/>
                        <a:round/>
                        <a:headEnd type="none" w="med" len="med"/>
                        <a:tailEnd type="none" w="med" len="med"/>
                      </a:lnT>
                      <a:lnB w="0" cap="flat" cmpd="sng" algn="ctr">
                        <a:noFill/>
                      </a:lnB>
                      <a:solidFill>
                        <a:srgbClr val="E8EEF8"/>
                      </a:solidFill>
                    </a:tcPr>
                  </a:tc>
                </a:tr>
              </a:tbl>
            </a:graphicData>
          </a:graphic>
        </p:graphicFrame>
      </p:grpSp>
      <p:grpSp>
        <p:nvGrpSpPr>
          <p:cNvPr id="20" name="node02"/>
          <p:cNvGrpSpPr/>
          <p:nvPr/>
        </p:nvGrpSpPr>
        <p:grpSpPr>
          <a:xfrm>
            <a:off x="723900" y="4800600"/>
            <a:ext cx="7086600" cy="152400"/>
            <a:chOff x="723900" y="4800600"/>
            <a:chExt cx="7086600" cy="152400"/>
          </a:xfrm>
        </p:grpSpPr>
        <p:sp>
          <p:nvSpPr>
            <p:cNvPr id="7" name="node02.text"/>
            <p:cNvSpPr/>
            <p:nvPr/>
          </p:nvSpPr>
          <p:spPr>
            <a:xfrm>
              <a:off x="723900" y="4800600"/>
              <a:ext cx="7086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HOW IT IS PAID</a:t>
              </a:r>
              <a:endParaRPr lang="en-US" sz="900" spc="54" kern="0" b="0" i="0" dirty="0">
                <a:solidFill>
                  <a:srgbClr val="0047FF"/>
                </a:solidFill>
                <a:latin typeface="IBM Plex Mono Medium"/>
                <a:ea typeface="IBM Plex Mono Medium"/>
                <a:cs typeface="IBM Plex Mono Medium"/>
              </a:endParaRPr>
            </a:p>
          </p:txBody>
        </p:sp>
      </p:grpSp>
      <p:grpSp>
        <p:nvGrpSpPr>
          <p:cNvPr id="21" name="node03"/>
          <p:cNvGrpSpPr/>
          <p:nvPr/>
        </p:nvGrpSpPr>
        <p:grpSpPr>
          <a:xfrm>
            <a:off x="723900" y="5105400"/>
            <a:ext cx="7086600" cy="495300"/>
            <a:chOff x="723900" y="5105400"/>
            <a:chExt cx="7086600" cy="495300"/>
          </a:xfrm>
        </p:grpSpPr>
        <p:sp>
          <p:nvSpPr>
            <p:cNvPr id="8" name="node03.source-001.bullet"/>
            <p:cNvSpPr/>
            <p:nvPr/>
          </p:nvSpPr>
          <p:spPr>
            <a:xfrm>
              <a:off x="723900" y="5194300"/>
              <a:ext cx="38100" cy="38100"/>
            </a:xfrm>
            <a:prstGeom prst="rect">
              <a:avLst/>
            </a:prstGeom>
            <a:solidFill>
              <a:srgbClr val="070154"/>
            </a:solidFill>
            <a:ln>
              <a:noFill/>
            </a:ln>
          </p:spPr>
        </p:sp>
        <p:sp>
          <p:nvSpPr>
            <p:cNvPr id="9" name="node03.source-001.text"/>
            <p:cNvSpPr/>
            <p:nvPr/>
          </p:nvSpPr>
          <p:spPr>
            <a:xfrm>
              <a:off x="876300" y="5105400"/>
              <a:ext cx="6934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Invoiced as each phase is accepted, net 30</a:t>
              </a:r>
              <a:endParaRPr lang="en-US" sz="1200" spc="0" kern="0" b="0" i="0" dirty="0">
                <a:solidFill>
                  <a:srgbClr val="070154"/>
                </a:solidFill>
                <a:latin typeface="IBM Plex Sans"/>
                <a:ea typeface="IBM Plex Sans"/>
                <a:cs typeface="IBM Plex Sans"/>
              </a:endParaRPr>
            </a:p>
          </p:txBody>
        </p:sp>
        <p:sp>
          <p:nvSpPr>
            <p:cNvPr id="10" name="node03.source-002.bullet"/>
            <p:cNvSpPr/>
            <p:nvPr/>
          </p:nvSpPr>
          <p:spPr>
            <a:xfrm>
              <a:off x="723900" y="5461000"/>
              <a:ext cx="38100" cy="38100"/>
            </a:xfrm>
            <a:prstGeom prst="rect">
              <a:avLst/>
            </a:prstGeom>
            <a:solidFill>
              <a:srgbClr val="070154"/>
            </a:solidFill>
            <a:ln>
              <a:noFill/>
            </a:ln>
          </p:spPr>
        </p:sp>
        <p:sp>
          <p:nvSpPr>
            <p:cNvPr id="11" name="node03.source-002.text"/>
            <p:cNvSpPr/>
            <p:nvPr/>
          </p:nvSpPr>
          <p:spPr>
            <a:xfrm>
              <a:off x="876300" y="5372100"/>
              <a:ext cx="6934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Expenses at cost, capped at 8% of fees</a:t>
              </a:r>
              <a:endParaRPr lang="en-US" sz="1200" spc="0" kern="0" b="0" i="0" dirty="0">
                <a:solidFill>
                  <a:srgbClr val="070154"/>
                </a:solidFill>
                <a:latin typeface="IBM Plex Sans"/>
                <a:ea typeface="IBM Plex Sans"/>
                <a:cs typeface="IBM Plex Sans"/>
              </a:endParaRPr>
            </a:p>
          </p:txBody>
        </p:sp>
      </p:grpSp>
      <p:grpSp>
        <p:nvGrpSpPr>
          <p:cNvPr id="22" name="node04"/>
          <p:cNvGrpSpPr/>
          <p:nvPr/>
        </p:nvGrpSpPr>
        <p:grpSpPr>
          <a:xfrm>
            <a:off x="8953500" y="1600200"/>
            <a:ext cx="2514600" cy="152400"/>
            <a:chOff x="8953500" y="1600200"/>
            <a:chExt cx="2514600" cy="152400"/>
          </a:xfrm>
        </p:grpSpPr>
        <p:sp>
          <p:nvSpPr>
            <p:cNvPr id="12" name="node04.text"/>
            <p:cNvSpPr/>
            <p:nvPr/>
          </p:nvSpPr>
          <p:spPr>
            <a:xfrm>
              <a:off x="8953500" y="16002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CED7E6"/>
                  </a:solidFill>
                  <a:latin typeface="IBM Plex Mono Medium"/>
                  <a:ea typeface="IBM Plex Mono Medium"/>
                  <a:cs typeface="IBM Plex Mono Medium"/>
                </a:rPr>
                <a:t>ASSUMPTIONS</a:t>
              </a:r>
              <a:endParaRPr lang="en-US" sz="900" spc="54" kern="0" b="0" i="0" dirty="0">
                <a:solidFill>
                  <a:srgbClr val="CED7E6"/>
                </a:solidFill>
                <a:latin typeface="IBM Plex Mono Medium"/>
                <a:ea typeface="IBM Plex Mono Medium"/>
                <a:cs typeface="IBM Plex Mono Medium"/>
              </a:endParaRPr>
            </a:p>
          </p:txBody>
        </p:sp>
      </p:grpSp>
      <p:grpSp>
        <p:nvGrpSpPr>
          <p:cNvPr id="23" name="node05"/>
          <p:cNvGrpSpPr/>
          <p:nvPr/>
        </p:nvGrpSpPr>
        <p:grpSpPr>
          <a:xfrm>
            <a:off x="8953500" y="1905000"/>
            <a:ext cx="2514600" cy="228600"/>
            <a:chOff x="8953500" y="1905000"/>
            <a:chExt cx="2514600" cy="228600"/>
          </a:xfrm>
        </p:grpSpPr>
        <p:sp>
          <p:nvSpPr>
            <p:cNvPr id="13" name="node05.text"/>
            <p:cNvSpPr/>
            <p:nvPr/>
          </p:nvSpPr>
          <p:spPr>
            <a:xfrm>
              <a:off x="8953500" y="1905000"/>
              <a:ext cx="2514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14 business units in scope</a:t>
              </a:r>
              <a:endParaRPr lang="en-US" sz="1200" spc="0" kern="0" b="0" i="0" dirty="0">
                <a:solidFill>
                  <a:srgbClr val="FFFFFF"/>
                </a:solidFill>
                <a:latin typeface="IBM Plex Sans"/>
                <a:ea typeface="IBM Plex Sans"/>
                <a:cs typeface="IBM Plex Sans"/>
              </a:endParaRPr>
            </a:p>
          </p:txBody>
        </p:sp>
      </p:grpSp>
      <p:grpSp>
        <p:nvGrpSpPr>
          <p:cNvPr id="24" name="node06"/>
          <p:cNvGrpSpPr/>
          <p:nvPr/>
        </p:nvGrpSpPr>
        <p:grpSpPr>
          <a:xfrm>
            <a:off x="8953500" y="2476500"/>
            <a:ext cx="2514600" cy="228600"/>
            <a:chOff x="8953500" y="2476500"/>
            <a:chExt cx="2514600" cy="228600"/>
          </a:xfrm>
        </p:grpSpPr>
        <p:sp>
          <p:nvSpPr>
            <p:cNvPr id="14" name="node06.text"/>
            <p:cNvSpPr/>
            <p:nvPr/>
          </p:nvSpPr>
          <p:spPr>
            <a:xfrm>
              <a:off x="8953500" y="2476500"/>
              <a:ext cx="2514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Data access in week 1</a:t>
              </a:r>
              <a:endParaRPr lang="en-US" sz="1200" spc="0" kern="0" b="0" i="0" dirty="0">
                <a:solidFill>
                  <a:srgbClr val="FFFFFF"/>
                </a:solidFill>
                <a:latin typeface="IBM Plex Sans"/>
                <a:ea typeface="IBM Plex Sans"/>
                <a:cs typeface="IBM Plex Sans"/>
              </a:endParaRPr>
            </a:p>
          </p:txBody>
        </p:sp>
      </p:grpSp>
      <p:grpSp>
        <p:nvGrpSpPr>
          <p:cNvPr id="25" name="node07"/>
          <p:cNvGrpSpPr/>
          <p:nvPr/>
        </p:nvGrpSpPr>
        <p:grpSpPr>
          <a:xfrm>
            <a:off x="8953500" y="3048000"/>
            <a:ext cx="2514600" cy="228600"/>
            <a:chOff x="8953500" y="3048000"/>
            <a:chExt cx="2514600" cy="228600"/>
          </a:xfrm>
        </p:grpSpPr>
        <p:sp>
          <p:nvSpPr>
            <p:cNvPr id="15" name="node07.text"/>
            <p:cNvSpPr/>
            <p:nvPr/>
          </p:nvSpPr>
          <p:spPr>
            <a:xfrm>
              <a:off x="8953500" y="3048000"/>
              <a:ext cx="2514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Decisions within 5 business days</a:t>
              </a:r>
              <a:endParaRPr lang="en-US" sz="1200" spc="0" kern="0" b="0" i="0" dirty="0">
                <a:solidFill>
                  <a:srgbClr val="FFFFFF"/>
                </a:solidFill>
                <a:latin typeface="IBM Plex Sans"/>
                <a:ea typeface="IBM Plex Sans"/>
                <a:cs typeface="IBM Plex Sans"/>
              </a:endParaRPr>
            </a:p>
          </p:txBody>
        </p:sp>
      </p:grpSp>
      <p:grpSp>
        <p:nvGrpSpPr>
          <p:cNvPr id="26" name="node08"/>
          <p:cNvGrpSpPr/>
          <p:nvPr/>
        </p:nvGrpSpPr>
        <p:grpSpPr>
          <a:xfrm>
            <a:off x="8953500" y="3619500"/>
            <a:ext cx="2514600" cy="228600"/>
            <a:chOff x="8953500" y="3619500"/>
            <a:chExt cx="2514600" cy="228600"/>
          </a:xfrm>
        </p:grpSpPr>
        <p:sp>
          <p:nvSpPr>
            <p:cNvPr id="16" name="node08.text"/>
            <p:cNvSpPr/>
            <p:nvPr/>
          </p:nvSpPr>
          <p:spPr>
            <a:xfrm>
              <a:off x="8953500" y="3619500"/>
              <a:ext cx="2514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One ERP instance, no new modules</a:t>
              </a:r>
              <a:endParaRPr lang="en-US" sz="1200" spc="0" kern="0" b="0" i="0" dirty="0">
                <a:solidFill>
                  <a:srgbClr val="FFFFFF"/>
                </a:solidFill>
                <a:latin typeface="IBM Plex Sans"/>
                <a:ea typeface="IBM Plex Sans"/>
                <a:cs typeface="IBM Plex Sans"/>
              </a:endParaRPr>
            </a:p>
          </p:txBody>
        </p:sp>
      </p:grpSp>
      <p:sp>
        <p:nvSpPr>
          <p:cNvPr id="17" name="node09"/>
          <p:cNvSpPr/>
          <p:nvPr/>
        </p:nvSpPr>
        <p:spPr>
          <a:xfrm>
            <a:off x="8953500" y="4305300"/>
            <a:ext cx="2514600" cy="9525"/>
          </a:xfrm>
          <a:prstGeom prst="rect">
            <a:avLst/>
          </a:prstGeom>
          <a:solidFill>
            <a:srgbClr val="50658E"/>
          </a:solidFill>
          <a:ln>
            <a:noFill/>
          </a:ln>
        </p:spPr>
      </p:sp>
      <p:grpSp>
        <p:nvGrpSpPr>
          <p:cNvPr id="27" name="node10"/>
          <p:cNvGrpSpPr/>
          <p:nvPr/>
        </p:nvGrpSpPr>
        <p:grpSpPr>
          <a:xfrm>
            <a:off x="8953500" y="4533900"/>
            <a:ext cx="2514600" cy="228600"/>
            <a:chOff x="8953500" y="4533900"/>
            <a:chExt cx="2514600" cy="228600"/>
          </a:xfrm>
        </p:grpSpPr>
        <p:sp>
          <p:nvSpPr>
            <p:cNvPr id="18" name="node10.text"/>
            <p:cNvSpPr/>
            <p:nvPr/>
          </p:nvSpPr>
          <p:spPr>
            <a:xfrm>
              <a:off x="8953500" y="4533900"/>
              <a:ext cx="2514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CED7E6"/>
                  </a:solidFill>
                  <a:latin typeface="IBM Plex Sans"/>
                  <a:ea typeface="IBM Plex Sans"/>
                  <a:cs typeface="IBM Plex Sans"/>
                </a:rPr>
                <a:t>Changes follow the change process.</a:t>
              </a:r>
              <a:endParaRPr lang="en-US" sz="1200" spc="0" kern="0" b="0" i="0" dirty="0">
                <a:solidFill>
                  <a:srgbClr val="CED7E6"/>
                </a:solidFill>
                <a:latin typeface="IBM Plex Sans"/>
                <a:ea typeface="IBM Plex Sans"/>
                <a:cs typeface="IBM Plex Sans"/>
              </a:endParaRPr>
            </a:p>
          </p:txBody>
        </p:sp>
      </p:gr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ource-183">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APPROACH</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From revenue-cycle challenges to measurable outcomes</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41</a:t>
            </a:fld>
            <a:endParaRPr lang="en-US" sz="700" spc="0" kern="0" b="0" i="0" dirty="0">
              <a:solidFill>
                <a:srgbClr val="070154"/>
              </a:solidFill>
              <a:latin typeface="IBM Plex Mono SemiBold"/>
              <a:ea typeface="IBM Plex Mono SemiBold"/>
              <a:cs typeface="IBM Plex Mono SemiBold"/>
            </a:endParaRPr>
          </a:p>
        </p:txBody>
      </p:sp>
      <p:grpSp>
        <p:nvGrpSpPr>
          <p:cNvPr id="66" name="node01"/>
          <p:cNvGrpSpPr/>
          <p:nvPr/>
        </p:nvGrpSpPr>
        <p:grpSpPr>
          <a:xfrm>
            <a:off x="723900" y="1600200"/>
            <a:ext cx="2057400" cy="3886200"/>
            <a:chOff x="723900" y="1600200"/>
            <a:chExt cx="2057400" cy="3886200"/>
          </a:xfrm>
        </p:grpSpPr>
        <p:sp>
          <p:nvSpPr>
            <p:cNvPr id="6" name="node01.surface"/>
            <p:cNvSpPr/>
            <p:nvPr/>
          </p:nvSpPr>
          <p:spPr>
            <a:xfrm>
              <a:off x="723900" y="1600200"/>
              <a:ext cx="2057400" cy="3886200"/>
            </a:xfrm>
            <a:prstGeom prst="rect">
              <a:avLst/>
            </a:prstGeom>
            <a:solidFill>
              <a:srgbClr val="070154"/>
            </a:solidFill>
            <a:ln>
              <a:noFill/>
            </a:ln>
          </p:spPr>
        </p:sp>
      </p:grpSp>
      <p:grpSp>
        <p:nvGrpSpPr>
          <p:cNvPr id="67" name="node02"/>
          <p:cNvGrpSpPr/>
          <p:nvPr/>
        </p:nvGrpSpPr>
        <p:grpSpPr>
          <a:xfrm>
            <a:off x="952500" y="1828800"/>
            <a:ext cx="1600200" cy="304800"/>
            <a:chOff x="952500" y="1828800"/>
            <a:chExt cx="1600200" cy="304800"/>
          </a:xfrm>
        </p:grpSpPr>
        <p:sp>
          <p:nvSpPr>
            <p:cNvPr id="7" name="node02.text"/>
            <p:cNvSpPr/>
            <p:nvPr/>
          </p:nvSpPr>
          <p:spPr>
            <a:xfrm>
              <a:off x="952500" y="1828800"/>
              <a:ext cx="16002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FFFFFF"/>
                  </a:solidFill>
                  <a:latin typeface="IBM Plex Sans SemiBold"/>
                  <a:ea typeface="IBM Plex Sans SemiBold"/>
                  <a:cs typeface="IBM Plex Sans SemiBold"/>
                </a:rPr>
                <a:t>Challenges</a:t>
              </a:r>
              <a:endParaRPr lang="en-US" sz="1800" spc="-18" kern="0" b="0" i="0" dirty="0">
                <a:solidFill>
                  <a:srgbClr val="FFFFFF"/>
                </a:solidFill>
                <a:latin typeface="IBM Plex Sans SemiBold"/>
                <a:ea typeface="IBM Plex Sans SemiBold"/>
                <a:cs typeface="IBM Plex Sans SemiBold"/>
              </a:endParaRPr>
            </a:p>
          </p:txBody>
        </p:sp>
      </p:grpSp>
      <p:grpSp>
        <p:nvGrpSpPr>
          <p:cNvPr id="68" name="node03"/>
          <p:cNvGrpSpPr/>
          <p:nvPr/>
        </p:nvGrpSpPr>
        <p:grpSpPr>
          <a:xfrm>
            <a:off x="952500" y="2286000"/>
            <a:ext cx="1651000" cy="1524000"/>
            <a:chOff x="952500" y="2286000"/>
            <a:chExt cx="1651000" cy="1524000"/>
          </a:xfrm>
        </p:grpSpPr>
        <p:sp>
          <p:nvSpPr>
            <p:cNvPr id="8" name="node03.source-001.bullet"/>
            <p:cNvSpPr/>
            <p:nvPr/>
          </p:nvSpPr>
          <p:spPr>
            <a:xfrm>
              <a:off x="952500" y="2374900"/>
              <a:ext cx="38100" cy="38100"/>
            </a:xfrm>
            <a:prstGeom prst="rect">
              <a:avLst/>
            </a:prstGeom>
            <a:solidFill>
              <a:srgbClr val="FFFFFF"/>
            </a:solidFill>
            <a:ln>
              <a:noFill/>
            </a:ln>
          </p:spPr>
        </p:sp>
        <p:sp>
          <p:nvSpPr>
            <p:cNvPr id="9" name="node03.source-001.text"/>
            <p:cNvSpPr/>
            <p:nvPr/>
          </p:nvSpPr>
          <p:spPr>
            <a:xfrm>
              <a:off x="1104900" y="2286000"/>
              <a:ext cx="1498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Slow cash posting</a:t>
              </a:r>
              <a:endParaRPr lang="en-US" sz="1200" spc="0" kern="0" b="0" i="0" dirty="0">
                <a:solidFill>
                  <a:srgbClr val="FFFFFF"/>
                </a:solidFill>
                <a:latin typeface="IBM Plex Sans"/>
                <a:ea typeface="IBM Plex Sans"/>
                <a:cs typeface="IBM Plex Sans"/>
              </a:endParaRPr>
            </a:p>
          </p:txBody>
        </p:sp>
        <p:sp>
          <p:nvSpPr>
            <p:cNvPr id="10" name="node03.source-002.bullet"/>
            <p:cNvSpPr/>
            <p:nvPr/>
          </p:nvSpPr>
          <p:spPr>
            <a:xfrm>
              <a:off x="952500" y="2641600"/>
              <a:ext cx="38100" cy="38100"/>
            </a:xfrm>
            <a:prstGeom prst="rect">
              <a:avLst/>
            </a:prstGeom>
            <a:solidFill>
              <a:srgbClr val="FFFFFF"/>
            </a:solidFill>
            <a:ln>
              <a:noFill/>
            </a:ln>
          </p:spPr>
        </p:sp>
        <p:sp>
          <p:nvSpPr>
            <p:cNvPr id="11" name="node03.source-002.text"/>
            <p:cNvSpPr/>
            <p:nvPr/>
          </p:nvSpPr>
          <p:spPr>
            <a:xfrm>
              <a:off x="1104900" y="2552700"/>
              <a:ext cx="1498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Rising denials</a:t>
              </a:r>
              <a:endParaRPr lang="en-US" sz="1200" spc="0" kern="0" b="0" i="0" dirty="0">
                <a:solidFill>
                  <a:srgbClr val="FFFFFF"/>
                </a:solidFill>
                <a:latin typeface="IBM Plex Sans"/>
                <a:ea typeface="IBM Plex Sans"/>
                <a:cs typeface="IBM Plex Sans"/>
              </a:endParaRPr>
            </a:p>
          </p:txBody>
        </p:sp>
        <p:sp>
          <p:nvSpPr>
            <p:cNvPr id="12" name="node03.source-003.bullet"/>
            <p:cNvSpPr/>
            <p:nvPr/>
          </p:nvSpPr>
          <p:spPr>
            <a:xfrm>
              <a:off x="952500" y="2908300"/>
              <a:ext cx="38100" cy="38100"/>
            </a:xfrm>
            <a:prstGeom prst="rect">
              <a:avLst/>
            </a:prstGeom>
            <a:solidFill>
              <a:srgbClr val="FFFFFF"/>
            </a:solidFill>
            <a:ln>
              <a:noFill/>
            </a:ln>
          </p:spPr>
        </p:sp>
        <p:sp>
          <p:nvSpPr>
            <p:cNvPr id="13" name="node03.source-003.text"/>
            <p:cNvSpPr/>
            <p:nvPr/>
          </p:nvSpPr>
          <p:spPr>
            <a:xfrm>
              <a:off x="1104900" y="2819400"/>
              <a:ext cx="1498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Fragmented billing</a:t>
              </a:r>
              <a:endParaRPr lang="en-US" sz="1200" spc="0" kern="0" b="0" i="0" dirty="0">
                <a:solidFill>
                  <a:srgbClr val="FFFFFF"/>
                </a:solidFill>
                <a:latin typeface="IBM Plex Sans"/>
                <a:ea typeface="IBM Plex Sans"/>
                <a:cs typeface="IBM Plex Sans"/>
              </a:endParaRPr>
            </a:p>
          </p:txBody>
        </p:sp>
        <p:sp>
          <p:nvSpPr>
            <p:cNvPr id="14" name="node03.source-004.bullet"/>
            <p:cNvSpPr/>
            <p:nvPr/>
          </p:nvSpPr>
          <p:spPr>
            <a:xfrm>
              <a:off x="952500" y="3175000"/>
              <a:ext cx="38100" cy="38100"/>
            </a:xfrm>
            <a:prstGeom prst="rect">
              <a:avLst/>
            </a:prstGeom>
            <a:solidFill>
              <a:srgbClr val="FFFFFF"/>
            </a:solidFill>
            <a:ln>
              <a:noFill/>
            </a:ln>
          </p:spPr>
        </p:sp>
        <p:sp>
          <p:nvSpPr>
            <p:cNvPr id="15" name="node03.source-004.text"/>
            <p:cNvSpPr/>
            <p:nvPr/>
          </p:nvSpPr>
          <p:spPr>
            <a:xfrm>
              <a:off x="1104900" y="3086100"/>
              <a:ext cx="14986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Late patient payments</a:t>
              </a:r>
              <a:endParaRPr lang="en-US" sz="1200" spc="0" kern="0" b="0" i="0" dirty="0">
                <a:solidFill>
                  <a:srgbClr val="FFFFFF"/>
                </a:solidFill>
                <a:latin typeface="IBM Plex Sans"/>
                <a:ea typeface="IBM Plex Sans"/>
                <a:cs typeface="IBM Plex Sans"/>
              </a:endParaRPr>
            </a:p>
          </p:txBody>
        </p:sp>
        <p:sp>
          <p:nvSpPr>
            <p:cNvPr id="16" name="node03.source-005.bullet"/>
            <p:cNvSpPr/>
            <p:nvPr/>
          </p:nvSpPr>
          <p:spPr>
            <a:xfrm>
              <a:off x="952500" y="3670300"/>
              <a:ext cx="38100" cy="38100"/>
            </a:xfrm>
            <a:prstGeom prst="rect">
              <a:avLst/>
            </a:prstGeom>
            <a:solidFill>
              <a:srgbClr val="FFFFFF"/>
            </a:solidFill>
            <a:ln>
              <a:noFill/>
            </a:ln>
          </p:spPr>
        </p:sp>
        <p:sp>
          <p:nvSpPr>
            <p:cNvPr id="17" name="node03.source-005.text"/>
            <p:cNvSpPr/>
            <p:nvPr/>
          </p:nvSpPr>
          <p:spPr>
            <a:xfrm>
              <a:off x="1104900" y="3581400"/>
              <a:ext cx="1498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Manual denial rework</a:t>
              </a:r>
              <a:endParaRPr lang="en-US" sz="1200" spc="0" kern="0" b="0" i="0" dirty="0">
                <a:solidFill>
                  <a:srgbClr val="FFFFFF"/>
                </a:solidFill>
                <a:latin typeface="IBM Plex Sans"/>
                <a:ea typeface="IBM Plex Sans"/>
                <a:cs typeface="IBM Plex Sans"/>
              </a:endParaRPr>
            </a:p>
          </p:txBody>
        </p:sp>
      </p:grpSp>
      <p:grpSp>
        <p:nvGrpSpPr>
          <p:cNvPr id="69" name="node04"/>
          <p:cNvGrpSpPr/>
          <p:nvPr/>
        </p:nvGrpSpPr>
        <p:grpSpPr>
          <a:xfrm>
            <a:off x="952500" y="4495800"/>
            <a:ext cx="1600200" cy="304800"/>
            <a:chOff x="952500" y="4495800"/>
            <a:chExt cx="1600200" cy="304800"/>
          </a:xfrm>
        </p:grpSpPr>
        <p:sp>
          <p:nvSpPr>
            <p:cNvPr id="18" name="node04.text"/>
            <p:cNvSpPr/>
            <p:nvPr/>
          </p:nvSpPr>
          <p:spPr>
            <a:xfrm>
              <a:off x="952500" y="4495800"/>
              <a:ext cx="160020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F900D3"/>
                  </a:solidFill>
                  <a:latin typeface="IBM Plex Mono SemiBold"/>
                  <a:ea typeface="IBM Plex Mono SemiBold"/>
                  <a:cs typeface="IBM Plex Mono SemiBold"/>
                </a:rPr>
                <a:t>41 days</a:t>
              </a:r>
              <a:endParaRPr lang="en-US" sz="1800" spc="0" kern="0" b="0" i="0" dirty="0">
                <a:solidFill>
                  <a:srgbClr val="F900D3"/>
                </a:solidFill>
                <a:latin typeface="IBM Plex Mono SemiBold"/>
                <a:ea typeface="IBM Plex Mono SemiBold"/>
                <a:cs typeface="IBM Plex Mono SemiBold"/>
              </a:endParaRPr>
            </a:p>
          </p:txBody>
        </p:sp>
      </p:grpSp>
      <p:grpSp>
        <p:nvGrpSpPr>
          <p:cNvPr id="70" name="node05"/>
          <p:cNvGrpSpPr/>
          <p:nvPr/>
        </p:nvGrpSpPr>
        <p:grpSpPr>
          <a:xfrm>
            <a:off x="952500" y="4800600"/>
            <a:ext cx="1600200" cy="457200"/>
            <a:chOff x="952500" y="4800600"/>
            <a:chExt cx="1600200" cy="457200"/>
          </a:xfrm>
        </p:grpSpPr>
        <p:sp>
          <p:nvSpPr>
            <p:cNvPr id="19" name="node05.text"/>
            <p:cNvSpPr/>
            <p:nvPr/>
          </p:nvSpPr>
          <p:spPr>
            <a:xfrm>
              <a:off x="952500" y="4800600"/>
              <a:ext cx="16002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average time from discharge to cash</a:t>
              </a:r>
              <a:endParaRPr lang="en-US" sz="1200" spc="0" kern="0" b="0" i="0" dirty="0">
                <a:solidFill>
                  <a:srgbClr val="FFFFFF"/>
                </a:solidFill>
                <a:latin typeface="IBM Plex Sans"/>
                <a:ea typeface="IBM Plex Sans"/>
                <a:cs typeface="IBM Plex Sans"/>
              </a:endParaRPr>
            </a:p>
          </p:txBody>
        </p:sp>
      </p:grpSp>
      <p:grpSp>
        <p:nvGrpSpPr>
          <p:cNvPr id="71" name="node06"/>
          <p:cNvGrpSpPr/>
          <p:nvPr/>
        </p:nvGrpSpPr>
        <p:grpSpPr>
          <a:xfrm>
            <a:off x="3238500" y="1600200"/>
            <a:ext cx="2743200" cy="3886200"/>
            <a:chOff x="3238500" y="1600200"/>
            <a:chExt cx="2743200" cy="3886200"/>
          </a:xfrm>
        </p:grpSpPr>
        <p:sp>
          <p:nvSpPr>
            <p:cNvPr id="20" name="node06.surface"/>
            <p:cNvSpPr/>
            <p:nvPr/>
          </p:nvSpPr>
          <p:spPr>
            <a:xfrm>
              <a:off x="3238500" y="1600200"/>
              <a:ext cx="2743200" cy="3886200"/>
            </a:xfrm>
            <a:prstGeom prst="rect">
              <a:avLst/>
            </a:prstGeom>
            <a:solidFill>
              <a:srgbClr val="E8EEF8"/>
            </a:solidFill>
            <a:ln>
              <a:noFill/>
            </a:ln>
          </p:spPr>
        </p:sp>
        <p:sp>
          <p:nvSpPr>
            <p:cNvPr id="21" name="node06.tab"/>
            <p:cNvSpPr/>
            <p:nvPr/>
          </p:nvSpPr>
          <p:spPr>
            <a:xfrm>
              <a:off x="3238500" y="1600200"/>
              <a:ext cx="778768" cy="228600"/>
            </a:xfrm>
            <a:prstGeom prst="rect">
              <a:avLst/>
            </a:prstGeom>
            <a:solidFill>
              <a:srgbClr val="070154"/>
            </a:solidFill>
            <a:ln>
              <a:noFill/>
            </a:ln>
          </p:spPr>
        </p:sp>
        <p:sp>
          <p:nvSpPr>
            <p:cNvPr id="22" name="node06.label"/>
            <p:cNvSpPr/>
            <p:nvPr/>
          </p:nvSpPr>
          <p:spPr>
            <a:xfrm>
              <a:off x="3314700" y="1628775"/>
              <a:ext cx="626368" cy="17145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FFFFF"/>
                  </a:solidFill>
                  <a:latin typeface="IBM Plex Mono SemiBold"/>
                  <a:ea typeface="IBM Plex Mono SemiBold"/>
                  <a:cs typeface="IBM Plex Mono SemiBold"/>
                </a:rPr>
                <a:t>PRODUCTS</a:t>
              </a:r>
              <a:endParaRPr lang="en-US" sz="900" spc="54" kern="0" b="0" i="0" dirty="0">
                <a:solidFill>
                  <a:srgbClr val="FFFFFF"/>
                </a:solidFill>
                <a:latin typeface="IBM Plex Mono SemiBold"/>
                <a:ea typeface="IBM Plex Mono SemiBold"/>
                <a:cs typeface="IBM Plex Mono SemiBold"/>
              </a:endParaRPr>
            </a:p>
          </p:txBody>
        </p:sp>
      </p:grpSp>
      <p:grpSp>
        <p:nvGrpSpPr>
          <p:cNvPr id="72" name="node07"/>
          <p:cNvGrpSpPr/>
          <p:nvPr/>
        </p:nvGrpSpPr>
        <p:grpSpPr>
          <a:xfrm>
            <a:off x="3467100" y="2057400"/>
            <a:ext cx="2286000" cy="990600"/>
            <a:chOff x="3467100" y="2057400"/>
            <a:chExt cx="2286000" cy="990600"/>
          </a:xfrm>
        </p:grpSpPr>
        <p:sp>
          <p:nvSpPr>
            <p:cNvPr id="23" name="node07.container"/>
            <p:cNvSpPr/>
            <p:nvPr/>
          </p:nvSpPr>
          <p:spPr>
            <a:xfrm>
              <a:off x="3473450" y="2063750"/>
              <a:ext cx="2273300" cy="977900"/>
            </a:xfrm>
            <a:prstGeom prst="rect">
              <a:avLst/>
            </a:prstGeom>
            <a:solidFill>
              <a:srgbClr val="FFFFFF"/>
            </a:solidFill>
            <a:ln w="12700">
              <a:solidFill>
                <a:srgbClr val="CED7E6"/>
              </a:solidFill>
              <a:prstDash val="solid"/>
            </a:ln>
          </p:spPr>
        </p:sp>
        <p:sp>
          <p:nvSpPr>
            <p:cNvPr id="24" name="node07.title"/>
            <p:cNvSpPr/>
            <p:nvPr/>
          </p:nvSpPr>
          <p:spPr>
            <a:xfrm>
              <a:off x="3581400" y="2171700"/>
              <a:ext cx="20574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Remittance posting</a:t>
              </a:r>
              <a:endParaRPr lang="en-US" sz="1400" spc="0" kern="0" b="0" i="0" dirty="0">
                <a:solidFill>
                  <a:srgbClr val="070154"/>
                </a:solidFill>
                <a:latin typeface="IBM Plex Sans"/>
                <a:ea typeface="IBM Plex Sans"/>
                <a:cs typeface="IBM Plex Sans"/>
              </a:endParaRPr>
            </a:p>
          </p:txBody>
        </p:sp>
        <p:sp>
          <p:nvSpPr>
            <p:cNvPr id="25" name="node07.body.item-001.paragraph"/>
            <p:cNvSpPr/>
            <p:nvPr/>
          </p:nvSpPr>
          <p:spPr>
            <a:xfrm>
              <a:off x="3581400" y="2514600"/>
              <a:ext cx="2057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Posts cash at receipt</a:t>
              </a:r>
              <a:endParaRPr lang="en-US" sz="1200" spc="0" kern="0" b="0" i="0" dirty="0">
                <a:solidFill>
                  <a:srgbClr val="50658E"/>
                </a:solidFill>
                <a:latin typeface="IBM Plex Sans"/>
                <a:ea typeface="IBM Plex Sans"/>
                <a:cs typeface="IBM Plex Sans"/>
              </a:endParaRPr>
            </a:p>
          </p:txBody>
        </p:sp>
      </p:grpSp>
      <p:grpSp>
        <p:nvGrpSpPr>
          <p:cNvPr id="73" name="node08"/>
          <p:cNvGrpSpPr/>
          <p:nvPr/>
        </p:nvGrpSpPr>
        <p:grpSpPr>
          <a:xfrm>
            <a:off x="3467100" y="3200400"/>
            <a:ext cx="2286000" cy="990600"/>
            <a:chOff x="3467100" y="3200400"/>
            <a:chExt cx="2286000" cy="990600"/>
          </a:xfrm>
        </p:grpSpPr>
        <p:sp>
          <p:nvSpPr>
            <p:cNvPr id="26" name="node08.container"/>
            <p:cNvSpPr/>
            <p:nvPr/>
          </p:nvSpPr>
          <p:spPr>
            <a:xfrm>
              <a:off x="3473450" y="3206750"/>
              <a:ext cx="2273300" cy="977900"/>
            </a:xfrm>
            <a:prstGeom prst="rect">
              <a:avLst/>
            </a:prstGeom>
            <a:solidFill>
              <a:srgbClr val="FFFFFF"/>
            </a:solidFill>
            <a:ln w="12700">
              <a:solidFill>
                <a:srgbClr val="CED7E6"/>
              </a:solidFill>
              <a:prstDash val="solid"/>
            </a:ln>
          </p:spPr>
        </p:sp>
        <p:sp>
          <p:nvSpPr>
            <p:cNvPr id="27" name="node08.title"/>
            <p:cNvSpPr/>
            <p:nvPr/>
          </p:nvSpPr>
          <p:spPr>
            <a:xfrm>
              <a:off x="3581400" y="3314700"/>
              <a:ext cx="20574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Denial prevention</a:t>
              </a:r>
              <a:endParaRPr lang="en-US" sz="1400" spc="0" kern="0" b="0" i="0" dirty="0">
                <a:solidFill>
                  <a:srgbClr val="070154"/>
                </a:solidFill>
                <a:latin typeface="IBM Plex Sans"/>
                <a:ea typeface="IBM Plex Sans"/>
                <a:cs typeface="IBM Plex Sans"/>
              </a:endParaRPr>
            </a:p>
          </p:txBody>
        </p:sp>
        <p:sp>
          <p:nvSpPr>
            <p:cNvPr id="28" name="node08.body.item-001.paragraph"/>
            <p:cNvSpPr/>
            <p:nvPr/>
          </p:nvSpPr>
          <p:spPr>
            <a:xfrm>
              <a:off x="3581400" y="3657600"/>
              <a:ext cx="2057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Catches errors early</a:t>
              </a:r>
              <a:endParaRPr lang="en-US" sz="1200" spc="0" kern="0" b="0" i="0" dirty="0">
                <a:solidFill>
                  <a:srgbClr val="50658E"/>
                </a:solidFill>
                <a:latin typeface="IBM Plex Sans"/>
                <a:ea typeface="IBM Plex Sans"/>
                <a:cs typeface="IBM Plex Sans"/>
              </a:endParaRPr>
            </a:p>
          </p:txBody>
        </p:sp>
      </p:grpSp>
      <p:grpSp>
        <p:nvGrpSpPr>
          <p:cNvPr id="74" name="node09"/>
          <p:cNvGrpSpPr/>
          <p:nvPr/>
        </p:nvGrpSpPr>
        <p:grpSpPr>
          <a:xfrm>
            <a:off x="3467100" y="4343400"/>
            <a:ext cx="2286000" cy="990600"/>
            <a:chOff x="3467100" y="4343400"/>
            <a:chExt cx="2286000" cy="990600"/>
          </a:xfrm>
        </p:grpSpPr>
        <p:sp>
          <p:nvSpPr>
            <p:cNvPr id="29" name="node09.container"/>
            <p:cNvSpPr/>
            <p:nvPr/>
          </p:nvSpPr>
          <p:spPr>
            <a:xfrm>
              <a:off x="3473450" y="4349750"/>
              <a:ext cx="2273300" cy="977900"/>
            </a:xfrm>
            <a:prstGeom prst="rect">
              <a:avLst/>
            </a:prstGeom>
            <a:solidFill>
              <a:srgbClr val="FFFFFF"/>
            </a:solidFill>
            <a:ln w="12700">
              <a:solidFill>
                <a:srgbClr val="CED7E6"/>
              </a:solidFill>
              <a:prstDash val="solid"/>
            </a:ln>
          </p:spPr>
        </p:sp>
        <p:sp>
          <p:nvSpPr>
            <p:cNvPr id="30" name="node09.title"/>
            <p:cNvSpPr/>
            <p:nvPr/>
          </p:nvSpPr>
          <p:spPr>
            <a:xfrm>
              <a:off x="3581400" y="4457700"/>
              <a:ext cx="20574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Patient billing suite</a:t>
              </a:r>
              <a:endParaRPr lang="en-US" sz="1400" spc="0" kern="0" b="0" i="0" dirty="0">
                <a:solidFill>
                  <a:srgbClr val="070154"/>
                </a:solidFill>
                <a:latin typeface="IBM Plex Sans"/>
                <a:ea typeface="IBM Plex Sans"/>
                <a:cs typeface="IBM Plex Sans"/>
              </a:endParaRPr>
            </a:p>
          </p:txBody>
        </p:sp>
        <p:sp>
          <p:nvSpPr>
            <p:cNvPr id="31" name="node09.body.item-001.paragraph"/>
            <p:cNvSpPr/>
            <p:nvPr/>
          </p:nvSpPr>
          <p:spPr>
            <a:xfrm>
              <a:off x="3581400" y="4800600"/>
              <a:ext cx="2057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One clear statement</a:t>
              </a:r>
              <a:endParaRPr lang="en-US" sz="1200" spc="0" kern="0" b="0" i="0" dirty="0">
                <a:solidFill>
                  <a:srgbClr val="50658E"/>
                </a:solidFill>
                <a:latin typeface="IBM Plex Sans"/>
                <a:ea typeface="IBM Plex Sans"/>
                <a:cs typeface="IBM Plex Sans"/>
              </a:endParaRPr>
            </a:p>
          </p:txBody>
        </p:sp>
      </p:grpSp>
      <p:grpSp>
        <p:nvGrpSpPr>
          <p:cNvPr id="75" name="node10"/>
          <p:cNvGrpSpPr/>
          <p:nvPr/>
        </p:nvGrpSpPr>
        <p:grpSpPr>
          <a:xfrm>
            <a:off x="6438900" y="1600200"/>
            <a:ext cx="2743200" cy="3886200"/>
            <a:chOff x="6438900" y="1600200"/>
            <a:chExt cx="2743200" cy="3886200"/>
          </a:xfrm>
        </p:grpSpPr>
        <p:sp>
          <p:nvSpPr>
            <p:cNvPr id="32" name="node10.surface"/>
            <p:cNvSpPr/>
            <p:nvPr/>
          </p:nvSpPr>
          <p:spPr>
            <a:xfrm>
              <a:off x="6438900" y="1600200"/>
              <a:ext cx="2743200" cy="3886200"/>
            </a:xfrm>
            <a:prstGeom prst="rect">
              <a:avLst/>
            </a:prstGeom>
            <a:solidFill>
              <a:srgbClr val="E8EEF8"/>
            </a:solidFill>
            <a:ln>
              <a:noFill/>
            </a:ln>
          </p:spPr>
        </p:sp>
        <p:sp>
          <p:nvSpPr>
            <p:cNvPr id="33" name="node10.tab"/>
            <p:cNvSpPr/>
            <p:nvPr/>
          </p:nvSpPr>
          <p:spPr>
            <a:xfrm>
              <a:off x="6438900" y="1600200"/>
              <a:ext cx="853889" cy="228600"/>
            </a:xfrm>
            <a:prstGeom prst="rect">
              <a:avLst/>
            </a:prstGeom>
            <a:solidFill>
              <a:srgbClr val="070154"/>
            </a:solidFill>
            <a:ln>
              <a:noFill/>
            </a:ln>
          </p:spPr>
        </p:sp>
        <p:sp>
          <p:nvSpPr>
            <p:cNvPr id="34" name="node10.label"/>
            <p:cNvSpPr/>
            <p:nvPr/>
          </p:nvSpPr>
          <p:spPr>
            <a:xfrm>
              <a:off x="6515100" y="1628775"/>
              <a:ext cx="701489" cy="17145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FFFFF"/>
                  </a:solidFill>
                  <a:latin typeface="IBM Plex Mono SemiBold"/>
                  <a:ea typeface="IBM Plex Mono SemiBold"/>
                  <a:cs typeface="IBM Plex Mono SemiBold"/>
                </a:rPr>
                <a:t>USE CASES</a:t>
              </a:r>
              <a:endParaRPr lang="en-US" sz="900" spc="54" kern="0" b="0" i="0" dirty="0">
                <a:solidFill>
                  <a:srgbClr val="FFFFFF"/>
                </a:solidFill>
                <a:latin typeface="IBM Plex Mono SemiBold"/>
                <a:ea typeface="IBM Plex Mono SemiBold"/>
                <a:cs typeface="IBM Plex Mono SemiBold"/>
              </a:endParaRPr>
            </a:p>
          </p:txBody>
        </p:sp>
      </p:grpSp>
      <p:grpSp>
        <p:nvGrpSpPr>
          <p:cNvPr id="76" name="node11"/>
          <p:cNvGrpSpPr/>
          <p:nvPr/>
        </p:nvGrpSpPr>
        <p:grpSpPr>
          <a:xfrm>
            <a:off x="6667500" y="2057400"/>
            <a:ext cx="2286000" cy="1371600"/>
            <a:chOff x="6667500" y="2057400"/>
            <a:chExt cx="2286000" cy="1371600"/>
          </a:xfrm>
        </p:grpSpPr>
        <p:sp>
          <p:nvSpPr>
            <p:cNvPr id="35" name="node11.container"/>
            <p:cNvSpPr/>
            <p:nvPr/>
          </p:nvSpPr>
          <p:spPr>
            <a:xfrm>
              <a:off x="6667500" y="2057400"/>
              <a:ext cx="2286000" cy="1371600"/>
            </a:xfrm>
            <a:prstGeom prst="rect">
              <a:avLst/>
            </a:prstGeom>
            <a:solidFill>
              <a:srgbClr val="CED7E6"/>
            </a:solidFill>
            <a:ln>
              <a:noFill/>
            </a:ln>
          </p:spPr>
        </p:sp>
        <p:sp>
          <p:nvSpPr>
            <p:cNvPr id="36" name="node11.title"/>
            <p:cNvSpPr/>
            <p:nvPr/>
          </p:nvSpPr>
          <p:spPr>
            <a:xfrm>
              <a:off x="6819900" y="2209800"/>
              <a:ext cx="19812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Propensity scoring</a:t>
              </a:r>
              <a:endParaRPr lang="en-US" sz="1400" spc="0" kern="0" b="0" i="0" dirty="0">
                <a:solidFill>
                  <a:srgbClr val="070154"/>
                </a:solidFill>
                <a:latin typeface="IBM Plex Sans"/>
                <a:ea typeface="IBM Plex Sans"/>
                <a:cs typeface="IBM Plex Sans"/>
              </a:endParaRPr>
            </a:p>
          </p:txBody>
        </p:sp>
        <p:sp>
          <p:nvSpPr>
            <p:cNvPr id="37" name="node11.body.item-001.bullets.item-001.marker"/>
            <p:cNvSpPr/>
            <p:nvPr/>
          </p:nvSpPr>
          <p:spPr>
            <a:xfrm>
              <a:off x="6819900" y="2641600"/>
              <a:ext cx="38100" cy="38100"/>
            </a:xfrm>
            <a:prstGeom prst="rect">
              <a:avLst/>
            </a:prstGeom>
            <a:solidFill>
              <a:srgbClr val="070154"/>
            </a:solidFill>
            <a:ln>
              <a:noFill/>
            </a:ln>
          </p:spPr>
        </p:sp>
        <p:sp>
          <p:nvSpPr>
            <p:cNvPr id="38" name="node11.body.item-001.bullets.item-001.text"/>
            <p:cNvSpPr/>
            <p:nvPr/>
          </p:nvSpPr>
          <p:spPr>
            <a:xfrm>
              <a:off x="6972300" y="2552700"/>
              <a:ext cx="18288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Ranks accounts by likelihood to pay</a:t>
              </a:r>
              <a:endParaRPr lang="en-US" sz="1200" spc="0" kern="0" b="0" i="0" dirty="0">
                <a:solidFill>
                  <a:srgbClr val="070154"/>
                </a:solidFill>
                <a:latin typeface="IBM Plex Sans"/>
                <a:ea typeface="IBM Plex Sans"/>
                <a:cs typeface="IBM Plex Sans"/>
              </a:endParaRPr>
            </a:p>
          </p:txBody>
        </p:sp>
        <p:sp>
          <p:nvSpPr>
            <p:cNvPr id="39" name="node11.body.item-001.bullets.item-002.marker"/>
            <p:cNvSpPr/>
            <p:nvPr/>
          </p:nvSpPr>
          <p:spPr>
            <a:xfrm>
              <a:off x="6819900" y="3136900"/>
              <a:ext cx="38100" cy="38100"/>
            </a:xfrm>
            <a:prstGeom prst="rect">
              <a:avLst/>
            </a:prstGeom>
            <a:solidFill>
              <a:srgbClr val="070154"/>
            </a:solidFill>
            <a:ln>
              <a:noFill/>
            </a:ln>
          </p:spPr>
        </p:sp>
        <p:sp>
          <p:nvSpPr>
            <p:cNvPr id="40" name="node11.body.item-001.bullets.item-002.text"/>
            <p:cNvSpPr/>
            <p:nvPr/>
          </p:nvSpPr>
          <p:spPr>
            <a:xfrm>
              <a:off x="6972300" y="3048000"/>
              <a:ext cx="1828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Sets the daily work queue</a:t>
              </a:r>
              <a:endParaRPr lang="en-US" sz="1200" spc="0" kern="0" b="0" i="0" dirty="0">
                <a:solidFill>
                  <a:srgbClr val="070154"/>
                </a:solidFill>
                <a:latin typeface="IBM Plex Sans"/>
                <a:ea typeface="IBM Plex Sans"/>
                <a:cs typeface="IBM Plex Sans"/>
              </a:endParaRPr>
            </a:p>
          </p:txBody>
        </p:sp>
      </p:grpSp>
      <p:grpSp>
        <p:nvGrpSpPr>
          <p:cNvPr id="77" name="node12"/>
          <p:cNvGrpSpPr/>
          <p:nvPr/>
        </p:nvGrpSpPr>
        <p:grpSpPr>
          <a:xfrm>
            <a:off x="6667500" y="3657600"/>
            <a:ext cx="2286000" cy="1371600"/>
            <a:chOff x="6667500" y="3657600"/>
            <a:chExt cx="2286000" cy="1371600"/>
          </a:xfrm>
        </p:grpSpPr>
        <p:sp>
          <p:nvSpPr>
            <p:cNvPr id="41" name="node12.container"/>
            <p:cNvSpPr/>
            <p:nvPr/>
          </p:nvSpPr>
          <p:spPr>
            <a:xfrm>
              <a:off x="6667500" y="3657600"/>
              <a:ext cx="2286000" cy="1371600"/>
            </a:xfrm>
            <a:prstGeom prst="rect">
              <a:avLst/>
            </a:prstGeom>
            <a:solidFill>
              <a:srgbClr val="CED7E6"/>
            </a:solidFill>
            <a:ln>
              <a:noFill/>
            </a:ln>
          </p:spPr>
        </p:sp>
        <p:sp>
          <p:nvSpPr>
            <p:cNvPr id="42" name="node12.title"/>
            <p:cNvSpPr/>
            <p:nvPr/>
          </p:nvSpPr>
          <p:spPr>
            <a:xfrm>
              <a:off x="6819900" y="3810000"/>
              <a:ext cx="19812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Next-best action</a:t>
              </a:r>
              <a:endParaRPr lang="en-US" sz="1400" spc="0" kern="0" b="0" i="0" dirty="0">
                <a:solidFill>
                  <a:srgbClr val="070154"/>
                </a:solidFill>
                <a:latin typeface="IBM Plex Sans"/>
                <a:ea typeface="IBM Plex Sans"/>
                <a:cs typeface="IBM Plex Sans"/>
              </a:endParaRPr>
            </a:p>
          </p:txBody>
        </p:sp>
        <p:sp>
          <p:nvSpPr>
            <p:cNvPr id="43" name="node12.body.item-001.bullets.item-001.marker"/>
            <p:cNvSpPr/>
            <p:nvPr/>
          </p:nvSpPr>
          <p:spPr>
            <a:xfrm>
              <a:off x="6819900" y="4241800"/>
              <a:ext cx="38100" cy="38100"/>
            </a:xfrm>
            <a:prstGeom prst="rect">
              <a:avLst/>
            </a:prstGeom>
            <a:solidFill>
              <a:srgbClr val="070154"/>
            </a:solidFill>
            <a:ln>
              <a:noFill/>
            </a:ln>
          </p:spPr>
        </p:sp>
        <p:sp>
          <p:nvSpPr>
            <p:cNvPr id="44" name="node12.body.item-001.bullets.item-001.text"/>
            <p:cNvSpPr/>
            <p:nvPr/>
          </p:nvSpPr>
          <p:spPr>
            <a:xfrm>
              <a:off x="6972300" y="4152900"/>
              <a:ext cx="18288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Chooses the call, text or plan</a:t>
              </a:r>
              <a:endParaRPr lang="en-US" sz="1200" spc="0" kern="0" b="0" i="0" dirty="0">
                <a:solidFill>
                  <a:srgbClr val="070154"/>
                </a:solidFill>
                <a:latin typeface="IBM Plex Sans"/>
                <a:ea typeface="IBM Plex Sans"/>
                <a:cs typeface="IBM Plex Sans"/>
              </a:endParaRPr>
            </a:p>
          </p:txBody>
        </p:sp>
        <p:sp>
          <p:nvSpPr>
            <p:cNvPr id="45" name="node12.body.item-001.bullets.item-002.marker"/>
            <p:cNvSpPr/>
            <p:nvPr/>
          </p:nvSpPr>
          <p:spPr>
            <a:xfrm>
              <a:off x="6819900" y="4737100"/>
              <a:ext cx="38100" cy="38100"/>
            </a:xfrm>
            <a:prstGeom prst="rect">
              <a:avLst/>
            </a:prstGeom>
            <a:solidFill>
              <a:srgbClr val="070154"/>
            </a:solidFill>
            <a:ln>
              <a:noFill/>
            </a:ln>
          </p:spPr>
        </p:sp>
        <p:sp>
          <p:nvSpPr>
            <p:cNvPr id="46" name="node12.body.item-001.bullets.item-002.text"/>
            <p:cNvSpPr/>
            <p:nvPr/>
          </p:nvSpPr>
          <p:spPr>
            <a:xfrm>
              <a:off x="6972300" y="4648200"/>
              <a:ext cx="1828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Adapts to each account</a:t>
              </a:r>
              <a:endParaRPr lang="en-US" sz="1200" spc="0" kern="0" b="0" i="0" dirty="0">
                <a:solidFill>
                  <a:srgbClr val="070154"/>
                </a:solidFill>
                <a:latin typeface="IBM Plex Sans"/>
                <a:ea typeface="IBM Plex Sans"/>
                <a:cs typeface="IBM Plex Sans"/>
              </a:endParaRPr>
            </a:p>
          </p:txBody>
        </p:sp>
      </p:grpSp>
      <p:grpSp>
        <p:nvGrpSpPr>
          <p:cNvPr id="78" name="node13"/>
          <p:cNvGrpSpPr/>
          <p:nvPr/>
        </p:nvGrpSpPr>
        <p:grpSpPr>
          <a:xfrm>
            <a:off x="9639300" y="1600200"/>
            <a:ext cx="1828800" cy="3886200"/>
            <a:chOff x="9639300" y="1600200"/>
            <a:chExt cx="1828800" cy="3886200"/>
          </a:xfrm>
        </p:grpSpPr>
        <p:sp>
          <p:nvSpPr>
            <p:cNvPr id="47" name="node13.surface"/>
            <p:cNvSpPr/>
            <p:nvPr/>
          </p:nvSpPr>
          <p:spPr>
            <a:xfrm>
              <a:off x="9639300" y="1600200"/>
              <a:ext cx="1828800" cy="3886200"/>
            </a:xfrm>
            <a:prstGeom prst="rect">
              <a:avLst/>
            </a:prstGeom>
            <a:solidFill>
              <a:srgbClr val="E8EEF8"/>
            </a:solidFill>
            <a:ln>
              <a:noFill/>
            </a:ln>
          </p:spPr>
        </p:sp>
        <p:sp>
          <p:nvSpPr>
            <p:cNvPr id="48" name="node13.tab"/>
            <p:cNvSpPr/>
            <p:nvPr/>
          </p:nvSpPr>
          <p:spPr>
            <a:xfrm>
              <a:off x="9639300" y="1600200"/>
              <a:ext cx="778768" cy="228600"/>
            </a:xfrm>
            <a:prstGeom prst="rect">
              <a:avLst/>
            </a:prstGeom>
            <a:solidFill>
              <a:srgbClr val="070154"/>
            </a:solidFill>
            <a:ln>
              <a:noFill/>
            </a:ln>
          </p:spPr>
        </p:sp>
        <p:sp>
          <p:nvSpPr>
            <p:cNvPr id="49" name="node13.label"/>
            <p:cNvSpPr/>
            <p:nvPr/>
          </p:nvSpPr>
          <p:spPr>
            <a:xfrm>
              <a:off x="9715500" y="1628775"/>
              <a:ext cx="626368" cy="17145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FFFFF"/>
                  </a:solidFill>
                  <a:latin typeface="IBM Plex Mono SemiBold"/>
                  <a:ea typeface="IBM Plex Mono SemiBold"/>
                  <a:cs typeface="IBM Plex Mono SemiBold"/>
                </a:rPr>
                <a:t>OUTCOMES</a:t>
              </a:r>
              <a:endParaRPr lang="en-US" sz="900" spc="54" kern="0" b="0" i="0" dirty="0">
                <a:solidFill>
                  <a:srgbClr val="FFFFFF"/>
                </a:solidFill>
                <a:latin typeface="IBM Plex Mono SemiBold"/>
                <a:ea typeface="IBM Plex Mono SemiBold"/>
                <a:cs typeface="IBM Plex Mono SemiBold"/>
              </a:endParaRPr>
            </a:p>
          </p:txBody>
        </p:sp>
      </p:grpSp>
      <p:grpSp>
        <p:nvGrpSpPr>
          <p:cNvPr id="79" name="node14"/>
          <p:cNvGrpSpPr/>
          <p:nvPr/>
        </p:nvGrpSpPr>
        <p:grpSpPr>
          <a:xfrm>
            <a:off x="9867900" y="2057400"/>
            <a:ext cx="1371600" cy="914400"/>
            <a:chOff x="9867900" y="2057400"/>
            <a:chExt cx="1371600" cy="914400"/>
          </a:xfrm>
        </p:grpSpPr>
        <p:sp>
          <p:nvSpPr>
            <p:cNvPr id="50" name="node14.surface"/>
            <p:cNvSpPr/>
            <p:nvPr/>
          </p:nvSpPr>
          <p:spPr>
            <a:xfrm>
              <a:off x="9867900" y="2057400"/>
              <a:ext cx="1371600" cy="914400"/>
            </a:xfrm>
            <a:prstGeom prst="rect">
              <a:avLst/>
            </a:prstGeom>
            <a:solidFill>
              <a:srgbClr val="070154"/>
            </a:solidFill>
            <a:ln>
              <a:noFill/>
            </a:ln>
          </p:spPr>
        </p:sp>
        <p:sp>
          <p:nvSpPr>
            <p:cNvPr id="51" name="node14.text"/>
            <p:cNvSpPr/>
            <p:nvPr/>
          </p:nvSpPr>
          <p:spPr>
            <a:xfrm>
              <a:off x="10020300" y="2381250"/>
              <a:ext cx="10668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FFFFFF"/>
                  </a:solidFill>
                  <a:latin typeface="IBM Plex Sans"/>
                  <a:ea typeface="IBM Plex Sans"/>
                  <a:cs typeface="IBM Plex Sans"/>
                </a:rPr>
                <a:t>Faster cash</a:t>
              </a:r>
              <a:endParaRPr lang="en-US" sz="1400" spc="0" kern="0" b="0" i="0" dirty="0">
                <a:solidFill>
                  <a:srgbClr val="FFFFFF"/>
                </a:solidFill>
                <a:latin typeface="IBM Plex Sans"/>
                <a:ea typeface="IBM Plex Sans"/>
                <a:cs typeface="IBM Plex Sans"/>
              </a:endParaRPr>
            </a:p>
          </p:txBody>
        </p:sp>
      </p:grpSp>
      <p:grpSp>
        <p:nvGrpSpPr>
          <p:cNvPr id="80" name="node15"/>
          <p:cNvGrpSpPr/>
          <p:nvPr/>
        </p:nvGrpSpPr>
        <p:grpSpPr>
          <a:xfrm>
            <a:off x="9867900" y="3200400"/>
            <a:ext cx="1371600" cy="914400"/>
            <a:chOff x="9867900" y="3200400"/>
            <a:chExt cx="1371600" cy="914400"/>
          </a:xfrm>
        </p:grpSpPr>
        <p:sp>
          <p:nvSpPr>
            <p:cNvPr id="52" name="node15.surface"/>
            <p:cNvSpPr/>
            <p:nvPr/>
          </p:nvSpPr>
          <p:spPr>
            <a:xfrm>
              <a:off x="9867900" y="3200400"/>
              <a:ext cx="1371600" cy="914400"/>
            </a:xfrm>
            <a:prstGeom prst="rect">
              <a:avLst/>
            </a:prstGeom>
            <a:solidFill>
              <a:srgbClr val="070154"/>
            </a:solidFill>
            <a:ln>
              <a:noFill/>
            </a:ln>
          </p:spPr>
        </p:sp>
        <p:sp>
          <p:nvSpPr>
            <p:cNvPr id="53" name="node15.text"/>
            <p:cNvSpPr/>
            <p:nvPr/>
          </p:nvSpPr>
          <p:spPr>
            <a:xfrm>
              <a:off x="10020300" y="3390900"/>
              <a:ext cx="1066800" cy="5334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FFFFFF"/>
                  </a:solidFill>
                  <a:latin typeface="IBM Plex Sans"/>
                  <a:ea typeface="IBM Plex Sans"/>
                  <a:cs typeface="IBM Plex Sans"/>
                </a:rPr>
                <a:t>Fewer touches</a:t>
              </a:r>
              <a:endParaRPr lang="en-US" sz="1400" spc="0" kern="0" b="0" i="0" dirty="0">
                <a:solidFill>
                  <a:srgbClr val="FFFFFF"/>
                </a:solidFill>
                <a:latin typeface="IBM Plex Sans"/>
                <a:ea typeface="IBM Plex Sans"/>
                <a:cs typeface="IBM Plex Sans"/>
              </a:endParaRPr>
            </a:p>
          </p:txBody>
        </p:sp>
      </p:grpSp>
      <p:grpSp>
        <p:nvGrpSpPr>
          <p:cNvPr id="81" name="node16"/>
          <p:cNvGrpSpPr/>
          <p:nvPr/>
        </p:nvGrpSpPr>
        <p:grpSpPr>
          <a:xfrm>
            <a:off x="9867900" y="4343400"/>
            <a:ext cx="1371600" cy="914400"/>
            <a:chOff x="9867900" y="4343400"/>
            <a:chExt cx="1371600" cy="914400"/>
          </a:xfrm>
        </p:grpSpPr>
        <p:sp>
          <p:nvSpPr>
            <p:cNvPr id="54" name="node16.surface"/>
            <p:cNvSpPr/>
            <p:nvPr/>
          </p:nvSpPr>
          <p:spPr>
            <a:xfrm>
              <a:off x="9867900" y="4343400"/>
              <a:ext cx="1371600" cy="914400"/>
            </a:xfrm>
            <a:prstGeom prst="rect">
              <a:avLst/>
            </a:prstGeom>
            <a:solidFill>
              <a:srgbClr val="070154"/>
            </a:solidFill>
            <a:ln>
              <a:noFill/>
            </a:ln>
          </p:spPr>
        </p:sp>
        <p:sp>
          <p:nvSpPr>
            <p:cNvPr id="55" name="node16.text"/>
            <p:cNvSpPr/>
            <p:nvPr/>
          </p:nvSpPr>
          <p:spPr>
            <a:xfrm>
              <a:off x="10020300" y="4667250"/>
              <a:ext cx="10668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FFFFFF"/>
                  </a:solidFill>
                  <a:latin typeface="IBM Plex Sans"/>
                  <a:ea typeface="IBM Plex Sans"/>
                  <a:cs typeface="IBM Plex Sans"/>
                </a:rPr>
                <a:t>Clearer bills</a:t>
              </a:r>
              <a:endParaRPr lang="en-US" sz="1400" spc="0" kern="0" b="0" i="0" dirty="0">
                <a:solidFill>
                  <a:srgbClr val="FFFFFF"/>
                </a:solidFill>
                <a:latin typeface="IBM Plex Sans"/>
                <a:ea typeface="IBM Plex Sans"/>
                <a:cs typeface="IBM Plex Sans"/>
              </a:endParaRPr>
            </a:p>
          </p:txBody>
        </p:sp>
      </p:grpSp>
      <p:grpSp>
        <p:nvGrpSpPr>
          <p:cNvPr id="82" name="node17"/>
          <p:cNvGrpSpPr/>
          <p:nvPr/>
        </p:nvGrpSpPr>
        <p:grpSpPr>
          <a:xfrm>
            <a:off x="2781300" y="3500679"/>
            <a:ext cx="457200" cy="85242"/>
            <a:chOff x="2781300" y="3500679"/>
            <a:chExt cx="457200" cy="85242"/>
          </a:xfrm>
        </p:grpSpPr>
        <p:sp>
          <p:nvSpPr>
            <p:cNvPr id="56" name="node17.segment-1"/>
            <p:cNvSpPr/>
            <p:nvPr/>
          </p:nvSpPr>
          <p:spPr>
            <a:xfrm>
              <a:off x="2781300" y="3543300"/>
              <a:ext cx="457200" cy="0"/>
            </a:xfrm>
            <a:custGeom>
              <a:avLst/>
              <a:gdLst/>
              <a:ahLst/>
              <a:cxnLst/>
              <a:rect l="l" t="t" r="r" b="b"/>
              <a:pathLst>
                <a:path w="457200">
                  <a:moveTo>
                    <a:pt x="0" y="0"/>
                  </a:moveTo>
                  <a:lnTo>
                    <a:pt x="457200" y="0"/>
                  </a:lnTo>
                </a:path>
              </a:pathLst>
            </a:custGeom>
            <a:ln w="12700">
              <a:solidFill>
                <a:srgbClr val="070154"/>
              </a:solidFill>
              <a:prstDash val="solid"/>
            </a:ln>
          </p:spPr>
        </p:sp>
        <p:sp>
          <p:nvSpPr>
            <p:cNvPr id="57" name="node17.head-end.0"/>
            <p:cNvSpPr/>
            <p:nvPr/>
          </p:nvSpPr>
          <p:spPr>
            <a:xfrm>
              <a:off x="3160483" y="3543300"/>
              <a:ext cx="78017" cy="42621"/>
            </a:xfrm>
            <a:custGeom>
              <a:avLst/>
              <a:gdLst/>
              <a:ahLst/>
              <a:cxnLst/>
              <a:rect l="l" t="t" r="r" b="b"/>
              <a:pathLst>
                <a:path w="78017" h="42621">
                  <a:moveTo>
                    <a:pt x="78017" y="0"/>
                  </a:moveTo>
                  <a:lnTo>
                    <a:pt x="0" y="42621"/>
                  </a:lnTo>
                </a:path>
              </a:pathLst>
            </a:custGeom>
            <a:ln w="12700">
              <a:solidFill>
                <a:srgbClr val="070154"/>
              </a:solidFill>
              <a:prstDash val="solid"/>
            </a:ln>
          </p:spPr>
        </p:sp>
        <p:sp>
          <p:nvSpPr>
            <p:cNvPr id="58" name="node17.head-end.1"/>
            <p:cNvSpPr/>
            <p:nvPr/>
          </p:nvSpPr>
          <p:spPr>
            <a:xfrm>
              <a:off x="3160483" y="3500679"/>
              <a:ext cx="78017" cy="42621"/>
            </a:xfrm>
            <a:custGeom>
              <a:avLst/>
              <a:gdLst/>
              <a:ahLst/>
              <a:cxnLst/>
              <a:rect l="l" t="t" r="r" b="b"/>
              <a:pathLst>
                <a:path w="78017" h="42621">
                  <a:moveTo>
                    <a:pt x="78017" y="42621"/>
                  </a:moveTo>
                  <a:lnTo>
                    <a:pt x="0" y="0"/>
                  </a:lnTo>
                </a:path>
              </a:pathLst>
            </a:custGeom>
            <a:ln w="12700">
              <a:solidFill>
                <a:srgbClr val="070154"/>
              </a:solidFill>
              <a:prstDash val="solid"/>
            </a:ln>
          </p:spPr>
        </p:sp>
      </p:grpSp>
      <p:grpSp>
        <p:nvGrpSpPr>
          <p:cNvPr id="83" name="node18"/>
          <p:cNvGrpSpPr/>
          <p:nvPr/>
        </p:nvGrpSpPr>
        <p:grpSpPr>
          <a:xfrm>
            <a:off x="5981700" y="3500679"/>
            <a:ext cx="457200" cy="85242"/>
            <a:chOff x="5981700" y="3500679"/>
            <a:chExt cx="457200" cy="85242"/>
          </a:xfrm>
        </p:grpSpPr>
        <p:sp>
          <p:nvSpPr>
            <p:cNvPr id="59" name="node18.segment-1"/>
            <p:cNvSpPr/>
            <p:nvPr/>
          </p:nvSpPr>
          <p:spPr>
            <a:xfrm>
              <a:off x="5981700" y="3543300"/>
              <a:ext cx="457200" cy="0"/>
            </a:xfrm>
            <a:custGeom>
              <a:avLst/>
              <a:gdLst/>
              <a:ahLst/>
              <a:cxnLst/>
              <a:rect l="l" t="t" r="r" b="b"/>
              <a:pathLst>
                <a:path w="457200">
                  <a:moveTo>
                    <a:pt x="0" y="0"/>
                  </a:moveTo>
                  <a:lnTo>
                    <a:pt x="457200" y="0"/>
                  </a:lnTo>
                </a:path>
              </a:pathLst>
            </a:custGeom>
            <a:ln w="12700">
              <a:solidFill>
                <a:srgbClr val="070154"/>
              </a:solidFill>
              <a:prstDash val="solid"/>
            </a:ln>
          </p:spPr>
        </p:sp>
        <p:sp>
          <p:nvSpPr>
            <p:cNvPr id="60" name="node18.head-end.0"/>
            <p:cNvSpPr/>
            <p:nvPr/>
          </p:nvSpPr>
          <p:spPr>
            <a:xfrm>
              <a:off x="6360883" y="3543300"/>
              <a:ext cx="78017" cy="42621"/>
            </a:xfrm>
            <a:custGeom>
              <a:avLst/>
              <a:gdLst/>
              <a:ahLst/>
              <a:cxnLst/>
              <a:rect l="l" t="t" r="r" b="b"/>
              <a:pathLst>
                <a:path w="78017" h="42621">
                  <a:moveTo>
                    <a:pt x="78017" y="0"/>
                  </a:moveTo>
                  <a:lnTo>
                    <a:pt x="0" y="42621"/>
                  </a:lnTo>
                </a:path>
              </a:pathLst>
            </a:custGeom>
            <a:ln w="12700">
              <a:solidFill>
                <a:srgbClr val="070154"/>
              </a:solidFill>
              <a:prstDash val="solid"/>
            </a:ln>
          </p:spPr>
        </p:sp>
        <p:sp>
          <p:nvSpPr>
            <p:cNvPr id="61" name="node18.head-end.1"/>
            <p:cNvSpPr/>
            <p:nvPr/>
          </p:nvSpPr>
          <p:spPr>
            <a:xfrm>
              <a:off x="6360883" y="3500679"/>
              <a:ext cx="78017" cy="42621"/>
            </a:xfrm>
            <a:custGeom>
              <a:avLst/>
              <a:gdLst/>
              <a:ahLst/>
              <a:cxnLst/>
              <a:rect l="l" t="t" r="r" b="b"/>
              <a:pathLst>
                <a:path w="78017" h="42621">
                  <a:moveTo>
                    <a:pt x="78017" y="42621"/>
                  </a:moveTo>
                  <a:lnTo>
                    <a:pt x="0" y="0"/>
                  </a:lnTo>
                </a:path>
              </a:pathLst>
            </a:custGeom>
            <a:ln w="12700">
              <a:solidFill>
                <a:srgbClr val="070154"/>
              </a:solidFill>
              <a:prstDash val="solid"/>
            </a:ln>
          </p:spPr>
        </p:sp>
      </p:grpSp>
      <p:grpSp>
        <p:nvGrpSpPr>
          <p:cNvPr id="84" name="node19"/>
          <p:cNvGrpSpPr/>
          <p:nvPr/>
        </p:nvGrpSpPr>
        <p:grpSpPr>
          <a:xfrm>
            <a:off x="9182100" y="3500679"/>
            <a:ext cx="457200" cy="85242"/>
            <a:chOff x="9182100" y="3500679"/>
            <a:chExt cx="457200" cy="85242"/>
          </a:xfrm>
        </p:grpSpPr>
        <p:sp>
          <p:nvSpPr>
            <p:cNvPr id="62" name="node19.segment-1"/>
            <p:cNvSpPr/>
            <p:nvPr/>
          </p:nvSpPr>
          <p:spPr>
            <a:xfrm>
              <a:off x="9182100" y="3543300"/>
              <a:ext cx="457200" cy="0"/>
            </a:xfrm>
            <a:custGeom>
              <a:avLst/>
              <a:gdLst/>
              <a:ahLst/>
              <a:cxnLst/>
              <a:rect l="l" t="t" r="r" b="b"/>
              <a:pathLst>
                <a:path w="457200">
                  <a:moveTo>
                    <a:pt x="0" y="0"/>
                  </a:moveTo>
                  <a:lnTo>
                    <a:pt x="457200" y="0"/>
                  </a:lnTo>
                </a:path>
              </a:pathLst>
            </a:custGeom>
            <a:ln w="12700">
              <a:solidFill>
                <a:srgbClr val="070154"/>
              </a:solidFill>
              <a:prstDash val="solid"/>
            </a:ln>
          </p:spPr>
        </p:sp>
        <p:sp>
          <p:nvSpPr>
            <p:cNvPr id="63" name="node19.head-end.0"/>
            <p:cNvSpPr/>
            <p:nvPr/>
          </p:nvSpPr>
          <p:spPr>
            <a:xfrm>
              <a:off x="9561283" y="3543300"/>
              <a:ext cx="78017" cy="42621"/>
            </a:xfrm>
            <a:custGeom>
              <a:avLst/>
              <a:gdLst/>
              <a:ahLst/>
              <a:cxnLst/>
              <a:rect l="l" t="t" r="r" b="b"/>
              <a:pathLst>
                <a:path w="78017" h="42621">
                  <a:moveTo>
                    <a:pt x="78017" y="0"/>
                  </a:moveTo>
                  <a:lnTo>
                    <a:pt x="0" y="42621"/>
                  </a:lnTo>
                </a:path>
              </a:pathLst>
            </a:custGeom>
            <a:ln w="12700">
              <a:solidFill>
                <a:srgbClr val="070154"/>
              </a:solidFill>
              <a:prstDash val="solid"/>
            </a:ln>
          </p:spPr>
        </p:sp>
        <p:sp>
          <p:nvSpPr>
            <p:cNvPr id="64" name="node19.head-end.1"/>
            <p:cNvSpPr/>
            <p:nvPr/>
          </p:nvSpPr>
          <p:spPr>
            <a:xfrm>
              <a:off x="9561283" y="3500679"/>
              <a:ext cx="78017" cy="42621"/>
            </a:xfrm>
            <a:custGeom>
              <a:avLst/>
              <a:gdLst/>
              <a:ahLst/>
              <a:cxnLst/>
              <a:rect l="l" t="t" r="r" b="b"/>
              <a:pathLst>
                <a:path w="78017" h="42621">
                  <a:moveTo>
                    <a:pt x="78017" y="42621"/>
                  </a:moveTo>
                  <a:lnTo>
                    <a:pt x="0" y="0"/>
                  </a:lnTo>
                </a:path>
              </a:pathLst>
            </a:custGeom>
            <a:ln w="12700">
              <a:solidFill>
                <a:srgbClr val="070154"/>
              </a:solidFill>
              <a:prstDash val="solid"/>
            </a:ln>
          </p:spPr>
        </p:sp>
      </p:grpSp>
      <p:grpSp>
        <p:nvGrpSpPr>
          <p:cNvPr id="85" name="node20"/>
          <p:cNvGrpSpPr/>
          <p:nvPr/>
        </p:nvGrpSpPr>
        <p:grpSpPr>
          <a:xfrm>
            <a:off x="723900" y="5600700"/>
            <a:ext cx="10744200" cy="266700"/>
            <a:chOff x="723900" y="5600700"/>
            <a:chExt cx="10744200" cy="266700"/>
          </a:xfrm>
        </p:grpSpPr>
        <p:sp>
          <p:nvSpPr>
            <p:cNvPr id="65" name="node20.text"/>
            <p:cNvSpPr/>
            <p:nvPr/>
          </p:nvSpPr>
          <p:spPr>
            <a:xfrm>
              <a:off x="723900" y="5600700"/>
              <a:ext cx="107442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Start from the challenge, not the tool: each product pays off when a use case makes it a repeatable action.</a:t>
              </a:r>
              <a:endParaRPr lang="en-US" sz="1400" spc="0" kern="0" b="0" i="0" dirty="0">
                <a:solidFill>
                  <a:srgbClr val="070154"/>
                </a:solidFill>
                <a:latin typeface="IBM Plex Sans"/>
                <a:ea typeface="IBM Plex Sans"/>
                <a:cs typeface="IBM Plex Sans"/>
              </a:endParaRPr>
            </a:p>
          </p:txBody>
        </p:sp>
      </p:gr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ource-187">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CUSTOM SOFTWARE</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Custom software scales what makes you unique</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42</a:t>
            </a:fld>
            <a:endParaRPr lang="en-US" sz="700" spc="0" kern="0" b="0" i="0" dirty="0">
              <a:solidFill>
                <a:srgbClr val="070154"/>
              </a:solidFill>
              <a:latin typeface="IBM Plex Mono SemiBold"/>
              <a:ea typeface="IBM Plex Mono SemiBold"/>
              <a:cs typeface="IBM Plex Mono SemiBold"/>
            </a:endParaRPr>
          </a:p>
        </p:txBody>
      </p:sp>
      <p:grpSp>
        <p:nvGrpSpPr>
          <p:cNvPr id="34" name="node01"/>
          <p:cNvGrpSpPr/>
          <p:nvPr/>
        </p:nvGrpSpPr>
        <p:grpSpPr>
          <a:xfrm>
            <a:off x="723900" y="1600200"/>
            <a:ext cx="4343400" cy="3429000"/>
            <a:chOff x="723900" y="1600200"/>
            <a:chExt cx="4343400" cy="3429000"/>
          </a:xfrm>
        </p:grpSpPr>
        <p:sp>
          <p:nvSpPr>
            <p:cNvPr id="6" name="node01.container"/>
            <p:cNvSpPr/>
            <p:nvPr/>
          </p:nvSpPr>
          <p:spPr>
            <a:xfrm>
              <a:off x="723900" y="1600200"/>
              <a:ext cx="4343400" cy="3429000"/>
            </a:xfrm>
            <a:prstGeom prst="rect">
              <a:avLst/>
            </a:prstGeom>
            <a:solidFill>
              <a:srgbClr val="E8EEF8"/>
            </a:solidFill>
            <a:ln>
              <a:noFill/>
            </a:ln>
          </p:spPr>
        </p:sp>
        <p:sp>
          <p:nvSpPr>
            <p:cNvPr id="7" name="node01.edge"/>
            <p:cNvSpPr/>
            <p:nvPr/>
          </p:nvSpPr>
          <p:spPr>
            <a:xfrm>
              <a:off x="723900" y="1600200"/>
              <a:ext cx="4343400" cy="76200"/>
            </a:xfrm>
            <a:prstGeom prst="rect">
              <a:avLst/>
            </a:prstGeom>
            <a:solidFill>
              <a:srgbClr val="0047FF"/>
            </a:solidFill>
            <a:ln>
              <a:noFill/>
            </a:ln>
          </p:spPr>
        </p:sp>
        <p:sp>
          <p:nvSpPr>
            <p:cNvPr id="8" name="node01.label"/>
            <p:cNvSpPr/>
            <p:nvPr/>
          </p:nvSpPr>
          <p:spPr>
            <a:xfrm>
              <a:off x="952500" y="1905000"/>
              <a:ext cx="3886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WHY BUILD</a:t>
              </a:r>
              <a:endParaRPr lang="en-US" sz="900" spc="54" kern="0" b="0" i="0" dirty="0">
                <a:solidFill>
                  <a:srgbClr val="0047FF"/>
                </a:solidFill>
                <a:latin typeface="IBM Plex Mono Medium"/>
                <a:ea typeface="IBM Plex Mono Medium"/>
                <a:cs typeface="IBM Plex Mono Medium"/>
              </a:endParaRPr>
            </a:p>
          </p:txBody>
        </p:sp>
        <p:sp>
          <p:nvSpPr>
            <p:cNvPr id="9" name="node01.title"/>
            <p:cNvSpPr/>
            <p:nvPr/>
          </p:nvSpPr>
          <p:spPr>
            <a:xfrm>
              <a:off x="952500" y="2133600"/>
              <a:ext cx="3886200" cy="6096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Make software conform to the business</a:t>
              </a:r>
              <a:endParaRPr lang="en-US" sz="1800" spc="-18" kern="0" b="0" i="0" dirty="0">
                <a:solidFill>
                  <a:srgbClr val="070154"/>
                </a:solidFill>
                <a:latin typeface="IBM Plex Sans SemiBold"/>
                <a:ea typeface="IBM Plex Sans SemiBold"/>
                <a:cs typeface="IBM Plex Sans SemiBold"/>
              </a:endParaRPr>
            </a:p>
          </p:txBody>
        </p:sp>
      </p:grpSp>
      <p:grpSp>
        <p:nvGrpSpPr>
          <p:cNvPr id="35" name="node02"/>
          <p:cNvGrpSpPr/>
          <p:nvPr/>
        </p:nvGrpSpPr>
        <p:grpSpPr>
          <a:xfrm>
            <a:off x="952500" y="2895600"/>
            <a:ext cx="3886200" cy="1676400"/>
            <a:chOff x="952500" y="2895600"/>
            <a:chExt cx="3886200" cy="1676400"/>
          </a:xfrm>
        </p:grpSpPr>
        <p:sp>
          <p:nvSpPr>
            <p:cNvPr id="10" name="node02.source-001.number"/>
            <p:cNvSpPr/>
            <p:nvPr/>
          </p:nvSpPr>
          <p:spPr>
            <a:xfrm>
              <a:off x="952500" y="2895600"/>
              <a:ext cx="381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047FF"/>
                  </a:solidFill>
                  <a:latin typeface="IBM Plex Mono SemiBold"/>
                  <a:ea typeface="IBM Plex Mono SemiBold"/>
                  <a:cs typeface="IBM Plex Mono SemiBold"/>
                </a:rPr>
                <a:t>01</a:t>
              </a:r>
              <a:endParaRPr lang="en-US" sz="1200" spc="0" kern="0" b="0" i="0" dirty="0">
                <a:solidFill>
                  <a:srgbClr val="0047FF"/>
                </a:solidFill>
                <a:latin typeface="IBM Plex Mono SemiBold"/>
                <a:ea typeface="IBM Plex Mono SemiBold"/>
                <a:cs typeface="IBM Plex Mono SemiBold"/>
              </a:endParaRPr>
            </a:p>
          </p:txBody>
        </p:sp>
        <p:sp>
          <p:nvSpPr>
            <p:cNvPr id="11" name="node02.source-001.title"/>
            <p:cNvSpPr/>
            <p:nvPr/>
          </p:nvSpPr>
          <p:spPr>
            <a:xfrm>
              <a:off x="1485900" y="2895600"/>
              <a:ext cx="3352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Unique processes</a:t>
              </a:r>
              <a:endParaRPr lang="en-US" sz="1200" spc="0" kern="0" b="0" i="0" dirty="0">
                <a:solidFill>
                  <a:srgbClr val="070154"/>
                </a:solidFill>
                <a:latin typeface="IBM Plex Sans SemiBold"/>
                <a:ea typeface="IBM Plex Sans SemiBold"/>
                <a:cs typeface="IBM Plex Sans SemiBold"/>
              </a:endParaRPr>
            </a:p>
          </p:txBody>
        </p:sp>
        <p:sp>
          <p:nvSpPr>
            <p:cNvPr id="12" name="node02.source-001.text"/>
            <p:cNvSpPr/>
            <p:nvPr/>
          </p:nvSpPr>
          <p:spPr>
            <a:xfrm>
              <a:off x="1485900" y="3124200"/>
              <a:ext cx="3352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Encode the workflows that set you apart.</a:t>
              </a:r>
              <a:endParaRPr lang="en-US" sz="1200" spc="0" kern="0" b="0" i="0" dirty="0">
                <a:solidFill>
                  <a:srgbClr val="50658E"/>
                </a:solidFill>
                <a:latin typeface="IBM Plex Sans"/>
                <a:ea typeface="IBM Plex Sans"/>
                <a:cs typeface="IBM Plex Sans"/>
              </a:endParaRPr>
            </a:p>
          </p:txBody>
        </p:sp>
        <p:sp>
          <p:nvSpPr>
            <p:cNvPr id="13" name="node02.source-002.number"/>
            <p:cNvSpPr/>
            <p:nvPr/>
          </p:nvSpPr>
          <p:spPr>
            <a:xfrm>
              <a:off x="952500" y="3505200"/>
              <a:ext cx="381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047FF"/>
                  </a:solidFill>
                  <a:latin typeface="IBM Plex Mono SemiBold"/>
                  <a:ea typeface="IBM Plex Mono SemiBold"/>
                  <a:cs typeface="IBM Plex Mono SemiBold"/>
                </a:rPr>
                <a:t>02</a:t>
              </a:r>
              <a:endParaRPr lang="en-US" sz="1200" spc="0" kern="0" b="0" i="0" dirty="0">
                <a:solidFill>
                  <a:srgbClr val="0047FF"/>
                </a:solidFill>
                <a:latin typeface="IBM Plex Mono SemiBold"/>
                <a:ea typeface="IBM Plex Mono SemiBold"/>
                <a:cs typeface="IBM Plex Mono SemiBold"/>
              </a:endParaRPr>
            </a:p>
          </p:txBody>
        </p:sp>
        <p:sp>
          <p:nvSpPr>
            <p:cNvPr id="14" name="node02.source-002.title"/>
            <p:cNvSpPr/>
            <p:nvPr/>
          </p:nvSpPr>
          <p:spPr>
            <a:xfrm>
              <a:off x="1485900" y="3505200"/>
              <a:ext cx="3352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Familiar language</a:t>
              </a:r>
              <a:endParaRPr lang="en-US" sz="1200" spc="0" kern="0" b="0" i="0" dirty="0">
                <a:solidFill>
                  <a:srgbClr val="070154"/>
                </a:solidFill>
                <a:latin typeface="IBM Plex Sans SemiBold"/>
                <a:ea typeface="IBM Plex Sans SemiBold"/>
                <a:cs typeface="IBM Plex Sans SemiBold"/>
              </a:endParaRPr>
            </a:p>
          </p:txBody>
        </p:sp>
        <p:sp>
          <p:nvSpPr>
            <p:cNvPr id="15" name="node02.source-002.text"/>
            <p:cNvSpPr/>
            <p:nvPr/>
          </p:nvSpPr>
          <p:spPr>
            <a:xfrm>
              <a:off x="1485900" y="3733800"/>
              <a:ext cx="3352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Keep the vocabulary your people use.</a:t>
              </a:r>
              <a:endParaRPr lang="en-US" sz="1200" spc="0" kern="0" b="0" i="0" dirty="0">
                <a:solidFill>
                  <a:srgbClr val="50658E"/>
                </a:solidFill>
                <a:latin typeface="IBM Plex Sans"/>
                <a:ea typeface="IBM Plex Sans"/>
                <a:cs typeface="IBM Plex Sans"/>
              </a:endParaRPr>
            </a:p>
          </p:txBody>
        </p:sp>
        <p:sp>
          <p:nvSpPr>
            <p:cNvPr id="16" name="node02.source-003.number"/>
            <p:cNvSpPr/>
            <p:nvPr/>
          </p:nvSpPr>
          <p:spPr>
            <a:xfrm>
              <a:off x="952500" y="4114800"/>
              <a:ext cx="381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047FF"/>
                  </a:solidFill>
                  <a:latin typeface="IBM Plex Mono SemiBold"/>
                  <a:ea typeface="IBM Plex Mono SemiBold"/>
                  <a:cs typeface="IBM Plex Mono SemiBold"/>
                </a:rPr>
                <a:t>03</a:t>
              </a:r>
              <a:endParaRPr lang="en-US" sz="1200" spc="0" kern="0" b="0" i="0" dirty="0">
                <a:solidFill>
                  <a:srgbClr val="0047FF"/>
                </a:solidFill>
                <a:latin typeface="IBM Plex Mono SemiBold"/>
                <a:ea typeface="IBM Plex Mono SemiBold"/>
                <a:cs typeface="IBM Plex Mono SemiBold"/>
              </a:endParaRPr>
            </a:p>
          </p:txBody>
        </p:sp>
        <p:sp>
          <p:nvSpPr>
            <p:cNvPr id="17" name="node02.source-003.title"/>
            <p:cNvSpPr/>
            <p:nvPr/>
          </p:nvSpPr>
          <p:spPr>
            <a:xfrm>
              <a:off x="1485900" y="4114800"/>
              <a:ext cx="3352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Selective change</a:t>
              </a:r>
              <a:endParaRPr lang="en-US" sz="1200" spc="0" kern="0" b="0" i="0" dirty="0">
                <a:solidFill>
                  <a:srgbClr val="070154"/>
                </a:solidFill>
                <a:latin typeface="IBM Plex Sans SemiBold"/>
                <a:ea typeface="IBM Plex Sans SemiBold"/>
                <a:cs typeface="IBM Plex Sans SemiBold"/>
              </a:endParaRPr>
            </a:p>
          </p:txBody>
        </p:sp>
        <p:sp>
          <p:nvSpPr>
            <p:cNvPr id="18" name="node02.source-003.text"/>
            <p:cNvSpPr/>
            <p:nvPr/>
          </p:nvSpPr>
          <p:spPr>
            <a:xfrm>
              <a:off x="1485900" y="4343400"/>
              <a:ext cx="3352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Modernize only what needs to change.</a:t>
              </a:r>
              <a:endParaRPr lang="en-US" sz="1200" spc="0" kern="0" b="0" i="0" dirty="0">
                <a:solidFill>
                  <a:srgbClr val="50658E"/>
                </a:solidFill>
                <a:latin typeface="IBM Plex Sans"/>
                <a:ea typeface="IBM Plex Sans"/>
                <a:cs typeface="IBM Plex Sans"/>
              </a:endParaRPr>
            </a:p>
          </p:txBody>
        </p:sp>
      </p:grpSp>
      <p:grpSp>
        <p:nvGrpSpPr>
          <p:cNvPr id="36" name="node03"/>
          <p:cNvGrpSpPr/>
          <p:nvPr/>
        </p:nvGrpSpPr>
        <p:grpSpPr>
          <a:xfrm>
            <a:off x="7124700" y="1600200"/>
            <a:ext cx="4343400" cy="1600200"/>
            <a:chOff x="7124700" y="1600200"/>
            <a:chExt cx="4343400" cy="1600200"/>
          </a:xfrm>
        </p:grpSpPr>
        <p:sp>
          <p:nvSpPr>
            <p:cNvPr id="19" name="node03.container"/>
            <p:cNvSpPr/>
            <p:nvPr/>
          </p:nvSpPr>
          <p:spPr>
            <a:xfrm>
              <a:off x="7124700" y="1600200"/>
              <a:ext cx="4343400" cy="1600200"/>
            </a:xfrm>
            <a:prstGeom prst="rect">
              <a:avLst/>
            </a:prstGeom>
            <a:solidFill>
              <a:srgbClr val="E8EEF8"/>
            </a:solidFill>
            <a:ln>
              <a:noFill/>
            </a:ln>
          </p:spPr>
        </p:sp>
        <p:sp>
          <p:nvSpPr>
            <p:cNvPr id="20" name="node03.edge"/>
            <p:cNvSpPr/>
            <p:nvPr/>
          </p:nvSpPr>
          <p:spPr>
            <a:xfrm>
              <a:off x="7124700" y="1600200"/>
              <a:ext cx="76200" cy="1600200"/>
            </a:xfrm>
            <a:prstGeom prst="rect">
              <a:avLst/>
            </a:prstGeom>
            <a:solidFill>
              <a:srgbClr val="F900D3"/>
            </a:solidFill>
            <a:ln>
              <a:noFill/>
            </a:ln>
          </p:spPr>
        </p:sp>
        <p:sp>
          <p:nvSpPr>
            <p:cNvPr id="21" name="node03.label"/>
            <p:cNvSpPr/>
            <p:nvPr/>
          </p:nvSpPr>
          <p:spPr>
            <a:xfrm>
              <a:off x="7429500" y="1828800"/>
              <a:ext cx="3810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ADVANTAGE 01</a:t>
              </a:r>
              <a:endParaRPr lang="en-US" sz="900" spc="54" kern="0" b="0" i="0" dirty="0">
                <a:solidFill>
                  <a:srgbClr val="0047FF"/>
                </a:solidFill>
                <a:latin typeface="IBM Plex Mono Medium"/>
                <a:ea typeface="IBM Plex Mono Medium"/>
                <a:cs typeface="IBM Plex Mono Medium"/>
              </a:endParaRPr>
            </a:p>
          </p:txBody>
        </p:sp>
        <p:sp>
          <p:nvSpPr>
            <p:cNvPr id="22" name="node03.title"/>
            <p:cNvSpPr/>
            <p:nvPr/>
          </p:nvSpPr>
          <p:spPr>
            <a:xfrm>
              <a:off x="7429500" y="2019300"/>
              <a:ext cx="38100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Scale what makes you unique</a:t>
              </a:r>
              <a:endParaRPr lang="en-US" sz="1800" spc="-18" kern="0" b="0" i="0" dirty="0">
                <a:solidFill>
                  <a:srgbClr val="070154"/>
                </a:solidFill>
                <a:latin typeface="IBM Plex Sans SemiBold"/>
                <a:ea typeface="IBM Plex Sans SemiBold"/>
                <a:cs typeface="IBM Plex Sans SemiBold"/>
              </a:endParaRPr>
            </a:p>
          </p:txBody>
        </p:sp>
        <p:sp>
          <p:nvSpPr>
            <p:cNvPr id="23" name="node03.body.item-001.paragraph"/>
            <p:cNvSpPr/>
            <p:nvPr/>
          </p:nvSpPr>
          <p:spPr>
            <a:xfrm>
              <a:off x="7429500" y="2438400"/>
              <a:ext cx="3810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Turn distinctive processes into repeatable operations.</a:t>
              </a:r>
              <a:endParaRPr lang="en-US" sz="1200" spc="0" kern="0" b="0" i="0" dirty="0">
                <a:solidFill>
                  <a:srgbClr val="50658E"/>
                </a:solidFill>
                <a:latin typeface="IBM Plex Sans"/>
                <a:ea typeface="IBM Plex Sans"/>
                <a:cs typeface="IBM Plex Sans"/>
              </a:endParaRPr>
            </a:p>
          </p:txBody>
        </p:sp>
      </p:grpSp>
      <p:grpSp>
        <p:nvGrpSpPr>
          <p:cNvPr id="37" name="node04"/>
          <p:cNvGrpSpPr/>
          <p:nvPr/>
        </p:nvGrpSpPr>
        <p:grpSpPr>
          <a:xfrm>
            <a:off x="7124700" y="3429000"/>
            <a:ext cx="4343400" cy="1600200"/>
            <a:chOff x="7124700" y="3429000"/>
            <a:chExt cx="4343400" cy="1600200"/>
          </a:xfrm>
        </p:grpSpPr>
        <p:sp>
          <p:nvSpPr>
            <p:cNvPr id="24" name="node04.container"/>
            <p:cNvSpPr/>
            <p:nvPr/>
          </p:nvSpPr>
          <p:spPr>
            <a:xfrm>
              <a:off x="7124700" y="3429000"/>
              <a:ext cx="4343400" cy="1600200"/>
            </a:xfrm>
            <a:prstGeom prst="rect">
              <a:avLst/>
            </a:prstGeom>
            <a:solidFill>
              <a:srgbClr val="E8EEF8"/>
            </a:solidFill>
            <a:ln>
              <a:noFill/>
            </a:ln>
          </p:spPr>
        </p:sp>
        <p:sp>
          <p:nvSpPr>
            <p:cNvPr id="25" name="node04.edge"/>
            <p:cNvSpPr/>
            <p:nvPr/>
          </p:nvSpPr>
          <p:spPr>
            <a:xfrm>
              <a:off x="7124700" y="3429000"/>
              <a:ext cx="76200" cy="1600200"/>
            </a:xfrm>
            <a:prstGeom prst="rect">
              <a:avLst/>
            </a:prstGeom>
            <a:solidFill>
              <a:srgbClr val="0047FF"/>
            </a:solidFill>
            <a:ln>
              <a:noFill/>
            </a:ln>
          </p:spPr>
        </p:sp>
        <p:sp>
          <p:nvSpPr>
            <p:cNvPr id="26" name="node04.label"/>
            <p:cNvSpPr/>
            <p:nvPr/>
          </p:nvSpPr>
          <p:spPr>
            <a:xfrm>
              <a:off x="7429500" y="3657600"/>
              <a:ext cx="3810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ADVANTAGE 02</a:t>
              </a:r>
              <a:endParaRPr lang="en-US" sz="900" spc="54" kern="0" b="0" i="0" dirty="0">
                <a:solidFill>
                  <a:srgbClr val="0047FF"/>
                </a:solidFill>
                <a:latin typeface="IBM Plex Mono Medium"/>
                <a:ea typeface="IBM Plex Mono Medium"/>
                <a:cs typeface="IBM Plex Mono Medium"/>
              </a:endParaRPr>
            </a:p>
          </p:txBody>
        </p:sp>
        <p:sp>
          <p:nvSpPr>
            <p:cNvPr id="27" name="node04.title"/>
            <p:cNvSpPr/>
            <p:nvPr/>
          </p:nvSpPr>
          <p:spPr>
            <a:xfrm>
              <a:off x="7429500" y="3848100"/>
              <a:ext cx="38100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Modernize without upheaval</a:t>
              </a:r>
              <a:endParaRPr lang="en-US" sz="1800" spc="-18" kern="0" b="0" i="0" dirty="0">
                <a:solidFill>
                  <a:srgbClr val="070154"/>
                </a:solidFill>
                <a:latin typeface="IBM Plex Sans SemiBold"/>
                <a:ea typeface="IBM Plex Sans SemiBold"/>
                <a:cs typeface="IBM Plex Sans SemiBold"/>
              </a:endParaRPr>
            </a:p>
          </p:txBody>
        </p:sp>
        <p:sp>
          <p:nvSpPr>
            <p:cNvPr id="28" name="node04.body.item-001.paragraph"/>
            <p:cNvSpPr/>
            <p:nvPr/>
          </p:nvSpPr>
          <p:spPr>
            <a:xfrm>
              <a:off x="7429500" y="4267200"/>
              <a:ext cx="3810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Keep familiar roles and vocabulary.</a:t>
              </a:r>
              <a:endParaRPr lang="en-US" sz="1200" spc="0" kern="0" b="0" i="0" dirty="0">
                <a:solidFill>
                  <a:srgbClr val="50658E"/>
                </a:solidFill>
                <a:latin typeface="IBM Plex Sans"/>
                <a:ea typeface="IBM Plex Sans"/>
                <a:cs typeface="IBM Plex Sans"/>
              </a:endParaRPr>
            </a:p>
          </p:txBody>
        </p:sp>
      </p:grpSp>
      <p:grpSp>
        <p:nvGrpSpPr>
          <p:cNvPr id="38" name="node05"/>
          <p:cNvGrpSpPr/>
          <p:nvPr/>
        </p:nvGrpSpPr>
        <p:grpSpPr>
          <a:xfrm>
            <a:off x="5524500" y="3429000"/>
            <a:ext cx="1143000" cy="216123"/>
            <a:chOff x="5524500" y="3429000"/>
            <a:chExt cx="1143000" cy="216123"/>
          </a:xfrm>
        </p:grpSpPr>
        <p:pic>
          <p:nvPicPr>
            <p:cNvPr id="29" name="node05.mark" descr="arrow-straight; canonical SHA256=115a8f5079b158c346e9f9ca6c6eeecb7567bbab70f4cd058c365f09ed10290e; resolved ink=070154">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524500" y="3429000"/>
              <a:ext cx="1143000" cy="216123"/>
            </a:xfrm>
            <a:prstGeom prst="rect">
              <a:avLst/>
            </a:prstGeom>
          </p:spPr>
        </p:pic>
      </p:grpSp>
      <p:grpSp>
        <p:nvGrpSpPr>
          <p:cNvPr id="39" name="node06"/>
          <p:cNvGrpSpPr/>
          <p:nvPr/>
        </p:nvGrpSpPr>
        <p:grpSpPr>
          <a:xfrm>
            <a:off x="5295900" y="2286000"/>
            <a:ext cx="1600200" cy="152400"/>
            <a:chOff x="5295900" y="2286000"/>
            <a:chExt cx="1600200" cy="152400"/>
          </a:xfrm>
        </p:grpSpPr>
        <p:sp>
          <p:nvSpPr>
            <p:cNvPr id="30" name="node06.text"/>
            <p:cNvSpPr/>
            <p:nvPr/>
          </p:nvSpPr>
          <p:spPr>
            <a:xfrm>
              <a:off x="5295900" y="2286000"/>
              <a:ext cx="1600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CHANGE ON YOUR TERMS</a:t>
              </a:r>
              <a:endParaRPr lang="en-US" sz="900" spc="54" kern="0" b="0" i="0" dirty="0">
                <a:solidFill>
                  <a:srgbClr val="0047FF"/>
                </a:solidFill>
                <a:latin typeface="IBM Plex Mono Medium"/>
                <a:ea typeface="IBM Plex Mono Medium"/>
                <a:cs typeface="IBM Plex Mono Medium"/>
              </a:endParaRPr>
            </a:p>
          </p:txBody>
        </p:sp>
      </p:grpSp>
      <p:grpSp>
        <p:nvGrpSpPr>
          <p:cNvPr id="40" name="node07"/>
          <p:cNvGrpSpPr/>
          <p:nvPr/>
        </p:nvGrpSpPr>
        <p:grpSpPr>
          <a:xfrm>
            <a:off x="5295900" y="2514600"/>
            <a:ext cx="1600200" cy="457200"/>
            <a:chOff x="5295900" y="2514600"/>
            <a:chExt cx="1600200" cy="457200"/>
          </a:xfrm>
        </p:grpSpPr>
        <p:sp>
          <p:nvSpPr>
            <p:cNvPr id="31" name="node07.text"/>
            <p:cNvSpPr/>
            <p:nvPr/>
          </p:nvSpPr>
          <p:spPr>
            <a:xfrm>
              <a:off x="5295900" y="2514600"/>
              <a:ext cx="16002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Less translation, less retraining.</a:t>
              </a:r>
              <a:endParaRPr lang="en-US" sz="1200" spc="0" kern="0" b="0" i="0" dirty="0">
                <a:solidFill>
                  <a:srgbClr val="50658E"/>
                </a:solidFill>
                <a:latin typeface="IBM Plex Sans"/>
                <a:ea typeface="IBM Plex Sans"/>
                <a:cs typeface="IBM Plex Sans"/>
              </a:endParaRPr>
            </a:p>
          </p:txBody>
        </p:sp>
      </p:grpSp>
      <p:grpSp>
        <p:nvGrpSpPr>
          <p:cNvPr id="41" name="node08"/>
          <p:cNvGrpSpPr/>
          <p:nvPr/>
        </p:nvGrpSpPr>
        <p:grpSpPr>
          <a:xfrm>
            <a:off x="723900" y="5257800"/>
            <a:ext cx="10744200" cy="457200"/>
            <a:chOff x="723900" y="5257800"/>
            <a:chExt cx="10744200" cy="457200"/>
          </a:xfrm>
        </p:grpSpPr>
        <p:sp>
          <p:nvSpPr>
            <p:cNvPr id="32" name="node08.surface"/>
            <p:cNvSpPr/>
            <p:nvPr/>
          </p:nvSpPr>
          <p:spPr>
            <a:xfrm>
              <a:off x="723900" y="5257800"/>
              <a:ext cx="10744200" cy="457200"/>
            </a:xfrm>
            <a:prstGeom prst="rect">
              <a:avLst/>
            </a:prstGeom>
            <a:solidFill>
              <a:srgbClr val="070154"/>
            </a:solidFill>
            <a:ln>
              <a:noFill/>
            </a:ln>
          </p:spPr>
        </p:sp>
        <p:sp>
          <p:nvSpPr>
            <p:cNvPr id="33" name="node08.text"/>
            <p:cNvSpPr/>
            <p:nvPr/>
          </p:nvSpPr>
          <p:spPr>
            <a:xfrm>
              <a:off x="876300" y="5372100"/>
              <a:ext cx="104394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Build when differentiation matters and you want to choose where the business changes.</a:t>
              </a:r>
              <a:endParaRPr lang="en-US" sz="1200" spc="0" kern="0" b="0" i="0" dirty="0">
                <a:solidFill>
                  <a:srgbClr val="FFFFFF"/>
                </a:solidFill>
                <a:latin typeface="IBM Plex Sans"/>
                <a:ea typeface="IBM Plex Sans"/>
                <a:cs typeface="IBM Plex Sans"/>
              </a:endParaRPr>
            </a:p>
          </p:txBody>
        </p:sp>
      </p:gr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ource-192">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DIGITAL FRONT DOOR</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Three insights explain where patients drop away</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Sample figures for layout only; replace with current firm data before use.</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43</a:t>
            </a:fld>
            <a:endParaRPr lang="en-US" sz="700" spc="0" kern="0" b="0" i="0" dirty="0">
              <a:solidFill>
                <a:srgbClr val="070154"/>
              </a:solidFill>
              <a:latin typeface="IBM Plex Mono SemiBold"/>
              <a:ea typeface="IBM Plex Mono SemiBold"/>
              <a:cs typeface="IBM Plex Mono SemiBold"/>
            </a:endParaRPr>
          </a:p>
        </p:txBody>
      </p:sp>
      <p:grpSp>
        <p:nvGrpSpPr>
          <p:cNvPr id="28" name="node01"/>
          <p:cNvGrpSpPr/>
          <p:nvPr/>
        </p:nvGrpSpPr>
        <p:grpSpPr>
          <a:xfrm>
            <a:off x="723900" y="1600200"/>
            <a:ext cx="5257800" cy="3962400"/>
            <a:chOff x="723900" y="1600200"/>
            <a:chExt cx="5257800" cy="3962400"/>
          </a:xfrm>
        </p:grpSpPr>
        <p:sp>
          <p:nvSpPr>
            <p:cNvPr id="7" name="node01.stages.source-001.band"/>
            <p:cNvSpPr/>
            <p:nvPr/>
          </p:nvSpPr>
          <p:spPr>
            <a:xfrm>
              <a:off x="723900" y="1600200"/>
              <a:ext cx="5257800" cy="933450"/>
            </a:xfrm>
            <a:custGeom>
              <a:avLst/>
              <a:gdLst/>
              <a:ahLst/>
              <a:cxnLst/>
              <a:rect l="l" t="t" r="r" b="b"/>
              <a:pathLst>
                <a:path w="5257800" h="933450">
                  <a:moveTo>
                    <a:pt x="0" y="0"/>
                  </a:moveTo>
                  <a:lnTo>
                    <a:pt x="5257800" y="0"/>
                  </a:lnTo>
                  <a:lnTo>
                    <a:pt x="4823460" y="933450"/>
                  </a:lnTo>
                  <a:lnTo>
                    <a:pt x="434340" y="933450"/>
                  </a:lnTo>
                  <a:close/>
                </a:path>
              </a:pathLst>
            </a:custGeom>
            <a:solidFill>
              <a:srgbClr val="E8EEF8"/>
            </a:solidFill>
            <a:ln>
              <a:noFill/>
            </a:ln>
          </p:spPr>
        </p:sp>
        <p:sp>
          <p:nvSpPr>
            <p:cNvPr id="8" name="node01.stages.source-002.band"/>
            <p:cNvSpPr/>
            <p:nvPr/>
          </p:nvSpPr>
          <p:spPr>
            <a:xfrm>
              <a:off x="1158240" y="2609850"/>
              <a:ext cx="4389120" cy="933450"/>
            </a:xfrm>
            <a:custGeom>
              <a:avLst/>
              <a:gdLst/>
              <a:ahLst/>
              <a:cxnLst/>
              <a:rect l="l" t="t" r="r" b="b"/>
              <a:pathLst>
                <a:path w="4389120" h="933450">
                  <a:moveTo>
                    <a:pt x="0" y="0"/>
                  </a:moveTo>
                  <a:lnTo>
                    <a:pt x="4389120" y="0"/>
                  </a:lnTo>
                  <a:lnTo>
                    <a:pt x="3956050" y="933450"/>
                  </a:lnTo>
                  <a:lnTo>
                    <a:pt x="433070" y="933450"/>
                  </a:lnTo>
                  <a:close/>
                </a:path>
              </a:pathLst>
            </a:custGeom>
            <a:solidFill>
              <a:srgbClr val="B9C9F0"/>
            </a:solidFill>
            <a:ln>
              <a:noFill/>
            </a:ln>
          </p:spPr>
        </p:sp>
        <p:sp>
          <p:nvSpPr>
            <p:cNvPr id="9" name="node01.stages.source-003.band"/>
            <p:cNvSpPr/>
            <p:nvPr/>
          </p:nvSpPr>
          <p:spPr>
            <a:xfrm>
              <a:off x="1591310" y="3619500"/>
              <a:ext cx="3522980" cy="933450"/>
            </a:xfrm>
            <a:custGeom>
              <a:avLst/>
              <a:gdLst/>
              <a:ahLst/>
              <a:cxnLst/>
              <a:rect l="l" t="t" r="r" b="b"/>
              <a:pathLst>
                <a:path w="3522980" h="933450">
                  <a:moveTo>
                    <a:pt x="0" y="0"/>
                  </a:moveTo>
                  <a:lnTo>
                    <a:pt x="3522980" y="0"/>
                  </a:lnTo>
                  <a:lnTo>
                    <a:pt x="3088640" y="933450"/>
                  </a:lnTo>
                  <a:lnTo>
                    <a:pt x="434340" y="933450"/>
                  </a:lnTo>
                  <a:close/>
                </a:path>
              </a:pathLst>
            </a:custGeom>
            <a:solidFill>
              <a:srgbClr val="7C9BFF"/>
            </a:solidFill>
            <a:ln>
              <a:noFill/>
            </a:ln>
          </p:spPr>
        </p:sp>
        <p:sp>
          <p:nvSpPr>
            <p:cNvPr id="10" name="node01.stages.source-004.band"/>
            <p:cNvSpPr/>
            <p:nvPr/>
          </p:nvSpPr>
          <p:spPr>
            <a:xfrm>
              <a:off x="2025650" y="4629150"/>
              <a:ext cx="2654300" cy="933450"/>
            </a:xfrm>
            <a:custGeom>
              <a:avLst/>
              <a:gdLst/>
              <a:ahLst/>
              <a:cxnLst/>
              <a:rect l="l" t="t" r="r" b="b"/>
              <a:pathLst>
                <a:path w="2654300" h="933450">
                  <a:moveTo>
                    <a:pt x="0" y="0"/>
                  </a:moveTo>
                  <a:lnTo>
                    <a:pt x="2654300" y="0"/>
                  </a:lnTo>
                  <a:lnTo>
                    <a:pt x="2221230" y="933450"/>
                  </a:lnTo>
                  <a:lnTo>
                    <a:pt x="433070" y="933450"/>
                  </a:lnTo>
                  <a:close/>
                </a:path>
              </a:pathLst>
            </a:custGeom>
            <a:solidFill>
              <a:srgbClr val="070154"/>
            </a:solidFill>
            <a:ln>
              <a:noFill/>
            </a:ln>
          </p:spPr>
        </p:sp>
        <p:sp>
          <p:nvSpPr>
            <p:cNvPr id="11" name="node01.stages.source-001.inside.part-1"/>
            <p:cNvSpPr/>
            <p:nvPr/>
          </p:nvSpPr>
          <p:spPr>
            <a:xfrm>
              <a:off x="1310069" y="1768475"/>
              <a:ext cx="4085463" cy="304800"/>
            </a:xfrm>
            <a:prstGeom prst="rect">
              <a:avLst/>
            </a:prstGeom>
            <a:noFill/>
            <a:ln/>
          </p:spPr>
          <p:txBody>
            <a:bodyPr wrap="square" lIns="0" tIns="0" rIns="0" bIns="0" rtlCol="0" anchor="t"/>
            <a:lstStyle/>
            <a:p>
              <a:pPr algn="ctr" indent="0" marL="0">
                <a:lnSpc>
                  <a:spcPts val="2400"/>
                </a:lnSpc>
                <a:buNone/>
              </a:pPr>
              <a:r>
                <a:rPr lang="en-US" sz="1800" spc="-18" kern="0" b="0" i="0" dirty="0">
                  <a:solidFill>
                    <a:srgbClr val="070154"/>
                  </a:solidFill>
                  <a:latin typeface="IBM Plex Mono SemiBold"/>
                  <a:ea typeface="IBM Plex Mono SemiBold"/>
                  <a:cs typeface="IBM Plex Mono SemiBold"/>
                </a:rPr>
                <a:t>41,200</a:t>
              </a:r>
              <a:endParaRPr lang="en-US" sz="1800" spc="-18" kern="0" b="0" i="0" dirty="0">
                <a:solidFill>
                  <a:srgbClr val="070154"/>
                </a:solidFill>
                <a:latin typeface="IBM Plex Mono SemiBold"/>
                <a:ea typeface="IBM Plex Mono SemiBold"/>
                <a:cs typeface="IBM Plex Mono SemiBold"/>
              </a:endParaRPr>
            </a:p>
          </p:txBody>
        </p:sp>
        <p:sp>
          <p:nvSpPr>
            <p:cNvPr id="12" name="node01.stages.source-001.inside.part-2"/>
            <p:cNvSpPr/>
            <p:nvPr/>
          </p:nvSpPr>
          <p:spPr>
            <a:xfrm>
              <a:off x="1310069" y="2098675"/>
              <a:ext cx="4085463"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070154"/>
                  </a:solidFill>
                  <a:latin typeface="IBM Plex Sans SemiBold"/>
                  <a:ea typeface="IBM Plex Sans SemiBold"/>
                  <a:cs typeface="IBM Plex Sans SemiBold"/>
                </a:rPr>
                <a:t>Invited</a:t>
              </a:r>
              <a:endParaRPr lang="en-US" sz="1400" spc="0" kern="0" b="0" i="0" dirty="0">
                <a:solidFill>
                  <a:srgbClr val="070154"/>
                </a:solidFill>
                <a:latin typeface="IBM Plex Sans SemiBold"/>
                <a:ea typeface="IBM Plex Sans SemiBold"/>
                <a:cs typeface="IBM Plex Sans SemiBold"/>
              </a:endParaRPr>
            </a:p>
          </p:txBody>
        </p:sp>
        <p:sp>
          <p:nvSpPr>
            <p:cNvPr id="13" name="node01.stages.source-002.inside.part-1"/>
            <p:cNvSpPr/>
            <p:nvPr/>
          </p:nvSpPr>
          <p:spPr>
            <a:xfrm>
              <a:off x="1743837" y="2778125"/>
              <a:ext cx="3217926" cy="304800"/>
            </a:xfrm>
            <a:prstGeom prst="rect">
              <a:avLst/>
            </a:prstGeom>
            <a:noFill/>
            <a:ln/>
          </p:spPr>
          <p:txBody>
            <a:bodyPr wrap="square" lIns="0" tIns="0" rIns="0" bIns="0" rtlCol="0" anchor="t"/>
            <a:lstStyle/>
            <a:p>
              <a:pPr algn="ctr" indent="0" marL="0">
                <a:lnSpc>
                  <a:spcPts val="2400"/>
                </a:lnSpc>
                <a:buNone/>
              </a:pPr>
              <a:r>
                <a:rPr lang="en-US" sz="1800" spc="-18" kern="0" b="0" i="0" dirty="0">
                  <a:solidFill>
                    <a:srgbClr val="070154"/>
                  </a:solidFill>
                  <a:latin typeface="IBM Plex Mono SemiBold"/>
                  <a:ea typeface="IBM Plex Mono SemiBold"/>
                  <a:cs typeface="IBM Plex Mono SemiBold"/>
                </a:rPr>
                <a:t>22,600</a:t>
              </a:r>
              <a:endParaRPr lang="en-US" sz="1800" spc="-18" kern="0" b="0" i="0" dirty="0">
                <a:solidFill>
                  <a:srgbClr val="070154"/>
                </a:solidFill>
                <a:latin typeface="IBM Plex Mono SemiBold"/>
                <a:ea typeface="IBM Plex Mono SemiBold"/>
                <a:cs typeface="IBM Plex Mono SemiBold"/>
              </a:endParaRPr>
            </a:p>
          </p:txBody>
        </p:sp>
        <p:sp>
          <p:nvSpPr>
            <p:cNvPr id="14" name="node01.stages.source-002.inside.part-2"/>
            <p:cNvSpPr/>
            <p:nvPr/>
          </p:nvSpPr>
          <p:spPr>
            <a:xfrm>
              <a:off x="1743837" y="3108325"/>
              <a:ext cx="3217926"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070154"/>
                  </a:solidFill>
                  <a:latin typeface="IBM Plex Sans SemiBold"/>
                  <a:ea typeface="IBM Plex Sans SemiBold"/>
                  <a:cs typeface="IBM Plex Sans SemiBold"/>
                </a:rPr>
                <a:t>Registered</a:t>
              </a:r>
              <a:endParaRPr lang="en-US" sz="1400" spc="0" kern="0" b="0" i="0" dirty="0">
                <a:solidFill>
                  <a:srgbClr val="070154"/>
                </a:solidFill>
                <a:latin typeface="IBM Plex Sans SemiBold"/>
                <a:ea typeface="IBM Plex Sans SemiBold"/>
                <a:cs typeface="IBM Plex Sans SemiBold"/>
              </a:endParaRPr>
            </a:p>
          </p:txBody>
        </p:sp>
        <p:sp>
          <p:nvSpPr>
            <p:cNvPr id="15" name="node01.stages.source-003.inside.part-1"/>
            <p:cNvSpPr/>
            <p:nvPr/>
          </p:nvSpPr>
          <p:spPr>
            <a:xfrm>
              <a:off x="2177605" y="3787775"/>
              <a:ext cx="2350389" cy="304800"/>
            </a:xfrm>
            <a:prstGeom prst="rect">
              <a:avLst/>
            </a:prstGeom>
            <a:noFill/>
            <a:ln/>
          </p:spPr>
          <p:txBody>
            <a:bodyPr wrap="square" lIns="0" tIns="0" rIns="0" bIns="0" rtlCol="0" anchor="t"/>
            <a:lstStyle/>
            <a:p>
              <a:pPr algn="ctr" indent="0" marL="0">
                <a:lnSpc>
                  <a:spcPts val="2400"/>
                </a:lnSpc>
                <a:buNone/>
              </a:pPr>
              <a:r>
                <a:rPr lang="en-US" sz="1800" spc="-18" kern="0" b="0" i="0" dirty="0">
                  <a:solidFill>
                    <a:srgbClr val="070154"/>
                  </a:solidFill>
                  <a:latin typeface="IBM Plex Mono SemiBold"/>
                  <a:ea typeface="IBM Plex Mono SemiBold"/>
                  <a:cs typeface="IBM Plex Mono SemiBold"/>
                </a:rPr>
                <a:t>13,900</a:t>
              </a:r>
              <a:endParaRPr lang="en-US" sz="1800" spc="-18" kern="0" b="0" i="0" dirty="0">
                <a:solidFill>
                  <a:srgbClr val="070154"/>
                </a:solidFill>
                <a:latin typeface="IBM Plex Mono SemiBold"/>
                <a:ea typeface="IBM Plex Mono SemiBold"/>
                <a:cs typeface="IBM Plex Mono SemiBold"/>
              </a:endParaRPr>
            </a:p>
          </p:txBody>
        </p:sp>
        <p:sp>
          <p:nvSpPr>
            <p:cNvPr id="16" name="node01.stages.source-003.inside.part-2"/>
            <p:cNvSpPr/>
            <p:nvPr/>
          </p:nvSpPr>
          <p:spPr>
            <a:xfrm>
              <a:off x="2177605" y="4117975"/>
              <a:ext cx="2350389"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070154"/>
                  </a:solidFill>
                  <a:latin typeface="IBM Plex Sans SemiBold"/>
                  <a:ea typeface="IBM Plex Sans SemiBold"/>
                  <a:cs typeface="IBM Plex Sans SemiBold"/>
                </a:rPr>
                <a:t>Booked online</a:t>
              </a:r>
              <a:endParaRPr lang="en-US" sz="1400" spc="0" kern="0" b="0" i="0" dirty="0">
                <a:solidFill>
                  <a:srgbClr val="070154"/>
                </a:solidFill>
                <a:latin typeface="IBM Plex Sans SemiBold"/>
                <a:ea typeface="IBM Plex Sans SemiBold"/>
                <a:cs typeface="IBM Plex Sans SemiBold"/>
              </a:endParaRPr>
            </a:p>
          </p:txBody>
        </p:sp>
        <p:sp>
          <p:nvSpPr>
            <p:cNvPr id="17" name="node01.stages.source-004.inside.part-1"/>
            <p:cNvSpPr/>
            <p:nvPr/>
          </p:nvSpPr>
          <p:spPr>
            <a:xfrm>
              <a:off x="2611374" y="4797425"/>
              <a:ext cx="1482852" cy="304800"/>
            </a:xfrm>
            <a:prstGeom prst="rect">
              <a:avLst/>
            </a:prstGeom>
            <a:noFill/>
            <a:ln/>
          </p:spPr>
          <p:txBody>
            <a:bodyPr wrap="square" lIns="0" tIns="0" rIns="0" bIns="0" rtlCol="0" anchor="t"/>
            <a:lstStyle/>
            <a:p>
              <a:pPr algn="ctr" indent="0" marL="0">
                <a:lnSpc>
                  <a:spcPts val="2400"/>
                </a:lnSpc>
                <a:buNone/>
              </a:pPr>
              <a:r>
                <a:rPr lang="en-US" sz="1800" spc="-18" kern="0" b="0" i="0" dirty="0">
                  <a:solidFill>
                    <a:srgbClr val="FFFFFF"/>
                  </a:solidFill>
                  <a:latin typeface="IBM Plex Mono SemiBold"/>
                  <a:ea typeface="IBM Plex Mono SemiBold"/>
                  <a:cs typeface="IBM Plex Mono SemiBold"/>
                </a:rPr>
                <a:t>9,700</a:t>
              </a:r>
              <a:endParaRPr lang="en-US" sz="1800" spc="-18" kern="0" b="0" i="0" dirty="0">
                <a:solidFill>
                  <a:srgbClr val="FFFFFF"/>
                </a:solidFill>
                <a:latin typeface="IBM Plex Mono SemiBold"/>
                <a:ea typeface="IBM Plex Mono SemiBold"/>
                <a:cs typeface="IBM Plex Mono SemiBold"/>
              </a:endParaRPr>
            </a:p>
          </p:txBody>
        </p:sp>
        <p:sp>
          <p:nvSpPr>
            <p:cNvPr id="18" name="node01.stages.source-004.inside.part-2"/>
            <p:cNvSpPr/>
            <p:nvPr/>
          </p:nvSpPr>
          <p:spPr>
            <a:xfrm>
              <a:off x="2611374" y="5127625"/>
              <a:ext cx="1482852"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FFFFFF"/>
                  </a:solidFill>
                  <a:latin typeface="IBM Plex Sans SemiBold"/>
                  <a:ea typeface="IBM Plex Sans SemiBold"/>
                  <a:cs typeface="IBM Plex Sans SemiBold"/>
                </a:rPr>
                <a:t>Completed visit</a:t>
              </a:r>
              <a:endParaRPr lang="en-US" sz="1400" spc="0" kern="0" b="0" i="0" dirty="0">
                <a:solidFill>
                  <a:srgbClr val="FFFFFF"/>
                </a:solidFill>
                <a:latin typeface="IBM Plex Sans SemiBold"/>
                <a:ea typeface="IBM Plex Sans SemiBold"/>
                <a:cs typeface="IBM Plex Sans SemiBold"/>
              </a:endParaRPr>
            </a:p>
          </p:txBody>
        </p:sp>
      </p:grpSp>
      <p:grpSp>
        <p:nvGrpSpPr>
          <p:cNvPr id="29" name="node02"/>
          <p:cNvGrpSpPr/>
          <p:nvPr/>
        </p:nvGrpSpPr>
        <p:grpSpPr>
          <a:xfrm>
            <a:off x="6210300" y="1600200"/>
            <a:ext cx="5257800" cy="1219200"/>
            <a:chOff x="6210300" y="1600200"/>
            <a:chExt cx="5257800" cy="1219200"/>
          </a:xfrm>
        </p:grpSpPr>
        <p:sp>
          <p:nvSpPr>
            <p:cNvPr id="19" name="node02.container"/>
            <p:cNvSpPr/>
            <p:nvPr/>
          </p:nvSpPr>
          <p:spPr>
            <a:xfrm>
              <a:off x="6210300" y="1600200"/>
              <a:ext cx="5257800" cy="1219200"/>
            </a:xfrm>
            <a:prstGeom prst="rect">
              <a:avLst/>
            </a:prstGeom>
            <a:solidFill>
              <a:srgbClr val="E8EEF8"/>
            </a:solidFill>
            <a:ln>
              <a:noFill/>
            </a:ln>
          </p:spPr>
        </p:sp>
        <p:sp>
          <p:nvSpPr>
            <p:cNvPr id="20" name="node02.title"/>
            <p:cNvSpPr/>
            <p:nvPr/>
          </p:nvSpPr>
          <p:spPr>
            <a:xfrm>
              <a:off x="6362700" y="1752600"/>
              <a:ext cx="49530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Insight 1: Registration loses 45% of invitees</a:t>
              </a:r>
              <a:endParaRPr lang="en-US" sz="1800" spc="-18" kern="0" b="0" i="0" dirty="0">
                <a:solidFill>
                  <a:srgbClr val="070154"/>
                </a:solidFill>
                <a:latin typeface="IBM Plex Sans SemiBold"/>
                <a:ea typeface="IBM Plex Sans SemiBold"/>
                <a:cs typeface="IBM Plex Sans SemiBold"/>
              </a:endParaRPr>
            </a:p>
          </p:txBody>
        </p:sp>
        <p:sp>
          <p:nvSpPr>
            <p:cNvPr id="21" name="node02.body.item-001.paragraph"/>
            <p:cNvSpPr/>
            <p:nvPr/>
          </p:nvSpPr>
          <p:spPr>
            <a:xfrm>
              <a:off x="6362700" y="2171700"/>
              <a:ext cx="4953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Identity checks fail on the first try for one in five.</a:t>
              </a:r>
              <a:endParaRPr lang="en-US" sz="1200" spc="0" kern="0" b="0" i="0" dirty="0">
                <a:solidFill>
                  <a:srgbClr val="50658E"/>
                </a:solidFill>
                <a:latin typeface="IBM Plex Sans"/>
                <a:ea typeface="IBM Plex Sans"/>
                <a:cs typeface="IBM Plex Sans"/>
              </a:endParaRPr>
            </a:p>
          </p:txBody>
        </p:sp>
      </p:grpSp>
      <p:grpSp>
        <p:nvGrpSpPr>
          <p:cNvPr id="30" name="node03"/>
          <p:cNvGrpSpPr/>
          <p:nvPr/>
        </p:nvGrpSpPr>
        <p:grpSpPr>
          <a:xfrm>
            <a:off x="6210300" y="2971800"/>
            <a:ext cx="5257800" cy="1219200"/>
            <a:chOff x="6210300" y="2971800"/>
            <a:chExt cx="5257800" cy="1219200"/>
          </a:xfrm>
        </p:grpSpPr>
        <p:sp>
          <p:nvSpPr>
            <p:cNvPr id="22" name="node03.container"/>
            <p:cNvSpPr/>
            <p:nvPr/>
          </p:nvSpPr>
          <p:spPr>
            <a:xfrm>
              <a:off x="6210300" y="2971800"/>
              <a:ext cx="5257800" cy="1219200"/>
            </a:xfrm>
            <a:prstGeom prst="rect">
              <a:avLst/>
            </a:prstGeom>
            <a:solidFill>
              <a:srgbClr val="E8EEF8"/>
            </a:solidFill>
            <a:ln>
              <a:noFill/>
            </a:ln>
          </p:spPr>
        </p:sp>
        <p:sp>
          <p:nvSpPr>
            <p:cNvPr id="23" name="node03.title"/>
            <p:cNvSpPr/>
            <p:nvPr/>
          </p:nvSpPr>
          <p:spPr>
            <a:xfrm>
              <a:off x="6362700" y="3124200"/>
              <a:ext cx="49530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Insight 2: Booking is a phone habit</a:t>
              </a:r>
              <a:endParaRPr lang="en-US" sz="1800" spc="-18" kern="0" b="0" i="0" dirty="0">
                <a:solidFill>
                  <a:srgbClr val="070154"/>
                </a:solidFill>
                <a:latin typeface="IBM Plex Sans SemiBold"/>
                <a:ea typeface="IBM Plex Sans SemiBold"/>
                <a:cs typeface="IBM Plex Sans SemiBold"/>
              </a:endParaRPr>
            </a:p>
          </p:txBody>
        </p:sp>
        <p:sp>
          <p:nvSpPr>
            <p:cNvPr id="24" name="node03.body.item-001.paragraph"/>
            <p:cNvSpPr/>
            <p:nvPr/>
          </p:nvSpPr>
          <p:spPr>
            <a:xfrm>
              <a:off x="6362700" y="3543300"/>
              <a:ext cx="4953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Patients over 65 book 3x more by phone than online.</a:t>
              </a:r>
              <a:endParaRPr lang="en-US" sz="1200" spc="0" kern="0" b="0" i="0" dirty="0">
                <a:solidFill>
                  <a:srgbClr val="50658E"/>
                </a:solidFill>
                <a:latin typeface="IBM Plex Sans"/>
                <a:ea typeface="IBM Plex Sans"/>
                <a:cs typeface="IBM Plex Sans"/>
              </a:endParaRPr>
            </a:p>
          </p:txBody>
        </p:sp>
      </p:grpSp>
      <p:grpSp>
        <p:nvGrpSpPr>
          <p:cNvPr id="31" name="node04"/>
          <p:cNvGrpSpPr/>
          <p:nvPr/>
        </p:nvGrpSpPr>
        <p:grpSpPr>
          <a:xfrm>
            <a:off x="6210300" y="4343400"/>
            <a:ext cx="5257800" cy="1219200"/>
            <a:chOff x="6210300" y="4343400"/>
            <a:chExt cx="5257800" cy="1219200"/>
          </a:xfrm>
        </p:grpSpPr>
        <p:sp>
          <p:nvSpPr>
            <p:cNvPr id="25" name="node04.container"/>
            <p:cNvSpPr/>
            <p:nvPr/>
          </p:nvSpPr>
          <p:spPr>
            <a:xfrm>
              <a:off x="6210300" y="4343400"/>
              <a:ext cx="5257800" cy="1219200"/>
            </a:xfrm>
            <a:prstGeom prst="rect">
              <a:avLst/>
            </a:prstGeom>
            <a:solidFill>
              <a:srgbClr val="E8EEF8"/>
            </a:solidFill>
            <a:ln>
              <a:noFill/>
            </a:ln>
          </p:spPr>
        </p:sp>
        <p:sp>
          <p:nvSpPr>
            <p:cNvPr id="26" name="node04.title"/>
            <p:cNvSpPr/>
            <p:nvPr/>
          </p:nvSpPr>
          <p:spPr>
            <a:xfrm>
              <a:off x="6362700" y="4495800"/>
              <a:ext cx="49530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Insight 3: Visits convert once booked</a:t>
              </a:r>
              <a:endParaRPr lang="en-US" sz="1800" spc="-18" kern="0" b="0" i="0" dirty="0">
                <a:solidFill>
                  <a:srgbClr val="070154"/>
                </a:solidFill>
                <a:latin typeface="IBM Plex Sans SemiBold"/>
                <a:ea typeface="IBM Plex Sans SemiBold"/>
                <a:cs typeface="IBM Plex Sans SemiBold"/>
              </a:endParaRPr>
            </a:p>
          </p:txBody>
        </p:sp>
        <p:sp>
          <p:nvSpPr>
            <p:cNvPr id="27" name="node04.body.item-001.paragraph"/>
            <p:cNvSpPr/>
            <p:nvPr/>
          </p:nvSpPr>
          <p:spPr>
            <a:xfrm>
              <a:off x="6362700" y="4914900"/>
              <a:ext cx="4953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70% of online bookings are completed, above phone.</a:t>
              </a:r>
              <a:endParaRPr lang="en-US" sz="1200" spc="0" kern="0" b="0" i="0" dirty="0">
                <a:solidFill>
                  <a:srgbClr val="50658E"/>
                </a:solidFill>
                <a:latin typeface="IBM Plex Sans"/>
                <a:ea typeface="IBM Plex Sans"/>
                <a:cs typeface="IBM Plex Sans"/>
              </a:endParaRPr>
            </a:p>
          </p:txBody>
        </p:sp>
      </p:gr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ource-201">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CAPABILITY ASSESSMENT</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Front door scores well on process, poorly on data</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Sample ratings for layout only; replace before use.</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44</a:t>
            </a:fld>
            <a:endParaRPr lang="en-US" sz="700" spc="0" kern="0" b="0" i="0" dirty="0">
              <a:solidFill>
                <a:srgbClr val="070154"/>
              </a:solidFill>
              <a:latin typeface="IBM Plex Mono SemiBold"/>
              <a:ea typeface="IBM Plex Mono SemiBold"/>
              <a:cs typeface="IBM Plex Mono SemiBold"/>
            </a:endParaRPr>
          </a:p>
        </p:txBody>
      </p:sp>
      <p:grpSp>
        <p:nvGrpSpPr>
          <p:cNvPr id="58" name="node01"/>
          <p:cNvGrpSpPr/>
          <p:nvPr/>
        </p:nvGrpSpPr>
        <p:grpSpPr>
          <a:xfrm>
            <a:off x="723900" y="1600200"/>
            <a:ext cx="10744200" cy="3810000"/>
            <a:chOff x="723900" y="1600200"/>
            <a:chExt cx="10744200" cy="3810000"/>
          </a:xfrm>
        </p:grpSpPr>
        <p:sp>
          <p:nvSpPr>
            <p:cNvPr id="7" name="node01.row.item-001.h0.heat-gap"/>
            <p:cNvSpPr/>
            <p:nvPr/>
          </p:nvSpPr>
          <p:spPr>
            <a:xfrm>
              <a:off x="2781300" y="1955800"/>
              <a:ext cx="838200" cy="863600"/>
            </a:xfrm>
            <a:prstGeom prst="rect">
              <a:avLst/>
            </a:prstGeom>
            <a:solidFill>
              <a:srgbClr val="FFFFFF"/>
            </a:solidFill>
            <a:ln>
              <a:noFill/>
            </a:ln>
          </p:spPr>
        </p:sp>
        <p:sp>
          <p:nvSpPr>
            <p:cNvPr id="8" name="node01.row.item-001.h0.heat"/>
            <p:cNvSpPr/>
            <p:nvPr/>
          </p:nvSpPr>
          <p:spPr>
            <a:xfrm>
              <a:off x="2800350" y="1974850"/>
              <a:ext cx="800100" cy="825500"/>
            </a:xfrm>
            <a:prstGeom prst="rect">
              <a:avLst/>
            </a:prstGeom>
            <a:solidFill>
              <a:srgbClr val="7C9BFF"/>
            </a:solidFill>
            <a:ln>
              <a:noFill/>
            </a:ln>
          </p:spPr>
        </p:sp>
        <p:sp>
          <p:nvSpPr>
            <p:cNvPr id="9" name="node01.row.item-001.h1.heat-gap"/>
            <p:cNvSpPr/>
            <p:nvPr/>
          </p:nvSpPr>
          <p:spPr>
            <a:xfrm>
              <a:off x="3619500" y="1955800"/>
              <a:ext cx="838200" cy="863600"/>
            </a:xfrm>
            <a:prstGeom prst="rect">
              <a:avLst/>
            </a:prstGeom>
            <a:solidFill>
              <a:srgbClr val="FFFFFF"/>
            </a:solidFill>
            <a:ln>
              <a:noFill/>
            </a:ln>
          </p:spPr>
        </p:sp>
        <p:sp>
          <p:nvSpPr>
            <p:cNvPr id="10" name="node01.row.item-001.h1.heat"/>
            <p:cNvSpPr/>
            <p:nvPr/>
          </p:nvSpPr>
          <p:spPr>
            <a:xfrm>
              <a:off x="3638550" y="1974850"/>
              <a:ext cx="800100" cy="825500"/>
            </a:xfrm>
            <a:prstGeom prst="rect">
              <a:avLst/>
            </a:prstGeom>
            <a:solidFill>
              <a:srgbClr val="B9C9F0"/>
            </a:solidFill>
            <a:ln>
              <a:noFill/>
            </a:ln>
          </p:spPr>
        </p:sp>
        <p:sp>
          <p:nvSpPr>
            <p:cNvPr id="11" name="node01.row.item-001.h2.heat-gap"/>
            <p:cNvSpPr/>
            <p:nvPr/>
          </p:nvSpPr>
          <p:spPr>
            <a:xfrm>
              <a:off x="4457700" y="1955800"/>
              <a:ext cx="838200" cy="863600"/>
            </a:xfrm>
            <a:prstGeom prst="rect">
              <a:avLst/>
            </a:prstGeom>
            <a:solidFill>
              <a:srgbClr val="FFFFFF"/>
            </a:solidFill>
            <a:ln>
              <a:noFill/>
            </a:ln>
          </p:spPr>
        </p:sp>
        <p:sp>
          <p:nvSpPr>
            <p:cNvPr id="12" name="node01.row.item-001.h2.heat"/>
            <p:cNvSpPr/>
            <p:nvPr/>
          </p:nvSpPr>
          <p:spPr>
            <a:xfrm>
              <a:off x="4476750" y="1974850"/>
              <a:ext cx="800100" cy="825500"/>
            </a:xfrm>
            <a:prstGeom prst="rect">
              <a:avLst/>
            </a:prstGeom>
            <a:solidFill>
              <a:srgbClr val="B9C9F0"/>
            </a:solidFill>
            <a:ln>
              <a:noFill/>
            </a:ln>
          </p:spPr>
        </p:sp>
        <p:sp>
          <p:nvSpPr>
            <p:cNvPr id="13" name="node01.row.item-001.h3.heat-gap"/>
            <p:cNvSpPr/>
            <p:nvPr/>
          </p:nvSpPr>
          <p:spPr>
            <a:xfrm>
              <a:off x="5295900" y="1955800"/>
              <a:ext cx="838200" cy="863600"/>
            </a:xfrm>
            <a:prstGeom prst="rect">
              <a:avLst/>
            </a:prstGeom>
            <a:solidFill>
              <a:srgbClr val="FFFFFF"/>
            </a:solidFill>
            <a:ln>
              <a:noFill/>
            </a:ln>
          </p:spPr>
        </p:sp>
        <p:sp>
          <p:nvSpPr>
            <p:cNvPr id="14" name="node01.row.item-001.h3.heat"/>
            <p:cNvSpPr/>
            <p:nvPr/>
          </p:nvSpPr>
          <p:spPr>
            <a:xfrm>
              <a:off x="5314950" y="1974850"/>
              <a:ext cx="800100" cy="825500"/>
            </a:xfrm>
            <a:prstGeom prst="rect">
              <a:avLst/>
            </a:prstGeom>
            <a:solidFill>
              <a:srgbClr val="7C9BFF"/>
            </a:solidFill>
            <a:ln>
              <a:noFill/>
            </a:ln>
          </p:spPr>
        </p:sp>
        <p:sp>
          <p:nvSpPr>
            <p:cNvPr id="15" name="node01.row.item-001.h4.heat-gap"/>
            <p:cNvSpPr/>
            <p:nvPr/>
          </p:nvSpPr>
          <p:spPr>
            <a:xfrm>
              <a:off x="6134100" y="1955800"/>
              <a:ext cx="838200" cy="863600"/>
            </a:xfrm>
            <a:prstGeom prst="rect">
              <a:avLst/>
            </a:prstGeom>
            <a:solidFill>
              <a:srgbClr val="FFFFFF"/>
            </a:solidFill>
            <a:ln>
              <a:noFill/>
            </a:ln>
          </p:spPr>
        </p:sp>
        <p:sp>
          <p:nvSpPr>
            <p:cNvPr id="16" name="node01.row.item-001.h4.heat"/>
            <p:cNvSpPr/>
            <p:nvPr/>
          </p:nvSpPr>
          <p:spPr>
            <a:xfrm>
              <a:off x="6153150" y="1974850"/>
              <a:ext cx="800100" cy="825500"/>
            </a:xfrm>
            <a:prstGeom prst="rect">
              <a:avLst/>
            </a:prstGeom>
            <a:solidFill>
              <a:srgbClr val="B9C9F0"/>
            </a:solidFill>
            <a:ln>
              <a:noFill/>
            </a:ln>
          </p:spPr>
        </p:sp>
        <p:sp>
          <p:nvSpPr>
            <p:cNvPr id="17" name="node01.row.item-002.h0.heat-gap"/>
            <p:cNvSpPr/>
            <p:nvPr/>
          </p:nvSpPr>
          <p:spPr>
            <a:xfrm>
              <a:off x="2781300" y="2819400"/>
              <a:ext cx="838200" cy="863600"/>
            </a:xfrm>
            <a:prstGeom prst="rect">
              <a:avLst/>
            </a:prstGeom>
            <a:solidFill>
              <a:srgbClr val="FFFFFF"/>
            </a:solidFill>
            <a:ln>
              <a:noFill/>
            </a:ln>
          </p:spPr>
        </p:sp>
        <p:sp>
          <p:nvSpPr>
            <p:cNvPr id="18" name="node01.row.item-002.h0.heat"/>
            <p:cNvSpPr/>
            <p:nvPr/>
          </p:nvSpPr>
          <p:spPr>
            <a:xfrm>
              <a:off x="2800350" y="2838450"/>
              <a:ext cx="800100" cy="825500"/>
            </a:xfrm>
            <a:prstGeom prst="rect">
              <a:avLst/>
            </a:prstGeom>
            <a:solidFill>
              <a:srgbClr val="7C9BFF"/>
            </a:solidFill>
            <a:ln>
              <a:noFill/>
            </a:ln>
          </p:spPr>
        </p:sp>
        <p:sp>
          <p:nvSpPr>
            <p:cNvPr id="19" name="node01.row.item-002.h1.heat-gap"/>
            <p:cNvSpPr/>
            <p:nvPr/>
          </p:nvSpPr>
          <p:spPr>
            <a:xfrm>
              <a:off x="3619500" y="2819400"/>
              <a:ext cx="838200" cy="863600"/>
            </a:xfrm>
            <a:prstGeom prst="rect">
              <a:avLst/>
            </a:prstGeom>
            <a:solidFill>
              <a:srgbClr val="FFFFFF"/>
            </a:solidFill>
            <a:ln>
              <a:noFill/>
            </a:ln>
          </p:spPr>
        </p:sp>
        <p:sp>
          <p:nvSpPr>
            <p:cNvPr id="20" name="node01.row.item-002.h1.heat"/>
            <p:cNvSpPr/>
            <p:nvPr/>
          </p:nvSpPr>
          <p:spPr>
            <a:xfrm>
              <a:off x="3638550" y="2838450"/>
              <a:ext cx="800100" cy="825500"/>
            </a:xfrm>
            <a:prstGeom prst="rect">
              <a:avLst/>
            </a:prstGeom>
            <a:solidFill>
              <a:srgbClr val="7C9BFF"/>
            </a:solidFill>
            <a:ln>
              <a:noFill/>
            </a:ln>
          </p:spPr>
        </p:sp>
        <p:sp>
          <p:nvSpPr>
            <p:cNvPr id="21" name="node01.row.item-002.h2.heat-gap"/>
            <p:cNvSpPr/>
            <p:nvPr/>
          </p:nvSpPr>
          <p:spPr>
            <a:xfrm>
              <a:off x="4457700" y="2819400"/>
              <a:ext cx="838200" cy="863600"/>
            </a:xfrm>
            <a:prstGeom prst="rect">
              <a:avLst/>
            </a:prstGeom>
            <a:solidFill>
              <a:srgbClr val="FFFFFF"/>
            </a:solidFill>
            <a:ln>
              <a:noFill/>
            </a:ln>
          </p:spPr>
        </p:sp>
        <p:sp>
          <p:nvSpPr>
            <p:cNvPr id="22" name="node01.row.item-002.h2.heat"/>
            <p:cNvSpPr/>
            <p:nvPr/>
          </p:nvSpPr>
          <p:spPr>
            <a:xfrm>
              <a:off x="4476750" y="2838450"/>
              <a:ext cx="800100" cy="825500"/>
            </a:xfrm>
            <a:prstGeom prst="rect">
              <a:avLst/>
            </a:prstGeom>
            <a:solidFill>
              <a:srgbClr val="B9C9F0"/>
            </a:solidFill>
            <a:ln>
              <a:noFill/>
            </a:ln>
          </p:spPr>
        </p:sp>
        <p:sp>
          <p:nvSpPr>
            <p:cNvPr id="23" name="node01.row.item-002.h3.heat-gap"/>
            <p:cNvSpPr/>
            <p:nvPr/>
          </p:nvSpPr>
          <p:spPr>
            <a:xfrm>
              <a:off x="5295900" y="2819400"/>
              <a:ext cx="838200" cy="863600"/>
            </a:xfrm>
            <a:prstGeom prst="rect">
              <a:avLst/>
            </a:prstGeom>
            <a:solidFill>
              <a:srgbClr val="FFFFFF"/>
            </a:solidFill>
            <a:ln>
              <a:noFill/>
            </a:ln>
          </p:spPr>
        </p:sp>
        <p:sp>
          <p:nvSpPr>
            <p:cNvPr id="24" name="node01.row.item-002.h3.heat"/>
            <p:cNvSpPr/>
            <p:nvPr/>
          </p:nvSpPr>
          <p:spPr>
            <a:xfrm>
              <a:off x="5314950" y="2838450"/>
              <a:ext cx="800100" cy="825500"/>
            </a:xfrm>
            <a:prstGeom prst="rect">
              <a:avLst/>
            </a:prstGeom>
            <a:solidFill>
              <a:srgbClr val="7C9BFF"/>
            </a:solidFill>
            <a:ln>
              <a:noFill/>
            </a:ln>
          </p:spPr>
        </p:sp>
        <p:sp>
          <p:nvSpPr>
            <p:cNvPr id="25" name="node01.row.item-002.h4.heat-gap"/>
            <p:cNvSpPr/>
            <p:nvPr/>
          </p:nvSpPr>
          <p:spPr>
            <a:xfrm>
              <a:off x="6134100" y="2819400"/>
              <a:ext cx="838200" cy="863600"/>
            </a:xfrm>
            <a:prstGeom prst="rect">
              <a:avLst/>
            </a:prstGeom>
            <a:solidFill>
              <a:srgbClr val="FFFFFF"/>
            </a:solidFill>
            <a:ln>
              <a:noFill/>
            </a:ln>
          </p:spPr>
        </p:sp>
        <p:sp>
          <p:nvSpPr>
            <p:cNvPr id="26" name="node01.row.item-002.h4.heat"/>
            <p:cNvSpPr/>
            <p:nvPr/>
          </p:nvSpPr>
          <p:spPr>
            <a:xfrm>
              <a:off x="6153150" y="2838450"/>
              <a:ext cx="800100" cy="825500"/>
            </a:xfrm>
            <a:prstGeom prst="rect">
              <a:avLst/>
            </a:prstGeom>
            <a:solidFill>
              <a:srgbClr val="7C9BFF"/>
            </a:solidFill>
            <a:ln>
              <a:noFill/>
            </a:ln>
          </p:spPr>
        </p:sp>
        <p:sp>
          <p:nvSpPr>
            <p:cNvPr id="27" name="node01.row.item-003.h0.heat-gap"/>
            <p:cNvSpPr/>
            <p:nvPr/>
          </p:nvSpPr>
          <p:spPr>
            <a:xfrm>
              <a:off x="2781300" y="3683000"/>
              <a:ext cx="838200" cy="863600"/>
            </a:xfrm>
            <a:prstGeom prst="rect">
              <a:avLst/>
            </a:prstGeom>
            <a:solidFill>
              <a:srgbClr val="FFFFFF"/>
            </a:solidFill>
            <a:ln>
              <a:noFill/>
            </a:ln>
          </p:spPr>
        </p:sp>
        <p:sp>
          <p:nvSpPr>
            <p:cNvPr id="28" name="node01.row.item-003.h0.heat"/>
            <p:cNvSpPr/>
            <p:nvPr/>
          </p:nvSpPr>
          <p:spPr>
            <a:xfrm>
              <a:off x="2800350" y="3702050"/>
              <a:ext cx="800100" cy="825500"/>
            </a:xfrm>
            <a:prstGeom prst="rect">
              <a:avLst/>
            </a:prstGeom>
            <a:solidFill>
              <a:srgbClr val="B9C9F0"/>
            </a:solidFill>
            <a:ln>
              <a:noFill/>
            </a:ln>
          </p:spPr>
        </p:sp>
        <p:sp>
          <p:nvSpPr>
            <p:cNvPr id="29" name="node01.row.item-003.h1.heat-gap"/>
            <p:cNvSpPr/>
            <p:nvPr/>
          </p:nvSpPr>
          <p:spPr>
            <a:xfrm>
              <a:off x="3619500" y="3683000"/>
              <a:ext cx="838200" cy="863600"/>
            </a:xfrm>
            <a:prstGeom prst="rect">
              <a:avLst/>
            </a:prstGeom>
            <a:solidFill>
              <a:srgbClr val="FFFFFF"/>
            </a:solidFill>
            <a:ln>
              <a:noFill/>
            </a:ln>
          </p:spPr>
        </p:sp>
        <p:sp>
          <p:nvSpPr>
            <p:cNvPr id="30" name="node01.row.item-003.h1.heat"/>
            <p:cNvSpPr/>
            <p:nvPr/>
          </p:nvSpPr>
          <p:spPr>
            <a:xfrm>
              <a:off x="3638550" y="3702050"/>
              <a:ext cx="800100" cy="825500"/>
            </a:xfrm>
            <a:prstGeom prst="rect">
              <a:avLst/>
            </a:prstGeom>
            <a:solidFill>
              <a:srgbClr val="E8EEF8"/>
            </a:solidFill>
            <a:ln>
              <a:noFill/>
            </a:ln>
          </p:spPr>
        </p:sp>
        <p:sp>
          <p:nvSpPr>
            <p:cNvPr id="31" name="node01.row.item-003.h2.heat-gap"/>
            <p:cNvSpPr/>
            <p:nvPr/>
          </p:nvSpPr>
          <p:spPr>
            <a:xfrm>
              <a:off x="4457700" y="3683000"/>
              <a:ext cx="838200" cy="863600"/>
            </a:xfrm>
            <a:prstGeom prst="rect">
              <a:avLst/>
            </a:prstGeom>
            <a:solidFill>
              <a:srgbClr val="FFFFFF"/>
            </a:solidFill>
            <a:ln>
              <a:noFill/>
            </a:ln>
          </p:spPr>
        </p:sp>
        <p:sp>
          <p:nvSpPr>
            <p:cNvPr id="32" name="node01.row.item-003.h2.heat"/>
            <p:cNvSpPr/>
            <p:nvPr/>
          </p:nvSpPr>
          <p:spPr>
            <a:xfrm>
              <a:off x="4476750" y="3702050"/>
              <a:ext cx="800100" cy="825500"/>
            </a:xfrm>
            <a:prstGeom prst="rect">
              <a:avLst/>
            </a:prstGeom>
            <a:solidFill>
              <a:srgbClr val="E8EEF8"/>
            </a:solidFill>
            <a:ln>
              <a:noFill/>
            </a:ln>
          </p:spPr>
        </p:sp>
        <p:sp>
          <p:nvSpPr>
            <p:cNvPr id="33" name="node01.row.item-003.h3.heat-gap"/>
            <p:cNvSpPr/>
            <p:nvPr/>
          </p:nvSpPr>
          <p:spPr>
            <a:xfrm>
              <a:off x="5295900" y="3683000"/>
              <a:ext cx="838200" cy="863600"/>
            </a:xfrm>
            <a:prstGeom prst="rect">
              <a:avLst/>
            </a:prstGeom>
            <a:solidFill>
              <a:srgbClr val="FFFFFF"/>
            </a:solidFill>
            <a:ln>
              <a:noFill/>
            </a:ln>
          </p:spPr>
        </p:sp>
        <p:sp>
          <p:nvSpPr>
            <p:cNvPr id="34" name="node01.row.item-003.h3.heat"/>
            <p:cNvSpPr/>
            <p:nvPr/>
          </p:nvSpPr>
          <p:spPr>
            <a:xfrm>
              <a:off x="5314950" y="3702050"/>
              <a:ext cx="800100" cy="825500"/>
            </a:xfrm>
            <a:prstGeom prst="rect">
              <a:avLst/>
            </a:prstGeom>
            <a:solidFill>
              <a:srgbClr val="B9C9F0"/>
            </a:solidFill>
            <a:ln>
              <a:noFill/>
            </a:ln>
          </p:spPr>
        </p:sp>
        <p:sp>
          <p:nvSpPr>
            <p:cNvPr id="35" name="node01.row.item-003.h4.heat-gap"/>
            <p:cNvSpPr/>
            <p:nvPr/>
          </p:nvSpPr>
          <p:spPr>
            <a:xfrm>
              <a:off x="6134100" y="3683000"/>
              <a:ext cx="838200" cy="863600"/>
            </a:xfrm>
            <a:prstGeom prst="rect">
              <a:avLst/>
            </a:prstGeom>
            <a:solidFill>
              <a:srgbClr val="FFFFFF"/>
            </a:solidFill>
            <a:ln>
              <a:noFill/>
            </a:ln>
          </p:spPr>
        </p:sp>
        <p:sp>
          <p:nvSpPr>
            <p:cNvPr id="36" name="node01.row.item-003.h4.heat"/>
            <p:cNvSpPr/>
            <p:nvPr/>
          </p:nvSpPr>
          <p:spPr>
            <a:xfrm>
              <a:off x="6153150" y="3702050"/>
              <a:ext cx="800100" cy="825500"/>
            </a:xfrm>
            <a:prstGeom prst="rect">
              <a:avLst/>
            </a:prstGeom>
            <a:solidFill>
              <a:srgbClr val="B9C9F0"/>
            </a:solidFill>
            <a:ln>
              <a:noFill/>
            </a:ln>
          </p:spPr>
        </p:sp>
        <p:sp>
          <p:nvSpPr>
            <p:cNvPr id="37" name="node01.row.item-004.h0.heat-gap"/>
            <p:cNvSpPr/>
            <p:nvPr/>
          </p:nvSpPr>
          <p:spPr>
            <a:xfrm>
              <a:off x="2781300" y="4546600"/>
              <a:ext cx="838200" cy="863600"/>
            </a:xfrm>
            <a:prstGeom prst="rect">
              <a:avLst/>
            </a:prstGeom>
            <a:solidFill>
              <a:srgbClr val="FFFFFF"/>
            </a:solidFill>
            <a:ln>
              <a:noFill/>
            </a:ln>
          </p:spPr>
        </p:sp>
        <p:sp>
          <p:nvSpPr>
            <p:cNvPr id="38" name="node01.row.item-004.h0.heat"/>
            <p:cNvSpPr/>
            <p:nvPr/>
          </p:nvSpPr>
          <p:spPr>
            <a:xfrm>
              <a:off x="2800350" y="4565650"/>
              <a:ext cx="800100" cy="825500"/>
            </a:xfrm>
            <a:prstGeom prst="rect">
              <a:avLst/>
            </a:prstGeom>
            <a:solidFill>
              <a:srgbClr val="0047FF"/>
            </a:solidFill>
            <a:ln>
              <a:noFill/>
            </a:ln>
          </p:spPr>
        </p:sp>
        <p:sp>
          <p:nvSpPr>
            <p:cNvPr id="39" name="node01.row.item-004.h1.heat-gap"/>
            <p:cNvSpPr/>
            <p:nvPr/>
          </p:nvSpPr>
          <p:spPr>
            <a:xfrm>
              <a:off x="3619500" y="4546600"/>
              <a:ext cx="838200" cy="863600"/>
            </a:xfrm>
            <a:prstGeom prst="rect">
              <a:avLst/>
            </a:prstGeom>
            <a:solidFill>
              <a:srgbClr val="FFFFFF"/>
            </a:solidFill>
            <a:ln>
              <a:noFill/>
            </a:ln>
          </p:spPr>
        </p:sp>
        <p:sp>
          <p:nvSpPr>
            <p:cNvPr id="40" name="node01.row.item-004.h1.heat"/>
            <p:cNvSpPr/>
            <p:nvPr/>
          </p:nvSpPr>
          <p:spPr>
            <a:xfrm>
              <a:off x="3638550" y="4565650"/>
              <a:ext cx="800100" cy="825500"/>
            </a:xfrm>
            <a:prstGeom prst="rect">
              <a:avLst/>
            </a:prstGeom>
            <a:solidFill>
              <a:srgbClr val="070154"/>
            </a:solidFill>
            <a:ln>
              <a:noFill/>
            </a:ln>
          </p:spPr>
        </p:sp>
        <p:sp>
          <p:nvSpPr>
            <p:cNvPr id="41" name="node01.row.item-004.h2.heat-gap"/>
            <p:cNvSpPr/>
            <p:nvPr/>
          </p:nvSpPr>
          <p:spPr>
            <a:xfrm>
              <a:off x="4457700" y="4546600"/>
              <a:ext cx="838200" cy="863600"/>
            </a:xfrm>
            <a:prstGeom prst="rect">
              <a:avLst/>
            </a:prstGeom>
            <a:solidFill>
              <a:srgbClr val="FFFFFF"/>
            </a:solidFill>
            <a:ln>
              <a:noFill/>
            </a:ln>
          </p:spPr>
        </p:sp>
        <p:sp>
          <p:nvSpPr>
            <p:cNvPr id="42" name="node01.row.item-004.h2.heat"/>
            <p:cNvSpPr/>
            <p:nvPr/>
          </p:nvSpPr>
          <p:spPr>
            <a:xfrm>
              <a:off x="4476750" y="4565650"/>
              <a:ext cx="800100" cy="825500"/>
            </a:xfrm>
            <a:prstGeom prst="rect">
              <a:avLst/>
            </a:prstGeom>
            <a:solidFill>
              <a:srgbClr val="7C9BFF"/>
            </a:solidFill>
            <a:ln>
              <a:noFill/>
            </a:ln>
          </p:spPr>
        </p:sp>
        <p:sp>
          <p:nvSpPr>
            <p:cNvPr id="43" name="node01.row.item-004.h3.heat-gap"/>
            <p:cNvSpPr/>
            <p:nvPr/>
          </p:nvSpPr>
          <p:spPr>
            <a:xfrm>
              <a:off x="5295900" y="4546600"/>
              <a:ext cx="838200" cy="863600"/>
            </a:xfrm>
            <a:prstGeom prst="rect">
              <a:avLst/>
            </a:prstGeom>
            <a:solidFill>
              <a:srgbClr val="FFFFFF"/>
            </a:solidFill>
            <a:ln>
              <a:noFill/>
            </a:ln>
          </p:spPr>
        </p:sp>
        <p:sp>
          <p:nvSpPr>
            <p:cNvPr id="44" name="node01.row.item-004.h3.heat"/>
            <p:cNvSpPr/>
            <p:nvPr/>
          </p:nvSpPr>
          <p:spPr>
            <a:xfrm>
              <a:off x="5314950" y="4565650"/>
              <a:ext cx="800100" cy="825500"/>
            </a:xfrm>
            <a:prstGeom prst="rect">
              <a:avLst/>
            </a:prstGeom>
            <a:solidFill>
              <a:srgbClr val="7C9BFF"/>
            </a:solidFill>
            <a:ln>
              <a:noFill/>
            </a:ln>
          </p:spPr>
        </p:sp>
        <p:sp>
          <p:nvSpPr>
            <p:cNvPr id="45" name="node01.row.item-004.h4.heat-gap"/>
            <p:cNvSpPr/>
            <p:nvPr/>
          </p:nvSpPr>
          <p:spPr>
            <a:xfrm>
              <a:off x="6134100" y="4546600"/>
              <a:ext cx="838200" cy="863600"/>
            </a:xfrm>
            <a:prstGeom prst="rect">
              <a:avLst/>
            </a:prstGeom>
            <a:solidFill>
              <a:srgbClr val="FFFFFF"/>
            </a:solidFill>
            <a:ln>
              <a:noFill/>
            </a:ln>
          </p:spPr>
        </p:sp>
        <p:sp>
          <p:nvSpPr>
            <p:cNvPr id="46" name="node01.row.item-004.h4.heat"/>
            <p:cNvSpPr/>
            <p:nvPr/>
          </p:nvSpPr>
          <p:spPr>
            <a:xfrm>
              <a:off x="6153150" y="4565650"/>
              <a:ext cx="800100" cy="825500"/>
            </a:xfrm>
            <a:prstGeom prst="rect">
              <a:avLst/>
            </a:prstGeom>
            <a:solidFill>
              <a:srgbClr val="0047FF"/>
            </a:solidFill>
            <a:ln>
              <a:noFill/>
            </a:ln>
          </p:spPr>
        </p:sp>
        <p:graphicFrame>
          <p:nvGraphicFramePr>
            <p:cNvPr id="47" name="node01.native"/>
            <p:cNvGraphicFramePr>
              <a:graphicFrameLocks noGrp="1"/>
            </p:cNvGraphicFramePr>
            <p:nvPr>
              <p:extLst>
                <p:ext uri="{D42A27DB-BD31-4B8C-83A1-F6EECF244321}">
                  <p14:modId xmlns:p14="http://schemas.microsoft.com/office/powerpoint/2010/main" val="1579011935"/>
                </p:ext>
              </p:extLst>
            </p:nvPr>
          </p:nvGraphicFramePr>
          <p:xfrm>
            <a:off x="723900" y="1600200"/>
            <a:ext cx="10744200" cy="3810000"/>
          </p:xfrm>
          <a:graphic>
            <a:graphicData uri="http://schemas.openxmlformats.org/drawingml/2006/table">
              <a:tbl>
                <a:tblPr/>
                <a:tblGrid>
                  <a:gridCol w="2057400"/>
                  <a:gridCol w="838200"/>
                  <a:gridCol w="838200"/>
                  <a:gridCol w="838200"/>
                  <a:gridCol w="838200"/>
                  <a:gridCol w="838200"/>
                  <a:gridCol w="4495800"/>
                </a:tblGrid>
                <a:tr h="355600">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CAPABILITY</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PROCESS</a:t>
                        </a:r>
                        <a:endParaRPr lang="en-US" sz="900" spc="54" kern="0" b="0" i="0" dirty="0">
                          <a:solidFill>
                            <a:srgbClr val="070154"/>
                          </a:solidFill>
                          <a:latin typeface="IBM Plex Mono SemiBold"/>
                          <a:ea typeface="IBM Plex Mono SemiBold"/>
                          <a:cs typeface="IBM Plex Mono SemiBold"/>
                        </a:endParaRPr>
                      </a:p>
                    </a:txBody>
                    <a:tcPr marL="143477" marR="143477"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TECHNOLOGY</a:t>
                        </a:r>
                        <a:endParaRPr lang="en-US" sz="900" spc="54" kern="0" b="0" i="0" dirty="0">
                          <a:solidFill>
                            <a:srgbClr val="070154"/>
                          </a:solidFill>
                          <a:latin typeface="IBM Plex Mono SemiBold"/>
                          <a:ea typeface="IBM Plex Mono SemiBold"/>
                          <a:cs typeface="IBM Plex Mono SemiBold"/>
                        </a:endParaRPr>
                      </a:p>
                    </a:txBody>
                    <a:tcPr marL="30795" marR="30795"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DATA</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PEOPLE</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GOVERNANCE</a:t>
                        </a:r>
                        <a:endParaRPr lang="en-US" sz="900" spc="54" kern="0" b="0" i="0" dirty="0">
                          <a:solidFill>
                            <a:srgbClr val="070154"/>
                          </a:solidFill>
                          <a:latin typeface="IBM Plex Mono SemiBold"/>
                          <a:ea typeface="IBM Plex Mono SemiBold"/>
                          <a:cs typeface="IBM Plex Mono SemiBold"/>
                        </a:endParaRPr>
                      </a:p>
                    </a:txBody>
                    <a:tcPr marL="30795" marR="30795"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WHAT WE FOUND</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r>
                <a:tr h="863600">
                  <a:tc>
                    <a:txBody>
                      <a:bodyPr wrap="square" anchor="ctr" lIns="0" rIns="0" tIns="0" bIns="0">
                        <a:noAutofit/>
                      </a:bodyPr>
                      <a:lstStyle/>
                      <a:p>
                        <a:pPr algn="l" marL="0" indent="0">
                          <a:lnSpc>
                            <a:spcPts val="1800"/>
                          </a:lnSpc>
                          <a:spcBef>
                            <a:spcPts val="0"/>
                          </a:spcBef>
                          <a:spcAft>
                            <a:spcPts val="20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Patient access</a:t>
                        </a:r>
                        <a:endParaRPr lang="en-US" sz="1200" spc="0" kern="0" b="0" i="0" dirty="0">
                          <a:solidFill>
                            <a:srgbClr val="070154"/>
                          </a:solidFill>
                          <a:latin typeface="IBM Plex Sans SemiBold"/>
                          <a:ea typeface="IBM Plex Sans SemiBold"/>
                          <a:cs typeface="IBM Plex Sans SemiBold"/>
                        </a:endParaRPr>
                      </a:p>
                      <a:p>
                        <a:pPr algn="l" marL="0" indent="0">
                          <a:lnSpc>
                            <a:spcPts val="1800"/>
                          </a:lnSpc>
                          <a:spcBef>
                            <a:spcPts val="0"/>
                          </a:spcBef>
                          <a:spcAft>
                            <a:spcPts val="0"/>
                          </a:spcAft>
                          <a:buNone/>
                          <a:defRPr lang="en-US" sz="1200" spc="0" kern="0" b="0" i="0" dirty="0">
                            <a:solidFill>
                              <a:srgbClr val="50658E"/>
                            </a:solidFill>
                            <a:latin typeface="IBM Plex Sans"/>
                            <a:ea typeface="IBM Plex Sans"/>
                            <a:cs typeface="IBM Plex Sans"/>
                          </a:defRPr>
                        </a:pPr>
                        <a:r>
                          <a:rPr lang="en-US" sz="1200" spc="0" kern="0" b="0" i="0" dirty="0">
                            <a:solidFill>
                              <a:srgbClr val="50658E"/>
                            </a:solidFill>
                            <a:latin typeface="IBM Plex Sans"/>
                            <a:ea typeface="IBM Plex Sans"/>
                            <a:cs typeface="IBM Plex Sans"/>
                          </a:rPr>
                          <a:t xml:space="preserve">Front door</a:t>
                        </a:r>
                        <a:endParaRPr lang="en-US" sz="1200" spc="0" kern="0" b="0" i="0" dirty="0">
                          <a:solidFill>
                            <a:srgbClr val="50658E"/>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3</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3</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l" marL="152400" indent="-152400">
                          <a:lnSpc>
                            <a:spcPts val="1800"/>
                          </a:lnSpc>
                          <a:spcBef>
                            <a:spcPts val="0"/>
                          </a:spcBef>
                          <a:spcAft>
                            <a:spcPts val="30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Online booking covers 40% of visits</a:t>
                        </a:r>
                        <a:endParaRPr lang="en-US" sz="1200" spc="0" kern="0" b="0" i="0" dirty="0">
                          <a:solidFill>
                            <a:srgbClr val="070154"/>
                          </a:solidFill>
                          <a:latin typeface="IBM Plex Sans"/>
                          <a:ea typeface="IBM Plex Sans"/>
                          <a:cs typeface="IBM Plex Sans"/>
                        </a:endParaRPr>
                      </a:p>
                      <a:p>
                        <a:pPr algn="l" marL="152400" indent="-152400">
                          <a:lnSpc>
                            <a:spcPts val="1800"/>
                          </a:lnSpc>
                          <a:spcBef>
                            <a:spcPts val="0"/>
                          </a:spcBef>
                          <a:spcAft>
                            <a:spcPts val="30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Two registration workflows by site</a:t>
                        </a:r>
                        <a:endParaRPr lang="en-US" sz="1200" spc="0" kern="0" b="0" i="0" dirty="0">
                          <a:solidFill>
                            <a:srgbClr val="070154"/>
                          </a:solidFill>
                          <a:latin typeface="IBM Plex Sans"/>
                          <a:ea typeface="IBM Plex Sans"/>
                          <a:cs typeface="IBM Plex Sans"/>
                        </a:endParaRPr>
                      </a:p>
                      <a:p>
                        <a:pPr algn="l" marL="152400" indent="-152400">
                          <a:lnSpc>
                            <a:spcPts val="1800"/>
                          </a:lnSpc>
                          <a:spcBef>
                            <a:spcPts val="0"/>
                          </a:spcBef>
                          <a:spcAft>
                            <a:spcPts val="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Add a single eligibility check</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863600">
                  <a:tc>
                    <a:txBody>
                      <a:bodyPr wrap="square" anchor="ctr" lIns="0" rIns="0" tIns="0" bIns="0">
                        <a:noAutofit/>
                      </a:bodyPr>
                      <a:lstStyle/>
                      <a:p>
                        <a:pPr algn="l" marL="0" indent="0">
                          <a:lnSpc>
                            <a:spcPts val="1800"/>
                          </a:lnSpc>
                          <a:spcBef>
                            <a:spcPts val="0"/>
                          </a:spcBef>
                          <a:spcAft>
                            <a:spcPts val="20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Scheduling</a:t>
                        </a:r>
                        <a:endParaRPr lang="en-US" sz="1200" spc="0" kern="0" b="0" i="0" dirty="0">
                          <a:solidFill>
                            <a:srgbClr val="070154"/>
                          </a:solidFill>
                          <a:latin typeface="IBM Plex Sans SemiBold"/>
                          <a:ea typeface="IBM Plex Sans SemiBold"/>
                          <a:cs typeface="IBM Plex Sans SemiBold"/>
                        </a:endParaRPr>
                      </a:p>
                      <a:p>
                        <a:pPr algn="l" marL="0" indent="0">
                          <a:lnSpc>
                            <a:spcPts val="1800"/>
                          </a:lnSpc>
                          <a:spcBef>
                            <a:spcPts val="0"/>
                          </a:spcBef>
                          <a:spcAft>
                            <a:spcPts val="0"/>
                          </a:spcAft>
                          <a:buNone/>
                          <a:defRPr lang="en-US" sz="1200" spc="0" kern="0" b="0" i="0" dirty="0">
                            <a:solidFill>
                              <a:srgbClr val="50658E"/>
                            </a:solidFill>
                            <a:latin typeface="IBM Plex Sans"/>
                            <a:ea typeface="IBM Plex Sans"/>
                            <a:cs typeface="IBM Plex Sans"/>
                          </a:defRPr>
                        </a:pPr>
                        <a:r>
                          <a:rPr lang="en-US" sz="1200" spc="0" kern="0" b="0" i="0" dirty="0">
                            <a:solidFill>
                              <a:srgbClr val="50658E"/>
                            </a:solidFill>
                            <a:latin typeface="IBM Plex Sans"/>
                            <a:ea typeface="IBM Plex Sans"/>
                            <a:cs typeface="IBM Plex Sans"/>
                          </a:rPr>
                          <a:t xml:space="preserve">Front door</a:t>
                        </a:r>
                        <a:endParaRPr lang="en-US" sz="1200" spc="0" kern="0" b="0" i="0" dirty="0">
                          <a:solidFill>
                            <a:srgbClr val="50658E"/>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3</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3</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3</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3</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l" marL="152400" indent="-152400">
                          <a:lnSpc>
                            <a:spcPts val="1800"/>
                          </a:lnSpc>
                          <a:spcBef>
                            <a:spcPts val="0"/>
                          </a:spcBef>
                          <a:spcAft>
                            <a:spcPts val="30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Templates differ by clinic</a:t>
                        </a:r>
                        <a:endParaRPr lang="en-US" sz="1200" spc="0" kern="0" b="0" i="0" dirty="0">
                          <a:solidFill>
                            <a:srgbClr val="070154"/>
                          </a:solidFill>
                          <a:latin typeface="IBM Plex Sans"/>
                          <a:ea typeface="IBM Plex Sans"/>
                          <a:cs typeface="IBM Plex Sans"/>
                        </a:endParaRPr>
                      </a:p>
                      <a:p>
                        <a:pPr algn="l" marL="152400" indent="-152400">
                          <a:lnSpc>
                            <a:spcPts val="1800"/>
                          </a:lnSpc>
                          <a:spcBef>
                            <a:spcPts val="0"/>
                          </a:spcBef>
                          <a:spcAft>
                            <a:spcPts val="30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Self-scheduling live at three sites</a:t>
                        </a:r>
                        <a:endParaRPr lang="en-US" sz="1200" spc="0" kern="0" b="0" i="0" dirty="0">
                          <a:solidFill>
                            <a:srgbClr val="070154"/>
                          </a:solidFill>
                          <a:latin typeface="IBM Plex Sans"/>
                          <a:ea typeface="IBM Plex Sans"/>
                          <a:cs typeface="IBM Plex Sans"/>
                        </a:endParaRPr>
                      </a:p>
                      <a:p>
                        <a:pPr algn="l" marL="152400" indent="-152400">
                          <a:lnSpc>
                            <a:spcPts val="1800"/>
                          </a:lnSpc>
                          <a:spcBef>
                            <a:spcPts val="0"/>
                          </a:spcBef>
                          <a:spcAft>
                            <a:spcPts val="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Standardize visit-type rules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863600">
                  <a:tc>
                    <a:txBody>
                      <a:bodyPr wrap="square" anchor="ctr" lIns="0" rIns="0" tIns="0" bIns="0">
                        <a:noAutofit/>
                      </a:bodyPr>
                      <a:lstStyle/>
                      <a:p>
                        <a:pPr algn="l" marL="0" indent="0">
                          <a:lnSpc>
                            <a:spcPts val="1800"/>
                          </a:lnSpc>
                          <a:spcBef>
                            <a:spcPts val="0"/>
                          </a:spcBef>
                          <a:spcAft>
                            <a:spcPts val="20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Referral management</a:t>
                        </a:r>
                        <a:endParaRPr lang="en-US" sz="1200" spc="0" kern="0" b="0" i="0" dirty="0">
                          <a:solidFill>
                            <a:srgbClr val="070154"/>
                          </a:solidFill>
                          <a:latin typeface="IBM Plex Sans SemiBold"/>
                          <a:ea typeface="IBM Plex Sans SemiBold"/>
                          <a:cs typeface="IBM Plex Sans SemiBold"/>
                        </a:endParaRPr>
                      </a:p>
                      <a:p>
                        <a:pPr algn="l" marL="0" indent="0">
                          <a:lnSpc>
                            <a:spcPts val="1800"/>
                          </a:lnSpc>
                          <a:spcBef>
                            <a:spcPts val="0"/>
                          </a:spcBef>
                          <a:spcAft>
                            <a:spcPts val="0"/>
                          </a:spcAft>
                          <a:buNone/>
                          <a:defRPr lang="en-US" sz="1200" spc="0" kern="0" b="0" i="0" dirty="0">
                            <a:solidFill>
                              <a:srgbClr val="50658E"/>
                            </a:solidFill>
                            <a:latin typeface="IBM Plex Sans"/>
                            <a:ea typeface="IBM Plex Sans"/>
                            <a:cs typeface="IBM Plex Sans"/>
                          </a:defRPr>
                        </a:pPr>
                        <a:r>
                          <a:rPr lang="en-US" sz="1200" spc="0" kern="0" b="0" i="0" dirty="0">
                            <a:solidFill>
                              <a:srgbClr val="50658E"/>
                            </a:solidFill>
                            <a:latin typeface="IBM Plex Sans"/>
                            <a:ea typeface="IBM Plex Sans"/>
                            <a:cs typeface="IBM Plex Sans"/>
                          </a:rPr>
                          <a:t xml:space="preserve">Front door</a:t>
                        </a:r>
                        <a:endParaRPr lang="en-US" sz="1200" spc="0" kern="0" b="0" i="0" dirty="0">
                          <a:solidFill>
                            <a:srgbClr val="50658E"/>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1</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1</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l" marL="152400" indent="-152400">
                          <a:lnSpc>
                            <a:spcPts val="1800"/>
                          </a:lnSpc>
                          <a:spcBef>
                            <a:spcPts val="0"/>
                          </a:spcBef>
                          <a:spcAft>
                            <a:spcPts val="30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Referrals arrive by fax and portal</a:t>
                        </a:r>
                        <a:endParaRPr lang="en-US" sz="1200" spc="0" kern="0" b="0" i="0" dirty="0">
                          <a:solidFill>
                            <a:srgbClr val="070154"/>
                          </a:solidFill>
                          <a:latin typeface="IBM Plex Sans"/>
                          <a:ea typeface="IBM Plex Sans"/>
                          <a:cs typeface="IBM Plex Sans"/>
                        </a:endParaRPr>
                      </a:p>
                      <a:p>
                        <a:pPr algn="l" marL="152400" indent="-152400">
                          <a:lnSpc>
                            <a:spcPts val="1800"/>
                          </a:lnSpc>
                          <a:spcBef>
                            <a:spcPts val="0"/>
                          </a:spcBef>
                          <a:spcAft>
                            <a:spcPts val="30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No shared status view</a:t>
                        </a:r>
                        <a:endParaRPr lang="en-US" sz="1200" spc="0" kern="0" b="0" i="0" dirty="0">
                          <a:solidFill>
                            <a:srgbClr val="070154"/>
                          </a:solidFill>
                          <a:latin typeface="IBM Plex Sans"/>
                          <a:ea typeface="IBM Plex Sans"/>
                          <a:cs typeface="IBM Plex Sans"/>
                        </a:endParaRPr>
                      </a:p>
                      <a:p>
                        <a:pPr algn="l" marL="152400" indent="-152400">
                          <a:lnSpc>
                            <a:spcPts val="1800"/>
                          </a:lnSpc>
                          <a:spcBef>
                            <a:spcPts val="0"/>
                          </a:spcBef>
                          <a:spcAft>
                            <a:spcPts val="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Stand up a referral queue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863600">
                  <a:tc>
                    <a:txBody>
                      <a:bodyPr wrap="square" anchor="ctr" lIns="0" rIns="0" tIns="0" bIns="0">
                        <a:noAutofit/>
                      </a:bodyPr>
                      <a:lstStyle/>
                      <a:p>
                        <a:pPr algn="l" marL="0" indent="0">
                          <a:lnSpc>
                            <a:spcPts val="1800"/>
                          </a:lnSpc>
                          <a:spcBef>
                            <a:spcPts val="0"/>
                          </a:spcBef>
                          <a:spcAft>
                            <a:spcPts val="20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Revenue cycle</a:t>
                        </a:r>
                        <a:endParaRPr lang="en-US" sz="1200" spc="0" kern="0" b="0" i="0" dirty="0">
                          <a:solidFill>
                            <a:srgbClr val="070154"/>
                          </a:solidFill>
                          <a:latin typeface="IBM Plex Sans SemiBold"/>
                          <a:ea typeface="IBM Plex Sans SemiBold"/>
                          <a:cs typeface="IBM Plex Sans SemiBold"/>
                        </a:endParaRPr>
                      </a:p>
                      <a:p>
                        <a:pPr algn="l" marL="0" indent="0">
                          <a:lnSpc>
                            <a:spcPts val="1800"/>
                          </a:lnSpc>
                          <a:spcBef>
                            <a:spcPts val="0"/>
                          </a:spcBef>
                          <a:spcAft>
                            <a:spcPts val="0"/>
                          </a:spcAft>
                          <a:buNone/>
                          <a:defRPr lang="en-US" sz="1200" spc="0" kern="0" b="0" i="0" dirty="0">
                            <a:solidFill>
                              <a:srgbClr val="50658E"/>
                            </a:solidFill>
                            <a:latin typeface="IBM Plex Sans"/>
                            <a:ea typeface="IBM Plex Sans"/>
                            <a:cs typeface="IBM Plex Sans"/>
                          </a:defRPr>
                        </a:pPr>
                        <a:r>
                          <a:rPr lang="en-US" sz="1200" spc="0" kern="0" b="0" i="0" dirty="0">
                            <a:solidFill>
                              <a:srgbClr val="50658E"/>
                            </a:solidFill>
                            <a:latin typeface="IBM Plex Sans"/>
                            <a:ea typeface="IBM Plex Sans"/>
                            <a:cs typeface="IBM Plex Sans"/>
                          </a:rPr>
                          <a:t xml:space="preserve">Revenue</a:t>
                        </a:r>
                        <a:endParaRPr lang="en-US" sz="1200" spc="0" kern="0" b="0" i="0" dirty="0">
                          <a:solidFill>
                            <a:srgbClr val="50658E"/>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FFFFFF"/>
                            </a:solidFill>
                            <a:latin typeface="IBM Plex Mono SemiBold"/>
                            <a:ea typeface="IBM Plex Mono SemiBold"/>
                            <a:cs typeface="IBM Plex Mono SemiBold"/>
                          </a:defRPr>
                        </a:pPr>
                        <a:r>
                          <a:rPr lang="en-US" sz="1200" spc="0" kern="0" b="0" i="0" dirty="0">
                            <a:solidFill>
                              <a:srgbClr val="FFFFFF"/>
                            </a:solidFill>
                            <a:latin typeface="IBM Plex Mono SemiBold"/>
                            <a:ea typeface="IBM Plex Mono SemiBold"/>
                            <a:cs typeface="IBM Plex Mono SemiBold"/>
                          </a:rPr>
                          <a:t xml:space="preserve">4</a:t>
                        </a:r>
                        <a:endParaRPr lang="en-US" sz="12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FFFFFF"/>
                            </a:solidFill>
                            <a:latin typeface="IBM Plex Mono SemiBold"/>
                            <a:ea typeface="IBM Plex Mono SemiBold"/>
                            <a:cs typeface="IBM Plex Mono SemiBold"/>
                          </a:defRPr>
                        </a:pPr>
                        <a:r>
                          <a:rPr lang="en-US" sz="1200" spc="0" kern="0" b="0" i="0" dirty="0">
                            <a:solidFill>
                              <a:srgbClr val="FFFFFF"/>
                            </a:solidFill>
                            <a:latin typeface="IBM Plex Mono SemiBold"/>
                            <a:ea typeface="IBM Plex Mono SemiBold"/>
                            <a:cs typeface="IBM Plex Mono SemiBold"/>
                          </a:rPr>
                          <a:t xml:space="preserve">5</a:t>
                        </a:r>
                        <a:endParaRPr lang="en-US" sz="12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3</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3</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FFFFFF"/>
                            </a:solidFill>
                            <a:latin typeface="IBM Plex Mono SemiBold"/>
                            <a:ea typeface="IBM Plex Mono SemiBold"/>
                            <a:cs typeface="IBM Plex Mono SemiBold"/>
                          </a:defRPr>
                        </a:pPr>
                        <a:r>
                          <a:rPr lang="en-US" sz="1200" spc="0" kern="0" b="0" i="0" dirty="0">
                            <a:solidFill>
                              <a:srgbClr val="FFFFFF"/>
                            </a:solidFill>
                            <a:latin typeface="IBM Plex Mono SemiBold"/>
                            <a:ea typeface="IBM Plex Mono SemiBold"/>
                            <a:cs typeface="IBM Plex Mono SemiBold"/>
                          </a:rPr>
                          <a:t xml:space="preserve">4</a:t>
                        </a:r>
                        <a:endParaRPr lang="en-US" sz="12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l" marL="152400" indent="-152400">
                          <a:lnSpc>
                            <a:spcPts val="1800"/>
                          </a:lnSpc>
                          <a:spcBef>
                            <a:spcPts val="0"/>
                          </a:spcBef>
                          <a:spcAft>
                            <a:spcPts val="30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Rules engine at posting is mature</a:t>
                        </a:r>
                        <a:endParaRPr lang="en-US" sz="1200" spc="0" kern="0" b="0" i="0" dirty="0">
                          <a:solidFill>
                            <a:srgbClr val="070154"/>
                          </a:solidFill>
                          <a:latin typeface="IBM Plex Sans"/>
                          <a:ea typeface="IBM Plex Sans"/>
                          <a:cs typeface="IBM Plex Sans"/>
                        </a:endParaRPr>
                      </a:p>
                      <a:p>
                        <a:pPr algn="l" marL="152400" indent="-152400">
                          <a:lnSpc>
                            <a:spcPts val="1800"/>
                          </a:lnSpc>
                          <a:spcBef>
                            <a:spcPts val="0"/>
                          </a:spcBef>
                          <a:spcAft>
                            <a:spcPts val="30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Close takes eight days, not five</a:t>
                        </a:r>
                        <a:endParaRPr lang="en-US" sz="1200" spc="0" kern="0" b="0" i="0" dirty="0">
                          <a:solidFill>
                            <a:srgbClr val="070154"/>
                          </a:solidFill>
                          <a:latin typeface="IBM Plex Sans"/>
                          <a:ea typeface="IBM Plex Sans"/>
                          <a:cs typeface="IBM Plex Sans"/>
                        </a:endParaRPr>
                      </a:p>
                      <a:p>
                        <a:pPr algn="l" marL="152400" indent="-152400">
                          <a:lnSpc>
                            <a:spcPts val="1800"/>
                          </a:lnSpc>
                          <a:spcBef>
                            <a:spcPts val="0"/>
                          </a:spcBef>
                          <a:spcAft>
                            <a:spcPts val="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Month-end review is manual</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bl>
            </a:graphicData>
          </a:graphic>
        </p:graphicFrame>
      </p:grpSp>
      <p:grpSp>
        <p:nvGrpSpPr>
          <p:cNvPr id="59" name="node02"/>
          <p:cNvGrpSpPr/>
          <p:nvPr/>
        </p:nvGrpSpPr>
        <p:grpSpPr>
          <a:xfrm>
            <a:off x="723900" y="5486400"/>
            <a:ext cx="6392863" cy="228600"/>
            <a:chOff x="723900" y="5486400"/>
            <a:chExt cx="6392863" cy="228600"/>
          </a:xfrm>
        </p:grpSpPr>
        <p:sp>
          <p:nvSpPr>
            <p:cNvPr id="48" name="node02.items.slot-001.swatch"/>
            <p:cNvSpPr/>
            <p:nvPr/>
          </p:nvSpPr>
          <p:spPr>
            <a:xfrm>
              <a:off x="723900" y="5537200"/>
              <a:ext cx="228600" cy="127000"/>
            </a:xfrm>
            <a:prstGeom prst="rect">
              <a:avLst/>
            </a:prstGeom>
            <a:solidFill>
              <a:srgbClr val="E8EEF8"/>
            </a:solidFill>
            <a:ln>
              <a:noFill/>
            </a:ln>
          </p:spPr>
        </p:sp>
        <p:sp>
          <p:nvSpPr>
            <p:cNvPr id="49" name="node02.items.slot-001.text"/>
            <p:cNvSpPr/>
            <p:nvPr/>
          </p:nvSpPr>
          <p:spPr>
            <a:xfrm>
              <a:off x="1016000" y="5486400"/>
              <a:ext cx="652463"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1 Ad hoc</a:t>
              </a:r>
              <a:endParaRPr lang="en-US" sz="1200" spc="0" kern="0" b="0" i="0" dirty="0">
                <a:solidFill>
                  <a:srgbClr val="070154"/>
                </a:solidFill>
                <a:latin typeface="IBM Plex Sans"/>
                <a:ea typeface="IBM Plex Sans"/>
                <a:cs typeface="IBM Plex Sans"/>
              </a:endParaRPr>
            </a:p>
          </p:txBody>
        </p:sp>
        <p:sp>
          <p:nvSpPr>
            <p:cNvPr id="50" name="node02.items.slot-002.swatch"/>
            <p:cNvSpPr/>
            <p:nvPr/>
          </p:nvSpPr>
          <p:spPr>
            <a:xfrm>
              <a:off x="1897063" y="5537200"/>
              <a:ext cx="228600" cy="127000"/>
            </a:xfrm>
            <a:prstGeom prst="rect">
              <a:avLst/>
            </a:prstGeom>
            <a:solidFill>
              <a:srgbClr val="B9C9F0"/>
            </a:solidFill>
            <a:ln>
              <a:noFill/>
            </a:ln>
          </p:spPr>
        </p:sp>
        <p:sp>
          <p:nvSpPr>
            <p:cNvPr id="51" name="node02.items.slot-002.text"/>
            <p:cNvSpPr/>
            <p:nvPr/>
          </p:nvSpPr>
          <p:spPr>
            <a:xfrm>
              <a:off x="2189163" y="5486400"/>
              <a:ext cx="963613"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2 Repeatable</a:t>
              </a:r>
              <a:endParaRPr lang="en-US" sz="1200" spc="0" kern="0" b="0" i="0" dirty="0">
                <a:solidFill>
                  <a:srgbClr val="070154"/>
                </a:solidFill>
                <a:latin typeface="IBM Plex Sans"/>
                <a:ea typeface="IBM Plex Sans"/>
                <a:cs typeface="IBM Plex Sans"/>
              </a:endParaRPr>
            </a:p>
          </p:txBody>
        </p:sp>
        <p:sp>
          <p:nvSpPr>
            <p:cNvPr id="52" name="node02.items.slot-003.swatch"/>
            <p:cNvSpPr/>
            <p:nvPr/>
          </p:nvSpPr>
          <p:spPr>
            <a:xfrm>
              <a:off x="3381375" y="5537200"/>
              <a:ext cx="228600" cy="127000"/>
            </a:xfrm>
            <a:prstGeom prst="rect">
              <a:avLst/>
            </a:prstGeom>
            <a:solidFill>
              <a:srgbClr val="7C9BFF"/>
            </a:solidFill>
            <a:ln>
              <a:noFill/>
            </a:ln>
          </p:spPr>
        </p:sp>
        <p:sp>
          <p:nvSpPr>
            <p:cNvPr id="53" name="node02.items.slot-003.text"/>
            <p:cNvSpPr/>
            <p:nvPr/>
          </p:nvSpPr>
          <p:spPr>
            <a:xfrm>
              <a:off x="3673475" y="5486400"/>
              <a:ext cx="711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3 Defined</a:t>
              </a:r>
              <a:endParaRPr lang="en-US" sz="1200" spc="0" kern="0" b="0" i="0" dirty="0">
                <a:solidFill>
                  <a:srgbClr val="070154"/>
                </a:solidFill>
                <a:latin typeface="IBM Plex Sans"/>
                <a:ea typeface="IBM Plex Sans"/>
                <a:cs typeface="IBM Plex Sans"/>
              </a:endParaRPr>
            </a:p>
          </p:txBody>
        </p:sp>
        <p:sp>
          <p:nvSpPr>
            <p:cNvPr id="54" name="node02.items.slot-004.swatch"/>
            <p:cNvSpPr/>
            <p:nvPr/>
          </p:nvSpPr>
          <p:spPr>
            <a:xfrm>
              <a:off x="4613275" y="5537200"/>
              <a:ext cx="228600" cy="127000"/>
            </a:xfrm>
            <a:prstGeom prst="rect">
              <a:avLst/>
            </a:prstGeom>
            <a:solidFill>
              <a:srgbClr val="0047FF"/>
            </a:solidFill>
            <a:ln>
              <a:noFill/>
            </a:ln>
          </p:spPr>
        </p:sp>
        <p:sp>
          <p:nvSpPr>
            <p:cNvPr id="55" name="node02.items.slot-004.text"/>
            <p:cNvSpPr/>
            <p:nvPr/>
          </p:nvSpPr>
          <p:spPr>
            <a:xfrm>
              <a:off x="4905375" y="5486400"/>
              <a:ext cx="80645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4 Managed</a:t>
              </a:r>
              <a:endParaRPr lang="en-US" sz="1200" spc="0" kern="0" b="0" i="0" dirty="0">
                <a:solidFill>
                  <a:srgbClr val="070154"/>
                </a:solidFill>
                <a:latin typeface="IBM Plex Sans"/>
                <a:ea typeface="IBM Plex Sans"/>
                <a:cs typeface="IBM Plex Sans"/>
              </a:endParaRPr>
            </a:p>
          </p:txBody>
        </p:sp>
        <p:sp>
          <p:nvSpPr>
            <p:cNvPr id="56" name="node02.items.slot-005.swatch"/>
            <p:cNvSpPr/>
            <p:nvPr/>
          </p:nvSpPr>
          <p:spPr>
            <a:xfrm>
              <a:off x="5940425" y="5537200"/>
              <a:ext cx="228600" cy="127000"/>
            </a:xfrm>
            <a:prstGeom prst="rect">
              <a:avLst/>
            </a:prstGeom>
            <a:solidFill>
              <a:srgbClr val="070154"/>
            </a:solidFill>
            <a:ln>
              <a:noFill/>
            </a:ln>
          </p:spPr>
        </p:sp>
        <p:sp>
          <p:nvSpPr>
            <p:cNvPr id="57" name="node02.items.slot-005.text"/>
            <p:cNvSpPr/>
            <p:nvPr/>
          </p:nvSpPr>
          <p:spPr>
            <a:xfrm>
              <a:off x="6232525" y="5486400"/>
              <a:ext cx="884238"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5 Optimized</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ource-202">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CAPABILITY ASSESSMENT</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Revenue and care delivery: strong cores, weak handoffs</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Sample ratings for layout only; replace before use.</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45</a:t>
            </a:fld>
            <a:endParaRPr lang="en-US" sz="700" spc="0" kern="0" b="0" i="0" dirty="0">
              <a:solidFill>
                <a:srgbClr val="070154"/>
              </a:solidFill>
              <a:latin typeface="IBM Plex Mono SemiBold"/>
              <a:ea typeface="IBM Plex Mono SemiBold"/>
              <a:cs typeface="IBM Plex Mono SemiBold"/>
            </a:endParaRPr>
          </a:p>
        </p:txBody>
      </p:sp>
      <p:grpSp>
        <p:nvGrpSpPr>
          <p:cNvPr id="79" name="node01"/>
          <p:cNvGrpSpPr/>
          <p:nvPr/>
        </p:nvGrpSpPr>
        <p:grpSpPr>
          <a:xfrm>
            <a:off x="723900" y="1371600"/>
            <a:ext cx="10744200" cy="3937000"/>
            <a:chOff x="723900" y="1371600"/>
            <a:chExt cx="10744200" cy="3937000"/>
          </a:xfrm>
        </p:grpSpPr>
        <p:sp>
          <p:nvSpPr>
            <p:cNvPr id="7" name="node01.row.item-001.h0.heat-gap"/>
            <p:cNvSpPr/>
            <p:nvPr/>
          </p:nvSpPr>
          <p:spPr>
            <a:xfrm>
              <a:off x="2781300" y="1955800"/>
              <a:ext cx="838200" cy="558800"/>
            </a:xfrm>
            <a:prstGeom prst="rect">
              <a:avLst/>
            </a:prstGeom>
            <a:solidFill>
              <a:srgbClr val="FFFFFF"/>
            </a:solidFill>
            <a:ln>
              <a:noFill/>
            </a:ln>
          </p:spPr>
        </p:sp>
        <p:sp>
          <p:nvSpPr>
            <p:cNvPr id="8" name="node01.row.item-001.h0.heat"/>
            <p:cNvSpPr/>
            <p:nvPr/>
          </p:nvSpPr>
          <p:spPr>
            <a:xfrm>
              <a:off x="2800350" y="1974850"/>
              <a:ext cx="800100" cy="520700"/>
            </a:xfrm>
            <a:prstGeom prst="rect">
              <a:avLst/>
            </a:prstGeom>
            <a:solidFill>
              <a:srgbClr val="7C9BFF"/>
            </a:solidFill>
            <a:ln>
              <a:noFill/>
            </a:ln>
          </p:spPr>
        </p:sp>
        <p:sp>
          <p:nvSpPr>
            <p:cNvPr id="9" name="node01.row.item-001.h1.heat-gap"/>
            <p:cNvSpPr/>
            <p:nvPr/>
          </p:nvSpPr>
          <p:spPr>
            <a:xfrm>
              <a:off x="3619500" y="1955800"/>
              <a:ext cx="838200" cy="558800"/>
            </a:xfrm>
            <a:prstGeom prst="rect">
              <a:avLst/>
            </a:prstGeom>
            <a:solidFill>
              <a:srgbClr val="FFFFFF"/>
            </a:solidFill>
            <a:ln>
              <a:noFill/>
            </a:ln>
          </p:spPr>
        </p:sp>
        <p:sp>
          <p:nvSpPr>
            <p:cNvPr id="10" name="node01.row.item-001.h1.heat"/>
            <p:cNvSpPr/>
            <p:nvPr/>
          </p:nvSpPr>
          <p:spPr>
            <a:xfrm>
              <a:off x="3638550" y="1974850"/>
              <a:ext cx="800100" cy="520700"/>
            </a:xfrm>
            <a:prstGeom prst="rect">
              <a:avLst/>
            </a:prstGeom>
            <a:solidFill>
              <a:srgbClr val="7C9BFF"/>
            </a:solidFill>
            <a:ln>
              <a:noFill/>
            </a:ln>
          </p:spPr>
        </p:sp>
        <p:sp>
          <p:nvSpPr>
            <p:cNvPr id="11" name="node01.row.item-001.h2.heat-gap"/>
            <p:cNvSpPr/>
            <p:nvPr/>
          </p:nvSpPr>
          <p:spPr>
            <a:xfrm>
              <a:off x="4457700" y="1955800"/>
              <a:ext cx="838200" cy="558800"/>
            </a:xfrm>
            <a:prstGeom prst="rect">
              <a:avLst/>
            </a:prstGeom>
            <a:solidFill>
              <a:srgbClr val="FFFFFF"/>
            </a:solidFill>
            <a:ln>
              <a:noFill/>
            </a:ln>
          </p:spPr>
        </p:sp>
        <p:sp>
          <p:nvSpPr>
            <p:cNvPr id="12" name="node01.row.item-001.h2.heat"/>
            <p:cNvSpPr/>
            <p:nvPr/>
          </p:nvSpPr>
          <p:spPr>
            <a:xfrm>
              <a:off x="4476750" y="1974850"/>
              <a:ext cx="800100" cy="520700"/>
            </a:xfrm>
            <a:prstGeom prst="rect">
              <a:avLst/>
            </a:prstGeom>
            <a:solidFill>
              <a:srgbClr val="7C9BFF"/>
            </a:solidFill>
            <a:ln>
              <a:noFill/>
            </a:ln>
          </p:spPr>
        </p:sp>
        <p:sp>
          <p:nvSpPr>
            <p:cNvPr id="13" name="node01.row.item-001.h3.heat-gap"/>
            <p:cNvSpPr/>
            <p:nvPr/>
          </p:nvSpPr>
          <p:spPr>
            <a:xfrm>
              <a:off x="5295900" y="1955800"/>
              <a:ext cx="838200" cy="558800"/>
            </a:xfrm>
            <a:prstGeom prst="rect">
              <a:avLst/>
            </a:prstGeom>
            <a:solidFill>
              <a:srgbClr val="FFFFFF"/>
            </a:solidFill>
            <a:ln>
              <a:noFill/>
            </a:ln>
          </p:spPr>
        </p:sp>
        <p:sp>
          <p:nvSpPr>
            <p:cNvPr id="14" name="node01.row.item-001.h3.heat"/>
            <p:cNvSpPr/>
            <p:nvPr/>
          </p:nvSpPr>
          <p:spPr>
            <a:xfrm>
              <a:off x="5314950" y="1974850"/>
              <a:ext cx="800100" cy="520700"/>
            </a:xfrm>
            <a:prstGeom prst="rect">
              <a:avLst/>
            </a:prstGeom>
            <a:solidFill>
              <a:srgbClr val="B9C9F0"/>
            </a:solidFill>
            <a:ln>
              <a:noFill/>
            </a:ln>
          </p:spPr>
        </p:sp>
        <p:sp>
          <p:nvSpPr>
            <p:cNvPr id="15" name="node01.row.item-001.h4.heat-gap"/>
            <p:cNvSpPr/>
            <p:nvPr/>
          </p:nvSpPr>
          <p:spPr>
            <a:xfrm>
              <a:off x="6134100" y="1955800"/>
              <a:ext cx="838200" cy="558800"/>
            </a:xfrm>
            <a:prstGeom prst="rect">
              <a:avLst/>
            </a:prstGeom>
            <a:solidFill>
              <a:srgbClr val="FFFFFF"/>
            </a:solidFill>
            <a:ln>
              <a:noFill/>
            </a:ln>
          </p:spPr>
        </p:sp>
        <p:sp>
          <p:nvSpPr>
            <p:cNvPr id="16" name="node01.row.item-001.h4.heat"/>
            <p:cNvSpPr/>
            <p:nvPr/>
          </p:nvSpPr>
          <p:spPr>
            <a:xfrm>
              <a:off x="6153150" y="1974850"/>
              <a:ext cx="800100" cy="520700"/>
            </a:xfrm>
            <a:prstGeom prst="rect">
              <a:avLst/>
            </a:prstGeom>
            <a:solidFill>
              <a:srgbClr val="7C9BFF"/>
            </a:solidFill>
            <a:ln>
              <a:noFill/>
            </a:ln>
          </p:spPr>
        </p:sp>
        <p:sp>
          <p:nvSpPr>
            <p:cNvPr id="17" name="node01.row.item-002.h0.heat-gap"/>
            <p:cNvSpPr/>
            <p:nvPr/>
          </p:nvSpPr>
          <p:spPr>
            <a:xfrm>
              <a:off x="2781300" y="2514600"/>
              <a:ext cx="838200" cy="558800"/>
            </a:xfrm>
            <a:prstGeom prst="rect">
              <a:avLst/>
            </a:prstGeom>
            <a:solidFill>
              <a:srgbClr val="FFFFFF"/>
            </a:solidFill>
            <a:ln>
              <a:noFill/>
            </a:ln>
          </p:spPr>
        </p:sp>
        <p:sp>
          <p:nvSpPr>
            <p:cNvPr id="18" name="node01.row.item-002.h0.heat"/>
            <p:cNvSpPr/>
            <p:nvPr/>
          </p:nvSpPr>
          <p:spPr>
            <a:xfrm>
              <a:off x="2800350" y="2533650"/>
              <a:ext cx="800100" cy="520700"/>
            </a:xfrm>
            <a:prstGeom prst="rect">
              <a:avLst/>
            </a:prstGeom>
            <a:solidFill>
              <a:srgbClr val="B9C9F0"/>
            </a:solidFill>
            <a:ln>
              <a:noFill/>
            </a:ln>
          </p:spPr>
        </p:sp>
        <p:sp>
          <p:nvSpPr>
            <p:cNvPr id="19" name="node01.row.item-002.h1.heat-gap"/>
            <p:cNvSpPr/>
            <p:nvPr/>
          </p:nvSpPr>
          <p:spPr>
            <a:xfrm>
              <a:off x="3619500" y="2514600"/>
              <a:ext cx="838200" cy="558800"/>
            </a:xfrm>
            <a:prstGeom prst="rect">
              <a:avLst/>
            </a:prstGeom>
            <a:solidFill>
              <a:srgbClr val="FFFFFF"/>
            </a:solidFill>
            <a:ln>
              <a:noFill/>
            </a:ln>
          </p:spPr>
        </p:sp>
        <p:sp>
          <p:nvSpPr>
            <p:cNvPr id="20" name="node01.row.item-002.h1.heat"/>
            <p:cNvSpPr/>
            <p:nvPr/>
          </p:nvSpPr>
          <p:spPr>
            <a:xfrm>
              <a:off x="3638550" y="2533650"/>
              <a:ext cx="800100" cy="520700"/>
            </a:xfrm>
            <a:prstGeom prst="rect">
              <a:avLst/>
            </a:prstGeom>
            <a:solidFill>
              <a:srgbClr val="B9C9F0"/>
            </a:solidFill>
            <a:ln>
              <a:noFill/>
            </a:ln>
          </p:spPr>
        </p:sp>
        <p:sp>
          <p:nvSpPr>
            <p:cNvPr id="21" name="node01.row.item-002.h2.heat-gap"/>
            <p:cNvSpPr/>
            <p:nvPr/>
          </p:nvSpPr>
          <p:spPr>
            <a:xfrm>
              <a:off x="4457700" y="2514600"/>
              <a:ext cx="838200" cy="558800"/>
            </a:xfrm>
            <a:prstGeom prst="rect">
              <a:avLst/>
            </a:prstGeom>
            <a:solidFill>
              <a:srgbClr val="FFFFFF"/>
            </a:solidFill>
            <a:ln>
              <a:noFill/>
            </a:ln>
          </p:spPr>
        </p:sp>
        <p:sp>
          <p:nvSpPr>
            <p:cNvPr id="22" name="node01.row.item-002.h2.heat"/>
            <p:cNvSpPr/>
            <p:nvPr/>
          </p:nvSpPr>
          <p:spPr>
            <a:xfrm>
              <a:off x="4476750" y="2533650"/>
              <a:ext cx="800100" cy="520700"/>
            </a:xfrm>
            <a:prstGeom prst="rect">
              <a:avLst/>
            </a:prstGeom>
            <a:solidFill>
              <a:srgbClr val="B9C9F0"/>
            </a:solidFill>
            <a:ln>
              <a:noFill/>
            </a:ln>
          </p:spPr>
        </p:sp>
        <p:sp>
          <p:nvSpPr>
            <p:cNvPr id="23" name="node01.row.item-002.h3.heat-gap"/>
            <p:cNvSpPr/>
            <p:nvPr/>
          </p:nvSpPr>
          <p:spPr>
            <a:xfrm>
              <a:off x="5295900" y="2514600"/>
              <a:ext cx="838200" cy="558800"/>
            </a:xfrm>
            <a:prstGeom prst="rect">
              <a:avLst/>
            </a:prstGeom>
            <a:solidFill>
              <a:srgbClr val="FFFFFF"/>
            </a:solidFill>
            <a:ln>
              <a:noFill/>
            </a:ln>
          </p:spPr>
        </p:sp>
        <p:sp>
          <p:nvSpPr>
            <p:cNvPr id="24" name="node01.row.item-002.h3.heat"/>
            <p:cNvSpPr/>
            <p:nvPr/>
          </p:nvSpPr>
          <p:spPr>
            <a:xfrm>
              <a:off x="5314950" y="2533650"/>
              <a:ext cx="800100" cy="520700"/>
            </a:xfrm>
            <a:prstGeom prst="rect">
              <a:avLst/>
            </a:prstGeom>
            <a:solidFill>
              <a:srgbClr val="B9C9F0"/>
            </a:solidFill>
            <a:ln>
              <a:noFill/>
            </a:ln>
          </p:spPr>
        </p:sp>
        <p:sp>
          <p:nvSpPr>
            <p:cNvPr id="25" name="node01.row.item-002.h4.heat-gap"/>
            <p:cNvSpPr/>
            <p:nvPr/>
          </p:nvSpPr>
          <p:spPr>
            <a:xfrm>
              <a:off x="6134100" y="2514600"/>
              <a:ext cx="838200" cy="558800"/>
            </a:xfrm>
            <a:prstGeom prst="rect">
              <a:avLst/>
            </a:prstGeom>
            <a:solidFill>
              <a:srgbClr val="FFFFFF"/>
            </a:solidFill>
            <a:ln>
              <a:noFill/>
            </a:ln>
          </p:spPr>
        </p:sp>
        <p:sp>
          <p:nvSpPr>
            <p:cNvPr id="26" name="node01.row.item-002.h4.heat"/>
            <p:cNvSpPr/>
            <p:nvPr/>
          </p:nvSpPr>
          <p:spPr>
            <a:xfrm>
              <a:off x="6153150" y="2533650"/>
              <a:ext cx="800100" cy="520700"/>
            </a:xfrm>
            <a:prstGeom prst="rect">
              <a:avLst/>
            </a:prstGeom>
            <a:solidFill>
              <a:srgbClr val="E8EEF8"/>
            </a:solidFill>
            <a:ln>
              <a:noFill/>
            </a:ln>
          </p:spPr>
        </p:sp>
        <p:sp>
          <p:nvSpPr>
            <p:cNvPr id="27" name="node01.row.item-003.h0.heat-gap"/>
            <p:cNvSpPr/>
            <p:nvPr/>
          </p:nvSpPr>
          <p:spPr>
            <a:xfrm>
              <a:off x="2781300" y="3073400"/>
              <a:ext cx="838200" cy="558800"/>
            </a:xfrm>
            <a:prstGeom prst="rect">
              <a:avLst/>
            </a:prstGeom>
            <a:solidFill>
              <a:srgbClr val="FFFFFF"/>
            </a:solidFill>
            <a:ln>
              <a:noFill/>
            </a:ln>
          </p:spPr>
        </p:sp>
        <p:sp>
          <p:nvSpPr>
            <p:cNvPr id="28" name="node01.row.item-003.h0.heat"/>
            <p:cNvSpPr/>
            <p:nvPr/>
          </p:nvSpPr>
          <p:spPr>
            <a:xfrm>
              <a:off x="2800350" y="3092450"/>
              <a:ext cx="800100" cy="520700"/>
            </a:xfrm>
            <a:prstGeom prst="rect">
              <a:avLst/>
            </a:prstGeom>
            <a:solidFill>
              <a:srgbClr val="0047FF"/>
            </a:solidFill>
            <a:ln>
              <a:noFill/>
            </a:ln>
          </p:spPr>
        </p:sp>
        <p:sp>
          <p:nvSpPr>
            <p:cNvPr id="29" name="node01.row.item-003.h1.heat-gap"/>
            <p:cNvSpPr/>
            <p:nvPr/>
          </p:nvSpPr>
          <p:spPr>
            <a:xfrm>
              <a:off x="3619500" y="3073400"/>
              <a:ext cx="838200" cy="558800"/>
            </a:xfrm>
            <a:prstGeom prst="rect">
              <a:avLst/>
            </a:prstGeom>
            <a:solidFill>
              <a:srgbClr val="FFFFFF"/>
            </a:solidFill>
            <a:ln>
              <a:noFill/>
            </a:ln>
          </p:spPr>
        </p:sp>
        <p:sp>
          <p:nvSpPr>
            <p:cNvPr id="30" name="node01.row.item-003.h1.heat"/>
            <p:cNvSpPr/>
            <p:nvPr/>
          </p:nvSpPr>
          <p:spPr>
            <a:xfrm>
              <a:off x="3638550" y="3092450"/>
              <a:ext cx="800100" cy="520700"/>
            </a:xfrm>
            <a:prstGeom prst="rect">
              <a:avLst/>
            </a:prstGeom>
            <a:solidFill>
              <a:srgbClr val="0047FF"/>
            </a:solidFill>
            <a:ln>
              <a:noFill/>
            </a:ln>
          </p:spPr>
        </p:sp>
        <p:sp>
          <p:nvSpPr>
            <p:cNvPr id="31" name="node01.row.item-003.h2.heat-gap"/>
            <p:cNvSpPr/>
            <p:nvPr/>
          </p:nvSpPr>
          <p:spPr>
            <a:xfrm>
              <a:off x="4457700" y="3073400"/>
              <a:ext cx="838200" cy="558800"/>
            </a:xfrm>
            <a:prstGeom prst="rect">
              <a:avLst/>
            </a:prstGeom>
            <a:solidFill>
              <a:srgbClr val="FFFFFF"/>
            </a:solidFill>
            <a:ln>
              <a:noFill/>
            </a:ln>
          </p:spPr>
        </p:sp>
        <p:sp>
          <p:nvSpPr>
            <p:cNvPr id="32" name="node01.row.item-003.h2.heat"/>
            <p:cNvSpPr/>
            <p:nvPr/>
          </p:nvSpPr>
          <p:spPr>
            <a:xfrm>
              <a:off x="4476750" y="3092450"/>
              <a:ext cx="800100" cy="520700"/>
            </a:xfrm>
            <a:prstGeom prst="rect">
              <a:avLst/>
            </a:prstGeom>
            <a:solidFill>
              <a:srgbClr val="7C9BFF"/>
            </a:solidFill>
            <a:ln>
              <a:noFill/>
            </a:ln>
          </p:spPr>
        </p:sp>
        <p:sp>
          <p:nvSpPr>
            <p:cNvPr id="33" name="node01.row.item-003.h3.heat-gap"/>
            <p:cNvSpPr/>
            <p:nvPr/>
          </p:nvSpPr>
          <p:spPr>
            <a:xfrm>
              <a:off x="5295900" y="3073400"/>
              <a:ext cx="838200" cy="558800"/>
            </a:xfrm>
            <a:prstGeom prst="rect">
              <a:avLst/>
            </a:prstGeom>
            <a:solidFill>
              <a:srgbClr val="FFFFFF"/>
            </a:solidFill>
            <a:ln>
              <a:noFill/>
            </a:ln>
          </p:spPr>
        </p:sp>
        <p:sp>
          <p:nvSpPr>
            <p:cNvPr id="34" name="node01.row.item-003.h3.heat"/>
            <p:cNvSpPr/>
            <p:nvPr/>
          </p:nvSpPr>
          <p:spPr>
            <a:xfrm>
              <a:off x="5314950" y="3092450"/>
              <a:ext cx="800100" cy="520700"/>
            </a:xfrm>
            <a:prstGeom prst="rect">
              <a:avLst/>
            </a:prstGeom>
            <a:solidFill>
              <a:srgbClr val="0047FF"/>
            </a:solidFill>
            <a:ln>
              <a:noFill/>
            </a:ln>
          </p:spPr>
        </p:sp>
        <p:sp>
          <p:nvSpPr>
            <p:cNvPr id="35" name="node01.row.item-003.h4.heat-gap"/>
            <p:cNvSpPr/>
            <p:nvPr/>
          </p:nvSpPr>
          <p:spPr>
            <a:xfrm>
              <a:off x="6134100" y="3073400"/>
              <a:ext cx="838200" cy="558800"/>
            </a:xfrm>
            <a:prstGeom prst="rect">
              <a:avLst/>
            </a:prstGeom>
            <a:solidFill>
              <a:srgbClr val="FFFFFF"/>
            </a:solidFill>
            <a:ln>
              <a:noFill/>
            </a:ln>
          </p:spPr>
        </p:sp>
        <p:sp>
          <p:nvSpPr>
            <p:cNvPr id="36" name="node01.row.item-003.h4.heat"/>
            <p:cNvSpPr/>
            <p:nvPr/>
          </p:nvSpPr>
          <p:spPr>
            <a:xfrm>
              <a:off x="6153150" y="3092450"/>
              <a:ext cx="800100" cy="520700"/>
            </a:xfrm>
            <a:prstGeom prst="rect">
              <a:avLst/>
            </a:prstGeom>
            <a:solidFill>
              <a:srgbClr val="7C9BFF"/>
            </a:solidFill>
            <a:ln>
              <a:noFill/>
            </a:ln>
          </p:spPr>
        </p:sp>
        <p:sp>
          <p:nvSpPr>
            <p:cNvPr id="37" name="node01.row.item-004.h0.heat-gap"/>
            <p:cNvSpPr/>
            <p:nvPr/>
          </p:nvSpPr>
          <p:spPr>
            <a:xfrm>
              <a:off x="2781300" y="3632200"/>
              <a:ext cx="838200" cy="558800"/>
            </a:xfrm>
            <a:prstGeom prst="rect">
              <a:avLst/>
            </a:prstGeom>
            <a:solidFill>
              <a:srgbClr val="FFFFFF"/>
            </a:solidFill>
            <a:ln>
              <a:noFill/>
            </a:ln>
          </p:spPr>
        </p:sp>
        <p:sp>
          <p:nvSpPr>
            <p:cNvPr id="38" name="node01.row.item-004.h0.heat"/>
            <p:cNvSpPr/>
            <p:nvPr/>
          </p:nvSpPr>
          <p:spPr>
            <a:xfrm>
              <a:off x="2800350" y="3651250"/>
              <a:ext cx="800100" cy="520700"/>
            </a:xfrm>
            <a:prstGeom prst="rect">
              <a:avLst/>
            </a:prstGeom>
            <a:solidFill>
              <a:srgbClr val="B9C9F0"/>
            </a:solidFill>
            <a:ln>
              <a:noFill/>
            </a:ln>
          </p:spPr>
        </p:sp>
        <p:sp>
          <p:nvSpPr>
            <p:cNvPr id="39" name="node01.row.item-004.h1.heat-gap"/>
            <p:cNvSpPr/>
            <p:nvPr/>
          </p:nvSpPr>
          <p:spPr>
            <a:xfrm>
              <a:off x="3619500" y="3632200"/>
              <a:ext cx="838200" cy="558800"/>
            </a:xfrm>
            <a:prstGeom prst="rect">
              <a:avLst/>
            </a:prstGeom>
            <a:solidFill>
              <a:srgbClr val="FFFFFF"/>
            </a:solidFill>
            <a:ln>
              <a:noFill/>
            </a:ln>
          </p:spPr>
        </p:sp>
        <p:sp>
          <p:nvSpPr>
            <p:cNvPr id="40" name="node01.row.item-004.h1.heat"/>
            <p:cNvSpPr/>
            <p:nvPr/>
          </p:nvSpPr>
          <p:spPr>
            <a:xfrm>
              <a:off x="3638550" y="3651250"/>
              <a:ext cx="800100" cy="520700"/>
            </a:xfrm>
            <a:prstGeom prst="rect">
              <a:avLst/>
            </a:prstGeom>
            <a:solidFill>
              <a:srgbClr val="B9C9F0"/>
            </a:solidFill>
            <a:ln>
              <a:noFill/>
            </a:ln>
          </p:spPr>
        </p:sp>
        <p:sp>
          <p:nvSpPr>
            <p:cNvPr id="41" name="node01.row.item-004.h2.heat-gap"/>
            <p:cNvSpPr/>
            <p:nvPr/>
          </p:nvSpPr>
          <p:spPr>
            <a:xfrm>
              <a:off x="4457700" y="3632200"/>
              <a:ext cx="838200" cy="558800"/>
            </a:xfrm>
            <a:prstGeom prst="rect">
              <a:avLst/>
            </a:prstGeom>
            <a:solidFill>
              <a:srgbClr val="FFFFFF"/>
            </a:solidFill>
            <a:ln>
              <a:noFill/>
            </a:ln>
          </p:spPr>
        </p:sp>
        <p:sp>
          <p:nvSpPr>
            <p:cNvPr id="42" name="node01.row.item-004.h2.heat"/>
            <p:cNvSpPr/>
            <p:nvPr/>
          </p:nvSpPr>
          <p:spPr>
            <a:xfrm>
              <a:off x="4476750" y="3651250"/>
              <a:ext cx="800100" cy="520700"/>
            </a:xfrm>
            <a:prstGeom prst="rect">
              <a:avLst/>
            </a:prstGeom>
            <a:solidFill>
              <a:srgbClr val="E8EEF8"/>
            </a:solidFill>
            <a:ln>
              <a:noFill/>
            </a:ln>
          </p:spPr>
        </p:sp>
        <p:sp>
          <p:nvSpPr>
            <p:cNvPr id="43" name="node01.row.item-004.h3.heat-gap"/>
            <p:cNvSpPr/>
            <p:nvPr/>
          </p:nvSpPr>
          <p:spPr>
            <a:xfrm>
              <a:off x="5295900" y="3632200"/>
              <a:ext cx="838200" cy="558800"/>
            </a:xfrm>
            <a:prstGeom prst="rect">
              <a:avLst/>
            </a:prstGeom>
            <a:solidFill>
              <a:srgbClr val="FFFFFF"/>
            </a:solidFill>
            <a:ln>
              <a:noFill/>
            </a:ln>
          </p:spPr>
        </p:sp>
        <p:sp>
          <p:nvSpPr>
            <p:cNvPr id="44" name="node01.row.item-004.h3.heat"/>
            <p:cNvSpPr/>
            <p:nvPr/>
          </p:nvSpPr>
          <p:spPr>
            <a:xfrm>
              <a:off x="5314950" y="3651250"/>
              <a:ext cx="800100" cy="520700"/>
            </a:xfrm>
            <a:prstGeom prst="rect">
              <a:avLst/>
            </a:prstGeom>
            <a:solidFill>
              <a:srgbClr val="7C9BFF"/>
            </a:solidFill>
            <a:ln>
              <a:noFill/>
            </a:ln>
          </p:spPr>
        </p:sp>
        <p:sp>
          <p:nvSpPr>
            <p:cNvPr id="45" name="node01.row.item-004.h4.heat-gap"/>
            <p:cNvSpPr/>
            <p:nvPr/>
          </p:nvSpPr>
          <p:spPr>
            <a:xfrm>
              <a:off x="6134100" y="3632200"/>
              <a:ext cx="838200" cy="558800"/>
            </a:xfrm>
            <a:prstGeom prst="rect">
              <a:avLst/>
            </a:prstGeom>
            <a:solidFill>
              <a:srgbClr val="FFFFFF"/>
            </a:solidFill>
            <a:ln>
              <a:noFill/>
            </a:ln>
          </p:spPr>
        </p:sp>
        <p:sp>
          <p:nvSpPr>
            <p:cNvPr id="46" name="node01.row.item-004.h4.heat"/>
            <p:cNvSpPr/>
            <p:nvPr/>
          </p:nvSpPr>
          <p:spPr>
            <a:xfrm>
              <a:off x="6153150" y="3651250"/>
              <a:ext cx="800100" cy="520700"/>
            </a:xfrm>
            <a:prstGeom prst="rect">
              <a:avLst/>
            </a:prstGeom>
            <a:solidFill>
              <a:srgbClr val="B9C9F0"/>
            </a:solidFill>
            <a:ln>
              <a:noFill/>
            </a:ln>
          </p:spPr>
        </p:sp>
        <p:sp>
          <p:nvSpPr>
            <p:cNvPr id="47" name="node01.row.item-005.h0.heat-gap"/>
            <p:cNvSpPr/>
            <p:nvPr/>
          </p:nvSpPr>
          <p:spPr>
            <a:xfrm>
              <a:off x="2781300" y="4191000"/>
              <a:ext cx="838200" cy="558800"/>
            </a:xfrm>
            <a:prstGeom prst="rect">
              <a:avLst/>
            </a:prstGeom>
            <a:solidFill>
              <a:srgbClr val="FFFFFF"/>
            </a:solidFill>
            <a:ln>
              <a:noFill/>
            </a:ln>
          </p:spPr>
        </p:sp>
        <p:sp>
          <p:nvSpPr>
            <p:cNvPr id="48" name="node01.row.item-005.h0.heat"/>
            <p:cNvSpPr/>
            <p:nvPr/>
          </p:nvSpPr>
          <p:spPr>
            <a:xfrm>
              <a:off x="2800350" y="4210050"/>
              <a:ext cx="800100" cy="520700"/>
            </a:xfrm>
            <a:prstGeom prst="rect">
              <a:avLst/>
            </a:prstGeom>
            <a:solidFill>
              <a:srgbClr val="7C9BFF"/>
            </a:solidFill>
            <a:ln>
              <a:noFill/>
            </a:ln>
          </p:spPr>
        </p:sp>
        <p:sp>
          <p:nvSpPr>
            <p:cNvPr id="49" name="node01.row.item-005.h1.heat-gap"/>
            <p:cNvSpPr/>
            <p:nvPr/>
          </p:nvSpPr>
          <p:spPr>
            <a:xfrm>
              <a:off x="3619500" y="4191000"/>
              <a:ext cx="838200" cy="558800"/>
            </a:xfrm>
            <a:prstGeom prst="rect">
              <a:avLst/>
            </a:prstGeom>
            <a:solidFill>
              <a:srgbClr val="FFFFFF"/>
            </a:solidFill>
            <a:ln>
              <a:noFill/>
            </a:ln>
          </p:spPr>
        </p:sp>
        <p:sp>
          <p:nvSpPr>
            <p:cNvPr id="50" name="node01.row.item-005.h1.heat"/>
            <p:cNvSpPr/>
            <p:nvPr/>
          </p:nvSpPr>
          <p:spPr>
            <a:xfrm>
              <a:off x="3638550" y="4210050"/>
              <a:ext cx="800100" cy="520700"/>
            </a:xfrm>
            <a:prstGeom prst="rect">
              <a:avLst/>
            </a:prstGeom>
            <a:solidFill>
              <a:srgbClr val="B9C9F0"/>
            </a:solidFill>
            <a:ln>
              <a:noFill/>
            </a:ln>
          </p:spPr>
        </p:sp>
        <p:sp>
          <p:nvSpPr>
            <p:cNvPr id="51" name="node01.row.item-005.h2.heat-gap"/>
            <p:cNvSpPr/>
            <p:nvPr/>
          </p:nvSpPr>
          <p:spPr>
            <a:xfrm>
              <a:off x="4457700" y="4191000"/>
              <a:ext cx="838200" cy="558800"/>
            </a:xfrm>
            <a:prstGeom prst="rect">
              <a:avLst/>
            </a:prstGeom>
            <a:solidFill>
              <a:srgbClr val="FFFFFF"/>
            </a:solidFill>
            <a:ln>
              <a:noFill/>
            </a:ln>
          </p:spPr>
        </p:sp>
        <p:sp>
          <p:nvSpPr>
            <p:cNvPr id="52" name="node01.row.item-005.h2.heat"/>
            <p:cNvSpPr/>
            <p:nvPr/>
          </p:nvSpPr>
          <p:spPr>
            <a:xfrm>
              <a:off x="4476750" y="4210050"/>
              <a:ext cx="800100" cy="520700"/>
            </a:xfrm>
            <a:prstGeom prst="rect">
              <a:avLst/>
            </a:prstGeom>
            <a:solidFill>
              <a:srgbClr val="B9C9F0"/>
            </a:solidFill>
            <a:ln>
              <a:noFill/>
            </a:ln>
          </p:spPr>
        </p:sp>
        <p:sp>
          <p:nvSpPr>
            <p:cNvPr id="53" name="node01.row.item-005.h3.heat-gap"/>
            <p:cNvSpPr/>
            <p:nvPr/>
          </p:nvSpPr>
          <p:spPr>
            <a:xfrm>
              <a:off x="5295900" y="4191000"/>
              <a:ext cx="838200" cy="558800"/>
            </a:xfrm>
            <a:prstGeom prst="rect">
              <a:avLst/>
            </a:prstGeom>
            <a:solidFill>
              <a:srgbClr val="FFFFFF"/>
            </a:solidFill>
            <a:ln>
              <a:noFill/>
            </a:ln>
          </p:spPr>
        </p:sp>
        <p:sp>
          <p:nvSpPr>
            <p:cNvPr id="54" name="node01.row.item-005.h3.heat"/>
            <p:cNvSpPr/>
            <p:nvPr/>
          </p:nvSpPr>
          <p:spPr>
            <a:xfrm>
              <a:off x="5314950" y="4210050"/>
              <a:ext cx="800100" cy="520700"/>
            </a:xfrm>
            <a:prstGeom prst="rect">
              <a:avLst/>
            </a:prstGeom>
            <a:solidFill>
              <a:srgbClr val="B9C9F0"/>
            </a:solidFill>
            <a:ln>
              <a:noFill/>
            </a:ln>
          </p:spPr>
        </p:sp>
        <p:sp>
          <p:nvSpPr>
            <p:cNvPr id="55" name="node01.row.item-005.h4.heat-gap"/>
            <p:cNvSpPr/>
            <p:nvPr/>
          </p:nvSpPr>
          <p:spPr>
            <a:xfrm>
              <a:off x="6134100" y="4191000"/>
              <a:ext cx="838200" cy="558800"/>
            </a:xfrm>
            <a:prstGeom prst="rect">
              <a:avLst/>
            </a:prstGeom>
            <a:solidFill>
              <a:srgbClr val="FFFFFF"/>
            </a:solidFill>
            <a:ln>
              <a:noFill/>
            </a:ln>
          </p:spPr>
        </p:sp>
        <p:sp>
          <p:nvSpPr>
            <p:cNvPr id="56" name="node01.row.item-005.h4.heat"/>
            <p:cNvSpPr/>
            <p:nvPr/>
          </p:nvSpPr>
          <p:spPr>
            <a:xfrm>
              <a:off x="6153150" y="4210050"/>
              <a:ext cx="800100" cy="520700"/>
            </a:xfrm>
            <a:prstGeom prst="rect">
              <a:avLst/>
            </a:prstGeom>
            <a:solidFill>
              <a:srgbClr val="7C9BFF"/>
            </a:solidFill>
            <a:ln>
              <a:noFill/>
            </a:ln>
          </p:spPr>
        </p:sp>
        <p:sp>
          <p:nvSpPr>
            <p:cNvPr id="57" name="node01.row.item-006.h0.heat-gap"/>
            <p:cNvSpPr/>
            <p:nvPr/>
          </p:nvSpPr>
          <p:spPr>
            <a:xfrm>
              <a:off x="2781300" y="4749800"/>
              <a:ext cx="838200" cy="558800"/>
            </a:xfrm>
            <a:prstGeom prst="rect">
              <a:avLst/>
            </a:prstGeom>
            <a:solidFill>
              <a:srgbClr val="FFFFFF"/>
            </a:solidFill>
            <a:ln>
              <a:noFill/>
            </a:ln>
          </p:spPr>
        </p:sp>
        <p:sp>
          <p:nvSpPr>
            <p:cNvPr id="58" name="node01.row.item-006.h0.heat"/>
            <p:cNvSpPr/>
            <p:nvPr/>
          </p:nvSpPr>
          <p:spPr>
            <a:xfrm>
              <a:off x="2800350" y="4768850"/>
              <a:ext cx="800100" cy="520700"/>
            </a:xfrm>
            <a:prstGeom prst="rect">
              <a:avLst/>
            </a:prstGeom>
            <a:solidFill>
              <a:srgbClr val="B9C9F0"/>
            </a:solidFill>
            <a:ln>
              <a:noFill/>
            </a:ln>
          </p:spPr>
        </p:sp>
        <p:sp>
          <p:nvSpPr>
            <p:cNvPr id="59" name="node01.row.item-006.h1.heat-gap"/>
            <p:cNvSpPr/>
            <p:nvPr/>
          </p:nvSpPr>
          <p:spPr>
            <a:xfrm>
              <a:off x="3619500" y="4749800"/>
              <a:ext cx="838200" cy="558800"/>
            </a:xfrm>
            <a:prstGeom prst="rect">
              <a:avLst/>
            </a:prstGeom>
            <a:solidFill>
              <a:srgbClr val="FFFFFF"/>
            </a:solidFill>
            <a:ln>
              <a:noFill/>
            </a:ln>
          </p:spPr>
        </p:sp>
        <p:sp>
          <p:nvSpPr>
            <p:cNvPr id="60" name="node01.row.item-006.h1.heat"/>
            <p:cNvSpPr/>
            <p:nvPr/>
          </p:nvSpPr>
          <p:spPr>
            <a:xfrm>
              <a:off x="3638550" y="4768850"/>
              <a:ext cx="800100" cy="520700"/>
            </a:xfrm>
            <a:prstGeom prst="rect">
              <a:avLst/>
            </a:prstGeom>
            <a:solidFill>
              <a:srgbClr val="7C9BFF"/>
            </a:solidFill>
            <a:ln>
              <a:noFill/>
            </a:ln>
          </p:spPr>
        </p:sp>
        <p:sp>
          <p:nvSpPr>
            <p:cNvPr id="61" name="node01.row.item-006.h2.heat-gap"/>
            <p:cNvSpPr/>
            <p:nvPr/>
          </p:nvSpPr>
          <p:spPr>
            <a:xfrm>
              <a:off x="4457700" y="4749800"/>
              <a:ext cx="838200" cy="558800"/>
            </a:xfrm>
            <a:prstGeom prst="rect">
              <a:avLst/>
            </a:prstGeom>
            <a:solidFill>
              <a:srgbClr val="FFFFFF"/>
            </a:solidFill>
            <a:ln>
              <a:noFill/>
            </a:ln>
          </p:spPr>
        </p:sp>
        <p:sp>
          <p:nvSpPr>
            <p:cNvPr id="62" name="node01.row.item-006.h2.heat"/>
            <p:cNvSpPr/>
            <p:nvPr/>
          </p:nvSpPr>
          <p:spPr>
            <a:xfrm>
              <a:off x="4476750" y="4768850"/>
              <a:ext cx="800100" cy="520700"/>
            </a:xfrm>
            <a:prstGeom prst="rect">
              <a:avLst/>
            </a:prstGeom>
            <a:solidFill>
              <a:srgbClr val="B9C9F0"/>
            </a:solidFill>
            <a:ln>
              <a:noFill/>
            </a:ln>
          </p:spPr>
        </p:sp>
        <p:sp>
          <p:nvSpPr>
            <p:cNvPr id="63" name="node01.row.item-006.h3.heat-gap"/>
            <p:cNvSpPr/>
            <p:nvPr/>
          </p:nvSpPr>
          <p:spPr>
            <a:xfrm>
              <a:off x="5295900" y="4749800"/>
              <a:ext cx="838200" cy="558800"/>
            </a:xfrm>
            <a:prstGeom prst="rect">
              <a:avLst/>
            </a:prstGeom>
            <a:solidFill>
              <a:srgbClr val="FFFFFF"/>
            </a:solidFill>
            <a:ln>
              <a:noFill/>
            </a:ln>
          </p:spPr>
        </p:sp>
        <p:sp>
          <p:nvSpPr>
            <p:cNvPr id="64" name="node01.row.item-006.h3.heat"/>
            <p:cNvSpPr/>
            <p:nvPr/>
          </p:nvSpPr>
          <p:spPr>
            <a:xfrm>
              <a:off x="5314950" y="4768850"/>
              <a:ext cx="800100" cy="520700"/>
            </a:xfrm>
            <a:prstGeom prst="rect">
              <a:avLst/>
            </a:prstGeom>
            <a:solidFill>
              <a:srgbClr val="B9C9F0"/>
            </a:solidFill>
            <a:ln>
              <a:noFill/>
            </a:ln>
          </p:spPr>
        </p:sp>
        <p:sp>
          <p:nvSpPr>
            <p:cNvPr id="65" name="node01.row.item-006.h4.heat-gap"/>
            <p:cNvSpPr/>
            <p:nvPr/>
          </p:nvSpPr>
          <p:spPr>
            <a:xfrm>
              <a:off x="6134100" y="4749800"/>
              <a:ext cx="838200" cy="558800"/>
            </a:xfrm>
            <a:prstGeom prst="rect">
              <a:avLst/>
            </a:prstGeom>
            <a:solidFill>
              <a:srgbClr val="FFFFFF"/>
            </a:solidFill>
            <a:ln>
              <a:noFill/>
            </a:ln>
          </p:spPr>
        </p:sp>
        <p:sp>
          <p:nvSpPr>
            <p:cNvPr id="66" name="node01.row.item-006.h4.heat"/>
            <p:cNvSpPr/>
            <p:nvPr/>
          </p:nvSpPr>
          <p:spPr>
            <a:xfrm>
              <a:off x="6153150" y="4768850"/>
              <a:ext cx="800100" cy="520700"/>
            </a:xfrm>
            <a:prstGeom prst="rect">
              <a:avLst/>
            </a:prstGeom>
            <a:solidFill>
              <a:srgbClr val="7C9BFF"/>
            </a:solidFill>
            <a:ln>
              <a:noFill/>
            </a:ln>
          </p:spPr>
        </p:sp>
        <p:graphicFrame>
          <p:nvGraphicFramePr>
            <p:cNvPr id="67" name="node01.native"/>
            <p:cNvGraphicFramePr>
              <a:graphicFrameLocks noGrp="1"/>
            </p:cNvGraphicFramePr>
            <p:nvPr>
              <p:extLst>
                <p:ext uri="{D42A27DB-BD31-4B8C-83A1-F6EECF244321}">
                  <p14:modId xmlns:p14="http://schemas.microsoft.com/office/powerpoint/2010/main" val="1579011935"/>
                </p:ext>
              </p:extLst>
            </p:nvPr>
          </p:nvGraphicFramePr>
          <p:xfrm>
            <a:off x="723900" y="1600200"/>
            <a:ext cx="10744200" cy="3708400"/>
          </p:xfrm>
          <a:graphic>
            <a:graphicData uri="http://schemas.openxmlformats.org/drawingml/2006/table">
              <a:tbl>
                <a:tblPr/>
                <a:tblGrid>
                  <a:gridCol w="2057400"/>
                  <a:gridCol w="838200"/>
                  <a:gridCol w="838200"/>
                  <a:gridCol w="838200"/>
                  <a:gridCol w="838200"/>
                  <a:gridCol w="838200"/>
                  <a:gridCol w="4495800"/>
                </a:tblGrid>
                <a:tr h="355600">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CAPABILITY</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PROCESS</a:t>
                        </a:r>
                        <a:endParaRPr lang="en-US" sz="900" spc="54" kern="0" b="0" i="0" dirty="0">
                          <a:solidFill>
                            <a:srgbClr val="070154"/>
                          </a:solidFill>
                          <a:latin typeface="IBM Plex Mono SemiBold"/>
                          <a:ea typeface="IBM Plex Mono SemiBold"/>
                          <a:cs typeface="IBM Plex Mono SemiBold"/>
                        </a:endParaRPr>
                      </a:p>
                    </a:txBody>
                    <a:tcPr marL="143477" marR="143477"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TECHNOLOGY</a:t>
                        </a:r>
                        <a:endParaRPr lang="en-US" sz="900" spc="54" kern="0" b="0" i="0" dirty="0">
                          <a:solidFill>
                            <a:srgbClr val="070154"/>
                          </a:solidFill>
                          <a:latin typeface="IBM Plex Mono SemiBold"/>
                          <a:ea typeface="IBM Plex Mono SemiBold"/>
                          <a:cs typeface="IBM Plex Mono SemiBold"/>
                        </a:endParaRPr>
                      </a:p>
                    </a:txBody>
                    <a:tcPr marL="30795" marR="30795"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DATA</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PEOPLE</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GOVERNANCE</a:t>
                        </a:r>
                        <a:endParaRPr lang="en-US" sz="900" spc="54" kern="0" b="0" i="0" dirty="0">
                          <a:solidFill>
                            <a:srgbClr val="070154"/>
                          </a:solidFill>
                          <a:latin typeface="IBM Plex Mono SemiBold"/>
                          <a:ea typeface="IBM Plex Mono SemiBold"/>
                          <a:cs typeface="IBM Plex Mono SemiBold"/>
                        </a:endParaRPr>
                      </a:p>
                    </a:txBody>
                    <a:tcPr marL="30795" marR="30795"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WHAT WE FOUND</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r>
                <a:tr h="558800">
                  <a:tc>
                    <a:txBody>
                      <a:bodyPr wrap="square" anchor="ctr" lIns="0" rIns="0" tIns="0" bIns="0">
                        <a:noAutofit/>
                      </a:bodyPr>
                      <a:lstStyle/>
                      <a:p>
                        <a:pPr algn="l" marL="0" indent="0">
                          <a:lnSpc>
                            <a:spcPts val="1800"/>
                          </a:lnSpc>
                          <a:spcBef>
                            <a:spcPts val="0"/>
                          </a:spcBef>
                          <a:spcAft>
                            <a:spcPts val="20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Patient billing</a:t>
                        </a:r>
                        <a:endParaRPr lang="en-US" sz="1200" spc="0" kern="0" b="0" i="0" dirty="0">
                          <a:solidFill>
                            <a:srgbClr val="070154"/>
                          </a:solidFill>
                          <a:latin typeface="IBM Plex Sans SemiBold"/>
                          <a:ea typeface="IBM Plex Sans SemiBold"/>
                          <a:cs typeface="IBM Plex Sans SemiBold"/>
                        </a:endParaRPr>
                      </a:p>
                      <a:p>
                        <a:pPr algn="l" marL="0" indent="0">
                          <a:lnSpc>
                            <a:spcPts val="1800"/>
                          </a:lnSpc>
                          <a:spcBef>
                            <a:spcPts val="0"/>
                          </a:spcBef>
                          <a:spcAft>
                            <a:spcPts val="0"/>
                          </a:spcAft>
                          <a:buNone/>
                          <a:defRPr lang="en-US" sz="1200" spc="0" kern="0" b="0" i="0" dirty="0">
                            <a:solidFill>
                              <a:srgbClr val="50658E"/>
                            </a:solidFill>
                            <a:latin typeface="IBM Plex Sans"/>
                            <a:ea typeface="IBM Plex Sans"/>
                            <a:cs typeface="IBM Plex Sans"/>
                          </a:defRPr>
                        </a:pPr>
                        <a:r>
                          <a:rPr lang="en-US" sz="1200" spc="0" kern="0" b="0" i="0" dirty="0">
                            <a:solidFill>
                              <a:srgbClr val="50658E"/>
                            </a:solidFill>
                            <a:latin typeface="IBM Plex Sans"/>
                            <a:ea typeface="IBM Plex Sans"/>
                            <a:cs typeface="IBM Plex Sans"/>
                          </a:rPr>
                          <a:t xml:space="preserve">Revenue</a:t>
                        </a:r>
                        <a:endParaRPr lang="en-US" sz="1200" spc="0" kern="0" b="0" i="0" dirty="0">
                          <a:solidFill>
                            <a:srgbClr val="50658E"/>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3</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3</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3</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3</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l" marL="152400" indent="-152400">
                          <a:lnSpc>
                            <a:spcPts val="1800"/>
                          </a:lnSpc>
                          <a:spcBef>
                            <a:spcPts val="0"/>
                          </a:spcBef>
                          <a:spcAft>
                            <a:spcPts val="30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Statements are clear and on time</a:t>
                        </a:r>
                        <a:endParaRPr lang="en-US" sz="1200" spc="0" kern="0" b="0" i="0" dirty="0">
                          <a:solidFill>
                            <a:srgbClr val="070154"/>
                          </a:solidFill>
                          <a:latin typeface="IBM Plex Sans"/>
                          <a:ea typeface="IBM Plex Sans"/>
                          <a:cs typeface="IBM Plex Sans"/>
                        </a:endParaRPr>
                      </a:p>
                      <a:p>
                        <a:pPr algn="l" marL="152400" indent="-152400">
                          <a:lnSpc>
                            <a:spcPts val="1800"/>
                          </a:lnSpc>
                          <a:spcBef>
                            <a:spcPts val="0"/>
                          </a:spcBef>
                          <a:spcAft>
                            <a:spcPts val="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Payment plans sit outside the platform</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558800">
                  <a:tc>
                    <a:txBody>
                      <a:bodyPr wrap="square" anchor="ctr" lIns="0" rIns="0" tIns="0" bIns="0">
                        <a:noAutofit/>
                      </a:bodyPr>
                      <a:lstStyle/>
                      <a:p>
                        <a:pPr algn="l" marL="0" indent="0">
                          <a:lnSpc>
                            <a:spcPts val="1800"/>
                          </a:lnSpc>
                          <a:spcBef>
                            <a:spcPts val="0"/>
                          </a:spcBef>
                          <a:spcAft>
                            <a:spcPts val="20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Denials management</a:t>
                        </a:r>
                        <a:endParaRPr lang="en-US" sz="1200" spc="0" kern="0" b="0" i="0" dirty="0">
                          <a:solidFill>
                            <a:srgbClr val="070154"/>
                          </a:solidFill>
                          <a:latin typeface="IBM Plex Sans SemiBold"/>
                          <a:ea typeface="IBM Plex Sans SemiBold"/>
                          <a:cs typeface="IBM Plex Sans SemiBold"/>
                        </a:endParaRPr>
                      </a:p>
                      <a:p>
                        <a:pPr algn="l" marL="0" indent="0">
                          <a:lnSpc>
                            <a:spcPts val="1800"/>
                          </a:lnSpc>
                          <a:spcBef>
                            <a:spcPts val="0"/>
                          </a:spcBef>
                          <a:spcAft>
                            <a:spcPts val="0"/>
                          </a:spcAft>
                          <a:buNone/>
                          <a:defRPr lang="en-US" sz="1200" spc="0" kern="0" b="0" i="0" dirty="0">
                            <a:solidFill>
                              <a:srgbClr val="50658E"/>
                            </a:solidFill>
                            <a:latin typeface="IBM Plex Sans"/>
                            <a:ea typeface="IBM Plex Sans"/>
                            <a:cs typeface="IBM Plex Sans"/>
                          </a:defRPr>
                        </a:pPr>
                        <a:r>
                          <a:rPr lang="en-US" sz="1200" spc="0" kern="0" b="0" i="0" dirty="0">
                            <a:solidFill>
                              <a:srgbClr val="50658E"/>
                            </a:solidFill>
                            <a:latin typeface="IBM Plex Sans"/>
                            <a:ea typeface="IBM Plex Sans"/>
                            <a:cs typeface="IBM Plex Sans"/>
                          </a:rPr>
                          <a:t xml:space="preserve">Revenue</a:t>
                        </a:r>
                        <a:endParaRPr lang="en-US" sz="1200" spc="0" kern="0" b="0" i="0" dirty="0">
                          <a:solidFill>
                            <a:srgbClr val="50658E"/>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1</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l" marL="152400" indent="-152400">
                          <a:lnSpc>
                            <a:spcPts val="1800"/>
                          </a:lnSpc>
                          <a:spcBef>
                            <a:spcPts val="0"/>
                          </a:spcBef>
                          <a:spcAft>
                            <a:spcPts val="30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Denial reasons are not coded</a:t>
                        </a:r>
                        <a:endParaRPr lang="en-US" sz="1200" spc="0" kern="0" b="0" i="0" dirty="0">
                          <a:solidFill>
                            <a:srgbClr val="070154"/>
                          </a:solidFill>
                          <a:latin typeface="IBM Plex Sans"/>
                          <a:ea typeface="IBM Plex Sans"/>
                          <a:cs typeface="IBM Plex Sans"/>
                        </a:endParaRPr>
                      </a:p>
                      <a:p>
                        <a:pPr algn="l" marL="152400" indent="-152400">
                          <a:lnSpc>
                            <a:spcPts val="1800"/>
                          </a:lnSpc>
                          <a:spcBef>
                            <a:spcPts val="0"/>
                          </a:spcBef>
                          <a:spcAft>
                            <a:spcPts val="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Rework is owned by no one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558800">
                  <a:tc>
                    <a:txBody>
                      <a:bodyPr wrap="square" anchor="ctr" lIns="0" rIns="0" tIns="0" bIns="0">
                        <a:noAutofit/>
                      </a:bodyPr>
                      <a:lstStyle/>
                      <a:p>
                        <a:pPr algn="l" marL="0" indent="0">
                          <a:lnSpc>
                            <a:spcPts val="1800"/>
                          </a:lnSpc>
                          <a:spcBef>
                            <a:spcPts val="0"/>
                          </a:spcBef>
                          <a:spcAft>
                            <a:spcPts val="20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Clinical documentation</a:t>
                        </a:r>
                        <a:endParaRPr lang="en-US" sz="1200" spc="0" kern="0" b="0" i="0" dirty="0">
                          <a:solidFill>
                            <a:srgbClr val="070154"/>
                          </a:solidFill>
                          <a:latin typeface="IBM Plex Sans SemiBold"/>
                          <a:ea typeface="IBM Plex Sans SemiBold"/>
                          <a:cs typeface="IBM Plex Sans SemiBold"/>
                        </a:endParaRPr>
                      </a:p>
                      <a:p>
                        <a:pPr algn="l" marL="0" indent="0">
                          <a:lnSpc>
                            <a:spcPts val="1800"/>
                          </a:lnSpc>
                          <a:spcBef>
                            <a:spcPts val="0"/>
                          </a:spcBef>
                          <a:spcAft>
                            <a:spcPts val="0"/>
                          </a:spcAft>
                          <a:buNone/>
                          <a:defRPr lang="en-US" sz="1200" spc="0" kern="0" b="0" i="0" dirty="0">
                            <a:solidFill>
                              <a:srgbClr val="50658E"/>
                            </a:solidFill>
                            <a:latin typeface="IBM Plex Sans"/>
                            <a:ea typeface="IBM Plex Sans"/>
                            <a:cs typeface="IBM Plex Sans"/>
                          </a:defRPr>
                        </a:pPr>
                        <a:r>
                          <a:rPr lang="en-US" sz="1200" spc="0" kern="0" b="0" i="0" dirty="0">
                            <a:solidFill>
                              <a:srgbClr val="50658E"/>
                            </a:solidFill>
                            <a:latin typeface="IBM Plex Sans"/>
                            <a:ea typeface="IBM Plex Sans"/>
                            <a:cs typeface="IBM Plex Sans"/>
                          </a:rPr>
                          <a:t xml:space="preserve">Care delivery</a:t>
                        </a:r>
                        <a:endParaRPr lang="en-US" sz="1200" spc="0" kern="0" b="0" i="0" dirty="0">
                          <a:solidFill>
                            <a:srgbClr val="50658E"/>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FFFFFF"/>
                            </a:solidFill>
                            <a:latin typeface="IBM Plex Mono SemiBold"/>
                            <a:ea typeface="IBM Plex Mono SemiBold"/>
                            <a:cs typeface="IBM Plex Mono SemiBold"/>
                          </a:defRPr>
                        </a:pPr>
                        <a:r>
                          <a:rPr lang="en-US" sz="1200" spc="0" kern="0" b="0" i="0" dirty="0">
                            <a:solidFill>
                              <a:srgbClr val="FFFFFF"/>
                            </a:solidFill>
                            <a:latin typeface="IBM Plex Mono SemiBold"/>
                            <a:ea typeface="IBM Plex Mono SemiBold"/>
                            <a:cs typeface="IBM Plex Mono SemiBold"/>
                          </a:rPr>
                          <a:t xml:space="preserve">4</a:t>
                        </a:r>
                        <a:endParaRPr lang="en-US" sz="12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FFFFFF"/>
                            </a:solidFill>
                            <a:latin typeface="IBM Plex Mono SemiBold"/>
                            <a:ea typeface="IBM Plex Mono SemiBold"/>
                            <a:cs typeface="IBM Plex Mono SemiBold"/>
                          </a:defRPr>
                        </a:pPr>
                        <a:r>
                          <a:rPr lang="en-US" sz="1200" spc="0" kern="0" b="0" i="0" dirty="0">
                            <a:solidFill>
                              <a:srgbClr val="FFFFFF"/>
                            </a:solidFill>
                            <a:latin typeface="IBM Plex Mono SemiBold"/>
                            <a:ea typeface="IBM Plex Mono SemiBold"/>
                            <a:cs typeface="IBM Plex Mono SemiBold"/>
                          </a:rPr>
                          <a:t xml:space="preserve">4</a:t>
                        </a:r>
                        <a:endParaRPr lang="en-US" sz="12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3</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FFFFFF"/>
                            </a:solidFill>
                            <a:latin typeface="IBM Plex Mono SemiBold"/>
                            <a:ea typeface="IBM Plex Mono SemiBold"/>
                            <a:cs typeface="IBM Plex Mono SemiBold"/>
                          </a:defRPr>
                        </a:pPr>
                        <a:r>
                          <a:rPr lang="en-US" sz="1200" spc="0" kern="0" b="0" i="0" dirty="0">
                            <a:solidFill>
                              <a:srgbClr val="FFFFFF"/>
                            </a:solidFill>
                            <a:latin typeface="IBM Plex Mono SemiBold"/>
                            <a:ea typeface="IBM Plex Mono SemiBold"/>
                            <a:cs typeface="IBM Plex Mono SemiBold"/>
                          </a:rPr>
                          <a:t xml:space="preserve">4</a:t>
                        </a:r>
                        <a:endParaRPr lang="en-US" sz="12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3</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l" marL="152400" indent="-152400">
                          <a:lnSpc>
                            <a:spcPts val="1800"/>
                          </a:lnSpc>
                          <a:spcBef>
                            <a:spcPts val="0"/>
                          </a:spcBef>
                          <a:spcAft>
                            <a:spcPts val="30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Templates are strong and reused</a:t>
                        </a:r>
                        <a:endParaRPr lang="en-US" sz="1200" spc="0" kern="0" b="0" i="0" dirty="0">
                          <a:solidFill>
                            <a:srgbClr val="070154"/>
                          </a:solidFill>
                          <a:latin typeface="IBM Plex Sans"/>
                          <a:ea typeface="IBM Plex Sans"/>
                          <a:cs typeface="IBM Plex Sans"/>
                        </a:endParaRPr>
                      </a:p>
                      <a:p>
                        <a:pPr algn="l" marL="152400" indent="-152400">
                          <a:lnSpc>
                            <a:spcPts val="1800"/>
                          </a:lnSpc>
                          <a:spcBef>
                            <a:spcPts val="0"/>
                          </a:spcBef>
                          <a:spcAft>
                            <a:spcPts val="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Voice capture is live in two units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558800">
                  <a:tc>
                    <a:txBody>
                      <a:bodyPr wrap="square" anchor="ctr" lIns="0" rIns="0" tIns="0" bIns="0">
                        <a:noAutofit/>
                      </a:bodyPr>
                      <a:lstStyle/>
                      <a:p>
                        <a:pPr algn="l" marL="0" indent="0">
                          <a:lnSpc>
                            <a:spcPts val="1800"/>
                          </a:lnSpc>
                          <a:spcBef>
                            <a:spcPts val="0"/>
                          </a:spcBef>
                          <a:spcAft>
                            <a:spcPts val="20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Care coordination</a:t>
                        </a:r>
                        <a:endParaRPr lang="en-US" sz="1200" spc="0" kern="0" b="0" i="0" dirty="0">
                          <a:solidFill>
                            <a:srgbClr val="070154"/>
                          </a:solidFill>
                          <a:latin typeface="IBM Plex Sans SemiBold"/>
                          <a:ea typeface="IBM Plex Sans SemiBold"/>
                          <a:cs typeface="IBM Plex Sans SemiBold"/>
                        </a:endParaRPr>
                      </a:p>
                      <a:p>
                        <a:pPr algn="l" marL="0" indent="0">
                          <a:lnSpc>
                            <a:spcPts val="1800"/>
                          </a:lnSpc>
                          <a:spcBef>
                            <a:spcPts val="0"/>
                          </a:spcBef>
                          <a:spcAft>
                            <a:spcPts val="0"/>
                          </a:spcAft>
                          <a:buNone/>
                          <a:defRPr lang="en-US" sz="1200" spc="0" kern="0" b="0" i="0" dirty="0">
                            <a:solidFill>
                              <a:srgbClr val="50658E"/>
                            </a:solidFill>
                            <a:latin typeface="IBM Plex Sans"/>
                            <a:ea typeface="IBM Plex Sans"/>
                            <a:cs typeface="IBM Plex Sans"/>
                          </a:defRPr>
                        </a:pPr>
                        <a:r>
                          <a:rPr lang="en-US" sz="1200" spc="0" kern="0" b="0" i="0" dirty="0">
                            <a:solidFill>
                              <a:srgbClr val="50658E"/>
                            </a:solidFill>
                            <a:latin typeface="IBM Plex Sans"/>
                            <a:ea typeface="IBM Plex Sans"/>
                            <a:cs typeface="IBM Plex Sans"/>
                          </a:rPr>
                          <a:t xml:space="preserve">Care delivery</a:t>
                        </a:r>
                        <a:endParaRPr lang="en-US" sz="1200" spc="0" kern="0" b="0" i="0" dirty="0">
                          <a:solidFill>
                            <a:srgbClr val="50658E"/>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1</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3</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l" marL="152400" indent="-152400">
                          <a:lnSpc>
                            <a:spcPts val="1800"/>
                          </a:lnSpc>
                          <a:spcBef>
                            <a:spcPts val="0"/>
                          </a:spcBef>
                          <a:spcAft>
                            <a:spcPts val="30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Handoffs run on phone and email</a:t>
                        </a:r>
                        <a:endParaRPr lang="en-US" sz="1200" spc="0" kern="0" b="0" i="0" dirty="0">
                          <a:solidFill>
                            <a:srgbClr val="070154"/>
                          </a:solidFill>
                          <a:latin typeface="IBM Plex Sans"/>
                          <a:ea typeface="IBM Plex Sans"/>
                          <a:cs typeface="IBM Plex Sans"/>
                        </a:endParaRPr>
                      </a:p>
                      <a:p>
                        <a:pPr algn="l" marL="152400" indent="-152400">
                          <a:lnSpc>
                            <a:spcPts val="1800"/>
                          </a:lnSpc>
                          <a:spcBef>
                            <a:spcPts val="0"/>
                          </a:spcBef>
                          <a:spcAft>
                            <a:spcPts val="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Care plans live in three tools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558800">
                  <a:tc>
                    <a:txBody>
                      <a:bodyPr wrap="square" anchor="ctr" lIns="0" rIns="0" tIns="0" bIns="0">
                        <a:noAutofit/>
                      </a:bodyPr>
                      <a:lstStyle/>
                      <a:p>
                        <a:pPr algn="l" marL="0" indent="0">
                          <a:lnSpc>
                            <a:spcPts val="1800"/>
                          </a:lnSpc>
                          <a:spcBef>
                            <a:spcPts val="0"/>
                          </a:spcBef>
                          <a:spcAft>
                            <a:spcPts val="20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Supply chain</a:t>
                        </a:r>
                        <a:endParaRPr lang="en-US" sz="1200" spc="0" kern="0" b="0" i="0" dirty="0">
                          <a:solidFill>
                            <a:srgbClr val="070154"/>
                          </a:solidFill>
                          <a:latin typeface="IBM Plex Sans SemiBold"/>
                          <a:ea typeface="IBM Plex Sans SemiBold"/>
                          <a:cs typeface="IBM Plex Sans SemiBold"/>
                        </a:endParaRPr>
                      </a:p>
                      <a:p>
                        <a:pPr algn="l" marL="0" indent="0">
                          <a:lnSpc>
                            <a:spcPts val="1800"/>
                          </a:lnSpc>
                          <a:spcBef>
                            <a:spcPts val="0"/>
                          </a:spcBef>
                          <a:spcAft>
                            <a:spcPts val="0"/>
                          </a:spcAft>
                          <a:buNone/>
                          <a:defRPr lang="en-US" sz="1200" spc="0" kern="0" b="0" i="0" dirty="0">
                            <a:solidFill>
                              <a:srgbClr val="50658E"/>
                            </a:solidFill>
                            <a:latin typeface="IBM Plex Sans"/>
                            <a:ea typeface="IBM Plex Sans"/>
                            <a:cs typeface="IBM Plex Sans"/>
                          </a:defRPr>
                        </a:pPr>
                        <a:r>
                          <a:rPr lang="en-US" sz="1200" spc="0" kern="0" b="0" i="0" dirty="0">
                            <a:solidFill>
                              <a:srgbClr val="50658E"/>
                            </a:solidFill>
                            <a:latin typeface="IBM Plex Sans"/>
                            <a:ea typeface="IBM Plex Sans"/>
                            <a:cs typeface="IBM Plex Sans"/>
                          </a:rPr>
                          <a:t xml:space="preserve">Operations</a:t>
                        </a:r>
                        <a:endParaRPr lang="en-US" sz="1200" spc="0" kern="0" b="0" i="0" dirty="0">
                          <a:solidFill>
                            <a:srgbClr val="50658E"/>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3</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3</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l" marL="152400" indent="-152400">
                          <a:lnSpc>
                            <a:spcPts val="1800"/>
                          </a:lnSpc>
                          <a:spcBef>
                            <a:spcPts val="0"/>
                          </a:spcBef>
                          <a:spcAft>
                            <a:spcPts val="30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Contracts are tracked by site</a:t>
                        </a:r>
                        <a:endParaRPr lang="en-US" sz="1200" spc="0" kern="0" b="0" i="0" dirty="0">
                          <a:solidFill>
                            <a:srgbClr val="070154"/>
                          </a:solidFill>
                          <a:latin typeface="IBM Plex Sans"/>
                          <a:ea typeface="IBM Plex Sans"/>
                          <a:cs typeface="IBM Plex Sans"/>
                        </a:endParaRPr>
                      </a:p>
                      <a:p>
                        <a:pPr algn="l" marL="152400" indent="-152400">
                          <a:lnSpc>
                            <a:spcPts val="1800"/>
                          </a:lnSpc>
                          <a:spcBef>
                            <a:spcPts val="0"/>
                          </a:spcBef>
                          <a:spcAft>
                            <a:spcPts val="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Item master has duplicates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558800">
                  <a:tc>
                    <a:txBody>
                      <a:bodyPr wrap="square" anchor="ctr" lIns="0" rIns="0" tIns="0" bIns="0">
                        <a:noAutofit/>
                      </a:bodyPr>
                      <a:lstStyle/>
                      <a:p>
                        <a:pPr algn="l" marL="0" indent="0">
                          <a:lnSpc>
                            <a:spcPts val="1800"/>
                          </a:lnSpc>
                          <a:spcBef>
                            <a:spcPts val="0"/>
                          </a:spcBef>
                          <a:spcAft>
                            <a:spcPts val="20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Workforce management</a:t>
                        </a:r>
                        <a:endParaRPr lang="en-US" sz="1200" spc="0" kern="0" b="0" i="0" dirty="0">
                          <a:solidFill>
                            <a:srgbClr val="070154"/>
                          </a:solidFill>
                          <a:latin typeface="IBM Plex Sans SemiBold"/>
                          <a:ea typeface="IBM Plex Sans SemiBold"/>
                          <a:cs typeface="IBM Plex Sans SemiBold"/>
                        </a:endParaRPr>
                      </a:p>
                      <a:p>
                        <a:pPr algn="l" marL="0" indent="0">
                          <a:lnSpc>
                            <a:spcPts val="1800"/>
                          </a:lnSpc>
                          <a:spcBef>
                            <a:spcPts val="0"/>
                          </a:spcBef>
                          <a:spcAft>
                            <a:spcPts val="0"/>
                          </a:spcAft>
                          <a:buNone/>
                          <a:defRPr lang="en-US" sz="1200" spc="0" kern="0" b="0" i="0" dirty="0">
                            <a:solidFill>
                              <a:srgbClr val="50658E"/>
                            </a:solidFill>
                            <a:latin typeface="IBM Plex Sans"/>
                            <a:ea typeface="IBM Plex Sans"/>
                            <a:cs typeface="IBM Plex Sans"/>
                          </a:defRPr>
                        </a:pPr>
                        <a:r>
                          <a:rPr lang="en-US" sz="1200" spc="0" kern="0" b="0" i="0" dirty="0">
                            <a:solidFill>
                              <a:srgbClr val="50658E"/>
                            </a:solidFill>
                            <a:latin typeface="IBM Plex Sans"/>
                            <a:ea typeface="IBM Plex Sans"/>
                            <a:cs typeface="IBM Plex Sans"/>
                          </a:rPr>
                          <a:t xml:space="preserve">Operations</a:t>
                        </a:r>
                        <a:endParaRPr lang="en-US" sz="1200" spc="0" kern="0" b="0" i="0" dirty="0">
                          <a:solidFill>
                            <a:srgbClr val="50658E"/>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3</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3</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l" marL="152400" indent="-152400">
                          <a:lnSpc>
                            <a:spcPts val="1800"/>
                          </a:lnSpc>
                          <a:spcBef>
                            <a:spcPts val="0"/>
                          </a:spcBef>
                          <a:spcAft>
                            <a:spcPts val="30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Rosters are built by hand</a:t>
                        </a:r>
                        <a:endParaRPr lang="en-US" sz="1200" spc="0" kern="0" b="0" i="0" dirty="0">
                          <a:solidFill>
                            <a:srgbClr val="070154"/>
                          </a:solidFill>
                          <a:latin typeface="IBM Plex Sans"/>
                          <a:ea typeface="IBM Plex Sans"/>
                          <a:cs typeface="IBM Plex Sans"/>
                        </a:endParaRPr>
                      </a:p>
                      <a:p>
                        <a:pPr algn="l" marL="152400" indent="-152400">
                          <a:lnSpc>
                            <a:spcPts val="1800"/>
                          </a:lnSpc>
                          <a:spcBef>
                            <a:spcPts val="0"/>
                          </a:spcBef>
                          <a:spcAft>
                            <a:spcPts val="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Credentialing is on time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bl>
            </a:graphicData>
          </a:graphic>
        </p:graphicFrame>
        <p:sp>
          <p:nvSpPr>
            <p:cNvPr id="68" name="node01.continued"/>
            <p:cNvSpPr/>
            <p:nvPr/>
          </p:nvSpPr>
          <p:spPr>
            <a:xfrm>
              <a:off x="723900" y="1371600"/>
              <a:ext cx="10744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CAPABILITY HEAT MAP WITH NOTES (CONTINUED, 2 OF 3)</a:t>
              </a:r>
              <a:endParaRPr lang="en-US" sz="900" spc="54" kern="0" b="0" i="0" dirty="0">
                <a:solidFill>
                  <a:srgbClr val="50658E"/>
                </a:solidFill>
                <a:latin typeface="IBM Plex Mono Medium"/>
                <a:ea typeface="IBM Plex Mono Medium"/>
                <a:cs typeface="IBM Plex Mono Medium"/>
              </a:endParaRPr>
            </a:p>
          </p:txBody>
        </p:sp>
      </p:grpSp>
      <p:grpSp>
        <p:nvGrpSpPr>
          <p:cNvPr id="80" name="node02"/>
          <p:cNvGrpSpPr/>
          <p:nvPr/>
        </p:nvGrpSpPr>
        <p:grpSpPr>
          <a:xfrm>
            <a:off x="723900" y="5486400"/>
            <a:ext cx="6392863" cy="228600"/>
            <a:chOff x="723900" y="5486400"/>
            <a:chExt cx="6392863" cy="228600"/>
          </a:xfrm>
        </p:grpSpPr>
        <p:sp>
          <p:nvSpPr>
            <p:cNvPr id="69" name="node02.items.slot-001.swatch"/>
            <p:cNvSpPr/>
            <p:nvPr/>
          </p:nvSpPr>
          <p:spPr>
            <a:xfrm>
              <a:off x="723900" y="5537200"/>
              <a:ext cx="228600" cy="127000"/>
            </a:xfrm>
            <a:prstGeom prst="rect">
              <a:avLst/>
            </a:prstGeom>
            <a:solidFill>
              <a:srgbClr val="E8EEF8"/>
            </a:solidFill>
            <a:ln>
              <a:noFill/>
            </a:ln>
          </p:spPr>
        </p:sp>
        <p:sp>
          <p:nvSpPr>
            <p:cNvPr id="70" name="node02.items.slot-001.text"/>
            <p:cNvSpPr/>
            <p:nvPr/>
          </p:nvSpPr>
          <p:spPr>
            <a:xfrm>
              <a:off x="1016000" y="5486400"/>
              <a:ext cx="652463"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1 Ad hoc</a:t>
              </a:r>
              <a:endParaRPr lang="en-US" sz="1200" spc="0" kern="0" b="0" i="0" dirty="0">
                <a:solidFill>
                  <a:srgbClr val="070154"/>
                </a:solidFill>
                <a:latin typeface="IBM Plex Sans"/>
                <a:ea typeface="IBM Plex Sans"/>
                <a:cs typeface="IBM Plex Sans"/>
              </a:endParaRPr>
            </a:p>
          </p:txBody>
        </p:sp>
        <p:sp>
          <p:nvSpPr>
            <p:cNvPr id="71" name="node02.items.slot-002.swatch"/>
            <p:cNvSpPr/>
            <p:nvPr/>
          </p:nvSpPr>
          <p:spPr>
            <a:xfrm>
              <a:off x="1897063" y="5537200"/>
              <a:ext cx="228600" cy="127000"/>
            </a:xfrm>
            <a:prstGeom prst="rect">
              <a:avLst/>
            </a:prstGeom>
            <a:solidFill>
              <a:srgbClr val="B9C9F0"/>
            </a:solidFill>
            <a:ln>
              <a:noFill/>
            </a:ln>
          </p:spPr>
        </p:sp>
        <p:sp>
          <p:nvSpPr>
            <p:cNvPr id="72" name="node02.items.slot-002.text"/>
            <p:cNvSpPr/>
            <p:nvPr/>
          </p:nvSpPr>
          <p:spPr>
            <a:xfrm>
              <a:off x="2189163" y="5486400"/>
              <a:ext cx="963613"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2 Repeatable</a:t>
              </a:r>
              <a:endParaRPr lang="en-US" sz="1200" spc="0" kern="0" b="0" i="0" dirty="0">
                <a:solidFill>
                  <a:srgbClr val="070154"/>
                </a:solidFill>
                <a:latin typeface="IBM Plex Sans"/>
                <a:ea typeface="IBM Plex Sans"/>
                <a:cs typeface="IBM Plex Sans"/>
              </a:endParaRPr>
            </a:p>
          </p:txBody>
        </p:sp>
        <p:sp>
          <p:nvSpPr>
            <p:cNvPr id="73" name="node02.items.slot-003.swatch"/>
            <p:cNvSpPr/>
            <p:nvPr/>
          </p:nvSpPr>
          <p:spPr>
            <a:xfrm>
              <a:off x="3381375" y="5537200"/>
              <a:ext cx="228600" cy="127000"/>
            </a:xfrm>
            <a:prstGeom prst="rect">
              <a:avLst/>
            </a:prstGeom>
            <a:solidFill>
              <a:srgbClr val="7C9BFF"/>
            </a:solidFill>
            <a:ln>
              <a:noFill/>
            </a:ln>
          </p:spPr>
        </p:sp>
        <p:sp>
          <p:nvSpPr>
            <p:cNvPr id="74" name="node02.items.slot-003.text"/>
            <p:cNvSpPr/>
            <p:nvPr/>
          </p:nvSpPr>
          <p:spPr>
            <a:xfrm>
              <a:off x="3673475" y="5486400"/>
              <a:ext cx="711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3 Defined</a:t>
              </a:r>
              <a:endParaRPr lang="en-US" sz="1200" spc="0" kern="0" b="0" i="0" dirty="0">
                <a:solidFill>
                  <a:srgbClr val="070154"/>
                </a:solidFill>
                <a:latin typeface="IBM Plex Sans"/>
                <a:ea typeface="IBM Plex Sans"/>
                <a:cs typeface="IBM Plex Sans"/>
              </a:endParaRPr>
            </a:p>
          </p:txBody>
        </p:sp>
        <p:sp>
          <p:nvSpPr>
            <p:cNvPr id="75" name="node02.items.slot-004.swatch"/>
            <p:cNvSpPr/>
            <p:nvPr/>
          </p:nvSpPr>
          <p:spPr>
            <a:xfrm>
              <a:off x="4613275" y="5537200"/>
              <a:ext cx="228600" cy="127000"/>
            </a:xfrm>
            <a:prstGeom prst="rect">
              <a:avLst/>
            </a:prstGeom>
            <a:solidFill>
              <a:srgbClr val="0047FF"/>
            </a:solidFill>
            <a:ln>
              <a:noFill/>
            </a:ln>
          </p:spPr>
        </p:sp>
        <p:sp>
          <p:nvSpPr>
            <p:cNvPr id="76" name="node02.items.slot-004.text"/>
            <p:cNvSpPr/>
            <p:nvPr/>
          </p:nvSpPr>
          <p:spPr>
            <a:xfrm>
              <a:off x="4905375" y="5486400"/>
              <a:ext cx="80645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4 Managed</a:t>
              </a:r>
              <a:endParaRPr lang="en-US" sz="1200" spc="0" kern="0" b="0" i="0" dirty="0">
                <a:solidFill>
                  <a:srgbClr val="070154"/>
                </a:solidFill>
                <a:latin typeface="IBM Plex Sans"/>
                <a:ea typeface="IBM Plex Sans"/>
                <a:cs typeface="IBM Plex Sans"/>
              </a:endParaRPr>
            </a:p>
          </p:txBody>
        </p:sp>
        <p:sp>
          <p:nvSpPr>
            <p:cNvPr id="77" name="node02.items.slot-005.swatch"/>
            <p:cNvSpPr/>
            <p:nvPr/>
          </p:nvSpPr>
          <p:spPr>
            <a:xfrm>
              <a:off x="5940425" y="5537200"/>
              <a:ext cx="228600" cy="127000"/>
            </a:xfrm>
            <a:prstGeom prst="rect">
              <a:avLst/>
            </a:prstGeom>
            <a:solidFill>
              <a:srgbClr val="070154"/>
            </a:solidFill>
            <a:ln>
              <a:noFill/>
            </a:ln>
          </p:spPr>
        </p:sp>
        <p:sp>
          <p:nvSpPr>
            <p:cNvPr id="78" name="node02.items.slot-005.text"/>
            <p:cNvSpPr/>
            <p:nvPr/>
          </p:nvSpPr>
          <p:spPr>
            <a:xfrm>
              <a:off x="6232525" y="5486400"/>
              <a:ext cx="884238"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5 Optimized</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ource-203">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CAPABILITY ASSESSMENT</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Referrals, denials and care coordination score lowest</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Sample ratings for layout only; replace before use.</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46</a:t>
            </a:fld>
            <a:endParaRPr lang="en-US" sz="700" spc="0" kern="0" b="0" i="0" dirty="0">
              <a:solidFill>
                <a:srgbClr val="070154"/>
              </a:solidFill>
              <a:latin typeface="IBM Plex Mono SemiBold"/>
              <a:ea typeface="IBM Plex Mono SemiBold"/>
              <a:cs typeface="IBM Plex Mono SemiBold"/>
            </a:endParaRPr>
          </a:p>
        </p:txBody>
      </p:sp>
      <p:grpSp>
        <p:nvGrpSpPr>
          <p:cNvPr id="84" name="node01"/>
          <p:cNvGrpSpPr/>
          <p:nvPr/>
        </p:nvGrpSpPr>
        <p:grpSpPr>
          <a:xfrm>
            <a:off x="723900" y="1600200"/>
            <a:ext cx="10744200" cy="3708400"/>
            <a:chOff x="723900" y="1600200"/>
            <a:chExt cx="10744200" cy="3708400"/>
          </a:xfrm>
        </p:grpSpPr>
        <p:sp>
          <p:nvSpPr>
            <p:cNvPr id="7" name="node01.row.item-001.h0.heat-gap"/>
            <p:cNvSpPr/>
            <p:nvPr/>
          </p:nvSpPr>
          <p:spPr>
            <a:xfrm>
              <a:off x="3238500" y="1955800"/>
              <a:ext cx="736600" cy="558800"/>
            </a:xfrm>
            <a:prstGeom prst="rect">
              <a:avLst/>
            </a:prstGeom>
            <a:solidFill>
              <a:srgbClr val="FFFFFF"/>
            </a:solidFill>
            <a:ln>
              <a:noFill/>
            </a:ln>
          </p:spPr>
        </p:sp>
        <p:sp>
          <p:nvSpPr>
            <p:cNvPr id="8" name="node01.row.item-001.h0.heat"/>
            <p:cNvSpPr/>
            <p:nvPr/>
          </p:nvSpPr>
          <p:spPr>
            <a:xfrm>
              <a:off x="3257550" y="1974850"/>
              <a:ext cx="698500" cy="520700"/>
            </a:xfrm>
            <a:prstGeom prst="rect">
              <a:avLst/>
            </a:prstGeom>
            <a:solidFill>
              <a:srgbClr val="7C9BFF"/>
            </a:solidFill>
            <a:ln>
              <a:noFill/>
            </a:ln>
          </p:spPr>
        </p:sp>
        <p:sp>
          <p:nvSpPr>
            <p:cNvPr id="9" name="node01.row.item-001.h1.heat-gap"/>
            <p:cNvSpPr/>
            <p:nvPr/>
          </p:nvSpPr>
          <p:spPr>
            <a:xfrm>
              <a:off x="3975100" y="1955800"/>
              <a:ext cx="736600" cy="558800"/>
            </a:xfrm>
            <a:prstGeom prst="rect">
              <a:avLst/>
            </a:prstGeom>
            <a:solidFill>
              <a:srgbClr val="FFFFFF"/>
            </a:solidFill>
            <a:ln>
              <a:noFill/>
            </a:ln>
          </p:spPr>
        </p:sp>
        <p:sp>
          <p:nvSpPr>
            <p:cNvPr id="10" name="node01.row.item-001.h1.heat"/>
            <p:cNvSpPr/>
            <p:nvPr/>
          </p:nvSpPr>
          <p:spPr>
            <a:xfrm>
              <a:off x="3994150" y="1974850"/>
              <a:ext cx="698500" cy="520700"/>
            </a:xfrm>
            <a:prstGeom prst="rect">
              <a:avLst/>
            </a:prstGeom>
            <a:solidFill>
              <a:srgbClr val="B9C9F0"/>
            </a:solidFill>
            <a:ln>
              <a:noFill/>
            </a:ln>
          </p:spPr>
        </p:sp>
        <p:sp>
          <p:nvSpPr>
            <p:cNvPr id="11" name="node01.row.item-001.h2.heat-gap"/>
            <p:cNvSpPr/>
            <p:nvPr/>
          </p:nvSpPr>
          <p:spPr>
            <a:xfrm>
              <a:off x="4711700" y="1955800"/>
              <a:ext cx="736600" cy="558800"/>
            </a:xfrm>
            <a:prstGeom prst="rect">
              <a:avLst/>
            </a:prstGeom>
            <a:solidFill>
              <a:srgbClr val="FFFFFF"/>
            </a:solidFill>
            <a:ln>
              <a:noFill/>
            </a:ln>
          </p:spPr>
        </p:sp>
        <p:sp>
          <p:nvSpPr>
            <p:cNvPr id="12" name="node01.row.item-001.h2.heat"/>
            <p:cNvSpPr/>
            <p:nvPr/>
          </p:nvSpPr>
          <p:spPr>
            <a:xfrm>
              <a:off x="4730750" y="1974850"/>
              <a:ext cx="698500" cy="520700"/>
            </a:xfrm>
            <a:prstGeom prst="rect">
              <a:avLst/>
            </a:prstGeom>
            <a:solidFill>
              <a:srgbClr val="B9C9F0"/>
            </a:solidFill>
            <a:ln>
              <a:noFill/>
            </a:ln>
          </p:spPr>
        </p:sp>
        <p:sp>
          <p:nvSpPr>
            <p:cNvPr id="13" name="node01.row.item-001.h3.heat-gap"/>
            <p:cNvSpPr/>
            <p:nvPr/>
          </p:nvSpPr>
          <p:spPr>
            <a:xfrm>
              <a:off x="5448300" y="1955800"/>
              <a:ext cx="736600" cy="558800"/>
            </a:xfrm>
            <a:prstGeom prst="rect">
              <a:avLst/>
            </a:prstGeom>
            <a:solidFill>
              <a:srgbClr val="FFFFFF"/>
            </a:solidFill>
            <a:ln>
              <a:noFill/>
            </a:ln>
          </p:spPr>
        </p:sp>
        <p:sp>
          <p:nvSpPr>
            <p:cNvPr id="14" name="node01.row.item-001.h3.heat"/>
            <p:cNvSpPr/>
            <p:nvPr/>
          </p:nvSpPr>
          <p:spPr>
            <a:xfrm>
              <a:off x="5467350" y="1974850"/>
              <a:ext cx="698500" cy="520700"/>
            </a:xfrm>
            <a:prstGeom prst="rect">
              <a:avLst/>
            </a:prstGeom>
            <a:solidFill>
              <a:srgbClr val="7C9BFF"/>
            </a:solidFill>
            <a:ln>
              <a:noFill/>
            </a:ln>
          </p:spPr>
        </p:sp>
        <p:sp>
          <p:nvSpPr>
            <p:cNvPr id="15" name="node01.row.item-001.h4.heat-gap"/>
            <p:cNvSpPr/>
            <p:nvPr/>
          </p:nvSpPr>
          <p:spPr>
            <a:xfrm>
              <a:off x="6184900" y="1955800"/>
              <a:ext cx="736600" cy="558800"/>
            </a:xfrm>
            <a:prstGeom prst="rect">
              <a:avLst/>
            </a:prstGeom>
            <a:solidFill>
              <a:srgbClr val="FFFFFF"/>
            </a:solidFill>
            <a:ln>
              <a:noFill/>
            </a:ln>
          </p:spPr>
        </p:sp>
        <p:sp>
          <p:nvSpPr>
            <p:cNvPr id="16" name="node01.row.item-001.h4.heat"/>
            <p:cNvSpPr/>
            <p:nvPr/>
          </p:nvSpPr>
          <p:spPr>
            <a:xfrm>
              <a:off x="6203950" y="1974850"/>
              <a:ext cx="698500" cy="520700"/>
            </a:xfrm>
            <a:prstGeom prst="rect">
              <a:avLst/>
            </a:prstGeom>
            <a:solidFill>
              <a:srgbClr val="B9C9F0"/>
            </a:solidFill>
            <a:ln>
              <a:noFill/>
            </a:ln>
          </p:spPr>
        </p:sp>
        <p:sp>
          <p:nvSpPr>
            <p:cNvPr id="17" name="node01.row.item-002.h0.heat-gap"/>
            <p:cNvSpPr/>
            <p:nvPr/>
          </p:nvSpPr>
          <p:spPr>
            <a:xfrm>
              <a:off x="3238500" y="2514600"/>
              <a:ext cx="736600" cy="558800"/>
            </a:xfrm>
            <a:prstGeom prst="rect">
              <a:avLst/>
            </a:prstGeom>
            <a:solidFill>
              <a:srgbClr val="FFFFFF"/>
            </a:solidFill>
            <a:ln>
              <a:noFill/>
            </a:ln>
          </p:spPr>
        </p:sp>
        <p:sp>
          <p:nvSpPr>
            <p:cNvPr id="18" name="node01.row.item-002.h0.heat"/>
            <p:cNvSpPr/>
            <p:nvPr/>
          </p:nvSpPr>
          <p:spPr>
            <a:xfrm>
              <a:off x="3257550" y="2533650"/>
              <a:ext cx="698500" cy="520700"/>
            </a:xfrm>
            <a:prstGeom prst="rect">
              <a:avLst/>
            </a:prstGeom>
            <a:solidFill>
              <a:srgbClr val="B9C9F0"/>
            </a:solidFill>
            <a:ln>
              <a:noFill/>
            </a:ln>
          </p:spPr>
        </p:sp>
        <p:sp>
          <p:nvSpPr>
            <p:cNvPr id="19" name="node01.row.item-002.h1.heat-gap"/>
            <p:cNvSpPr/>
            <p:nvPr/>
          </p:nvSpPr>
          <p:spPr>
            <a:xfrm>
              <a:off x="3975100" y="2514600"/>
              <a:ext cx="736600" cy="558800"/>
            </a:xfrm>
            <a:prstGeom prst="rect">
              <a:avLst/>
            </a:prstGeom>
            <a:solidFill>
              <a:srgbClr val="FFFFFF"/>
            </a:solidFill>
            <a:ln>
              <a:noFill/>
            </a:ln>
          </p:spPr>
        </p:sp>
        <p:sp>
          <p:nvSpPr>
            <p:cNvPr id="20" name="node01.row.item-002.h1.heat"/>
            <p:cNvSpPr/>
            <p:nvPr/>
          </p:nvSpPr>
          <p:spPr>
            <a:xfrm>
              <a:off x="3994150" y="2533650"/>
              <a:ext cx="698500" cy="520700"/>
            </a:xfrm>
            <a:prstGeom prst="rect">
              <a:avLst/>
            </a:prstGeom>
            <a:solidFill>
              <a:srgbClr val="E8EEF8"/>
            </a:solidFill>
            <a:ln>
              <a:noFill/>
            </a:ln>
          </p:spPr>
        </p:sp>
        <p:sp>
          <p:nvSpPr>
            <p:cNvPr id="21" name="node01.row.item-002.h2.heat-gap"/>
            <p:cNvSpPr/>
            <p:nvPr/>
          </p:nvSpPr>
          <p:spPr>
            <a:xfrm>
              <a:off x="4711700" y="2514600"/>
              <a:ext cx="736600" cy="558800"/>
            </a:xfrm>
            <a:prstGeom prst="rect">
              <a:avLst/>
            </a:prstGeom>
            <a:solidFill>
              <a:srgbClr val="FFFFFF"/>
            </a:solidFill>
            <a:ln>
              <a:noFill/>
            </a:ln>
          </p:spPr>
        </p:sp>
        <p:sp>
          <p:nvSpPr>
            <p:cNvPr id="22" name="node01.row.item-002.h2.heat"/>
            <p:cNvSpPr/>
            <p:nvPr/>
          </p:nvSpPr>
          <p:spPr>
            <a:xfrm>
              <a:off x="4730750" y="2533650"/>
              <a:ext cx="698500" cy="520700"/>
            </a:xfrm>
            <a:prstGeom prst="rect">
              <a:avLst/>
            </a:prstGeom>
            <a:solidFill>
              <a:srgbClr val="E8EEF8"/>
            </a:solidFill>
            <a:ln>
              <a:noFill/>
            </a:ln>
          </p:spPr>
        </p:sp>
        <p:sp>
          <p:nvSpPr>
            <p:cNvPr id="23" name="node01.row.item-002.h3.heat-gap"/>
            <p:cNvSpPr/>
            <p:nvPr/>
          </p:nvSpPr>
          <p:spPr>
            <a:xfrm>
              <a:off x="5448300" y="2514600"/>
              <a:ext cx="736600" cy="558800"/>
            </a:xfrm>
            <a:prstGeom prst="rect">
              <a:avLst/>
            </a:prstGeom>
            <a:solidFill>
              <a:srgbClr val="FFFFFF"/>
            </a:solidFill>
            <a:ln>
              <a:noFill/>
            </a:ln>
          </p:spPr>
        </p:sp>
        <p:sp>
          <p:nvSpPr>
            <p:cNvPr id="24" name="node01.row.item-002.h3.heat"/>
            <p:cNvSpPr/>
            <p:nvPr/>
          </p:nvSpPr>
          <p:spPr>
            <a:xfrm>
              <a:off x="5467350" y="2533650"/>
              <a:ext cx="698500" cy="520700"/>
            </a:xfrm>
            <a:prstGeom prst="rect">
              <a:avLst/>
            </a:prstGeom>
            <a:solidFill>
              <a:srgbClr val="B9C9F0"/>
            </a:solidFill>
            <a:ln>
              <a:noFill/>
            </a:ln>
          </p:spPr>
        </p:sp>
        <p:sp>
          <p:nvSpPr>
            <p:cNvPr id="25" name="node01.row.item-002.h4.heat-gap"/>
            <p:cNvSpPr/>
            <p:nvPr/>
          </p:nvSpPr>
          <p:spPr>
            <a:xfrm>
              <a:off x="6184900" y="2514600"/>
              <a:ext cx="736600" cy="558800"/>
            </a:xfrm>
            <a:prstGeom prst="rect">
              <a:avLst/>
            </a:prstGeom>
            <a:solidFill>
              <a:srgbClr val="FFFFFF"/>
            </a:solidFill>
            <a:ln>
              <a:noFill/>
            </a:ln>
          </p:spPr>
        </p:sp>
        <p:sp>
          <p:nvSpPr>
            <p:cNvPr id="26" name="node01.row.item-002.h4.heat"/>
            <p:cNvSpPr/>
            <p:nvPr/>
          </p:nvSpPr>
          <p:spPr>
            <a:xfrm>
              <a:off x="6203950" y="2533650"/>
              <a:ext cx="698500" cy="520700"/>
            </a:xfrm>
            <a:prstGeom prst="rect">
              <a:avLst/>
            </a:prstGeom>
            <a:solidFill>
              <a:srgbClr val="B9C9F0"/>
            </a:solidFill>
            <a:ln>
              <a:noFill/>
            </a:ln>
          </p:spPr>
        </p:sp>
        <p:sp>
          <p:nvSpPr>
            <p:cNvPr id="27" name="node01.row.item-003.h0.heat-gap"/>
            <p:cNvSpPr/>
            <p:nvPr/>
          </p:nvSpPr>
          <p:spPr>
            <a:xfrm>
              <a:off x="3238500" y="3073400"/>
              <a:ext cx="736600" cy="558800"/>
            </a:xfrm>
            <a:prstGeom prst="rect">
              <a:avLst/>
            </a:prstGeom>
            <a:solidFill>
              <a:srgbClr val="FFFFFF"/>
            </a:solidFill>
            <a:ln>
              <a:noFill/>
            </a:ln>
          </p:spPr>
        </p:sp>
        <p:sp>
          <p:nvSpPr>
            <p:cNvPr id="28" name="node01.row.item-003.h0.heat"/>
            <p:cNvSpPr/>
            <p:nvPr/>
          </p:nvSpPr>
          <p:spPr>
            <a:xfrm>
              <a:off x="3257550" y="3092450"/>
              <a:ext cx="698500" cy="520700"/>
            </a:xfrm>
            <a:prstGeom prst="rect">
              <a:avLst/>
            </a:prstGeom>
            <a:solidFill>
              <a:srgbClr val="0047FF"/>
            </a:solidFill>
            <a:ln>
              <a:noFill/>
            </a:ln>
          </p:spPr>
        </p:sp>
        <p:sp>
          <p:nvSpPr>
            <p:cNvPr id="29" name="node01.row.item-003.h1.heat-gap"/>
            <p:cNvSpPr/>
            <p:nvPr/>
          </p:nvSpPr>
          <p:spPr>
            <a:xfrm>
              <a:off x="3975100" y="3073400"/>
              <a:ext cx="736600" cy="558800"/>
            </a:xfrm>
            <a:prstGeom prst="rect">
              <a:avLst/>
            </a:prstGeom>
            <a:solidFill>
              <a:srgbClr val="FFFFFF"/>
            </a:solidFill>
            <a:ln>
              <a:noFill/>
            </a:ln>
          </p:spPr>
        </p:sp>
        <p:sp>
          <p:nvSpPr>
            <p:cNvPr id="30" name="node01.row.item-003.h1.heat"/>
            <p:cNvSpPr/>
            <p:nvPr/>
          </p:nvSpPr>
          <p:spPr>
            <a:xfrm>
              <a:off x="3994150" y="3092450"/>
              <a:ext cx="698500" cy="520700"/>
            </a:xfrm>
            <a:prstGeom prst="rect">
              <a:avLst/>
            </a:prstGeom>
            <a:solidFill>
              <a:srgbClr val="070154"/>
            </a:solidFill>
            <a:ln>
              <a:noFill/>
            </a:ln>
          </p:spPr>
        </p:sp>
        <p:sp>
          <p:nvSpPr>
            <p:cNvPr id="31" name="node01.row.item-003.h2.heat-gap"/>
            <p:cNvSpPr/>
            <p:nvPr/>
          </p:nvSpPr>
          <p:spPr>
            <a:xfrm>
              <a:off x="4711700" y="3073400"/>
              <a:ext cx="736600" cy="558800"/>
            </a:xfrm>
            <a:prstGeom prst="rect">
              <a:avLst/>
            </a:prstGeom>
            <a:solidFill>
              <a:srgbClr val="FFFFFF"/>
            </a:solidFill>
            <a:ln>
              <a:noFill/>
            </a:ln>
          </p:spPr>
        </p:sp>
        <p:sp>
          <p:nvSpPr>
            <p:cNvPr id="32" name="node01.row.item-003.h2.heat"/>
            <p:cNvSpPr/>
            <p:nvPr/>
          </p:nvSpPr>
          <p:spPr>
            <a:xfrm>
              <a:off x="4730750" y="3092450"/>
              <a:ext cx="698500" cy="520700"/>
            </a:xfrm>
            <a:prstGeom prst="rect">
              <a:avLst/>
            </a:prstGeom>
            <a:solidFill>
              <a:srgbClr val="7C9BFF"/>
            </a:solidFill>
            <a:ln>
              <a:noFill/>
            </a:ln>
          </p:spPr>
        </p:sp>
        <p:sp>
          <p:nvSpPr>
            <p:cNvPr id="33" name="node01.row.item-003.h3.heat-gap"/>
            <p:cNvSpPr/>
            <p:nvPr/>
          </p:nvSpPr>
          <p:spPr>
            <a:xfrm>
              <a:off x="5448300" y="3073400"/>
              <a:ext cx="736600" cy="558800"/>
            </a:xfrm>
            <a:prstGeom prst="rect">
              <a:avLst/>
            </a:prstGeom>
            <a:solidFill>
              <a:srgbClr val="FFFFFF"/>
            </a:solidFill>
            <a:ln>
              <a:noFill/>
            </a:ln>
          </p:spPr>
        </p:sp>
        <p:sp>
          <p:nvSpPr>
            <p:cNvPr id="34" name="node01.row.item-003.h3.heat"/>
            <p:cNvSpPr/>
            <p:nvPr/>
          </p:nvSpPr>
          <p:spPr>
            <a:xfrm>
              <a:off x="5467350" y="3092450"/>
              <a:ext cx="698500" cy="520700"/>
            </a:xfrm>
            <a:prstGeom prst="rect">
              <a:avLst/>
            </a:prstGeom>
            <a:solidFill>
              <a:srgbClr val="7C9BFF"/>
            </a:solidFill>
            <a:ln>
              <a:noFill/>
            </a:ln>
          </p:spPr>
        </p:sp>
        <p:sp>
          <p:nvSpPr>
            <p:cNvPr id="35" name="node01.row.item-003.h4.heat-gap"/>
            <p:cNvSpPr/>
            <p:nvPr/>
          </p:nvSpPr>
          <p:spPr>
            <a:xfrm>
              <a:off x="6184900" y="3073400"/>
              <a:ext cx="736600" cy="558800"/>
            </a:xfrm>
            <a:prstGeom prst="rect">
              <a:avLst/>
            </a:prstGeom>
            <a:solidFill>
              <a:srgbClr val="FFFFFF"/>
            </a:solidFill>
            <a:ln>
              <a:noFill/>
            </a:ln>
          </p:spPr>
        </p:sp>
        <p:sp>
          <p:nvSpPr>
            <p:cNvPr id="36" name="node01.row.item-003.h4.heat"/>
            <p:cNvSpPr/>
            <p:nvPr/>
          </p:nvSpPr>
          <p:spPr>
            <a:xfrm>
              <a:off x="6203950" y="3092450"/>
              <a:ext cx="698500" cy="520700"/>
            </a:xfrm>
            <a:prstGeom prst="rect">
              <a:avLst/>
            </a:prstGeom>
            <a:solidFill>
              <a:srgbClr val="0047FF"/>
            </a:solidFill>
            <a:ln>
              <a:noFill/>
            </a:ln>
          </p:spPr>
        </p:sp>
        <p:sp>
          <p:nvSpPr>
            <p:cNvPr id="37" name="node01.row.item-004.h0.heat-gap"/>
            <p:cNvSpPr/>
            <p:nvPr/>
          </p:nvSpPr>
          <p:spPr>
            <a:xfrm>
              <a:off x="3238500" y="3632200"/>
              <a:ext cx="736600" cy="558800"/>
            </a:xfrm>
            <a:prstGeom prst="rect">
              <a:avLst/>
            </a:prstGeom>
            <a:solidFill>
              <a:srgbClr val="FFFFFF"/>
            </a:solidFill>
            <a:ln>
              <a:noFill/>
            </a:ln>
          </p:spPr>
        </p:sp>
        <p:sp>
          <p:nvSpPr>
            <p:cNvPr id="38" name="node01.row.item-004.h0.heat"/>
            <p:cNvSpPr/>
            <p:nvPr/>
          </p:nvSpPr>
          <p:spPr>
            <a:xfrm>
              <a:off x="3257550" y="3651250"/>
              <a:ext cx="698500" cy="520700"/>
            </a:xfrm>
            <a:prstGeom prst="rect">
              <a:avLst/>
            </a:prstGeom>
            <a:solidFill>
              <a:srgbClr val="B9C9F0"/>
            </a:solidFill>
            <a:ln>
              <a:noFill/>
            </a:ln>
          </p:spPr>
        </p:sp>
        <p:sp>
          <p:nvSpPr>
            <p:cNvPr id="39" name="node01.row.item-004.h1.heat-gap"/>
            <p:cNvSpPr/>
            <p:nvPr/>
          </p:nvSpPr>
          <p:spPr>
            <a:xfrm>
              <a:off x="3975100" y="3632200"/>
              <a:ext cx="736600" cy="558800"/>
            </a:xfrm>
            <a:prstGeom prst="rect">
              <a:avLst/>
            </a:prstGeom>
            <a:solidFill>
              <a:srgbClr val="FFFFFF"/>
            </a:solidFill>
            <a:ln>
              <a:noFill/>
            </a:ln>
          </p:spPr>
        </p:sp>
        <p:sp>
          <p:nvSpPr>
            <p:cNvPr id="40" name="node01.row.item-004.h1.heat"/>
            <p:cNvSpPr/>
            <p:nvPr/>
          </p:nvSpPr>
          <p:spPr>
            <a:xfrm>
              <a:off x="3994150" y="3651250"/>
              <a:ext cx="698500" cy="520700"/>
            </a:xfrm>
            <a:prstGeom prst="rect">
              <a:avLst/>
            </a:prstGeom>
            <a:solidFill>
              <a:srgbClr val="B9C9F0"/>
            </a:solidFill>
            <a:ln>
              <a:noFill/>
            </a:ln>
          </p:spPr>
        </p:sp>
        <p:sp>
          <p:nvSpPr>
            <p:cNvPr id="41" name="node01.row.item-004.h2.heat-gap"/>
            <p:cNvSpPr/>
            <p:nvPr/>
          </p:nvSpPr>
          <p:spPr>
            <a:xfrm>
              <a:off x="4711700" y="3632200"/>
              <a:ext cx="736600" cy="558800"/>
            </a:xfrm>
            <a:prstGeom prst="rect">
              <a:avLst/>
            </a:prstGeom>
            <a:solidFill>
              <a:srgbClr val="FFFFFF"/>
            </a:solidFill>
            <a:ln>
              <a:noFill/>
            </a:ln>
          </p:spPr>
        </p:sp>
        <p:sp>
          <p:nvSpPr>
            <p:cNvPr id="42" name="node01.row.item-004.h2.heat"/>
            <p:cNvSpPr/>
            <p:nvPr/>
          </p:nvSpPr>
          <p:spPr>
            <a:xfrm>
              <a:off x="4730750" y="3651250"/>
              <a:ext cx="698500" cy="520700"/>
            </a:xfrm>
            <a:prstGeom prst="rect">
              <a:avLst/>
            </a:prstGeom>
            <a:solidFill>
              <a:srgbClr val="B9C9F0"/>
            </a:solidFill>
            <a:ln>
              <a:noFill/>
            </a:ln>
          </p:spPr>
        </p:sp>
        <p:sp>
          <p:nvSpPr>
            <p:cNvPr id="43" name="node01.row.item-004.h3.heat-gap"/>
            <p:cNvSpPr/>
            <p:nvPr/>
          </p:nvSpPr>
          <p:spPr>
            <a:xfrm>
              <a:off x="5448300" y="3632200"/>
              <a:ext cx="736600" cy="558800"/>
            </a:xfrm>
            <a:prstGeom prst="rect">
              <a:avLst/>
            </a:prstGeom>
            <a:solidFill>
              <a:srgbClr val="FFFFFF"/>
            </a:solidFill>
            <a:ln>
              <a:noFill/>
            </a:ln>
          </p:spPr>
        </p:sp>
        <p:sp>
          <p:nvSpPr>
            <p:cNvPr id="44" name="node01.row.item-004.h3.heat"/>
            <p:cNvSpPr/>
            <p:nvPr/>
          </p:nvSpPr>
          <p:spPr>
            <a:xfrm>
              <a:off x="5467350" y="3651250"/>
              <a:ext cx="698500" cy="520700"/>
            </a:xfrm>
            <a:prstGeom prst="rect">
              <a:avLst/>
            </a:prstGeom>
            <a:solidFill>
              <a:srgbClr val="B9C9F0"/>
            </a:solidFill>
            <a:ln>
              <a:noFill/>
            </a:ln>
          </p:spPr>
        </p:sp>
        <p:sp>
          <p:nvSpPr>
            <p:cNvPr id="45" name="node01.row.item-004.h4.heat-gap"/>
            <p:cNvSpPr/>
            <p:nvPr/>
          </p:nvSpPr>
          <p:spPr>
            <a:xfrm>
              <a:off x="6184900" y="3632200"/>
              <a:ext cx="736600" cy="558800"/>
            </a:xfrm>
            <a:prstGeom prst="rect">
              <a:avLst/>
            </a:prstGeom>
            <a:solidFill>
              <a:srgbClr val="FFFFFF"/>
            </a:solidFill>
            <a:ln>
              <a:noFill/>
            </a:ln>
          </p:spPr>
        </p:sp>
        <p:sp>
          <p:nvSpPr>
            <p:cNvPr id="46" name="node01.row.item-004.h4.heat"/>
            <p:cNvSpPr/>
            <p:nvPr/>
          </p:nvSpPr>
          <p:spPr>
            <a:xfrm>
              <a:off x="6203950" y="3651250"/>
              <a:ext cx="698500" cy="520700"/>
            </a:xfrm>
            <a:prstGeom prst="rect">
              <a:avLst/>
            </a:prstGeom>
            <a:solidFill>
              <a:srgbClr val="E8EEF8"/>
            </a:solidFill>
            <a:ln>
              <a:noFill/>
            </a:ln>
          </p:spPr>
        </p:sp>
        <p:sp>
          <p:nvSpPr>
            <p:cNvPr id="47" name="node01.row.item-005.h0.heat-gap"/>
            <p:cNvSpPr/>
            <p:nvPr/>
          </p:nvSpPr>
          <p:spPr>
            <a:xfrm>
              <a:off x="3238500" y="4191000"/>
              <a:ext cx="736600" cy="558800"/>
            </a:xfrm>
            <a:prstGeom prst="rect">
              <a:avLst/>
            </a:prstGeom>
            <a:solidFill>
              <a:srgbClr val="FFFFFF"/>
            </a:solidFill>
            <a:ln>
              <a:noFill/>
            </a:ln>
          </p:spPr>
        </p:sp>
        <p:sp>
          <p:nvSpPr>
            <p:cNvPr id="48" name="node01.row.item-005.h0.heat"/>
            <p:cNvSpPr/>
            <p:nvPr/>
          </p:nvSpPr>
          <p:spPr>
            <a:xfrm>
              <a:off x="3257550" y="4210050"/>
              <a:ext cx="698500" cy="520700"/>
            </a:xfrm>
            <a:prstGeom prst="rect">
              <a:avLst/>
            </a:prstGeom>
            <a:solidFill>
              <a:srgbClr val="0047FF"/>
            </a:solidFill>
            <a:ln>
              <a:noFill/>
            </a:ln>
          </p:spPr>
        </p:sp>
        <p:sp>
          <p:nvSpPr>
            <p:cNvPr id="49" name="node01.row.item-005.h1.heat-gap"/>
            <p:cNvSpPr/>
            <p:nvPr/>
          </p:nvSpPr>
          <p:spPr>
            <a:xfrm>
              <a:off x="3975100" y="4191000"/>
              <a:ext cx="736600" cy="558800"/>
            </a:xfrm>
            <a:prstGeom prst="rect">
              <a:avLst/>
            </a:prstGeom>
            <a:solidFill>
              <a:srgbClr val="FFFFFF"/>
            </a:solidFill>
            <a:ln>
              <a:noFill/>
            </a:ln>
          </p:spPr>
        </p:sp>
        <p:sp>
          <p:nvSpPr>
            <p:cNvPr id="50" name="node01.row.item-005.h1.heat"/>
            <p:cNvSpPr/>
            <p:nvPr/>
          </p:nvSpPr>
          <p:spPr>
            <a:xfrm>
              <a:off x="3994150" y="4210050"/>
              <a:ext cx="698500" cy="520700"/>
            </a:xfrm>
            <a:prstGeom prst="rect">
              <a:avLst/>
            </a:prstGeom>
            <a:solidFill>
              <a:srgbClr val="0047FF"/>
            </a:solidFill>
            <a:ln>
              <a:noFill/>
            </a:ln>
          </p:spPr>
        </p:sp>
        <p:sp>
          <p:nvSpPr>
            <p:cNvPr id="51" name="node01.row.item-005.h2.heat-gap"/>
            <p:cNvSpPr/>
            <p:nvPr/>
          </p:nvSpPr>
          <p:spPr>
            <a:xfrm>
              <a:off x="4711700" y="4191000"/>
              <a:ext cx="736600" cy="558800"/>
            </a:xfrm>
            <a:prstGeom prst="rect">
              <a:avLst/>
            </a:prstGeom>
            <a:solidFill>
              <a:srgbClr val="FFFFFF"/>
            </a:solidFill>
            <a:ln>
              <a:noFill/>
            </a:ln>
          </p:spPr>
        </p:sp>
        <p:sp>
          <p:nvSpPr>
            <p:cNvPr id="52" name="node01.row.item-005.h2.heat"/>
            <p:cNvSpPr/>
            <p:nvPr/>
          </p:nvSpPr>
          <p:spPr>
            <a:xfrm>
              <a:off x="4730750" y="4210050"/>
              <a:ext cx="698500" cy="520700"/>
            </a:xfrm>
            <a:prstGeom prst="rect">
              <a:avLst/>
            </a:prstGeom>
            <a:solidFill>
              <a:srgbClr val="7C9BFF"/>
            </a:solidFill>
            <a:ln>
              <a:noFill/>
            </a:ln>
          </p:spPr>
        </p:sp>
        <p:sp>
          <p:nvSpPr>
            <p:cNvPr id="53" name="node01.row.item-005.h3.heat-gap"/>
            <p:cNvSpPr/>
            <p:nvPr/>
          </p:nvSpPr>
          <p:spPr>
            <a:xfrm>
              <a:off x="5448300" y="4191000"/>
              <a:ext cx="736600" cy="558800"/>
            </a:xfrm>
            <a:prstGeom prst="rect">
              <a:avLst/>
            </a:prstGeom>
            <a:solidFill>
              <a:srgbClr val="FFFFFF"/>
            </a:solidFill>
            <a:ln>
              <a:noFill/>
            </a:ln>
          </p:spPr>
        </p:sp>
        <p:sp>
          <p:nvSpPr>
            <p:cNvPr id="54" name="node01.row.item-005.h3.heat"/>
            <p:cNvSpPr/>
            <p:nvPr/>
          </p:nvSpPr>
          <p:spPr>
            <a:xfrm>
              <a:off x="5467350" y="4210050"/>
              <a:ext cx="698500" cy="520700"/>
            </a:xfrm>
            <a:prstGeom prst="rect">
              <a:avLst/>
            </a:prstGeom>
            <a:solidFill>
              <a:srgbClr val="0047FF"/>
            </a:solidFill>
            <a:ln>
              <a:noFill/>
            </a:ln>
          </p:spPr>
        </p:sp>
        <p:sp>
          <p:nvSpPr>
            <p:cNvPr id="55" name="node01.row.item-005.h4.heat-gap"/>
            <p:cNvSpPr/>
            <p:nvPr/>
          </p:nvSpPr>
          <p:spPr>
            <a:xfrm>
              <a:off x="6184900" y="4191000"/>
              <a:ext cx="736600" cy="558800"/>
            </a:xfrm>
            <a:prstGeom prst="rect">
              <a:avLst/>
            </a:prstGeom>
            <a:solidFill>
              <a:srgbClr val="FFFFFF"/>
            </a:solidFill>
            <a:ln>
              <a:noFill/>
            </a:ln>
          </p:spPr>
        </p:sp>
        <p:sp>
          <p:nvSpPr>
            <p:cNvPr id="56" name="node01.row.item-005.h4.heat"/>
            <p:cNvSpPr/>
            <p:nvPr/>
          </p:nvSpPr>
          <p:spPr>
            <a:xfrm>
              <a:off x="6203950" y="4210050"/>
              <a:ext cx="698500" cy="520700"/>
            </a:xfrm>
            <a:prstGeom prst="rect">
              <a:avLst/>
            </a:prstGeom>
            <a:solidFill>
              <a:srgbClr val="7C9BFF"/>
            </a:solidFill>
            <a:ln>
              <a:noFill/>
            </a:ln>
          </p:spPr>
        </p:sp>
        <p:sp>
          <p:nvSpPr>
            <p:cNvPr id="57" name="node01.row.item-006.h0.heat-gap"/>
            <p:cNvSpPr/>
            <p:nvPr/>
          </p:nvSpPr>
          <p:spPr>
            <a:xfrm>
              <a:off x="3238500" y="4749800"/>
              <a:ext cx="736600" cy="558800"/>
            </a:xfrm>
            <a:prstGeom prst="rect">
              <a:avLst/>
            </a:prstGeom>
            <a:solidFill>
              <a:srgbClr val="FFFFFF"/>
            </a:solidFill>
            <a:ln>
              <a:noFill/>
            </a:ln>
          </p:spPr>
        </p:sp>
        <p:sp>
          <p:nvSpPr>
            <p:cNvPr id="58" name="node01.row.item-006.h0.heat"/>
            <p:cNvSpPr/>
            <p:nvPr/>
          </p:nvSpPr>
          <p:spPr>
            <a:xfrm>
              <a:off x="3257550" y="4768850"/>
              <a:ext cx="698500" cy="520700"/>
            </a:xfrm>
            <a:prstGeom prst="rect">
              <a:avLst/>
            </a:prstGeom>
            <a:solidFill>
              <a:srgbClr val="B9C9F0"/>
            </a:solidFill>
            <a:ln>
              <a:noFill/>
            </a:ln>
          </p:spPr>
        </p:sp>
        <p:sp>
          <p:nvSpPr>
            <p:cNvPr id="59" name="node01.row.item-006.h1.heat-gap"/>
            <p:cNvSpPr/>
            <p:nvPr/>
          </p:nvSpPr>
          <p:spPr>
            <a:xfrm>
              <a:off x="3975100" y="4749800"/>
              <a:ext cx="736600" cy="558800"/>
            </a:xfrm>
            <a:prstGeom prst="rect">
              <a:avLst/>
            </a:prstGeom>
            <a:solidFill>
              <a:srgbClr val="FFFFFF"/>
            </a:solidFill>
            <a:ln>
              <a:noFill/>
            </a:ln>
          </p:spPr>
        </p:sp>
        <p:sp>
          <p:nvSpPr>
            <p:cNvPr id="60" name="node01.row.item-006.h1.heat"/>
            <p:cNvSpPr/>
            <p:nvPr/>
          </p:nvSpPr>
          <p:spPr>
            <a:xfrm>
              <a:off x="3994150" y="4768850"/>
              <a:ext cx="698500" cy="520700"/>
            </a:xfrm>
            <a:prstGeom prst="rect">
              <a:avLst/>
            </a:prstGeom>
            <a:solidFill>
              <a:srgbClr val="B9C9F0"/>
            </a:solidFill>
            <a:ln>
              <a:noFill/>
            </a:ln>
          </p:spPr>
        </p:sp>
        <p:sp>
          <p:nvSpPr>
            <p:cNvPr id="61" name="node01.row.item-006.h2.heat-gap"/>
            <p:cNvSpPr/>
            <p:nvPr/>
          </p:nvSpPr>
          <p:spPr>
            <a:xfrm>
              <a:off x="4711700" y="4749800"/>
              <a:ext cx="736600" cy="558800"/>
            </a:xfrm>
            <a:prstGeom prst="rect">
              <a:avLst/>
            </a:prstGeom>
            <a:solidFill>
              <a:srgbClr val="FFFFFF"/>
            </a:solidFill>
            <a:ln>
              <a:noFill/>
            </a:ln>
          </p:spPr>
        </p:sp>
        <p:sp>
          <p:nvSpPr>
            <p:cNvPr id="62" name="node01.row.item-006.h2.heat"/>
            <p:cNvSpPr/>
            <p:nvPr/>
          </p:nvSpPr>
          <p:spPr>
            <a:xfrm>
              <a:off x="4730750" y="4768850"/>
              <a:ext cx="698500" cy="520700"/>
            </a:xfrm>
            <a:prstGeom prst="rect">
              <a:avLst/>
            </a:prstGeom>
            <a:solidFill>
              <a:srgbClr val="E8EEF8"/>
            </a:solidFill>
            <a:ln>
              <a:noFill/>
            </a:ln>
          </p:spPr>
        </p:sp>
        <p:sp>
          <p:nvSpPr>
            <p:cNvPr id="63" name="node01.row.item-006.h3.heat-gap"/>
            <p:cNvSpPr/>
            <p:nvPr/>
          </p:nvSpPr>
          <p:spPr>
            <a:xfrm>
              <a:off x="5448300" y="4749800"/>
              <a:ext cx="736600" cy="558800"/>
            </a:xfrm>
            <a:prstGeom prst="rect">
              <a:avLst/>
            </a:prstGeom>
            <a:solidFill>
              <a:srgbClr val="FFFFFF"/>
            </a:solidFill>
            <a:ln>
              <a:noFill/>
            </a:ln>
          </p:spPr>
        </p:sp>
        <p:sp>
          <p:nvSpPr>
            <p:cNvPr id="64" name="node01.row.item-006.h3.heat"/>
            <p:cNvSpPr/>
            <p:nvPr/>
          </p:nvSpPr>
          <p:spPr>
            <a:xfrm>
              <a:off x="5467350" y="4768850"/>
              <a:ext cx="698500" cy="520700"/>
            </a:xfrm>
            <a:prstGeom prst="rect">
              <a:avLst/>
            </a:prstGeom>
            <a:solidFill>
              <a:srgbClr val="7C9BFF"/>
            </a:solidFill>
            <a:ln>
              <a:noFill/>
            </a:ln>
          </p:spPr>
        </p:sp>
        <p:sp>
          <p:nvSpPr>
            <p:cNvPr id="65" name="node01.row.item-006.h4.heat-gap"/>
            <p:cNvSpPr/>
            <p:nvPr/>
          </p:nvSpPr>
          <p:spPr>
            <a:xfrm>
              <a:off x="6184900" y="4749800"/>
              <a:ext cx="736600" cy="558800"/>
            </a:xfrm>
            <a:prstGeom prst="rect">
              <a:avLst/>
            </a:prstGeom>
            <a:solidFill>
              <a:srgbClr val="FFFFFF"/>
            </a:solidFill>
            <a:ln>
              <a:noFill/>
            </a:ln>
          </p:spPr>
        </p:sp>
        <p:sp>
          <p:nvSpPr>
            <p:cNvPr id="66" name="node01.row.item-006.h4.heat"/>
            <p:cNvSpPr/>
            <p:nvPr/>
          </p:nvSpPr>
          <p:spPr>
            <a:xfrm>
              <a:off x="6203950" y="4768850"/>
              <a:ext cx="698500" cy="520700"/>
            </a:xfrm>
            <a:prstGeom prst="rect">
              <a:avLst/>
            </a:prstGeom>
            <a:solidFill>
              <a:srgbClr val="B9C9F0"/>
            </a:solidFill>
            <a:ln>
              <a:noFill/>
            </a:ln>
          </p:spPr>
        </p:sp>
        <p:graphicFrame>
          <p:nvGraphicFramePr>
            <p:cNvPr id="67" name="node01.native"/>
            <p:cNvGraphicFramePr>
              <a:graphicFrameLocks noGrp="1"/>
            </p:cNvGraphicFramePr>
            <p:nvPr>
              <p:extLst>
                <p:ext uri="{D42A27DB-BD31-4B8C-83A1-F6EECF244321}">
                  <p14:modId xmlns:p14="http://schemas.microsoft.com/office/powerpoint/2010/main" val="1579011935"/>
                </p:ext>
              </p:extLst>
            </p:nvPr>
          </p:nvGraphicFramePr>
          <p:xfrm>
            <a:off x="1104900" y="1600200"/>
            <a:ext cx="10363200" cy="3708400"/>
          </p:xfrm>
          <a:graphic>
            <a:graphicData uri="http://schemas.openxmlformats.org/drawingml/2006/table">
              <a:tbl>
                <a:tblPr/>
                <a:tblGrid>
                  <a:gridCol w="2133600"/>
                  <a:gridCol w="736600"/>
                  <a:gridCol w="736600"/>
                  <a:gridCol w="736600"/>
                  <a:gridCol w="736600"/>
                  <a:gridCol w="736600"/>
                  <a:gridCol w="4546600"/>
                </a:tblGrid>
                <a:tr h="355600">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CAPABILITY</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PROCESS</a:t>
                        </a:r>
                        <a:endParaRPr lang="en-US" sz="900" spc="54" kern="0" b="0" i="0" dirty="0">
                          <a:solidFill>
                            <a:srgbClr val="070154"/>
                          </a:solidFill>
                          <a:latin typeface="IBM Plex Mono SemiBold"/>
                          <a:ea typeface="IBM Plex Mono SemiBold"/>
                          <a:cs typeface="IBM Plex Mono SemiBold"/>
                        </a:endParaRPr>
                      </a:p>
                    </a:txBody>
                    <a:tcPr marL="92677" marR="92677"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2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r>
                          <a:rPr lang="en-US" sz="800" spc="48" kern="0" b="0" i="0" dirty="0">
                            <a:solidFill>
                              <a:srgbClr val="070154"/>
                            </a:solidFill>
                            <a:latin typeface="IBM Plex Mono SemiBold"/>
                            <a:ea typeface="IBM Plex Mono SemiBold"/>
                            <a:cs typeface="IBM Plex Mono SemiBold"/>
                          </a:rPr>
                          <a:t xml:space="preserve">TECHNOLOGY</a:t>
                        </a:r>
                        <a:endParaRPr lang="en-US" sz="800" spc="48" kern="0" b="0" i="0" dirty="0">
                          <a:solidFill>
                            <a:srgbClr val="070154"/>
                          </a:solidFill>
                          <a:latin typeface="IBM Plex Mono SemiBold"/>
                          <a:ea typeface="IBM Plex Mono SemiBold"/>
                          <a:cs typeface="IBM Plex Mono SemiBold"/>
                        </a:endParaRPr>
                      </a:p>
                    </a:txBody>
                    <a:tcPr marL="23496" marR="23496"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DATA</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PEOPLE</a:t>
                        </a:r>
                        <a:endParaRPr lang="en-US" sz="900" spc="54" kern="0" b="0" i="0" dirty="0">
                          <a:solidFill>
                            <a:srgbClr val="070154"/>
                          </a:solidFill>
                          <a:latin typeface="IBM Plex Mono SemiBold"/>
                          <a:ea typeface="IBM Plex Mono SemiBold"/>
                          <a:cs typeface="IBM Plex Mono SemiBold"/>
                        </a:endParaRPr>
                      </a:p>
                    </a:txBody>
                    <a:tcPr marL="130237" marR="130237"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2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r>
                          <a:rPr lang="en-US" sz="800" spc="48" kern="0" b="0" i="0" dirty="0">
                            <a:solidFill>
                              <a:srgbClr val="070154"/>
                            </a:solidFill>
                            <a:latin typeface="IBM Plex Mono SemiBold"/>
                            <a:ea typeface="IBM Plex Mono SemiBold"/>
                            <a:cs typeface="IBM Plex Mono SemiBold"/>
                          </a:rPr>
                          <a:t xml:space="preserve">GOVERNANCE</a:t>
                        </a:r>
                        <a:endParaRPr lang="en-US" sz="800" spc="48" kern="0" b="0" i="0" dirty="0">
                          <a:solidFill>
                            <a:srgbClr val="070154"/>
                          </a:solidFill>
                          <a:latin typeface="IBM Plex Mono SemiBold"/>
                          <a:ea typeface="IBM Plex Mono SemiBold"/>
                          <a:cs typeface="IBM Plex Mono SemiBold"/>
                        </a:endParaRPr>
                      </a:p>
                    </a:txBody>
                    <a:tcPr marL="23496" marR="23496"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WHAT WE FOUND</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r>
                <a:tr h="5588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Patient access</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3</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3</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l" marL="152400" indent="-152400">
                          <a:lnSpc>
                            <a:spcPts val="1800"/>
                          </a:lnSpc>
                          <a:spcBef>
                            <a:spcPts val="0"/>
                          </a:spcBef>
                          <a:spcAft>
                            <a:spcPts val="30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Two registration flows across sites</a:t>
                        </a:r>
                        <a:endParaRPr lang="en-US" sz="1200" spc="0" kern="0" b="0" i="0" dirty="0">
                          <a:solidFill>
                            <a:srgbClr val="070154"/>
                          </a:solidFill>
                          <a:latin typeface="IBM Plex Sans"/>
                          <a:ea typeface="IBM Plex Sans"/>
                          <a:cs typeface="IBM Plex Sans"/>
                        </a:endParaRPr>
                      </a:p>
                      <a:p>
                        <a:pPr algn="l" marL="152400" indent="-152400">
                          <a:lnSpc>
                            <a:spcPts val="1800"/>
                          </a:lnSpc>
                          <a:spcBef>
                            <a:spcPts val="0"/>
                          </a:spcBef>
                          <a:spcAft>
                            <a:spcPts val="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Eligibility is checked after arrival</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5588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Referral management</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1</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1</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l" marL="152400" indent="-152400">
                          <a:lnSpc>
                            <a:spcPts val="1800"/>
                          </a:lnSpc>
                          <a:spcBef>
                            <a:spcPts val="0"/>
                          </a:spcBef>
                          <a:spcAft>
                            <a:spcPts val="30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Referrals arrive by fax and portal</a:t>
                        </a:r>
                        <a:endParaRPr lang="en-US" sz="1200" spc="0" kern="0" b="0" i="0" dirty="0">
                          <a:solidFill>
                            <a:srgbClr val="070154"/>
                          </a:solidFill>
                          <a:latin typeface="IBM Plex Sans"/>
                          <a:ea typeface="IBM Plex Sans"/>
                          <a:cs typeface="IBM Plex Sans"/>
                        </a:endParaRPr>
                      </a:p>
                      <a:p>
                        <a:pPr algn="l" marL="152400" indent="-152400">
                          <a:lnSpc>
                            <a:spcPts val="1800"/>
                          </a:lnSpc>
                          <a:spcBef>
                            <a:spcPts val="0"/>
                          </a:spcBef>
                          <a:spcAft>
                            <a:spcPts val="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No shared status view</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5588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Revenue cycle</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FFFFFF"/>
                            </a:solidFill>
                            <a:latin typeface="IBM Plex Mono SemiBold"/>
                            <a:ea typeface="IBM Plex Mono SemiBold"/>
                            <a:cs typeface="IBM Plex Mono SemiBold"/>
                          </a:defRPr>
                        </a:pPr>
                        <a:r>
                          <a:rPr lang="en-US" sz="1200" spc="0" kern="0" b="0" i="0" dirty="0">
                            <a:solidFill>
                              <a:srgbClr val="FFFFFF"/>
                            </a:solidFill>
                            <a:latin typeface="IBM Plex Mono SemiBold"/>
                            <a:ea typeface="IBM Plex Mono SemiBold"/>
                            <a:cs typeface="IBM Plex Mono SemiBold"/>
                          </a:rPr>
                          <a:t xml:space="preserve">4</a:t>
                        </a:r>
                        <a:endParaRPr lang="en-US" sz="12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FFFFFF"/>
                            </a:solidFill>
                            <a:latin typeface="IBM Plex Mono SemiBold"/>
                            <a:ea typeface="IBM Plex Mono SemiBold"/>
                            <a:cs typeface="IBM Plex Mono SemiBold"/>
                          </a:defRPr>
                        </a:pPr>
                        <a:r>
                          <a:rPr lang="en-US" sz="1200" spc="0" kern="0" b="0" i="0" dirty="0">
                            <a:solidFill>
                              <a:srgbClr val="FFFFFF"/>
                            </a:solidFill>
                            <a:latin typeface="IBM Plex Mono SemiBold"/>
                            <a:ea typeface="IBM Plex Mono SemiBold"/>
                            <a:cs typeface="IBM Plex Mono SemiBold"/>
                          </a:rPr>
                          <a:t xml:space="preserve">5</a:t>
                        </a:r>
                        <a:endParaRPr lang="en-US" sz="12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3</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3</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FFFFFF"/>
                            </a:solidFill>
                            <a:latin typeface="IBM Plex Mono SemiBold"/>
                            <a:ea typeface="IBM Plex Mono SemiBold"/>
                            <a:cs typeface="IBM Plex Mono SemiBold"/>
                          </a:defRPr>
                        </a:pPr>
                        <a:r>
                          <a:rPr lang="en-US" sz="1200" spc="0" kern="0" b="0" i="0" dirty="0">
                            <a:solidFill>
                              <a:srgbClr val="FFFFFF"/>
                            </a:solidFill>
                            <a:latin typeface="IBM Plex Mono SemiBold"/>
                            <a:ea typeface="IBM Plex Mono SemiBold"/>
                            <a:cs typeface="IBM Plex Mono SemiBold"/>
                          </a:rPr>
                          <a:t xml:space="preserve">4</a:t>
                        </a:r>
                        <a:endParaRPr lang="en-US" sz="12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l" marL="152400" indent="-152400">
                          <a:lnSpc>
                            <a:spcPts val="1800"/>
                          </a:lnSpc>
                          <a:spcBef>
                            <a:spcPts val="0"/>
                          </a:spcBef>
                          <a:spcAft>
                            <a:spcPts val="30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Rules engine at posting is mature</a:t>
                        </a:r>
                        <a:endParaRPr lang="en-US" sz="1200" spc="0" kern="0" b="0" i="0" dirty="0">
                          <a:solidFill>
                            <a:srgbClr val="070154"/>
                          </a:solidFill>
                          <a:latin typeface="IBM Plex Sans"/>
                          <a:ea typeface="IBM Plex Sans"/>
                          <a:cs typeface="IBM Plex Sans"/>
                        </a:endParaRPr>
                      </a:p>
                      <a:p>
                        <a:pPr algn="l" marL="152400" indent="-152400">
                          <a:lnSpc>
                            <a:spcPts val="1800"/>
                          </a:lnSpc>
                          <a:spcBef>
                            <a:spcPts val="0"/>
                          </a:spcBef>
                          <a:spcAft>
                            <a:spcPts val="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Month-end review is still manual</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5588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Denials management</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1</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l" marL="152400" indent="-152400">
                          <a:lnSpc>
                            <a:spcPts val="1800"/>
                          </a:lnSpc>
                          <a:spcBef>
                            <a:spcPts val="0"/>
                          </a:spcBef>
                          <a:spcAft>
                            <a:spcPts val="30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Denial reasons are not coded</a:t>
                        </a:r>
                        <a:endParaRPr lang="en-US" sz="1200" spc="0" kern="0" b="0" i="0" dirty="0">
                          <a:solidFill>
                            <a:srgbClr val="070154"/>
                          </a:solidFill>
                          <a:latin typeface="IBM Plex Sans"/>
                          <a:ea typeface="IBM Plex Sans"/>
                          <a:cs typeface="IBM Plex Sans"/>
                        </a:endParaRPr>
                      </a:p>
                      <a:p>
                        <a:pPr algn="l" marL="152400" indent="-152400">
                          <a:lnSpc>
                            <a:spcPts val="1800"/>
                          </a:lnSpc>
                          <a:spcBef>
                            <a:spcPts val="0"/>
                          </a:spcBef>
                          <a:spcAft>
                            <a:spcPts val="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Rework has no owner</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5588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Clinical documentation</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FFFFFF"/>
                            </a:solidFill>
                            <a:latin typeface="IBM Plex Mono SemiBold"/>
                            <a:ea typeface="IBM Plex Mono SemiBold"/>
                            <a:cs typeface="IBM Plex Mono SemiBold"/>
                          </a:defRPr>
                        </a:pPr>
                        <a:r>
                          <a:rPr lang="en-US" sz="1200" spc="0" kern="0" b="0" i="0" dirty="0">
                            <a:solidFill>
                              <a:srgbClr val="FFFFFF"/>
                            </a:solidFill>
                            <a:latin typeface="IBM Plex Mono SemiBold"/>
                            <a:ea typeface="IBM Plex Mono SemiBold"/>
                            <a:cs typeface="IBM Plex Mono SemiBold"/>
                          </a:rPr>
                          <a:t xml:space="preserve">4</a:t>
                        </a:r>
                        <a:endParaRPr lang="en-US" sz="12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FFFFFF"/>
                            </a:solidFill>
                            <a:latin typeface="IBM Plex Mono SemiBold"/>
                            <a:ea typeface="IBM Plex Mono SemiBold"/>
                            <a:cs typeface="IBM Plex Mono SemiBold"/>
                          </a:defRPr>
                        </a:pPr>
                        <a:r>
                          <a:rPr lang="en-US" sz="1200" spc="0" kern="0" b="0" i="0" dirty="0">
                            <a:solidFill>
                              <a:srgbClr val="FFFFFF"/>
                            </a:solidFill>
                            <a:latin typeface="IBM Plex Mono SemiBold"/>
                            <a:ea typeface="IBM Plex Mono SemiBold"/>
                            <a:cs typeface="IBM Plex Mono SemiBold"/>
                          </a:rPr>
                          <a:t xml:space="preserve">4</a:t>
                        </a:r>
                        <a:endParaRPr lang="en-US" sz="12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3</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FFFFFF"/>
                            </a:solidFill>
                            <a:latin typeface="IBM Plex Mono SemiBold"/>
                            <a:ea typeface="IBM Plex Mono SemiBold"/>
                            <a:cs typeface="IBM Plex Mono SemiBold"/>
                          </a:defRPr>
                        </a:pPr>
                        <a:r>
                          <a:rPr lang="en-US" sz="1200" spc="0" kern="0" b="0" i="0" dirty="0">
                            <a:solidFill>
                              <a:srgbClr val="FFFFFF"/>
                            </a:solidFill>
                            <a:latin typeface="IBM Plex Mono SemiBold"/>
                            <a:ea typeface="IBM Plex Mono SemiBold"/>
                            <a:cs typeface="IBM Plex Mono SemiBold"/>
                          </a:rPr>
                          <a:t xml:space="preserve">4</a:t>
                        </a:r>
                        <a:endParaRPr lang="en-US" sz="12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3</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l" marL="152400" indent="-152400">
                          <a:lnSpc>
                            <a:spcPts val="1800"/>
                          </a:lnSpc>
                          <a:spcBef>
                            <a:spcPts val="0"/>
                          </a:spcBef>
                          <a:spcAft>
                            <a:spcPts val="30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Templates are strong and reused</a:t>
                        </a:r>
                        <a:endParaRPr lang="en-US" sz="1200" spc="0" kern="0" b="0" i="0" dirty="0">
                          <a:solidFill>
                            <a:srgbClr val="070154"/>
                          </a:solidFill>
                          <a:latin typeface="IBM Plex Sans"/>
                          <a:ea typeface="IBM Plex Sans"/>
                          <a:cs typeface="IBM Plex Sans"/>
                        </a:endParaRPr>
                      </a:p>
                      <a:p>
                        <a:pPr algn="l" marL="152400" indent="-152400">
                          <a:lnSpc>
                            <a:spcPts val="1800"/>
                          </a:lnSpc>
                          <a:spcBef>
                            <a:spcPts val="0"/>
                          </a:spcBef>
                          <a:spcAft>
                            <a:spcPts val="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Voice capture live in two units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5588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Care coordination</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1</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3</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l" marL="152400" indent="-152400">
                          <a:lnSpc>
                            <a:spcPts val="1800"/>
                          </a:lnSpc>
                          <a:spcBef>
                            <a:spcPts val="0"/>
                          </a:spcBef>
                          <a:spcAft>
                            <a:spcPts val="30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Handoffs run on phone and email</a:t>
                        </a:r>
                        <a:endParaRPr lang="en-US" sz="1200" spc="0" kern="0" b="0" i="0" dirty="0">
                          <a:solidFill>
                            <a:srgbClr val="070154"/>
                          </a:solidFill>
                          <a:latin typeface="IBM Plex Sans"/>
                          <a:ea typeface="IBM Plex Sans"/>
                          <a:cs typeface="IBM Plex Sans"/>
                        </a:endParaRPr>
                      </a:p>
                      <a:p>
                        <a:pPr algn="l" marL="152400" indent="-152400">
                          <a:lnSpc>
                            <a:spcPts val="1800"/>
                          </a:lnSpc>
                          <a:spcBef>
                            <a:spcPts val="0"/>
                          </a:spcBef>
                          <a:spcAft>
                            <a:spcPts val="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Care plans live in three tools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bl>
            </a:graphicData>
          </a:graphic>
        </p:graphicFrame>
        <p:sp>
          <p:nvSpPr>
            <p:cNvPr id="68" name="node01.row-group.source-001.fill"/>
            <p:cNvSpPr/>
            <p:nvPr/>
          </p:nvSpPr>
          <p:spPr>
            <a:xfrm>
              <a:off x="723900" y="1974850"/>
              <a:ext cx="304800" cy="1079500"/>
            </a:xfrm>
            <a:prstGeom prst="rect">
              <a:avLst/>
            </a:prstGeom>
            <a:solidFill>
              <a:srgbClr val="070154"/>
            </a:solidFill>
            <a:ln>
              <a:noFill/>
            </a:ln>
          </p:spPr>
        </p:sp>
        <p:sp>
          <p:nvSpPr>
            <p:cNvPr id="69" name="node01.row-group.source-001.label"/>
            <p:cNvSpPr/>
            <p:nvPr/>
          </p:nvSpPr>
          <p:spPr>
            <a:xfrm rot="-5400000">
              <a:off x="336550" y="2438400"/>
              <a:ext cx="1079500" cy="152400"/>
            </a:xfrm>
            <a:prstGeom prst="rect">
              <a:avLst/>
            </a:prstGeom>
            <a:noFill/>
            <a:ln/>
          </p:spPr>
          <p:txBody>
            <a:bodyPr wrap="square" lIns="0" tIns="0" rIns="0" bIns="0" rtlCol="0" anchor="t"/>
            <a:lstStyle/>
            <a:p>
              <a:pPr algn="ctr" indent="0" marL="0">
                <a:lnSpc>
                  <a:spcPts val="1200"/>
                </a:lnSpc>
                <a:buNone/>
              </a:pPr>
              <a:r>
                <a:rPr lang="en-US" sz="800" spc="80" kern="0" b="0" i="0" dirty="0">
                  <a:solidFill>
                    <a:srgbClr val="FFFFFF"/>
                  </a:solidFill>
                  <a:latin typeface="IBM Plex Mono SemiBold"/>
                  <a:ea typeface="IBM Plex Mono SemiBold"/>
                  <a:cs typeface="IBM Plex Mono SemiBold"/>
                </a:rPr>
                <a:t>FRONT DOOR</a:t>
              </a:r>
              <a:endParaRPr lang="en-US" sz="800" spc="80" kern="0" b="0" i="0" dirty="0">
                <a:solidFill>
                  <a:srgbClr val="FFFFFF"/>
                </a:solidFill>
                <a:latin typeface="IBM Plex Mono SemiBold"/>
                <a:ea typeface="IBM Plex Mono SemiBold"/>
                <a:cs typeface="IBM Plex Mono SemiBold"/>
              </a:endParaRPr>
            </a:p>
          </p:txBody>
        </p:sp>
        <p:sp>
          <p:nvSpPr>
            <p:cNvPr id="70" name="node01.row-group.source-002.fill"/>
            <p:cNvSpPr/>
            <p:nvPr/>
          </p:nvSpPr>
          <p:spPr>
            <a:xfrm>
              <a:off x="723900" y="3092450"/>
              <a:ext cx="304800" cy="1079500"/>
            </a:xfrm>
            <a:prstGeom prst="rect">
              <a:avLst/>
            </a:prstGeom>
            <a:solidFill>
              <a:srgbClr val="070154"/>
            </a:solidFill>
            <a:ln>
              <a:noFill/>
            </a:ln>
          </p:spPr>
        </p:sp>
        <p:sp>
          <p:nvSpPr>
            <p:cNvPr id="71" name="node01.row-group.source-002.label"/>
            <p:cNvSpPr/>
            <p:nvPr/>
          </p:nvSpPr>
          <p:spPr>
            <a:xfrm rot="-5400000">
              <a:off x="336550" y="3556000"/>
              <a:ext cx="1079500" cy="152400"/>
            </a:xfrm>
            <a:prstGeom prst="rect">
              <a:avLst/>
            </a:prstGeom>
            <a:noFill/>
            <a:ln/>
          </p:spPr>
          <p:txBody>
            <a:bodyPr wrap="square" lIns="0" tIns="0" rIns="0" bIns="0" rtlCol="0" anchor="t"/>
            <a:lstStyle/>
            <a:p>
              <a:pPr algn="ctr" indent="0" marL="0">
                <a:lnSpc>
                  <a:spcPts val="1200"/>
                </a:lnSpc>
                <a:buNone/>
              </a:pPr>
              <a:r>
                <a:rPr lang="en-US" sz="800" spc="80" kern="0" b="0" i="0" dirty="0">
                  <a:solidFill>
                    <a:srgbClr val="FFFFFF"/>
                  </a:solidFill>
                  <a:latin typeface="IBM Plex Mono SemiBold"/>
                  <a:ea typeface="IBM Plex Mono SemiBold"/>
                  <a:cs typeface="IBM Plex Mono SemiBold"/>
                </a:rPr>
                <a:t>REVENUE</a:t>
              </a:r>
              <a:endParaRPr lang="en-US" sz="800" spc="80" kern="0" b="0" i="0" dirty="0">
                <a:solidFill>
                  <a:srgbClr val="FFFFFF"/>
                </a:solidFill>
                <a:latin typeface="IBM Plex Mono SemiBold"/>
                <a:ea typeface="IBM Plex Mono SemiBold"/>
                <a:cs typeface="IBM Plex Mono SemiBold"/>
              </a:endParaRPr>
            </a:p>
          </p:txBody>
        </p:sp>
        <p:sp>
          <p:nvSpPr>
            <p:cNvPr id="72" name="node01.row-group.source-003.fill"/>
            <p:cNvSpPr/>
            <p:nvPr/>
          </p:nvSpPr>
          <p:spPr>
            <a:xfrm>
              <a:off x="723900" y="4210050"/>
              <a:ext cx="304800" cy="1079500"/>
            </a:xfrm>
            <a:prstGeom prst="rect">
              <a:avLst/>
            </a:prstGeom>
            <a:solidFill>
              <a:srgbClr val="070154"/>
            </a:solidFill>
            <a:ln>
              <a:noFill/>
            </a:ln>
          </p:spPr>
        </p:sp>
        <p:sp>
          <p:nvSpPr>
            <p:cNvPr id="73" name="node01.row-group.source-003.label"/>
            <p:cNvSpPr/>
            <p:nvPr/>
          </p:nvSpPr>
          <p:spPr>
            <a:xfrm rot="-5400000">
              <a:off x="336550" y="4673600"/>
              <a:ext cx="1079500" cy="152400"/>
            </a:xfrm>
            <a:prstGeom prst="rect">
              <a:avLst/>
            </a:prstGeom>
            <a:noFill/>
            <a:ln/>
          </p:spPr>
          <p:txBody>
            <a:bodyPr wrap="square" lIns="0" tIns="0" rIns="0" bIns="0" rtlCol="0" anchor="t"/>
            <a:lstStyle/>
            <a:p>
              <a:pPr algn="ctr" indent="0" marL="0">
                <a:lnSpc>
                  <a:spcPts val="1200"/>
                </a:lnSpc>
                <a:buNone/>
              </a:pPr>
              <a:r>
                <a:rPr lang="en-US" sz="800" spc="80" kern="0" b="0" i="0" dirty="0">
                  <a:solidFill>
                    <a:srgbClr val="FFFFFF"/>
                  </a:solidFill>
                  <a:latin typeface="IBM Plex Mono SemiBold"/>
                  <a:ea typeface="IBM Plex Mono SemiBold"/>
                  <a:cs typeface="IBM Plex Mono SemiBold"/>
                </a:rPr>
                <a:t>CARE DELIVERY</a:t>
              </a:r>
              <a:endParaRPr lang="en-US" sz="800" spc="80" kern="0" b="0" i="0" dirty="0">
                <a:solidFill>
                  <a:srgbClr val="FFFFFF"/>
                </a:solidFill>
                <a:latin typeface="IBM Plex Mono SemiBold"/>
                <a:ea typeface="IBM Plex Mono SemiBold"/>
                <a:cs typeface="IBM Plex Mono SemiBold"/>
              </a:endParaRPr>
            </a:p>
          </p:txBody>
        </p:sp>
      </p:grpSp>
      <p:grpSp>
        <p:nvGrpSpPr>
          <p:cNvPr id="85" name="node02"/>
          <p:cNvGrpSpPr/>
          <p:nvPr/>
        </p:nvGrpSpPr>
        <p:grpSpPr>
          <a:xfrm>
            <a:off x="723900" y="5486400"/>
            <a:ext cx="6392863" cy="228600"/>
            <a:chOff x="723900" y="5486400"/>
            <a:chExt cx="6392863" cy="228600"/>
          </a:xfrm>
        </p:grpSpPr>
        <p:sp>
          <p:nvSpPr>
            <p:cNvPr id="74" name="node02.items.slot-001.swatch"/>
            <p:cNvSpPr/>
            <p:nvPr/>
          </p:nvSpPr>
          <p:spPr>
            <a:xfrm>
              <a:off x="723900" y="5537200"/>
              <a:ext cx="228600" cy="127000"/>
            </a:xfrm>
            <a:prstGeom prst="rect">
              <a:avLst/>
            </a:prstGeom>
            <a:solidFill>
              <a:srgbClr val="E8EEF8"/>
            </a:solidFill>
            <a:ln>
              <a:noFill/>
            </a:ln>
          </p:spPr>
        </p:sp>
        <p:sp>
          <p:nvSpPr>
            <p:cNvPr id="75" name="node02.items.slot-001.text"/>
            <p:cNvSpPr/>
            <p:nvPr/>
          </p:nvSpPr>
          <p:spPr>
            <a:xfrm>
              <a:off x="1016000" y="5486400"/>
              <a:ext cx="652463"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1 Ad hoc</a:t>
              </a:r>
              <a:endParaRPr lang="en-US" sz="1200" spc="0" kern="0" b="0" i="0" dirty="0">
                <a:solidFill>
                  <a:srgbClr val="070154"/>
                </a:solidFill>
                <a:latin typeface="IBM Plex Sans"/>
                <a:ea typeface="IBM Plex Sans"/>
                <a:cs typeface="IBM Plex Sans"/>
              </a:endParaRPr>
            </a:p>
          </p:txBody>
        </p:sp>
        <p:sp>
          <p:nvSpPr>
            <p:cNvPr id="76" name="node02.items.slot-002.swatch"/>
            <p:cNvSpPr/>
            <p:nvPr/>
          </p:nvSpPr>
          <p:spPr>
            <a:xfrm>
              <a:off x="1897063" y="5537200"/>
              <a:ext cx="228600" cy="127000"/>
            </a:xfrm>
            <a:prstGeom prst="rect">
              <a:avLst/>
            </a:prstGeom>
            <a:solidFill>
              <a:srgbClr val="B9C9F0"/>
            </a:solidFill>
            <a:ln>
              <a:noFill/>
            </a:ln>
          </p:spPr>
        </p:sp>
        <p:sp>
          <p:nvSpPr>
            <p:cNvPr id="77" name="node02.items.slot-002.text"/>
            <p:cNvSpPr/>
            <p:nvPr/>
          </p:nvSpPr>
          <p:spPr>
            <a:xfrm>
              <a:off x="2189163" y="5486400"/>
              <a:ext cx="963613"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2 Repeatable</a:t>
              </a:r>
              <a:endParaRPr lang="en-US" sz="1200" spc="0" kern="0" b="0" i="0" dirty="0">
                <a:solidFill>
                  <a:srgbClr val="070154"/>
                </a:solidFill>
                <a:latin typeface="IBM Plex Sans"/>
                <a:ea typeface="IBM Plex Sans"/>
                <a:cs typeface="IBM Plex Sans"/>
              </a:endParaRPr>
            </a:p>
          </p:txBody>
        </p:sp>
        <p:sp>
          <p:nvSpPr>
            <p:cNvPr id="78" name="node02.items.slot-003.swatch"/>
            <p:cNvSpPr/>
            <p:nvPr/>
          </p:nvSpPr>
          <p:spPr>
            <a:xfrm>
              <a:off x="3381375" y="5537200"/>
              <a:ext cx="228600" cy="127000"/>
            </a:xfrm>
            <a:prstGeom prst="rect">
              <a:avLst/>
            </a:prstGeom>
            <a:solidFill>
              <a:srgbClr val="7C9BFF"/>
            </a:solidFill>
            <a:ln>
              <a:noFill/>
            </a:ln>
          </p:spPr>
        </p:sp>
        <p:sp>
          <p:nvSpPr>
            <p:cNvPr id="79" name="node02.items.slot-003.text"/>
            <p:cNvSpPr/>
            <p:nvPr/>
          </p:nvSpPr>
          <p:spPr>
            <a:xfrm>
              <a:off x="3673475" y="5486400"/>
              <a:ext cx="711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3 Defined</a:t>
              </a:r>
              <a:endParaRPr lang="en-US" sz="1200" spc="0" kern="0" b="0" i="0" dirty="0">
                <a:solidFill>
                  <a:srgbClr val="070154"/>
                </a:solidFill>
                <a:latin typeface="IBM Plex Sans"/>
                <a:ea typeface="IBM Plex Sans"/>
                <a:cs typeface="IBM Plex Sans"/>
              </a:endParaRPr>
            </a:p>
          </p:txBody>
        </p:sp>
        <p:sp>
          <p:nvSpPr>
            <p:cNvPr id="80" name="node02.items.slot-004.swatch"/>
            <p:cNvSpPr/>
            <p:nvPr/>
          </p:nvSpPr>
          <p:spPr>
            <a:xfrm>
              <a:off x="4613275" y="5537200"/>
              <a:ext cx="228600" cy="127000"/>
            </a:xfrm>
            <a:prstGeom prst="rect">
              <a:avLst/>
            </a:prstGeom>
            <a:solidFill>
              <a:srgbClr val="0047FF"/>
            </a:solidFill>
            <a:ln>
              <a:noFill/>
            </a:ln>
          </p:spPr>
        </p:sp>
        <p:sp>
          <p:nvSpPr>
            <p:cNvPr id="81" name="node02.items.slot-004.text"/>
            <p:cNvSpPr/>
            <p:nvPr/>
          </p:nvSpPr>
          <p:spPr>
            <a:xfrm>
              <a:off x="4905375" y="5486400"/>
              <a:ext cx="80645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4 Managed</a:t>
              </a:r>
              <a:endParaRPr lang="en-US" sz="1200" spc="0" kern="0" b="0" i="0" dirty="0">
                <a:solidFill>
                  <a:srgbClr val="070154"/>
                </a:solidFill>
                <a:latin typeface="IBM Plex Sans"/>
                <a:ea typeface="IBM Plex Sans"/>
                <a:cs typeface="IBM Plex Sans"/>
              </a:endParaRPr>
            </a:p>
          </p:txBody>
        </p:sp>
        <p:sp>
          <p:nvSpPr>
            <p:cNvPr id="82" name="node02.items.slot-005.swatch"/>
            <p:cNvSpPr/>
            <p:nvPr/>
          </p:nvSpPr>
          <p:spPr>
            <a:xfrm>
              <a:off x="5940425" y="5537200"/>
              <a:ext cx="228600" cy="127000"/>
            </a:xfrm>
            <a:prstGeom prst="rect">
              <a:avLst/>
            </a:prstGeom>
            <a:solidFill>
              <a:srgbClr val="070154"/>
            </a:solidFill>
            <a:ln>
              <a:noFill/>
            </a:ln>
          </p:spPr>
        </p:sp>
        <p:sp>
          <p:nvSpPr>
            <p:cNvPr id="83" name="node02.items.slot-005.text"/>
            <p:cNvSpPr/>
            <p:nvPr/>
          </p:nvSpPr>
          <p:spPr>
            <a:xfrm>
              <a:off x="6232525" y="5486400"/>
              <a:ext cx="884238"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5 Optimized</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ource-204">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CAPABILITY ROADMAP</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Start with denials and referrals, then lift the rest</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Sample ratings for layout only; replace before use.</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47</a:t>
            </a:fld>
            <a:endParaRPr lang="en-US" sz="700" spc="0" kern="0" b="0" i="0" dirty="0">
              <a:solidFill>
                <a:srgbClr val="070154"/>
              </a:solidFill>
              <a:latin typeface="IBM Plex Mono SemiBold"/>
              <a:ea typeface="IBM Plex Mono SemiBold"/>
              <a:cs typeface="IBM Plex Mono SemiBold"/>
            </a:endParaRPr>
          </a:p>
        </p:txBody>
      </p:sp>
      <p:grpSp>
        <p:nvGrpSpPr>
          <p:cNvPr id="97" name="node01"/>
          <p:cNvGrpSpPr/>
          <p:nvPr/>
        </p:nvGrpSpPr>
        <p:grpSpPr>
          <a:xfrm>
            <a:off x="723900" y="1600200"/>
            <a:ext cx="10744200" cy="3708400"/>
            <a:chOff x="723900" y="1600200"/>
            <a:chExt cx="10744200" cy="3708400"/>
          </a:xfrm>
        </p:grpSpPr>
        <p:sp>
          <p:nvSpPr>
            <p:cNvPr id="7" name="node01.row.item-001.h0.heat-gap"/>
            <p:cNvSpPr/>
            <p:nvPr/>
          </p:nvSpPr>
          <p:spPr>
            <a:xfrm>
              <a:off x="3238500" y="1955800"/>
              <a:ext cx="736600" cy="558800"/>
            </a:xfrm>
            <a:prstGeom prst="rect">
              <a:avLst/>
            </a:prstGeom>
            <a:solidFill>
              <a:srgbClr val="FFFFFF"/>
            </a:solidFill>
            <a:ln>
              <a:noFill/>
            </a:ln>
          </p:spPr>
        </p:sp>
        <p:sp>
          <p:nvSpPr>
            <p:cNvPr id="8" name="node01.row.item-001.h0.heat"/>
            <p:cNvSpPr/>
            <p:nvPr/>
          </p:nvSpPr>
          <p:spPr>
            <a:xfrm>
              <a:off x="3257550" y="1974850"/>
              <a:ext cx="698500" cy="520700"/>
            </a:xfrm>
            <a:prstGeom prst="rect">
              <a:avLst/>
            </a:prstGeom>
            <a:solidFill>
              <a:srgbClr val="7C9BFF"/>
            </a:solidFill>
            <a:ln>
              <a:noFill/>
            </a:ln>
          </p:spPr>
        </p:sp>
        <p:sp>
          <p:nvSpPr>
            <p:cNvPr id="9" name="node01.row.item-001.h1.heat-gap"/>
            <p:cNvSpPr/>
            <p:nvPr/>
          </p:nvSpPr>
          <p:spPr>
            <a:xfrm>
              <a:off x="3975100" y="1955800"/>
              <a:ext cx="736600" cy="558800"/>
            </a:xfrm>
            <a:prstGeom prst="rect">
              <a:avLst/>
            </a:prstGeom>
            <a:solidFill>
              <a:srgbClr val="FFFFFF"/>
            </a:solidFill>
            <a:ln>
              <a:noFill/>
            </a:ln>
          </p:spPr>
        </p:sp>
        <p:sp>
          <p:nvSpPr>
            <p:cNvPr id="10" name="node01.row.item-001.h1.heat"/>
            <p:cNvSpPr/>
            <p:nvPr/>
          </p:nvSpPr>
          <p:spPr>
            <a:xfrm>
              <a:off x="3994150" y="1974850"/>
              <a:ext cx="698500" cy="520700"/>
            </a:xfrm>
            <a:prstGeom prst="rect">
              <a:avLst/>
            </a:prstGeom>
            <a:solidFill>
              <a:srgbClr val="B9C9F0"/>
            </a:solidFill>
            <a:ln>
              <a:noFill/>
            </a:ln>
          </p:spPr>
        </p:sp>
        <p:sp>
          <p:nvSpPr>
            <p:cNvPr id="11" name="node01.row.item-001.h2.heat-gap"/>
            <p:cNvSpPr/>
            <p:nvPr/>
          </p:nvSpPr>
          <p:spPr>
            <a:xfrm>
              <a:off x="4711700" y="1955800"/>
              <a:ext cx="736600" cy="558800"/>
            </a:xfrm>
            <a:prstGeom prst="rect">
              <a:avLst/>
            </a:prstGeom>
            <a:solidFill>
              <a:srgbClr val="FFFFFF"/>
            </a:solidFill>
            <a:ln>
              <a:noFill/>
            </a:ln>
          </p:spPr>
        </p:sp>
        <p:sp>
          <p:nvSpPr>
            <p:cNvPr id="12" name="node01.row.item-001.h2.heat"/>
            <p:cNvSpPr/>
            <p:nvPr/>
          </p:nvSpPr>
          <p:spPr>
            <a:xfrm>
              <a:off x="4730750" y="1974850"/>
              <a:ext cx="698500" cy="520700"/>
            </a:xfrm>
            <a:prstGeom prst="rect">
              <a:avLst/>
            </a:prstGeom>
            <a:solidFill>
              <a:srgbClr val="B9C9F0"/>
            </a:solidFill>
            <a:ln>
              <a:noFill/>
            </a:ln>
          </p:spPr>
        </p:sp>
        <p:sp>
          <p:nvSpPr>
            <p:cNvPr id="13" name="node01.row.item-001.h3.heat-gap"/>
            <p:cNvSpPr/>
            <p:nvPr/>
          </p:nvSpPr>
          <p:spPr>
            <a:xfrm>
              <a:off x="5448300" y="1955800"/>
              <a:ext cx="736600" cy="558800"/>
            </a:xfrm>
            <a:prstGeom prst="rect">
              <a:avLst/>
            </a:prstGeom>
            <a:solidFill>
              <a:srgbClr val="FFFFFF"/>
            </a:solidFill>
            <a:ln>
              <a:noFill/>
            </a:ln>
          </p:spPr>
        </p:sp>
        <p:sp>
          <p:nvSpPr>
            <p:cNvPr id="14" name="node01.row.item-001.h3.heat"/>
            <p:cNvSpPr/>
            <p:nvPr/>
          </p:nvSpPr>
          <p:spPr>
            <a:xfrm>
              <a:off x="5467350" y="1974850"/>
              <a:ext cx="698500" cy="520700"/>
            </a:xfrm>
            <a:prstGeom prst="rect">
              <a:avLst/>
            </a:prstGeom>
            <a:solidFill>
              <a:srgbClr val="7C9BFF"/>
            </a:solidFill>
            <a:ln>
              <a:noFill/>
            </a:ln>
          </p:spPr>
        </p:sp>
        <p:sp>
          <p:nvSpPr>
            <p:cNvPr id="15" name="node01.row.item-001.h4.heat-gap"/>
            <p:cNvSpPr/>
            <p:nvPr/>
          </p:nvSpPr>
          <p:spPr>
            <a:xfrm>
              <a:off x="6184900" y="1955800"/>
              <a:ext cx="736600" cy="558800"/>
            </a:xfrm>
            <a:prstGeom prst="rect">
              <a:avLst/>
            </a:prstGeom>
            <a:solidFill>
              <a:srgbClr val="FFFFFF"/>
            </a:solidFill>
            <a:ln>
              <a:noFill/>
            </a:ln>
          </p:spPr>
        </p:sp>
        <p:sp>
          <p:nvSpPr>
            <p:cNvPr id="16" name="node01.row.item-001.h4.heat"/>
            <p:cNvSpPr/>
            <p:nvPr/>
          </p:nvSpPr>
          <p:spPr>
            <a:xfrm>
              <a:off x="6203950" y="1974850"/>
              <a:ext cx="698500" cy="520700"/>
            </a:xfrm>
            <a:prstGeom prst="rect">
              <a:avLst/>
            </a:prstGeom>
            <a:solidFill>
              <a:srgbClr val="B9C9F0"/>
            </a:solidFill>
            <a:ln>
              <a:noFill/>
            </a:ln>
          </p:spPr>
        </p:sp>
        <p:sp>
          <p:nvSpPr>
            <p:cNvPr id="17" name="node01.row.item-002.h0.heat-gap"/>
            <p:cNvSpPr/>
            <p:nvPr/>
          </p:nvSpPr>
          <p:spPr>
            <a:xfrm>
              <a:off x="3238500" y="2514600"/>
              <a:ext cx="736600" cy="558800"/>
            </a:xfrm>
            <a:prstGeom prst="rect">
              <a:avLst/>
            </a:prstGeom>
            <a:solidFill>
              <a:srgbClr val="FFFFFF"/>
            </a:solidFill>
            <a:ln>
              <a:noFill/>
            </a:ln>
          </p:spPr>
        </p:sp>
        <p:sp>
          <p:nvSpPr>
            <p:cNvPr id="18" name="node01.row.item-002.h0.heat"/>
            <p:cNvSpPr/>
            <p:nvPr/>
          </p:nvSpPr>
          <p:spPr>
            <a:xfrm>
              <a:off x="3257550" y="2533650"/>
              <a:ext cx="698500" cy="520700"/>
            </a:xfrm>
            <a:prstGeom prst="rect">
              <a:avLst/>
            </a:prstGeom>
            <a:solidFill>
              <a:srgbClr val="B9C9F0"/>
            </a:solidFill>
            <a:ln>
              <a:noFill/>
            </a:ln>
          </p:spPr>
        </p:sp>
        <p:sp>
          <p:nvSpPr>
            <p:cNvPr id="19" name="node01.row.item-002.h1.heat-gap"/>
            <p:cNvSpPr/>
            <p:nvPr/>
          </p:nvSpPr>
          <p:spPr>
            <a:xfrm>
              <a:off x="3975100" y="2514600"/>
              <a:ext cx="736600" cy="558800"/>
            </a:xfrm>
            <a:prstGeom prst="rect">
              <a:avLst/>
            </a:prstGeom>
            <a:solidFill>
              <a:srgbClr val="FFFFFF"/>
            </a:solidFill>
            <a:ln>
              <a:noFill/>
            </a:ln>
          </p:spPr>
        </p:sp>
        <p:sp>
          <p:nvSpPr>
            <p:cNvPr id="20" name="node01.row.item-002.h1.heat"/>
            <p:cNvSpPr/>
            <p:nvPr/>
          </p:nvSpPr>
          <p:spPr>
            <a:xfrm>
              <a:off x="3994150" y="2533650"/>
              <a:ext cx="698500" cy="520700"/>
            </a:xfrm>
            <a:prstGeom prst="rect">
              <a:avLst/>
            </a:prstGeom>
            <a:solidFill>
              <a:srgbClr val="E8EEF8"/>
            </a:solidFill>
            <a:ln>
              <a:noFill/>
            </a:ln>
          </p:spPr>
        </p:sp>
        <p:sp>
          <p:nvSpPr>
            <p:cNvPr id="21" name="node01.row.item-002.h2.heat-gap"/>
            <p:cNvSpPr/>
            <p:nvPr/>
          </p:nvSpPr>
          <p:spPr>
            <a:xfrm>
              <a:off x="4711700" y="2514600"/>
              <a:ext cx="736600" cy="558800"/>
            </a:xfrm>
            <a:prstGeom prst="rect">
              <a:avLst/>
            </a:prstGeom>
            <a:solidFill>
              <a:srgbClr val="FFFFFF"/>
            </a:solidFill>
            <a:ln>
              <a:noFill/>
            </a:ln>
          </p:spPr>
        </p:sp>
        <p:sp>
          <p:nvSpPr>
            <p:cNvPr id="22" name="node01.row.item-002.h2.heat"/>
            <p:cNvSpPr/>
            <p:nvPr/>
          </p:nvSpPr>
          <p:spPr>
            <a:xfrm>
              <a:off x="4730750" y="2533650"/>
              <a:ext cx="698500" cy="520700"/>
            </a:xfrm>
            <a:prstGeom prst="rect">
              <a:avLst/>
            </a:prstGeom>
            <a:solidFill>
              <a:srgbClr val="E8EEF8"/>
            </a:solidFill>
            <a:ln>
              <a:noFill/>
            </a:ln>
          </p:spPr>
        </p:sp>
        <p:sp>
          <p:nvSpPr>
            <p:cNvPr id="23" name="node01.row.item-002.h3.heat-gap"/>
            <p:cNvSpPr/>
            <p:nvPr/>
          </p:nvSpPr>
          <p:spPr>
            <a:xfrm>
              <a:off x="5448300" y="2514600"/>
              <a:ext cx="736600" cy="558800"/>
            </a:xfrm>
            <a:prstGeom prst="rect">
              <a:avLst/>
            </a:prstGeom>
            <a:solidFill>
              <a:srgbClr val="FFFFFF"/>
            </a:solidFill>
            <a:ln>
              <a:noFill/>
            </a:ln>
          </p:spPr>
        </p:sp>
        <p:sp>
          <p:nvSpPr>
            <p:cNvPr id="24" name="node01.row.item-002.h3.heat"/>
            <p:cNvSpPr/>
            <p:nvPr/>
          </p:nvSpPr>
          <p:spPr>
            <a:xfrm>
              <a:off x="5467350" y="2533650"/>
              <a:ext cx="698500" cy="520700"/>
            </a:xfrm>
            <a:prstGeom prst="rect">
              <a:avLst/>
            </a:prstGeom>
            <a:solidFill>
              <a:srgbClr val="B9C9F0"/>
            </a:solidFill>
            <a:ln>
              <a:noFill/>
            </a:ln>
          </p:spPr>
        </p:sp>
        <p:sp>
          <p:nvSpPr>
            <p:cNvPr id="25" name="node01.row.item-002.h4.heat-gap"/>
            <p:cNvSpPr/>
            <p:nvPr/>
          </p:nvSpPr>
          <p:spPr>
            <a:xfrm>
              <a:off x="6184900" y="2514600"/>
              <a:ext cx="736600" cy="558800"/>
            </a:xfrm>
            <a:prstGeom prst="rect">
              <a:avLst/>
            </a:prstGeom>
            <a:solidFill>
              <a:srgbClr val="FFFFFF"/>
            </a:solidFill>
            <a:ln>
              <a:noFill/>
            </a:ln>
          </p:spPr>
        </p:sp>
        <p:sp>
          <p:nvSpPr>
            <p:cNvPr id="26" name="node01.row.item-002.h4.heat"/>
            <p:cNvSpPr/>
            <p:nvPr/>
          </p:nvSpPr>
          <p:spPr>
            <a:xfrm>
              <a:off x="6203950" y="2533650"/>
              <a:ext cx="698500" cy="520700"/>
            </a:xfrm>
            <a:prstGeom prst="rect">
              <a:avLst/>
            </a:prstGeom>
            <a:solidFill>
              <a:srgbClr val="B9C9F0"/>
            </a:solidFill>
            <a:ln>
              <a:noFill/>
            </a:ln>
          </p:spPr>
        </p:sp>
        <p:sp>
          <p:nvSpPr>
            <p:cNvPr id="27" name="node01.row.item-003.h0.heat-gap"/>
            <p:cNvSpPr/>
            <p:nvPr/>
          </p:nvSpPr>
          <p:spPr>
            <a:xfrm>
              <a:off x="3238500" y="3073400"/>
              <a:ext cx="736600" cy="558800"/>
            </a:xfrm>
            <a:prstGeom prst="rect">
              <a:avLst/>
            </a:prstGeom>
            <a:solidFill>
              <a:srgbClr val="FFFFFF"/>
            </a:solidFill>
            <a:ln>
              <a:noFill/>
            </a:ln>
          </p:spPr>
        </p:sp>
        <p:sp>
          <p:nvSpPr>
            <p:cNvPr id="28" name="node01.row.item-003.h0.heat"/>
            <p:cNvSpPr/>
            <p:nvPr/>
          </p:nvSpPr>
          <p:spPr>
            <a:xfrm>
              <a:off x="3257550" y="3092450"/>
              <a:ext cx="698500" cy="520700"/>
            </a:xfrm>
            <a:prstGeom prst="rect">
              <a:avLst/>
            </a:prstGeom>
            <a:solidFill>
              <a:srgbClr val="0047FF"/>
            </a:solidFill>
            <a:ln>
              <a:noFill/>
            </a:ln>
          </p:spPr>
        </p:sp>
        <p:sp>
          <p:nvSpPr>
            <p:cNvPr id="29" name="node01.row.item-003.h1.heat-gap"/>
            <p:cNvSpPr/>
            <p:nvPr/>
          </p:nvSpPr>
          <p:spPr>
            <a:xfrm>
              <a:off x="3975100" y="3073400"/>
              <a:ext cx="736600" cy="558800"/>
            </a:xfrm>
            <a:prstGeom prst="rect">
              <a:avLst/>
            </a:prstGeom>
            <a:solidFill>
              <a:srgbClr val="FFFFFF"/>
            </a:solidFill>
            <a:ln>
              <a:noFill/>
            </a:ln>
          </p:spPr>
        </p:sp>
        <p:sp>
          <p:nvSpPr>
            <p:cNvPr id="30" name="node01.row.item-003.h1.heat"/>
            <p:cNvSpPr/>
            <p:nvPr/>
          </p:nvSpPr>
          <p:spPr>
            <a:xfrm>
              <a:off x="3994150" y="3092450"/>
              <a:ext cx="698500" cy="520700"/>
            </a:xfrm>
            <a:prstGeom prst="rect">
              <a:avLst/>
            </a:prstGeom>
            <a:solidFill>
              <a:srgbClr val="070154"/>
            </a:solidFill>
            <a:ln>
              <a:noFill/>
            </a:ln>
          </p:spPr>
        </p:sp>
        <p:sp>
          <p:nvSpPr>
            <p:cNvPr id="31" name="node01.row.item-003.h2.heat-gap"/>
            <p:cNvSpPr/>
            <p:nvPr/>
          </p:nvSpPr>
          <p:spPr>
            <a:xfrm>
              <a:off x="4711700" y="3073400"/>
              <a:ext cx="736600" cy="558800"/>
            </a:xfrm>
            <a:prstGeom prst="rect">
              <a:avLst/>
            </a:prstGeom>
            <a:solidFill>
              <a:srgbClr val="FFFFFF"/>
            </a:solidFill>
            <a:ln>
              <a:noFill/>
            </a:ln>
          </p:spPr>
        </p:sp>
        <p:sp>
          <p:nvSpPr>
            <p:cNvPr id="32" name="node01.row.item-003.h2.heat"/>
            <p:cNvSpPr/>
            <p:nvPr/>
          </p:nvSpPr>
          <p:spPr>
            <a:xfrm>
              <a:off x="4730750" y="3092450"/>
              <a:ext cx="698500" cy="520700"/>
            </a:xfrm>
            <a:prstGeom prst="rect">
              <a:avLst/>
            </a:prstGeom>
            <a:solidFill>
              <a:srgbClr val="7C9BFF"/>
            </a:solidFill>
            <a:ln>
              <a:noFill/>
            </a:ln>
          </p:spPr>
        </p:sp>
        <p:sp>
          <p:nvSpPr>
            <p:cNvPr id="33" name="node01.row.item-003.h3.heat-gap"/>
            <p:cNvSpPr/>
            <p:nvPr/>
          </p:nvSpPr>
          <p:spPr>
            <a:xfrm>
              <a:off x="5448300" y="3073400"/>
              <a:ext cx="736600" cy="558800"/>
            </a:xfrm>
            <a:prstGeom prst="rect">
              <a:avLst/>
            </a:prstGeom>
            <a:solidFill>
              <a:srgbClr val="FFFFFF"/>
            </a:solidFill>
            <a:ln>
              <a:noFill/>
            </a:ln>
          </p:spPr>
        </p:sp>
        <p:sp>
          <p:nvSpPr>
            <p:cNvPr id="34" name="node01.row.item-003.h3.heat"/>
            <p:cNvSpPr/>
            <p:nvPr/>
          </p:nvSpPr>
          <p:spPr>
            <a:xfrm>
              <a:off x="5467350" y="3092450"/>
              <a:ext cx="698500" cy="520700"/>
            </a:xfrm>
            <a:prstGeom prst="rect">
              <a:avLst/>
            </a:prstGeom>
            <a:solidFill>
              <a:srgbClr val="7C9BFF"/>
            </a:solidFill>
            <a:ln>
              <a:noFill/>
            </a:ln>
          </p:spPr>
        </p:sp>
        <p:sp>
          <p:nvSpPr>
            <p:cNvPr id="35" name="node01.row.item-003.h4.heat-gap"/>
            <p:cNvSpPr/>
            <p:nvPr/>
          </p:nvSpPr>
          <p:spPr>
            <a:xfrm>
              <a:off x="6184900" y="3073400"/>
              <a:ext cx="736600" cy="558800"/>
            </a:xfrm>
            <a:prstGeom prst="rect">
              <a:avLst/>
            </a:prstGeom>
            <a:solidFill>
              <a:srgbClr val="FFFFFF"/>
            </a:solidFill>
            <a:ln>
              <a:noFill/>
            </a:ln>
          </p:spPr>
        </p:sp>
        <p:sp>
          <p:nvSpPr>
            <p:cNvPr id="36" name="node01.row.item-003.h4.heat"/>
            <p:cNvSpPr/>
            <p:nvPr/>
          </p:nvSpPr>
          <p:spPr>
            <a:xfrm>
              <a:off x="6203950" y="3092450"/>
              <a:ext cx="698500" cy="520700"/>
            </a:xfrm>
            <a:prstGeom prst="rect">
              <a:avLst/>
            </a:prstGeom>
            <a:solidFill>
              <a:srgbClr val="0047FF"/>
            </a:solidFill>
            <a:ln>
              <a:noFill/>
            </a:ln>
          </p:spPr>
        </p:sp>
        <p:sp>
          <p:nvSpPr>
            <p:cNvPr id="37" name="node01.row.item-004.h0.heat-gap"/>
            <p:cNvSpPr/>
            <p:nvPr/>
          </p:nvSpPr>
          <p:spPr>
            <a:xfrm>
              <a:off x="3238500" y="3632200"/>
              <a:ext cx="736600" cy="558800"/>
            </a:xfrm>
            <a:prstGeom prst="rect">
              <a:avLst/>
            </a:prstGeom>
            <a:solidFill>
              <a:srgbClr val="FFFFFF"/>
            </a:solidFill>
            <a:ln>
              <a:noFill/>
            </a:ln>
          </p:spPr>
        </p:sp>
        <p:sp>
          <p:nvSpPr>
            <p:cNvPr id="38" name="node01.row.item-004.h0.heat"/>
            <p:cNvSpPr/>
            <p:nvPr/>
          </p:nvSpPr>
          <p:spPr>
            <a:xfrm>
              <a:off x="3257550" y="3651250"/>
              <a:ext cx="698500" cy="520700"/>
            </a:xfrm>
            <a:prstGeom prst="rect">
              <a:avLst/>
            </a:prstGeom>
            <a:solidFill>
              <a:srgbClr val="B9C9F0"/>
            </a:solidFill>
            <a:ln>
              <a:noFill/>
            </a:ln>
          </p:spPr>
        </p:sp>
        <p:sp>
          <p:nvSpPr>
            <p:cNvPr id="39" name="node01.row.item-004.h1.heat-gap"/>
            <p:cNvSpPr/>
            <p:nvPr/>
          </p:nvSpPr>
          <p:spPr>
            <a:xfrm>
              <a:off x="3975100" y="3632200"/>
              <a:ext cx="736600" cy="558800"/>
            </a:xfrm>
            <a:prstGeom prst="rect">
              <a:avLst/>
            </a:prstGeom>
            <a:solidFill>
              <a:srgbClr val="FFFFFF"/>
            </a:solidFill>
            <a:ln>
              <a:noFill/>
            </a:ln>
          </p:spPr>
        </p:sp>
        <p:sp>
          <p:nvSpPr>
            <p:cNvPr id="40" name="node01.row.item-004.h1.heat"/>
            <p:cNvSpPr/>
            <p:nvPr/>
          </p:nvSpPr>
          <p:spPr>
            <a:xfrm>
              <a:off x="3994150" y="3651250"/>
              <a:ext cx="698500" cy="520700"/>
            </a:xfrm>
            <a:prstGeom prst="rect">
              <a:avLst/>
            </a:prstGeom>
            <a:solidFill>
              <a:srgbClr val="B9C9F0"/>
            </a:solidFill>
            <a:ln>
              <a:noFill/>
            </a:ln>
          </p:spPr>
        </p:sp>
        <p:sp>
          <p:nvSpPr>
            <p:cNvPr id="41" name="node01.row.item-004.h2.heat-gap"/>
            <p:cNvSpPr/>
            <p:nvPr/>
          </p:nvSpPr>
          <p:spPr>
            <a:xfrm>
              <a:off x="4711700" y="3632200"/>
              <a:ext cx="736600" cy="558800"/>
            </a:xfrm>
            <a:prstGeom prst="rect">
              <a:avLst/>
            </a:prstGeom>
            <a:solidFill>
              <a:srgbClr val="FFFFFF"/>
            </a:solidFill>
            <a:ln>
              <a:noFill/>
            </a:ln>
          </p:spPr>
        </p:sp>
        <p:sp>
          <p:nvSpPr>
            <p:cNvPr id="42" name="node01.row.item-004.h2.heat"/>
            <p:cNvSpPr/>
            <p:nvPr/>
          </p:nvSpPr>
          <p:spPr>
            <a:xfrm>
              <a:off x="4730750" y="3651250"/>
              <a:ext cx="698500" cy="520700"/>
            </a:xfrm>
            <a:prstGeom prst="rect">
              <a:avLst/>
            </a:prstGeom>
            <a:solidFill>
              <a:srgbClr val="B9C9F0"/>
            </a:solidFill>
            <a:ln>
              <a:noFill/>
            </a:ln>
          </p:spPr>
        </p:sp>
        <p:sp>
          <p:nvSpPr>
            <p:cNvPr id="43" name="node01.row.item-004.h3.heat-gap"/>
            <p:cNvSpPr/>
            <p:nvPr/>
          </p:nvSpPr>
          <p:spPr>
            <a:xfrm>
              <a:off x="5448300" y="3632200"/>
              <a:ext cx="736600" cy="558800"/>
            </a:xfrm>
            <a:prstGeom prst="rect">
              <a:avLst/>
            </a:prstGeom>
            <a:solidFill>
              <a:srgbClr val="FFFFFF"/>
            </a:solidFill>
            <a:ln>
              <a:noFill/>
            </a:ln>
          </p:spPr>
        </p:sp>
        <p:sp>
          <p:nvSpPr>
            <p:cNvPr id="44" name="node01.row.item-004.h3.heat"/>
            <p:cNvSpPr/>
            <p:nvPr/>
          </p:nvSpPr>
          <p:spPr>
            <a:xfrm>
              <a:off x="5467350" y="3651250"/>
              <a:ext cx="698500" cy="520700"/>
            </a:xfrm>
            <a:prstGeom prst="rect">
              <a:avLst/>
            </a:prstGeom>
            <a:solidFill>
              <a:srgbClr val="B9C9F0"/>
            </a:solidFill>
            <a:ln>
              <a:noFill/>
            </a:ln>
          </p:spPr>
        </p:sp>
        <p:sp>
          <p:nvSpPr>
            <p:cNvPr id="45" name="node01.row.item-004.h4.heat-gap"/>
            <p:cNvSpPr/>
            <p:nvPr/>
          </p:nvSpPr>
          <p:spPr>
            <a:xfrm>
              <a:off x="6184900" y="3632200"/>
              <a:ext cx="736600" cy="558800"/>
            </a:xfrm>
            <a:prstGeom prst="rect">
              <a:avLst/>
            </a:prstGeom>
            <a:solidFill>
              <a:srgbClr val="FFFFFF"/>
            </a:solidFill>
            <a:ln>
              <a:noFill/>
            </a:ln>
          </p:spPr>
        </p:sp>
        <p:sp>
          <p:nvSpPr>
            <p:cNvPr id="46" name="node01.row.item-004.h4.heat"/>
            <p:cNvSpPr/>
            <p:nvPr/>
          </p:nvSpPr>
          <p:spPr>
            <a:xfrm>
              <a:off x="6203950" y="3651250"/>
              <a:ext cx="698500" cy="520700"/>
            </a:xfrm>
            <a:prstGeom prst="rect">
              <a:avLst/>
            </a:prstGeom>
            <a:solidFill>
              <a:srgbClr val="E8EEF8"/>
            </a:solidFill>
            <a:ln>
              <a:noFill/>
            </a:ln>
          </p:spPr>
        </p:sp>
        <p:sp>
          <p:nvSpPr>
            <p:cNvPr id="47" name="node01.row.item-005.h0.heat-gap"/>
            <p:cNvSpPr/>
            <p:nvPr/>
          </p:nvSpPr>
          <p:spPr>
            <a:xfrm>
              <a:off x="3238500" y="4191000"/>
              <a:ext cx="736600" cy="558800"/>
            </a:xfrm>
            <a:prstGeom prst="rect">
              <a:avLst/>
            </a:prstGeom>
            <a:solidFill>
              <a:srgbClr val="FFFFFF"/>
            </a:solidFill>
            <a:ln>
              <a:noFill/>
            </a:ln>
          </p:spPr>
        </p:sp>
        <p:sp>
          <p:nvSpPr>
            <p:cNvPr id="48" name="node01.row.item-005.h0.heat"/>
            <p:cNvSpPr/>
            <p:nvPr/>
          </p:nvSpPr>
          <p:spPr>
            <a:xfrm>
              <a:off x="3257550" y="4210050"/>
              <a:ext cx="698500" cy="520700"/>
            </a:xfrm>
            <a:prstGeom prst="rect">
              <a:avLst/>
            </a:prstGeom>
            <a:solidFill>
              <a:srgbClr val="0047FF"/>
            </a:solidFill>
            <a:ln>
              <a:noFill/>
            </a:ln>
          </p:spPr>
        </p:sp>
        <p:sp>
          <p:nvSpPr>
            <p:cNvPr id="49" name="node01.row.item-005.h1.heat-gap"/>
            <p:cNvSpPr/>
            <p:nvPr/>
          </p:nvSpPr>
          <p:spPr>
            <a:xfrm>
              <a:off x="3975100" y="4191000"/>
              <a:ext cx="736600" cy="558800"/>
            </a:xfrm>
            <a:prstGeom prst="rect">
              <a:avLst/>
            </a:prstGeom>
            <a:solidFill>
              <a:srgbClr val="FFFFFF"/>
            </a:solidFill>
            <a:ln>
              <a:noFill/>
            </a:ln>
          </p:spPr>
        </p:sp>
        <p:sp>
          <p:nvSpPr>
            <p:cNvPr id="50" name="node01.row.item-005.h1.heat"/>
            <p:cNvSpPr/>
            <p:nvPr/>
          </p:nvSpPr>
          <p:spPr>
            <a:xfrm>
              <a:off x="3994150" y="4210050"/>
              <a:ext cx="698500" cy="520700"/>
            </a:xfrm>
            <a:prstGeom prst="rect">
              <a:avLst/>
            </a:prstGeom>
            <a:solidFill>
              <a:srgbClr val="0047FF"/>
            </a:solidFill>
            <a:ln>
              <a:noFill/>
            </a:ln>
          </p:spPr>
        </p:sp>
        <p:sp>
          <p:nvSpPr>
            <p:cNvPr id="51" name="node01.row.item-005.h2.heat-gap"/>
            <p:cNvSpPr/>
            <p:nvPr/>
          </p:nvSpPr>
          <p:spPr>
            <a:xfrm>
              <a:off x="4711700" y="4191000"/>
              <a:ext cx="736600" cy="558800"/>
            </a:xfrm>
            <a:prstGeom prst="rect">
              <a:avLst/>
            </a:prstGeom>
            <a:solidFill>
              <a:srgbClr val="FFFFFF"/>
            </a:solidFill>
            <a:ln>
              <a:noFill/>
            </a:ln>
          </p:spPr>
        </p:sp>
        <p:sp>
          <p:nvSpPr>
            <p:cNvPr id="52" name="node01.row.item-005.h2.heat"/>
            <p:cNvSpPr/>
            <p:nvPr/>
          </p:nvSpPr>
          <p:spPr>
            <a:xfrm>
              <a:off x="4730750" y="4210050"/>
              <a:ext cx="698500" cy="520700"/>
            </a:xfrm>
            <a:prstGeom prst="rect">
              <a:avLst/>
            </a:prstGeom>
            <a:solidFill>
              <a:srgbClr val="7C9BFF"/>
            </a:solidFill>
            <a:ln>
              <a:noFill/>
            </a:ln>
          </p:spPr>
        </p:sp>
        <p:sp>
          <p:nvSpPr>
            <p:cNvPr id="53" name="node01.row.item-005.h3.heat-gap"/>
            <p:cNvSpPr/>
            <p:nvPr/>
          </p:nvSpPr>
          <p:spPr>
            <a:xfrm>
              <a:off x="5448300" y="4191000"/>
              <a:ext cx="736600" cy="558800"/>
            </a:xfrm>
            <a:prstGeom prst="rect">
              <a:avLst/>
            </a:prstGeom>
            <a:solidFill>
              <a:srgbClr val="FFFFFF"/>
            </a:solidFill>
            <a:ln>
              <a:noFill/>
            </a:ln>
          </p:spPr>
        </p:sp>
        <p:sp>
          <p:nvSpPr>
            <p:cNvPr id="54" name="node01.row.item-005.h3.heat"/>
            <p:cNvSpPr/>
            <p:nvPr/>
          </p:nvSpPr>
          <p:spPr>
            <a:xfrm>
              <a:off x="5467350" y="4210050"/>
              <a:ext cx="698500" cy="520700"/>
            </a:xfrm>
            <a:prstGeom prst="rect">
              <a:avLst/>
            </a:prstGeom>
            <a:solidFill>
              <a:srgbClr val="0047FF"/>
            </a:solidFill>
            <a:ln>
              <a:noFill/>
            </a:ln>
          </p:spPr>
        </p:sp>
        <p:sp>
          <p:nvSpPr>
            <p:cNvPr id="55" name="node01.row.item-005.h4.heat-gap"/>
            <p:cNvSpPr/>
            <p:nvPr/>
          </p:nvSpPr>
          <p:spPr>
            <a:xfrm>
              <a:off x="6184900" y="4191000"/>
              <a:ext cx="736600" cy="558800"/>
            </a:xfrm>
            <a:prstGeom prst="rect">
              <a:avLst/>
            </a:prstGeom>
            <a:solidFill>
              <a:srgbClr val="FFFFFF"/>
            </a:solidFill>
            <a:ln>
              <a:noFill/>
            </a:ln>
          </p:spPr>
        </p:sp>
        <p:sp>
          <p:nvSpPr>
            <p:cNvPr id="56" name="node01.row.item-005.h4.heat"/>
            <p:cNvSpPr/>
            <p:nvPr/>
          </p:nvSpPr>
          <p:spPr>
            <a:xfrm>
              <a:off x="6203950" y="4210050"/>
              <a:ext cx="698500" cy="520700"/>
            </a:xfrm>
            <a:prstGeom prst="rect">
              <a:avLst/>
            </a:prstGeom>
            <a:solidFill>
              <a:srgbClr val="7C9BFF"/>
            </a:solidFill>
            <a:ln>
              <a:noFill/>
            </a:ln>
          </p:spPr>
        </p:sp>
        <p:sp>
          <p:nvSpPr>
            <p:cNvPr id="57" name="node01.row.item-006.h0.heat-gap"/>
            <p:cNvSpPr/>
            <p:nvPr/>
          </p:nvSpPr>
          <p:spPr>
            <a:xfrm>
              <a:off x="3238500" y="4749800"/>
              <a:ext cx="736600" cy="558800"/>
            </a:xfrm>
            <a:prstGeom prst="rect">
              <a:avLst/>
            </a:prstGeom>
            <a:solidFill>
              <a:srgbClr val="FFFFFF"/>
            </a:solidFill>
            <a:ln>
              <a:noFill/>
            </a:ln>
          </p:spPr>
        </p:sp>
        <p:sp>
          <p:nvSpPr>
            <p:cNvPr id="58" name="node01.row.item-006.h0.heat"/>
            <p:cNvSpPr/>
            <p:nvPr/>
          </p:nvSpPr>
          <p:spPr>
            <a:xfrm>
              <a:off x="3257550" y="4768850"/>
              <a:ext cx="698500" cy="520700"/>
            </a:xfrm>
            <a:prstGeom prst="rect">
              <a:avLst/>
            </a:prstGeom>
            <a:solidFill>
              <a:srgbClr val="B9C9F0"/>
            </a:solidFill>
            <a:ln>
              <a:noFill/>
            </a:ln>
          </p:spPr>
        </p:sp>
        <p:sp>
          <p:nvSpPr>
            <p:cNvPr id="59" name="node01.row.item-006.h1.heat-gap"/>
            <p:cNvSpPr/>
            <p:nvPr/>
          </p:nvSpPr>
          <p:spPr>
            <a:xfrm>
              <a:off x="3975100" y="4749800"/>
              <a:ext cx="736600" cy="558800"/>
            </a:xfrm>
            <a:prstGeom prst="rect">
              <a:avLst/>
            </a:prstGeom>
            <a:solidFill>
              <a:srgbClr val="FFFFFF"/>
            </a:solidFill>
            <a:ln>
              <a:noFill/>
            </a:ln>
          </p:spPr>
        </p:sp>
        <p:sp>
          <p:nvSpPr>
            <p:cNvPr id="60" name="node01.row.item-006.h1.heat"/>
            <p:cNvSpPr/>
            <p:nvPr/>
          </p:nvSpPr>
          <p:spPr>
            <a:xfrm>
              <a:off x="3994150" y="4768850"/>
              <a:ext cx="698500" cy="520700"/>
            </a:xfrm>
            <a:prstGeom prst="rect">
              <a:avLst/>
            </a:prstGeom>
            <a:solidFill>
              <a:srgbClr val="B9C9F0"/>
            </a:solidFill>
            <a:ln>
              <a:noFill/>
            </a:ln>
          </p:spPr>
        </p:sp>
        <p:sp>
          <p:nvSpPr>
            <p:cNvPr id="61" name="node01.row.item-006.h2.heat-gap"/>
            <p:cNvSpPr/>
            <p:nvPr/>
          </p:nvSpPr>
          <p:spPr>
            <a:xfrm>
              <a:off x="4711700" y="4749800"/>
              <a:ext cx="736600" cy="558800"/>
            </a:xfrm>
            <a:prstGeom prst="rect">
              <a:avLst/>
            </a:prstGeom>
            <a:solidFill>
              <a:srgbClr val="FFFFFF"/>
            </a:solidFill>
            <a:ln>
              <a:noFill/>
            </a:ln>
          </p:spPr>
        </p:sp>
        <p:sp>
          <p:nvSpPr>
            <p:cNvPr id="62" name="node01.row.item-006.h2.heat"/>
            <p:cNvSpPr/>
            <p:nvPr/>
          </p:nvSpPr>
          <p:spPr>
            <a:xfrm>
              <a:off x="4730750" y="4768850"/>
              <a:ext cx="698500" cy="520700"/>
            </a:xfrm>
            <a:prstGeom prst="rect">
              <a:avLst/>
            </a:prstGeom>
            <a:solidFill>
              <a:srgbClr val="E8EEF8"/>
            </a:solidFill>
            <a:ln>
              <a:noFill/>
            </a:ln>
          </p:spPr>
        </p:sp>
        <p:sp>
          <p:nvSpPr>
            <p:cNvPr id="63" name="node01.row.item-006.h3.heat-gap"/>
            <p:cNvSpPr/>
            <p:nvPr/>
          </p:nvSpPr>
          <p:spPr>
            <a:xfrm>
              <a:off x="5448300" y="4749800"/>
              <a:ext cx="736600" cy="558800"/>
            </a:xfrm>
            <a:prstGeom prst="rect">
              <a:avLst/>
            </a:prstGeom>
            <a:solidFill>
              <a:srgbClr val="FFFFFF"/>
            </a:solidFill>
            <a:ln>
              <a:noFill/>
            </a:ln>
          </p:spPr>
        </p:sp>
        <p:sp>
          <p:nvSpPr>
            <p:cNvPr id="64" name="node01.row.item-006.h3.heat"/>
            <p:cNvSpPr/>
            <p:nvPr/>
          </p:nvSpPr>
          <p:spPr>
            <a:xfrm>
              <a:off x="5467350" y="4768850"/>
              <a:ext cx="698500" cy="520700"/>
            </a:xfrm>
            <a:prstGeom prst="rect">
              <a:avLst/>
            </a:prstGeom>
            <a:solidFill>
              <a:srgbClr val="7C9BFF"/>
            </a:solidFill>
            <a:ln>
              <a:noFill/>
            </a:ln>
          </p:spPr>
        </p:sp>
        <p:sp>
          <p:nvSpPr>
            <p:cNvPr id="65" name="node01.row.item-006.h4.heat-gap"/>
            <p:cNvSpPr/>
            <p:nvPr/>
          </p:nvSpPr>
          <p:spPr>
            <a:xfrm>
              <a:off x="6184900" y="4749800"/>
              <a:ext cx="736600" cy="558800"/>
            </a:xfrm>
            <a:prstGeom prst="rect">
              <a:avLst/>
            </a:prstGeom>
            <a:solidFill>
              <a:srgbClr val="FFFFFF"/>
            </a:solidFill>
            <a:ln>
              <a:noFill/>
            </a:ln>
          </p:spPr>
        </p:sp>
        <p:sp>
          <p:nvSpPr>
            <p:cNvPr id="66" name="node01.row.item-006.h4.heat"/>
            <p:cNvSpPr/>
            <p:nvPr/>
          </p:nvSpPr>
          <p:spPr>
            <a:xfrm>
              <a:off x="6203950" y="4768850"/>
              <a:ext cx="698500" cy="520700"/>
            </a:xfrm>
            <a:prstGeom prst="rect">
              <a:avLst/>
            </a:prstGeom>
            <a:solidFill>
              <a:srgbClr val="B9C9F0"/>
            </a:solidFill>
            <a:ln>
              <a:noFill/>
            </a:ln>
          </p:spPr>
        </p:sp>
        <p:graphicFrame>
          <p:nvGraphicFramePr>
            <p:cNvPr id="67" name="node01.native"/>
            <p:cNvGraphicFramePr>
              <a:graphicFrameLocks noGrp="1"/>
            </p:cNvGraphicFramePr>
            <p:nvPr>
              <p:extLst>
                <p:ext uri="{D42A27DB-BD31-4B8C-83A1-F6EECF244321}">
                  <p14:modId xmlns:p14="http://schemas.microsoft.com/office/powerpoint/2010/main" val="1579011935"/>
                </p:ext>
              </p:extLst>
            </p:nvPr>
          </p:nvGraphicFramePr>
          <p:xfrm>
            <a:off x="1104900" y="1600200"/>
            <a:ext cx="10363200" cy="3708400"/>
          </p:xfrm>
          <a:graphic>
            <a:graphicData uri="http://schemas.openxmlformats.org/drawingml/2006/table">
              <a:tbl>
                <a:tblPr/>
                <a:tblGrid>
                  <a:gridCol w="2133600"/>
                  <a:gridCol w="736600"/>
                  <a:gridCol w="736600"/>
                  <a:gridCol w="736600"/>
                  <a:gridCol w="736600"/>
                  <a:gridCol w="736600"/>
                  <a:gridCol w="914400"/>
                  <a:gridCol w="3632200"/>
                </a:tblGrid>
                <a:tr h="355600">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CAPABILITY</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PROCESS</a:t>
                        </a:r>
                        <a:endParaRPr lang="en-US" sz="900" spc="54" kern="0" b="0" i="0" dirty="0">
                          <a:solidFill>
                            <a:srgbClr val="070154"/>
                          </a:solidFill>
                          <a:latin typeface="IBM Plex Mono SemiBold"/>
                          <a:ea typeface="IBM Plex Mono SemiBold"/>
                          <a:cs typeface="IBM Plex Mono SemiBold"/>
                        </a:endParaRPr>
                      </a:p>
                    </a:txBody>
                    <a:tcPr marL="92677" marR="92677"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2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r>
                          <a:rPr lang="en-US" sz="800" spc="48" kern="0" b="0" i="0" dirty="0">
                            <a:solidFill>
                              <a:srgbClr val="070154"/>
                            </a:solidFill>
                            <a:latin typeface="IBM Plex Mono SemiBold"/>
                            <a:ea typeface="IBM Plex Mono SemiBold"/>
                            <a:cs typeface="IBM Plex Mono SemiBold"/>
                          </a:rPr>
                          <a:t xml:space="preserve">TECHNOLOGY</a:t>
                        </a:r>
                        <a:endParaRPr lang="en-US" sz="800" spc="48" kern="0" b="0" i="0" dirty="0">
                          <a:solidFill>
                            <a:srgbClr val="070154"/>
                          </a:solidFill>
                          <a:latin typeface="IBM Plex Mono SemiBold"/>
                          <a:ea typeface="IBM Plex Mono SemiBold"/>
                          <a:cs typeface="IBM Plex Mono SemiBold"/>
                        </a:endParaRPr>
                      </a:p>
                    </a:txBody>
                    <a:tcPr marL="23496" marR="23496"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DATA</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PEOPLE</a:t>
                        </a:r>
                        <a:endParaRPr lang="en-US" sz="900" spc="54" kern="0" b="0" i="0" dirty="0">
                          <a:solidFill>
                            <a:srgbClr val="070154"/>
                          </a:solidFill>
                          <a:latin typeface="IBM Plex Mono SemiBold"/>
                          <a:ea typeface="IBM Plex Mono SemiBold"/>
                          <a:cs typeface="IBM Plex Mono SemiBold"/>
                        </a:endParaRPr>
                      </a:p>
                    </a:txBody>
                    <a:tcPr marL="130237" marR="130237"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2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r>
                          <a:rPr lang="en-US" sz="800" spc="48" kern="0" b="0" i="0" dirty="0">
                            <a:solidFill>
                              <a:srgbClr val="070154"/>
                            </a:solidFill>
                            <a:latin typeface="IBM Plex Mono SemiBold"/>
                            <a:ea typeface="IBM Plex Mono SemiBold"/>
                            <a:cs typeface="IBM Plex Mono SemiBold"/>
                          </a:rPr>
                          <a:t xml:space="preserve">GOVERNANCE</a:t>
                        </a:r>
                        <a:endParaRPr lang="en-US" sz="800" spc="48" kern="0" b="0" i="0" dirty="0">
                          <a:solidFill>
                            <a:srgbClr val="070154"/>
                          </a:solidFill>
                          <a:latin typeface="IBM Plex Mono SemiBold"/>
                          <a:ea typeface="IBM Plex Mono SemiBold"/>
                          <a:cs typeface="IBM Plex Mono SemiBold"/>
                        </a:endParaRPr>
                      </a:p>
                    </a:txBody>
                    <a:tcPr marL="23496" marR="23496"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HORIZON</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WHAT WE FOUND</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r>
                <a:tr h="5588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Patient access</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3</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3</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152400" indent="-152400">
                          <a:lnSpc>
                            <a:spcPts val="1800"/>
                          </a:lnSpc>
                          <a:spcBef>
                            <a:spcPts val="0"/>
                          </a:spcBef>
                          <a:spcAft>
                            <a:spcPts val="30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Two registration flows across sites</a:t>
                        </a:r>
                        <a:endParaRPr lang="en-US" sz="1200" spc="0" kern="0" b="0" i="0" dirty="0">
                          <a:solidFill>
                            <a:srgbClr val="070154"/>
                          </a:solidFill>
                          <a:latin typeface="IBM Plex Sans"/>
                          <a:ea typeface="IBM Plex Sans"/>
                          <a:cs typeface="IBM Plex Sans"/>
                        </a:endParaRPr>
                      </a:p>
                      <a:p>
                        <a:pPr algn="l" marL="152400" indent="-152400">
                          <a:lnSpc>
                            <a:spcPts val="1800"/>
                          </a:lnSpc>
                          <a:spcBef>
                            <a:spcPts val="0"/>
                          </a:spcBef>
                          <a:spcAft>
                            <a:spcPts val="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Eligibility is checked after arrival</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5588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Referral management</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1</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1</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152400" indent="-152400">
                          <a:lnSpc>
                            <a:spcPts val="1800"/>
                          </a:lnSpc>
                          <a:spcBef>
                            <a:spcPts val="0"/>
                          </a:spcBef>
                          <a:spcAft>
                            <a:spcPts val="30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Referrals arrive by fax and portal</a:t>
                        </a:r>
                        <a:endParaRPr lang="en-US" sz="1200" spc="0" kern="0" b="0" i="0" dirty="0">
                          <a:solidFill>
                            <a:srgbClr val="070154"/>
                          </a:solidFill>
                          <a:latin typeface="IBM Plex Sans"/>
                          <a:ea typeface="IBM Plex Sans"/>
                          <a:cs typeface="IBM Plex Sans"/>
                        </a:endParaRPr>
                      </a:p>
                      <a:p>
                        <a:pPr algn="l" marL="152400" indent="-152400">
                          <a:lnSpc>
                            <a:spcPts val="1800"/>
                          </a:lnSpc>
                          <a:spcBef>
                            <a:spcPts val="0"/>
                          </a:spcBef>
                          <a:spcAft>
                            <a:spcPts val="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No shared status view</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5588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Revenue cycle</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FFFFFF"/>
                            </a:solidFill>
                            <a:latin typeface="IBM Plex Mono SemiBold"/>
                            <a:ea typeface="IBM Plex Mono SemiBold"/>
                            <a:cs typeface="IBM Plex Mono SemiBold"/>
                          </a:defRPr>
                        </a:pPr>
                        <a:r>
                          <a:rPr lang="en-US" sz="1200" spc="0" kern="0" b="0" i="0" dirty="0">
                            <a:solidFill>
                              <a:srgbClr val="FFFFFF"/>
                            </a:solidFill>
                            <a:latin typeface="IBM Plex Mono SemiBold"/>
                            <a:ea typeface="IBM Plex Mono SemiBold"/>
                            <a:cs typeface="IBM Plex Mono SemiBold"/>
                          </a:rPr>
                          <a:t xml:space="preserve">4</a:t>
                        </a:r>
                        <a:endParaRPr lang="en-US" sz="12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FFFFFF"/>
                            </a:solidFill>
                            <a:latin typeface="IBM Plex Mono SemiBold"/>
                            <a:ea typeface="IBM Plex Mono SemiBold"/>
                            <a:cs typeface="IBM Plex Mono SemiBold"/>
                          </a:defRPr>
                        </a:pPr>
                        <a:r>
                          <a:rPr lang="en-US" sz="1200" spc="0" kern="0" b="0" i="0" dirty="0">
                            <a:solidFill>
                              <a:srgbClr val="FFFFFF"/>
                            </a:solidFill>
                            <a:latin typeface="IBM Plex Mono SemiBold"/>
                            <a:ea typeface="IBM Plex Mono SemiBold"/>
                            <a:cs typeface="IBM Plex Mono SemiBold"/>
                          </a:rPr>
                          <a:t xml:space="preserve">5</a:t>
                        </a:r>
                        <a:endParaRPr lang="en-US" sz="12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3</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3</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FFFFFF"/>
                            </a:solidFill>
                            <a:latin typeface="IBM Plex Mono SemiBold"/>
                            <a:ea typeface="IBM Plex Mono SemiBold"/>
                            <a:cs typeface="IBM Plex Mono SemiBold"/>
                          </a:defRPr>
                        </a:pPr>
                        <a:r>
                          <a:rPr lang="en-US" sz="1200" spc="0" kern="0" b="0" i="0" dirty="0">
                            <a:solidFill>
                              <a:srgbClr val="FFFFFF"/>
                            </a:solidFill>
                            <a:latin typeface="IBM Plex Mono SemiBold"/>
                            <a:ea typeface="IBM Plex Mono SemiBold"/>
                            <a:cs typeface="IBM Plex Mono SemiBold"/>
                          </a:rPr>
                          <a:t xml:space="preserve">4</a:t>
                        </a:r>
                        <a:endParaRPr lang="en-US" sz="12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152400" indent="-152400">
                          <a:lnSpc>
                            <a:spcPts val="1800"/>
                          </a:lnSpc>
                          <a:spcBef>
                            <a:spcPts val="0"/>
                          </a:spcBef>
                          <a:spcAft>
                            <a:spcPts val="30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Rules engine at posting is mature</a:t>
                        </a:r>
                        <a:endParaRPr lang="en-US" sz="1200" spc="0" kern="0" b="0" i="0" dirty="0">
                          <a:solidFill>
                            <a:srgbClr val="070154"/>
                          </a:solidFill>
                          <a:latin typeface="IBM Plex Sans"/>
                          <a:ea typeface="IBM Plex Sans"/>
                          <a:cs typeface="IBM Plex Sans"/>
                        </a:endParaRPr>
                      </a:p>
                      <a:p>
                        <a:pPr algn="l" marL="152400" indent="-152400">
                          <a:lnSpc>
                            <a:spcPts val="1800"/>
                          </a:lnSpc>
                          <a:spcBef>
                            <a:spcPts val="0"/>
                          </a:spcBef>
                          <a:spcAft>
                            <a:spcPts val="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Month-end review is still manual</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5588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Denials management</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1</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152400" indent="-152400">
                          <a:lnSpc>
                            <a:spcPts val="1800"/>
                          </a:lnSpc>
                          <a:spcBef>
                            <a:spcPts val="0"/>
                          </a:spcBef>
                          <a:spcAft>
                            <a:spcPts val="30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Denial reasons are not coded</a:t>
                        </a:r>
                        <a:endParaRPr lang="en-US" sz="1200" spc="0" kern="0" b="0" i="0" dirty="0">
                          <a:solidFill>
                            <a:srgbClr val="070154"/>
                          </a:solidFill>
                          <a:latin typeface="IBM Plex Sans"/>
                          <a:ea typeface="IBM Plex Sans"/>
                          <a:cs typeface="IBM Plex Sans"/>
                        </a:endParaRPr>
                      </a:p>
                      <a:p>
                        <a:pPr algn="l" marL="152400" indent="-152400">
                          <a:lnSpc>
                            <a:spcPts val="1800"/>
                          </a:lnSpc>
                          <a:spcBef>
                            <a:spcPts val="0"/>
                          </a:spcBef>
                          <a:spcAft>
                            <a:spcPts val="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Rework has no owner</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5588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Clinical documentation</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FFFFFF"/>
                            </a:solidFill>
                            <a:latin typeface="IBM Plex Mono SemiBold"/>
                            <a:ea typeface="IBM Plex Mono SemiBold"/>
                            <a:cs typeface="IBM Plex Mono SemiBold"/>
                          </a:defRPr>
                        </a:pPr>
                        <a:r>
                          <a:rPr lang="en-US" sz="1200" spc="0" kern="0" b="0" i="0" dirty="0">
                            <a:solidFill>
                              <a:srgbClr val="FFFFFF"/>
                            </a:solidFill>
                            <a:latin typeface="IBM Plex Mono SemiBold"/>
                            <a:ea typeface="IBM Plex Mono SemiBold"/>
                            <a:cs typeface="IBM Plex Mono SemiBold"/>
                          </a:rPr>
                          <a:t xml:space="preserve">4</a:t>
                        </a:r>
                        <a:endParaRPr lang="en-US" sz="12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FFFFFF"/>
                            </a:solidFill>
                            <a:latin typeface="IBM Plex Mono SemiBold"/>
                            <a:ea typeface="IBM Plex Mono SemiBold"/>
                            <a:cs typeface="IBM Plex Mono SemiBold"/>
                          </a:defRPr>
                        </a:pPr>
                        <a:r>
                          <a:rPr lang="en-US" sz="1200" spc="0" kern="0" b="0" i="0" dirty="0">
                            <a:solidFill>
                              <a:srgbClr val="FFFFFF"/>
                            </a:solidFill>
                            <a:latin typeface="IBM Plex Mono SemiBold"/>
                            <a:ea typeface="IBM Plex Mono SemiBold"/>
                            <a:cs typeface="IBM Plex Mono SemiBold"/>
                          </a:rPr>
                          <a:t xml:space="preserve">4</a:t>
                        </a:r>
                        <a:endParaRPr lang="en-US" sz="12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3</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FFFFFF"/>
                            </a:solidFill>
                            <a:latin typeface="IBM Plex Mono SemiBold"/>
                            <a:ea typeface="IBM Plex Mono SemiBold"/>
                            <a:cs typeface="IBM Plex Mono SemiBold"/>
                          </a:defRPr>
                        </a:pPr>
                        <a:r>
                          <a:rPr lang="en-US" sz="1200" spc="0" kern="0" b="0" i="0" dirty="0">
                            <a:solidFill>
                              <a:srgbClr val="FFFFFF"/>
                            </a:solidFill>
                            <a:latin typeface="IBM Plex Mono SemiBold"/>
                            <a:ea typeface="IBM Plex Mono SemiBold"/>
                            <a:cs typeface="IBM Plex Mono SemiBold"/>
                          </a:rPr>
                          <a:t xml:space="preserve">4</a:t>
                        </a:r>
                        <a:endParaRPr lang="en-US" sz="12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3</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152400" indent="-152400">
                          <a:lnSpc>
                            <a:spcPts val="1800"/>
                          </a:lnSpc>
                          <a:spcBef>
                            <a:spcPts val="0"/>
                          </a:spcBef>
                          <a:spcAft>
                            <a:spcPts val="30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Templates are strong and reused</a:t>
                        </a:r>
                        <a:endParaRPr lang="en-US" sz="1200" spc="0" kern="0" b="0" i="0" dirty="0">
                          <a:solidFill>
                            <a:srgbClr val="070154"/>
                          </a:solidFill>
                          <a:latin typeface="IBM Plex Sans"/>
                          <a:ea typeface="IBM Plex Sans"/>
                          <a:cs typeface="IBM Plex Sans"/>
                        </a:endParaRPr>
                      </a:p>
                      <a:p>
                        <a:pPr algn="l" marL="152400" indent="-152400">
                          <a:lnSpc>
                            <a:spcPts val="1800"/>
                          </a:lnSpc>
                          <a:spcBef>
                            <a:spcPts val="0"/>
                          </a:spcBef>
                          <a:spcAft>
                            <a:spcPts val="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Voice capture live in two units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5588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Care coordination</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1</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3</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152400" indent="-152400">
                          <a:lnSpc>
                            <a:spcPts val="1800"/>
                          </a:lnSpc>
                          <a:spcBef>
                            <a:spcPts val="0"/>
                          </a:spcBef>
                          <a:spcAft>
                            <a:spcPts val="30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Handoffs run on phone and email</a:t>
                        </a:r>
                        <a:endParaRPr lang="en-US" sz="1200" spc="0" kern="0" b="0" i="0" dirty="0">
                          <a:solidFill>
                            <a:srgbClr val="070154"/>
                          </a:solidFill>
                          <a:latin typeface="IBM Plex Sans"/>
                          <a:ea typeface="IBM Plex Sans"/>
                          <a:cs typeface="IBM Plex Sans"/>
                        </a:endParaRPr>
                      </a:p>
                      <a:p>
                        <a:pPr algn="l" marL="152400" indent="-152400">
                          <a:lnSpc>
                            <a:spcPts val="1800"/>
                          </a:lnSpc>
                          <a:spcBef>
                            <a:spcPts val="0"/>
                          </a:spcBef>
                          <a:spcAft>
                            <a:spcPts val="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Care plans live in three tools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bl>
            </a:graphicData>
          </a:graphic>
        </p:graphicFrame>
        <p:sp>
          <p:nvSpPr>
            <p:cNvPr id="68" name="node01.row.item-001.st.priority.fill"/>
            <p:cNvSpPr/>
            <p:nvPr/>
          </p:nvSpPr>
          <p:spPr>
            <a:xfrm>
              <a:off x="7114158" y="2124075"/>
              <a:ext cx="529084" cy="222250"/>
            </a:xfrm>
            <a:prstGeom prst="rect">
              <a:avLst/>
            </a:prstGeom>
            <a:solidFill>
              <a:srgbClr val="CED7E6"/>
            </a:solidFill>
            <a:ln w="9525">
              <a:solidFill>
                <a:srgbClr val="070154"/>
              </a:solidFill>
              <a:prstDash val="solid"/>
            </a:ln>
          </p:spPr>
        </p:sp>
        <p:sp>
          <p:nvSpPr>
            <p:cNvPr id="69" name="node01.row.item-001.st.priority"/>
            <p:cNvSpPr/>
            <p:nvPr/>
          </p:nvSpPr>
          <p:spPr>
            <a:xfrm>
              <a:off x="7215758" y="2149475"/>
              <a:ext cx="325884" cy="17145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SemiBold"/>
                  <a:ea typeface="IBM Plex Mono SemiBold"/>
                  <a:cs typeface="IBM Plex Mono SemiBold"/>
                </a:rPr>
                <a:t>NEXT</a:t>
              </a:r>
              <a:endParaRPr lang="en-US" sz="900" spc="54" kern="0" b="0" i="0" dirty="0">
                <a:solidFill>
                  <a:srgbClr val="070154"/>
                </a:solidFill>
                <a:latin typeface="IBM Plex Mono SemiBold"/>
                <a:ea typeface="IBM Plex Mono SemiBold"/>
                <a:cs typeface="IBM Plex Mono SemiBold"/>
              </a:endParaRPr>
            </a:p>
          </p:txBody>
        </p:sp>
        <p:sp>
          <p:nvSpPr>
            <p:cNvPr id="70" name="node01.row.item-002.st.priority.fill"/>
            <p:cNvSpPr/>
            <p:nvPr/>
          </p:nvSpPr>
          <p:spPr>
            <a:xfrm>
              <a:off x="7124700" y="2682875"/>
              <a:ext cx="508000" cy="222250"/>
            </a:xfrm>
            <a:prstGeom prst="rect">
              <a:avLst/>
            </a:prstGeom>
            <a:solidFill>
              <a:srgbClr val="070154"/>
            </a:solidFill>
            <a:ln w="9525">
              <a:solidFill>
                <a:srgbClr val="070154"/>
              </a:solidFill>
              <a:prstDash val="solid"/>
            </a:ln>
          </p:spPr>
        </p:sp>
        <p:sp>
          <p:nvSpPr>
            <p:cNvPr id="71" name="node01.row.item-002.st.priority"/>
            <p:cNvSpPr/>
            <p:nvPr/>
          </p:nvSpPr>
          <p:spPr>
            <a:xfrm>
              <a:off x="7226300" y="2708275"/>
              <a:ext cx="304800" cy="17145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FFFFFF"/>
                  </a:solidFill>
                  <a:latin typeface="IBM Plex Mono SemiBold"/>
                  <a:ea typeface="IBM Plex Mono SemiBold"/>
                  <a:cs typeface="IBM Plex Mono SemiBold"/>
                </a:rPr>
                <a:t>NOW</a:t>
              </a:r>
              <a:endParaRPr lang="en-US" sz="900" spc="54" kern="0" b="0" i="0" dirty="0">
                <a:solidFill>
                  <a:srgbClr val="FFFFFF"/>
                </a:solidFill>
                <a:latin typeface="IBM Plex Mono SemiBold"/>
                <a:ea typeface="IBM Plex Mono SemiBold"/>
                <a:cs typeface="IBM Plex Mono SemiBold"/>
              </a:endParaRPr>
            </a:p>
          </p:txBody>
        </p:sp>
        <p:sp>
          <p:nvSpPr>
            <p:cNvPr id="72" name="node01.row.item-003.st.priority.fill"/>
            <p:cNvSpPr/>
            <p:nvPr/>
          </p:nvSpPr>
          <p:spPr>
            <a:xfrm>
              <a:off x="7076598" y="3241675"/>
              <a:ext cx="604205" cy="222250"/>
            </a:xfrm>
            <a:prstGeom prst="rect">
              <a:avLst/>
            </a:prstGeom>
            <a:ln w="9525">
              <a:solidFill>
                <a:srgbClr val="070154"/>
              </a:solidFill>
              <a:prstDash val="solid"/>
            </a:ln>
          </p:spPr>
        </p:sp>
        <p:sp>
          <p:nvSpPr>
            <p:cNvPr id="73" name="node01.row.item-003.st.priority"/>
            <p:cNvSpPr/>
            <p:nvPr/>
          </p:nvSpPr>
          <p:spPr>
            <a:xfrm>
              <a:off x="7178198" y="3267075"/>
              <a:ext cx="401005" cy="17145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SemiBold"/>
                  <a:ea typeface="IBM Plex Mono SemiBold"/>
                  <a:cs typeface="IBM Plex Mono SemiBold"/>
                </a:rPr>
                <a:t>LATER</a:t>
              </a:r>
              <a:endParaRPr lang="en-US" sz="900" spc="54" kern="0" b="0" i="0" dirty="0">
                <a:solidFill>
                  <a:srgbClr val="070154"/>
                </a:solidFill>
                <a:latin typeface="IBM Plex Mono SemiBold"/>
                <a:ea typeface="IBM Plex Mono SemiBold"/>
                <a:cs typeface="IBM Plex Mono SemiBold"/>
              </a:endParaRPr>
            </a:p>
          </p:txBody>
        </p:sp>
        <p:sp>
          <p:nvSpPr>
            <p:cNvPr id="74" name="node01.row.item-004.st.priority.fill"/>
            <p:cNvSpPr/>
            <p:nvPr/>
          </p:nvSpPr>
          <p:spPr>
            <a:xfrm>
              <a:off x="7124700" y="3800475"/>
              <a:ext cx="508000" cy="222250"/>
            </a:xfrm>
            <a:prstGeom prst="rect">
              <a:avLst/>
            </a:prstGeom>
            <a:solidFill>
              <a:srgbClr val="070154"/>
            </a:solidFill>
            <a:ln w="9525">
              <a:solidFill>
                <a:srgbClr val="070154"/>
              </a:solidFill>
              <a:prstDash val="solid"/>
            </a:ln>
          </p:spPr>
        </p:sp>
        <p:sp>
          <p:nvSpPr>
            <p:cNvPr id="75" name="node01.row.item-004.st.priority"/>
            <p:cNvSpPr/>
            <p:nvPr/>
          </p:nvSpPr>
          <p:spPr>
            <a:xfrm>
              <a:off x="7226300" y="3825875"/>
              <a:ext cx="304800" cy="17145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FFFFFF"/>
                  </a:solidFill>
                  <a:latin typeface="IBM Plex Mono SemiBold"/>
                  <a:ea typeface="IBM Plex Mono SemiBold"/>
                  <a:cs typeface="IBM Plex Mono SemiBold"/>
                </a:rPr>
                <a:t>NOW</a:t>
              </a:r>
              <a:endParaRPr lang="en-US" sz="900" spc="54" kern="0" b="0" i="0" dirty="0">
                <a:solidFill>
                  <a:srgbClr val="FFFFFF"/>
                </a:solidFill>
                <a:latin typeface="IBM Plex Mono SemiBold"/>
                <a:ea typeface="IBM Plex Mono SemiBold"/>
                <a:cs typeface="IBM Plex Mono SemiBold"/>
              </a:endParaRPr>
            </a:p>
          </p:txBody>
        </p:sp>
        <p:sp>
          <p:nvSpPr>
            <p:cNvPr id="76" name="node01.row.item-005.st.priority.fill"/>
            <p:cNvSpPr/>
            <p:nvPr/>
          </p:nvSpPr>
          <p:spPr>
            <a:xfrm>
              <a:off x="7076598" y="4359275"/>
              <a:ext cx="604205" cy="222250"/>
            </a:xfrm>
            <a:prstGeom prst="rect">
              <a:avLst/>
            </a:prstGeom>
            <a:ln w="9525">
              <a:solidFill>
                <a:srgbClr val="070154"/>
              </a:solidFill>
              <a:prstDash val="solid"/>
            </a:ln>
          </p:spPr>
        </p:sp>
        <p:sp>
          <p:nvSpPr>
            <p:cNvPr id="77" name="node01.row.item-005.st.priority"/>
            <p:cNvSpPr/>
            <p:nvPr/>
          </p:nvSpPr>
          <p:spPr>
            <a:xfrm>
              <a:off x="7178198" y="4384675"/>
              <a:ext cx="401005" cy="17145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SemiBold"/>
                  <a:ea typeface="IBM Plex Mono SemiBold"/>
                  <a:cs typeface="IBM Plex Mono SemiBold"/>
                </a:rPr>
                <a:t>LATER</a:t>
              </a:r>
              <a:endParaRPr lang="en-US" sz="900" spc="54" kern="0" b="0" i="0" dirty="0">
                <a:solidFill>
                  <a:srgbClr val="070154"/>
                </a:solidFill>
                <a:latin typeface="IBM Plex Mono SemiBold"/>
                <a:ea typeface="IBM Plex Mono SemiBold"/>
                <a:cs typeface="IBM Plex Mono SemiBold"/>
              </a:endParaRPr>
            </a:p>
          </p:txBody>
        </p:sp>
        <p:sp>
          <p:nvSpPr>
            <p:cNvPr id="78" name="node01.row.item-006.st.priority.fill"/>
            <p:cNvSpPr/>
            <p:nvPr/>
          </p:nvSpPr>
          <p:spPr>
            <a:xfrm>
              <a:off x="7114158" y="4918075"/>
              <a:ext cx="529084" cy="222250"/>
            </a:xfrm>
            <a:prstGeom prst="rect">
              <a:avLst/>
            </a:prstGeom>
            <a:solidFill>
              <a:srgbClr val="CED7E6"/>
            </a:solidFill>
            <a:ln w="9525">
              <a:solidFill>
                <a:srgbClr val="070154"/>
              </a:solidFill>
              <a:prstDash val="solid"/>
            </a:ln>
          </p:spPr>
        </p:sp>
        <p:sp>
          <p:nvSpPr>
            <p:cNvPr id="79" name="node01.row.item-006.st.priority"/>
            <p:cNvSpPr/>
            <p:nvPr/>
          </p:nvSpPr>
          <p:spPr>
            <a:xfrm>
              <a:off x="7215758" y="4943475"/>
              <a:ext cx="325884" cy="17145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SemiBold"/>
                  <a:ea typeface="IBM Plex Mono SemiBold"/>
                  <a:cs typeface="IBM Plex Mono SemiBold"/>
                </a:rPr>
                <a:t>NEXT</a:t>
              </a:r>
              <a:endParaRPr lang="en-US" sz="900" spc="54" kern="0" b="0" i="0" dirty="0">
                <a:solidFill>
                  <a:srgbClr val="070154"/>
                </a:solidFill>
                <a:latin typeface="IBM Plex Mono SemiBold"/>
                <a:ea typeface="IBM Plex Mono SemiBold"/>
                <a:cs typeface="IBM Plex Mono SemiBold"/>
              </a:endParaRPr>
            </a:p>
          </p:txBody>
        </p:sp>
        <p:sp>
          <p:nvSpPr>
            <p:cNvPr id="80" name="node01.row-group.source-001.fill"/>
            <p:cNvSpPr/>
            <p:nvPr/>
          </p:nvSpPr>
          <p:spPr>
            <a:xfrm>
              <a:off x="723900" y="1974850"/>
              <a:ext cx="304800" cy="1079500"/>
            </a:xfrm>
            <a:prstGeom prst="rect">
              <a:avLst/>
            </a:prstGeom>
            <a:solidFill>
              <a:srgbClr val="070154"/>
            </a:solidFill>
            <a:ln>
              <a:noFill/>
            </a:ln>
          </p:spPr>
        </p:sp>
        <p:sp>
          <p:nvSpPr>
            <p:cNvPr id="81" name="node01.row-group.source-001.label"/>
            <p:cNvSpPr/>
            <p:nvPr/>
          </p:nvSpPr>
          <p:spPr>
            <a:xfrm rot="-5400000">
              <a:off x="336550" y="2438400"/>
              <a:ext cx="1079500" cy="152400"/>
            </a:xfrm>
            <a:prstGeom prst="rect">
              <a:avLst/>
            </a:prstGeom>
            <a:noFill/>
            <a:ln/>
          </p:spPr>
          <p:txBody>
            <a:bodyPr wrap="square" lIns="0" tIns="0" rIns="0" bIns="0" rtlCol="0" anchor="t"/>
            <a:lstStyle/>
            <a:p>
              <a:pPr algn="ctr" indent="0" marL="0">
                <a:lnSpc>
                  <a:spcPts val="1200"/>
                </a:lnSpc>
                <a:buNone/>
              </a:pPr>
              <a:r>
                <a:rPr lang="en-US" sz="800" spc="80" kern="0" b="0" i="0" dirty="0">
                  <a:solidFill>
                    <a:srgbClr val="FFFFFF"/>
                  </a:solidFill>
                  <a:latin typeface="IBM Plex Mono SemiBold"/>
                  <a:ea typeface="IBM Plex Mono SemiBold"/>
                  <a:cs typeface="IBM Plex Mono SemiBold"/>
                </a:rPr>
                <a:t>FRONT DOOR</a:t>
              </a:r>
              <a:endParaRPr lang="en-US" sz="800" spc="80" kern="0" b="0" i="0" dirty="0">
                <a:solidFill>
                  <a:srgbClr val="FFFFFF"/>
                </a:solidFill>
                <a:latin typeface="IBM Plex Mono SemiBold"/>
                <a:ea typeface="IBM Plex Mono SemiBold"/>
                <a:cs typeface="IBM Plex Mono SemiBold"/>
              </a:endParaRPr>
            </a:p>
          </p:txBody>
        </p:sp>
        <p:sp>
          <p:nvSpPr>
            <p:cNvPr id="82" name="node01.row-group.source-002.fill"/>
            <p:cNvSpPr/>
            <p:nvPr/>
          </p:nvSpPr>
          <p:spPr>
            <a:xfrm>
              <a:off x="723900" y="3092450"/>
              <a:ext cx="304800" cy="1079500"/>
            </a:xfrm>
            <a:prstGeom prst="rect">
              <a:avLst/>
            </a:prstGeom>
            <a:solidFill>
              <a:srgbClr val="070154"/>
            </a:solidFill>
            <a:ln>
              <a:noFill/>
            </a:ln>
          </p:spPr>
        </p:sp>
        <p:sp>
          <p:nvSpPr>
            <p:cNvPr id="83" name="node01.row-group.source-002.label"/>
            <p:cNvSpPr/>
            <p:nvPr/>
          </p:nvSpPr>
          <p:spPr>
            <a:xfrm rot="-5400000">
              <a:off x="336550" y="3556000"/>
              <a:ext cx="1079500" cy="152400"/>
            </a:xfrm>
            <a:prstGeom prst="rect">
              <a:avLst/>
            </a:prstGeom>
            <a:noFill/>
            <a:ln/>
          </p:spPr>
          <p:txBody>
            <a:bodyPr wrap="square" lIns="0" tIns="0" rIns="0" bIns="0" rtlCol="0" anchor="t"/>
            <a:lstStyle/>
            <a:p>
              <a:pPr algn="ctr" indent="0" marL="0">
                <a:lnSpc>
                  <a:spcPts val="1200"/>
                </a:lnSpc>
                <a:buNone/>
              </a:pPr>
              <a:r>
                <a:rPr lang="en-US" sz="800" spc="80" kern="0" b="0" i="0" dirty="0">
                  <a:solidFill>
                    <a:srgbClr val="FFFFFF"/>
                  </a:solidFill>
                  <a:latin typeface="IBM Plex Mono SemiBold"/>
                  <a:ea typeface="IBM Plex Mono SemiBold"/>
                  <a:cs typeface="IBM Plex Mono SemiBold"/>
                </a:rPr>
                <a:t>REVENUE</a:t>
              </a:r>
              <a:endParaRPr lang="en-US" sz="800" spc="80" kern="0" b="0" i="0" dirty="0">
                <a:solidFill>
                  <a:srgbClr val="FFFFFF"/>
                </a:solidFill>
                <a:latin typeface="IBM Plex Mono SemiBold"/>
                <a:ea typeface="IBM Plex Mono SemiBold"/>
                <a:cs typeface="IBM Plex Mono SemiBold"/>
              </a:endParaRPr>
            </a:p>
          </p:txBody>
        </p:sp>
        <p:sp>
          <p:nvSpPr>
            <p:cNvPr id="84" name="node01.row-group.source-003.fill"/>
            <p:cNvSpPr/>
            <p:nvPr/>
          </p:nvSpPr>
          <p:spPr>
            <a:xfrm>
              <a:off x="723900" y="4210050"/>
              <a:ext cx="304800" cy="1079500"/>
            </a:xfrm>
            <a:prstGeom prst="rect">
              <a:avLst/>
            </a:prstGeom>
            <a:solidFill>
              <a:srgbClr val="070154"/>
            </a:solidFill>
            <a:ln>
              <a:noFill/>
            </a:ln>
          </p:spPr>
        </p:sp>
        <p:sp>
          <p:nvSpPr>
            <p:cNvPr id="85" name="node01.row-group.source-003.label"/>
            <p:cNvSpPr/>
            <p:nvPr/>
          </p:nvSpPr>
          <p:spPr>
            <a:xfrm rot="-5400000">
              <a:off x="336550" y="4673600"/>
              <a:ext cx="1079500" cy="152400"/>
            </a:xfrm>
            <a:prstGeom prst="rect">
              <a:avLst/>
            </a:prstGeom>
            <a:noFill/>
            <a:ln/>
          </p:spPr>
          <p:txBody>
            <a:bodyPr wrap="square" lIns="0" tIns="0" rIns="0" bIns="0" rtlCol="0" anchor="t"/>
            <a:lstStyle/>
            <a:p>
              <a:pPr algn="ctr" indent="0" marL="0">
                <a:lnSpc>
                  <a:spcPts val="1200"/>
                </a:lnSpc>
                <a:buNone/>
              </a:pPr>
              <a:r>
                <a:rPr lang="en-US" sz="800" spc="80" kern="0" b="0" i="0" dirty="0">
                  <a:solidFill>
                    <a:srgbClr val="FFFFFF"/>
                  </a:solidFill>
                  <a:latin typeface="IBM Plex Mono SemiBold"/>
                  <a:ea typeface="IBM Plex Mono SemiBold"/>
                  <a:cs typeface="IBM Plex Mono SemiBold"/>
                </a:rPr>
                <a:t>CARE DELIVERY</a:t>
              </a:r>
              <a:endParaRPr lang="en-US" sz="800" spc="80" kern="0" b="0" i="0" dirty="0">
                <a:solidFill>
                  <a:srgbClr val="FFFFFF"/>
                </a:solidFill>
                <a:latin typeface="IBM Plex Mono SemiBold"/>
                <a:ea typeface="IBM Plex Mono SemiBold"/>
                <a:cs typeface="IBM Plex Mono SemiBold"/>
              </a:endParaRPr>
            </a:p>
          </p:txBody>
        </p:sp>
      </p:grpSp>
      <p:grpSp>
        <p:nvGrpSpPr>
          <p:cNvPr id="98" name="node02"/>
          <p:cNvGrpSpPr/>
          <p:nvPr/>
        </p:nvGrpSpPr>
        <p:grpSpPr>
          <a:xfrm>
            <a:off x="723900" y="5486400"/>
            <a:ext cx="6392863" cy="228600"/>
            <a:chOff x="723900" y="5486400"/>
            <a:chExt cx="6392863" cy="228600"/>
          </a:xfrm>
        </p:grpSpPr>
        <p:sp>
          <p:nvSpPr>
            <p:cNvPr id="86" name="node02.items.slot-001.swatch"/>
            <p:cNvSpPr/>
            <p:nvPr/>
          </p:nvSpPr>
          <p:spPr>
            <a:xfrm>
              <a:off x="723900" y="5537200"/>
              <a:ext cx="228600" cy="127000"/>
            </a:xfrm>
            <a:prstGeom prst="rect">
              <a:avLst/>
            </a:prstGeom>
            <a:solidFill>
              <a:srgbClr val="E8EEF8"/>
            </a:solidFill>
            <a:ln>
              <a:noFill/>
            </a:ln>
          </p:spPr>
        </p:sp>
        <p:sp>
          <p:nvSpPr>
            <p:cNvPr id="87" name="node02.items.slot-001.text"/>
            <p:cNvSpPr/>
            <p:nvPr/>
          </p:nvSpPr>
          <p:spPr>
            <a:xfrm>
              <a:off x="1016000" y="5486400"/>
              <a:ext cx="652463"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1 Ad hoc</a:t>
              </a:r>
              <a:endParaRPr lang="en-US" sz="1200" spc="0" kern="0" b="0" i="0" dirty="0">
                <a:solidFill>
                  <a:srgbClr val="070154"/>
                </a:solidFill>
                <a:latin typeface="IBM Plex Sans"/>
                <a:ea typeface="IBM Plex Sans"/>
                <a:cs typeface="IBM Plex Sans"/>
              </a:endParaRPr>
            </a:p>
          </p:txBody>
        </p:sp>
        <p:sp>
          <p:nvSpPr>
            <p:cNvPr id="88" name="node02.items.slot-002.swatch"/>
            <p:cNvSpPr/>
            <p:nvPr/>
          </p:nvSpPr>
          <p:spPr>
            <a:xfrm>
              <a:off x="1897063" y="5537200"/>
              <a:ext cx="228600" cy="127000"/>
            </a:xfrm>
            <a:prstGeom prst="rect">
              <a:avLst/>
            </a:prstGeom>
            <a:solidFill>
              <a:srgbClr val="B9C9F0"/>
            </a:solidFill>
            <a:ln>
              <a:noFill/>
            </a:ln>
          </p:spPr>
        </p:sp>
        <p:sp>
          <p:nvSpPr>
            <p:cNvPr id="89" name="node02.items.slot-002.text"/>
            <p:cNvSpPr/>
            <p:nvPr/>
          </p:nvSpPr>
          <p:spPr>
            <a:xfrm>
              <a:off x="2189163" y="5486400"/>
              <a:ext cx="963613"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2 Repeatable</a:t>
              </a:r>
              <a:endParaRPr lang="en-US" sz="1200" spc="0" kern="0" b="0" i="0" dirty="0">
                <a:solidFill>
                  <a:srgbClr val="070154"/>
                </a:solidFill>
                <a:latin typeface="IBM Plex Sans"/>
                <a:ea typeface="IBM Plex Sans"/>
                <a:cs typeface="IBM Plex Sans"/>
              </a:endParaRPr>
            </a:p>
          </p:txBody>
        </p:sp>
        <p:sp>
          <p:nvSpPr>
            <p:cNvPr id="90" name="node02.items.slot-003.swatch"/>
            <p:cNvSpPr/>
            <p:nvPr/>
          </p:nvSpPr>
          <p:spPr>
            <a:xfrm>
              <a:off x="3381375" y="5537200"/>
              <a:ext cx="228600" cy="127000"/>
            </a:xfrm>
            <a:prstGeom prst="rect">
              <a:avLst/>
            </a:prstGeom>
            <a:solidFill>
              <a:srgbClr val="7C9BFF"/>
            </a:solidFill>
            <a:ln>
              <a:noFill/>
            </a:ln>
          </p:spPr>
        </p:sp>
        <p:sp>
          <p:nvSpPr>
            <p:cNvPr id="91" name="node02.items.slot-003.text"/>
            <p:cNvSpPr/>
            <p:nvPr/>
          </p:nvSpPr>
          <p:spPr>
            <a:xfrm>
              <a:off x="3673475" y="5486400"/>
              <a:ext cx="711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3 Defined</a:t>
              </a:r>
              <a:endParaRPr lang="en-US" sz="1200" spc="0" kern="0" b="0" i="0" dirty="0">
                <a:solidFill>
                  <a:srgbClr val="070154"/>
                </a:solidFill>
                <a:latin typeface="IBM Plex Sans"/>
                <a:ea typeface="IBM Plex Sans"/>
                <a:cs typeface="IBM Plex Sans"/>
              </a:endParaRPr>
            </a:p>
          </p:txBody>
        </p:sp>
        <p:sp>
          <p:nvSpPr>
            <p:cNvPr id="92" name="node02.items.slot-004.swatch"/>
            <p:cNvSpPr/>
            <p:nvPr/>
          </p:nvSpPr>
          <p:spPr>
            <a:xfrm>
              <a:off x="4613275" y="5537200"/>
              <a:ext cx="228600" cy="127000"/>
            </a:xfrm>
            <a:prstGeom prst="rect">
              <a:avLst/>
            </a:prstGeom>
            <a:solidFill>
              <a:srgbClr val="0047FF"/>
            </a:solidFill>
            <a:ln>
              <a:noFill/>
            </a:ln>
          </p:spPr>
        </p:sp>
        <p:sp>
          <p:nvSpPr>
            <p:cNvPr id="93" name="node02.items.slot-004.text"/>
            <p:cNvSpPr/>
            <p:nvPr/>
          </p:nvSpPr>
          <p:spPr>
            <a:xfrm>
              <a:off x="4905375" y="5486400"/>
              <a:ext cx="80645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4 Managed</a:t>
              </a:r>
              <a:endParaRPr lang="en-US" sz="1200" spc="0" kern="0" b="0" i="0" dirty="0">
                <a:solidFill>
                  <a:srgbClr val="070154"/>
                </a:solidFill>
                <a:latin typeface="IBM Plex Sans"/>
                <a:ea typeface="IBM Plex Sans"/>
                <a:cs typeface="IBM Plex Sans"/>
              </a:endParaRPr>
            </a:p>
          </p:txBody>
        </p:sp>
        <p:sp>
          <p:nvSpPr>
            <p:cNvPr id="94" name="node02.items.slot-005.swatch"/>
            <p:cNvSpPr/>
            <p:nvPr/>
          </p:nvSpPr>
          <p:spPr>
            <a:xfrm>
              <a:off x="5940425" y="5537200"/>
              <a:ext cx="228600" cy="127000"/>
            </a:xfrm>
            <a:prstGeom prst="rect">
              <a:avLst/>
            </a:prstGeom>
            <a:solidFill>
              <a:srgbClr val="070154"/>
            </a:solidFill>
            <a:ln>
              <a:noFill/>
            </a:ln>
          </p:spPr>
        </p:sp>
        <p:sp>
          <p:nvSpPr>
            <p:cNvPr id="95" name="node02.items.slot-005.text"/>
            <p:cNvSpPr/>
            <p:nvPr/>
          </p:nvSpPr>
          <p:spPr>
            <a:xfrm>
              <a:off x="6232525" y="5486400"/>
              <a:ext cx="884238"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5 Optimized</a:t>
              </a:r>
              <a:endParaRPr lang="en-US" sz="1200" spc="0" kern="0" b="0" i="0" dirty="0">
                <a:solidFill>
                  <a:srgbClr val="070154"/>
                </a:solidFill>
                <a:latin typeface="IBM Plex Sans"/>
                <a:ea typeface="IBM Plex Sans"/>
                <a:cs typeface="IBM Plex Sans"/>
              </a:endParaRPr>
            </a:p>
          </p:txBody>
        </p:sp>
      </p:grpSp>
      <p:grpSp>
        <p:nvGrpSpPr>
          <p:cNvPr id="99" name="node03"/>
          <p:cNvGrpSpPr/>
          <p:nvPr/>
        </p:nvGrpSpPr>
        <p:grpSpPr>
          <a:xfrm>
            <a:off x="8039100" y="5486400"/>
            <a:ext cx="3429000" cy="228600"/>
            <a:chOff x="8039100" y="5486400"/>
            <a:chExt cx="3429000" cy="228600"/>
          </a:xfrm>
        </p:grpSpPr>
        <p:sp>
          <p:nvSpPr>
            <p:cNvPr id="96" name="node03.text"/>
            <p:cNvSpPr/>
            <p:nvPr/>
          </p:nvSpPr>
          <p:spPr>
            <a:xfrm>
              <a:off x="8039100" y="5486400"/>
              <a:ext cx="3429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Now this quarter, Next after, Later backlog</a:t>
              </a:r>
              <a:endParaRPr lang="en-US" sz="1200" spc="0" kern="0" b="0" i="0" dirty="0">
                <a:solidFill>
                  <a:srgbClr val="50658E"/>
                </a:solidFill>
                <a:latin typeface="IBM Plex Sans"/>
                <a:ea typeface="IBM Plex Sans"/>
                <a:cs typeface="IBM Plex Sans"/>
              </a:endParaRPr>
            </a:p>
          </p:txBody>
        </p:sp>
      </p:gr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ource-205">
    <p:spTree>
      <p:nvGrpSpPr>
        <p:cNvPr id="1" name=""/>
        <p:cNvGrpSpPr/>
        <p:nvPr/>
      </p:nvGrpSpPr>
      <p:grpSpPr>
        <a:xfrm>
          <a:off x="0" y="0"/>
          <a:ext cx="0" cy="0"/>
          <a:chOff x="0" y="0"/>
          <a:chExt cx="0" cy="0"/>
        </a:xfrm>
      </p:grpSpPr>
      <p:sp>
        <p:nvSpPr>
          <p:cNvPr id="3" name="eyebrow"/>
          <p:cNvSpPr/>
          <p:nvPr/>
        </p:nvSpPr>
        <p:spPr>
          <a:xfrm>
            <a:off x="8039100" y="457200"/>
            <a:ext cx="34290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CAPABILITY ASSESSMENT</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8039100" y="685800"/>
            <a:ext cx="3429000" cy="13716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Seven capabilities and the reason behind each score</a:t>
            </a:r>
            <a:endParaRPr lang="en-US" sz="2400" spc="-36" kern="0" b="0" i="0" dirty="0">
              <a:solidFill>
                <a:srgbClr val="070154"/>
              </a:solidFill>
              <a:latin typeface="IBM Plex Sans SemiBold"/>
              <a:ea typeface="IBM Plex Sans SemiBold"/>
              <a:cs typeface="IBM Plex Sans SemiBold"/>
            </a:endParaRPr>
          </a:p>
        </p:txBody>
      </p:sp>
      <p:sp>
        <p:nvSpPr>
          <p:cNvPr id="5" name="source"/>
          <p:cNvSpPr/>
          <p:nvPr/>
        </p:nvSpPr>
        <p:spPr>
          <a:xfrm>
            <a:off x="8039100" y="5829300"/>
            <a:ext cx="34290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Sample ratings for layout only; replace before use.</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48</a:t>
            </a:fld>
            <a:endParaRPr lang="en-US" sz="700" spc="0" kern="0" b="0" i="0" dirty="0">
              <a:solidFill>
                <a:srgbClr val="070154"/>
              </a:solidFill>
              <a:latin typeface="IBM Plex Mono SemiBold"/>
              <a:ea typeface="IBM Plex Mono SemiBold"/>
              <a:cs typeface="IBM Plex Mono SemiBold"/>
            </a:endParaRPr>
          </a:p>
        </p:txBody>
      </p:sp>
      <p:grpSp>
        <p:nvGrpSpPr>
          <p:cNvPr id="94" name="node01"/>
          <p:cNvGrpSpPr/>
          <p:nvPr/>
        </p:nvGrpSpPr>
        <p:grpSpPr>
          <a:xfrm>
            <a:off x="723900" y="457200"/>
            <a:ext cx="7086600" cy="4978400"/>
            <a:chOff x="723900" y="457200"/>
            <a:chExt cx="7086600" cy="4978400"/>
          </a:xfrm>
        </p:grpSpPr>
        <p:sp>
          <p:nvSpPr>
            <p:cNvPr id="7" name="node01.row.item-001.h0.heat-gap"/>
            <p:cNvSpPr/>
            <p:nvPr/>
          </p:nvSpPr>
          <p:spPr>
            <a:xfrm>
              <a:off x="2171700" y="812800"/>
              <a:ext cx="508000" cy="660400"/>
            </a:xfrm>
            <a:prstGeom prst="rect">
              <a:avLst/>
            </a:prstGeom>
            <a:solidFill>
              <a:srgbClr val="FFFFFF"/>
            </a:solidFill>
            <a:ln>
              <a:noFill/>
            </a:ln>
          </p:spPr>
        </p:sp>
        <p:sp>
          <p:nvSpPr>
            <p:cNvPr id="8" name="node01.row.item-001.h0.heat"/>
            <p:cNvSpPr/>
            <p:nvPr/>
          </p:nvSpPr>
          <p:spPr>
            <a:xfrm>
              <a:off x="2190750" y="831850"/>
              <a:ext cx="469900" cy="622300"/>
            </a:xfrm>
            <a:prstGeom prst="rect">
              <a:avLst/>
            </a:prstGeom>
            <a:solidFill>
              <a:srgbClr val="7C9BFF"/>
            </a:solidFill>
            <a:ln>
              <a:noFill/>
            </a:ln>
          </p:spPr>
        </p:sp>
        <p:sp>
          <p:nvSpPr>
            <p:cNvPr id="9" name="node01.row.item-001.h1.heat-gap"/>
            <p:cNvSpPr/>
            <p:nvPr/>
          </p:nvSpPr>
          <p:spPr>
            <a:xfrm>
              <a:off x="2679700" y="812800"/>
              <a:ext cx="508000" cy="660400"/>
            </a:xfrm>
            <a:prstGeom prst="rect">
              <a:avLst/>
            </a:prstGeom>
            <a:solidFill>
              <a:srgbClr val="FFFFFF"/>
            </a:solidFill>
            <a:ln>
              <a:noFill/>
            </a:ln>
          </p:spPr>
        </p:sp>
        <p:sp>
          <p:nvSpPr>
            <p:cNvPr id="10" name="node01.row.item-001.h1.heat"/>
            <p:cNvSpPr/>
            <p:nvPr/>
          </p:nvSpPr>
          <p:spPr>
            <a:xfrm>
              <a:off x="2698750" y="831850"/>
              <a:ext cx="469900" cy="622300"/>
            </a:xfrm>
            <a:prstGeom prst="rect">
              <a:avLst/>
            </a:prstGeom>
            <a:solidFill>
              <a:srgbClr val="B9C9F0"/>
            </a:solidFill>
            <a:ln>
              <a:noFill/>
            </a:ln>
          </p:spPr>
        </p:sp>
        <p:sp>
          <p:nvSpPr>
            <p:cNvPr id="11" name="node01.row.item-001.h2.heat-gap"/>
            <p:cNvSpPr/>
            <p:nvPr/>
          </p:nvSpPr>
          <p:spPr>
            <a:xfrm>
              <a:off x="3187700" y="812800"/>
              <a:ext cx="508000" cy="660400"/>
            </a:xfrm>
            <a:prstGeom prst="rect">
              <a:avLst/>
            </a:prstGeom>
            <a:solidFill>
              <a:srgbClr val="FFFFFF"/>
            </a:solidFill>
            <a:ln>
              <a:noFill/>
            </a:ln>
          </p:spPr>
        </p:sp>
        <p:sp>
          <p:nvSpPr>
            <p:cNvPr id="12" name="node01.row.item-001.h2.heat"/>
            <p:cNvSpPr/>
            <p:nvPr/>
          </p:nvSpPr>
          <p:spPr>
            <a:xfrm>
              <a:off x="3206750" y="831850"/>
              <a:ext cx="469900" cy="622300"/>
            </a:xfrm>
            <a:prstGeom prst="rect">
              <a:avLst/>
            </a:prstGeom>
            <a:solidFill>
              <a:srgbClr val="B9C9F0"/>
            </a:solidFill>
            <a:ln>
              <a:noFill/>
            </a:ln>
          </p:spPr>
        </p:sp>
        <p:sp>
          <p:nvSpPr>
            <p:cNvPr id="13" name="node01.row.item-001.h3.heat-gap"/>
            <p:cNvSpPr/>
            <p:nvPr/>
          </p:nvSpPr>
          <p:spPr>
            <a:xfrm>
              <a:off x="3695700" y="812800"/>
              <a:ext cx="508000" cy="660400"/>
            </a:xfrm>
            <a:prstGeom prst="rect">
              <a:avLst/>
            </a:prstGeom>
            <a:solidFill>
              <a:srgbClr val="FFFFFF"/>
            </a:solidFill>
            <a:ln>
              <a:noFill/>
            </a:ln>
          </p:spPr>
        </p:sp>
        <p:sp>
          <p:nvSpPr>
            <p:cNvPr id="14" name="node01.row.item-001.h3.heat"/>
            <p:cNvSpPr/>
            <p:nvPr/>
          </p:nvSpPr>
          <p:spPr>
            <a:xfrm>
              <a:off x="3714750" y="831850"/>
              <a:ext cx="469900" cy="622300"/>
            </a:xfrm>
            <a:prstGeom prst="rect">
              <a:avLst/>
            </a:prstGeom>
            <a:solidFill>
              <a:srgbClr val="7C9BFF"/>
            </a:solidFill>
            <a:ln>
              <a:noFill/>
            </a:ln>
          </p:spPr>
        </p:sp>
        <p:sp>
          <p:nvSpPr>
            <p:cNvPr id="15" name="node01.row.item-001.h4.heat-gap"/>
            <p:cNvSpPr/>
            <p:nvPr/>
          </p:nvSpPr>
          <p:spPr>
            <a:xfrm>
              <a:off x="4203700" y="812800"/>
              <a:ext cx="508000" cy="660400"/>
            </a:xfrm>
            <a:prstGeom prst="rect">
              <a:avLst/>
            </a:prstGeom>
            <a:solidFill>
              <a:srgbClr val="FFFFFF"/>
            </a:solidFill>
            <a:ln>
              <a:noFill/>
            </a:ln>
          </p:spPr>
        </p:sp>
        <p:sp>
          <p:nvSpPr>
            <p:cNvPr id="16" name="node01.row.item-001.h4.heat"/>
            <p:cNvSpPr/>
            <p:nvPr/>
          </p:nvSpPr>
          <p:spPr>
            <a:xfrm>
              <a:off x="4222750" y="831850"/>
              <a:ext cx="469900" cy="622300"/>
            </a:xfrm>
            <a:prstGeom prst="rect">
              <a:avLst/>
            </a:prstGeom>
            <a:solidFill>
              <a:srgbClr val="B9C9F0"/>
            </a:solidFill>
            <a:ln>
              <a:noFill/>
            </a:ln>
          </p:spPr>
        </p:sp>
        <p:sp>
          <p:nvSpPr>
            <p:cNvPr id="17" name="node01.row.item-002.h0.heat-gap"/>
            <p:cNvSpPr/>
            <p:nvPr/>
          </p:nvSpPr>
          <p:spPr>
            <a:xfrm>
              <a:off x="2171700" y="1473200"/>
              <a:ext cx="508000" cy="660400"/>
            </a:xfrm>
            <a:prstGeom prst="rect">
              <a:avLst/>
            </a:prstGeom>
            <a:solidFill>
              <a:srgbClr val="FFFFFF"/>
            </a:solidFill>
            <a:ln>
              <a:noFill/>
            </a:ln>
          </p:spPr>
        </p:sp>
        <p:sp>
          <p:nvSpPr>
            <p:cNvPr id="18" name="node01.row.item-002.h0.heat"/>
            <p:cNvSpPr/>
            <p:nvPr/>
          </p:nvSpPr>
          <p:spPr>
            <a:xfrm>
              <a:off x="2190750" y="1492250"/>
              <a:ext cx="469900" cy="622300"/>
            </a:xfrm>
            <a:prstGeom prst="rect">
              <a:avLst/>
            </a:prstGeom>
            <a:solidFill>
              <a:srgbClr val="7C9BFF"/>
            </a:solidFill>
            <a:ln>
              <a:noFill/>
            </a:ln>
          </p:spPr>
        </p:sp>
        <p:sp>
          <p:nvSpPr>
            <p:cNvPr id="19" name="node01.row.item-002.h1.heat-gap"/>
            <p:cNvSpPr/>
            <p:nvPr/>
          </p:nvSpPr>
          <p:spPr>
            <a:xfrm>
              <a:off x="2679700" y="1473200"/>
              <a:ext cx="508000" cy="660400"/>
            </a:xfrm>
            <a:prstGeom prst="rect">
              <a:avLst/>
            </a:prstGeom>
            <a:solidFill>
              <a:srgbClr val="FFFFFF"/>
            </a:solidFill>
            <a:ln>
              <a:noFill/>
            </a:ln>
          </p:spPr>
        </p:sp>
        <p:sp>
          <p:nvSpPr>
            <p:cNvPr id="20" name="node01.row.item-002.h1.heat"/>
            <p:cNvSpPr/>
            <p:nvPr/>
          </p:nvSpPr>
          <p:spPr>
            <a:xfrm>
              <a:off x="2698750" y="1492250"/>
              <a:ext cx="469900" cy="622300"/>
            </a:xfrm>
            <a:prstGeom prst="rect">
              <a:avLst/>
            </a:prstGeom>
            <a:solidFill>
              <a:srgbClr val="7C9BFF"/>
            </a:solidFill>
            <a:ln>
              <a:noFill/>
            </a:ln>
          </p:spPr>
        </p:sp>
        <p:sp>
          <p:nvSpPr>
            <p:cNvPr id="21" name="node01.row.item-002.h2.heat-gap"/>
            <p:cNvSpPr/>
            <p:nvPr/>
          </p:nvSpPr>
          <p:spPr>
            <a:xfrm>
              <a:off x="3187700" y="1473200"/>
              <a:ext cx="508000" cy="660400"/>
            </a:xfrm>
            <a:prstGeom prst="rect">
              <a:avLst/>
            </a:prstGeom>
            <a:solidFill>
              <a:srgbClr val="FFFFFF"/>
            </a:solidFill>
            <a:ln>
              <a:noFill/>
            </a:ln>
          </p:spPr>
        </p:sp>
        <p:sp>
          <p:nvSpPr>
            <p:cNvPr id="22" name="node01.row.item-002.h2.heat"/>
            <p:cNvSpPr/>
            <p:nvPr/>
          </p:nvSpPr>
          <p:spPr>
            <a:xfrm>
              <a:off x="3206750" y="1492250"/>
              <a:ext cx="469900" cy="622300"/>
            </a:xfrm>
            <a:prstGeom prst="rect">
              <a:avLst/>
            </a:prstGeom>
            <a:solidFill>
              <a:srgbClr val="B9C9F0"/>
            </a:solidFill>
            <a:ln>
              <a:noFill/>
            </a:ln>
          </p:spPr>
        </p:sp>
        <p:sp>
          <p:nvSpPr>
            <p:cNvPr id="23" name="node01.row.item-002.h3.heat-gap"/>
            <p:cNvSpPr/>
            <p:nvPr/>
          </p:nvSpPr>
          <p:spPr>
            <a:xfrm>
              <a:off x="3695700" y="1473200"/>
              <a:ext cx="508000" cy="660400"/>
            </a:xfrm>
            <a:prstGeom prst="rect">
              <a:avLst/>
            </a:prstGeom>
            <a:solidFill>
              <a:srgbClr val="FFFFFF"/>
            </a:solidFill>
            <a:ln>
              <a:noFill/>
            </a:ln>
          </p:spPr>
        </p:sp>
        <p:sp>
          <p:nvSpPr>
            <p:cNvPr id="24" name="node01.row.item-002.h3.heat"/>
            <p:cNvSpPr/>
            <p:nvPr/>
          </p:nvSpPr>
          <p:spPr>
            <a:xfrm>
              <a:off x="3714750" y="1492250"/>
              <a:ext cx="469900" cy="622300"/>
            </a:xfrm>
            <a:prstGeom prst="rect">
              <a:avLst/>
            </a:prstGeom>
            <a:solidFill>
              <a:srgbClr val="7C9BFF"/>
            </a:solidFill>
            <a:ln>
              <a:noFill/>
            </a:ln>
          </p:spPr>
        </p:sp>
        <p:sp>
          <p:nvSpPr>
            <p:cNvPr id="25" name="node01.row.item-002.h4.heat-gap"/>
            <p:cNvSpPr/>
            <p:nvPr/>
          </p:nvSpPr>
          <p:spPr>
            <a:xfrm>
              <a:off x="4203700" y="1473200"/>
              <a:ext cx="508000" cy="660400"/>
            </a:xfrm>
            <a:prstGeom prst="rect">
              <a:avLst/>
            </a:prstGeom>
            <a:solidFill>
              <a:srgbClr val="FFFFFF"/>
            </a:solidFill>
            <a:ln>
              <a:noFill/>
            </a:ln>
          </p:spPr>
        </p:sp>
        <p:sp>
          <p:nvSpPr>
            <p:cNvPr id="26" name="node01.row.item-002.h4.heat"/>
            <p:cNvSpPr/>
            <p:nvPr/>
          </p:nvSpPr>
          <p:spPr>
            <a:xfrm>
              <a:off x="4222750" y="1492250"/>
              <a:ext cx="469900" cy="622300"/>
            </a:xfrm>
            <a:prstGeom prst="rect">
              <a:avLst/>
            </a:prstGeom>
            <a:solidFill>
              <a:srgbClr val="7C9BFF"/>
            </a:solidFill>
            <a:ln>
              <a:noFill/>
            </a:ln>
          </p:spPr>
        </p:sp>
        <p:sp>
          <p:nvSpPr>
            <p:cNvPr id="27" name="node01.row.item-003.h0.heat-gap"/>
            <p:cNvSpPr/>
            <p:nvPr/>
          </p:nvSpPr>
          <p:spPr>
            <a:xfrm>
              <a:off x="2171700" y="2133600"/>
              <a:ext cx="508000" cy="660400"/>
            </a:xfrm>
            <a:prstGeom prst="rect">
              <a:avLst/>
            </a:prstGeom>
            <a:solidFill>
              <a:srgbClr val="FFFFFF"/>
            </a:solidFill>
            <a:ln>
              <a:noFill/>
            </a:ln>
          </p:spPr>
        </p:sp>
        <p:sp>
          <p:nvSpPr>
            <p:cNvPr id="28" name="node01.row.item-003.h0.heat"/>
            <p:cNvSpPr/>
            <p:nvPr/>
          </p:nvSpPr>
          <p:spPr>
            <a:xfrm>
              <a:off x="2190750" y="2152650"/>
              <a:ext cx="469900" cy="622300"/>
            </a:xfrm>
            <a:prstGeom prst="rect">
              <a:avLst/>
            </a:prstGeom>
            <a:solidFill>
              <a:srgbClr val="B9C9F0"/>
            </a:solidFill>
            <a:ln>
              <a:noFill/>
            </a:ln>
          </p:spPr>
        </p:sp>
        <p:sp>
          <p:nvSpPr>
            <p:cNvPr id="29" name="node01.row.item-003.h1.heat-gap"/>
            <p:cNvSpPr/>
            <p:nvPr/>
          </p:nvSpPr>
          <p:spPr>
            <a:xfrm>
              <a:off x="2679700" y="2133600"/>
              <a:ext cx="508000" cy="660400"/>
            </a:xfrm>
            <a:prstGeom prst="rect">
              <a:avLst/>
            </a:prstGeom>
            <a:solidFill>
              <a:srgbClr val="FFFFFF"/>
            </a:solidFill>
            <a:ln>
              <a:noFill/>
            </a:ln>
          </p:spPr>
        </p:sp>
        <p:sp>
          <p:nvSpPr>
            <p:cNvPr id="30" name="node01.row.item-003.h1.heat"/>
            <p:cNvSpPr/>
            <p:nvPr/>
          </p:nvSpPr>
          <p:spPr>
            <a:xfrm>
              <a:off x="2698750" y="2152650"/>
              <a:ext cx="469900" cy="622300"/>
            </a:xfrm>
            <a:prstGeom prst="rect">
              <a:avLst/>
            </a:prstGeom>
            <a:solidFill>
              <a:srgbClr val="E8EEF8"/>
            </a:solidFill>
            <a:ln>
              <a:noFill/>
            </a:ln>
          </p:spPr>
        </p:sp>
        <p:sp>
          <p:nvSpPr>
            <p:cNvPr id="31" name="node01.row.item-003.h2.heat-gap"/>
            <p:cNvSpPr/>
            <p:nvPr/>
          </p:nvSpPr>
          <p:spPr>
            <a:xfrm>
              <a:off x="3187700" y="2133600"/>
              <a:ext cx="508000" cy="660400"/>
            </a:xfrm>
            <a:prstGeom prst="rect">
              <a:avLst/>
            </a:prstGeom>
            <a:solidFill>
              <a:srgbClr val="FFFFFF"/>
            </a:solidFill>
            <a:ln>
              <a:noFill/>
            </a:ln>
          </p:spPr>
        </p:sp>
        <p:sp>
          <p:nvSpPr>
            <p:cNvPr id="32" name="node01.row.item-003.h2.heat"/>
            <p:cNvSpPr/>
            <p:nvPr/>
          </p:nvSpPr>
          <p:spPr>
            <a:xfrm>
              <a:off x="3206750" y="2152650"/>
              <a:ext cx="469900" cy="622300"/>
            </a:xfrm>
            <a:prstGeom prst="rect">
              <a:avLst/>
            </a:prstGeom>
            <a:solidFill>
              <a:srgbClr val="E8EEF8"/>
            </a:solidFill>
            <a:ln>
              <a:noFill/>
            </a:ln>
          </p:spPr>
        </p:sp>
        <p:sp>
          <p:nvSpPr>
            <p:cNvPr id="33" name="node01.row.item-003.h3.heat-gap"/>
            <p:cNvSpPr/>
            <p:nvPr/>
          </p:nvSpPr>
          <p:spPr>
            <a:xfrm>
              <a:off x="3695700" y="2133600"/>
              <a:ext cx="508000" cy="660400"/>
            </a:xfrm>
            <a:prstGeom prst="rect">
              <a:avLst/>
            </a:prstGeom>
            <a:solidFill>
              <a:srgbClr val="FFFFFF"/>
            </a:solidFill>
            <a:ln>
              <a:noFill/>
            </a:ln>
          </p:spPr>
        </p:sp>
        <p:sp>
          <p:nvSpPr>
            <p:cNvPr id="34" name="node01.row.item-003.h3.heat"/>
            <p:cNvSpPr/>
            <p:nvPr/>
          </p:nvSpPr>
          <p:spPr>
            <a:xfrm>
              <a:off x="3714750" y="2152650"/>
              <a:ext cx="469900" cy="622300"/>
            </a:xfrm>
            <a:prstGeom prst="rect">
              <a:avLst/>
            </a:prstGeom>
            <a:solidFill>
              <a:srgbClr val="B9C9F0"/>
            </a:solidFill>
            <a:ln>
              <a:noFill/>
            </a:ln>
          </p:spPr>
        </p:sp>
        <p:sp>
          <p:nvSpPr>
            <p:cNvPr id="35" name="node01.row.item-003.h4.heat-gap"/>
            <p:cNvSpPr/>
            <p:nvPr/>
          </p:nvSpPr>
          <p:spPr>
            <a:xfrm>
              <a:off x="4203700" y="2133600"/>
              <a:ext cx="508000" cy="660400"/>
            </a:xfrm>
            <a:prstGeom prst="rect">
              <a:avLst/>
            </a:prstGeom>
            <a:solidFill>
              <a:srgbClr val="FFFFFF"/>
            </a:solidFill>
            <a:ln>
              <a:noFill/>
            </a:ln>
          </p:spPr>
        </p:sp>
        <p:sp>
          <p:nvSpPr>
            <p:cNvPr id="36" name="node01.row.item-003.h4.heat"/>
            <p:cNvSpPr/>
            <p:nvPr/>
          </p:nvSpPr>
          <p:spPr>
            <a:xfrm>
              <a:off x="4222750" y="2152650"/>
              <a:ext cx="469900" cy="622300"/>
            </a:xfrm>
            <a:prstGeom prst="rect">
              <a:avLst/>
            </a:prstGeom>
            <a:solidFill>
              <a:srgbClr val="B9C9F0"/>
            </a:solidFill>
            <a:ln>
              <a:noFill/>
            </a:ln>
          </p:spPr>
        </p:sp>
        <p:sp>
          <p:nvSpPr>
            <p:cNvPr id="37" name="node01.row.item-004.h0.heat-gap"/>
            <p:cNvSpPr/>
            <p:nvPr/>
          </p:nvSpPr>
          <p:spPr>
            <a:xfrm>
              <a:off x="2171700" y="2794000"/>
              <a:ext cx="508000" cy="660400"/>
            </a:xfrm>
            <a:prstGeom prst="rect">
              <a:avLst/>
            </a:prstGeom>
            <a:solidFill>
              <a:srgbClr val="FFFFFF"/>
            </a:solidFill>
            <a:ln>
              <a:noFill/>
            </a:ln>
          </p:spPr>
        </p:sp>
        <p:sp>
          <p:nvSpPr>
            <p:cNvPr id="38" name="node01.row.item-004.h0.heat"/>
            <p:cNvSpPr/>
            <p:nvPr/>
          </p:nvSpPr>
          <p:spPr>
            <a:xfrm>
              <a:off x="2190750" y="2813050"/>
              <a:ext cx="469900" cy="622300"/>
            </a:xfrm>
            <a:prstGeom prst="rect">
              <a:avLst/>
            </a:prstGeom>
            <a:solidFill>
              <a:srgbClr val="0047FF"/>
            </a:solidFill>
            <a:ln>
              <a:noFill/>
            </a:ln>
          </p:spPr>
        </p:sp>
        <p:sp>
          <p:nvSpPr>
            <p:cNvPr id="39" name="node01.row.item-004.h1.heat-gap"/>
            <p:cNvSpPr/>
            <p:nvPr/>
          </p:nvSpPr>
          <p:spPr>
            <a:xfrm>
              <a:off x="2679700" y="2794000"/>
              <a:ext cx="508000" cy="660400"/>
            </a:xfrm>
            <a:prstGeom prst="rect">
              <a:avLst/>
            </a:prstGeom>
            <a:solidFill>
              <a:srgbClr val="FFFFFF"/>
            </a:solidFill>
            <a:ln>
              <a:noFill/>
            </a:ln>
          </p:spPr>
        </p:sp>
        <p:sp>
          <p:nvSpPr>
            <p:cNvPr id="40" name="node01.row.item-004.h1.heat"/>
            <p:cNvSpPr/>
            <p:nvPr/>
          </p:nvSpPr>
          <p:spPr>
            <a:xfrm>
              <a:off x="2698750" y="2813050"/>
              <a:ext cx="469900" cy="622300"/>
            </a:xfrm>
            <a:prstGeom prst="rect">
              <a:avLst/>
            </a:prstGeom>
            <a:solidFill>
              <a:srgbClr val="070154"/>
            </a:solidFill>
            <a:ln>
              <a:noFill/>
            </a:ln>
          </p:spPr>
        </p:sp>
        <p:sp>
          <p:nvSpPr>
            <p:cNvPr id="41" name="node01.row.item-004.h2.heat-gap"/>
            <p:cNvSpPr/>
            <p:nvPr/>
          </p:nvSpPr>
          <p:spPr>
            <a:xfrm>
              <a:off x="3187700" y="2794000"/>
              <a:ext cx="508000" cy="660400"/>
            </a:xfrm>
            <a:prstGeom prst="rect">
              <a:avLst/>
            </a:prstGeom>
            <a:solidFill>
              <a:srgbClr val="FFFFFF"/>
            </a:solidFill>
            <a:ln>
              <a:noFill/>
            </a:ln>
          </p:spPr>
        </p:sp>
        <p:sp>
          <p:nvSpPr>
            <p:cNvPr id="42" name="node01.row.item-004.h2.heat"/>
            <p:cNvSpPr/>
            <p:nvPr/>
          </p:nvSpPr>
          <p:spPr>
            <a:xfrm>
              <a:off x="3206750" y="2813050"/>
              <a:ext cx="469900" cy="622300"/>
            </a:xfrm>
            <a:prstGeom prst="rect">
              <a:avLst/>
            </a:prstGeom>
            <a:solidFill>
              <a:srgbClr val="7C9BFF"/>
            </a:solidFill>
            <a:ln>
              <a:noFill/>
            </a:ln>
          </p:spPr>
        </p:sp>
        <p:sp>
          <p:nvSpPr>
            <p:cNvPr id="43" name="node01.row.item-004.h3.heat-gap"/>
            <p:cNvSpPr/>
            <p:nvPr/>
          </p:nvSpPr>
          <p:spPr>
            <a:xfrm>
              <a:off x="3695700" y="2794000"/>
              <a:ext cx="508000" cy="660400"/>
            </a:xfrm>
            <a:prstGeom prst="rect">
              <a:avLst/>
            </a:prstGeom>
            <a:solidFill>
              <a:srgbClr val="FFFFFF"/>
            </a:solidFill>
            <a:ln>
              <a:noFill/>
            </a:ln>
          </p:spPr>
        </p:sp>
        <p:sp>
          <p:nvSpPr>
            <p:cNvPr id="44" name="node01.row.item-004.h3.heat"/>
            <p:cNvSpPr/>
            <p:nvPr/>
          </p:nvSpPr>
          <p:spPr>
            <a:xfrm>
              <a:off x="3714750" y="2813050"/>
              <a:ext cx="469900" cy="622300"/>
            </a:xfrm>
            <a:prstGeom prst="rect">
              <a:avLst/>
            </a:prstGeom>
            <a:solidFill>
              <a:srgbClr val="7C9BFF"/>
            </a:solidFill>
            <a:ln>
              <a:noFill/>
            </a:ln>
          </p:spPr>
        </p:sp>
        <p:sp>
          <p:nvSpPr>
            <p:cNvPr id="45" name="node01.row.item-004.h4.heat-gap"/>
            <p:cNvSpPr/>
            <p:nvPr/>
          </p:nvSpPr>
          <p:spPr>
            <a:xfrm>
              <a:off x="4203700" y="2794000"/>
              <a:ext cx="508000" cy="660400"/>
            </a:xfrm>
            <a:prstGeom prst="rect">
              <a:avLst/>
            </a:prstGeom>
            <a:solidFill>
              <a:srgbClr val="FFFFFF"/>
            </a:solidFill>
            <a:ln>
              <a:noFill/>
            </a:ln>
          </p:spPr>
        </p:sp>
        <p:sp>
          <p:nvSpPr>
            <p:cNvPr id="46" name="node01.row.item-004.h4.heat"/>
            <p:cNvSpPr/>
            <p:nvPr/>
          </p:nvSpPr>
          <p:spPr>
            <a:xfrm>
              <a:off x="4222750" y="2813050"/>
              <a:ext cx="469900" cy="622300"/>
            </a:xfrm>
            <a:prstGeom prst="rect">
              <a:avLst/>
            </a:prstGeom>
            <a:solidFill>
              <a:srgbClr val="0047FF"/>
            </a:solidFill>
            <a:ln>
              <a:noFill/>
            </a:ln>
          </p:spPr>
        </p:sp>
        <p:sp>
          <p:nvSpPr>
            <p:cNvPr id="47" name="node01.row.item-005.h0.heat-gap"/>
            <p:cNvSpPr/>
            <p:nvPr/>
          </p:nvSpPr>
          <p:spPr>
            <a:xfrm>
              <a:off x="2171700" y="3454400"/>
              <a:ext cx="508000" cy="660400"/>
            </a:xfrm>
            <a:prstGeom prst="rect">
              <a:avLst/>
            </a:prstGeom>
            <a:solidFill>
              <a:srgbClr val="FFFFFF"/>
            </a:solidFill>
            <a:ln>
              <a:noFill/>
            </a:ln>
          </p:spPr>
        </p:sp>
        <p:sp>
          <p:nvSpPr>
            <p:cNvPr id="48" name="node01.row.item-005.h0.heat"/>
            <p:cNvSpPr/>
            <p:nvPr/>
          </p:nvSpPr>
          <p:spPr>
            <a:xfrm>
              <a:off x="2190750" y="3473450"/>
              <a:ext cx="469900" cy="622300"/>
            </a:xfrm>
            <a:prstGeom prst="rect">
              <a:avLst/>
            </a:prstGeom>
            <a:solidFill>
              <a:srgbClr val="7C9BFF"/>
            </a:solidFill>
            <a:ln>
              <a:noFill/>
            </a:ln>
          </p:spPr>
        </p:sp>
        <p:sp>
          <p:nvSpPr>
            <p:cNvPr id="49" name="node01.row.item-005.h1.heat-gap"/>
            <p:cNvSpPr/>
            <p:nvPr/>
          </p:nvSpPr>
          <p:spPr>
            <a:xfrm>
              <a:off x="2679700" y="3454400"/>
              <a:ext cx="508000" cy="660400"/>
            </a:xfrm>
            <a:prstGeom prst="rect">
              <a:avLst/>
            </a:prstGeom>
            <a:solidFill>
              <a:srgbClr val="FFFFFF"/>
            </a:solidFill>
            <a:ln>
              <a:noFill/>
            </a:ln>
          </p:spPr>
        </p:sp>
        <p:sp>
          <p:nvSpPr>
            <p:cNvPr id="50" name="node01.row.item-005.h1.heat"/>
            <p:cNvSpPr/>
            <p:nvPr/>
          </p:nvSpPr>
          <p:spPr>
            <a:xfrm>
              <a:off x="2698750" y="3473450"/>
              <a:ext cx="469900" cy="622300"/>
            </a:xfrm>
            <a:prstGeom prst="rect">
              <a:avLst/>
            </a:prstGeom>
            <a:solidFill>
              <a:srgbClr val="7C9BFF"/>
            </a:solidFill>
            <a:ln>
              <a:noFill/>
            </a:ln>
          </p:spPr>
        </p:sp>
        <p:sp>
          <p:nvSpPr>
            <p:cNvPr id="51" name="node01.row.item-005.h2.heat-gap"/>
            <p:cNvSpPr/>
            <p:nvPr/>
          </p:nvSpPr>
          <p:spPr>
            <a:xfrm>
              <a:off x="3187700" y="3454400"/>
              <a:ext cx="508000" cy="660400"/>
            </a:xfrm>
            <a:prstGeom prst="rect">
              <a:avLst/>
            </a:prstGeom>
            <a:solidFill>
              <a:srgbClr val="FFFFFF"/>
            </a:solidFill>
            <a:ln>
              <a:noFill/>
            </a:ln>
          </p:spPr>
        </p:sp>
        <p:sp>
          <p:nvSpPr>
            <p:cNvPr id="52" name="node01.row.item-005.h2.heat"/>
            <p:cNvSpPr/>
            <p:nvPr/>
          </p:nvSpPr>
          <p:spPr>
            <a:xfrm>
              <a:off x="3206750" y="3473450"/>
              <a:ext cx="469900" cy="622300"/>
            </a:xfrm>
            <a:prstGeom prst="rect">
              <a:avLst/>
            </a:prstGeom>
            <a:solidFill>
              <a:srgbClr val="7C9BFF"/>
            </a:solidFill>
            <a:ln>
              <a:noFill/>
            </a:ln>
          </p:spPr>
        </p:sp>
        <p:sp>
          <p:nvSpPr>
            <p:cNvPr id="53" name="node01.row.item-005.h3.heat-gap"/>
            <p:cNvSpPr/>
            <p:nvPr/>
          </p:nvSpPr>
          <p:spPr>
            <a:xfrm>
              <a:off x="3695700" y="3454400"/>
              <a:ext cx="508000" cy="660400"/>
            </a:xfrm>
            <a:prstGeom prst="rect">
              <a:avLst/>
            </a:prstGeom>
            <a:solidFill>
              <a:srgbClr val="FFFFFF"/>
            </a:solidFill>
            <a:ln>
              <a:noFill/>
            </a:ln>
          </p:spPr>
        </p:sp>
        <p:sp>
          <p:nvSpPr>
            <p:cNvPr id="54" name="node01.row.item-005.h3.heat"/>
            <p:cNvSpPr/>
            <p:nvPr/>
          </p:nvSpPr>
          <p:spPr>
            <a:xfrm>
              <a:off x="3714750" y="3473450"/>
              <a:ext cx="469900" cy="622300"/>
            </a:xfrm>
            <a:prstGeom prst="rect">
              <a:avLst/>
            </a:prstGeom>
            <a:solidFill>
              <a:srgbClr val="B9C9F0"/>
            </a:solidFill>
            <a:ln>
              <a:noFill/>
            </a:ln>
          </p:spPr>
        </p:sp>
        <p:sp>
          <p:nvSpPr>
            <p:cNvPr id="55" name="node01.row.item-005.h4.heat-gap"/>
            <p:cNvSpPr/>
            <p:nvPr/>
          </p:nvSpPr>
          <p:spPr>
            <a:xfrm>
              <a:off x="4203700" y="3454400"/>
              <a:ext cx="508000" cy="660400"/>
            </a:xfrm>
            <a:prstGeom prst="rect">
              <a:avLst/>
            </a:prstGeom>
            <a:solidFill>
              <a:srgbClr val="FFFFFF"/>
            </a:solidFill>
            <a:ln>
              <a:noFill/>
            </a:ln>
          </p:spPr>
        </p:sp>
        <p:sp>
          <p:nvSpPr>
            <p:cNvPr id="56" name="node01.row.item-005.h4.heat"/>
            <p:cNvSpPr/>
            <p:nvPr/>
          </p:nvSpPr>
          <p:spPr>
            <a:xfrm>
              <a:off x="4222750" y="3473450"/>
              <a:ext cx="469900" cy="622300"/>
            </a:xfrm>
            <a:prstGeom prst="rect">
              <a:avLst/>
            </a:prstGeom>
            <a:solidFill>
              <a:srgbClr val="7C9BFF"/>
            </a:solidFill>
            <a:ln>
              <a:noFill/>
            </a:ln>
          </p:spPr>
        </p:sp>
        <p:sp>
          <p:nvSpPr>
            <p:cNvPr id="57" name="node01.row.item-006.h0.heat-gap"/>
            <p:cNvSpPr/>
            <p:nvPr/>
          </p:nvSpPr>
          <p:spPr>
            <a:xfrm>
              <a:off x="2171700" y="4114800"/>
              <a:ext cx="508000" cy="660400"/>
            </a:xfrm>
            <a:prstGeom prst="rect">
              <a:avLst/>
            </a:prstGeom>
            <a:solidFill>
              <a:srgbClr val="FFFFFF"/>
            </a:solidFill>
            <a:ln>
              <a:noFill/>
            </a:ln>
          </p:spPr>
        </p:sp>
        <p:sp>
          <p:nvSpPr>
            <p:cNvPr id="58" name="node01.row.item-006.h0.heat"/>
            <p:cNvSpPr/>
            <p:nvPr/>
          </p:nvSpPr>
          <p:spPr>
            <a:xfrm>
              <a:off x="2190750" y="4133850"/>
              <a:ext cx="469900" cy="622300"/>
            </a:xfrm>
            <a:prstGeom prst="rect">
              <a:avLst/>
            </a:prstGeom>
            <a:solidFill>
              <a:srgbClr val="B9C9F0"/>
            </a:solidFill>
            <a:ln>
              <a:noFill/>
            </a:ln>
          </p:spPr>
        </p:sp>
        <p:sp>
          <p:nvSpPr>
            <p:cNvPr id="59" name="node01.row.item-006.h1.heat-gap"/>
            <p:cNvSpPr/>
            <p:nvPr/>
          </p:nvSpPr>
          <p:spPr>
            <a:xfrm>
              <a:off x="2679700" y="4114800"/>
              <a:ext cx="508000" cy="660400"/>
            </a:xfrm>
            <a:prstGeom prst="rect">
              <a:avLst/>
            </a:prstGeom>
            <a:solidFill>
              <a:srgbClr val="FFFFFF"/>
            </a:solidFill>
            <a:ln>
              <a:noFill/>
            </a:ln>
          </p:spPr>
        </p:sp>
        <p:sp>
          <p:nvSpPr>
            <p:cNvPr id="60" name="node01.row.item-006.h1.heat"/>
            <p:cNvSpPr/>
            <p:nvPr/>
          </p:nvSpPr>
          <p:spPr>
            <a:xfrm>
              <a:off x="2698750" y="4133850"/>
              <a:ext cx="469900" cy="622300"/>
            </a:xfrm>
            <a:prstGeom prst="rect">
              <a:avLst/>
            </a:prstGeom>
            <a:solidFill>
              <a:srgbClr val="B9C9F0"/>
            </a:solidFill>
            <a:ln>
              <a:noFill/>
            </a:ln>
          </p:spPr>
        </p:sp>
        <p:sp>
          <p:nvSpPr>
            <p:cNvPr id="61" name="node01.row.item-006.h2.heat-gap"/>
            <p:cNvSpPr/>
            <p:nvPr/>
          </p:nvSpPr>
          <p:spPr>
            <a:xfrm>
              <a:off x="3187700" y="4114800"/>
              <a:ext cx="508000" cy="660400"/>
            </a:xfrm>
            <a:prstGeom prst="rect">
              <a:avLst/>
            </a:prstGeom>
            <a:solidFill>
              <a:srgbClr val="FFFFFF"/>
            </a:solidFill>
            <a:ln>
              <a:noFill/>
            </a:ln>
          </p:spPr>
        </p:sp>
        <p:sp>
          <p:nvSpPr>
            <p:cNvPr id="62" name="node01.row.item-006.h2.heat"/>
            <p:cNvSpPr/>
            <p:nvPr/>
          </p:nvSpPr>
          <p:spPr>
            <a:xfrm>
              <a:off x="3206750" y="4133850"/>
              <a:ext cx="469900" cy="622300"/>
            </a:xfrm>
            <a:prstGeom prst="rect">
              <a:avLst/>
            </a:prstGeom>
            <a:solidFill>
              <a:srgbClr val="B9C9F0"/>
            </a:solidFill>
            <a:ln>
              <a:noFill/>
            </a:ln>
          </p:spPr>
        </p:sp>
        <p:sp>
          <p:nvSpPr>
            <p:cNvPr id="63" name="node01.row.item-006.h3.heat-gap"/>
            <p:cNvSpPr/>
            <p:nvPr/>
          </p:nvSpPr>
          <p:spPr>
            <a:xfrm>
              <a:off x="3695700" y="4114800"/>
              <a:ext cx="508000" cy="660400"/>
            </a:xfrm>
            <a:prstGeom prst="rect">
              <a:avLst/>
            </a:prstGeom>
            <a:solidFill>
              <a:srgbClr val="FFFFFF"/>
            </a:solidFill>
            <a:ln>
              <a:noFill/>
            </a:ln>
          </p:spPr>
        </p:sp>
        <p:sp>
          <p:nvSpPr>
            <p:cNvPr id="64" name="node01.row.item-006.h3.heat"/>
            <p:cNvSpPr/>
            <p:nvPr/>
          </p:nvSpPr>
          <p:spPr>
            <a:xfrm>
              <a:off x="3714750" y="4133850"/>
              <a:ext cx="469900" cy="622300"/>
            </a:xfrm>
            <a:prstGeom prst="rect">
              <a:avLst/>
            </a:prstGeom>
            <a:solidFill>
              <a:srgbClr val="B9C9F0"/>
            </a:solidFill>
            <a:ln>
              <a:noFill/>
            </a:ln>
          </p:spPr>
        </p:sp>
        <p:sp>
          <p:nvSpPr>
            <p:cNvPr id="65" name="node01.row.item-006.h4.heat-gap"/>
            <p:cNvSpPr/>
            <p:nvPr/>
          </p:nvSpPr>
          <p:spPr>
            <a:xfrm>
              <a:off x="4203700" y="4114800"/>
              <a:ext cx="508000" cy="660400"/>
            </a:xfrm>
            <a:prstGeom prst="rect">
              <a:avLst/>
            </a:prstGeom>
            <a:solidFill>
              <a:srgbClr val="FFFFFF"/>
            </a:solidFill>
            <a:ln>
              <a:noFill/>
            </a:ln>
          </p:spPr>
        </p:sp>
        <p:sp>
          <p:nvSpPr>
            <p:cNvPr id="66" name="node01.row.item-006.h4.heat"/>
            <p:cNvSpPr/>
            <p:nvPr/>
          </p:nvSpPr>
          <p:spPr>
            <a:xfrm>
              <a:off x="4222750" y="4133850"/>
              <a:ext cx="469900" cy="622300"/>
            </a:xfrm>
            <a:prstGeom prst="rect">
              <a:avLst/>
            </a:prstGeom>
            <a:solidFill>
              <a:srgbClr val="E8EEF8"/>
            </a:solidFill>
            <a:ln>
              <a:noFill/>
            </a:ln>
          </p:spPr>
        </p:sp>
        <p:sp>
          <p:nvSpPr>
            <p:cNvPr id="67" name="node01.row.item-007.h0.heat-gap"/>
            <p:cNvSpPr/>
            <p:nvPr/>
          </p:nvSpPr>
          <p:spPr>
            <a:xfrm>
              <a:off x="2171700" y="4775200"/>
              <a:ext cx="508000" cy="660400"/>
            </a:xfrm>
            <a:prstGeom prst="rect">
              <a:avLst/>
            </a:prstGeom>
            <a:solidFill>
              <a:srgbClr val="FFFFFF"/>
            </a:solidFill>
            <a:ln>
              <a:noFill/>
            </a:ln>
          </p:spPr>
        </p:sp>
        <p:sp>
          <p:nvSpPr>
            <p:cNvPr id="68" name="node01.row.item-007.h0.heat"/>
            <p:cNvSpPr/>
            <p:nvPr/>
          </p:nvSpPr>
          <p:spPr>
            <a:xfrm>
              <a:off x="2190750" y="4794250"/>
              <a:ext cx="469900" cy="622300"/>
            </a:xfrm>
            <a:prstGeom prst="rect">
              <a:avLst/>
            </a:prstGeom>
            <a:solidFill>
              <a:srgbClr val="0047FF"/>
            </a:solidFill>
            <a:ln>
              <a:noFill/>
            </a:ln>
          </p:spPr>
        </p:sp>
        <p:sp>
          <p:nvSpPr>
            <p:cNvPr id="69" name="node01.row.item-007.h1.heat-gap"/>
            <p:cNvSpPr/>
            <p:nvPr/>
          </p:nvSpPr>
          <p:spPr>
            <a:xfrm>
              <a:off x="2679700" y="4775200"/>
              <a:ext cx="508000" cy="660400"/>
            </a:xfrm>
            <a:prstGeom prst="rect">
              <a:avLst/>
            </a:prstGeom>
            <a:solidFill>
              <a:srgbClr val="FFFFFF"/>
            </a:solidFill>
            <a:ln>
              <a:noFill/>
            </a:ln>
          </p:spPr>
        </p:sp>
        <p:sp>
          <p:nvSpPr>
            <p:cNvPr id="70" name="node01.row.item-007.h1.heat"/>
            <p:cNvSpPr/>
            <p:nvPr/>
          </p:nvSpPr>
          <p:spPr>
            <a:xfrm>
              <a:off x="2698750" y="4794250"/>
              <a:ext cx="469900" cy="622300"/>
            </a:xfrm>
            <a:prstGeom prst="rect">
              <a:avLst/>
            </a:prstGeom>
            <a:solidFill>
              <a:srgbClr val="0047FF"/>
            </a:solidFill>
            <a:ln>
              <a:noFill/>
            </a:ln>
          </p:spPr>
        </p:sp>
        <p:sp>
          <p:nvSpPr>
            <p:cNvPr id="71" name="node01.row.item-007.h2.heat-gap"/>
            <p:cNvSpPr/>
            <p:nvPr/>
          </p:nvSpPr>
          <p:spPr>
            <a:xfrm>
              <a:off x="3187700" y="4775200"/>
              <a:ext cx="508000" cy="660400"/>
            </a:xfrm>
            <a:prstGeom prst="rect">
              <a:avLst/>
            </a:prstGeom>
            <a:solidFill>
              <a:srgbClr val="FFFFFF"/>
            </a:solidFill>
            <a:ln>
              <a:noFill/>
            </a:ln>
          </p:spPr>
        </p:sp>
        <p:sp>
          <p:nvSpPr>
            <p:cNvPr id="72" name="node01.row.item-007.h2.heat"/>
            <p:cNvSpPr/>
            <p:nvPr/>
          </p:nvSpPr>
          <p:spPr>
            <a:xfrm>
              <a:off x="3206750" y="4794250"/>
              <a:ext cx="469900" cy="622300"/>
            </a:xfrm>
            <a:prstGeom prst="rect">
              <a:avLst/>
            </a:prstGeom>
            <a:solidFill>
              <a:srgbClr val="7C9BFF"/>
            </a:solidFill>
            <a:ln>
              <a:noFill/>
            </a:ln>
          </p:spPr>
        </p:sp>
        <p:sp>
          <p:nvSpPr>
            <p:cNvPr id="73" name="node01.row.item-007.h3.heat-gap"/>
            <p:cNvSpPr/>
            <p:nvPr/>
          </p:nvSpPr>
          <p:spPr>
            <a:xfrm>
              <a:off x="3695700" y="4775200"/>
              <a:ext cx="508000" cy="660400"/>
            </a:xfrm>
            <a:prstGeom prst="rect">
              <a:avLst/>
            </a:prstGeom>
            <a:solidFill>
              <a:srgbClr val="FFFFFF"/>
            </a:solidFill>
            <a:ln>
              <a:noFill/>
            </a:ln>
          </p:spPr>
        </p:sp>
        <p:sp>
          <p:nvSpPr>
            <p:cNvPr id="74" name="node01.row.item-007.h3.heat"/>
            <p:cNvSpPr/>
            <p:nvPr/>
          </p:nvSpPr>
          <p:spPr>
            <a:xfrm>
              <a:off x="3714750" y="4794250"/>
              <a:ext cx="469900" cy="622300"/>
            </a:xfrm>
            <a:prstGeom prst="rect">
              <a:avLst/>
            </a:prstGeom>
            <a:solidFill>
              <a:srgbClr val="0047FF"/>
            </a:solidFill>
            <a:ln>
              <a:noFill/>
            </a:ln>
          </p:spPr>
        </p:sp>
        <p:sp>
          <p:nvSpPr>
            <p:cNvPr id="75" name="node01.row.item-007.h4.heat-gap"/>
            <p:cNvSpPr/>
            <p:nvPr/>
          </p:nvSpPr>
          <p:spPr>
            <a:xfrm>
              <a:off x="4203700" y="4775200"/>
              <a:ext cx="508000" cy="660400"/>
            </a:xfrm>
            <a:prstGeom prst="rect">
              <a:avLst/>
            </a:prstGeom>
            <a:solidFill>
              <a:srgbClr val="FFFFFF"/>
            </a:solidFill>
            <a:ln>
              <a:noFill/>
            </a:ln>
          </p:spPr>
        </p:sp>
        <p:sp>
          <p:nvSpPr>
            <p:cNvPr id="76" name="node01.row.item-007.h4.heat"/>
            <p:cNvSpPr/>
            <p:nvPr/>
          </p:nvSpPr>
          <p:spPr>
            <a:xfrm>
              <a:off x="4222750" y="4794250"/>
              <a:ext cx="469900" cy="622300"/>
            </a:xfrm>
            <a:prstGeom prst="rect">
              <a:avLst/>
            </a:prstGeom>
            <a:solidFill>
              <a:srgbClr val="7C9BFF"/>
            </a:solidFill>
            <a:ln>
              <a:noFill/>
            </a:ln>
          </p:spPr>
        </p:sp>
        <p:graphicFrame>
          <p:nvGraphicFramePr>
            <p:cNvPr id="77" name="node01.native"/>
            <p:cNvGraphicFramePr>
              <a:graphicFrameLocks noGrp="1"/>
            </p:cNvGraphicFramePr>
            <p:nvPr>
              <p:extLst>
                <p:ext uri="{D42A27DB-BD31-4B8C-83A1-F6EECF244321}">
                  <p14:modId xmlns:p14="http://schemas.microsoft.com/office/powerpoint/2010/main" val="1579011935"/>
                </p:ext>
              </p:extLst>
            </p:nvPr>
          </p:nvGraphicFramePr>
          <p:xfrm>
            <a:off x="723900" y="457200"/>
            <a:ext cx="7086600" cy="4978400"/>
          </p:xfrm>
          <a:graphic>
            <a:graphicData uri="http://schemas.openxmlformats.org/drawingml/2006/table">
              <a:tbl>
                <a:tblPr/>
                <a:tblGrid>
                  <a:gridCol w="1447800"/>
                  <a:gridCol w="508000"/>
                  <a:gridCol w="508000"/>
                  <a:gridCol w="508000"/>
                  <a:gridCol w="508000"/>
                  <a:gridCol w="508000"/>
                  <a:gridCol w="3098800"/>
                </a:tblGrid>
                <a:tr h="355600">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CAPABILITY</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PROC</a:t>
                        </a:r>
                        <a:endParaRPr lang="en-US" sz="900" spc="54" kern="0" b="0" i="0" dirty="0">
                          <a:solidFill>
                            <a:srgbClr val="070154"/>
                          </a:solidFill>
                          <a:latin typeface="IBM Plex Mono SemiBold"/>
                          <a:ea typeface="IBM Plex Mono SemiBold"/>
                          <a:cs typeface="IBM Plex Mono SemiBold"/>
                        </a:endParaRPr>
                      </a:p>
                    </a:txBody>
                    <a:tcPr marL="91058" marR="91058"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TECH</a:t>
                        </a:r>
                        <a:endParaRPr lang="en-US" sz="900" spc="54" kern="0" b="0" i="0" dirty="0">
                          <a:solidFill>
                            <a:srgbClr val="070154"/>
                          </a:solidFill>
                          <a:latin typeface="IBM Plex Mono SemiBold"/>
                          <a:ea typeface="IBM Plex Mono SemiBold"/>
                          <a:cs typeface="IBM Plex Mono SemiBold"/>
                        </a:endParaRPr>
                      </a:p>
                    </a:txBody>
                    <a:tcPr marL="91058" marR="91058"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DATA</a:t>
                        </a:r>
                        <a:endParaRPr lang="en-US" sz="900" spc="54" kern="0" b="0" i="0" dirty="0">
                          <a:solidFill>
                            <a:srgbClr val="070154"/>
                          </a:solidFill>
                          <a:latin typeface="IBM Plex Mono SemiBold"/>
                          <a:ea typeface="IBM Plex Mono SemiBold"/>
                          <a:cs typeface="IBM Plex Mono SemiBold"/>
                        </a:endParaRPr>
                      </a:p>
                    </a:txBody>
                    <a:tcPr marL="91058" marR="91058"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PPL</a:t>
                        </a:r>
                        <a:endParaRPr lang="en-US" sz="900" spc="54" kern="0" b="0" i="0" dirty="0">
                          <a:solidFill>
                            <a:srgbClr val="070154"/>
                          </a:solidFill>
                          <a:latin typeface="IBM Plex Mono SemiBold"/>
                          <a:ea typeface="IBM Plex Mono SemiBold"/>
                          <a:cs typeface="IBM Plex Mono SemiBold"/>
                        </a:endParaRPr>
                      </a:p>
                    </a:txBody>
                    <a:tcPr marL="128619" marR="128619"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GOV</a:t>
                        </a:r>
                        <a:endParaRPr lang="en-US" sz="900" spc="54" kern="0" b="0" i="0" dirty="0">
                          <a:solidFill>
                            <a:srgbClr val="070154"/>
                          </a:solidFill>
                          <a:latin typeface="IBM Plex Mono SemiBold"/>
                          <a:ea typeface="IBM Plex Mono SemiBold"/>
                          <a:cs typeface="IBM Plex Mono SemiBold"/>
                        </a:endParaRPr>
                      </a:p>
                    </a:txBody>
                    <a:tcPr marL="128619" marR="128619"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NOTES</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r>
                <a:tr h="6604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Patient access</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3</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3</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l" marL="152400" indent="-152400">
                          <a:lnSpc>
                            <a:spcPts val="1800"/>
                          </a:lnSpc>
                          <a:spcBef>
                            <a:spcPts val="0"/>
                          </a:spcBef>
                          <a:spcAft>
                            <a:spcPts val="30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Two registration flows</a:t>
                        </a:r>
                        <a:endParaRPr lang="en-US" sz="1200" spc="0" kern="0" b="0" i="0" dirty="0">
                          <a:solidFill>
                            <a:srgbClr val="070154"/>
                          </a:solidFill>
                          <a:latin typeface="IBM Plex Sans"/>
                          <a:ea typeface="IBM Plex Sans"/>
                          <a:cs typeface="IBM Plex Sans"/>
                        </a:endParaRPr>
                      </a:p>
                      <a:p>
                        <a:pPr algn="l" marL="152400" indent="-152400">
                          <a:lnSpc>
                            <a:spcPts val="1800"/>
                          </a:lnSpc>
                          <a:spcBef>
                            <a:spcPts val="0"/>
                          </a:spcBef>
                          <a:spcAft>
                            <a:spcPts val="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Eligibility checked late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6604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Scheduling</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3</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3</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3</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3</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l" marL="152400" indent="-152400">
                          <a:lnSpc>
                            <a:spcPts val="1800"/>
                          </a:lnSpc>
                          <a:spcBef>
                            <a:spcPts val="0"/>
                          </a:spcBef>
                          <a:spcAft>
                            <a:spcPts val="30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Rules differ by clinic</a:t>
                        </a:r>
                        <a:endParaRPr lang="en-US" sz="1200" spc="0" kern="0" b="0" i="0" dirty="0">
                          <a:solidFill>
                            <a:srgbClr val="070154"/>
                          </a:solidFill>
                          <a:latin typeface="IBM Plex Sans"/>
                          <a:ea typeface="IBM Plex Sans"/>
                          <a:cs typeface="IBM Plex Sans"/>
                        </a:endParaRPr>
                      </a:p>
                      <a:p>
                        <a:pPr algn="l" marL="152400" indent="-152400">
                          <a:lnSpc>
                            <a:spcPts val="1800"/>
                          </a:lnSpc>
                          <a:spcBef>
                            <a:spcPts val="0"/>
                          </a:spcBef>
                          <a:spcAft>
                            <a:spcPts val="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Self-scheduling at 3 sites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6604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Referral management</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1</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1</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l" marL="152400" indent="-152400">
                          <a:lnSpc>
                            <a:spcPts val="1800"/>
                          </a:lnSpc>
                          <a:spcBef>
                            <a:spcPts val="0"/>
                          </a:spcBef>
                          <a:spcAft>
                            <a:spcPts val="30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Faxes and portal mixed</a:t>
                        </a:r>
                        <a:endParaRPr lang="en-US" sz="1200" spc="0" kern="0" b="0" i="0" dirty="0">
                          <a:solidFill>
                            <a:srgbClr val="070154"/>
                          </a:solidFill>
                          <a:latin typeface="IBM Plex Sans"/>
                          <a:ea typeface="IBM Plex Sans"/>
                          <a:cs typeface="IBM Plex Sans"/>
                        </a:endParaRPr>
                      </a:p>
                      <a:p>
                        <a:pPr algn="l" marL="152400" indent="-152400">
                          <a:lnSpc>
                            <a:spcPts val="1800"/>
                          </a:lnSpc>
                          <a:spcBef>
                            <a:spcPts val="0"/>
                          </a:spcBef>
                          <a:spcAft>
                            <a:spcPts val="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No shared status view</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6604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Revenue cycle</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FFFFFF"/>
                            </a:solidFill>
                            <a:latin typeface="IBM Plex Mono SemiBold"/>
                            <a:ea typeface="IBM Plex Mono SemiBold"/>
                            <a:cs typeface="IBM Plex Mono SemiBold"/>
                          </a:defRPr>
                        </a:pPr>
                        <a:r>
                          <a:rPr lang="en-US" sz="1200" spc="0" kern="0" b="0" i="0" dirty="0">
                            <a:solidFill>
                              <a:srgbClr val="FFFFFF"/>
                            </a:solidFill>
                            <a:latin typeface="IBM Plex Mono SemiBold"/>
                            <a:ea typeface="IBM Plex Mono SemiBold"/>
                            <a:cs typeface="IBM Plex Mono SemiBold"/>
                          </a:rPr>
                          <a:t xml:space="preserve">4</a:t>
                        </a:r>
                        <a:endParaRPr lang="en-US" sz="12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FFFFFF"/>
                            </a:solidFill>
                            <a:latin typeface="IBM Plex Mono SemiBold"/>
                            <a:ea typeface="IBM Plex Mono SemiBold"/>
                            <a:cs typeface="IBM Plex Mono SemiBold"/>
                          </a:defRPr>
                        </a:pPr>
                        <a:r>
                          <a:rPr lang="en-US" sz="1200" spc="0" kern="0" b="0" i="0" dirty="0">
                            <a:solidFill>
                              <a:srgbClr val="FFFFFF"/>
                            </a:solidFill>
                            <a:latin typeface="IBM Plex Mono SemiBold"/>
                            <a:ea typeface="IBM Plex Mono SemiBold"/>
                            <a:cs typeface="IBM Plex Mono SemiBold"/>
                          </a:rPr>
                          <a:t xml:space="preserve">5</a:t>
                        </a:r>
                        <a:endParaRPr lang="en-US" sz="12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3</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3</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FFFFFF"/>
                            </a:solidFill>
                            <a:latin typeface="IBM Plex Mono SemiBold"/>
                            <a:ea typeface="IBM Plex Mono SemiBold"/>
                            <a:cs typeface="IBM Plex Mono SemiBold"/>
                          </a:defRPr>
                        </a:pPr>
                        <a:r>
                          <a:rPr lang="en-US" sz="1200" spc="0" kern="0" b="0" i="0" dirty="0">
                            <a:solidFill>
                              <a:srgbClr val="FFFFFF"/>
                            </a:solidFill>
                            <a:latin typeface="IBM Plex Mono SemiBold"/>
                            <a:ea typeface="IBM Plex Mono SemiBold"/>
                            <a:cs typeface="IBM Plex Mono SemiBold"/>
                          </a:rPr>
                          <a:t xml:space="preserve">4</a:t>
                        </a:r>
                        <a:endParaRPr lang="en-US" sz="12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l" marL="152400" indent="-152400">
                          <a:lnSpc>
                            <a:spcPts val="1800"/>
                          </a:lnSpc>
                          <a:spcBef>
                            <a:spcPts val="0"/>
                          </a:spcBef>
                          <a:spcAft>
                            <a:spcPts val="30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Rules engine is mature</a:t>
                        </a:r>
                        <a:endParaRPr lang="en-US" sz="1200" spc="0" kern="0" b="0" i="0" dirty="0">
                          <a:solidFill>
                            <a:srgbClr val="070154"/>
                          </a:solidFill>
                          <a:latin typeface="IBM Plex Sans"/>
                          <a:ea typeface="IBM Plex Sans"/>
                          <a:cs typeface="IBM Plex Sans"/>
                        </a:endParaRPr>
                      </a:p>
                      <a:p>
                        <a:pPr algn="l" marL="152400" indent="-152400">
                          <a:lnSpc>
                            <a:spcPts val="1800"/>
                          </a:lnSpc>
                          <a:spcBef>
                            <a:spcPts val="0"/>
                          </a:spcBef>
                          <a:spcAft>
                            <a:spcPts val="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Month-end review is manual</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6604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Patient billing</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3</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3</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3</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3</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l" marL="152400" indent="-152400">
                          <a:lnSpc>
                            <a:spcPts val="1800"/>
                          </a:lnSpc>
                          <a:spcBef>
                            <a:spcPts val="0"/>
                          </a:spcBef>
                          <a:spcAft>
                            <a:spcPts val="30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Statements are on time</a:t>
                        </a:r>
                        <a:endParaRPr lang="en-US" sz="1200" spc="0" kern="0" b="0" i="0" dirty="0">
                          <a:solidFill>
                            <a:srgbClr val="070154"/>
                          </a:solidFill>
                          <a:latin typeface="IBM Plex Sans"/>
                          <a:ea typeface="IBM Plex Sans"/>
                          <a:cs typeface="IBM Plex Sans"/>
                        </a:endParaRPr>
                      </a:p>
                      <a:p>
                        <a:pPr algn="l" marL="152400" indent="-152400">
                          <a:lnSpc>
                            <a:spcPts val="1800"/>
                          </a:lnSpc>
                          <a:spcBef>
                            <a:spcPts val="0"/>
                          </a:spcBef>
                          <a:spcAft>
                            <a:spcPts val="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Plans sit outside billing</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6604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Denials management</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1</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l" marL="152400" indent="-152400">
                          <a:lnSpc>
                            <a:spcPts val="1800"/>
                          </a:lnSpc>
                          <a:spcBef>
                            <a:spcPts val="0"/>
                          </a:spcBef>
                          <a:spcAft>
                            <a:spcPts val="30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Denials are not coded</a:t>
                        </a:r>
                        <a:endParaRPr lang="en-US" sz="1200" spc="0" kern="0" b="0" i="0" dirty="0">
                          <a:solidFill>
                            <a:srgbClr val="070154"/>
                          </a:solidFill>
                          <a:latin typeface="IBM Plex Sans"/>
                          <a:ea typeface="IBM Plex Sans"/>
                          <a:cs typeface="IBM Plex Sans"/>
                        </a:endParaRPr>
                      </a:p>
                      <a:p>
                        <a:pPr algn="l" marL="152400" indent="-152400">
                          <a:lnSpc>
                            <a:spcPts val="1800"/>
                          </a:lnSpc>
                          <a:spcBef>
                            <a:spcPts val="0"/>
                          </a:spcBef>
                          <a:spcAft>
                            <a:spcPts val="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Rework has no owner</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6604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Clinical documentation</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FFFFFF"/>
                            </a:solidFill>
                            <a:latin typeface="IBM Plex Mono SemiBold"/>
                            <a:ea typeface="IBM Plex Mono SemiBold"/>
                            <a:cs typeface="IBM Plex Mono SemiBold"/>
                          </a:defRPr>
                        </a:pPr>
                        <a:r>
                          <a:rPr lang="en-US" sz="1200" spc="0" kern="0" b="0" i="0" dirty="0">
                            <a:solidFill>
                              <a:srgbClr val="FFFFFF"/>
                            </a:solidFill>
                            <a:latin typeface="IBM Plex Mono SemiBold"/>
                            <a:ea typeface="IBM Plex Mono SemiBold"/>
                            <a:cs typeface="IBM Plex Mono SemiBold"/>
                          </a:rPr>
                          <a:t xml:space="preserve">4</a:t>
                        </a:r>
                        <a:endParaRPr lang="en-US" sz="12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FFFFFF"/>
                            </a:solidFill>
                            <a:latin typeface="IBM Plex Mono SemiBold"/>
                            <a:ea typeface="IBM Plex Mono SemiBold"/>
                            <a:cs typeface="IBM Plex Mono SemiBold"/>
                          </a:defRPr>
                        </a:pPr>
                        <a:r>
                          <a:rPr lang="en-US" sz="1200" spc="0" kern="0" b="0" i="0" dirty="0">
                            <a:solidFill>
                              <a:srgbClr val="FFFFFF"/>
                            </a:solidFill>
                            <a:latin typeface="IBM Plex Mono SemiBold"/>
                            <a:ea typeface="IBM Plex Mono SemiBold"/>
                            <a:cs typeface="IBM Plex Mono SemiBold"/>
                          </a:rPr>
                          <a:t xml:space="preserve">4</a:t>
                        </a:r>
                        <a:endParaRPr lang="en-US" sz="12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3</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FFFFFF"/>
                            </a:solidFill>
                            <a:latin typeface="IBM Plex Mono SemiBold"/>
                            <a:ea typeface="IBM Plex Mono SemiBold"/>
                            <a:cs typeface="IBM Plex Mono SemiBold"/>
                          </a:defRPr>
                        </a:pPr>
                        <a:r>
                          <a:rPr lang="en-US" sz="1200" spc="0" kern="0" b="0" i="0" dirty="0">
                            <a:solidFill>
                              <a:srgbClr val="FFFFFF"/>
                            </a:solidFill>
                            <a:latin typeface="IBM Plex Mono SemiBold"/>
                            <a:ea typeface="IBM Plex Mono SemiBold"/>
                            <a:cs typeface="IBM Plex Mono SemiBold"/>
                          </a:rPr>
                          <a:t xml:space="preserve">4</a:t>
                        </a:r>
                        <a:endParaRPr lang="en-US" sz="12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3</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l" marL="152400" indent="-152400">
                          <a:lnSpc>
                            <a:spcPts val="1800"/>
                          </a:lnSpc>
                          <a:spcBef>
                            <a:spcPts val="0"/>
                          </a:spcBef>
                          <a:spcAft>
                            <a:spcPts val="30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Templates well reused</a:t>
                        </a:r>
                        <a:endParaRPr lang="en-US" sz="1200" spc="0" kern="0" b="0" i="0" dirty="0">
                          <a:solidFill>
                            <a:srgbClr val="070154"/>
                          </a:solidFill>
                          <a:latin typeface="IBM Plex Sans"/>
                          <a:ea typeface="IBM Plex Sans"/>
                          <a:cs typeface="IBM Plex Sans"/>
                        </a:endParaRPr>
                      </a:p>
                      <a:p>
                        <a:pPr algn="l" marL="152400" indent="-152400">
                          <a:lnSpc>
                            <a:spcPts val="1800"/>
                          </a:lnSpc>
                          <a:spcBef>
                            <a:spcPts val="0"/>
                          </a:spcBef>
                          <a:spcAft>
                            <a:spcPts val="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Voice capture in 2 units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bl>
            </a:graphicData>
          </a:graphic>
        </p:graphicFrame>
      </p:grpSp>
      <p:grpSp>
        <p:nvGrpSpPr>
          <p:cNvPr id="95" name="node02"/>
          <p:cNvGrpSpPr/>
          <p:nvPr/>
        </p:nvGrpSpPr>
        <p:grpSpPr>
          <a:xfrm>
            <a:off x="8039100" y="2286000"/>
            <a:ext cx="3429000" cy="1219200"/>
            <a:chOff x="8039100" y="2286000"/>
            <a:chExt cx="3429000" cy="1219200"/>
          </a:xfrm>
        </p:grpSpPr>
        <p:sp>
          <p:nvSpPr>
            <p:cNvPr id="78" name="node02.source-001.bullet"/>
            <p:cNvSpPr/>
            <p:nvPr/>
          </p:nvSpPr>
          <p:spPr>
            <a:xfrm>
              <a:off x="8039100" y="2374900"/>
              <a:ext cx="38100" cy="38100"/>
            </a:xfrm>
            <a:prstGeom prst="rect">
              <a:avLst/>
            </a:prstGeom>
            <a:solidFill>
              <a:srgbClr val="070154"/>
            </a:solidFill>
            <a:ln>
              <a:noFill/>
            </a:ln>
          </p:spPr>
        </p:sp>
        <p:sp>
          <p:nvSpPr>
            <p:cNvPr id="79" name="node02.source-001.text"/>
            <p:cNvSpPr/>
            <p:nvPr/>
          </p:nvSpPr>
          <p:spPr>
            <a:xfrm>
              <a:off x="8191500" y="2286000"/>
              <a:ext cx="32766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 xml:space="preserve">Process leads.</a:t>
              </a:r>
              <a:r>
                <a:rPr lang="en-US" sz="1200" spc="0" kern="0" b="0" i="0" dirty="0">
                  <a:solidFill>
                    <a:srgbClr val="50658E"/>
                  </a:solidFill>
                  <a:latin typeface="IBM Plex Sans"/>
                  <a:ea typeface="IBM Plex Sans"/>
                  <a:cs typeface="IBM Plex Sans"/>
                </a:rPr>
                <a:t xml:space="preserve"> It is the top score in five of seven rows.</a:t>
              </a:r>
              <a:endParaRPr lang="en-US" sz="1200" spc="0" kern="0" b="0" i="0" dirty="0">
                <a:solidFill>
                  <a:srgbClr val="070154"/>
                </a:solidFill>
                <a:latin typeface="IBM Plex Sans"/>
                <a:ea typeface="IBM Plex Sans"/>
                <a:cs typeface="IBM Plex Sans"/>
              </a:endParaRPr>
            </a:p>
          </p:txBody>
        </p:sp>
        <p:sp>
          <p:nvSpPr>
            <p:cNvPr id="80" name="node02.source-002.bullet"/>
            <p:cNvSpPr/>
            <p:nvPr/>
          </p:nvSpPr>
          <p:spPr>
            <a:xfrm>
              <a:off x="8039100" y="2870200"/>
              <a:ext cx="38100" cy="38100"/>
            </a:xfrm>
            <a:prstGeom prst="rect">
              <a:avLst/>
            </a:prstGeom>
            <a:solidFill>
              <a:srgbClr val="070154"/>
            </a:solidFill>
            <a:ln>
              <a:noFill/>
            </a:ln>
          </p:spPr>
        </p:sp>
        <p:sp>
          <p:nvSpPr>
            <p:cNvPr id="81" name="node02.source-002.text"/>
            <p:cNvSpPr/>
            <p:nvPr/>
          </p:nvSpPr>
          <p:spPr>
            <a:xfrm>
              <a:off x="8191500" y="2781300"/>
              <a:ext cx="32766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 xml:space="preserve">Data lags.</a:t>
              </a:r>
              <a:r>
                <a:rPr lang="en-US" sz="1200" spc="0" kern="0" b="0" i="0" dirty="0">
                  <a:solidFill>
                    <a:srgbClr val="50658E"/>
                  </a:solidFill>
                  <a:latin typeface="IBM Plex Sans"/>
                  <a:ea typeface="IBM Plex Sans"/>
                  <a:cs typeface="IBM Plex Sans"/>
                </a:rPr>
                <a:t xml:space="preserve"> Referral management scores 1 on technology and data.</a:t>
              </a:r>
              <a:endParaRPr lang="en-US" sz="1200" spc="0" kern="0" b="0" i="0" dirty="0">
                <a:solidFill>
                  <a:srgbClr val="070154"/>
                </a:solidFill>
                <a:latin typeface="IBM Plex Sans"/>
                <a:ea typeface="IBM Plex Sans"/>
                <a:cs typeface="IBM Plex Sans"/>
              </a:endParaRPr>
            </a:p>
          </p:txBody>
        </p:sp>
        <p:sp>
          <p:nvSpPr>
            <p:cNvPr id="82" name="node02.source-003.bullet"/>
            <p:cNvSpPr/>
            <p:nvPr/>
          </p:nvSpPr>
          <p:spPr>
            <a:xfrm>
              <a:off x="8039100" y="3365500"/>
              <a:ext cx="38100" cy="38100"/>
            </a:xfrm>
            <a:prstGeom prst="rect">
              <a:avLst/>
            </a:prstGeom>
            <a:solidFill>
              <a:srgbClr val="070154"/>
            </a:solidFill>
            <a:ln>
              <a:noFill/>
            </a:ln>
          </p:spPr>
        </p:sp>
        <p:sp>
          <p:nvSpPr>
            <p:cNvPr id="83" name="node02.source-003.text"/>
            <p:cNvSpPr/>
            <p:nvPr/>
          </p:nvSpPr>
          <p:spPr>
            <a:xfrm>
              <a:off x="8191500" y="32766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 xml:space="preserve">Floor.</a:t>
              </a:r>
              <a:r>
                <a:rPr lang="en-US" sz="1200" spc="0" kern="0" b="0" i="0" dirty="0">
                  <a:solidFill>
                    <a:srgbClr val="50658E"/>
                  </a:solidFill>
                  <a:latin typeface="IBM Plex Sans"/>
                  <a:ea typeface="IBM Plex Sans"/>
                  <a:cs typeface="IBM Plex Sans"/>
                </a:rPr>
                <a:t xml:space="preserve"> Denials has a 1 on governance.</a:t>
              </a:r>
              <a:endParaRPr lang="en-US" sz="1200" spc="0" kern="0" b="0" i="0" dirty="0">
                <a:solidFill>
                  <a:srgbClr val="070154"/>
                </a:solidFill>
                <a:latin typeface="IBM Plex Sans"/>
                <a:ea typeface="IBM Plex Sans"/>
                <a:cs typeface="IBM Plex Sans"/>
              </a:endParaRPr>
            </a:p>
          </p:txBody>
        </p:sp>
      </p:grpSp>
      <p:grpSp>
        <p:nvGrpSpPr>
          <p:cNvPr id="96" name="node03"/>
          <p:cNvGrpSpPr/>
          <p:nvPr/>
        </p:nvGrpSpPr>
        <p:grpSpPr>
          <a:xfrm>
            <a:off x="8039100" y="3886200"/>
            <a:ext cx="1306513" cy="1600200"/>
            <a:chOff x="8039100" y="3886200"/>
            <a:chExt cx="1306513" cy="1600200"/>
          </a:xfrm>
        </p:grpSpPr>
        <p:sp>
          <p:nvSpPr>
            <p:cNvPr id="84" name="node03.items.slot-001.swatch"/>
            <p:cNvSpPr/>
            <p:nvPr/>
          </p:nvSpPr>
          <p:spPr>
            <a:xfrm>
              <a:off x="8039100" y="3937000"/>
              <a:ext cx="228600" cy="127000"/>
            </a:xfrm>
            <a:prstGeom prst="rect">
              <a:avLst/>
            </a:prstGeom>
            <a:solidFill>
              <a:srgbClr val="E8EEF8"/>
            </a:solidFill>
            <a:ln>
              <a:noFill/>
            </a:ln>
          </p:spPr>
        </p:sp>
        <p:sp>
          <p:nvSpPr>
            <p:cNvPr id="85" name="node03.items.slot-001.text"/>
            <p:cNvSpPr/>
            <p:nvPr/>
          </p:nvSpPr>
          <p:spPr>
            <a:xfrm>
              <a:off x="8382000" y="3886200"/>
              <a:ext cx="652463"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1 Ad hoc</a:t>
              </a:r>
              <a:endParaRPr lang="en-US" sz="1200" spc="0" kern="0" b="0" i="0" dirty="0">
                <a:solidFill>
                  <a:srgbClr val="070154"/>
                </a:solidFill>
                <a:latin typeface="IBM Plex Sans"/>
                <a:ea typeface="IBM Plex Sans"/>
                <a:cs typeface="IBM Plex Sans"/>
              </a:endParaRPr>
            </a:p>
          </p:txBody>
        </p:sp>
        <p:sp>
          <p:nvSpPr>
            <p:cNvPr id="86" name="node03.items.slot-002.swatch"/>
            <p:cNvSpPr/>
            <p:nvPr/>
          </p:nvSpPr>
          <p:spPr>
            <a:xfrm>
              <a:off x="8039100" y="4279900"/>
              <a:ext cx="228600" cy="127000"/>
            </a:xfrm>
            <a:prstGeom prst="rect">
              <a:avLst/>
            </a:prstGeom>
            <a:solidFill>
              <a:srgbClr val="B9C9F0"/>
            </a:solidFill>
            <a:ln>
              <a:noFill/>
            </a:ln>
          </p:spPr>
        </p:sp>
        <p:sp>
          <p:nvSpPr>
            <p:cNvPr id="87" name="node03.items.slot-002.text"/>
            <p:cNvSpPr/>
            <p:nvPr/>
          </p:nvSpPr>
          <p:spPr>
            <a:xfrm>
              <a:off x="8382000" y="4229100"/>
              <a:ext cx="963613"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2 Repeatable</a:t>
              </a:r>
              <a:endParaRPr lang="en-US" sz="1200" spc="0" kern="0" b="0" i="0" dirty="0">
                <a:solidFill>
                  <a:srgbClr val="070154"/>
                </a:solidFill>
                <a:latin typeface="IBM Plex Sans"/>
                <a:ea typeface="IBM Plex Sans"/>
                <a:cs typeface="IBM Plex Sans"/>
              </a:endParaRPr>
            </a:p>
          </p:txBody>
        </p:sp>
        <p:sp>
          <p:nvSpPr>
            <p:cNvPr id="88" name="node03.items.slot-003.swatch"/>
            <p:cNvSpPr/>
            <p:nvPr/>
          </p:nvSpPr>
          <p:spPr>
            <a:xfrm>
              <a:off x="8039100" y="4622800"/>
              <a:ext cx="228600" cy="127000"/>
            </a:xfrm>
            <a:prstGeom prst="rect">
              <a:avLst/>
            </a:prstGeom>
            <a:solidFill>
              <a:srgbClr val="7C9BFF"/>
            </a:solidFill>
            <a:ln>
              <a:noFill/>
            </a:ln>
          </p:spPr>
        </p:sp>
        <p:sp>
          <p:nvSpPr>
            <p:cNvPr id="89" name="node03.items.slot-003.text"/>
            <p:cNvSpPr/>
            <p:nvPr/>
          </p:nvSpPr>
          <p:spPr>
            <a:xfrm>
              <a:off x="8382000" y="4572000"/>
              <a:ext cx="711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3 Defined</a:t>
              </a:r>
              <a:endParaRPr lang="en-US" sz="1200" spc="0" kern="0" b="0" i="0" dirty="0">
                <a:solidFill>
                  <a:srgbClr val="070154"/>
                </a:solidFill>
                <a:latin typeface="IBM Plex Sans"/>
                <a:ea typeface="IBM Plex Sans"/>
                <a:cs typeface="IBM Plex Sans"/>
              </a:endParaRPr>
            </a:p>
          </p:txBody>
        </p:sp>
        <p:sp>
          <p:nvSpPr>
            <p:cNvPr id="90" name="node03.items.slot-004.swatch"/>
            <p:cNvSpPr/>
            <p:nvPr/>
          </p:nvSpPr>
          <p:spPr>
            <a:xfrm>
              <a:off x="8039100" y="4965700"/>
              <a:ext cx="228600" cy="127000"/>
            </a:xfrm>
            <a:prstGeom prst="rect">
              <a:avLst/>
            </a:prstGeom>
            <a:solidFill>
              <a:srgbClr val="0047FF"/>
            </a:solidFill>
            <a:ln>
              <a:noFill/>
            </a:ln>
          </p:spPr>
        </p:sp>
        <p:sp>
          <p:nvSpPr>
            <p:cNvPr id="91" name="node03.items.slot-004.text"/>
            <p:cNvSpPr/>
            <p:nvPr/>
          </p:nvSpPr>
          <p:spPr>
            <a:xfrm>
              <a:off x="8382000" y="4914900"/>
              <a:ext cx="80645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4 Managed</a:t>
              </a:r>
              <a:endParaRPr lang="en-US" sz="1200" spc="0" kern="0" b="0" i="0" dirty="0">
                <a:solidFill>
                  <a:srgbClr val="070154"/>
                </a:solidFill>
                <a:latin typeface="IBM Plex Sans"/>
                <a:ea typeface="IBM Plex Sans"/>
                <a:cs typeface="IBM Plex Sans"/>
              </a:endParaRPr>
            </a:p>
          </p:txBody>
        </p:sp>
        <p:sp>
          <p:nvSpPr>
            <p:cNvPr id="92" name="node03.items.slot-005.swatch"/>
            <p:cNvSpPr/>
            <p:nvPr/>
          </p:nvSpPr>
          <p:spPr>
            <a:xfrm>
              <a:off x="8039100" y="5308600"/>
              <a:ext cx="228600" cy="127000"/>
            </a:xfrm>
            <a:prstGeom prst="rect">
              <a:avLst/>
            </a:prstGeom>
            <a:solidFill>
              <a:srgbClr val="070154"/>
            </a:solidFill>
            <a:ln>
              <a:noFill/>
            </a:ln>
          </p:spPr>
        </p:sp>
        <p:sp>
          <p:nvSpPr>
            <p:cNvPr id="93" name="node03.items.slot-005.text"/>
            <p:cNvSpPr/>
            <p:nvPr/>
          </p:nvSpPr>
          <p:spPr>
            <a:xfrm>
              <a:off x="8382000" y="5257800"/>
              <a:ext cx="884238"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5 Optimized</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ource-206">
    <p:spTree>
      <p:nvGrpSpPr>
        <p:cNvPr id="1" name=""/>
        <p:cNvGrpSpPr/>
        <p:nvPr/>
      </p:nvGrpSpPr>
      <p:grpSpPr>
        <a:xfrm>
          <a:off x="0" y="0"/>
          <a:ext cx="0" cy="0"/>
          <a:chOff x="0" y="0"/>
          <a:chExt cx="0" cy="0"/>
        </a:xfrm>
      </p:grpSpPr>
      <p:sp>
        <p:nvSpPr>
          <p:cNvPr id="3" name="eyebrow"/>
          <p:cNvSpPr/>
          <p:nvPr/>
        </p:nvSpPr>
        <p:spPr>
          <a:xfrm>
            <a:off x="723900" y="457200"/>
            <a:ext cx="34290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CAPABILITY ASSESSMENT</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3429000" cy="13716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Enterprise capabilities trail on data and people</a:t>
            </a:r>
            <a:endParaRPr lang="en-US" sz="2400" spc="-36"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34290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Sample ratings for layout only; replace before use.</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49</a:t>
            </a:fld>
            <a:endParaRPr lang="en-US" sz="700" spc="0" kern="0" b="0" i="0" dirty="0">
              <a:solidFill>
                <a:srgbClr val="070154"/>
              </a:solidFill>
              <a:latin typeface="IBM Plex Mono SemiBold"/>
              <a:ea typeface="IBM Plex Mono SemiBold"/>
              <a:cs typeface="IBM Plex Mono SemiBold"/>
            </a:endParaRPr>
          </a:p>
        </p:txBody>
      </p:sp>
      <p:grpSp>
        <p:nvGrpSpPr>
          <p:cNvPr id="65" name="node01"/>
          <p:cNvGrpSpPr/>
          <p:nvPr/>
        </p:nvGrpSpPr>
        <p:grpSpPr>
          <a:xfrm>
            <a:off x="4381500" y="457200"/>
            <a:ext cx="7086600" cy="5054600"/>
            <a:chOff x="4381500" y="457200"/>
            <a:chExt cx="7086600" cy="5054600"/>
          </a:xfrm>
        </p:grpSpPr>
        <p:sp>
          <p:nvSpPr>
            <p:cNvPr id="7" name="node01.row.item-001.h0.heat-gap"/>
            <p:cNvSpPr/>
            <p:nvPr/>
          </p:nvSpPr>
          <p:spPr>
            <a:xfrm>
              <a:off x="5829300" y="1041400"/>
              <a:ext cx="508000" cy="1117600"/>
            </a:xfrm>
            <a:prstGeom prst="rect">
              <a:avLst/>
            </a:prstGeom>
            <a:solidFill>
              <a:srgbClr val="FFFFFF"/>
            </a:solidFill>
            <a:ln>
              <a:noFill/>
            </a:ln>
          </p:spPr>
        </p:sp>
        <p:sp>
          <p:nvSpPr>
            <p:cNvPr id="8" name="node01.row.item-001.h0.heat"/>
            <p:cNvSpPr/>
            <p:nvPr/>
          </p:nvSpPr>
          <p:spPr>
            <a:xfrm>
              <a:off x="5848350" y="1060450"/>
              <a:ext cx="469900" cy="1079500"/>
            </a:xfrm>
            <a:prstGeom prst="rect">
              <a:avLst/>
            </a:prstGeom>
            <a:solidFill>
              <a:srgbClr val="7C9BFF"/>
            </a:solidFill>
            <a:ln>
              <a:noFill/>
            </a:ln>
          </p:spPr>
        </p:sp>
        <p:sp>
          <p:nvSpPr>
            <p:cNvPr id="9" name="node01.row.item-001.h1.heat-gap"/>
            <p:cNvSpPr/>
            <p:nvPr/>
          </p:nvSpPr>
          <p:spPr>
            <a:xfrm>
              <a:off x="6337300" y="1041400"/>
              <a:ext cx="508000" cy="1117600"/>
            </a:xfrm>
            <a:prstGeom prst="rect">
              <a:avLst/>
            </a:prstGeom>
            <a:solidFill>
              <a:srgbClr val="FFFFFF"/>
            </a:solidFill>
            <a:ln>
              <a:noFill/>
            </a:ln>
          </p:spPr>
        </p:sp>
        <p:sp>
          <p:nvSpPr>
            <p:cNvPr id="10" name="node01.row.item-001.h1.heat"/>
            <p:cNvSpPr/>
            <p:nvPr/>
          </p:nvSpPr>
          <p:spPr>
            <a:xfrm>
              <a:off x="6356350" y="1060450"/>
              <a:ext cx="469900" cy="1079500"/>
            </a:xfrm>
            <a:prstGeom prst="rect">
              <a:avLst/>
            </a:prstGeom>
            <a:solidFill>
              <a:srgbClr val="B9C9F0"/>
            </a:solidFill>
            <a:ln>
              <a:noFill/>
            </a:ln>
          </p:spPr>
        </p:sp>
        <p:sp>
          <p:nvSpPr>
            <p:cNvPr id="11" name="node01.row.item-001.h2.heat-gap"/>
            <p:cNvSpPr/>
            <p:nvPr/>
          </p:nvSpPr>
          <p:spPr>
            <a:xfrm>
              <a:off x="6845300" y="1041400"/>
              <a:ext cx="508000" cy="1117600"/>
            </a:xfrm>
            <a:prstGeom prst="rect">
              <a:avLst/>
            </a:prstGeom>
            <a:solidFill>
              <a:srgbClr val="FFFFFF"/>
            </a:solidFill>
            <a:ln>
              <a:noFill/>
            </a:ln>
          </p:spPr>
        </p:sp>
        <p:sp>
          <p:nvSpPr>
            <p:cNvPr id="12" name="node01.row.item-001.h2.heat"/>
            <p:cNvSpPr/>
            <p:nvPr/>
          </p:nvSpPr>
          <p:spPr>
            <a:xfrm>
              <a:off x="6864350" y="1060450"/>
              <a:ext cx="469900" cy="1079500"/>
            </a:xfrm>
            <a:prstGeom prst="rect">
              <a:avLst/>
            </a:prstGeom>
            <a:solidFill>
              <a:srgbClr val="B9C9F0"/>
            </a:solidFill>
            <a:ln>
              <a:noFill/>
            </a:ln>
          </p:spPr>
        </p:sp>
        <p:sp>
          <p:nvSpPr>
            <p:cNvPr id="13" name="node01.row.item-001.h3.heat-gap"/>
            <p:cNvSpPr/>
            <p:nvPr/>
          </p:nvSpPr>
          <p:spPr>
            <a:xfrm>
              <a:off x="7353300" y="1041400"/>
              <a:ext cx="508000" cy="1117600"/>
            </a:xfrm>
            <a:prstGeom prst="rect">
              <a:avLst/>
            </a:prstGeom>
            <a:solidFill>
              <a:srgbClr val="FFFFFF"/>
            </a:solidFill>
            <a:ln>
              <a:noFill/>
            </a:ln>
          </p:spPr>
        </p:sp>
        <p:sp>
          <p:nvSpPr>
            <p:cNvPr id="14" name="node01.row.item-001.h3.heat"/>
            <p:cNvSpPr/>
            <p:nvPr/>
          </p:nvSpPr>
          <p:spPr>
            <a:xfrm>
              <a:off x="7372350" y="1060450"/>
              <a:ext cx="469900" cy="1079500"/>
            </a:xfrm>
            <a:prstGeom prst="rect">
              <a:avLst/>
            </a:prstGeom>
            <a:solidFill>
              <a:srgbClr val="B9C9F0"/>
            </a:solidFill>
            <a:ln>
              <a:noFill/>
            </a:ln>
          </p:spPr>
        </p:sp>
        <p:sp>
          <p:nvSpPr>
            <p:cNvPr id="15" name="node01.row.item-001.h4.heat-gap"/>
            <p:cNvSpPr/>
            <p:nvPr/>
          </p:nvSpPr>
          <p:spPr>
            <a:xfrm>
              <a:off x="7861300" y="1041400"/>
              <a:ext cx="508000" cy="1117600"/>
            </a:xfrm>
            <a:prstGeom prst="rect">
              <a:avLst/>
            </a:prstGeom>
            <a:solidFill>
              <a:srgbClr val="FFFFFF"/>
            </a:solidFill>
            <a:ln>
              <a:noFill/>
            </a:ln>
          </p:spPr>
        </p:sp>
        <p:sp>
          <p:nvSpPr>
            <p:cNvPr id="16" name="node01.row.item-001.h4.heat"/>
            <p:cNvSpPr/>
            <p:nvPr/>
          </p:nvSpPr>
          <p:spPr>
            <a:xfrm>
              <a:off x="7880350" y="1060450"/>
              <a:ext cx="469900" cy="1079500"/>
            </a:xfrm>
            <a:prstGeom prst="rect">
              <a:avLst/>
            </a:prstGeom>
            <a:solidFill>
              <a:srgbClr val="7C9BFF"/>
            </a:solidFill>
            <a:ln>
              <a:noFill/>
            </a:ln>
          </p:spPr>
        </p:sp>
        <p:sp>
          <p:nvSpPr>
            <p:cNvPr id="17" name="node01.row.item-002.h0.heat-gap"/>
            <p:cNvSpPr/>
            <p:nvPr/>
          </p:nvSpPr>
          <p:spPr>
            <a:xfrm>
              <a:off x="5829300" y="2159000"/>
              <a:ext cx="508000" cy="1117600"/>
            </a:xfrm>
            <a:prstGeom prst="rect">
              <a:avLst/>
            </a:prstGeom>
            <a:solidFill>
              <a:srgbClr val="FFFFFF"/>
            </a:solidFill>
            <a:ln>
              <a:noFill/>
            </a:ln>
          </p:spPr>
        </p:sp>
        <p:sp>
          <p:nvSpPr>
            <p:cNvPr id="18" name="node01.row.item-002.h0.heat"/>
            <p:cNvSpPr/>
            <p:nvPr/>
          </p:nvSpPr>
          <p:spPr>
            <a:xfrm>
              <a:off x="5848350" y="2178050"/>
              <a:ext cx="469900" cy="1079500"/>
            </a:xfrm>
            <a:prstGeom prst="rect">
              <a:avLst/>
            </a:prstGeom>
            <a:solidFill>
              <a:srgbClr val="B9C9F0"/>
            </a:solidFill>
            <a:ln>
              <a:noFill/>
            </a:ln>
          </p:spPr>
        </p:sp>
        <p:sp>
          <p:nvSpPr>
            <p:cNvPr id="19" name="node01.row.item-002.h1.heat-gap"/>
            <p:cNvSpPr/>
            <p:nvPr/>
          </p:nvSpPr>
          <p:spPr>
            <a:xfrm>
              <a:off x="6337300" y="2159000"/>
              <a:ext cx="508000" cy="1117600"/>
            </a:xfrm>
            <a:prstGeom prst="rect">
              <a:avLst/>
            </a:prstGeom>
            <a:solidFill>
              <a:srgbClr val="FFFFFF"/>
            </a:solidFill>
            <a:ln>
              <a:noFill/>
            </a:ln>
          </p:spPr>
        </p:sp>
        <p:sp>
          <p:nvSpPr>
            <p:cNvPr id="20" name="node01.row.item-002.h1.heat"/>
            <p:cNvSpPr/>
            <p:nvPr/>
          </p:nvSpPr>
          <p:spPr>
            <a:xfrm>
              <a:off x="6356350" y="2178050"/>
              <a:ext cx="469900" cy="1079500"/>
            </a:xfrm>
            <a:prstGeom prst="rect">
              <a:avLst/>
            </a:prstGeom>
            <a:solidFill>
              <a:srgbClr val="7C9BFF"/>
            </a:solidFill>
            <a:ln>
              <a:noFill/>
            </a:ln>
          </p:spPr>
        </p:sp>
        <p:sp>
          <p:nvSpPr>
            <p:cNvPr id="21" name="node01.row.item-002.h2.heat-gap"/>
            <p:cNvSpPr/>
            <p:nvPr/>
          </p:nvSpPr>
          <p:spPr>
            <a:xfrm>
              <a:off x="6845300" y="2159000"/>
              <a:ext cx="508000" cy="1117600"/>
            </a:xfrm>
            <a:prstGeom prst="rect">
              <a:avLst/>
            </a:prstGeom>
            <a:solidFill>
              <a:srgbClr val="FFFFFF"/>
            </a:solidFill>
            <a:ln>
              <a:noFill/>
            </a:ln>
          </p:spPr>
        </p:sp>
        <p:sp>
          <p:nvSpPr>
            <p:cNvPr id="22" name="node01.row.item-002.h2.heat"/>
            <p:cNvSpPr/>
            <p:nvPr/>
          </p:nvSpPr>
          <p:spPr>
            <a:xfrm>
              <a:off x="6864350" y="2178050"/>
              <a:ext cx="469900" cy="1079500"/>
            </a:xfrm>
            <a:prstGeom prst="rect">
              <a:avLst/>
            </a:prstGeom>
            <a:solidFill>
              <a:srgbClr val="B9C9F0"/>
            </a:solidFill>
            <a:ln>
              <a:noFill/>
            </a:ln>
          </p:spPr>
        </p:sp>
        <p:sp>
          <p:nvSpPr>
            <p:cNvPr id="23" name="node01.row.item-002.h3.heat-gap"/>
            <p:cNvSpPr/>
            <p:nvPr/>
          </p:nvSpPr>
          <p:spPr>
            <a:xfrm>
              <a:off x="7353300" y="2159000"/>
              <a:ext cx="508000" cy="1117600"/>
            </a:xfrm>
            <a:prstGeom prst="rect">
              <a:avLst/>
            </a:prstGeom>
            <a:solidFill>
              <a:srgbClr val="FFFFFF"/>
            </a:solidFill>
            <a:ln>
              <a:noFill/>
            </a:ln>
          </p:spPr>
        </p:sp>
        <p:sp>
          <p:nvSpPr>
            <p:cNvPr id="24" name="node01.row.item-002.h3.heat"/>
            <p:cNvSpPr/>
            <p:nvPr/>
          </p:nvSpPr>
          <p:spPr>
            <a:xfrm>
              <a:off x="7372350" y="2178050"/>
              <a:ext cx="469900" cy="1079500"/>
            </a:xfrm>
            <a:prstGeom prst="rect">
              <a:avLst/>
            </a:prstGeom>
            <a:solidFill>
              <a:srgbClr val="B9C9F0"/>
            </a:solidFill>
            <a:ln>
              <a:noFill/>
            </a:ln>
          </p:spPr>
        </p:sp>
        <p:sp>
          <p:nvSpPr>
            <p:cNvPr id="25" name="node01.row.item-002.h4.heat-gap"/>
            <p:cNvSpPr/>
            <p:nvPr/>
          </p:nvSpPr>
          <p:spPr>
            <a:xfrm>
              <a:off x="7861300" y="2159000"/>
              <a:ext cx="508000" cy="1117600"/>
            </a:xfrm>
            <a:prstGeom prst="rect">
              <a:avLst/>
            </a:prstGeom>
            <a:solidFill>
              <a:srgbClr val="FFFFFF"/>
            </a:solidFill>
            <a:ln>
              <a:noFill/>
            </a:ln>
          </p:spPr>
        </p:sp>
        <p:sp>
          <p:nvSpPr>
            <p:cNvPr id="26" name="node01.row.item-002.h4.heat"/>
            <p:cNvSpPr/>
            <p:nvPr/>
          </p:nvSpPr>
          <p:spPr>
            <a:xfrm>
              <a:off x="7880350" y="2178050"/>
              <a:ext cx="469900" cy="1079500"/>
            </a:xfrm>
            <a:prstGeom prst="rect">
              <a:avLst/>
            </a:prstGeom>
            <a:solidFill>
              <a:srgbClr val="7C9BFF"/>
            </a:solidFill>
            <a:ln>
              <a:noFill/>
            </a:ln>
          </p:spPr>
        </p:sp>
        <p:sp>
          <p:nvSpPr>
            <p:cNvPr id="27" name="node01.row.item-003.h0.heat-gap"/>
            <p:cNvSpPr/>
            <p:nvPr/>
          </p:nvSpPr>
          <p:spPr>
            <a:xfrm>
              <a:off x="5829300" y="3276600"/>
              <a:ext cx="508000" cy="1117600"/>
            </a:xfrm>
            <a:prstGeom prst="rect">
              <a:avLst/>
            </a:prstGeom>
            <a:solidFill>
              <a:srgbClr val="FFFFFF"/>
            </a:solidFill>
            <a:ln>
              <a:noFill/>
            </a:ln>
          </p:spPr>
        </p:sp>
        <p:sp>
          <p:nvSpPr>
            <p:cNvPr id="28" name="node01.row.item-003.h0.heat"/>
            <p:cNvSpPr/>
            <p:nvPr/>
          </p:nvSpPr>
          <p:spPr>
            <a:xfrm>
              <a:off x="5848350" y="3295650"/>
              <a:ext cx="469900" cy="1079500"/>
            </a:xfrm>
            <a:prstGeom prst="rect">
              <a:avLst/>
            </a:prstGeom>
            <a:solidFill>
              <a:srgbClr val="B9C9F0"/>
            </a:solidFill>
            <a:ln>
              <a:noFill/>
            </a:ln>
          </p:spPr>
        </p:sp>
        <p:sp>
          <p:nvSpPr>
            <p:cNvPr id="29" name="node01.row.item-003.h1.heat-gap"/>
            <p:cNvSpPr/>
            <p:nvPr/>
          </p:nvSpPr>
          <p:spPr>
            <a:xfrm>
              <a:off x="6337300" y="3276600"/>
              <a:ext cx="508000" cy="1117600"/>
            </a:xfrm>
            <a:prstGeom prst="rect">
              <a:avLst/>
            </a:prstGeom>
            <a:solidFill>
              <a:srgbClr val="FFFFFF"/>
            </a:solidFill>
            <a:ln>
              <a:noFill/>
            </a:ln>
          </p:spPr>
        </p:sp>
        <p:sp>
          <p:nvSpPr>
            <p:cNvPr id="30" name="node01.row.item-003.h1.heat"/>
            <p:cNvSpPr/>
            <p:nvPr/>
          </p:nvSpPr>
          <p:spPr>
            <a:xfrm>
              <a:off x="6356350" y="3295650"/>
              <a:ext cx="469900" cy="1079500"/>
            </a:xfrm>
            <a:prstGeom prst="rect">
              <a:avLst/>
            </a:prstGeom>
            <a:solidFill>
              <a:srgbClr val="7C9BFF"/>
            </a:solidFill>
            <a:ln>
              <a:noFill/>
            </a:ln>
          </p:spPr>
        </p:sp>
        <p:sp>
          <p:nvSpPr>
            <p:cNvPr id="31" name="node01.row.item-003.h2.heat-gap"/>
            <p:cNvSpPr/>
            <p:nvPr/>
          </p:nvSpPr>
          <p:spPr>
            <a:xfrm>
              <a:off x="6845300" y="3276600"/>
              <a:ext cx="508000" cy="1117600"/>
            </a:xfrm>
            <a:prstGeom prst="rect">
              <a:avLst/>
            </a:prstGeom>
            <a:solidFill>
              <a:srgbClr val="FFFFFF"/>
            </a:solidFill>
            <a:ln>
              <a:noFill/>
            </a:ln>
          </p:spPr>
        </p:sp>
        <p:sp>
          <p:nvSpPr>
            <p:cNvPr id="32" name="node01.row.item-003.h2.heat"/>
            <p:cNvSpPr/>
            <p:nvPr/>
          </p:nvSpPr>
          <p:spPr>
            <a:xfrm>
              <a:off x="6864350" y="3295650"/>
              <a:ext cx="469900" cy="1079500"/>
            </a:xfrm>
            <a:prstGeom prst="rect">
              <a:avLst/>
            </a:prstGeom>
            <a:solidFill>
              <a:srgbClr val="B9C9F0"/>
            </a:solidFill>
            <a:ln>
              <a:noFill/>
            </a:ln>
          </p:spPr>
        </p:sp>
        <p:sp>
          <p:nvSpPr>
            <p:cNvPr id="33" name="node01.row.item-003.h3.heat-gap"/>
            <p:cNvSpPr/>
            <p:nvPr/>
          </p:nvSpPr>
          <p:spPr>
            <a:xfrm>
              <a:off x="7353300" y="3276600"/>
              <a:ext cx="508000" cy="1117600"/>
            </a:xfrm>
            <a:prstGeom prst="rect">
              <a:avLst/>
            </a:prstGeom>
            <a:solidFill>
              <a:srgbClr val="FFFFFF"/>
            </a:solidFill>
            <a:ln>
              <a:noFill/>
            </a:ln>
          </p:spPr>
        </p:sp>
        <p:sp>
          <p:nvSpPr>
            <p:cNvPr id="34" name="node01.row.item-003.h3.heat"/>
            <p:cNvSpPr/>
            <p:nvPr/>
          </p:nvSpPr>
          <p:spPr>
            <a:xfrm>
              <a:off x="7372350" y="3295650"/>
              <a:ext cx="469900" cy="1079500"/>
            </a:xfrm>
            <a:prstGeom prst="rect">
              <a:avLst/>
            </a:prstGeom>
            <a:solidFill>
              <a:srgbClr val="B9C9F0"/>
            </a:solidFill>
            <a:ln>
              <a:noFill/>
            </a:ln>
          </p:spPr>
        </p:sp>
        <p:sp>
          <p:nvSpPr>
            <p:cNvPr id="35" name="node01.row.item-003.h4.heat-gap"/>
            <p:cNvSpPr/>
            <p:nvPr/>
          </p:nvSpPr>
          <p:spPr>
            <a:xfrm>
              <a:off x="7861300" y="3276600"/>
              <a:ext cx="508000" cy="1117600"/>
            </a:xfrm>
            <a:prstGeom prst="rect">
              <a:avLst/>
            </a:prstGeom>
            <a:solidFill>
              <a:srgbClr val="FFFFFF"/>
            </a:solidFill>
            <a:ln>
              <a:noFill/>
            </a:ln>
          </p:spPr>
        </p:sp>
        <p:sp>
          <p:nvSpPr>
            <p:cNvPr id="36" name="node01.row.item-003.h4.heat"/>
            <p:cNvSpPr/>
            <p:nvPr/>
          </p:nvSpPr>
          <p:spPr>
            <a:xfrm>
              <a:off x="7880350" y="3295650"/>
              <a:ext cx="469900" cy="1079500"/>
            </a:xfrm>
            <a:prstGeom prst="rect">
              <a:avLst/>
            </a:prstGeom>
            <a:solidFill>
              <a:srgbClr val="B9C9F0"/>
            </a:solidFill>
            <a:ln>
              <a:noFill/>
            </a:ln>
          </p:spPr>
        </p:sp>
        <p:sp>
          <p:nvSpPr>
            <p:cNvPr id="37" name="node01.row.item-004.h0.heat-gap"/>
            <p:cNvSpPr/>
            <p:nvPr/>
          </p:nvSpPr>
          <p:spPr>
            <a:xfrm>
              <a:off x="5829300" y="4394200"/>
              <a:ext cx="508000" cy="1117600"/>
            </a:xfrm>
            <a:prstGeom prst="rect">
              <a:avLst/>
            </a:prstGeom>
            <a:solidFill>
              <a:srgbClr val="FFFFFF"/>
            </a:solidFill>
            <a:ln>
              <a:noFill/>
            </a:ln>
          </p:spPr>
        </p:sp>
        <p:sp>
          <p:nvSpPr>
            <p:cNvPr id="38" name="node01.row.item-004.h0.heat"/>
            <p:cNvSpPr/>
            <p:nvPr/>
          </p:nvSpPr>
          <p:spPr>
            <a:xfrm>
              <a:off x="5848350" y="4413250"/>
              <a:ext cx="469900" cy="1079500"/>
            </a:xfrm>
            <a:prstGeom prst="rect">
              <a:avLst/>
            </a:prstGeom>
            <a:solidFill>
              <a:srgbClr val="7C9BFF"/>
            </a:solidFill>
            <a:ln>
              <a:noFill/>
            </a:ln>
          </p:spPr>
        </p:sp>
        <p:sp>
          <p:nvSpPr>
            <p:cNvPr id="39" name="node01.row.item-004.h1.heat-gap"/>
            <p:cNvSpPr/>
            <p:nvPr/>
          </p:nvSpPr>
          <p:spPr>
            <a:xfrm>
              <a:off x="6337300" y="4394200"/>
              <a:ext cx="508000" cy="1117600"/>
            </a:xfrm>
            <a:prstGeom prst="rect">
              <a:avLst/>
            </a:prstGeom>
            <a:solidFill>
              <a:srgbClr val="FFFFFF"/>
            </a:solidFill>
            <a:ln>
              <a:noFill/>
            </a:ln>
          </p:spPr>
        </p:sp>
        <p:sp>
          <p:nvSpPr>
            <p:cNvPr id="40" name="node01.row.item-004.h1.heat"/>
            <p:cNvSpPr/>
            <p:nvPr/>
          </p:nvSpPr>
          <p:spPr>
            <a:xfrm>
              <a:off x="6356350" y="4413250"/>
              <a:ext cx="469900" cy="1079500"/>
            </a:xfrm>
            <a:prstGeom prst="rect">
              <a:avLst/>
            </a:prstGeom>
            <a:solidFill>
              <a:srgbClr val="0047FF"/>
            </a:solidFill>
            <a:ln>
              <a:noFill/>
            </a:ln>
          </p:spPr>
        </p:sp>
        <p:sp>
          <p:nvSpPr>
            <p:cNvPr id="41" name="node01.row.item-004.h2.heat-gap"/>
            <p:cNvSpPr/>
            <p:nvPr/>
          </p:nvSpPr>
          <p:spPr>
            <a:xfrm>
              <a:off x="6845300" y="4394200"/>
              <a:ext cx="508000" cy="1117600"/>
            </a:xfrm>
            <a:prstGeom prst="rect">
              <a:avLst/>
            </a:prstGeom>
            <a:solidFill>
              <a:srgbClr val="FFFFFF"/>
            </a:solidFill>
            <a:ln>
              <a:noFill/>
            </a:ln>
          </p:spPr>
        </p:sp>
        <p:sp>
          <p:nvSpPr>
            <p:cNvPr id="42" name="node01.row.item-004.h2.heat"/>
            <p:cNvSpPr/>
            <p:nvPr/>
          </p:nvSpPr>
          <p:spPr>
            <a:xfrm>
              <a:off x="6864350" y="4413250"/>
              <a:ext cx="469900" cy="1079500"/>
            </a:xfrm>
            <a:prstGeom prst="rect">
              <a:avLst/>
            </a:prstGeom>
            <a:solidFill>
              <a:srgbClr val="7C9BFF"/>
            </a:solidFill>
            <a:ln>
              <a:noFill/>
            </a:ln>
          </p:spPr>
        </p:sp>
        <p:sp>
          <p:nvSpPr>
            <p:cNvPr id="43" name="node01.row.item-004.h3.heat-gap"/>
            <p:cNvSpPr/>
            <p:nvPr/>
          </p:nvSpPr>
          <p:spPr>
            <a:xfrm>
              <a:off x="7353300" y="4394200"/>
              <a:ext cx="508000" cy="1117600"/>
            </a:xfrm>
            <a:prstGeom prst="rect">
              <a:avLst/>
            </a:prstGeom>
            <a:solidFill>
              <a:srgbClr val="FFFFFF"/>
            </a:solidFill>
            <a:ln>
              <a:noFill/>
            </a:ln>
          </p:spPr>
        </p:sp>
        <p:sp>
          <p:nvSpPr>
            <p:cNvPr id="44" name="node01.row.item-004.h3.heat"/>
            <p:cNvSpPr/>
            <p:nvPr/>
          </p:nvSpPr>
          <p:spPr>
            <a:xfrm>
              <a:off x="7372350" y="4413250"/>
              <a:ext cx="469900" cy="1079500"/>
            </a:xfrm>
            <a:prstGeom prst="rect">
              <a:avLst/>
            </a:prstGeom>
            <a:solidFill>
              <a:srgbClr val="7C9BFF"/>
            </a:solidFill>
            <a:ln>
              <a:noFill/>
            </a:ln>
          </p:spPr>
        </p:sp>
        <p:sp>
          <p:nvSpPr>
            <p:cNvPr id="45" name="node01.row.item-004.h4.heat-gap"/>
            <p:cNvSpPr/>
            <p:nvPr/>
          </p:nvSpPr>
          <p:spPr>
            <a:xfrm>
              <a:off x="7861300" y="4394200"/>
              <a:ext cx="508000" cy="1117600"/>
            </a:xfrm>
            <a:prstGeom prst="rect">
              <a:avLst/>
            </a:prstGeom>
            <a:solidFill>
              <a:srgbClr val="FFFFFF"/>
            </a:solidFill>
            <a:ln>
              <a:noFill/>
            </a:ln>
          </p:spPr>
        </p:sp>
        <p:sp>
          <p:nvSpPr>
            <p:cNvPr id="46" name="node01.row.item-004.h4.heat"/>
            <p:cNvSpPr/>
            <p:nvPr/>
          </p:nvSpPr>
          <p:spPr>
            <a:xfrm>
              <a:off x="7880350" y="4413250"/>
              <a:ext cx="469900" cy="1079500"/>
            </a:xfrm>
            <a:prstGeom prst="rect">
              <a:avLst/>
            </a:prstGeom>
            <a:solidFill>
              <a:srgbClr val="070154"/>
            </a:solidFill>
            <a:ln>
              <a:noFill/>
            </a:ln>
          </p:spPr>
        </p:sp>
        <p:graphicFrame>
          <p:nvGraphicFramePr>
            <p:cNvPr id="47" name="node01.native"/>
            <p:cNvGraphicFramePr>
              <a:graphicFrameLocks noGrp="1"/>
            </p:cNvGraphicFramePr>
            <p:nvPr>
              <p:extLst>
                <p:ext uri="{D42A27DB-BD31-4B8C-83A1-F6EECF244321}">
                  <p14:modId xmlns:p14="http://schemas.microsoft.com/office/powerpoint/2010/main" val="1579011935"/>
                </p:ext>
              </p:extLst>
            </p:nvPr>
          </p:nvGraphicFramePr>
          <p:xfrm>
            <a:off x="4381500" y="685800"/>
            <a:ext cx="7086600" cy="4826000"/>
          </p:xfrm>
          <a:graphic>
            <a:graphicData uri="http://schemas.openxmlformats.org/drawingml/2006/table">
              <a:tbl>
                <a:tblPr/>
                <a:tblGrid>
                  <a:gridCol w="1447800"/>
                  <a:gridCol w="508000"/>
                  <a:gridCol w="508000"/>
                  <a:gridCol w="508000"/>
                  <a:gridCol w="508000"/>
                  <a:gridCol w="508000"/>
                  <a:gridCol w="3098800"/>
                </a:tblGrid>
                <a:tr h="355600">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CAPABILITY</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PROC</a:t>
                        </a:r>
                        <a:endParaRPr lang="en-US" sz="900" spc="54" kern="0" b="0" i="0" dirty="0">
                          <a:solidFill>
                            <a:srgbClr val="070154"/>
                          </a:solidFill>
                          <a:latin typeface="IBM Plex Mono SemiBold"/>
                          <a:ea typeface="IBM Plex Mono SemiBold"/>
                          <a:cs typeface="IBM Plex Mono SemiBold"/>
                        </a:endParaRPr>
                      </a:p>
                    </a:txBody>
                    <a:tcPr marL="91058" marR="91058"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TECH</a:t>
                        </a:r>
                        <a:endParaRPr lang="en-US" sz="900" spc="54" kern="0" b="0" i="0" dirty="0">
                          <a:solidFill>
                            <a:srgbClr val="070154"/>
                          </a:solidFill>
                          <a:latin typeface="IBM Plex Mono SemiBold"/>
                          <a:ea typeface="IBM Plex Mono SemiBold"/>
                          <a:cs typeface="IBM Plex Mono SemiBold"/>
                        </a:endParaRPr>
                      </a:p>
                    </a:txBody>
                    <a:tcPr marL="91058" marR="91058"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DATA</a:t>
                        </a:r>
                        <a:endParaRPr lang="en-US" sz="900" spc="54" kern="0" b="0" i="0" dirty="0">
                          <a:solidFill>
                            <a:srgbClr val="070154"/>
                          </a:solidFill>
                          <a:latin typeface="IBM Plex Mono SemiBold"/>
                          <a:ea typeface="IBM Plex Mono SemiBold"/>
                          <a:cs typeface="IBM Plex Mono SemiBold"/>
                        </a:endParaRPr>
                      </a:p>
                    </a:txBody>
                    <a:tcPr marL="91058" marR="91058"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PPL</a:t>
                        </a:r>
                        <a:endParaRPr lang="en-US" sz="900" spc="54" kern="0" b="0" i="0" dirty="0">
                          <a:solidFill>
                            <a:srgbClr val="070154"/>
                          </a:solidFill>
                          <a:latin typeface="IBM Plex Mono SemiBold"/>
                          <a:ea typeface="IBM Plex Mono SemiBold"/>
                          <a:cs typeface="IBM Plex Mono SemiBold"/>
                        </a:endParaRPr>
                      </a:p>
                    </a:txBody>
                    <a:tcPr marL="128619" marR="128619"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GOV</a:t>
                        </a:r>
                        <a:endParaRPr lang="en-US" sz="900" spc="54" kern="0" b="0" i="0" dirty="0">
                          <a:solidFill>
                            <a:srgbClr val="070154"/>
                          </a:solidFill>
                          <a:latin typeface="IBM Plex Mono SemiBold"/>
                          <a:ea typeface="IBM Plex Mono SemiBold"/>
                          <a:cs typeface="IBM Plex Mono SemiBold"/>
                        </a:endParaRPr>
                      </a:p>
                    </a:txBody>
                    <a:tcPr marL="128619" marR="128619"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NOTES</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r>
                <a:tr h="11176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Supply chain</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3</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3</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l" marL="152400" indent="-152400">
                          <a:lnSpc>
                            <a:spcPts val="1800"/>
                          </a:lnSpc>
                          <a:spcBef>
                            <a:spcPts val="0"/>
                          </a:spcBef>
                          <a:spcAft>
                            <a:spcPts val="30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Item master has duplicates</a:t>
                        </a:r>
                        <a:endParaRPr lang="en-US" sz="1200" spc="0" kern="0" b="0" i="0" dirty="0">
                          <a:solidFill>
                            <a:srgbClr val="070154"/>
                          </a:solidFill>
                          <a:latin typeface="IBM Plex Sans"/>
                          <a:ea typeface="IBM Plex Sans"/>
                          <a:cs typeface="IBM Plex Sans"/>
                        </a:endParaRPr>
                      </a:p>
                      <a:p>
                        <a:pPr algn="l" marL="152400" indent="-152400">
                          <a:lnSpc>
                            <a:spcPts val="1800"/>
                          </a:lnSpc>
                          <a:spcBef>
                            <a:spcPts val="0"/>
                          </a:spcBef>
                          <a:spcAft>
                            <a:spcPts val="30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Contracts tracked by site</a:t>
                        </a:r>
                        <a:endParaRPr lang="en-US" sz="1200" spc="0" kern="0" b="0" i="0" dirty="0">
                          <a:solidFill>
                            <a:srgbClr val="070154"/>
                          </a:solidFill>
                          <a:latin typeface="IBM Plex Sans"/>
                          <a:ea typeface="IBM Plex Sans"/>
                          <a:cs typeface="IBM Plex Sans"/>
                        </a:endParaRPr>
                      </a:p>
                      <a:p>
                        <a:pPr algn="l" marL="152400" indent="-152400">
                          <a:lnSpc>
                            <a:spcPts val="1800"/>
                          </a:lnSpc>
                          <a:spcBef>
                            <a:spcPts val="0"/>
                          </a:spcBef>
                          <a:spcAft>
                            <a:spcPts val="30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Clean item master first</a:t>
                        </a:r>
                        <a:endParaRPr lang="en-US" sz="1200" spc="0" kern="0" b="0" i="0" dirty="0">
                          <a:solidFill>
                            <a:srgbClr val="070154"/>
                          </a:solidFill>
                          <a:latin typeface="IBM Plex Sans"/>
                          <a:ea typeface="IBM Plex Sans"/>
                          <a:cs typeface="IBM Plex Sans"/>
                        </a:endParaRPr>
                      </a:p>
                      <a:p>
                        <a:pPr algn="l" marL="152400" indent="-152400">
                          <a:lnSpc>
                            <a:spcPts val="1800"/>
                          </a:lnSpc>
                          <a:spcBef>
                            <a:spcPts val="0"/>
                          </a:spcBef>
                          <a:spcAft>
                            <a:spcPts val="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Pool volumes across sites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11176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Workforce management</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3</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3</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l" marL="152400" indent="-152400">
                          <a:lnSpc>
                            <a:spcPts val="1800"/>
                          </a:lnSpc>
                          <a:spcBef>
                            <a:spcPts val="0"/>
                          </a:spcBef>
                          <a:spcAft>
                            <a:spcPts val="30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Rosters are built by hand</a:t>
                        </a:r>
                        <a:endParaRPr lang="en-US" sz="1200" spc="0" kern="0" b="0" i="0" dirty="0">
                          <a:solidFill>
                            <a:srgbClr val="070154"/>
                          </a:solidFill>
                          <a:latin typeface="IBM Plex Sans"/>
                          <a:ea typeface="IBM Plex Sans"/>
                          <a:cs typeface="IBM Plex Sans"/>
                        </a:endParaRPr>
                      </a:p>
                      <a:p>
                        <a:pPr algn="l" marL="152400" indent="-152400">
                          <a:lnSpc>
                            <a:spcPts val="1800"/>
                          </a:lnSpc>
                          <a:spcBef>
                            <a:spcPts val="0"/>
                          </a:spcBef>
                          <a:spcAft>
                            <a:spcPts val="30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Credentialing is on time</a:t>
                        </a:r>
                        <a:endParaRPr lang="en-US" sz="1200" spc="0" kern="0" b="0" i="0" dirty="0">
                          <a:solidFill>
                            <a:srgbClr val="070154"/>
                          </a:solidFill>
                          <a:latin typeface="IBM Plex Sans"/>
                          <a:ea typeface="IBM Plex Sans"/>
                          <a:cs typeface="IBM Plex Sans"/>
                        </a:endParaRPr>
                      </a:p>
                      <a:p>
                        <a:pPr algn="l" marL="152400" indent="-152400">
                          <a:lnSpc>
                            <a:spcPts val="1800"/>
                          </a:lnSpc>
                          <a:spcBef>
                            <a:spcPts val="0"/>
                          </a:spcBef>
                          <a:spcAft>
                            <a:spcPts val="30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Open reqs data is stale</a:t>
                        </a:r>
                        <a:endParaRPr lang="en-US" sz="1200" spc="0" kern="0" b="0" i="0" dirty="0">
                          <a:solidFill>
                            <a:srgbClr val="070154"/>
                          </a:solidFill>
                          <a:latin typeface="IBM Plex Sans"/>
                          <a:ea typeface="IBM Plex Sans"/>
                          <a:cs typeface="IBM Plex Sans"/>
                        </a:endParaRPr>
                      </a:p>
                      <a:p>
                        <a:pPr algn="l" marL="152400" indent="-152400">
                          <a:lnSpc>
                            <a:spcPts val="1800"/>
                          </a:lnSpc>
                          <a:spcBef>
                            <a:spcPts val="0"/>
                          </a:spcBef>
                          <a:spcAft>
                            <a:spcPts val="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Automate roster build</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11176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Data and analytics</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3</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l" marL="152400" indent="-152400">
                          <a:lnSpc>
                            <a:spcPts val="1800"/>
                          </a:lnSpc>
                          <a:spcBef>
                            <a:spcPts val="0"/>
                          </a:spcBef>
                          <a:spcAft>
                            <a:spcPts val="30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Reports rebuilt per team</a:t>
                        </a:r>
                        <a:endParaRPr lang="en-US" sz="1200" spc="0" kern="0" b="0" i="0" dirty="0">
                          <a:solidFill>
                            <a:srgbClr val="070154"/>
                          </a:solidFill>
                          <a:latin typeface="IBM Plex Sans"/>
                          <a:ea typeface="IBM Plex Sans"/>
                          <a:cs typeface="IBM Plex Sans"/>
                        </a:endParaRPr>
                      </a:p>
                      <a:p>
                        <a:pPr algn="l" marL="152400" indent="-152400">
                          <a:lnSpc>
                            <a:spcPts val="1800"/>
                          </a:lnSpc>
                          <a:spcBef>
                            <a:spcPts val="0"/>
                          </a:spcBef>
                          <a:spcAft>
                            <a:spcPts val="30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Master data has no owner</a:t>
                        </a:r>
                        <a:endParaRPr lang="en-US" sz="1200" spc="0" kern="0" b="0" i="0" dirty="0">
                          <a:solidFill>
                            <a:srgbClr val="070154"/>
                          </a:solidFill>
                          <a:latin typeface="IBM Plex Sans"/>
                          <a:ea typeface="IBM Plex Sans"/>
                          <a:cs typeface="IBM Plex Sans"/>
                        </a:endParaRPr>
                      </a:p>
                      <a:p>
                        <a:pPr algn="l" marL="152400" indent="-152400">
                          <a:lnSpc>
                            <a:spcPts val="1800"/>
                          </a:lnSpc>
                          <a:spcBef>
                            <a:spcPts val="0"/>
                          </a:spcBef>
                          <a:spcAft>
                            <a:spcPts val="30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Name data stewards</a:t>
                        </a:r>
                        <a:endParaRPr lang="en-US" sz="1200" spc="0" kern="0" b="0" i="0" dirty="0">
                          <a:solidFill>
                            <a:srgbClr val="070154"/>
                          </a:solidFill>
                          <a:latin typeface="IBM Plex Sans"/>
                          <a:ea typeface="IBM Plex Sans"/>
                          <a:cs typeface="IBM Plex Sans"/>
                        </a:endParaRPr>
                      </a:p>
                      <a:p>
                        <a:pPr algn="l" marL="152400" indent="-152400">
                          <a:lnSpc>
                            <a:spcPts val="1800"/>
                          </a:lnSpc>
                          <a:spcBef>
                            <a:spcPts val="0"/>
                          </a:spcBef>
                          <a:spcAft>
                            <a:spcPts val="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Publish a metric catalog</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11176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Cybersecurity</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3</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FFFFFF"/>
                            </a:solidFill>
                            <a:latin typeface="IBM Plex Mono SemiBold"/>
                            <a:ea typeface="IBM Plex Mono SemiBold"/>
                            <a:cs typeface="IBM Plex Mono SemiBold"/>
                          </a:defRPr>
                        </a:pPr>
                        <a:r>
                          <a:rPr lang="en-US" sz="1200" spc="0" kern="0" b="0" i="0" dirty="0">
                            <a:solidFill>
                              <a:srgbClr val="FFFFFF"/>
                            </a:solidFill>
                            <a:latin typeface="IBM Plex Mono SemiBold"/>
                            <a:ea typeface="IBM Plex Mono SemiBold"/>
                            <a:cs typeface="IBM Plex Mono SemiBold"/>
                          </a:rPr>
                          <a:t xml:space="preserve">4</a:t>
                        </a:r>
                        <a:endParaRPr lang="en-US" sz="12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3</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3</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FFFFFF"/>
                            </a:solidFill>
                            <a:latin typeface="IBM Plex Mono SemiBold"/>
                            <a:ea typeface="IBM Plex Mono SemiBold"/>
                            <a:cs typeface="IBM Plex Mono SemiBold"/>
                          </a:defRPr>
                        </a:pPr>
                        <a:r>
                          <a:rPr lang="en-US" sz="1200" spc="0" kern="0" b="0" i="0" dirty="0">
                            <a:solidFill>
                              <a:srgbClr val="FFFFFF"/>
                            </a:solidFill>
                            <a:latin typeface="IBM Plex Mono SemiBold"/>
                            <a:ea typeface="IBM Plex Mono SemiBold"/>
                            <a:cs typeface="IBM Plex Mono SemiBold"/>
                          </a:rPr>
                          <a:t xml:space="preserve">5</a:t>
                        </a:r>
                        <a:endParaRPr lang="en-US" sz="12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l" marL="152400" indent="-152400">
                          <a:lnSpc>
                            <a:spcPts val="1800"/>
                          </a:lnSpc>
                          <a:spcBef>
                            <a:spcPts val="0"/>
                          </a:spcBef>
                          <a:spcAft>
                            <a:spcPts val="30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Controls tested yearly</a:t>
                        </a:r>
                        <a:endParaRPr lang="en-US" sz="1200" spc="0" kern="0" b="0" i="0" dirty="0">
                          <a:solidFill>
                            <a:srgbClr val="070154"/>
                          </a:solidFill>
                          <a:latin typeface="IBM Plex Sans"/>
                          <a:ea typeface="IBM Plex Sans"/>
                          <a:cs typeface="IBM Plex Sans"/>
                        </a:endParaRPr>
                      </a:p>
                      <a:p>
                        <a:pPr algn="l" marL="152400" indent="-152400">
                          <a:lnSpc>
                            <a:spcPts val="1800"/>
                          </a:lnSpc>
                          <a:spcBef>
                            <a:spcPts val="0"/>
                          </a:spcBef>
                          <a:spcAft>
                            <a:spcPts val="30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Access review quarterly</a:t>
                        </a:r>
                        <a:endParaRPr lang="en-US" sz="1200" spc="0" kern="0" b="0" i="0" dirty="0">
                          <a:solidFill>
                            <a:srgbClr val="070154"/>
                          </a:solidFill>
                          <a:latin typeface="IBM Plex Sans"/>
                          <a:ea typeface="IBM Plex Sans"/>
                          <a:cs typeface="IBM Plex Sans"/>
                        </a:endParaRPr>
                      </a:p>
                      <a:p>
                        <a:pPr algn="l" marL="152400" indent="-152400">
                          <a:lnSpc>
                            <a:spcPts val="1800"/>
                          </a:lnSpc>
                          <a:spcBef>
                            <a:spcPts val="0"/>
                          </a:spcBef>
                          <a:spcAft>
                            <a:spcPts val="30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Vendor risk is tracked</a:t>
                        </a:r>
                        <a:endParaRPr lang="en-US" sz="1200" spc="0" kern="0" b="0" i="0" dirty="0">
                          <a:solidFill>
                            <a:srgbClr val="070154"/>
                          </a:solidFill>
                          <a:latin typeface="IBM Plex Sans"/>
                          <a:ea typeface="IBM Plex Sans"/>
                          <a:cs typeface="IBM Plex Sans"/>
                        </a:endParaRPr>
                      </a:p>
                      <a:p>
                        <a:pPr algn="l" marL="152400" indent="-152400">
                          <a:lnSpc>
                            <a:spcPts val="1800"/>
                          </a:lnSpc>
                          <a:spcBef>
                            <a:spcPts val="0"/>
                          </a:spcBef>
                          <a:spcAft>
                            <a:spcPts val="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Add live monitoring</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bl>
            </a:graphicData>
          </a:graphic>
        </p:graphicFrame>
        <p:sp>
          <p:nvSpPr>
            <p:cNvPr id="48" name="node01.continued"/>
            <p:cNvSpPr/>
            <p:nvPr/>
          </p:nvSpPr>
          <p:spPr>
            <a:xfrm>
              <a:off x="4381500" y="457200"/>
              <a:ext cx="7086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CAPABILITY HEAT MAP WITH NOTES (CONTINUED, 3 OF 3)</a:t>
              </a:r>
              <a:endParaRPr lang="en-US" sz="900" spc="54" kern="0" b="0" i="0" dirty="0">
                <a:solidFill>
                  <a:srgbClr val="50658E"/>
                </a:solidFill>
                <a:latin typeface="IBM Plex Mono Medium"/>
                <a:ea typeface="IBM Plex Mono Medium"/>
                <a:cs typeface="IBM Plex Mono Medium"/>
              </a:endParaRPr>
            </a:p>
          </p:txBody>
        </p:sp>
      </p:grpSp>
      <p:grpSp>
        <p:nvGrpSpPr>
          <p:cNvPr id="66" name="node02"/>
          <p:cNvGrpSpPr/>
          <p:nvPr/>
        </p:nvGrpSpPr>
        <p:grpSpPr>
          <a:xfrm>
            <a:off x="723900" y="2286000"/>
            <a:ext cx="3429000" cy="1447800"/>
            <a:chOff x="723900" y="2286000"/>
            <a:chExt cx="3429000" cy="1447800"/>
          </a:xfrm>
        </p:grpSpPr>
        <p:sp>
          <p:nvSpPr>
            <p:cNvPr id="49" name="node02.source-001.bullet"/>
            <p:cNvSpPr/>
            <p:nvPr/>
          </p:nvSpPr>
          <p:spPr>
            <a:xfrm>
              <a:off x="723900" y="2374900"/>
              <a:ext cx="38100" cy="38100"/>
            </a:xfrm>
            <a:prstGeom prst="rect">
              <a:avLst/>
            </a:prstGeom>
            <a:solidFill>
              <a:srgbClr val="070154"/>
            </a:solidFill>
            <a:ln>
              <a:noFill/>
            </a:ln>
          </p:spPr>
        </p:sp>
        <p:sp>
          <p:nvSpPr>
            <p:cNvPr id="50" name="node02.source-001.text"/>
            <p:cNvSpPr/>
            <p:nvPr/>
          </p:nvSpPr>
          <p:spPr>
            <a:xfrm>
              <a:off x="876300" y="2286000"/>
              <a:ext cx="32766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 xml:space="preserve">Security holds.</a:t>
              </a:r>
              <a:r>
                <a:rPr lang="en-US" sz="1200" spc="0" kern="0" b="0" i="0" dirty="0">
                  <a:solidFill>
                    <a:srgbClr val="50658E"/>
                  </a:solidFill>
                  <a:latin typeface="IBM Plex Sans"/>
                  <a:ea typeface="IBM Plex Sans"/>
                  <a:cs typeface="IBM Plex Sans"/>
                </a:rPr>
                <a:t xml:space="preserve"> Governance reaches 5 in cybersecurity.</a:t>
              </a:r>
              <a:endParaRPr lang="en-US" sz="1200" spc="0" kern="0" b="0" i="0" dirty="0">
                <a:solidFill>
                  <a:srgbClr val="070154"/>
                </a:solidFill>
                <a:latin typeface="IBM Plex Sans"/>
                <a:ea typeface="IBM Plex Sans"/>
                <a:cs typeface="IBM Plex Sans"/>
              </a:endParaRPr>
            </a:p>
          </p:txBody>
        </p:sp>
        <p:sp>
          <p:nvSpPr>
            <p:cNvPr id="51" name="node02.source-002.bullet"/>
            <p:cNvSpPr/>
            <p:nvPr/>
          </p:nvSpPr>
          <p:spPr>
            <a:xfrm>
              <a:off x="723900" y="2870200"/>
              <a:ext cx="38100" cy="38100"/>
            </a:xfrm>
            <a:prstGeom prst="rect">
              <a:avLst/>
            </a:prstGeom>
            <a:solidFill>
              <a:srgbClr val="070154"/>
            </a:solidFill>
            <a:ln>
              <a:noFill/>
            </a:ln>
          </p:spPr>
        </p:sp>
        <p:sp>
          <p:nvSpPr>
            <p:cNvPr id="52" name="node02.source-002.text"/>
            <p:cNvSpPr/>
            <p:nvPr/>
          </p:nvSpPr>
          <p:spPr>
            <a:xfrm>
              <a:off x="876300" y="2781300"/>
              <a:ext cx="32766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 xml:space="preserve">Data is the gap.</a:t>
              </a:r>
              <a:r>
                <a:rPr lang="en-US" sz="1200" spc="0" kern="0" b="0" i="0" dirty="0">
                  <a:solidFill>
                    <a:srgbClr val="50658E"/>
                  </a:solidFill>
                  <a:latin typeface="IBM Plex Sans"/>
                  <a:ea typeface="IBM Plex Sans"/>
                  <a:cs typeface="IBM Plex Sans"/>
                </a:rPr>
                <a:t xml:space="preserve"> Master data has no owner in three of four rows.</a:t>
              </a:r>
              <a:endParaRPr lang="en-US" sz="1200" spc="0" kern="0" b="0" i="0" dirty="0">
                <a:solidFill>
                  <a:srgbClr val="070154"/>
                </a:solidFill>
                <a:latin typeface="IBM Plex Sans"/>
                <a:ea typeface="IBM Plex Sans"/>
                <a:cs typeface="IBM Plex Sans"/>
              </a:endParaRPr>
            </a:p>
          </p:txBody>
        </p:sp>
        <p:sp>
          <p:nvSpPr>
            <p:cNvPr id="53" name="node02.source-003.bullet"/>
            <p:cNvSpPr/>
            <p:nvPr/>
          </p:nvSpPr>
          <p:spPr>
            <a:xfrm>
              <a:off x="723900" y="3365500"/>
              <a:ext cx="38100" cy="38100"/>
            </a:xfrm>
            <a:prstGeom prst="rect">
              <a:avLst/>
            </a:prstGeom>
            <a:solidFill>
              <a:srgbClr val="070154"/>
            </a:solidFill>
            <a:ln>
              <a:noFill/>
            </a:ln>
          </p:spPr>
        </p:sp>
        <p:sp>
          <p:nvSpPr>
            <p:cNvPr id="54" name="node02.source-003.text"/>
            <p:cNvSpPr/>
            <p:nvPr/>
          </p:nvSpPr>
          <p:spPr>
            <a:xfrm>
              <a:off x="876300" y="3276600"/>
              <a:ext cx="32766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 xml:space="preserve">People next.</a:t>
              </a:r>
              <a:r>
                <a:rPr lang="en-US" sz="1200" spc="0" kern="0" b="0" i="0" dirty="0">
                  <a:solidFill>
                    <a:srgbClr val="50658E"/>
                  </a:solidFill>
                  <a:latin typeface="IBM Plex Sans"/>
                  <a:ea typeface="IBM Plex Sans"/>
                  <a:cs typeface="IBM Plex Sans"/>
                </a:rPr>
                <a:t xml:space="preserve"> Workforce and analytics both score 2.</a:t>
              </a:r>
              <a:endParaRPr lang="en-US" sz="1200" spc="0" kern="0" b="0" i="0" dirty="0">
                <a:solidFill>
                  <a:srgbClr val="070154"/>
                </a:solidFill>
                <a:latin typeface="IBM Plex Sans"/>
                <a:ea typeface="IBM Plex Sans"/>
                <a:cs typeface="IBM Plex Sans"/>
              </a:endParaRPr>
            </a:p>
          </p:txBody>
        </p:sp>
      </p:grpSp>
      <p:grpSp>
        <p:nvGrpSpPr>
          <p:cNvPr id="67" name="node03"/>
          <p:cNvGrpSpPr/>
          <p:nvPr/>
        </p:nvGrpSpPr>
        <p:grpSpPr>
          <a:xfrm>
            <a:off x="723900" y="3886200"/>
            <a:ext cx="1306513" cy="1600200"/>
            <a:chOff x="723900" y="3886200"/>
            <a:chExt cx="1306513" cy="1600200"/>
          </a:xfrm>
        </p:grpSpPr>
        <p:sp>
          <p:nvSpPr>
            <p:cNvPr id="55" name="node03.items.slot-001.swatch"/>
            <p:cNvSpPr/>
            <p:nvPr/>
          </p:nvSpPr>
          <p:spPr>
            <a:xfrm>
              <a:off x="723900" y="3937000"/>
              <a:ext cx="228600" cy="127000"/>
            </a:xfrm>
            <a:prstGeom prst="rect">
              <a:avLst/>
            </a:prstGeom>
            <a:solidFill>
              <a:srgbClr val="E8EEF8"/>
            </a:solidFill>
            <a:ln>
              <a:noFill/>
            </a:ln>
          </p:spPr>
        </p:sp>
        <p:sp>
          <p:nvSpPr>
            <p:cNvPr id="56" name="node03.items.slot-001.text"/>
            <p:cNvSpPr/>
            <p:nvPr/>
          </p:nvSpPr>
          <p:spPr>
            <a:xfrm>
              <a:off x="1066800" y="3886200"/>
              <a:ext cx="652463"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1 Ad hoc</a:t>
              </a:r>
              <a:endParaRPr lang="en-US" sz="1200" spc="0" kern="0" b="0" i="0" dirty="0">
                <a:solidFill>
                  <a:srgbClr val="070154"/>
                </a:solidFill>
                <a:latin typeface="IBM Plex Sans"/>
                <a:ea typeface="IBM Plex Sans"/>
                <a:cs typeface="IBM Plex Sans"/>
              </a:endParaRPr>
            </a:p>
          </p:txBody>
        </p:sp>
        <p:sp>
          <p:nvSpPr>
            <p:cNvPr id="57" name="node03.items.slot-002.swatch"/>
            <p:cNvSpPr/>
            <p:nvPr/>
          </p:nvSpPr>
          <p:spPr>
            <a:xfrm>
              <a:off x="723900" y="4279900"/>
              <a:ext cx="228600" cy="127000"/>
            </a:xfrm>
            <a:prstGeom prst="rect">
              <a:avLst/>
            </a:prstGeom>
            <a:solidFill>
              <a:srgbClr val="B9C9F0"/>
            </a:solidFill>
            <a:ln>
              <a:noFill/>
            </a:ln>
          </p:spPr>
        </p:sp>
        <p:sp>
          <p:nvSpPr>
            <p:cNvPr id="58" name="node03.items.slot-002.text"/>
            <p:cNvSpPr/>
            <p:nvPr/>
          </p:nvSpPr>
          <p:spPr>
            <a:xfrm>
              <a:off x="1066800" y="4229100"/>
              <a:ext cx="963613"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2 Repeatable</a:t>
              </a:r>
              <a:endParaRPr lang="en-US" sz="1200" spc="0" kern="0" b="0" i="0" dirty="0">
                <a:solidFill>
                  <a:srgbClr val="070154"/>
                </a:solidFill>
                <a:latin typeface="IBM Plex Sans"/>
                <a:ea typeface="IBM Plex Sans"/>
                <a:cs typeface="IBM Plex Sans"/>
              </a:endParaRPr>
            </a:p>
          </p:txBody>
        </p:sp>
        <p:sp>
          <p:nvSpPr>
            <p:cNvPr id="59" name="node03.items.slot-003.swatch"/>
            <p:cNvSpPr/>
            <p:nvPr/>
          </p:nvSpPr>
          <p:spPr>
            <a:xfrm>
              <a:off x="723900" y="4622800"/>
              <a:ext cx="228600" cy="127000"/>
            </a:xfrm>
            <a:prstGeom prst="rect">
              <a:avLst/>
            </a:prstGeom>
            <a:solidFill>
              <a:srgbClr val="7C9BFF"/>
            </a:solidFill>
            <a:ln>
              <a:noFill/>
            </a:ln>
          </p:spPr>
        </p:sp>
        <p:sp>
          <p:nvSpPr>
            <p:cNvPr id="60" name="node03.items.slot-003.text"/>
            <p:cNvSpPr/>
            <p:nvPr/>
          </p:nvSpPr>
          <p:spPr>
            <a:xfrm>
              <a:off x="1066800" y="4572000"/>
              <a:ext cx="711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3 Defined</a:t>
              </a:r>
              <a:endParaRPr lang="en-US" sz="1200" spc="0" kern="0" b="0" i="0" dirty="0">
                <a:solidFill>
                  <a:srgbClr val="070154"/>
                </a:solidFill>
                <a:latin typeface="IBM Plex Sans"/>
                <a:ea typeface="IBM Plex Sans"/>
                <a:cs typeface="IBM Plex Sans"/>
              </a:endParaRPr>
            </a:p>
          </p:txBody>
        </p:sp>
        <p:sp>
          <p:nvSpPr>
            <p:cNvPr id="61" name="node03.items.slot-004.swatch"/>
            <p:cNvSpPr/>
            <p:nvPr/>
          </p:nvSpPr>
          <p:spPr>
            <a:xfrm>
              <a:off x="723900" y="4965700"/>
              <a:ext cx="228600" cy="127000"/>
            </a:xfrm>
            <a:prstGeom prst="rect">
              <a:avLst/>
            </a:prstGeom>
            <a:solidFill>
              <a:srgbClr val="0047FF"/>
            </a:solidFill>
            <a:ln>
              <a:noFill/>
            </a:ln>
          </p:spPr>
        </p:sp>
        <p:sp>
          <p:nvSpPr>
            <p:cNvPr id="62" name="node03.items.slot-004.text"/>
            <p:cNvSpPr/>
            <p:nvPr/>
          </p:nvSpPr>
          <p:spPr>
            <a:xfrm>
              <a:off x="1066800" y="4914900"/>
              <a:ext cx="80645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4 Managed</a:t>
              </a:r>
              <a:endParaRPr lang="en-US" sz="1200" spc="0" kern="0" b="0" i="0" dirty="0">
                <a:solidFill>
                  <a:srgbClr val="070154"/>
                </a:solidFill>
                <a:latin typeface="IBM Plex Sans"/>
                <a:ea typeface="IBM Plex Sans"/>
                <a:cs typeface="IBM Plex Sans"/>
              </a:endParaRPr>
            </a:p>
          </p:txBody>
        </p:sp>
        <p:sp>
          <p:nvSpPr>
            <p:cNvPr id="63" name="node03.items.slot-005.swatch"/>
            <p:cNvSpPr/>
            <p:nvPr/>
          </p:nvSpPr>
          <p:spPr>
            <a:xfrm>
              <a:off x="723900" y="5308600"/>
              <a:ext cx="228600" cy="127000"/>
            </a:xfrm>
            <a:prstGeom prst="rect">
              <a:avLst/>
            </a:prstGeom>
            <a:solidFill>
              <a:srgbClr val="070154"/>
            </a:solidFill>
            <a:ln>
              <a:noFill/>
            </a:ln>
          </p:spPr>
        </p:sp>
        <p:sp>
          <p:nvSpPr>
            <p:cNvPr id="64" name="node03.items.slot-005.text"/>
            <p:cNvSpPr/>
            <p:nvPr/>
          </p:nvSpPr>
          <p:spPr>
            <a:xfrm>
              <a:off x="1066800" y="5257800"/>
              <a:ext cx="884238"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5 Optimized</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ource-207">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CAPABILITY ASSESSMENT</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Four capabilities need attention first</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Sample ratings for layout only; replace before use.</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50</a:t>
            </a:fld>
            <a:endParaRPr lang="en-US" sz="700" spc="0" kern="0" b="0" i="0" dirty="0">
              <a:solidFill>
                <a:srgbClr val="070154"/>
              </a:solidFill>
              <a:latin typeface="IBM Plex Mono SemiBold"/>
              <a:ea typeface="IBM Plex Mono SemiBold"/>
              <a:cs typeface="IBM Plex Mono SemiBold"/>
            </a:endParaRPr>
          </a:p>
        </p:txBody>
      </p:sp>
      <p:grpSp>
        <p:nvGrpSpPr>
          <p:cNvPr id="79" name="node01"/>
          <p:cNvGrpSpPr/>
          <p:nvPr/>
        </p:nvGrpSpPr>
        <p:grpSpPr>
          <a:xfrm>
            <a:off x="723900" y="1600200"/>
            <a:ext cx="10744200" cy="3657600"/>
            <a:chOff x="723900" y="1600200"/>
            <a:chExt cx="10744200" cy="3657600"/>
          </a:xfrm>
        </p:grpSpPr>
        <p:sp>
          <p:nvSpPr>
            <p:cNvPr id="7" name="node01.row.item-001.h0.heat-gap"/>
            <p:cNvSpPr/>
            <p:nvPr/>
          </p:nvSpPr>
          <p:spPr>
            <a:xfrm>
              <a:off x="2781300" y="1955800"/>
              <a:ext cx="762000" cy="660400"/>
            </a:xfrm>
            <a:prstGeom prst="rect">
              <a:avLst/>
            </a:prstGeom>
            <a:solidFill>
              <a:srgbClr val="FFFFFF"/>
            </a:solidFill>
            <a:ln>
              <a:noFill/>
            </a:ln>
          </p:spPr>
        </p:sp>
        <p:sp>
          <p:nvSpPr>
            <p:cNvPr id="8" name="node01.row.item-001.h0.heat"/>
            <p:cNvSpPr/>
            <p:nvPr/>
          </p:nvSpPr>
          <p:spPr>
            <a:xfrm>
              <a:off x="2800350" y="1974850"/>
              <a:ext cx="723900" cy="622300"/>
            </a:xfrm>
            <a:prstGeom prst="rect">
              <a:avLst/>
            </a:prstGeom>
            <a:solidFill>
              <a:srgbClr val="B9C9F0"/>
            </a:solidFill>
            <a:ln>
              <a:noFill/>
            </a:ln>
          </p:spPr>
        </p:sp>
        <p:sp>
          <p:nvSpPr>
            <p:cNvPr id="9" name="node01.row.item-001.h1.heat-gap"/>
            <p:cNvSpPr/>
            <p:nvPr/>
          </p:nvSpPr>
          <p:spPr>
            <a:xfrm>
              <a:off x="3543300" y="1955800"/>
              <a:ext cx="762000" cy="660400"/>
            </a:xfrm>
            <a:prstGeom prst="rect">
              <a:avLst/>
            </a:prstGeom>
            <a:solidFill>
              <a:srgbClr val="FFFFFF"/>
            </a:solidFill>
            <a:ln>
              <a:noFill/>
            </a:ln>
          </p:spPr>
        </p:sp>
        <p:sp>
          <p:nvSpPr>
            <p:cNvPr id="10" name="node01.row.item-001.h1.heat"/>
            <p:cNvSpPr/>
            <p:nvPr/>
          </p:nvSpPr>
          <p:spPr>
            <a:xfrm>
              <a:off x="3562350" y="1974850"/>
              <a:ext cx="723900" cy="622300"/>
            </a:xfrm>
            <a:prstGeom prst="rect">
              <a:avLst/>
            </a:prstGeom>
            <a:solidFill>
              <a:srgbClr val="E8EEF8"/>
            </a:solidFill>
            <a:ln>
              <a:noFill/>
            </a:ln>
          </p:spPr>
        </p:sp>
        <p:sp>
          <p:nvSpPr>
            <p:cNvPr id="11" name="node01.row.item-001.h2.heat-gap"/>
            <p:cNvSpPr/>
            <p:nvPr/>
          </p:nvSpPr>
          <p:spPr>
            <a:xfrm>
              <a:off x="4305300" y="1955800"/>
              <a:ext cx="762000" cy="660400"/>
            </a:xfrm>
            <a:prstGeom prst="rect">
              <a:avLst/>
            </a:prstGeom>
            <a:solidFill>
              <a:srgbClr val="FFFFFF"/>
            </a:solidFill>
            <a:ln>
              <a:noFill/>
            </a:ln>
          </p:spPr>
        </p:sp>
        <p:sp>
          <p:nvSpPr>
            <p:cNvPr id="12" name="node01.row.item-001.h2.heat"/>
            <p:cNvSpPr/>
            <p:nvPr/>
          </p:nvSpPr>
          <p:spPr>
            <a:xfrm>
              <a:off x="4324350" y="1974850"/>
              <a:ext cx="723900" cy="622300"/>
            </a:xfrm>
            <a:prstGeom prst="rect">
              <a:avLst/>
            </a:prstGeom>
            <a:solidFill>
              <a:srgbClr val="E8EEF8"/>
            </a:solidFill>
            <a:ln>
              <a:noFill/>
            </a:ln>
          </p:spPr>
        </p:sp>
        <p:sp>
          <p:nvSpPr>
            <p:cNvPr id="13" name="node01.row.item-001.h3.heat-gap"/>
            <p:cNvSpPr/>
            <p:nvPr/>
          </p:nvSpPr>
          <p:spPr>
            <a:xfrm>
              <a:off x="5067300" y="1955800"/>
              <a:ext cx="762000" cy="660400"/>
            </a:xfrm>
            <a:prstGeom prst="rect">
              <a:avLst/>
            </a:prstGeom>
            <a:solidFill>
              <a:srgbClr val="FFFFFF"/>
            </a:solidFill>
            <a:ln>
              <a:noFill/>
            </a:ln>
          </p:spPr>
        </p:sp>
        <p:sp>
          <p:nvSpPr>
            <p:cNvPr id="14" name="node01.row.item-001.h3.heat"/>
            <p:cNvSpPr/>
            <p:nvPr/>
          </p:nvSpPr>
          <p:spPr>
            <a:xfrm>
              <a:off x="5086350" y="1974850"/>
              <a:ext cx="723900" cy="622300"/>
            </a:xfrm>
            <a:prstGeom prst="rect">
              <a:avLst/>
            </a:prstGeom>
            <a:solidFill>
              <a:srgbClr val="B9C9F0"/>
            </a:solidFill>
            <a:ln>
              <a:noFill/>
            </a:ln>
          </p:spPr>
        </p:sp>
        <p:sp>
          <p:nvSpPr>
            <p:cNvPr id="15" name="node01.row.item-001.h4.heat-gap"/>
            <p:cNvSpPr/>
            <p:nvPr/>
          </p:nvSpPr>
          <p:spPr>
            <a:xfrm>
              <a:off x="5829300" y="1955800"/>
              <a:ext cx="762000" cy="660400"/>
            </a:xfrm>
            <a:prstGeom prst="rect">
              <a:avLst/>
            </a:prstGeom>
            <a:solidFill>
              <a:srgbClr val="FFFFFF"/>
            </a:solidFill>
            <a:ln>
              <a:noFill/>
            </a:ln>
          </p:spPr>
        </p:sp>
        <p:sp>
          <p:nvSpPr>
            <p:cNvPr id="16" name="node01.row.item-001.h4.heat"/>
            <p:cNvSpPr/>
            <p:nvPr/>
          </p:nvSpPr>
          <p:spPr>
            <a:xfrm>
              <a:off x="5848350" y="1974850"/>
              <a:ext cx="723900" cy="622300"/>
            </a:xfrm>
            <a:prstGeom prst="rect">
              <a:avLst/>
            </a:prstGeom>
            <a:solidFill>
              <a:srgbClr val="B9C9F0"/>
            </a:solidFill>
            <a:ln>
              <a:noFill/>
            </a:ln>
          </p:spPr>
        </p:sp>
        <p:sp>
          <p:nvSpPr>
            <p:cNvPr id="17" name="node01.row.item-002.h0.heat-gap"/>
            <p:cNvSpPr/>
            <p:nvPr/>
          </p:nvSpPr>
          <p:spPr>
            <a:xfrm>
              <a:off x="2781300" y="2616200"/>
              <a:ext cx="762000" cy="660400"/>
            </a:xfrm>
            <a:prstGeom prst="rect">
              <a:avLst/>
            </a:prstGeom>
            <a:solidFill>
              <a:srgbClr val="FFFFFF"/>
            </a:solidFill>
            <a:ln>
              <a:noFill/>
            </a:ln>
          </p:spPr>
        </p:sp>
        <p:sp>
          <p:nvSpPr>
            <p:cNvPr id="18" name="node01.row.item-002.h0.heat"/>
            <p:cNvSpPr/>
            <p:nvPr/>
          </p:nvSpPr>
          <p:spPr>
            <a:xfrm>
              <a:off x="2800350" y="2635250"/>
              <a:ext cx="723900" cy="622300"/>
            </a:xfrm>
            <a:prstGeom prst="rect">
              <a:avLst/>
            </a:prstGeom>
            <a:solidFill>
              <a:srgbClr val="B9C9F0"/>
            </a:solidFill>
            <a:ln>
              <a:noFill/>
            </a:ln>
          </p:spPr>
        </p:sp>
        <p:sp>
          <p:nvSpPr>
            <p:cNvPr id="19" name="node01.row.item-002.h1.heat-gap"/>
            <p:cNvSpPr/>
            <p:nvPr/>
          </p:nvSpPr>
          <p:spPr>
            <a:xfrm>
              <a:off x="3543300" y="2616200"/>
              <a:ext cx="762000" cy="660400"/>
            </a:xfrm>
            <a:prstGeom prst="rect">
              <a:avLst/>
            </a:prstGeom>
            <a:solidFill>
              <a:srgbClr val="FFFFFF"/>
            </a:solidFill>
            <a:ln>
              <a:noFill/>
            </a:ln>
          </p:spPr>
        </p:sp>
        <p:sp>
          <p:nvSpPr>
            <p:cNvPr id="20" name="node01.row.item-002.h1.heat"/>
            <p:cNvSpPr/>
            <p:nvPr/>
          </p:nvSpPr>
          <p:spPr>
            <a:xfrm>
              <a:off x="3562350" y="2635250"/>
              <a:ext cx="723900" cy="622300"/>
            </a:xfrm>
            <a:prstGeom prst="rect">
              <a:avLst/>
            </a:prstGeom>
            <a:solidFill>
              <a:srgbClr val="B9C9F0"/>
            </a:solidFill>
            <a:ln>
              <a:noFill/>
            </a:ln>
          </p:spPr>
        </p:sp>
        <p:sp>
          <p:nvSpPr>
            <p:cNvPr id="21" name="node01.row.item-002.h2.heat-gap"/>
            <p:cNvSpPr/>
            <p:nvPr/>
          </p:nvSpPr>
          <p:spPr>
            <a:xfrm>
              <a:off x="4305300" y="2616200"/>
              <a:ext cx="762000" cy="660400"/>
            </a:xfrm>
            <a:prstGeom prst="rect">
              <a:avLst/>
            </a:prstGeom>
            <a:solidFill>
              <a:srgbClr val="FFFFFF"/>
            </a:solidFill>
            <a:ln>
              <a:noFill/>
            </a:ln>
          </p:spPr>
        </p:sp>
        <p:sp>
          <p:nvSpPr>
            <p:cNvPr id="22" name="node01.row.item-002.h2.heat"/>
            <p:cNvSpPr/>
            <p:nvPr/>
          </p:nvSpPr>
          <p:spPr>
            <a:xfrm>
              <a:off x="4324350" y="2635250"/>
              <a:ext cx="723900" cy="622300"/>
            </a:xfrm>
            <a:prstGeom prst="rect">
              <a:avLst/>
            </a:prstGeom>
            <a:solidFill>
              <a:srgbClr val="B9C9F0"/>
            </a:solidFill>
            <a:ln>
              <a:noFill/>
            </a:ln>
          </p:spPr>
        </p:sp>
        <p:sp>
          <p:nvSpPr>
            <p:cNvPr id="23" name="node01.row.item-002.h3.heat-gap"/>
            <p:cNvSpPr/>
            <p:nvPr/>
          </p:nvSpPr>
          <p:spPr>
            <a:xfrm>
              <a:off x="5067300" y="2616200"/>
              <a:ext cx="762000" cy="660400"/>
            </a:xfrm>
            <a:prstGeom prst="rect">
              <a:avLst/>
            </a:prstGeom>
            <a:solidFill>
              <a:srgbClr val="FFFFFF"/>
            </a:solidFill>
            <a:ln>
              <a:noFill/>
            </a:ln>
          </p:spPr>
        </p:sp>
        <p:sp>
          <p:nvSpPr>
            <p:cNvPr id="24" name="node01.row.item-002.h3.heat"/>
            <p:cNvSpPr/>
            <p:nvPr/>
          </p:nvSpPr>
          <p:spPr>
            <a:xfrm>
              <a:off x="5086350" y="2635250"/>
              <a:ext cx="723900" cy="622300"/>
            </a:xfrm>
            <a:prstGeom prst="rect">
              <a:avLst/>
            </a:prstGeom>
            <a:solidFill>
              <a:srgbClr val="B9C9F0"/>
            </a:solidFill>
            <a:ln>
              <a:noFill/>
            </a:ln>
          </p:spPr>
        </p:sp>
        <p:sp>
          <p:nvSpPr>
            <p:cNvPr id="25" name="node01.row.item-002.h4.heat-gap"/>
            <p:cNvSpPr/>
            <p:nvPr/>
          </p:nvSpPr>
          <p:spPr>
            <a:xfrm>
              <a:off x="5829300" y="2616200"/>
              <a:ext cx="762000" cy="660400"/>
            </a:xfrm>
            <a:prstGeom prst="rect">
              <a:avLst/>
            </a:prstGeom>
            <a:solidFill>
              <a:srgbClr val="FFFFFF"/>
            </a:solidFill>
            <a:ln>
              <a:noFill/>
            </a:ln>
          </p:spPr>
        </p:sp>
        <p:sp>
          <p:nvSpPr>
            <p:cNvPr id="26" name="node01.row.item-002.h4.heat"/>
            <p:cNvSpPr/>
            <p:nvPr/>
          </p:nvSpPr>
          <p:spPr>
            <a:xfrm>
              <a:off x="5848350" y="2635250"/>
              <a:ext cx="723900" cy="622300"/>
            </a:xfrm>
            <a:prstGeom prst="rect">
              <a:avLst/>
            </a:prstGeom>
            <a:solidFill>
              <a:srgbClr val="E8EEF8"/>
            </a:solidFill>
            <a:ln>
              <a:noFill/>
            </a:ln>
          </p:spPr>
        </p:sp>
        <p:sp>
          <p:nvSpPr>
            <p:cNvPr id="27" name="node01.row.item-003.h0.heat-gap"/>
            <p:cNvSpPr/>
            <p:nvPr/>
          </p:nvSpPr>
          <p:spPr>
            <a:xfrm>
              <a:off x="2781300" y="3276600"/>
              <a:ext cx="762000" cy="660400"/>
            </a:xfrm>
            <a:prstGeom prst="rect">
              <a:avLst/>
            </a:prstGeom>
            <a:solidFill>
              <a:srgbClr val="FFFFFF"/>
            </a:solidFill>
            <a:ln>
              <a:noFill/>
            </a:ln>
          </p:spPr>
        </p:sp>
        <p:sp>
          <p:nvSpPr>
            <p:cNvPr id="28" name="node01.row.item-003.h0.heat"/>
            <p:cNvSpPr/>
            <p:nvPr/>
          </p:nvSpPr>
          <p:spPr>
            <a:xfrm>
              <a:off x="2800350" y="3295650"/>
              <a:ext cx="723900" cy="622300"/>
            </a:xfrm>
            <a:prstGeom prst="rect">
              <a:avLst/>
            </a:prstGeom>
            <a:solidFill>
              <a:srgbClr val="B9C9F0"/>
            </a:solidFill>
            <a:ln>
              <a:noFill/>
            </a:ln>
          </p:spPr>
        </p:sp>
        <p:sp>
          <p:nvSpPr>
            <p:cNvPr id="29" name="node01.row.item-003.h1.heat-gap"/>
            <p:cNvSpPr/>
            <p:nvPr/>
          </p:nvSpPr>
          <p:spPr>
            <a:xfrm>
              <a:off x="3543300" y="3276600"/>
              <a:ext cx="762000" cy="660400"/>
            </a:xfrm>
            <a:prstGeom prst="rect">
              <a:avLst/>
            </a:prstGeom>
            <a:solidFill>
              <a:srgbClr val="FFFFFF"/>
            </a:solidFill>
            <a:ln>
              <a:noFill/>
            </a:ln>
          </p:spPr>
        </p:sp>
        <p:sp>
          <p:nvSpPr>
            <p:cNvPr id="30" name="node01.row.item-003.h1.heat"/>
            <p:cNvSpPr/>
            <p:nvPr/>
          </p:nvSpPr>
          <p:spPr>
            <a:xfrm>
              <a:off x="3562350" y="3295650"/>
              <a:ext cx="723900" cy="622300"/>
            </a:xfrm>
            <a:prstGeom prst="rect">
              <a:avLst/>
            </a:prstGeom>
            <a:solidFill>
              <a:srgbClr val="B9C9F0"/>
            </a:solidFill>
            <a:ln>
              <a:noFill/>
            </a:ln>
          </p:spPr>
        </p:sp>
        <p:sp>
          <p:nvSpPr>
            <p:cNvPr id="31" name="node01.row.item-003.h2.heat-gap"/>
            <p:cNvSpPr/>
            <p:nvPr/>
          </p:nvSpPr>
          <p:spPr>
            <a:xfrm>
              <a:off x="4305300" y="3276600"/>
              <a:ext cx="762000" cy="660400"/>
            </a:xfrm>
            <a:prstGeom prst="rect">
              <a:avLst/>
            </a:prstGeom>
            <a:solidFill>
              <a:srgbClr val="FFFFFF"/>
            </a:solidFill>
            <a:ln>
              <a:noFill/>
            </a:ln>
          </p:spPr>
        </p:sp>
        <p:sp>
          <p:nvSpPr>
            <p:cNvPr id="32" name="node01.row.item-003.h2.heat"/>
            <p:cNvSpPr/>
            <p:nvPr/>
          </p:nvSpPr>
          <p:spPr>
            <a:xfrm>
              <a:off x="4324350" y="3295650"/>
              <a:ext cx="723900" cy="622300"/>
            </a:xfrm>
            <a:prstGeom prst="rect">
              <a:avLst/>
            </a:prstGeom>
            <a:solidFill>
              <a:srgbClr val="E8EEF8"/>
            </a:solidFill>
            <a:ln>
              <a:noFill/>
            </a:ln>
          </p:spPr>
        </p:sp>
        <p:sp>
          <p:nvSpPr>
            <p:cNvPr id="33" name="node01.row.item-003.h3.heat-gap"/>
            <p:cNvSpPr/>
            <p:nvPr/>
          </p:nvSpPr>
          <p:spPr>
            <a:xfrm>
              <a:off x="5067300" y="3276600"/>
              <a:ext cx="762000" cy="660400"/>
            </a:xfrm>
            <a:prstGeom prst="rect">
              <a:avLst/>
            </a:prstGeom>
            <a:solidFill>
              <a:srgbClr val="FFFFFF"/>
            </a:solidFill>
            <a:ln>
              <a:noFill/>
            </a:ln>
          </p:spPr>
        </p:sp>
        <p:sp>
          <p:nvSpPr>
            <p:cNvPr id="34" name="node01.row.item-003.h3.heat"/>
            <p:cNvSpPr/>
            <p:nvPr/>
          </p:nvSpPr>
          <p:spPr>
            <a:xfrm>
              <a:off x="5086350" y="3295650"/>
              <a:ext cx="723900" cy="622300"/>
            </a:xfrm>
            <a:prstGeom prst="rect">
              <a:avLst/>
            </a:prstGeom>
            <a:solidFill>
              <a:srgbClr val="7C9BFF"/>
            </a:solidFill>
            <a:ln>
              <a:noFill/>
            </a:ln>
          </p:spPr>
        </p:sp>
        <p:sp>
          <p:nvSpPr>
            <p:cNvPr id="35" name="node01.row.item-003.h4.heat-gap"/>
            <p:cNvSpPr/>
            <p:nvPr/>
          </p:nvSpPr>
          <p:spPr>
            <a:xfrm>
              <a:off x="5829300" y="3276600"/>
              <a:ext cx="762000" cy="660400"/>
            </a:xfrm>
            <a:prstGeom prst="rect">
              <a:avLst/>
            </a:prstGeom>
            <a:solidFill>
              <a:srgbClr val="FFFFFF"/>
            </a:solidFill>
            <a:ln>
              <a:noFill/>
            </a:ln>
          </p:spPr>
        </p:sp>
        <p:sp>
          <p:nvSpPr>
            <p:cNvPr id="36" name="node01.row.item-003.h4.heat"/>
            <p:cNvSpPr/>
            <p:nvPr/>
          </p:nvSpPr>
          <p:spPr>
            <a:xfrm>
              <a:off x="5848350" y="3295650"/>
              <a:ext cx="723900" cy="622300"/>
            </a:xfrm>
            <a:prstGeom prst="rect">
              <a:avLst/>
            </a:prstGeom>
            <a:solidFill>
              <a:srgbClr val="B9C9F0"/>
            </a:solidFill>
            <a:ln>
              <a:noFill/>
            </a:ln>
          </p:spPr>
        </p:sp>
        <p:sp>
          <p:nvSpPr>
            <p:cNvPr id="37" name="node01.row.item-004.h0.heat-gap"/>
            <p:cNvSpPr/>
            <p:nvPr/>
          </p:nvSpPr>
          <p:spPr>
            <a:xfrm>
              <a:off x="2781300" y="3937000"/>
              <a:ext cx="762000" cy="660400"/>
            </a:xfrm>
            <a:prstGeom prst="rect">
              <a:avLst/>
            </a:prstGeom>
            <a:solidFill>
              <a:srgbClr val="FFFFFF"/>
            </a:solidFill>
            <a:ln>
              <a:noFill/>
            </a:ln>
          </p:spPr>
        </p:sp>
        <p:sp>
          <p:nvSpPr>
            <p:cNvPr id="38" name="node01.row.item-004.h0.heat"/>
            <p:cNvSpPr/>
            <p:nvPr/>
          </p:nvSpPr>
          <p:spPr>
            <a:xfrm>
              <a:off x="2800350" y="3956050"/>
              <a:ext cx="723900" cy="622300"/>
            </a:xfrm>
            <a:prstGeom prst="rect">
              <a:avLst/>
            </a:prstGeom>
            <a:solidFill>
              <a:srgbClr val="7C9BFF"/>
            </a:solidFill>
            <a:ln>
              <a:noFill/>
            </a:ln>
          </p:spPr>
        </p:sp>
        <p:sp>
          <p:nvSpPr>
            <p:cNvPr id="39" name="node01.row.item-004.h1.heat-gap"/>
            <p:cNvSpPr/>
            <p:nvPr/>
          </p:nvSpPr>
          <p:spPr>
            <a:xfrm>
              <a:off x="3543300" y="3937000"/>
              <a:ext cx="762000" cy="660400"/>
            </a:xfrm>
            <a:prstGeom prst="rect">
              <a:avLst/>
            </a:prstGeom>
            <a:solidFill>
              <a:srgbClr val="FFFFFF"/>
            </a:solidFill>
            <a:ln>
              <a:noFill/>
            </a:ln>
          </p:spPr>
        </p:sp>
        <p:sp>
          <p:nvSpPr>
            <p:cNvPr id="40" name="node01.row.item-004.h1.heat"/>
            <p:cNvSpPr/>
            <p:nvPr/>
          </p:nvSpPr>
          <p:spPr>
            <a:xfrm>
              <a:off x="3562350" y="3956050"/>
              <a:ext cx="723900" cy="622300"/>
            </a:xfrm>
            <a:prstGeom prst="rect">
              <a:avLst/>
            </a:prstGeom>
            <a:solidFill>
              <a:srgbClr val="B9C9F0"/>
            </a:solidFill>
            <a:ln>
              <a:noFill/>
            </a:ln>
          </p:spPr>
        </p:sp>
        <p:sp>
          <p:nvSpPr>
            <p:cNvPr id="41" name="node01.row.item-004.h2.heat-gap"/>
            <p:cNvSpPr/>
            <p:nvPr/>
          </p:nvSpPr>
          <p:spPr>
            <a:xfrm>
              <a:off x="4305300" y="3937000"/>
              <a:ext cx="762000" cy="660400"/>
            </a:xfrm>
            <a:prstGeom prst="rect">
              <a:avLst/>
            </a:prstGeom>
            <a:solidFill>
              <a:srgbClr val="FFFFFF"/>
            </a:solidFill>
            <a:ln>
              <a:noFill/>
            </a:ln>
          </p:spPr>
        </p:sp>
        <p:sp>
          <p:nvSpPr>
            <p:cNvPr id="42" name="node01.row.item-004.h2.heat"/>
            <p:cNvSpPr/>
            <p:nvPr/>
          </p:nvSpPr>
          <p:spPr>
            <a:xfrm>
              <a:off x="4324350" y="3956050"/>
              <a:ext cx="723900" cy="622300"/>
            </a:xfrm>
            <a:prstGeom prst="rect">
              <a:avLst/>
            </a:prstGeom>
            <a:solidFill>
              <a:srgbClr val="B9C9F0"/>
            </a:solidFill>
            <a:ln>
              <a:noFill/>
            </a:ln>
          </p:spPr>
        </p:sp>
        <p:sp>
          <p:nvSpPr>
            <p:cNvPr id="43" name="node01.row.item-004.h3.heat-gap"/>
            <p:cNvSpPr/>
            <p:nvPr/>
          </p:nvSpPr>
          <p:spPr>
            <a:xfrm>
              <a:off x="5067300" y="3937000"/>
              <a:ext cx="762000" cy="660400"/>
            </a:xfrm>
            <a:prstGeom prst="rect">
              <a:avLst/>
            </a:prstGeom>
            <a:solidFill>
              <a:srgbClr val="FFFFFF"/>
            </a:solidFill>
            <a:ln>
              <a:noFill/>
            </a:ln>
          </p:spPr>
        </p:sp>
        <p:sp>
          <p:nvSpPr>
            <p:cNvPr id="44" name="node01.row.item-004.h3.heat"/>
            <p:cNvSpPr/>
            <p:nvPr/>
          </p:nvSpPr>
          <p:spPr>
            <a:xfrm>
              <a:off x="5086350" y="3956050"/>
              <a:ext cx="723900" cy="622300"/>
            </a:xfrm>
            <a:prstGeom prst="rect">
              <a:avLst/>
            </a:prstGeom>
            <a:solidFill>
              <a:srgbClr val="B9C9F0"/>
            </a:solidFill>
            <a:ln>
              <a:noFill/>
            </a:ln>
          </p:spPr>
        </p:sp>
        <p:sp>
          <p:nvSpPr>
            <p:cNvPr id="45" name="node01.row.item-004.h4.heat-gap"/>
            <p:cNvSpPr/>
            <p:nvPr/>
          </p:nvSpPr>
          <p:spPr>
            <a:xfrm>
              <a:off x="5829300" y="3937000"/>
              <a:ext cx="762000" cy="660400"/>
            </a:xfrm>
            <a:prstGeom prst="rect">
              <a:avLst/>
            </a:prstGeom>
            <a:solidFill>
              <a:srgbClr val="FFFFFF"/>
            </a:solidFill>
            <a:ln>
              <a:noFill/>
            </a:ln>
          </p:spPr>
        </p:sp>
        <p:sp>
          <p:nvSpPr>
            <p:cNvPr id="46" name="node01.row.item-004.h4.heat"/>
            <p:cNvSpPr/>
            <p:nvPr/>
          </p:nvSpPr>
          <p:spPr>
            <a:xfrm>
              <a:off x="5848350" y="3956050"/>
              <a:ext cx="723900" cy="622300"/>
            </a:xfrm>
            <a:prstGeom prst="rect">
              <a:avLst/>
            </a:prstGeom>
            <a:solidFill>
              <a:srgbClr val="7C9BFF"/>
            </a:solidFill>
            <a:ln>
              <a:noFill/>
            </a:ln>
          </p:spPr>
        </p:sp>
        <p:sp>
          <p:nvSpPr>
            <p:cNvPr id="47" name="node01.row.item-005.h0.heat-gap"/>
            <p:cNvSpPr/>
            <p:nvPr/>
          </p:nvSpPr>
          <p:spPr>
            <a:xfrm>
              <a:off x="2781300" y="4597400"/>
              <a:ext cx="762000" cy="660400"/>
            </a:xfrm>
            <a:prstGeom prst="rect">
              <a:avLst/>
            </a:prstGeom>
            <a:solidFill>
              <a:srgbClr val="FFFFFF"/>
            </a:solidFill>
            <a:ln>
              <a:noFill/>
            </a:ln>
          </p:spPr>
        </p:sp>
        <p:sp>
          <p:nvSpPr>
            <p:cNvPr id="48" name="node01.row.item-005.h0.heat"/>
            <p:cNvSpPr/>
            <p:nvPr/>
          </p:nvSpPr>
          <p:spPr>
            <a:xfrm>
              <a:off x="2800350" y="4616450"/>
              <a:ext cx="723900" cy="622300"/>
            </a:xfrm>
            <a:prstGeom prst="rect">
              <a:avLst/>
            </a:prstGeom>
            <a:solidFill>
              <a:srgbClr val="0047FF"/>
            </a:solidFill>
            <a:ln>
              <a:noFill/>
            </a:ln>
          </p:spPr>
        </p:sp>
        <p:sp>
          <p:nvSpPr>
            <p:cNvPr id="49" name="node01.row.item-005.h1.heat-gap"/>
            <p:cNvSpPr/>
            <p:nvPr/>
          </p:nvSpPr>
          <p:spPr>
            <a:xfrm>
              <a:off x="3543300" y="4597400"/>
              <a:ext cx="762000" cy="660400"/>
            </a:xfrm>
            <a:prstGeom prst="rect">
              <a:avLst/>
            </a:prstGeom>
            <a:solidFill>
              <a:srgbClr val="FFFFFF"/>
            </a:solidFill>
            <a:ln>
              <a:noFill/>
            </a:ln>
          </p:spPr>
        </p:sp>
        <p:sp>
          <p:nvSpPr>
            <p:cNvPr id="50" name="node01.row.item-005.h1.heat"/>
            <p:cNvSpPr/>
            <p:nvPr/>
          </p:nvSpPr>
          <p:spPr>
            <a:xfrm>
              <a:off x="3562350" y="4616450"/>
              <a:ext cx="723900" cy="622300"/>
            </a:xfrm>
            <a:prstGeom prst="rect">
              <a:avLst/>
            </a:prstGeom>
            <a:solidFill>
              <a:srgbClr val="070154"/>
            </a:solidFill>
            <a:ln>
              <a:noFill/>
            </a:ln>
          </p:spPr>
        </p:sp>
        <p:sp>
          <p:nvSpPr>
            <p:cNvPr id="51" name="node01.row.item-005.h2.heat-gap"/>
            <p:cNvSpPr/>
            <p:nvPr/>
          </p:nvSpPr>
          <p:spPr>
            <a:xfrm>
              <a:off x="4305300" y="4597400"/>
              <a:ext cx="762000" cy="660400"/>
            </a:xfrm>
            <a:prstGeom prst="rect">
              <a:avLst/>
            </a:prstGeom>
            <a:solidFill>
              <a:srgbClr val="FFFFFF"/>
            </a:solidFill>
            <a:ln>
              <a:noFill/>
            </a:ln>
          </p:spPr>
        </p:sp>
        <p:sp>
          <p:nvSpPr>
            <p:cNvPr id="52" name="node01.row.item-005.h2.heat"/>
            <p:cNvSpPr/>
            <p:nvPr/>
          </p:nvSpPr>
          <p:spPr>
            <a:xfrm>
              <a:off x="4324350" y="4616450"/>
              <a:ext cx="723900" cy="622300"/>
            </a:xfrm>
            <a:prstGeom prst="rect">
              <a:avLst/>
            </a:prstGeom>
            <a:solidFill>
              <a:srgbClr val="7C9BFF"/>
            </a:solidFill>
            <a:ln>
              <a:noFill/>
            </a:ln>
          </p:spPr>
        </p:sp>
        <p:sp>
          <p:nvSpPr>
            <p:cNvPr id="53" name="node01.row.item-005.h3.heat-gap"/>
            <p:cNvSpPr/>
            <p:nvPr/>
          </p:nvSpPr>
          <p:spPr>
            <a:xfrm>
              <a:off x="5067300" y="4597400"/>
              <a:ext cx="762000" cy="660400"/>
            </a:xfrm>
            <a:prstGeom prst="rect">
              <a:avLst/>
            </a:prstGeom>
            <a:solidFill>
              <a:srgbClr val="FFFFFF"/>
            </a:solidFill>
            <a:ln>
              <a:noFill/>
            </a:ln>
          </p:spPr>
        </p:sp>
        <p:sp>
          <p:nvSpPr>
            <p:cNvPr id="54" name="node01.row.item-005.h3.heat"/>
            <p:cNvSpPr/>
            <p:nvPr/>
          </p:nvSpPr>
          <p:spPr>
            <a:xfrm>
              <a:off x="5086350" y="4616450"/>
              <a:ext cx="723900" cy="622300"/>
            </a:xfrm>
            <a:prstGeom prst="rect">
              <a:avLst/>
            </a:prstGeom>
            <a:solidFill>
              <a:srgbClr val="7C9BFF"/>
            </a:solidFill>
            <a:ln>
              <a:noFill/>
            </a:ln>
          </p:spPr>
        </p:sp>
        <p:sp>
          <p:nvSpPr>
            <p:cNvPr id="55" name="node01.row.item-005.h4.heat-gap"/>
            <p:cNvSpPr/>
            <p:nvPr/>
          </p:nvSpPr>
          <p:spPr>
            <a:xfrm>
              <a:off x="5829300" y="4597400"/>
              <a:ext cx="762000" cy="660400"/>
            </a:xfrm>
            <a:prstGeom prst="rect">
              <a:avLst/>
            </a:prstGeom>
            <a:solidFill>
              <a:srgbClr val="FFFFFF"/>
            </a:solidFill>
            <a:ln>
              <a:noFill/>
            </a:ln>
          </p:spPr>
        </p:sp>
        <p:sp>
          <p:nvSpPr>
            <p:cNvPr id="56" name="node01.row.item-005.h4.heat"/>
            <p:cNvSpPr/>
            <p:nvPr/>
          </p:nvSpPr>
          <p:spPr>
            <a:xfrm>
              <a:off x="5848350" y="4616450"/>
              <a:ext cx="723900" cy="622300"/>
            </a:xfrm>
            <a:prstGeom prst="rect">
              <a:avLst/>
            </a:prstGeom>
            <a:solidFill>
              <a:srgbClr val="0047FF"/>
            </a:solidFill>
            <a:ln>
              <a:noFill/>
            </a:ln>
          </p:spPr>
        </p:sp>
        <p:graphicFrame>
          <p:nvGraphicFramePr>
            <p:cNvPr id="57" name="node01.native"/>
            <p:cNvGraphicFramePr>
              <a:graphicFrameLocks noGrp="1"/>
            </p:cNvGraphicFramePr>
            <p:nvPr>
              <p:extLst>
                <p:ext uri="{D42A27DB-BD31-4B8C-83A1-F6EECF244321}">
                  <p14:modId xmlns:p14="http://schemas.microsoft.com/office/powerpoint/2010/main" val="1579011935"/>
                </p:ext>
              </p:extLst>
            </p:nvPr>
          </p:nvGraphicFramePr>
          <p:xfrm>
            <a:off x="723900" y="1600200"/>
            <a:ext cx="10744200" cy="3657600"/>
          </p:xfrm>
          <a:graphic>
            <a:graphicData uri="http://schemas.openxmlformats.org/drawingml/2006/table">
              <a:tbl>
                <a:tblPr/>
                <a:tblGrid>
                  <a:gridCol w="2057400"/>
                  <a:gridCol w="762000"/>
                  <a:gridCol w="762000"/>
                  <a:gridCol w="762000"/>
                  <a:gridCol w="762000"/>
                  <a:gridCol w="762000"/>
                  <a:gridCol w="1066800"/>
                  <a:gridCol w="3810000"/>
                </a:tblGrid>
                <a:tr h="355600">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CAPABILITY</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PROCESS</a:t>
                        </a:r>
                        <a:endParaRPr lang="en-US" sz="900" spc="54" kern="0" b="0" i="0" dirty="0">
                          <a:solidFill>
                            <a:srgbClr val="070154"/>
                          </a:solidFill>
                          <a:latin typeface="IBM Plex Mono SemiBold"/>
                          <a:ea typeface="IBM Plex Mono SemiBold"/>
                          <a:cs typeface="IBM Plex Mono SemiBold"/>
                        </a:endParaRPr>
                      </a:p>
                    </a:txBody>
                    <a:tcPr marL="105377" marR="105377"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2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r>
                          <a:rPr lang="en-US" sz="800" spc="48" kern="0" b="0" i="0" dirty="0">
                            <a:solidFill>
                              <a:srgbClr val="070154"/>
                            </a:solidFill>
                            <a:latin typeface="IBM Plex Mono SemiBold"/>
                            <a:ea typeface="IBM Plex Mono SemiBold"/>
                            <a:cs typeface="IBM Plex Mono SemiBold"/>
                          </a:rPr>
                          <a:t xml:space="preserve">TECHNOLOGY</a:t>
                        </a:r>
                        <a:endParaRPr lang="en-US" sz="800" spc="48" kern="0" b="0" i="0" dirty="0">
                          <a:solidFill>
                            <a:srgbClr val="070154"/>
                          </a:solidFill>
                          <a:latin typeface="IBM Plex Mono SemiBold"/>
                          <a:ea typeface="IBM Plex Mono SemiBold"/>
                          <a:cs typeface="IBM Plex Mono SemiBold"/>
                        </a:endParaRPr>
                      </a:p>
                    </a:txBody>
                    <a:tcPr marL="36196" marR="36196"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DATA</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PEOPLE</a:t>
                        </a:r>
                        <a:endParaRPr lang="en-US" sz="900" spc="54" kern="0" b="0" i="0" dirty="0">
                          <a:solidFill>
                            <a:srgbClr val="070154"/>
                          </a:solidFill>
                          <a:latin typeface="IBM Plex Mono SemiBold"/>
                          <a:ea typeface="IBM Plex Mono SemiBold"/>
                          <a:cs typeface="IBM Plex Mono SemiBold"/>
                        </a:endParaRPr>
                      </a:p>
                    </a:txBody>
                    <a:tcPr marL="142937" marR="142937"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2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r>
                          <a:rPr lang="en-US" sz="800" spc="48" kern="0" b="0" i="0" dirty="0">
                            <a:solidFill>
                              <a:srgbClr val="070154"/>
                            </a:solidFill>
                            <a:latin typeface="IBM Plex Mono SemiBold"/>
                            <a:ea typeface="IBM Plex Mono SemiBold"/>
                            <a:cs typeface="IBM Plex Mono SemiBold"/>
                          </a:rPr>
                          <a:t xml:space="preserve">GOVERNANCE</a:t>
                        </a:r>
                        <a:endParaRPr lang="en-US" sz="800" spc="48" kern="0" b="0" i="0" dirty="0">
                          <a:solidFill>
                            <a:srgbClr val="070154"/>
                          </a:solidFill>
                          <a:latin typeface="IBM Plex Mono SemiBold"/>
                          <a:ea typeface="IBM Plex Mono SemiBold"/>
                          <a:cs typeface="IBM Plex Mono SemiBold"/>
                        </a:endParaRPr>
                      </a:p>
                    </a:txBody>
                    <a:tcPr marL="36196" marR="36196"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PRIORITY</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WHAT WE FOUND</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r>
                <a:tr h="660400">
                  <a:tc>
                    <a:txBody>
                      <a:bodyPr wrap="square" anchor="ctr" lIns="0" rIns="0" tIns="0" bIns="0">
                        <a:noAutofit/>
                      </a:bodyPr>
                      <a:lstStyle/>
                      <a:p>
                        <a:pPr algn="l" marL="0" indent="0">
                          <a:lnSpc>
                            <a:spcPts val="1800"/>
                          </a:lnSpc>
                          <a:spcBef>
                            <a:spcPts val="0"/>
                          </a:spcBef>
                          <a:spcAft>
                            <a:spcPts val="20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Referral management</a:t>
                        </a:r>
                        <a:endParaRPr lang="en-US" sz="1200" spc="0" kern="0" b="0" i="0" dirty="0">
                          <a:solidFill>
                            <a:srgbClr val="070154"/>
                          </a:solidFill>
                          <a:latin typeface="IBM Plex Sans SemiBold"/>
                          <a:ea typeface="IBM Plex Sans SemiBold"/>
                          <a:cs typeface="IBM Plex Sans SemiBold"/>
                        </a:endParaRPr>
                      </a:p>
                      <a:p>
                        <a:pPr algn="l" marL="0" indent="0">
                          <a:lnSpc>
                            <a:spcPts val="1800"/>
                          </a:lnSpc>
                          <a:spcBef>
                            <a:spcPts val="0"/>
                          </a:spcBef>
                          <a:spcAft>
                            <a:spcPts val="0"/>
                          </a:spcAft>
                          <a:buNone/>
                          <a:defRPr lang="en-US" sz="1200" spc="0" kern="0" b="0" i="0" dirty="0">
                            <a:solidFill>
                              <a:srgbClr val="50658E"/>
                            </a:solidFill>
                            <a:latin typeface="IBM Plex Sans"/>
                            <a:ea typeface="IBM Plex Sans"/>
                            <a:cs typeface="IBM Plex Sans"/>
                          </a:defRPr>
                        </a:pPr>
                        <a:r>
                          <a:rPr lang="en-US" sz="1200" spc="0" kern="0" b="0" i="0" dirty="0">
                            <a:solidFill>
                              <a:srgbClr val="50658E"/>
                            </a:solidFill>
                            <a:latin typeface="IBM Plex Sans"/>
                            <a:ea typeface="IBM Plex Sans"/>
                            <a:cs typeface="IBM Plex Sans"/>
                          </a:rPr>
                          <a:t xml:space="preserve">Front door</a:t>
                        </a:r>
                        <a:endParaRPr lang="en-US" sz="1200" spc="0" kern="0" b="0" i="0" dirty="0">
                          <a:solidFill>
                            <a:srgbClr val="50658E"/>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1</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1</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152400" indent="-152400">
                          <a:lnSpc>
                            <a:spcPts val="1800"/>
                          </a:lnSpc>
                          <a:spcBef>
                            <a:spcPts val="0"/>
                          </a:spcBef>
                          <a:spcAft>
                            <a:spcPts val="30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Referrals arrive by fax and portal</a:t>
                        </a:r>
                        <a:endParaRPr lang="en-US" sz="1200" spc="0" kern="0" b="0" i="0" dirty="0">
                          <a:solidFill>
                            <a:srgbClr val="070154"/>
                          </a:solidFill>
                          <a:latin typeface="IBM Plex Sans"/>
                          <a:ea typeface="IBM Plex Sans"/>
                          <a:cs typeface="IBM Plex Sans"/>
                        </a:endParaRPr>
                      </a:p>
                      <a:p>
                        <a:pPr algn="l" marL="152400" indent="-152400">
                          <a:lnSpc>
                            <a:spcPts val="1800"/>
                          </a:lnSpc>
                          <a:spcBef>
                            <a:spcPts val="0"/>
                          </a:spcBef>
                          <a:spcAft>
                            <a:spcPts val="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No shared status view</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660400">
                  <a:tc>
                    <a:txBody>
                      <a:bodyPr wrap="square" anchor="ctr" lIns="0" rIns="0" tIns="0" bIns="0">
                        <a:noAutofit/>
                      </a:bodyPr>
                      <a:lstStyle/>
                      <a:p>
                        <a:pPr algn="l" marL="0" indent="0">
                          <a:lnSpc>
                            <a:spcPts val="1800"/>
                          </a:lnSpc>
                          <a:spcBef>
                            <a:spcPts val="0"/>
                          </a:spcBef>
                          <a:spcAft>
                            <a:spcPts val="20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Denials management</a:t>
                        </a:r>
                        <a:endParaRPr lang="en-US" sz="1200" spc="0" kern="0" b="0" i="0" dirty="0">
                          <a:solidFill>
                            <a:srgbClr val="070154"/>
                          </a:solidFill>
                          <a:latin typeface="IBM Plex Sans SemiBold"/>
                          <a:ea typeface="IBM Plex Sans SemiBold"/>
                          <a:cs typeface="IBM Plex Sans SemiBold"/>
                        </a:endParaRPr>
                      </a:p>
                      <a:p>
                        <a:pPr algn="l" marL="0" indent="0">
                          <a:lnSpc>
                            <a:spcPts val="1800"/>
                          </a:lnSpc>
                          <a:spcBef>
                            <a:spcPts val="0"/>
                          </a:spcBef>
                          <a:spcAft>
                            <a:spcPts val="0"/>
                          </a:spcAft>
                          <a:buNone/>
                          <a:defRPr lang="en-US" sz="1200" spc="0" kern="0" b="0" i="0" dirty="0">
                            <a:solidFill>
                              <a:srgbClr val="50658E"/>
                            </a:solidFill>
                            <a:latin typeface="IBM Plex Sans"/>
                            <a:ea typeface="IBM Plex Sans"/>
                            <a:cs typeface="IBM Plex Sans"/>
                          </a:defRPr>
                        </a:pPr>
                        <a:r>
                          <a:rPr lang="en-US" sz="1200" spc="0" kern="0" b="0" i="0" dirty="0">
                            <a:solidFill>
                              <a:srgbClr val="50658E"/>
                            </a:solidFill>
                            <a:latin typeface="IBM Plex Sans"/>
                            <a:ea typeface="IBM Plex Sans"/>
                            <a:cs typeface="IBM Plex Sans"/>
                          </a:rPr>
                          <a:t xml:space="preserve">Revenue</a:t>
                        </a:r>
                        <a:endParaRPr lang="en-US" sz="1200" spc="0" kern="0" b="0" i="0" dirty="0">
                          <a:solidFill>
                            <a:srgbClr val="50658E"/>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1</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152400" indent="-152400">
                          <a:lnSpc>
                            <a:spcPts val="1800"/>
                          </a:lnSpc>
                          <a:spcBef>
                            <a:spcPts val="0"/>
                          </a:spcBef>
                          <a:spcAft>
                            <a:spcPts val="30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Denial reasons are not coded</a:t>
                        </a:r>
                        <a:endParaRPr lang="en-US" sz="1200" spc="0" kern="0" b="0" i="0" dirty="0">
                          <a:solidFill>
                            <a:srgbClr val="070154"/>
                          </a:solidFill>
                          <a:latin typeface="IBM Plex Sans"/>
                          <a:ea typeface="IBM Plex Sans"/>
                          <a:cs typeface="IBM Plex Sans"/>
                        </a:endParaRPr>
                      </a:p>
                      <a:p>
                        <a:pPr algn="l" marL="152400" indent="-152400">
                          <a:lnSpc>
                            <a:spcPts val="1800"/>
                          </a:lnSpc>
                          <a:spcBef>
                            <a:spcPts val="0"/>
                          </a:spcBef>
                          <a:spcAft>
                            <a:spcPts val="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Rework has no owner</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660400">
                  <a:tc>
                    <a:txBody>
                      <a:bodyPr wrap="square" anchor="ctr" lIns="0" rIns="0" tIns="0" bIns="0">
                        <a:noAutofit/>
                      </a:bodyPr>
                      <a:lstStyle/>
                      <a:p>
                        <a:pPr algn="l" marL="0" indent="0">
                          <a:lnSpc>
                            <a:spcPts val="1800"/>
                          </a:lnSpc>
                          <a:spcBef>
                            <a:spcPts val="0"/>
                          </a:spcBef>
                          <a:spcAft>
                            <a:spcPts val="20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Care coordination</a:t>
                        </a:r>
                        <a:endParaRPr lang="en-US" sz="1200" spc="0" kern="0" b="0" i="0" dirty="0">
                          <a:solidFill>
                            <a:srgbClr val="070154"/>
                          </a:solidFill>
                          <a:latin typeface="IBM Plex Sans SemiBold"/>
                          <a:ea typeface="IBM Plex Sans SemiBold"/>
                          <a:cs typeface="IBM Plex Sans SemiBold"/>
                        </a:endParaRPr>
                      </a:p>
                      <a:p>
                        <a:pPr algn="l" marL="0" indent="0">
                          <a:lnSpc>
                            <a:spcPts val="1800"/>
                          </a:lnSpc>
                          <a:spcBef>
                            <a:spcPts val="0"/>
                          </a:spcBef>
                          <a:spcAft>
                            <a:spcPts val="0"/>
                          </a:spcAft>
                          <a:buNone/>
                          <a:defRPr lang="en-US" sz="1200" spc="0" kern="0" b="0" i="0" dirty="0">
                            <a:solidFill>
                              <a:srgbClr val="50658E"/>
                            </a:solidFill>
                            <a:latin typeface="IBM Plex Sans"/>
                            <a:ea typeface="IBM Plex Sans"/>
                            <a:cs typeface="IBM Plex Sans"/>
                          </a:defRPr>
                        </a:pPr>
                        <a:r>
                          <a:rPr lang="en-US" sz="1200" spc="0" kern="0" b="0" i="0" dirty="0">
                            <a:solidFill>
                              <a:srgbClr val="50658E"/>
                            </a:solidFill>
                            <a:latin typeface="IBM Plex Sans"/>
                            <a:ea typeface="IBM Plex Sans"/>
                            <a:cs typeface="IBM Plex Sans"/>
                          </a:rPr>
                          <a:t xml:space="preserve">Care delivery</a:t>
                        </a:r>
                        <a:endParaRPr lang="en-US" sz="1200" spc="0" kern="0" b="0" i="0" dirty="0">
                          <a:solidFill>
                            <a:srgbClr val="50658E"/>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1</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3</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152400" indent="-152400">
                          <a:lnSpc>
                            <a:spcPts val="1800"/>
                          </a:lnSpc>
                          <a:spcBef>
                            <a:spcPts val="0"/>
                          </a:spcBef>
                          <a:spcAft>
                            <a:spcPts val="30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Handoffs run on phone and email</a:t>
                        </a:r>
                        <a:endParaRPr lang="en-US" sz="1200" spc="0" kern="0" b="0" i="0" dirty="0">
                          <a:solidFill>
                            <a:srgbClr val="070154"/>
                          </a:solidFill>
                          <a:latin typeface="IBM Plex Sans"/>
                          <a:ea typeface="IBM Plex Sans"/>
                          <a:cs typeface="IBM Plex Sans"/>
                        </a:endParaRPr>
                      </a:p>
                      <a:p>
                        <a:pPr algn="l" marL="152400" indent="-152400">
                          <a:lnSpc>
                            <a:spcPts val="1800"/>
                          </a:lnSpc>
                          <a:spcBef>
                            <a:spcPts val="0"/>
                          </a:spcBef>
                          <a:spcAft>
                            <a:spcPts val="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Care plans live in three tools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660400">
                  <a:tc>
                    <a:txBody>
                      <a:bodyPr wrap="square" anchor="ctr" lIns="0" rIns="0" tIns="0" bIns="0">
                        <a:noAutofit/>
                      </a:bodyPr>
                      <a:lstStyle/>
                      <a:p>
                        <a:pPr algn="l" marL="0" indent="0">
                          <a:lnSpc>
                            <a:spcPts val="1800"/>
                          </a:lnSpc>
                          <a:spcBef>
                            <a:spcPts val="0"/>
                          </a:spcBef>
                          <a:spcAft>
                            <a:spcPts val="20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Supply chain</a:t>
                        </a:r>
                        <a:endParaRPr lang="en-US" sz="1200" spc="0" kern="0" b="0" i="0" dirty="0">
                          <a:solidFill>
                            <a:srgbClr val="070154"/>
                          </a:solidFill>
                          <a:latin typeface="IBM Plex Sans SemiBold"/>
                          <a:ea typeface="IBM Plex Sans SemiBold"/>
                          <a:cs typeface="IBM Plex Sans SemiBold"/>
                        </a:endParaRPr>
                      </a:p>
                      <a:p>
                        <a:pPr algn="l" marL="0" indent="0">
                          <a:lnSpc>
                            <a:spcPts val="1800"/>
                          </a:lnSpc>
                          <a:spcBef>
                            <a:spcPts val="0"/>
                          </a:spcBef>
                          <a:spcAft>
                            <a:spcPts val="0"/>
                          </a:spcAft>
                          <a:buNone/>
                          <a:defRPr lang="en-US" sz="1200" spc="0" kern="0" b="0" i="0" dirty="0">
                            <a:solidFill>
                              <a:srgbClr val="50658E"/>
                            </a:solidFill>
                            <a:latin typeface="IBM Plex Sans"/>
                            <a:ea typeface="IBM Plex Sans"/>
                            <a:cs typeface="IBM Plex Sans"/>
                          </a:defRPr>
                        </a:pPr>
                        <a:r>
                          <a:rPr lang="en-US" sz="1200" spc="0" kern="0" b="0" i="0" dirty="0">
                            <a:solidFill>
                              <a:srgbClr val="50658E"/>
                            </a:solidFill>
                            <a:latin typeface="IBM Plex Sans"/>
                            <a:ea typeface="IBM Plex Sans"/>
                            <a:cs typeface="IBM Plex Sans"/>
                          </a:rPr>
                          <a:t xml:space="preserve">Care delivery</a:t>
                        </a:r>
                        <a:endParaRPr lang="en-US" sz="1200" spc="0" kern="0" b="0" i="0" dirty="0">
                          <a:solidFill>
                            <a:srgbClr val="50658E"/>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3</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3</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152400" indent="-152400">
                          <a:lnSpc>
                            <a:spcPts val="1800"/>
                          </a:lnSpc>
                          <a:spcBef>
                            <a:spcPts val="0"/>
                          </a:spcBef>
                          <a:spcAft>
                            <a:spcPts val="30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Item master has duplicates</a:t>
                        </a:r>
                        <a:endParaRPr lang="en-US" sz="1200" spc="0" kern="0" b="0" i="0" dirty="0">
                          <a:solidFill>
                            <a:srgbClr val="070154"/>
                          </a:solidFill>
                          <a:latin typeface="IBM Plex Sans"/>
                          <a:ea typeface="IBM Plex Sans"/>
                          <a:cs typeface="IBM Plex Sans"/>
                        </a:endParaRPr>
                      </a:p>
                      <a:p>
                        <a:pPr algn="l" marL="152400" indent="-152400">
                          <a:lnSpc>
                            <a:spcPts val="1800"/>
                          </a:lnSpc>
                          <a:spcBef>
                            <a:spcPts val="0"/>
                          </a:spcBef>
                          <a:spcAft>
                            <a:spcPts val="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Contracts tracked by site, not system</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660400">
                  <a:tc>
                    <a:txBody>
                      <a:bodyPr wrap="square" anchor="ctr" lIns="0" rIns="0" tIns="0" bIns="0">
                        <a:noAutofit/>
                      </a:bodyPr>
                      <a:lstStyle/>
                      <a:p>
                        <a:pPr algn="l" marL="0" indent="0">
                          <a:lnSpc>
                            <a:spcPts val="1800"/>
                          </a:lnSpc>
                          <a:spcBef>
                            <a:spcPts val="0"/>
                          </a:spcBef>
                          <a:spcAft>
                            <a:spcPts val="20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Revenue cycle</a:t>
                        </a:r>
                        <a:endParaRPr lang="en-US" sz="1200" spc="0" kern="0" b="0" i="0" dirty="0">
                          <a:solidFill>
                            <a:srgbClr val="070154"/>
                          </a:solidFill>
                          <a:latin typeface="IBM Plex Sans SemiBold"/>
                          <a:ea typeface="IBM Plex Sans SemiBold"/>
                          <a:cs typeface="IBM Plex Sans SemiBold"/>
                        </a:endParaRPr>
                      </a:p>
                      <a:p>
                        <a:pPr algn="l" marL="0" indent="0">
                          <a:lnSpc>
                            <a:spcPts val="1800"/>
                          </a:lnSpc>
                          <a:spcBef>
                            <a:spcPts val="0"/>
                          </a:spcBef>
                          <a:spcAft>
                            <a:spcPts val="0"/>
                          </a:spcAft>
                          <a:buNone/>
                          <a:defRPr lang="en-US" sz="1200" spc="0" kern="0" b="0" i="0" dirty="0">
                            <a:solidFill>
                              <a:srgbClr val="50658E"/>
                            </a:solidFill>
                            <a:latin typeface="IBM Plex Sans"/>
                            <a:ea typeface="IBM Plex Sans"/>
                            <a:cs typeface="IBM Plex Sans"/>
                          </a:defRPr>
                        </a:pPr>
                        <a:r>
                          <a:rPr lang="en-US" sz="1200" spc="0" kern="0" b="0" i="0" dirty="0">
                            <a:solidFill>
                              <a:srgbClr val="50658E"/>
                            </a:solidFill>
                            <a:latin typeface="IBM Plex Sans"/>
                            <a:ea typeface="IBM Plex Sans"/>
                            <a:cs typeface="IBM Plex Sans"/>
                          </a:rPr>
                          <a:t xml:space="preserve">Revenue</a:t>
                        </a:r>
                        <a:endParaRPr lang="en-US" sz="1200" spc="0" kern="0" b="0" i="0" dirty="0">
                          <a:solidFill>
                            <a:srgbClr val="50658E"/>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FFFFFF"/>
                            </a:solidFill>
                            <a:latin typeface="IBM Plex Mono SemiBold"/>
                            <a:ea typeface="IBM Plex Mono SemiBold"/>
                            <a:cs typeface="IBM Plex Mono SemiBold"/>
                          </a:defRPr>
                        </a:pPr>
                        <a:r>
                          <a:rPr lang="en-US" sz="1200" spc="0" kern="0" b="0" i="0" dirty="0">
                            <a:solidFill>
                              <a:srgbClr val="FFFFFF"/>
                            </a:solidFill>
                            <a:latin typeface="IBM Plex Mono SemiBold"/>
                            <a:ea typeface="IBM Plex Mono SemiBold"/>
                            <a:cs typeface="IBM Plex Mono SemiBold"/>
                          </a:rPr>
                          <a:t xml:space="preserve">4</a:t>
                        </a:r>
                        <a:endParaRPr lang="en-US" sz="12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FFFFFF"/>
                            </a:solidFill>
                            <a:latin typeface="IBM Plex Mono SemiBold"/>
                            <a:ea typeface="IBM Plex Mono SemiBold"/>
                            <a:cs typeface="IBM Plex Mono SemiBold"/>
                          </a:defRPr>
                        </a:pPr>
                        <a:r>
                          <a:rPr lang="en-US" sz="1200" spc="0" kern="0" b="0" i="0" dirty="0">
                            <a:solidFill>
                              <a:srgbClr val="FFFFFF"/>
                            </a:solidFill>
                            <a:latin typeface="IBM Plex Mono SemiBold"/>
                            <a:ea typeface="IBM Plex Mono SemiBold"/>
                            <a:cs typeface="IBM Plex Mono SemiBold"/>
                          </a:rPr>
                          <a:t xml:space="preserve">5</a:t>
                        </a:r>
                        <a:endParaRPr lang="en-US" sz="12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3</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3</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FFFFFF"/>
                            </a:solidFill>
                            <a:latin typeface="IBM Plex Mono SemiBold"/>
                            <a:ea typeface="IBM Plex Mono SemiBold"/>
                            <a:cs typeface="IBM Plex Mono SemiBold"/>
                          </a:defRPr>
                        </a:pPr>
                        <a:r>
                          <a:rPr lang="en-US" sz="1200" spc="0" kern="0" b="0" i="0" dirty="0">
                            <a:solidFill>
                              <a:srgbClr val="FFFFFF"/>
                            </a:solidFill>
                            <a:latin typeface="IBM Plex Mono SemiBold"/>
                            <a:ea typeface="IBM Plex Mono SemiBold"/>
                            <a:cs typeface="IBM Plex Mono SemiBold"/>
                          </a:rPr>
                          <a:t xml:space="preserve">4</a:t>
                        </a:r>
                        <a:endParaRPr lang="en-US" sz="12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152400" indent="-152400">
                          <a:lnSpc>
                            <a:spcPts val="1800"/>
                          </a:lnSpc>
                          <a:spcBef>
                            <a:spcPts val="0"/>
                          </a:spcBef>
                          <a:spcAft>
                            <a:spcPts val="30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Rules engine at posting is mature</a:t>
                        </a:r>
                        <a:endParaRPr lang="en-US" sz="1200" spc="0" kern="0" b="0" i="0" dirty="0">
                          <a:solidFill>
                            <a:srgbClr val="070154"/>
                          </a:solidFill>
                          <a:latin typeface="IBM Plex Sans"/>
                          <a:ea typeface="IBM Plex Sans"/>
                          <a:cs typeface="IBM Plex Sans"/>
                        </a:endParaRPr>
                      </a:p>
                      <a:p>
                        <a:pPr algn="l" marL="152400" indent="-152400">
                          <a:lnSpc>
                            <a:spcPts val="1800"/>
                          </a:lnSpc>
                          <a:spcBef>
                            <a:spcPts val="0"/>
                          </a:spcBef>
                          <a:spcAft>
                            <a:spcPts val="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Month-end review is still manual</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bl>
            </a:graphicData>
          </a:graphic>
        </p:graphicFrame>
        <p:sp>
          <p:nvSpPr>
            <p:cNvPr id="58" name="node01.row.item-001.st.priority.fill"/>
            <p:cNvSpPr/>
            <p:nvPr/>
          </p:nvSpPr>
          <p:spPr>
            <a:xfrm>
              <a:off x="6870700" y="2174875"/>
              <a:ext cx="508000" cy="222250"/>
            </a:xfrm>
            <a:prstGeom prst="rect">
              <a:avLst/>
            </a:prstGeom>
            <a:solidFill>
              <a:srgbClr val="070154"/>
            </a:solidFill>
            <a:ln w="9525">
              <a:solidFill>
                <a:srgbClr val="070154"/>
              </a:solidFill>
              <a:prstDash val="solid"/>
            </a:ln>
          </p:spPr>
        </p:sp>
        <p:sp>
          <p:nvSpPr>
            <p:cNvPr id="59" name="node01.row.item-001.st.priority"/>
            <p:cNvSpPr/>
            <p:nvPr/>
          </p:nvSpPr>
          <p:spPr>
            <a:xfrm>
              <a:off x="6972300" y="2200275"/>
              <a:ext cx="304800" cy="17145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FFFFFF"/>
                  </a:solidFill>
                  <a:latin typeface="IBM Plex Mono SemiBold"/>
                  <a:ea typeface="IBM Plex Mono SemiBold"/>
                  <a:cs typeface="IBM Plex Mono SemiBold"/>
                </a:rPr>
                <a:t>P1</a:t>
              </a:r>
              <a:endParaRPr lang="en-US" sz="900" spc="54" kern="0" b="0" i="0" dirty="0">
                <a:solidFill>
                  <a:srgbClr val="FFFFFF"/>
                </a:solidFill>
                <a:latin typeface="IBM Plex Mono SemiBold"/>
                <a:ea typeface="IBM Plex Mono SemiBold"/>
                <a:cs typeface="IBM Plex Mono SemiBold"/>
              </a:endParaRPr>
            </a:p>
          </p:txBody>
        </p:sp>
        <p:sp>
          <p:nvSpPr>
            <p:cNvPr id="60" name="node01.row.item-002.st.priority.fill"/>
            <p:cNvSpPr/>
            <p:nvPr/>
          </p:nvSpPr>
          <p:spPr>
            <a:xfrm>
              <a:off x="6870700" y="2835275"/>
              <a:ext cx="508000" cy="222250"/>
            </a:xfrm>
            <a:prstGeom prst="rect">
              <a:avLst/>
            </a:prstGeom>
            <a:solidFill>
              <a:srgbClr val="070154"/>
            </a:solidFill>
            <a:ln w="9525">
              <a:solidFill>
                <a:srgbClr val="070154"/>
              </a:solidFill>
              <a:prstDash val="solid"/>
            </a:ln>
          </p:spPr>
        </p:sp>
        <p:sp>
          <p:nvSpPr>
            <p:cNvPr id="61" name="node01.row.item-002.st.priority"/>
            <p:cNvSpPr/>
            <p:nvPr/>
          </p:nvSpPr>
          <p:spPr>
            <a:xfrm>
              <a:off x="6972300" y="2860675"/>
              <a:ext cx="304800" cy="17145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FFFFFF"/>
                  </a:solidFill>
                  <a:latin typeface="IBM Plex Mono SemiBold"/>
                  <a:ea typeface="IBM Plex Mono SemiBold"/>
                  <a:cs typeface="IBM Plex Mono SemiBold"/>
                </a:rPr>
                <a:t>P1</a:t>
              </a:r>
              <a:endParaRPr lang="en-US" sz="900" spc="54" kern="0" b="0" i="0" dirty="0">
                <a:solidFill>
                  <a:srgbClr val="FFFFFF"/>
                </a:solidFill>
                <a:latin typeface="IBM Plex Mono SemiBold"/>
                <a:ea typeface="IBM Plex Mono SemiBold"/>
                <a:cs typeface="IBM Plex Mono SemiBold"/>
              </a:endParaRPr>
            </a:p>
          </p:txBody>
        </p:sp>
        <p:sp>
          <p:nvSpPr>
            <p:cNvPr id="62" name="node01.row.item-003.st.priority.fill"/>
            <p:cNvSpPr/>
            <p:nvPr/>
          </p:nvSpPr>
          <p:spPr>
            <a:xfrm>
              <a:off x="6870700" y="3495675"/>
              <a:ext cx="508000" cy="222250"/>
            </a:xfrm>
            <a:prstGeom prst="rect">
              <a:avLst/>
            </a:prstGeom>
            <a:solidFill>
              <a:srgbClr val="32477B"/>
            </a:solidFill>
            <a:ln w="9525">
              <a:solidFill>
                <a:srgbClr val="070154"/>
              </a:solidFill>
              <a:prstDash val="solid"/>
            </a:ln>
          </p:spPr>
        </p:sp>
        <p:sp>
          <p:nvSpPr>
            <p:cNvPr id="63" name="node01.row.item-003.st.priority"/>
            <p:cNvSpPr/>
            <p:nvPr/>
          </p:nvSpPr>
          <p:spPr>
            <a:xfrm>
              <a:off x="6972300" y="3521075"/>
              <a:ext cx="304800" cy="17145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FFFFFF"/>
                  </a:solidFill>
                  <a:latin typeface="IBM Plex Mono SemiBold"/>
                  <a:ea typeface="IBM Plex Mono SemiBold"/>
                  <a:cs typeface="IBM Plex Mono SemiBold"/>
                </a:rPr>
                <a:t>P2</a:t>
              </a:r>
              <a:endParaRPr lang="en-US" sz="900" spc="54" kern="0" b="0" i="0" dirty="0">
                <a:solidFill>
                  <a:srgbClr val="FFFFFF"/>
                </a:solidFill>
                <a:latin typeface="IBM Plex Mono SemiBold"/>
                <a:ea typeface="IBM Plex Mono SemiBold"/>
                <a:cs typeface="IBM Plex Mono SemiBold"/>
              </a:endParaRPr>
            </a:p>
          </p:txBody>
        </p:sp>
        <p:sp>
          <p:nvSpPr>
            <p:cNvPr id="64" name="node01.row.item-004.st.priority.fill"/>
            <p:cNvSpPr/>
            <p:nvPr/>
          </p:nvSpPr>
          <p:spPr>
            <a:xfrm>
              <a:off x="6870700" y="4156075"/>
              <a:ext cx="508000" cy="222250"/>
            </a:xfrm>
            <a:prstGeom prst="rect">
              <a:avLst/>
            </a:prstGeom>
            <a:solidFill>
              <a:srgbClr val="CED7E6"/>
            </a:solidFill>
            <a:ln w="9525">
              <a:solidFill>
                <a:srgbClr val="070154"/>
              </a:solidFill>
              <a:prstDash val="solid"/>
            </a:ln>
          </p:spPr>
        </p:sp>
        <p:sp>
          <p:nvSpPr>
            <p:cNvPr id="65" name="node01.row.item-004.st.priority"/>
            <p:cNvSpPr/>
            <p:nvPr/>
          </p:nvSpPr>
          <p:spPr>
            <a:xfrm>
              <a:off x="6972300" y="4181475"/>
              <a:ext cx="304800" cy="17145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SemiBold"/>
                  <a:ea typeface="IBM Plex Mono SemiBold"/>
                  <a:cs typeface="IBM Plex Mono SemiBold"/>
                </a:rPr>
                <a:t>P3</a:t>
              </a:r>
              <a:endParaRPr lang="en-US" sz="900" spc="54" kern="0" b="0" i="0" dirty="0">
                <a:solidFill>
                  <a:srgbClr val="070154"/>
                </a:solidFill>
                <a:latin typeface="IBM Plex Mono SemiBold"/>
                <a:ea typeface="IBM Plex Mono SemiBold"/>
                <a:cs typeface="IBM Plex Mono SemiBold"/>
              </a:endParaRPr>
            </a:p>
          </p:txBody>
        </p:sp>
        <p:sp>
          <p:nvSpPr>
            <p:cNvPr id="66" name="node01.row.item-005.st.priority.fill"/>
            <p:cNvSpPr/>
            <p:nvPr/>
          </p:nvSpPr>
          <p:spPr>
            <a:xfrm>
              <a:off x="6870700" y="4816475"/>
              <a:ext cx="508000" cy="222250"/>
            </a:xfrm>
            <a:prstGeom prst="rect">
              <a:avLst/>
            </a:prstGeom>
            <a:ln w="9525">
              <a:solidFill>
                <a:srgbClr val="070154"/>
              </a:solidFill>
              <a:prstDash val="solid"/>
            </a:ln>
          </p:spPr>
        </p:sp>
        <p:sp>
          <p:nvSpPr>
            <p:cNvPr id="67" name="node01.row.item-005.st.priority"/>
            <p:cNvSpPr/>
            <p:nvPr/>
          </p:nvSpPr>
          <p:spPr>
            <a:xfrm>
              <a:off x="6972300" y="4841875"/>
              <a:ext cx="304800" cy="17145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SemiBold"/>
                  <a:ea typeface="IBM Plex Mono SemiBold"/>
                  <a:cs typeface="IBM Plex Mono SemiBold"/>
                </a:rPr>
                <a:t>P4</a:t>
              </a:r>
              <a:endParaRPr lang="en-US" sz="900" spc="54" kern="0" b="0" i="0" dirty="0">
                <a:solidFill>
                  <a:srgbClr val="070154"/>
                </a:solidFill>
                <a:latin typeface="IBM Plex Mono SemiBold"/>
                <a:ea typeface="IBM Plex Mono SemiBold"/>
                <a:cs typeface="IBM Plex Mono SemiBold"/>
              </a:endParaRPr>
            </a:p>
          </p:txBody>
        </p:sp>
      </p:grpSp>
      <p:grpSp>
        <p:nvGrpSpPr>
          <p:cNvPr id="80" name="node02"/>
          <p:cNvGrpSpPr/>
          <p:nvPr/>
        </p:nvGrpSpPr>
        <p:grpSpPr>
          <a:xfrm>
            <a:off x="723900" y="5486400"/>
            <a:ext cx="6392863" cy="228600"/>
            <a:chOff x="723900" y="5486400"/>
            <a:chExt cx="6392863" cy="228600"/>
          </a:xfrm>
        </p:grpSpPr>
        <p:sp>
          <p:nvSpPr>
            <p:cNvPr id="68" name="node02.items.slot-001.swatch"/>
            <p:cNvSpPr/>
            <p:nvPr/>
          </p:nvSpPr>
          <p:spPr>
            <a:xfrm>
              <a:off x="723900" y="5537200"/>
              <a:ext cx="228600" cy="127000"/>
            </a:xfrm>
            <a:prstGeom prst="rect">
              <a:avLst/>
            </a:prstGeom>
            <a:solidFill>
              <a:srgbClr val="E8EEF8"/>
            </a:solidFill>
            <a:ln>
              <a:noFill/>
            </a:ln>
          </p:spPr>
        </p:sp>
        <p:sp>
          <p:nvSpPr>
            <p:cNvPr id="69" name="node02.items.slot-001.text"/>
            <p:cNvSpPr/>
            <p:nvPr/>
          </p:nvSpPr>
          <p:spPr>
            <a:xfrm>
              <a:off x="1016000" y="5486400"/>
              <a:ext cx="652463"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1 Ad hoc</a:t>
              </a:r>
              <a:endParaRPr lang="en-US" sz="1200" spc="0" kern="0" b="0" i="0" dirty="0">
                <a:solidFill>
                  <a:srgbClr val="070154"/>
                </a:solidFill>
                <a:latin typeface="IBM Plex Sans"/>
                <a:ea typeface="IBM Plex Sans"/>
                <a:cs typeface="IBM Plex Sans"/>
              </a:endParaRPr>
            </a:p>
          </p:txBody>
        </p:sp>
        <p:sp>
          <p:nvSpPr>
            <p:cNvPr id="70" name="node02.items.slot-002.swatch"/>
            <p:cNvSpPr/>
            <p:nvPr/>
          </p:nvSpPr>
          <p:spPr>
            <a:xfrm>
              <a:off x="1897063" y="5537200"/>
              <a:ext cx="228600" cy="127000"/>
            </a:xfrm>
            <a:prstGeom prst="rect">
              <a:avLst/>
            </a:prstGeom>
            <a:solidFill>
              <a:srgbClr val="B9C9F0"/>
            </a:solidFill>
            <a:ln>
              <a:noFill/>
            </a:ln>
          </p:spPr>
        </p:sp>
        <p:sp>
          <p:nvSpPr>
            <p:cNvPr id="71" name="node02.items.slot-002.text"/>
            <p:cNvSpPr/>
            <p:nvPr/>
          </p:nvSpPr>
          <p:spPr>
            <a:xfrm>
              <a:off x="2189163" y="5486400"/>
              <a:ext cx="963613"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2 Repeatable</a:t>
              </a:r>
              <a:endParaRPr lang="en-US" sz="1200" spc="0" kern="0" b="0" i="0" dirty="0">
                <a:solidFill>
                  <a:srgbClr val="070154"/>
                </a:solidFill>
                <a:latin typeface="IBM Plex Sans"/>
                <a:ea typeface="IBM Plex Sans"/>
                <a:cs typeface="IBM Plex Sans"/>
              </a:endParaRPr>
            </a:p>
          </p:txBody>
        </p:sp>
        <p:sp>
          <p:nvSpPr>
            <p:cNvPr id="72" name="node02.items.slot-003.swatch"/>
            <p:cNvSpPr/>
            <p:nvPr/>
          </p:nvSpPr>
          <p:spPr>
            <a:xfrm>
              <a:off x="3381375" y="5537200"/>
              <a:ext cx="228600" cy="127000"/>
            </a:xfrm>
            <a:prstGeom prst="rect">
              <a:avLst/>
            </a:prstGeom>
            <a:solidFill>
              <a:srgbClr val="7C9BFF"/>
            </a:solidFill>
            <a:ln>
              <a:noFill/>
            </a:ln>
          </p:spPr>
        </p:sp>
        <p:sp>
          <p:nvSpPr>
            <p:cNvPr id="73" name="node02.items.slot-003.text"/>
            <p:cNvSpPr/>
            <p:nvPr/>
          </p:nvSpPr>
          <p:spPr>
            <a:xfrm>
              <a:off x="3673475" y="5486400"/>
              <a:ext cx="711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3 Defined</a:t>
              </a:r>
              <a:endParaRPr lang="en-US" sz="1200" spc="0" kern="0" b="0" i="0" dirty="0">
                <a:solidFill>
                  <a:srgbClr val="070154"/>
                </a:solidFill>
                <a:latin typeface="IBM Plex Sans"/>
                <a:ea typeface="IBM Plex Sans"/>
                <a:cs typeface="IBM Plex Sans"/>
              </a:endParaRPr>
            </a:p>
          </p:txBody>
        </p:sp>
        <p:sp>
          <p:nvSpPr>
            <p:cNvPr id="74" name="node02.items.slot-004.swatch"/>
            <p:cNvSpPr/>
            <p:nvPr/>
          </p:nvSpPr>
          <p:spPr>
            <a:xfrm>
              <a:off x="4613275" y="5537200"/>
              <a:ext cx="228600" cy="127000"/>
            </a:xfrm>
            <a:prstGeom prst="rect">
              <a:avLst/>
            </a:prstGeom>
            <a:solidFill>
              <a:srgbClr val="0047FF"/>
            </a:solidFill>
            <a:ln>
              <a:noFill/>
            </a:ln>
          </p:spPr>
        </p:sp>
        <p:sp>
          <p:nvSpPr>
            <p:cNvPr id="75" name="node02.items.slot-004.text"/>
            <p:cNvSpPr/>
            <p:nvPr/>
          </p:nvSpPr>
          <p:spPr>
            <a:xfrm>
              <a:off x="4905375" y="5486400"/>
              <a:ext cx="80645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4 Managed</a:t>
              </a:r>
              <a:endParaRPr lang="en-US" sz="1200" spc="0" kern="0" b="0" i="0" dirty="0">
                <a:solidFill>
                  <a:srgbClr val="070154"/>
                </a:solidFill>
                <a:latin typeface="IBM Plex Sans"/>
                <a:ea typeface="IBM Plex Sans"/>
                <a:cs typeface="IBM Plex Sans"/>
              </a:endParaRPr>
            </a:p>
          </p:txBody>
        </p:sp>
        <p:sp>
          <p:nvSpPr>
            <p:cNvPr id="76" name="node02.items.slot-005.swatch"/>
            <p:cNvSpPr/>
            <p:nvPr/>
          </p:nvSpPr>
          <p:spPr>
            <a:xfrm>
              <a:off x="5940425" y="5537200"/>
              <a:ext cx="228600" cy="127000"/>
            </a:xfrm>
            <a:prstGeom prst="rect">
              <a:avLst/>
            </a:prstGeom>
            <a:solidFill>
              <a:srgbClr val="070154"/>
            </a:solidFill>
            <a:ln>
              <a:noFill/>
            </a:ln>
          </p:spPr>
        </p:sp>
        <p:sp>
          <p:nvSpPr>
            <p:cNvPr id="77" name="node02.items.slot-005.text"/>
            <p:cNvSpPr/>
            <p:nvPr/>
          </p:nvSpPr>
          <p:spPr>
            <a:xfrm>
              <a:off x="6232525" y="5486400"/>
              <a:ext cx="884238"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5 Optimized</a:t>
              </a:r>
              <a:endParaRPr lang="en-US" sz="1200" spc="0" kern="0" b="0" i="0" dirty="0">
                <a:solidFill>
                  <a:srgbClr val="070154"/>
                </a:solidFill>
                <a:latin typeface="IBM Plex Sans"/>
                <a:ea typeface="IBM Plex Sans"/>
                <a:cs typeface="IBM Plex Sans"/>
              </a:endParaRPr>
            </a:p>
          </p:txBody>
        </p:sp>
      </p:grpSp>
      <p:grpSp>
        <p:nvGrpSpPr>
          <p:cNvPr id="81" name="node03"/>
          <p:cNvGrpSpPr/>
          <p:nvPr/>
        </p:nvGrpSpPr>
        <p:grpSpPr>
          <a:xfrm>
            <a:off x="8039100" y="5486400"/>
            <a:ext cx="3429000" cy="228600"/>
            <a:chOff x="8039100" y="5486400"/>
            <a:chExt cx="3429000" cy="228600"/>
          </a:xfrm>
        </p:grpSpPr>
        <p:sp>
          <p:nvSpPr>
            <p:cNvPr id="78" name="node03.text"/>
            <p:cNvSpPr/>
            <p:nvPr/>
          </p:nvSpPr>
          <p:spPr>
            <a:xfrm>
              <a:off x="8039100" y="5486400"/>
              <a:ext cx="3429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P1 fix now, P2 next, P3 plan, P4 hold</a:t>
              </a:r>
              <a:endParaRPr lang="en-US" sz="1200" spc="0" kern="0" b="0" i="0" dirty="0">
                <a:solidFill>
                  <a:srgbClr val="50658E"/>
                </a:solidFill>
                <a:latin typeface="IBM Plex Sans"/>
                <a:ea typeface="IBM Plex Sans"/>
                <a:cs typeface="IBM Plex Sans"/>
              </a:endParaRPr>
            </a:p>
          </p:txBody>
        </p:sp>
      </p:gr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ource-208">
    <p:spTree>
      <p:nvGrpSpPr>
        <p:cNvPr id="1" name=""/>
        <p:cNvGrpSpPr/>
        <p:nvPr/>
      </p:nvGrpSpPr>
      <p:grpSpPr>
        <a:xfrm>
          <a:off x="0" y="0"/>
          <a:ext cx="0" cy="0"/>
          <a:chOff x="0" y="0"/>
          <a:chExt cx="0" cy="0"/>
        </a:xfrm>
      </p:grpSpPr>
      <p:sp>
        <p:nvSpPr>
          <p:cNvPr id="3" name="eyebrow"/>
          <p:cNvSpPr/>
          <p:nvPr/>
        </p:nvSpPr>
        <p:spPr>
          <a:xfrm>
            <a:off x="723900" y="457200"/>
            <a:ext cx="34290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CARE DELIVERY DETAIL</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3429000" cy="13716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Care delivery and operations: one card per row</a:t>
            </a:r>
            <a:endParaRPr lang="en-US" sz="2400" spc="-36"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34290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Sample ratings for layout only; replace before use.</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51</a:t>
            </a:fld>
            <a:endParaRPr lang="en-US" sz="700" spc="0" kern="0" b="0" i="0" dirty="0">
              <a:solidFill>
                <a:srgbClr val="070154"/>
              </a:solidFill>
              <a:latin typeface="IBM Plex Mono SemiBold"/>
              <a:ea typeface="IBM Plex Mono SemiBold"/>
              <a:cs typeface="IBM Plex Mono SemiBold"/>
            </a:endParaRPr>
          </a:p>
        </p:txBody>
      </p:sp>
      <p:grpSp>
        <p:nvGrpSpPr>
          <p:cNvPr id="145" name="node01"/>
          <p:cNvGrpSpPr/>
          <p:nvPr/>
        </p:nvGrpSpPr>
        <p:grpSpPr>
          <a:xfrm>
            <a:off x="723900" y="2286000"/>
            <a:ext cx="2743200" cy="152400"/>
            <a:chOff x="723900" y="2286000"/>
            <a:chExt cx="2743200" cy="152400"/>
          </a:xfrm>
        </p:grpSpPr>
        <p:sp>
          <p:nvSpPr>
            <p:cNvPr id="7" name="node01.text"/>
            <p:cNvSpPr/>
            <p:nvPr/>
          </p:nvSpPr>
          <p:spPr>
            <a:xfrm>
              <a:off x="723900" y="2286000"/>
              <a:ext cx="2743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Medium"/>
                  <a:ea typeface="IBM Plex Mono Medium"/>
                  <a:cs typeface="IBM Plex Mono Medium"/>
                </a:rPr>
                <a:t>LOCATOR</a:t>
              </a:r>
              <a:endParaRPr lang="en-US" sz="900" spc="54" kern="0" b="0" i="0" dirty="0">
                <a:solidFill>
                  <a:srgbClr val="070154"/>
                </a:solidFill>
                <a:latin typeface="IBM Plex Mono Medium"/>
                <a:ea typeface="IBM Plex Mono Medium"/>
                <a:cs typeface="IBM Plex Mono Medium"/>
              </a:endParaRPr>
            </a:p>
          </p:txBody>
        </p:sp>
      </p:grpSp>
      <p:grpSp>
        <p:nvGrpSpPr>
          <p:cNvPr id="146" name="node02"/>
          <p:cNvGrpSpPr/>
          <p:nvPr/>
        </p:nvGrpSpPr>
        <p:grpSpPr>
          <a:xfrm>
            <a:off x="723900" y="2743200"/>
            <a:ext cx="457200" cy="228600"/>
            <a:chOff x="723900" y="2743200"/>
            <a:chExt cx="457200" cy="228600"/>
          </a:xfrm>
        </p:grpSpPr>
        <p:sp>
          <p:nvSpPr>
            <p:cNvPr id="8" name="node02.text"/>
            <p:cNvSpPr/>
            <p:nvPr/>
          </p:nvSpPr>
          <p:spPr>
            <a:xfrm>
              <a:off x="723900" y="2743200"/>
              <a:ext cx="457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A1</a:t>
              </a:r>
              <a:endParaRPr lang="en-US" sz="1200" spc="0" kern="0" b="0" i="0" dirty="0">
                <a:solidFill>
                  <a:srgbClr val="50658E"/>
                </a:solidFill>
                <a:latin typeface="IBM Plex Sans"/>
                <a:ea typeface="IBM Plex Sans"/>
                <a:cs typeface="IBM Plex Sans"/>
              </a:endParaRPr>
            </a:p>
          </p:txBody>
        </p:sp>
      </p:grpSp>
      <p:grpSp>
        <p:nvGrpSpPr>
          <p:cNvPr id="147" name="node03"/>
          <p:cNvGrpSpPr/>
          <p:nvPr/>
        </p:nvGrpSpPr>
        <p:grpSpPr>
          <a:xfrm>
            <a:off x="1181100" y="2743200"/>
            <a:ext cx="431800" cy="203200"/>
            <a:chOff x="1181100" y="2743200"/>
            <a:chExt cx="431800" cy="203200"/>
          </a:xfrm>
        </p:grpSpPr>
        <p:sp>
          <p:nvSpPr>
            <p:cNvPr id="9" name="node03.surface"/>
            <p:cNvSpPr/>
            <p:nvPr/>
          </p:nvSpPr>
          <p:spPr>
            <a:xfrm>
              <a:off x="1181100" y="2743200"/>
              <a:ext cx="431800" cy="203200"/>
            </a:xfrm>
            <a:prstGeom prst="rect">
              <a:avLst/>
            </a:prstGeom>
            <a:solidFill>
              <a:srgbClr val="7C9BFF"/>
            </a:solidFill>
            <a:ln>
              <a:noFill/>
            </a:ln>
          </p:spPr>
        </p:sp>
      </p:grpSp>
      <p:grpSp>
        <p:nvGrpSpPr>
          <p:cNvPr id="148" name="node04"/>
          <p:cNvGrpSpPr/>
          <p:nvPr/>
        </p:nvGrpSpPr>
        <p:grpSpPr>
          <a:xfrm>
            <a:off x="1638300" y="2743200"/>
            <a:ext cx="431800" cy="203200"/>
            <a:chOff x="1638300" y="2743200"/>
            <a:chExt cx="431800" cy="203200"/>
          </a:xfrm>
        </p:grpSpPr>
        <p:sp>
          <p:nvSpPr>
            <p:cNvPr id="10" name="node04.surface"/>
            <p:cNvSpPr/>
            <p:nvPr/>
          </p:nvSpPr>
          <p:spPr>
            <a:xfrm>
              <a:off x="1638300" y="2743200"/>
              <a:ext cx="431800" cy="203200"/>
            </a:xfrm>
            <a:prstGeom prst="rect">
              <a:avLst/>
            </a:prstGeom>
            <a:solidFill>
              <a:srgbClr val="B9C9F0"/>
            </a:solidFill>
            <a:ln>
              <a:noFill/>
            </a:ln>
          </p:spPr>
        </p:sp>
      </p:grpSp>
      <p:grpSp>
        <p:nvGrpSpPr>
          <p:cNvPr id="149" name="node05"/>
          <p:cNvGrpSpPr/>
          <p:nvPr/>
        </p:nvGrpSpPr>
        <p:grpSpPr>
          <a:xfrm>
            <a:off x="2095500" y="2743200"/>
            <a:ext cx="431800" cy="203200"/>
            <a:chOff x="2095500" y="2743200"/>
            <a:chExt cx="431800" cy="203200"/>
          </a:xfrm>
        </p:grpSpPr>
        <p:sp>
          <p:nvSpPr>
            <p:cNvPr id="11" name="node05.surface"/>
            <p:cNvSpPr/>
            <p:nvPr/>
          </p:nvSpPr>
          <p:spPr>
            <a:xfrm>
              <a:off x="2095500" y="2743200"/>
              <a:ext cx="431800" cy="203200"/>
            </a:xfrm>
            <a:prstGeom prst="rect">
              <a:avLst/>
            </a:prstGeom>
            <a:solidFill>
              <a:srgbClr val="B9C9F0"/>
            </a:solidFill>
            <a:ln>
              <a:noFill/>
            </a:ln>
          </p:spPr>
        </p:sp>
      </p:grpSp>
      <p:grpSp>
        <p:nvGrpSpPr>
          <p:cNvPr id="150" name="node06"/>
          <p:cNvGrpSpPr/>
          <p:nvPr/>
        </p:nvGrpSpPr>
        <p:grpSpPr>
          <a:xfrm>
            <a:off x="2552700" y="2743200"/>
            <a:ext cx="431800" cy="203200"/>
            <a:chOff x="2552700" y="2743200"/>
            <a:chExt cx="431800" cy="203200"/>
          </a:xfrm>
        </p:grpSpPr>
        <p:sp>
          <p:nvSpPr>
            <p:cNvPr id="12" name="node06.surface"/>
            <p:cNvSpPr/>
            <p:nvPr/>
          </p:nvSpPr>
          <p:spPr>
            <a:xfrm>
              <a:off x="2552700" y="2743200"/>
              <a:ext cx="431800" cy="203200"/>
            </a:xfrm>
            <a:prstGeom prst="rect">
              <a:avLst/>
            </a:prstGeom>
            <a:solidFill>
              <a:srgbClr val="7C9BFF"/>
            </a:solidFill>
            <a:ln>
              <a:noFill/>
            </a:ln>
          </p:spPr>
        </p:sp>
      </p:grpSp>
      <p:grpSp>
        <p:nvGrpSpPr>
          <p:cNvPr id="151" name="node07"/>
          <p:cNvGrpSpPr/>
          <p:nvPr/>
        </p:nvGrpSpPr>
        <p:grpSpPr>
          <a:xfrm>
            <a:off x="3009900" y="2743200"/>
            <a:ext cx="431800" cy="203200"/>
            <a:chOff x="3009900" y="2743200"/>
            <a:chExt cx="431800" cy="203200"/>
          </a:xfrm>
        </p:grpSpPr>
        <p:sp>
          <p:nvSpPr>
            <p:cNvPr id="13" name="node07.surface"/>
            <p:cNvSpPr/>
            <p:nvPr/>
          </p:nvSpPr>
          <p:spPr>
            <a:xfrm>
              <a:off x="3009900" y="2743200"/>
              <a:ext cx="431800" cy="203200"/>
            </a:xfrm>
            <a:prstGeom prst="rect">
              <a:avLst/>
            </a:prstGeom>
            <a:solidFill>
              <a:srgbClr val="B9C9F0"/>
            </a:solidFill>
            <a:ln>
              <a:noFill/>
            </a:ln>
          </p:spPr>
        </p:sp>
      </p:grpSp>
      <p:grpSp>
        <p:nvGrpSpPr>
          <p:cNvPr id="152" name="node08"/>
          <p:cNvGrpSpPr/>
          <p:nvPr/>
        </p:nvGrpSpPr>
        <p:grpSpPr>
          <a:xfrm>
            <a:off x="723900" y="2971800"/>
            <a:ext cx="457200" cy="228600"/>
            <a:chOff x="723900" y="2971800"/>
            <a:chExt cx="457200" cy="228600"/>
          </a:xfrm>
        </p:grpSpPr>
        <p:sp>
          <p:nvSpPr>
            <p:cNvPr id="14" name="node08.text"/>
            <p:cNvSpPr/>
            <p:nvPr/>
          </p:nvSpPr>
          <p:spPr>
            <a:xfrm>
              <a:off x="723900" y="2971800"/>
              <a:ext cx="457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A2</a:t>
              </a:r>
              <a:endParaRPr lang="en-US" sz="1200" spc="0" kern="0" b="0" i="0" dirty="0">
                <a:solidFill>
                  <a:srgbClr val="50658E"/>
                </a:solidFill>
                <a:latin typeface="IBM Plex Sans"/>
                <a:ea typeface="IBM Plex Sans"/>
                <a:cs typeface="IBM Plex Sans"/>
              </a:endParaRPr>
            </a:p>
          </p:txBody>
        </p:sp>
      </p:grpSp>
      <p:grpSp>
        <p:nvGrpSpPr>
          <p:cNvPr id="153" name="node09"/>
          <p:cNvGrpSpPr/>
          <p:nvPr/>
        </p:nvGrpSpPr>
        <p:grpSpPr>
          <a:xfrm>
            <a:off x="1181100" y="2971800"/>
            <a:ext cx="431800" cy="203200"/>
            <a:chOff x="1181100" y="2971800"/>
            <a:chExt cx="431800" cy="203200"/>
          </a:xfrm>
        </p:grpSpPr>
        <p:sp>
          <p:nvSpPr>
            <p:cNvPr id="15" name="node09.surface"/>
            <p:cNvSpPr/>
            <p:nvPr/>
          </p:nvSpPr>
          <p:spPr>
            <a:xfrm>
              <a:off x="1181100" y="2971800"/>
              <a:ext cx="431800" cy="203200"/>
            </a:xfrm>
            <a:prstGeom prst="rect">
              <a:avLst/>
            </a:prstGeom>
            <a:solidFill>
              <a:srgbClr val="7C9BFF"/>
            </a:solidFill>
            <a:ln>
              <a:noFill/>
            </a:ln>
          </p:spPr>
        </p:sp>
      </p:grpSp>
      <p:grpSp>
        <p:nvGrpSpPr>
          <p:cNvPr id="154" name="node10"/>
          <p:cNvGrpSpPr/>
          <p:nvPr/>
        </p:nvGrpSpPr>
        <p:grpSpPr>
          <a:xfrm>
            <a:off x="1638300" y="2971800"/>
            <a:ext cx="431800" cy="203200"/>
            <a:chOff x="1638300" y="2971800"/>
            <a:chExt cx="431800" cy="203200"/>
          </a:xfrm>
        </p:grpSpPr>
        <p:sp>
          <p:nvSpPr>
            <p:cNvPr id="16" name="node10.surface"/>
            <p:cNvSpPr/>
            <p:nvPr/>
          </p:nvSpPr>
          <p:spPr>
            <a:xfrm>
              <a:off x="1638300" y="2971800"/>
              <a:ext cx="431800" cy="203200"/>
            </a:xfrm>
            <a:prstGeom prst="rect">
              <a:avLst/>
            </a:prstGeom>
            <a:solidFill>
              <a:srgbClr val="7C9BFF"/>
            </a:solidFill>
            <a:ln>
              <a:noFill/>
            </a:ln>
          </p:spPr>
        </p:sp>
      </p:grpSp>
      <p:grpSp>
        <p:nvGrpSpPr>
          <p:cNvPr id="155" name="node11"/>
          <p:cNvGrpSpPr/>
          <p:nvPr/>
        </p:nvGrpSpPr>
        <p:grpSpPr>
          <a:xfrm>
            <a:off x="2095500" y="2971800"/>
            <a:ext cx="431800" cy="203200"/>
            <a:chOff x="2095500" y="2971800"/>
            <a:chExt cx="431800" cy="203200"/>
          </a:xfrm>
        </p:grpSpPr>
        <p:sp>
          <p:nvSpPr>
            <p:cNvPr id="17" name="node11.surface"/>
            <p:cNvSpPr/>
            <p:nvPr/>
          </p:nvSpPr>
          <p:spPr>
            <a:xfrm>
              <a:off x="2095500" y="2971800"/>
              <a:ext cx="431800" cy="203200"/>
            </a:xfrm>
            <a:prstGeom prst="rect">
              <a:avLst/>
            </a:prstGeom>
            <a:solidFill>
              <a:srgbClr val="B9C9F0"/>
            </a:solidFill>
            <a:ln>
              <a:noFill/>
            </a:ln>
          </p:spPr>
        </p:sp>
      </p:grpSp>
      <p:grpSp>
        <p:nvGrpSpPr>
          <p:cNvPr id="156" name="node12"/>
          <p:cNvGrpSpPr/>
          <p:nvPr/>
        </p:nvGrpSpPr>
        <p:grpSpPr>
          <a:xfrm>
            <a:off x="2552700" y="2971800"/>
            <a:ext cx="431800" cy="203200"/>
            <a:chOff x="2552700" y="2971800"/>
            <a:chExt cx="431800" cy="203200"/>
          </a:xfrm>
        </p:grpSpPr>
        <p:sp>
          <p:nvSpPr>
            <p:cNvPr id="18" name="node12.surface"/>
            <p:cNvSpPr/>
            <p:nvPr/>
          </p:nvSpPr>
          <p:spPr>
            <a:xfrm>
              <a:off x="2552700" y="2971800"/>
              <a:ext cx="431800" cy="203200"/>
            </a:xfrm>
            <a:prstGeom prst="rect">
              <a:avLst/>
            </a:prstGeom>
            <a:solidFill>
              <a:srgbClr val="7C9BFF"/>
            </a:solidFill>
            <a:ln>
              <a:noFill/>
            </a:ln>
          </p:spPr>
        </p:sp>
      </p:grpSp>
      <p:grpSp>
        <p:nvGrpSpPr>
          <p:cNvPr id="157" name="node13"/>
          <p:cNvGrpSpPr/>
          <p:nvPr/>
        </p:nvGrpSpPr>
        <p:grpSpPr>
          <a:xfrm>
            <a:off x="3009900" y="2971800"/>
            <a:ext cx="431800" cy="203200"/>
            <a:chOff x="3009900" y="2971800"/>
            <a:chExt cx="431800" cy="203200"/>
          </a:xfrm>
        </p:grpSpPr>
        <p:sp>
          <p:nvSpPr>
            <p:cNvPr id="19" name="node13.surface"/>
            <p:cNvSpPr/>
            <p:nvPr/>
          </p:nvSpPr>
          <p:spPr>
            <a:xfrm>
              <a:off x="3009900" y="2971800"/>
              <a:ext cx="431800" cy="203200"/>
            </a:xfrm>
            <a:prstGeom prst="rect">
              <a:avLst/>
            </a:prstGeom>
            <a:solidFill>
              <a:srgbClr val="7C9BFF"/>
            </a:solidFill>
            <a:ln>
              <a:noFill/>
            </a:ln>
          </p:spPr>
        </p:sp>
      </p:grpSp>
      <p:grpSp>
        <p:nvGrpSpPr>
          <p:cNvPr id="158" name="node14"/>
          <p:cNvGrpSpPr/>
          <p:nvPr/>
        </p:nvGrpSpPr>
        <p:grpSpPr>
          <a:xfrm>
            <a:off x="723900" y="3200400"/>
            <a:ext cx="457200" cy="228600"/>
            <a:chOff x="723900" y="3200400"/>
            <a:chExt cx="457200" cy="228600"/>
          </a:xfrm>
        </p:grpSpPr>
        <p:sp>
          <p:nvSpPr>
            <p:cNvPr id="20" name="node14.text"/>
            <p:cNvSpPr/>
            <p:nvPr/>
          </p:nvSpPr>
          <p:spPr>
            <a:xfrm>
              <a:off x="723900" y="3200400"/>
              <a:ext cx="457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A3</a:t>
              </a:r>
              <a:endParaRPr lang="en-US" sz="1200" spc="0" kern="0" b="0" i="0" dirty="0">
                <a:solidFill>
                  <a:srgbClr val="50658E"/>
                </a:solidFill>
                <a:latin typeface="IBM Plex Sans"/>
                <a:ea typeface="IBM Plex Sans"/>
                <a:cs typeface="IBM Plex Sans"/>
              </a:endParaRPr>
            </a:p>
          </p:txBody>
        </p:sp>
      </p:grpSp>
      <p:grpSp>
        <p:nvGrpSpPr>
          <p:cNvPr id="159" name="node15"/>
          <p:cNvGrpSpPr/>
          <p:nvPr/>
        </p:nvGrpSpPr>
        <p:grpSpPr>
          <a:xfrm>
            <a:off x="1181100" y="3200400"/>
            <a:ext cx="431800" cy="203200"/>
            <a:chOff x="1181100" y="3200400"/>
            <a:chExt cx="431800" cy="203200"/>
          </a:xfrm>
        </p:grpSpPr>
        <p:sp>
          <p:nvSpPr>
            <p:cNvPr id="21" name="node15.surface"/>
            <p:cNvSpPr/>
            <p:nvPr/>
          </p:nvSpPr>
          <p:spPr>
            <a:xfrm>
              <a:off x="1181100" y="3200400"/>
              <a:ext cx="431800" cy="203200"/>
            </a:xfrm>
            <a:prstGeom prst="rect">
              <a:avLst/>
            </a:prstGeom>
            <a:solidFill>
              <a:srgbClr val="B9C9F0"/>
            </a:solidFill>
            <a:ln>
              <a:noFill/>
            </a:ln>
          </p:spPr>
        </p:sp>
      </p:grpSp>
      <p:grpSp>
        <p:nvGrpSpPr>
          <p:cNvPr id="160" name="node16"/>
          <p:cNvGrpSpPr/>
          <p:nvPr/>
        </p:nvGrpSpPr>
        <p:grpSpPr>
          <a:xfrm>
            <a:off x="1638300" y="3200400"/>
            <a:ext cx="431800" cy="203200"/>
            <a:chOff x="1638300" y="3200400"/>
            <a:chExt cx="431800" cy="203200"/>
          </a:xfrm>
        </p:grpSpPr>
        <p:sp>
          <p:nvSpPr>
            <p:cNvPr id="22" name="node16.surface"/>
            <p:cNvSpPr/>
            <p:nvPr/>
          </p:nvSpPr>
          <p:spPr>
            <a:xfrm>
              <a:off x="1638300" y="3200400"/>
              <a:ext cx="431800" cy="203200"/>
            </a:xfrm>
            <a:prstGeom prst="rect">
              <a:avLst/>
            </a:prstGeom>
            <a:solidFill>
              <a:srgbClr val="E8EEF8"/>
            </a:solidFill>
            <a:ln>
              <a:noFill/>
            </a:ln>
          </p:spPr>
        </p:sp>
      </p:grpSp>
      <p:grpSp>
        <p:nvGrpSpPr>
          <p:cNvPr id="161" name="node17"/>
          <p:cNvGrpSpPr/>
          <p:nvPr/>
        </p:nvGrpSpPr>
        <p:grpSpPr>
          <a:xfrm>
            <a:off x="2095500" y="3200400"/>
            <a:ext cx="431800" cy="203200"/>
            <a:chOff x="2095500" y="3200400"/>
            <a:chExt cx="431800" cy="203200"/>
          </a:xfrm>
        </p:grpSpPr>
        <p:sp>
          <p:nvSpPr>
            <p:cNvPr id="23" name="node17.surface"/>
            <p:cNvSpPr/>
            <p:nvPr/>
          </p:nvSpPr>
          <p:spPr>
            <a:xfrm>
              <a:off x="2095500" y="3200400"/>
              <a:ext cx="431800" cy="203200"/>
            </a:xfrm>
            <a:prstGeom prst="rect">
              <a:avLst/>
            </a:prstGeom>
            <a:solidFill>
              <a:srgbClr val="E8EEF8"/>
            </a:solidFill>
            <a:ln>
              <a:noFill/>
            </a:ln>
          </p:spPr>
        </p:sp>
      </p:grpSp>
      <p:grpSp>
        <p:nvGrpSpPr>
          <p:cNvPr id="162" name="node18"/>
          <p:cNvGrpSpPr/>
          <p:nvPr/>
        </p:nvGrpSpPr>
        <p:grpSpPr>
          <a:xfrm>
            <a:off x="2552700" y="3200400"/>
            <a:ext cx="431800" cy="203200"/>
            <a:chOff x="2552700" y="3200400"/>
            <a:chExt cx="431800" cy="203200"/>
          </a:xfrm>
        </p:grpSpPr>
        <p:sp>
          <p:nvSpPr>
            <p:cNvPr id="24" name="node18.surface"/>
            <p:cNvSpPr/>
            <p:nvPr/>
          </p:nvSpPr>
          <p:spPr>
            <a:xfrm>
              <a:off x="2552700" y="3200400"/>
              <a:ext cx="431800" cy="203200"/>
            </a:xfrm>
            <a:prstGeom prst="rect">
              <a:avLst/>
            </a:prstGeom>
            <a:solidFill>
              <a:srgbClr val="B9C9F0"/>
            </a:solidFill>
            <a:ln>
              <a:noFill/>
            </a:ln>
          </p:spPr>
        </p:sp>
      </p:grpSp>
      <p:grpSp>
        <p:nvGrpSpPr>
          <p:cNvPr id="163" name="node19"/>
          <p:cNvGrpSpPr/>
          <p:nvPr/>
        </p:nvGrpSpPr>
        <p:grpSpPr>
          <a:xfrm>
            <a:off x="3009900" y="3200400"/>
            <a:ext cx="431800" cy="203200"/>
            <a:chOff x="3009900" y="3200400"/>
            <a:chExt cx="431800" cy="203200"/>
          </a:xfrm>
        </p:grpSpPr>
        <p:sp>
          <p:nvSpPr>
            <p:cNvPr id="25" name="node19.surface"/>
            <p:cNvSpPr/>
            <p:nvPr/>
          </p:nvSpPr>
          <p:spPr>
            <a:xfrm>
              <a:off x="3009900" y="3200400"/>
              <a:ext cx="431800" cy="203200"/>
            </a:xfrm>
            <a:prstGeom prst="rect">
              <a:avLst/>
            </a:prstGeom>
            <a:solidFill>
              <a:srgbClr val="B9C9F0"/>
            </a:solidFill>
            <a:ln>
              <a:noFill/>
            </a:ln>
          </p:spPr>
        </p:sp>
      </p:grpSp>
      <p:grpSp>
        <p:nvGrpSpPr>
          <p:cNvPr id="164" name="node20"/>
          <p:cNvGrpSpPr/>
          <p:nvPr/>
        </p:nvGrpSpPr>
        <p:grpSpPr>
          <a:xfrm>
            <a:off x="723900" y="3429000"/>
            <a:ext cx="457200" cy="228600"/>
            <a:chOff x="723900" y="3429000"/>
            <a:chExt cx="457200" cy="228600"/>
          </a:xfrm>
        </p:grpSpPr>
        <p:sp>
          <p:nvSpPr>
            <p:cNvPr id="26" name="node20.text"/>
            <p:cNvSpPr/>
            <p:nvPr/>
          </p:nvSpPr>
          <p:spPr>
            <a:xfrm>
              <a:off x="723900" y="3429000"/>
              <a:ext cx="457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A4</a:t>
              </a:r>
              <a:endParaRPr lang="en-US" sz="1200" spc="0" kern="0" b="0" i="0" dirty="0">
                <a:solidFill>
                  <a:srgbClr val="50658E"/>
                </a:solidFill>
                <a:latin typeface="IBM Plex Sans"/>
                <a:ea typeface="IBM Plex Sans"/>
                <a:cs typeface="IBM Plex Sans"/>
              </a:endParaRPr>
            </a:p>
          </p:txBody>
        </p:sp>
      </p:grpSp>
      <p:grpSp>
        <p:nvGrpSpPr>
          <p:cNvPr id="165" name="node21"/>
          <p:cNvGrpSpPr/>
          <p:nvPr/>
        </p:nvGrpSpPr>
        <p:grpSpPr>
          <a:xfrm>
            <a:off x="1181100" y="3429000"/>
            <a:ext cx="431800" cy="203200"/>
            <a:chOff x="1181100" y="3429000"/>
            <a:chExt cx="431800" cy="203200"/>
          </a:xfrm>
        </p:grpSpPr>
        <p:sp>
          <p:nvSpPr>
            <p:cNvPr id="27" name="node21.surface"/>
            <p:cNvSpPr/>
            <p:nvPr/>
          </p:nvSpPr>
          <p:spPr>
            <a:xfrm>
              <a:off x="1181100" y="3429000"/>
              <a:ext cx="431800" cy="203200"/>
            </a:xfrm>
            <a:prstGeom prst="rect">
              <a:avLst/>
            </a:prstGeom>
            <a:solidFill>
              <a:srgbClr val="0047FF"/>
            </a:solidFill>
            <a:ln>
              <a:noFill/>
            </a:ln>
          </p:spPr>
        </p:sp>
      </p:grpSp>
      <p:grpSp>
        <p:nvGrpSpPr>
          <p:cNvPr id="166" name="node22"/>
          <p:cNvGrpSpPr/>
          <p:nvPr/>
        </p:nvGrpSpPr>
        <p:grpSpPr>
          <a:xfrm>
            <a:off x="1638300" y="3429000"/>
            <a:ext cx="431800" cy="203200"/>
            <a:chOff x="1638300" y="3429000"/>
            <a:chExt cx="431800" cy="203200"/>
          </a:xfrm>
        </p:grpSpPr>
        <p:sp>
          <p:nvSpPr>
            <p:cNvPr id="28" name="node22.surface"/>
            <p:cNvSpPr/>
            <p:nvPr/>
          </p:nvSpPr>
          <p:spPr>
            <a:xfrm>
              <a:off x="1638300" y="3429000"/>
              <a:ext cx="431800" cy="203200"/>
            </a:xfrm>
            <a:prstGeom prst="rect">
              <a:avLst/>
            </a:prstGeom>
            <a:solidFill>
              <a:srgbClr val="070154"/>
            </a:solidFill>
            <a:ln>
              <a:noFill/>
            </a:ln>
          </p:spPr>
        </p:sp>
      </p:grpSp>
      <p:grpSp>
        <p:nvGrpSpPr>
          <p:cNvPr id="167" name="node23"/>
          <p:cNvGrpSpPr/>
          <p:nvPr/>
        </p:nvGrpSpPr>
        <p:grpSpPr>
          <a:xfrm>
            <a:off x="2095500" y="3429000"/>
            <a:ext cx="431800" cy="203200"/>
            <a:chOff x="2095500" y="3429000"/>
            <a:chExt cx="431800" cy="203200"/>
          </a:xfrm>
        </p:grpSpPr>
        <p:sp>
          <p:nvSpPr>
            <p:cNvPr id="29" name="node23.surface"/>
            <p:cNvSpPr/>
            <p:nvPr/>
          </p:nvSpPr>
          <p:spPr>
            <a:xfrm>
              <a:off x="2095500" y="3429000"/>
              <a:ext cx="431800" cy="203200"/>
            </a:xfrm>
            <a:prstGeom prst="rect">
              <a:avLst/>
            </a:prstGeom>
            <a:solidFill>
              <a:srgbClr val="7C9BFF"/>
            </a:solidFill>
            <a:ln>
              <a:noFill/>
            </a:ln>
          </p:spPr>
        </p:sp>
      </p:grpSp>
      <p:grpSp>
        <p:nvGrpSpPr>
          <p:cNvPr id="168" name="node24"/>
          <p:cNvGrpSpPr/>
          <p:nvPr/>
        </p:nvGrpSpPr>
        <p:grpSpPr>
          <a:xfrm>
            <a:off x="2552700" y="3429000"/>
            <a:ext cx="431800" cy="203200"/>
            <a:chOff x="2552700" y="3429000"/>
            <a:chExt cx="431800" cy="203200"/>
          </a:xfrm>
        </p:grpSpPr>
        <p:sp>
          <p:nvSpPr>
            <p:cNvPr id="30" name="node24.surface"/>
            <p:cNvSpPr/>
            <p:nvPr/>
          </p:nvSpPr>
          <p:spPr>
            <a:xfrm>
              <a:off x="2552700" y="3429000"/>
              <a:ext cx="431800" cy="203200"/>
            </a:xfrm>
            <a:prstGeom prst="rect">
              <a:avLst/>
            </a:prstGeom>
            <a:solidFill>
              <a:srgbClr val="7C9BFF"/>
            </a:solidFill>
            <a:ln>
              <a:noFill/>
            </a:ln>
          </p:spPr>
        </p:sp>
      </p:grpSp>
      <p:grpSp>
        <p:nvGrpSpPr>
          <p:cNvPr id="169" name="node25"/>
          <p:cNvGrpSpPr/>
          <p:nvPr/>
        </p:nvGrpSpPr>
        <p:grpSpPr>
          <a:xfrm>
            <a:off x="3009900" y="3429000"/>
            <a:ext cx="431800" cy="203200"/>
            <a:chOff x="3009900" y="3429000"/>
            <a:chExt cx="431800" cy="203200"/>
          </a:xfrm>
        </p:grpSpPr>
        <p:sp>
          <p:nvSpPr>
            <p:cNvPr id="31" name="node25.surface"/>
            <p:cNvSpPr/>
            <p:nvPr/>
          </p:nvSpPr>
          <p:spPr>
            <a:xfrm>
              <a:off x="3009900" y="3429000"/>
              <a:ext cx="431800" cy="203200"/>
            </a:xfrm>
            <a:prstGeom prst="rect">
              <a:avLst/>
            </a:prstGeom>
            <a:solidFill>
              <a:srgbClr val="0047FF"/>
            </a:solidFill>
            <a:ln>
              <a:noFill/>
            </a:ln>
          </p:spPr>
        </p:sp>
      </p:grpSp>
      <p:grpSp>
        <p:nvGrpSpPr>
          <p:cNvPr id="170" name="node26"/>
          <p:cNvGrpSpPr/>
          <p:nvPr/>
        </p:nvGrpSpPr>
        <p:grpSpPr>
          <a:xfrm>
            <a:off x="723900" y="3657600"/>
            <a:ext cx="457200" cy="228600"/>
            <a:chOff x="723900" y="3657600"/>
            <a:chExt cx="457200" cy="228600"/>
          </a:xfrm>
        </p:grpSpPr>
        <p:sp>
          <p:nvSpPr>
            <p:cNvPr id="32" name="node26.text"/>
            <p:cNvSpPr/>
            <p:nvPr/>
          </p:nvSpPr>
          <p:spPr>
            <a:xfrm>
              <a:off x="723900" y="3657600"/>
              <a:ext cx="457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A5</a:t>
              </a:r>
              <a:endParaRPr lang="en-US" sz="1200" spc="0" kern="0" b="0" i="0" dirty="0">
                <a:solidFill>
                  <a:srgbClr val="50658E"/>
                </a:solidFill>
                <a:latin typeface="IBM Plex Sans"/>
                <a:ea typeface="IBM Plex Sans"/>
                <a:cs typeface="IBM Plex Sans"/>
              </a:endParaRPr>
            </a:p>
          </p:txBody>
        </p:sp>
      </p:grpSp>
      <p:grpSp>
        <p:nvGrpSpPr>
          <p:cNvPr id="171" name="node27"/>
          <p:cNvGrpSpPr/>
          <p:nvPr/>
        </p:nvGrpSpPr>
        <p:grpSpPr>
          <a:xfrm>
            <a:off x="1181100" y="3657600"/>
            <a:ext cx="431800" cy="203200"/>
            <a:chOff x="1181100" y="3657600"/>
            <a:chExt cx="431800" cy="203200"/>
          </a:xfrm>
        </p:grpSpPr>
        <p:sp>
          <p:nvSpPr>
            <p:cNvPr id="33" name="node27.surface"/>
            <p:cNvSpPr/>
            <p:nvPr/>
          </p:nvSpPr>
          <p:spPr>
            <a:xfrm>
              <a:off x="1181100" y="3657600"/>
              <a:ext cx="431800" cy="203200"/>
            </a:xfrm>
            <a:prstGeom prst="rect">
              <a:avLst/>
            </a:prstGeom>
            <a:solidFill>
              <a:srgbClr val="7C9BFF"/>
            </a:solidFill>
            <a:ln>
              <a:noFill/>
            </a:ln>
          </p:spPr>
        </p:sp>
      </p:grpSp>
      <p:grpSp>
        <p:nvGrpSpPr>
          <p:cNvPr id="172" name="node28"/>
          <p:cNvGrpSpPr/>
          <p:nvPr/>
        </p:nvGrpSpPr>
        <p:grpSpPr>
          <a:xfrm>
            <a:off x="1638300" y="3657600"/>
            <a:ext cx="431800" cy="203200"/>
            <a:chOff x="1638300" y="3657600"/>
            <a:chExt cx="431800" cy="203200"/>
          </a:xfrm>
        </p:grpSpPr>
        <p:sp>
          <p:nvSpPr>
            <p:cNvPr id="34" name="node28.surface"/>
            <p:cNvSpPr/>
            <p:nvPr/>
          </p:nvSpPr>
          <p:spPr>
            <a:xfrm>
              <a:off x="1638300" y="3657600"/>
              <a:ext cx="431800" cy="203200"/>
            </a:xfrm>
            <a:prstGeom prst="rect">
              <a:avLst/>
            </a:prstGeom>
            <a:solidFill>
              <a:srgbClr val="7C9BFF"/>
            </a:solidFill>
            <a:ln>
              <a:noFill/>
            </a:ln>
          </p:spPr>
        </p:sp>
      </p:grpSp>
      <p:grpSp>
        <p:nvGrpSpPr>
          <p:cNvPr id="173" name="node29"/>
          <p:cNvGrpSpPr/>
          <p:nvPr/>
        </p:nvGrpSpPr>
        <p:grpSpPr>
          <a:xfrm>
            <a:off x="2095500" y="3657600"/>
            <a:ext cx="431800" cy="203200"/>
            <a:chOff x="2095500" y="3657600"/>
            <a:chExt cx="431800" cy="203200"/>
          </a:xfrm>
        </p:grpSpPr>
        <p:sp>
          <p:nvSpPr>
            <p:cNvPr id="35" name="node29.surface"/>
            <p:cNvSpPr/>
            <p:nvPr/>
          </p:nvSpPr>
          <p:spPr>
            <a:xfrm>
              <a:off x="2095500" y="3657600"/>
              <a:ext cx="431800" cy="203200"/>
            </a:xfrm>
            <a:prstGeom prst="rect">
              <a:avLst/>
            </a:prstGeom>
            <a:solidFill>
              <a:srgbClr val="7C9BFF"/>
            </a:solidFill>
            <a:ln>
              <a:noFill/>
            </a:ln>
          </p:spPr>
        </p:sp>
      </p:grpSp>
      <p:grpSp>
        <p:nvGrpSpPr>
          <p:cNvPr id="174" name="node30"/>
          <p:cNvGrpSpPr/>
          <p:nvPr/>
        </p:nvGrpSpPr>
        <p:grpSpPr>
          <a:xfrm>
            <a:off x="2552700" y="3657600"/>
            <a:ext cx="431800" cy="203200"/>
            <a:chOff x="2552700" y="3657600"/>
            <a:chExt cx="431800" cy="203200"/>
          </a:xfrm>
        </p:grpSpPr>
        <p:sp>
          <p:nvSpPr>
            <p:cNvPr id="36" name="node30.surface"/>
            <p:cNvSpPr/>
            <p:nvPr/>
          </p:nvSpPr>
          <p:spPr>
            <a:xfrm>
              <a:off x="2552700" y="3657600"/>
              <a:ext cx="431800" cy="203200"/>
            </a:xfrm>
            <a:prstGeom prst="rect">
              <a:avLst/>
            </a:prstGeom>
            <a:solidFill>
              <a:srgbClr val="B9C9F0"/>
            </a:solidFill>
            <a:ln>
              <a:noFill/>
            </a:ln>
          </p:spPr>
        </p:sp>
      </p:grpSp>
      <p:grpSp>
        <p:nvGrpSpPr>
          <p:cNvPr id="175" name="node31"/>
          <p:cNvGrpSpPr/>
          <p:nvPr/>
        </p:nvGrpSpPr>
        <p:grpSpPr>
          <a:xfrm>
            <a:off x="3009900" y="3657600"/>
            <a:ext cx="431800" cy="203200"/>
            <a:chOff x="3009900" y="3657600"/>
            <a:chExt cx="431800" cy="203200"/>
          </a:xfrm>
        </p:grpSpPr>
        <p:sp>
          <p:nvSpPr>
            <p:cNvPr id="37" name="node31.surface"/>
            <p:cNvSpPr/>
            <p:nvPr/>
          </p:nvSpPr>
          <p:spPr>
            <a:xfrm>
              <a:off x="3009900" y="3657600"/>
              <a:ext cx="431800" cy="203200"/>
            </a:xfrm>
            <a:prstGeom prst="rect">
              <a:avLst/>
            </a:prstGeom>
            <a:solidFill>
              <a:srgbClr val="7C9BFF"/>
            </a:solidFill>
            <a:ln>
              <a:noFill/>
            </a:ln>
          </p:spPr>
        </p:sp>
      </p:grpSp>
      <p:grpSp>
        <p:nvGrpSpPr>
          <p:cNvPr id="176" name="node32"/>
          <p:cNvGrpSpPr/>
          <p:nvPr/>
        </p:nvGrpSpPr>
        <p:grpSpPr>
          <a:xfrm>
            <a:off x="723900" y="3886200"/>
            <a:ext cx="457200" cy="228600"/>
            <a:chOff x="723900" y="3886200"/>
            <a:chExt cx="457200" cy="228600"/>
          </a:xfrm>
        </p:grpSpPr>
        <p:sp>
          <p:nvSpPr>
            <p:cNvPr id="38" name="node32.text"/>
            <p:cNvSpPr/>
            <p:nvPr/>
          </p:nvSpPr>
          <p:spPr>
            <a:xfrm>
              <a:off x="723900" y="3886200"/>
              <a:ext cx="457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A6</a:t>
              </a:r>
              <a:endParaRPr lang="en-US" sz="1200" spc="0" kern="0" b="0" i="0" dirty="0">
                <a:solidFill>
                  <a:srgbClr val="50658E"/>
                </a:solidFill>
                <a:latin typeface="IBM Plex Sans"/>
                <a:ea typeface="IBM Plex Sans"/>
                <a:cs typeface="IBM Plex Sans"/>
              </a:endParaRPr>
            </a:p>
          </p:txBody>
        </p:sp>
      </p:grpSp>
      <p:grpSp>
        <p:nvGrpSpPr>
          <p:cNvPr id="177" name="node33"/>
          <p:cNvGrpSpPr/>
          <p:nvPr/>
        </p:nvGrpSpPr>
        <p:grpSpPr>
          <a:xfrm>
            <a:off x="1181100" y="3886200"/>
            <a:ext cx="431800" cy="203200"/>
            <a:chOff x="1181100" y="3886200"/>
            <a:chExt cx="431800" cy="203200"/>
          </a:xfrm>
        </p:grpSpPr>
        <p:sp>
          <p:nvSpPr>
            <p:cNvPr id="39" name="node33.surface"/>
            <p:cNvSpPr/>
            <p:nvPr/>
          </p:nvSpPr>
          <p:spPr>
            <a:xfrm>
              <a:off x="1181100" y="3886200"/>
              <a:ext cx="431800" cy="203200"/>
            </a:xfrm>
            <a:prstGeom prst="rect">
              <a:avLst/>
            </a:prstGeom>
            <a:solidFill>
              <a:srgbClr val="B9C9F0"/>
            </a:solidFill>
            <a:ln>
              <a:noFill/>
            </a:ln>
          </p:spPr>
        </p:sp>
      </p:grpSp>
      <p:grpSp>
        <p:nvGrpSpPr>
          <p:cNvPr id="178" name="node34"/>
          <p:cNvGrpSpPr/>
          <p:nvPr/>
        </p:nvGrpSpPr>
        <p:grpSpPr>
          <a:xfrm>
            <a:off x="1638300" y="3886200"/>
            <a:ext cx="431800" cy="203200"/>
            <a:chOff x="1638300" y="3886200"/>
            <a:chExt cx="431800" cy="203200"/>
          </a:xfrm>
        </p:grpSpPr>
        <p:sp>
          <p:nvSpPr>
            <p:cNvPr id="40" name="node34.surface"/>
            <p:cNvSpPr/>
            <p:nvPr/>
          </p:nvSpPr>
          <p:spPr>
            <a:xfrm>
              <a:off x="1638300" y="3886200"/>
              <a:ext cx="431800" cy="203200"/>
            </a:xfrm>
            <a:prstGeom prst="rect">
              <a:avLst/>
            </a:prstGeom>
            <a:solidFill>
              <a:srgbClr val="B9C9F0"/>
            </a:solidFill>
            <a:ln>
              <a:noFill/>
            </a:ln>
          </p:spPr>
        </p:sp>
      </p:grpSp>
      <p:grpSp>
        <p:nvGrpSpPr>
          <p:cNvPr id="179" name="node35"/>
          <p:cNvGrpSpPr/>
          <p:nvPr/>
        </p:nvGrpSpPr>
        <p:grpSpPr>
          <a:xfrm>
            <a:off x="2095500" y="3886200"/>
            <a:ext cx="431800" cy="203200"/>
            <a:chOff x="2095500" y="3886200"/>
            <a:chExt cx="431800" cy="203200"/>
          </a:xfrm>
        </p:grpSpPr>
        <p:sp>
          <p:nvSpPr>
            <p:cNvPr id="41" name="node35.surface"/>
            <p:cNvSpPr/>
            <p:nvPr/>
          </p:nvSpPr>
          <p:spPr>
            <a:xfrm>
              <a:off x="2095500" y="3886200"/>
              <a:ext cx="431800" cy="203200"/>
            </a:xfrm>
            <a:prstGeom prst="rect">
              <a:avLst/>
            </a:prstGeom>
            <a:solidFill>
              <a:srgbClr val="B9C9F0"/>
            </a:solidFill>
            <a:ln>
              <a:noFill/>
            </a:ln>
          </p:spPr>
        </p:sp>
      </p:grpSp>
      <p:grpSp>
        <p:nvGrpSpPr>
          <p:cNvPr id="180" name="node36"/>
          <p:cNvGrpSpPr/>
          <p:nvPr/>
        </p:nvGrpSpPr>
        <p:grpSpPr>
          <a:xfrm>
            <a:off x="2552700" y="3886200"/>
            <a:ext cx="431800" cy="203200"/>
            <a:chOff x="2552700" y="3886200"/>
            <a:chExt cx="431800" cy="203200"/>
          </a:xfrm>
        </p:grpSpPr>
        <p:sp>
          <p:nvSpPr>
            <p:cNvPr id="42" name="node36.surface"/>
            <p:cNvSpPr/>
            <p:nvPr/>
          </p:nvSpPr>
          <p:spPr>
            <a:xfrm>
              <a:off x="2552700" y="3886200"/>
              <a:ext cx="431800" cy="203200"/>
            </a:xfrm>
            <a:prstGeom prst="rect">
              <a:avLst/>
            </a:prstGeom>
            <a:solidFill>
              <a:srgbClr val="B9C9F0"/>
            </a:solidFill>
            <a:ln>
              <a:noFill/>
            </a:ln>
          </p:spPr>
        </p:sp>
      </p:grpSp>
      <p:grpSp>
        <p:nvGrpSpPr>
          <p:cNvPr id="181" name="node37"/>
          <p:cNvGrpSpPr/>
          <p:nvPr/>
        </p:nvGrpSpPr>
        <p:grpSpPr>
          <a:xfrm>
            <a:off x="3009900" y="3886200"/>
            <a:ext cx="431800" cy="203200"/>
            <a:chOff x="3009900" y="3886200"/>
            <a:chExt cx="431800" cy="203200"/>
          </a:xfrm>
        </p:grpSpPr>
        <p:sp>
          <p:nvSpPr>
            <p:cNvPr id="43" name="node37.surface"/>
            <p:cNvSpPr/>
            <p:nvPr/>
          </p:nvSpPr>
          <p:spPr>
            <a:xfrm>
              <a:off x="3009900" y="3886200"/>
              <a:ext cx="431800" cy="203200"/>
            </a:xfrm>
            <a:prstGeom prst="rect">
              <a:avLst/>
            </a:prstGeom>
            <a:solidFill>
              <a:srgbClr val="E8EEF8"/>
            </a:solidFill>
            <a:ln>
              <a:noFill/>
            </a:ln>
          </p:spPr>
        </p:sp>
      </p:grpSp>
      <p:grpSp>
        <p:nvGrpSpPr>
          <p:cNvPr id="182" name="node38"/>
          <p:cNvGrpSpPr/>
          <p:nvPr/>
        </p:nvGrpSpPr>
        <p:grpSpPr>
          <a:xfrm>
            <a:off x="723900" y="4114800"/>
            <a:ext cx="457200" cy="228600"/>
            <a:chOff x="723900" y="4114800"/>
            <a:chExt cx="457200" cy="228600"/>
          </a:xfrm>
        </p:grpSpPr>
        <p:sp>
          <p:nvSpPr>
            <p:cNvPr id="44" name="node38.text"/>
            <p:cNvSpPr/>
            <p:nvPr/>
          </p:nvSpPr>
          <p:spPr>
            <a:xfrm>
              <a:off x="723900" y="4114800"/>
              <a:ext cx="457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A7</a:t>
              </a:r>
              <a:endParaRPr lang="en-US" sz="1200" spc="0" kern="0" b="0" i="0" dirty="0">
                <a:solidFill>
                  <a:srgbClr val="070154"/>
                </a:solidFill>
                <a:latin typeface="IBM Plex Sans"/>
                <a:ea typeface="IBM Plex Sans"/>
                <a:cs typeface="IBM Plex Sans"/>
              </a:endParaRPr>
            </a:p>
          </p:txBody>
        </p:sp>
      </p:grpSp>
      <p:grpSp>
        <p:nvGrpSpPr>
          <p:cNvPr id="183" name="node39"/>
          <p:cNvGrpSpPr/>
          <p:nvPr/>
        </p:nvGrpSpPr>
        <p:grpSpPr>
          <a:xfrm>
            <a:off x="1181100" y="4114800"/>
            <a:ext cx="431800" cy="203200"/>
            <a:chOff x="1181100" y="4114800"/>
            <a:chExt cx="431800" cy="203200"/>
          </a:xfrm>
        </p:grpSpPr>
        <p:sp>
          <p:nvSpPr>
            <p:cNvPr id="45" name="node39.surface"/>
            <p:cNvSpPr/>
            <p:nvPr/>
          </p:nvSpPr>
          <p:spPr>
            <a:xfrm>
              <a:off x="1181100" y="4114800"/>
              <a:ext cx="431800" cy="203200"/>
            </a:xfrm>
            <a:prstGeom prst="rect">
              <a:avLst/>
            </a:prstGeom>
            <a:solidFill>
              <a:srgbClr val="0047FF"/>
            </a:solidFill>
            <a:ln>
              <a:noFill/>
            </a:ln>
          </p:spPr>
        </p:sp>
      </p:grpSp>
      <p:grpSp>
        <p:nvGrpSpPr>
          <p:cNvPr id="184" name="node40"/>
          <p:cNvGrpSpPr/>
          <p:nvPr/>
        </p:nvGrpSpPr>
        <p:grpSpPr>
          <a:xfrm>
            <a:off x="1638300" y="4114800"/>
            <a:ext cx="431800" cy="203200"/>
            <a:chOff x="1638300" y="4114800"/>
            <a:chExt cx="431800" cy="203200"/>
          </a:xfrm>
        </p:grpSpPr>
        <p:sp>
          <p:nvSpPr>
            <p:cNvPr id="46" name="node40.surface"/>
            <p:cNvSpPr/>
            <p:nvPr/>
          </p:nvSpPr>
          <p:spPr>
            <a:xfrm>
              <a:off x="1638300" y="4114800"/>
              <a:ext cx="431800" cy="203200"/>
            </a:xfrm>
            <a:prstGeom prst="rect">
              <a:avLst/>
            </a:prstGeom>
            <a:solidFill>
              <a:srgbClr val="0047FF"/>
            </a:solidFill>
            <a:ln>
              <a:noFill/>
            </a:ln>
          </p:spPr>
        </p:sp>
      </p:grpSp>
      <p:grpSp>
        <p:nvGrpSpPr>
          <p:cNvPr id="185" name="node41"/>
          <p:cNvGrpSpPr/>
          <p:nvPr/>
        </p:nvGrpSpPr>
        <p:grpSpPr>
          <a:xfrm>
            <a:off x="2095500" y="4114800"/>
            <a:ext cx="431800" cy="203200"/>
            <a:chOff x="2095500" y="4114800"/>
            <a:chExt cx="431800" cy="203200"/>
          </a:xfrm>
        </p:grpSpPr>
        <p:sp>
          <p:nvSpPr>
            <p:cNvPr id="47" name="node41.surface"/>
            <p:cNvSpPr/>
            <p:nvPr/>
          </p:nvSpPr>
          <p:spPr>
            <a:xfrm>
              <a:off x="2095500" y="4114800"/>
              <a:ext cx="431800" cy="203200"/>
            </a:xfrm>
            <a:prstGeom prst="rect">
              <a:avLst/>
            </a:prstGeom>
            <a:solidFill>
              <a:srgbClr val="7C9BFF"/>
            </a:solidFill>
            <a:ln>
              <a:noFill/>
            </a:ln>
          </p:spPr>
        </p:sp>
      </p:grpSp>
      <p:grpSp>
        <p:nvGrpSpPr>
          <p:cNvPr id="186" name="node42"/>
          <p:cNvGrpSpPr/>
          <p:nvPr/>
        </p:nvGrpSpPr>
        <p:grpSpPr>
          <a:xfrm>
            <a:off x="2552700" y="4114800"/>
            <a:ext cx="431800" cy="203200"/>
            <a:chOff x="2552700" y="4114800"/>
            <a:chExt cx="431800" cy="203200"/>
          </a:xfrm>
        </p:grpSpPr>
        <p:sp>
          <p:nvSpPr>
            <p:cNvPr id="48" name="node42.surface"/>
            <p:cNvSpPr/>
            <p:nvPr/>
          </p:nvSpPr>
          <p:spPr>
            <a:xfrm>
              <a:off x="2552700" y="4114800"/>
              <a:ext cx="431800" cy="203200"/>
            </a:xfrm>
            <a:prstGeom prst="rect">
              <a:avLst/>
            </a:prstGeom>
            <a:solidFill>
              <a:srgbClr val="0047FF"/>
            </a:solidFill>
            <a:ln>
              <a:noFill/>
            </a:ln>
          </p:spPr>
        </p:sp>
      </p:grpSp>
      <p:grpSp>
        <p:nvGrpSpPr>
          <p:cNvPr id="187" name="node43"/>
          <p:cNvGrpSpPr/>
          <p:nvPr/>
        </p:nvGrpSpPr>
        <p:grpSpPr>
          <a:xfrm>
            <a:off x="3009900" y="4114800"/>
            <a:ext cx="431800" cy="203200"/>
            <a:chOff x="3009900" y="4114800"/>
            <a:chExt cx="431800" cy="203200"/>
          </a:xfrm>
        </p:grpSpPr>
        <p:sp>
          <p:nvSpPr>
            <p:cNvPr id="49" name="node43.surface"/>
            <p:cNvSpPr/>
            <p:nvPr/>
          </p:nvSpPr>
          <p:spPr>
            <a:xfrm>
              <a:off x="3009900" y="4114800"/>
              <a:ext cx="431800" cy="203200"/>
            </a:xfrm>
            <a:prstGeom prst="rect">
              <a:avLst/>
            </a:prstGeom>
            <a:solidFill>
              <a:srgbClr val="7C9BFF"/>
            </a:solidFill>
            <a:ln>
              <a:noFill/>
            </a:ln>
          </p:spPr>
        </p:sp>
      </p:grpSp>
      <p:grpSp>
        <p:nvGrpSpPr>
          <p:cNvPr id="188" name="node44"/>
          <p:cNvGrpSpPr/>
          <p:nvPr/>
        </p:nvGrpSpPr>
        <p:grpSpPr>
          <a:xfrm>
            <a:off x="723900" y="4343400"/>
            <a:ext cx="457200" cy="228600"/>
            <a:chOff x="723900" y="4343400"/>
            <a:chExt cx="457200" cy="228600"/>
          </a:xfrm>
        </p:grpSpPr>
        <p:sp>
          <p:nvSpPr>
            <p:cNvPr id="50" name="node44.text"/>
            <p:cNvSpPr/>
            <p:nvPr/>
          </p:nvSpPr>
          <p:spPr>
            <a:xfrm>
              <a:off x="723900" y="4343400"/>
              <a:ext cx="457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A8</a:t>
              </a:r>
              <a:endParaRPr lang="en-US" sz="1200" spc="0" kern="0" b="0" i="0" dirty="0">
                <a:solidFill>
                  <a:srgbClr val="070154"/>
                </a:solidFill>
                <a:latin typeface="IBM Plex Sans"/>
                <a:ea typeface="IBM Plex Sans"/>
                <a:cs typeface="IBM Plex Sans"/>
              </a:endParaRPr>
            </a:p>
          </p:txBody>
        </p:sp>
      </p:grpSp>
      <p:grpSp>
        <p:nvGrpSpPr>
          <p:cNvPr id="189" name="node45"/>
          <p:cNvGrpSpPr/>
          <p:nvPr/>
        </p:nvGrpSpPr>
        <p:grpSpPr>
          <a:xfrm>
            <a:off x="1181100" y="4343400"/>
            <a:ext cx="431800" cy="203200"/>
            <a:chOff x="1181100" y="4343400"/>
            <a:chExt cx="431800" cy="203200"/>
          </a:xfrm>
        </p:grpSpPr>
        <p:sp>
          <p:nvSpPr>
            <p:cNvPr id="51" name="node45.surface"/>
            <p:cNvSpPr/>
            <p:nvPr/>
          </p:nvSpPr>
          <p:spPr>
            <a:xfrm>
              <a:off x="1181100" y="4343400"/>
              <a:ext cx="431800" cy="203200"/>
            </a:xfrm>
            <a:prstGeom prst="rect">
              <a:avLst/>
            </a:prstGeom>
            <a:solidFill>
              <a:srgbClr val="B9C9F0"/>
            </a:solidFill>
            <a:ln>
              <a:noFill/>
            </a:ln>
          </p:spPr>
        </p:sp>
      </p:grpSp>
      <p:grpSp>
        <p:nvGrpSpPr>
          <p:cNvPr id="190" name="node46"/>
          <p:cNvGrpSpPr/>
          <p:nvPr/>
        </p:nvGrpSpPr>
        <p:grpSpPr>
          <a:xfrm>
            <a:off x="1638300" y="4343400"/>
            <a:ext cx="431800" cy="203200"/>
            <a:chOff x="1638300" y="4343400"/>
            <a:chExt cx="431800" cy="203200"/>
          </a:xfrm>
        </p:grpSpPr>
        <p:sp>
          <p:nvSpPr>
            <p:cNvPr id="52" name="node46.surface"/>
            <p:cNvSpPr/>
            <p:nvPr/>
          </p:nvSpPr>
          <p:spPr>
            <a:xfrm>
              <a:off x="1638300" y="4343400"/>
              <a:ext cx="431800" cy="203200"/>
            </a:xfrm>
            <a:prstGeom prst="rect">
              <a:avLst/>
            </a:prstGeom>
            <a:solidFill>
              <a:srgbClr val="B9C9F0"/>
            </a:solidFill>
            <a:ln>
              <a:noFill/>
            </a:ln>
          </p:spPr>
        </p:sp>
      </p:grpSp>
      <p:grpSp>
        <p:nvGrpSpPr>
          <p:cNvPr id="191" name="node47"/>
          <p:cNvGrpSpPr/>
          <p:nvPr/>
        </p:nvGrpSpPr>
        <p:grpSpPr>
          <a:xfrm>
            <a:off x="2095500" y="4343400"/>
            <a:ext cx="431800" cy="203200"/>
            <a:chOff x="2095500" y="4343400"/>
            <a:chExt cx="431800" cy="203200"/>
          </a:xfrm>
        </p:grpSpPr>
        <p:sp>
          <p:nvSpPr>
            <p:cNvPr id="53" name="node47.surface"/>
            <p:cNvSpPr/>
            <p:nvPr/>
          </p:nvSpPr>
          <p:spPr>
            <a:xfrm>
              <a:off x="2095500" y="4343400"/>
              <a:ext cx="431800" cy="203200"/>
            </a:xfrm>
            <a:prstGeom prst="rect">
              <a:avLst/>
            </a:prstGeom>
            <a:solidFill>
              <a:srgbClr val="E8EEF8"/>
            </a:solidFill>
            <a:ln>
              <a:noFill/>
            </a:ln>
          </p:spPr>
        </p:sp>
      </p:grpSp>
      <p:grpSp>
        <p:nvGrpSpPr>
          <p:cNvPr id="192" name="node48"/>
          <p:cNvGrpSpPr/>
          <p:nvPr/>
        </p:nvGrpSpPr>
        <p:grpSpPr>
          <a:xfrm>
            <a:off x="2552700" y="4343400"/>
            <a:ext cx="431800" cy="203200"/>
            <a:chOff x="2552700" y="4343400"/>
            <a:chExt cx="431800" cy="203200"/>
          </a:xfrm>
        </p:grpSpPr>
        <p:sp>
          <p:nvSpPr>
            <p:cNvPr id="54" name="node48.surface"/>
            <p:cNvSpPr/>
            <p:nvPr/>
          </p:nvSpPr>
          <p:spPr>
            <a:xfrm>
              <a:off x="2552700" y="4343400"/>
              <a:ext cx="431800" cy="203200"/>
            </a:xfrm>
            <a:prstGeom prst="rect">
              <a:avLst/>
            </a:prstGeom>
            <a:solidFill>
              <a:srgbClr val="7C9BFF"/>
            </a:solidFill>
            <a:ln>
              <a:noFill/>
            </a:ln>
          </p:spPr>
        </p:sp>
      </p:grpSp>
      <p:grpSp>
        <p:nvGrpSpPr>
          <p:cNvPr id="193" name="node49"/>
          <p:cNvGrpSpPr/>
          <p:nvPr/>
        </p:nvGrpSpPr>
        <p:grpSpPr>
          <a:xfrm>
            <a:off x="3009900" y="4343400"/>
            <a:ext cx="431800" cy="203200"/>
            <a:chOff x="3009900" y="4343400"/>
            <a:chExt cx="431800" cy="203200"/>
          </a:xfrm>
        </p:grpSpPr>
        <p:sp>
          <p:nvSpPr>
            <p:cNvPr id="55" name="node49.surface"/>
            <p:cNvSpPr/>
            <p:nvPr/>
          </p:nvSpPr>
          <p:spPr>
            <a:xfrm>
              <a:off x="3009900" y="4343400"/>
              <a:ext cx="431800" cy="203200"/>
            </a:xfrm>
            <a:prstGeom prst="rect">
              <a:avLst/>
            </a:prstGeom>
            <a:solidFill>
              <a:srgbClr val="B9C9F0"/>
            </a:solidFill>
            <a:ln>
              <a:noFill/>
            </a:ln>
          </p:spPr>
        </p:sp>
      </p:grpSp>
      <p:grpSp>
        <p:nvGrpSpPr>
          <p:cNvPr id="194" name="node50"/>
          <p:cNvGrpSpPr/>
          <p:nvPr/>
        </p:nvGrpSpPr>
        <p:grpSpPr>
          <a:xfrm>
            <a:off x="723900" y="4572000"/>
            <a:ext cx="457200" cy="228600"/>
            <a:chOff x="723900" y="4572000"/>
            <a:chExt cx="457200" cy="228600"/>
          </a:xfrm>
        </p:grpSpPr>
        <p:sp>
          <p:nvSpPr>
            <p:cNvPr id="56" name="node50.text"/>
            <p:cNvSpPr/>
            <p:nvPr/>
          </p:nvSpPr>
          <p:spPr>
            <a:xfrm>
              <a:off x="723900" y="4572000"/>
              <a:ext cx="457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A9</a:t>
              </a:r>
              <a:endParaRPr lang="en-US" sz="1200" spc="0" kern="0" b="0" i="0" dirty="0">
                <a:solidFill>
                  <a:srgbClr val="070154"/>
                </a:solidFill>
                <a:latin typeface="IBM Plex Sans"/>
                <a:ea typeface="IBM Plex Sans"/>
                <a:cs typeface="IBM Plex Sans"/>
              </a:endParaRPr>
            </a:p>
          </p:txBody>
        </p:sp>
      </p:grpSp>
      <p:grpSp>
        <p:nvGrpSpPr>
          <p:cNvPr id="195" name="node51"/>
          <p:cNvGrpSpPr/>
          <p:nvPr/>
        </p:nvGrpSpPr>
        <p:grpSpPr>
          <a:xfrm>
            <a:off x="1181100" y="4572000"/>
            <a:ext cx="431800" cy="203200"/>
            <a:chOff x="1181100" y="4572000"/>
            <a:chExt cx="431800" cy="203200"/>
          </a:xfrm>
        </p:grpSpPr>
        <p:sp>
          <p:nvSpPr>
            <p:cNvPr id="57" name="node51.surface"/>
            <p:cNvSpPr/>
            <p:nvPr/>
          </p:nvSpPr>
          <p:spPr>
            <a:xfrm>
              <a:off x="1181100" y="4572000"/>
              <a:ext cx="431800" cy="203200"/>
            </a:xfrm>
            <a:prstGeom prst="rect">
              <a:avLst/>
            </a:prstGeom>
            <a:solidFill>
              <a:srgbClr val="7C9BFF"/>
            </a:solidFill>
            <a:ln>
              <a:noFill/>
            </a:ln>
          </p:spPr>
        </p:sp>
      </p:grpSp>
      <p:grpSp>
        <p:nvGrpSpPr>
          <p:cNvPr id="196" name="node52"/>
          <p:cNvGrpSpPr/>
          <p:nvPr/>
        </p:nvGrpSpPr>
        <p:grpSpPr>
          <a:xfrm>
            <a:off x="1638300" y="4572000"/>
            <a:ext cx="431800" cy="203200"/>
            <a:chOff x="1638300" y="4572000"/>
            <a:chExt cx="431800" cy="203200"/>
          </a:xfrm>
        </p:grpSpPr>
        <p:sp>
          <p:nvSpPr>
            <p:cNvPr id="58" name="node52.surface"/>
            <p:cNvSpPr/>
            <p:nvPr/>
          </p:nvSpPr>
          <p:spPr>
            <a:xfrm>
              <a:off x="1638300" y="4572000"/>
              <a:ext cx="431800" cy="203200"/>
            </a:xfrm>
            <a:prstGeom prst="rect">
              <a:avLst/>
            </a:prstGeom>
            <a:solidFill>
              <a:srgbClr val="B9C9F0"/>
            </a:solidFill>
            <a:ln>
              <a:noFill/>
            </a:ln>
          </p:spPr>
        </p:sp>
      </p:grpSp>
      <p:grpSp>
        <p:nvGrpSpPr>
          <p:cNvPr id="197" name="node53"/>
          <p:cNvGrpSpPr/>
          <p:nvPr/>
        </p:nvGrpSpPr>
        <p:grpSpPr>
          <a:xfrm>
            <a:off x="2095500" y="4572000"/>
            <a:ext cx="431800" cy="203200"/>
            <a:chOff x="2095500" y="4572000"/>
            <a:chExt cx="431800" cy="203200"/>
          </a:xfrm>
        </p:grpSpPr>
        <p:sp>
          <p:nvSpPr>
            <p:cNvPr id="59" name="node53.surface"/>
            <p:cNvSpPr/>
            <p:nvPr/>
          </p:nvSpPr>
          <p:spPr>
            <a:xfrm>
              <a:off x="2095500" y="4572000"/>
              <a:ext cx="431800" cy="203200"/>
            </a:xfrm>
            <a:prstGeom prst="rect">
              <a:avLst/>
            </a:prstGeom>
            <a:solidFill>
              <a:srgbClr val="B9C9F0"/>
            </a:solidFill>
            <a:ln>
              <a:noFill/>
            </a:ln>
          </p:spPr>
        </p:sp>
      </p:grpSp>
      <p:grpSp>
        <p:nvGrpSpPr>
          <p:cNvPr id="198" name="node54"/>
          <p:cNvGrpSpPr/>
          <p:nvPr/>
        </p:nvGrpSpPr>
        <p:grpSpPr>
          <a:xfrm>
            <a:off x="2552700" y="4572000"/>
            <a:ext cx="431800" cy="203200"/>
            <a:chOff x="2552700" y="4572000"/>
            <a:chExt cx="431800" cy="203200"/>
          </a:xfrm>
        </p:grpSpPr>
        <p:sp>
          <p:nvSpPr>
            <p:cNvPr id="60" name="node54.surface"/>
            <p:cNvSpPr/>
            <p:nvPr/>
          </p:nvSpPr>
          <p:spPr>
            <a:xfrm>
              <a:off x="2552700" y="4572000"/>
              <a:ext cx="431800" cy="203200"/>
            </a:xfrm>
            <a:prstGeom prst="rect">
              <a:avLst/>
            </a:prstGeom>
            <a:solidFill>
              <a:srgbClr val="B9C9F0"/>
            </a:solidFill>
            <a:ln>
              <a:noFill/>
            </a:ln>
          </p:spPr>
        </p:sp>
      </p:grpSp>
      <p:grpSp>
        <p:nvGrpSpPr>
          <p:cNvPr id="199" name="node55"/>
          <p:cNvGrpSpPr/>
          <p:nvPr/>
        </p:nvGrpSpPr>
        <p:grpSpPr>
          <a:xfrm>
            <a:off x="3009900" y="4572000"/>
            <a:ext cx="431800" cy="203200"/>
            <a:chOff x="3009900" y="4572000"/>
            <a:chExt cx="431800" cy="203200"/>
          </a:xfrm>
        </p:grpSpPr>
        <p:sp>
          <p:nvSpPr>
            <p:cNvPr id="61" name="node55.surface"/>
            <p:cNvSpPr/>
            <p:nvPr/>
          </p:nvSpPr>
          <p:spPr>
            <a:xfrm>
              <a:off x="3009900" y="4572000"/>
              <a:ext cx="431800" cy="203200"/>
            </a:xfrm>
            <a:prstGeom prst="rect">
              <a:avLst/>
            </a:prstGeom>
            <a:solidFill>
              <a:srgbClr val="7C9BFF"/>
            </a:solidFill>
            <a:ln>
              <a:noFill/>
            </a:ln>
          </p:spPr>
        </p:sp>
      </p:grpSp>
      <p:grpSp>
        <p:nvGrpSpPr>
          <p:cNvPr id="200" name="node56"/>
          <p:cNvGrpSpPr/>
          <p:nvPr/>
        </p:nvGrpSpPr>
        <p:grpSpPr>
          <a:xfrm>
            <a:off x="1181100" y="4114800"/>
            <a:ext cx="2286000" cy="25400"/>
            <a:chOff x="1181100" y="4114800"/>
            <a:chExt cx="2286000" cy="25400"/>
          </a:xfrm>
        </p:grpSpPr>
        <p:sp>
          <p:nvSpPr>
            <p:cNvPr id="62" name="node56.surface"/>
            <p:cNvSpPr/>
            <p:nvPr/>
          </p:nvSpPr>
          <p:spPr>
            <a:xfrm>
              <a:off x="1181100" y="4114800"/>
              <a:ext cx="2286000" cy="25400"/>
            </a:xfrm>
            <a:prstGeom prst="rect">
              <a:avLst/>
            </a:prstGeom>
            <a:solidFill>
              <a:srgbClr val="05013F"/>
            </a:solidFill>
            <a:ln>
              <a:noFill/>
            </a:ln>
          </p:spPr>
        </p:sp>
      </p:grpSp>
      <p:grpSp>
        <p:nvGrpSpPr>
          <p:cNvPr id="201" name="node57"/>
          <p:cNvGrpSpPr/>
          <p:nvPr/>
        </p:nvGrpSpPr>
        <p:grpSpPr>
          <a:xfrm>
            <a:off x="1181100" y="4800600"/>
            <a:ext cx="2286000" cy="25400"/>
            <a:chOff x="1181100" y="4800600"/>
            <a:chExt cx="2286000" cy="25400"/>
          </a:xfrm>
        </p:grpSpPr>
        <p:sp>
          <p:nvSpPr>
            <p:cNvPr id="63" name="node57.surface"/>
            <p:cNvSpPr/>
            <p:nvPr/>
          </p:nvSpPr>
          <p:spPr>
            <a:xfrm>
              <a:off x="1181100" y="4800600"/>
              <a:ext cx="2286000" cy="25400"/>
            </a:xfrm>
            <a:prstGeom prst="rect">
              <a:avLst/>
            </a:prstGeom>
            <a:solidFill>
              <a:srgbClr val="05013F"/>
            </a:solidFill>
            <a:ln>
              <a:noFill/>
            </a:ln>
          </p:spPr>
        </p:sp>
      </p:grpSp>
      <p:grpSp>
        <p:nvGrpSpPr>
          <p:cNvPr id="202" name="node58"/>
          <p:cNvGrpSpPr/>
          <p:nvPr/>
        </p:nvGrpSpPr>
        <p:grpSpPr>
          <a:xfrm>
            <a:off x="1181100" y="4114800"/>
            <a:ext cx="25400" cy="685800"/>
            <a:chOff x="1181100" y="4114800"/>
            <a:chExt cx="25400" cy="685800"/>
          </a:xfrm>
        </p:grpSpPr>
        <p:sp>
          <p:nvSpPr>
            <p:cNvPr id="64" name="node58.surface"/>
            <p:cNvSpPr/>
            <p:nvPr/>
          </p:nvSpPr>
          <p:spPr>
            <a:xfrm>
              <a:off x="1181100" y="4114800"/>
              <a:ext cx="25400" cy="685800"/>
            </a:xfrm>
            <a:prstGeom prst="rect">
              <a:avLst/>
            </a:prstGeom>
            <a:solidFill>
              <a:srgbClr val="05013F"/>
            </a:solidFill>
            <a:ln>
              <a:noFill/>
            </a:ln>
          </p:spPr>
        </p:sp>
      </p:grpSp>
      <p:grpSp>
        <p:nvGrpSpPr>
          <p:cNvPr id="203" name="node59"/>
          <p:cNvGrpSpPr/>
          <p:nvPr/>
        </p:nvGrpSpPr>
        <p:grpSpPr>
          <a:xfrm>
            <a:off x="3467100" y="4114800"/>
            <a:ext cx="25400" cy="711200"/>
            <a:chOff x="3467100" y="4114800"/>
            <a:chExt cx="25400" cy="711200"/>
          </a:xfrm>
        </p:grpSpPr>
        <p:sp>
          <p:nvSpPr>
            <p:cNvPr id="65" name="node59.surface"/>
            <p:cNvSpPr/>
            <p:nvPr/>
          </p:nvSpPr>
          <p:spPr>
            <a:xfrm>
              <a:off x="3467100" y="4114800"/>
              <a:ext cx="25400" cy="711200"/>
            </a:xfrm>
            <a:prstGeom prst="rect">
              <a:avLst/>
            </a:prstGeom>
            <a:solidFill>
              <a:srgbClr val="05013F"/>
            </a:solidFill>
            <a:ln>
              <a:noFill/>
            </a:ln>
          </p:spPr>
        </p:sp>
      </p:grpSp>
      <p:grpSp>
        <p:nvGrpSpPr>
          <p:cNvPr id="204" name="node60"/>
          <p:cNvGrpSpPr/>
          <p:nvPr/>
        </p:nvGrpSpPr>
        <p:grpSpPr>
          <a:xfrm>
            <a:off x="723900" y="5486400"/>
            <a:ext cx="2349500" cy="228600"/>
            <a:chOff x="723900" y="5486400"/>
            <a:chExt cx="2349500" cy="228600"/>
          </a:xfrm>
        </p:grpSpPr>
        <p:sp>
          <p:nvSpPr>
            <p:cNvPr id="66" name="node60.items.slot-001.swatch"/>
            <p:cNvSpPr/>
            <p:nvPr/>
          </p:nvSpPr>
          <p:spPr>
            <a:xfrm>
              <a:off x="723900" y="5537200"/>
              <a:ext cx="228600" cy="127000"/>
            </a:xfrm>
            <a:prstGeom prst="rect">
              <a:avLst/>
            </a:prstGeom>
            <a:solidFill>
              <a:srgbClr val="E8EEF8"/>
            </a:solidFill>
            <a:ln>
              <a:noFill/>
            </a:ln>
          </p:spPr>
        </p:sp>
        <p:sp>
          <p:nvSpPr>
            <p:cNvPr id="67" name="node60.items.slot-001.text"/>
            <p:cNvSpPr/>
            <p:nvPr/>
          </p:nvSpPr>
          <p:spPr>
            <a:xfrm>
              <a:off x="1016000" y="5486400"/>
              <a:ext cx="652463"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1 Ad hoc</a:t>
              </a:r>
              <a:endParaRPr lang="en-US" sz="1200" spc="0" kern="0" b="0" i="0" dirty="0">
                <a:solidFill>
                  <a:srgbClr val="070154"/>
                </a:solidFill>
                <a:latin typeface="IBM Plex Sans"/>
                <a:ea typeface="IBM Plex Sans"/>
                <a:cs typeface="IBM Plex Sans"/>
              </a:endParaRPr>
            </a:p>
          </p:txBody>
        </p:sp>
        <p:sp>
          <p:nvSpPr>
            <p:cNvPr id="68" name="node60.items.slot-002.swatch"/>
            <p:cNvSpPr/>
            <p:nvPr/>
          </p:nvSpPr>
          <p:spPr>
            <a:xfrm>
              <a:off x="1897063" y="5537200"/>
              <a:ext cx="228600" cy="127000"/>
            </a:xfrm>
            <a:prstGeom prst="rect">
              <a:avLst/>
            </a:prstGeom>
            <a:solidFill>
              <a:srgbClr val="070154"/>
            </a:solidFill>
            <a:ln>
              <a:noFill/>
            </a:ln>
          </p:spPr>
        </p:sp>
        <p:sp>
          <p:nvSpPr>
            <p:cNvPr id="69" name="node60.items.slot-002.text"/>
            <p:cNvSpPr/>
            <p:nvPr/>
          </p:nvSpPr>
          <p:spPr>
            <a:xfrm>
              <a:off x="2189163" y="5486400"/>
              <a:ext cx="884238"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5 Optimized</a:t>
              </a:r>
              <a:endParaRPr lang="en-US" sz="1200" spc="0" kern="0" b="0" i="0" dirty="0">
                <a:solidFill>
                  <a:srgbClr val="070154"/>
                </a:solidFill>
                <a:latin typeface="IBM Plex Sans"/>
                <a:ea typeface="IBM Plex Sans"/>
                <a:cs typeface="IBM Plex Sans"/>
              </a:endParaRPr>
            </a:p>
          </p:txBody>
        </p:sp>
      </p:grpSp>
      <p:grpSp>
        <p:nvGrpSpPr>
          <p:cNvPr id="205" name="node61"/>
          <p:cNvGrpSpPr/>
          <p:nvPr/>
        </p:nvGrpSpPr>
        <p:grpSpPr>
          <a:xfrm>
            <a:off x="4381500" y="457200"/>
            <a:ext cx="7086600" cy="1600200"/>
            <a:chOff x="4381500" y="457200"/>
            <a:chExt cx="7086600" cy="1600200"/>
          </a:xfrm>
        </p:grpSpPr>
        <p:sp>
          <p:nvSpPr>
            <p:cNvPr id="70" name="node61.surface"/>
            <p:cNvSpPr/>
            <p:nvPr/>
          </p:nvSpPr>
          <p:spPr>
            <a:xfrm>
              <a:off x="4387850" y="463550"/>
              <a:ext cx="7073900" cy="1587500"/>
            </a:xfrm>
            <a:prstGeom prst="rect">
              <a:avLst/>
            </a:prstGeom>
            <a:solidFill>
              <a:srgbClr val="FFFFFF"/>
            </a:solidFill>
            <a:ln w="12700">
              <a:solidFill>
                <a:srgbClr val="CED7E6"/>
              </a:solidFill>
              <a:prstDash val="solid"/>
            </a:ln>
          </p:spPr>
        </p:sp>
      </p:grpSp>
      <p:grpSp>
        <p:nvGrpSpPr>
          <p:cNvPr id="206" name="node62"/>
          <p:cNvGrpSpPr/>
          <p:nvPr/>
        </p:nvGrpSpPr>
        <p:grpSpPr>
          <a:xfrm>
            <a:off x="4610100" y="685800"/>
            <a:ext cx="609600" cy="381000"/>
            <a:chOff x="4610100" y="685800"/>
            <a:chExt cx="609600" cy="381000"/>
          </a:xfrm>
        </p:grpSpPr>
        <p:sp>
          <p:nvSpPr>
            <p:cNvPr id="71" name="node62.surface"/>
            <p:cNvSpPr/>
            <p:nvPr/>
          </p:nvSpPr>
          <p:spPr>
            <a:xfrm>
              <a:off x="4610100" y="685800"/>
              <a:ext cx="609600" cy="381000"/>
            </a:xfrm>
            <a:prstGeom prst="rect">
              <a:avLst/>
            </a:prstGeom>
            <a:solidFill>
              <a:srgbClr val="05013F"/>
            </a:solidFill>
            <a:ln>
              <a:noFill/>
            </a:ln>
          </p:spPr>
        </p:sp>
        <p:sp>
          <p:nvSpPr>
            <p:cNvPr id="72" name="node62.text"/>
            <p:cNvSpPr/>
            <p:nvPr/>
          </p:nvSpPr>
          <p:spPr>
            <a:xfrm>
              <a:off x="4762500" y="742950"/>
              <a:ext cx="3048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FFFFFF"/>
                  </a:solidFill>
                  <a:latin typeface="IBM Plex Sans"/>
                  <a:ea typeface="IBM Plex Sans"/>
                  <a:cs typeface="IBM Plex Sans"/>
                </a:rPr>
                <a:t>A7</a:t>
              </a:r>
              <a:endParaRPr lang="en-US" sz="1400" spc="0" kern="0" b="0" i="0" dirty="0">
                <a:solidFill>
                  <a:srgbClr val="FFFFFF"/>
                </a:solidFill>
                <a:latin typeface="IBM Plex Sans"/>
                <a:ea typeface="IBM Plex Sans"/>
                <a:cs typeface="IBM Plex Sans"/>
              </a:endParaRPr>
            </a:p>
          </p:txBody>
        </p:sp>
      </p:grpSp>
      <p:grpSp>
        <p:nvGrpSpPr>
          <p:cNvPr id="207" name="node63"/>
          <p:cNvGrpSpPr/>
          <p:nvPr/>
        </p:nvGrpSpPr>
        <p:grpSpPr>
          <a:xfrm>
            <a:off x="5372100" y="698500"/>
            <a:ext cx="2743200" cy="304800"/>
            <a:chOff x="5372100" y="698500"/>
            <a:chExt cx="2743200" cy="304800"/>
          </a:xfrm>
        </p:grpSpPr>
        <p:sp>
          <p:nvSpPr>
            <p:cNvPr id="73" name="node63.text"/>
            <p:cNvSpPr/>
            <p:nvPr/>
          </p:nvSpPr>
          <p:spPr>
            <a:xfrm>
              <a:off x="5372100" y="698500"/>
              <a:ext cx="27432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Clinical documentation</a:t>
              </a:r>
              <a:endParaRPr lang="en-US" sz="1800" spc="-18" kern="0" b="0" i="0" dirty="0">
                <a:solidFill>
                  <a:srgbClr val="070154"/>
                </a:solidFill>
                <a:latin typeface="IBM Plex Sans SemiBold"/>
                <a:ea typeface="IBM Plex Sans SemiBold"/>
                <a:cs typeface="IBM Plex Sans SemiBold"/>
              </a:endParaRPr>
            </a:p>
          </p:txBody>
        </p:sp>
      </p:grpSp>
      <p:grpSp>
        <p:nvGrpSpPr>
          <p:cNvPr id="208" name="node64"/>
          <p:cNvGrpSpPr/>
          <p:nvPr/>
        </p:nvGrpSpPr>
        <p:grpSpPr>
          <a:xfrm>
            <a:off x="4610100" y="1117600"/>
            <a:ext cx="457200" cy="152400"/>
            <a:chOff x="4610100" y="1117600"/>
            <a:chExt cx="457200" cy="152400"/>
          </a:xfrm>
        </p:grpSpPr>
        <p:sp>
          <p:nvSpPr>
            <p:cNvPr id="74" name="node64.text"/>
            <p:cNvSpPr/>
            <p:nvPr/>
          </p:nvSpPr>
          <p:spPr>
            <a:xfrm>
              <a:off x="4610100" y="1117600"/>
              <a:ext cx="457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Medium"/>
                  <a:ea typeface="IBM Plex Mono Medium"/>
                  <a:cs typeface="IBM Plex Mono Medium"/>
                </a:rPr>
                <a:t>PRO</a:t>
              </a:r>
              <a:endParaRPr lang="en-US" sz="900" spc="54" kern="0" b="0" i="0" dirty="0">
                <a:solidFill>
                  <a:srgbClr val="070154"/>
                </a:solidFill>
                <a:latin typeface="IBM Plex Mono Medium"/>
                <a:ea typeface="IBM Plex Mono Medium"/>
                <a:cs typeface="IBM Plex Mono Medium"/>
              </a:endParaRPr>
            </a:p>
          </p:txBody>
        </p:sp>
      </p:grpSp>
      <p:grpSp>
        <p:nvGrpSpPr>
          <p:cNvPr id="209" name="node65"/>
          <p:cNvGrpSpPr/>
          <p:nvPr/>
        </p:nvGrpSpPr>
        <p:grpSpPr>
          <a:xfrm>
            <a:off x="4610100" y="1371600"/>
            <a:ext cx="431800" cy="381000"/>
            <a:chOff x="4610100" y="1371600"/>
            <a:chExt cx="431800" cy="381000"/>
          </a:xfrm>
        </p:grpSpPr>
        <p:sp>
          <p:nvSpPr>
            <p:cNvPr id="75" name="node65.surface"/>
            <p:cNvSpPr/>
            <p:nvPr/>
          </p:nvSpPr>
          <p:spPr>
            <a:xfrm>
              <a:off x="4610100" y="1371600"/>
              <a:ext cx="431800" cy="381000"/>
            </a:xfrm>
            <a:prstGeom prst="rect">
              <a:avLst/>
            </a:prstGeom>
            <a:solidFill>
              <a:srgbClr val="0047FF"/>
            </a:solidFill>
            <a:ln>
              <a:noFill/>
            </a:ln>
          </p:spPr>
        </p:sp>
        <p:sp>
          <p:nvSpPr>
            <p:cNvPr id="76" name="node65.text"/>
            <p:cNvSpPr/>
            <p:nvPr/>
          </p:nvSpPr>
          <p:spPr>
            <a:xfrm>
              <a:off x="4682067" y="1447800"/>
              <a:ext cx="287867"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4</a:t>
              </a:r>
              <a:endParaRPr lang="en-US" sz="1200" spc="0" kern="0" b="0" i="0" dirty="0">
                <a:solidFill>
                  <a:srgbClr val="FFFFFF"/>
                </a:solidFill>
                <a:latin typeface="IBM Plex Sans"/>
                <a:ea typeface="IBM Plex Sans"/>
                <a:cs typeface="IBM Plex Sans"/>
              </a:endParaRPr>
            </a:p>
          </p:txBody>
        </p:sp>
      </p:grpSp>
      <p:grpSp>
        <p:nvGrpSpPr>
          <p:cNvPr id="210" name="node66"/>
          <p:cNvGrpSpPr/>
          <p:nvPr/>
        </p:nvGrpSpPr>
        <p:grpSpPr>
          <a:xfrm>
            <a:off x="5067300" y="1117600"/>
            <a:ext cx="457200" cy="152400"/>
            <a:chOff x="5067300" y="1117600"/>
            <a:chExt cx="457200" cy="152400"/>
          </a:xfrm>
        </p:grpSpPr>
        <p:sp>
          <p:nvSpPr>
            <p:cNvPr id="77" name="node66.text"/>
            <p:cNvSpPr/>
            <p:nvPr/>
          </p:nvSpPr>
          <p:spPr>
            <a:xfrm>
              <a:off x="5067300" y="1117600"/>
              <a:ext cx="457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Medium"/>
                  <a:ea typeface="IBM Plex Mono Medium"/>
                  <a:cs typeface="IBM Plex Mono Medium"/>
                </a:rPr>
                <a:t>TEC</a:t>
              </a:r>
              <a:endParaRPr lang="en-US" sz="900" spc="54" kern="0" b="0" i="0" dirty="0">
                <a:solidFill>
                  <a:srgbClr val="070154"/>
                </a:solidFill>
                <a:latin typeface="IBM Plex Mono Medium"/>
                <a:ea typeface="IBM Plex Mono Medium"/>
                <a:cs typeface="IBM Plex Mono Medium"/>
              </a:endParaRPr>
            </a:p>
          </p:txBody>
        </p:sp>
      </p:grpSp>
      <p:grpSp>
        <p:nvGrpSpPr>
          <p:cNvPr id="211" name="node67"/>
          <p:cNvGrpSpPr/>
          <p:nvPr/>
        </p:nvGrpSpPr>
        <p:grpSpPr>
          <a:xfrm>
            <a:off x="5067300" y="1371600"/>
            <a:ext cx="431800" cy="381000"/>
            <a:chOff x="5067300" y="1371600"/>
            <a:chExt cx="431800" cy="381000"/>
          </a:xfrm>
        </p:grpSpPr>
        <p:sp>
          <p:nvSpPr>
            <p:cNvPr id="78" name="node67.surface"/>
            <p:cNvSpPr/>
            <p:nvPr/>
          </p:nvSpPr>
          <p:spPr>
            <a:xfrm>
              <a:off x="5067300" y="1371600"/>
              <a:ext cx="431800" cy="381000"/>
            </a:xfrm>
            <a:prstGeom prst="rect">
              <a:avLst/>
            </a:prstGeom>
            <a:solidFill>
              <a:srgbClr val="0047FF"/>
            </a:solidFill>
            <a:ln>
              <a:noFill/>
            </a:ln>
          </p:spPr>
        </p:sp>
        <p:sp>
          <p:nvSpPr>
            <p:cNvPr id="79" name="node67.text"/>
            <p:cNvSpPr/>
            <p:nvPr/>
          </p:nvSpPr>
          <p:spPr>
            <a:xfrm>
              <a:off x="5139267" y="1447800"/>
              <a:ext cx="287867"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4</a:t>
              </a:r>
              <a:endParaRPr lang="en-US" sz="1200" spc="0" kern="0" b="0" i="0" dirty="0">
                <a:solidFill>
                  <a:srgbClr val="FFFFFF"/>
                </a:solidFill>
                <a:latin typeface="IBM Plex Sans"/>
                <a:ea typeface="IBM Plex Sans"/>
                <a:cs typeface="IBM Plex Sans"/>
              </a:endParaRPr>
            </a:p>
          </p:txBody>
        </p:sp>
      </p:grpSp>
      <p:grpSp>
        <p:nvGrpSpPr>
          <p:cNvPr id="212" name="node68"/>
          <p:cNvGrpSpPr/>
          <p:nvPr/>
        </p:nvGrpSpPr>
        <p:grpSpPr>
          <a:xfrm>
            <a:off x="5524500" y="1117600"/>
            <a:ext cx="457200" cy="152400"/>
            <a:chOff x="5524500" y="1117600"/>
            <a:chExt cx="457200" cy="152400"/>
          </a:xfrm>
        </p:grpSpPr>
        <p:sp>
          <p:nvSpPr>
            <p:cNvPr id="80" name="node68.text"/>
            <p:cNvSpPr/>
            <p:nvPr/>
          </p:nvSpPr>
          <p:spPr>
            <a:xfrm>
              <a:off x="5524500" y="1117600"/>
              <a:ext cx="457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Medium"/>
                  <a:ea typeface="IBM Plex Mono Medium"/>
                  <a:cs typeface="IBM Plex Mono Medium"/>
                </a:rPr>
                <a:t>DAT</a:t>
              </a:r>
              <a:endParaRPr lang="en-US" sz="900" spc="54" kern="0" b="0" i="0" dirty="0">
                <a:solidFill>
                  <a:srgbClr val="070154"/>
                </a:solidFill>
                <a:latin typeface="IBM Plex Mono Medium"/>
                <a:ea typeface="IBM Plex Mono Medium"/>
                <a:cs typeface="IBM Plex Mono Medium"/>
              </a:endParaRPr>
            </a:p>
          </p:txBody>
        </p:sp>
      </p:grpSp>
      <p:grpSp>
        <p:nvGrpSpPr>
          <p:cNvPr id="213" name="node69"/>
          <p:cNvGrpSpPr/>
          <p:nvPr/>
        </p:nvGrpSpPr>
        <p:grpSpPr>
          <a:xfrm>
            <a:off x="5524500" y="1371600"/>
            <a:ext cx="431800" cy="381000"/>
            <a:chOff x="5524500" y="1371600"/>
            <a:chExt cx="431800" cy="381000"/>
          </a:xfrm>
        </p:grpSpPr>
        <p:sp>
          <p:nvSpPr>
            <p:cNvPr id="81" name="node69.surface"/>
            <p:cNvSpPr/>
            <p:nvPr/>
          </p:nvSpPr>
          <p:spPr>
            <a:xfrm>
              <a:off x="5524500" y="1371600"/>
              <a:ext cx="431800" cy="381000"/>
            </a:xfrm>
            <a:prstGeom prst="rect">
              <a:avLst/>
            </a:prstGeom>
            <a:solidFill>
              <a:srgbClr val="7C9BFF"/>
            </a:solidFill>
            <a:ln>
              <a:noFill/>
            </a:ln>
          </p:spPr>
        </p:sp>
        <p:sp>
          <p:nvSpPr>
            <p:cNvPr id="82" name="node69.text"/>
            <p:cNvSpPr/>
            <p:nvPr/>
          </p:nvSpPr>
          <p:spPr>
            <a:xfrm>
              <a:off x="5596467" y="1447800"/>
              <a:ext cx="287867"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3</a:t>
              </a:r>
              <a:endParaRPr lang="en-US" sz="1200" spc="0" kern="0" b="0" i="0" dirty="0">
                <a:solidFill>
                  <a:srgbClr val="070154"/>
                </a:solidFill>
                <a:latin typeface="IBM Plex Sans"/>
                <a:ea typeface="IBM Plex Sans"/>
                <a:cs typeface="IBM Plex Sans"/>
              </a:endParaRPr>
            </a:p>
          </p:txBody>
        </p:sp>
      </p:grpSp>
      <p:grpSp>
        <p:nvGrpSpPr>
          <p:cNvPr id="214" name="node70"/>
          <p:cNvGrpSpPr/>
          <p:nvPr/>
        </p:nvGrpSpPr>
        <p:grpSpPr>
          <a:xfrm>
            <a:off x="5981700" y="1117600"/>
            <a:ext cx="457200" cy="152400"/>
            <a:chOff x="5981700" y="1117600"/>
            <a:chExt cx="457200" cy="152400"/>
          </a:xfrm>
        </p:grpSpPr>
        <p:sp>
          <p:nvSpPr>
            <p:cNvPr id="83" name="node70.text"/>
            <p:cNvSpPr/>
            <p:nvPr/>
          </p:nvSpPr>
          <p:spPr>
            <a:xfrm>
              <a:off x="5981700" y="1117600"/>
              <a:ext cx="457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Medium"/>
                  <a:ea typeface="IBM Plex Mono Medium"/>
                  <a:cs typeface="IBM Plex Mono Medium"/>
                </a:rPr>
                <a:t>PPL</a:t>
              </a:r>
              <a:endParaRPr lang="en-US" sz="900" spc="54" kern="0" b="0" i="0" dirty="0">
                <a:solidFill>
                  <a:srgbClr val="070154"/>
                </a:solidFill>
                <a:latin typeface="IBM Plex Mono Medium"/>
                <a:ea typeface="IBM Plex Mono Medium"/>
                <a:cs typeface="IBM Plex Mono Medium"/>
              </a:endParaRPr>
            </a:p>
          </p:txBody>
        </p:sp>
      </p:grpSp>
      <p:grpSp>
        <p:nvGrpSpPr>
          <p:cNvPr id="215" name="node71"/>
          <p:cNvGrpSpPr/>
          <p:nvPr/>
        </p:nvGrpSpPr>
        <p:grpSpPr>
          <a:xfrm>
            <a:off x="5981700" y="1371600"/>
            <a:ext cx="431800" cy="381000"/>
            <a:chOff x="5981700" y="1371600"/>
            <a:chExt cx="431800" cy="381000"/>
          </a:xfrm>
        </p:grpSpPr>
        <p:sp>
          <p:nvSpPr>
            <p:cNvPr id="84" name="node71.surface"/>
            <p:cNvSpPr/>
            <p:nvPr/>
          </p:nvSpPr>
          <p:spPr>
            <a:xfrm>
              <a:off x="5981700" y="1371600"/>
              <a:ext cx="431800" cy="381000"/>
            </a:xfrm>
            <a:prstGeom prst="rect">
              <a:avLst/>
            </a:prstGeom>
            <a:solidFill>
              <a:srgbClr val="0047FF"/>
            </a:solidFill>
            <a:ln>
              <a:noFill/>
            </a:ln>
          </p:spPr>
        </p:sp>
        <p:sp>
          <p:nvSpPr>
            <p:cNvPr id="85" name="node71.text"/>
            <p:cNvSpPr/>
            <p:nvPr/>
          </p:nvSpPr>
          <p:spPr>
            <a:xfrm>
              <a:off x="6053667" y="1447800"/>
              <a:ext cx="287867"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4</a:t>
              </a:r>
              <a:endParaRPr lang="en-US" sz="1200" spc="0" kern="0" b="0" i="0" dirty="0">
                <a:solidFill>
                  <a:srgbClr val="FFFFFF"/>
                </a:solidFill>
                <a:latin typeface="IBM Plex Sans"/>
                <a:ea typeface="IBM Plex Sans"/>
                <a:cs typeface="IBM Plex Sans"/>
              </a:endParaRPr>
            </a:p>
          </p:txBody>
        </p:sp>
      </p:grpSp>
      <p:grpSp>
        <p:nvGrpSpPr>
          <p:cNvPr id="216" name="node72"/>
          <p:cNvGrpSpPr/>
          <p:nvPr/>
        </p:nvGrpSpPr>
        <p:grpSpPr>
          <a:xfrm>
            <a:off x="6438900" y="1117600"/>
            <a:ext cx="457200" cy="152400"/>
            <a:chOff x="6438900" y="1117600"/>
            <a:chExt cx="457200" cy="152400"/>
          </a:xfrm>
        </p:grpSpPr>
        <p:sp>
          <p:nvSpPr>
            <p:cNvPr id="86" name="node72.text"/>
            <p:cNvSpPr/>
            <p:nvPr/>
          </p:nvSpPr>
          <p:spPr>
            <a:xfrm>
              <a:off x="6438900" y="1117600"/>
              <a:ext cx="457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Medium"/>
                  <a:ea typeface="IBM Plex Mono Medium"/>
                  <a:cs typeface="IBM Plex Mono Medium"/>
                </a:rPr>
                <a:t>GOV</a:t>
              </a:r>
              <a:endParaRPr lang="en-US" sz="900" spc="54" kern="0" b="0" i="0" dirty="0">
                <a:solidFill>
                  <a:srgbClr val="070154"/>
                </a:solidFill>
                <a:latin typeface="IBM Plex Mono Medium"/>
                <a:ea typeface="IBM Plex Mono Medium"/>
                <a:cs typeface="IBM Plex Mono Medium"/>
              </a:endParaRPr>
            </a:p>
          </p:txBody>
        </p:sp>
      </p:grpSp>
      <p:grpSp>
        <p:nvGrpSpPr>
          <p:cNvPr id="217" name="node73"/>
          <p:cNvGrpSpPr/>
          <p:nvPr/>
        </p:nvGrpSpPr>
        <p:grpSpPr>
          <a:xfrm>
            <a:off x="6438900" y="1371600"/>
            <a:ext cx="431800" cy="381000"/>
            <a:chOff x="6438900" y="1371600"/>
            <a:chExt cx="431800" cy="381000"/>
          </a:xfrm>
        </p:grpSpPr>
        <p:sp>
          <p:nvSpPr>
            <p:cNvPr id="87" name="node73.surface"/>
            <p:cNvSpPr/>
            <p:nvPr/>
          </p:nvSpPr>
          <p:spPr>
            <a:xfrm>
              <a:off x="6438900" y="1371600"/>
              <a:ext cx="431800" cy="381000"/>
            </a:xfrm>
            <a:prstGeom prst="rect">
              <a:avLst/>
            </a:prstGeom>
            <a:solidFill>
              <a:srgbClr val="7C9BFF"/>
            </a:solidFill>
            <a:ln>
              <a:noFill/>
            </a:ln>
          </p:spPr>
        </p:sp>
        <p:sp>
          <p:nvSpPr>
            <p:cNvPr id="88" name="node73.text"/>
            <p:cNvSpPr/>
            <p:nvPr/>
          </p:nvSpPr>
          <p:spPr>
            <a:xfrm>
              <a:off x="6510867" y="1447800"/>
              <a:ext cx="287867"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3</a:t>
              </a:r>
              <a:endParaRPr lang="en-US" sz="1200" spc="0" kern="0" b="0" i="0" dirty="0">
                <a:solidFill>
                  <a:srgbClr val="070154"/>
                </a:solidFill>
                <a:latin typeface="IBM Plex Sans"/>
                <a:ea typeface="IBM Plex Sans"/>
                <a:cs typeface="IBM Plex Sans"/>
              </a:endParaRPr>
            </a:p>
          </p:txBody>
        </p:sp>
      </p:grpSp>
      <p:grpSp>
        <p:nvGrpSpPr>
          <p:cNvPr id="218" name="node74"/>
          <p:cNvGrpSpPr/>
          <p:nvPr/>
        </p:nvGrpSpPr>
        <p:grpSpPr>
          <a:xfrm>
            <a:off x="8267700" y="685800"/>
            <a:ext cx="3048000" cy="762000"/>
            <a:chOff x="8267700" y="685800"/>
            <a:chExt cx="3048000" cy="762000"/>
          </a:xfrm>
        </p:grpSpPr>
        <p:sp>
          <p:nvSpPr>
            <p:cNvPr id="89" name="node74.source-001.bullet"/>
            <p:cNvSpPr/>
            <p:nvPr/>
          </p:nvSpPr>
          <p:spPr>
            <a:xfrm>
              <a:off x="8267700" y="774700"/>
              <a:ext cx="38100" cy="38100"/>
            </a:xfrm>
            <a:prstGeom prst="rect">
              <a:avLst/>
            </a:prstGeom>
            <a:solidFill>
              <a:srgbClr val="070154"/>
            </a:solidFill>
            <a:ln>
              <a:noFill/>
            </a:ln>
          </p:spPr>
        </p:sp>
        <p:sp>
          <p:nvSpPr>
            <p:cNvPr id="90" name="node74.source-001.text"/>
            <p:cNvSpPr/>
            <p:nvPr/>
          </p:nvSpPr>
          <p:spPr>
            <a:xfrm>
              <a:off x="8420100" y="685800"/>
              <a:ext cx="2895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Templates are strong and reused</a:t>
              </a:r>
              <a:endParaRPr lang="en-US" sz="1200" spc="0" kern="0" b="0" i="0" dirty="0">
                <a:solidFill>
                  <a:srgbClr val="070154"/>
                </a:solidFill>
                <a:latin typeface="IBM Plex Sans"/>
                <a:ea typeface="IBM Plex Sans"/>
                <a:cs typeface="IBM Plex Sans"/>
              </a:endParaRPr>
            </a:p>
          </p:txBody>
        </p:sp>
        <p:sp>
          <p:nvSpPr>
            <p:cNvPr id="91" name="node74.source-002.bullet"/>
            <p:cNvSpPr/>
            <p:nvPr/>
          </p:nvSpPr>
          <p:spPr>
            <a:xfrm>
              <a:off x="8267700" y="1041400"/>
              <a:ext cx="38100" cy="38100"/>
            </a:xfrm>
            <a:prstGeom prst="rect">
              <a:avLst/>
            </a:prstGeom>
            <a:solidFill>
              <a:srgbClr val="070154"/>
            </a:solidFill>
            <a:ln>
              <a:noFill/>
            </a:ln>
          </p:spPr>
        </p:sp>
        <p:sp>
          <p:nvSpPr>
            <p:cNvPr id="92" name="node74.source-002.text"/>
            <p:cNvSpPr/>
            <p:nvPr/>
          </p:nvSpPr>
          <p:spPr>
            <a:xfrm>
              <a:off x="8420100" y="952500"/>
              <a:ext cx="2895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Voice capture live in two units</a:t>
              </a:r>
              <a:endParaRPr lang="en-US" sz="1200" spc="0" kern="0" b="0" i="0" dirty="0">
                <a:solidFill>
                  <a:srgbClr val="070154"/>
                </a:solidFill>
                <a:latin typeface="IBM Plex Sans"/>
                <a:ea typeface="IBM Plex Sans"/>
                <a:cs typeface="IBM Plex Sans"/>
              </a:endParaRPr>
            </a:p>
          </p:txBody>
        </p:sp>
        <p:sp>
          <p:nvSpPr>
            <p:cNvPr id="93" name="node74.source-003.bullet"/>
            <p:cNvSpPr/>
            <p:nvPr/>
          </p:nvSpPr>
          <p:spPr>
            <a:xfrm>
              <a:off x="8267700" y="1308100"/>
              <a:ext cx="38100" cy="38100"/>
            </a:xfrm>
            <a:prstGeom prst="rect">
              <a:avLst/>
            </a:prstGeom>
            <a:solidFill>
              <a:srgbClr val="070154"/>
            </a:solidFill>
            <a:ln>
              <a:noFill/>
            </a:ln>
          </p:spPr>
        </p:sp>
        <p:sp>
          <p:nvSpPr>
            <p:cNvPr id="94" name="node74.source-003.text"/>
            <p:cNvSpPr/>
            <p:nvPr/>
          </p:nvSpPr>
          <p:spPr>
            <a:xfrm>
              <a:off x="8420100" y="1219200"/>
              <a:ext cx="2895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Scale ambient notes to eight units</a:t>
              </a:r>
              <a:endParaRPr lang="en-US" sz="1200" spc="0" kern="0" b="0" i="0" dirty="0">
                <a:solidFill>
                  <a:srgbClr val="070154"/>
                </a:solidFill>
                <a:latin typeface="IBM Plex Sans"/>
                <a:ea typeface="IBM Plex Sans"/>
                <a:cs typeface="IBM Plex Sans"/>
              </a:endParaRPr>
            </a:p>
          </p:txBody>
        </p:sp>
      </p:grpSp>
      <p:grpSp>
        <p:nvGrpSpPr>
          <p:cNvPr id="219" name="node75"/>
          <p:cNvGrpSpPr/>
          <p:nvPr/>
        </p:nvGrpSpPr>
        <p:grpSpPr>
          <a:xfrm>
            <a:off x="4381500" y="2286000"/>
            <a:ext cx="7086600" cy="1600200"/>
            <a:chOff x="4381500" y="2286000"/>
            <a:chExt cx="7086600" cy="1600200"/>
          </a:xfrm>
        </p:grpSpPr>
        <p:sp>
          <p:nvSpPr>
            <p:cNvPr id="95" name="node75.surface"/>
            <p:cNvSpPr/>
            <p:nvPr/>
          </p:nvSpPr>
          <p:spPr>
            <a:xfrm>
              <a:off x="4387850" y="2292350"/>
              <a:ext cx="7073900" cy="1587500"/>
            </a:xfrm>
            <a:prstGeom prst="rect">
              <a:avLst/>
            </a:prstGeom>
            <a:solidFill>
              <a:srgbClr val="FFFFFF"/>
            </a:solidFill>
            <a:ln w="12700">
              <a:solidFill>
                <a:srgbClr val="CED7E6"/>
              </a:solidFill>
              <a:prstDash val="solid"/>
            </a:ln>
          </p:spPr>
        </p:sp>
      </p:grpSp>
      <p:grpSp>
        <p:nvGrpSpPr>
          <p:cNvPr id="220" name="node76"/>
          <p:cNvGrpSpPr/>
          <p:nvPr/>
        </p:nvGrpSpPr>
        <p:grpSpPr>
          <a:xfrm>
            <a:off x="4610100" y="2514600"/>
            <a:ext cx="609600" cy="381000"/>
            <a:chOff x="4610100" y="2514600"/>
            <a:chExt cx="609600" cy="381000"/>
          </a:xfrm>
        </p:grpSpPr>
        <p:sp>
          <p:nvSpPr>
            <p:cNvPr id="96" name="node76.surface"/>
            <p:cNvSpPr/>
            <p:nvPr/>
          </p:nvSpPr>
          <p:spPr>
            <a:xfrm>
              <a:off x="4610100" y="2514600"/>
              <a:ext cx="609600" cy="381000"/>
            </a:xfrm>
            <a:prstGeom prst="rect">
              <a:avLst/>
            </a:prstGeom>
            <a:solidFill>
              <a:srgbClr val="05013F"/>
            </a:solidFill>
            <a:ln>
              <a:noFill/>
            </a:ln>
          </p:spPr>
        </p:sp>
        <p:sp>
          <p:nvSpPr>
            <p:cNvPr id="97" name="node76.text"/>
            <p:cNvSpPr/>
            <p:nvPr/>
          </p:nvSpPr>
          <p:spPr>
            <a:xfrm>
              <a:off x="4762500" y="2571750"/>
              <a:ext cx="3048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FFFFFF"/>
                  </a:solidFill>
                  <a:latin typeface="IBM Plex Sans"/>
                  <a:ea typeface="IBM Plex Sans"/>
                  <a:cs typeface="IBM Plex Sans"/>
                </a:rPr>
                <a:t>A8</a:t>
              </a:r>
              <a:endParaRPr lang="en-US" sz="1400" spc="0" kern="0" b="0" i="0" dirty="0">
                <a:solidFill>
                  <a:srgbClr val="FFFFFF"/>
                </a:solidFill>
                <a:latin typeface="IBM Plex Sans"/>
                <a:ea typeface="IBM Plex Sans"/>
                <a:cs typeface="IBM Plex Sans"/>
              </a:endParaRPr>
            </a:p>
          </p:txBody>
        </p:sp>
      </p:grpSp>
      <p:grpSp>
        <p:nvGrpSpPr>
          <p:cNvPr id="221" name="node77"/>
          <p:cNvGrpSpPr/>
          <p:nvPr/>
        </p:nvGrpSpPr>
        <p:grpSpPr>
          <a:xfrm>
            <a:off x="5372100" y="2527300"/>
            <a:ext cx="2743200" cy="304800"/>
            <a:chOff x="5372100" y="2527300"/>
            <a:chExt cx="2743200" cy="304800"/>
          </a:xfrm>
        </p:grpSpPr>
        <p:sp>
          <p:nvSpPr>
            <p:cNvPr id="98" name="node77.text"/>
            <p:cNvSpPr/>
            <p:nvPr/>
          </p:nvSpPr>
          <p:spPr>
            <a:xfrm>
              <a:off x="5372100" y="2527300"/>
              <a:ext cx="27432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Care coordination</a:t>
              </a:r>
              <a:endParaRPr lang="en-US" sz="1800" spc="-18" kern="0" b="0" i="0" dirty="0">
                <a:solidFill>
                  <a:srgbClr val="070154"/>
                </a:solidFill>
                <a:latin typeface="IBM Plex Sans SemiBold"/>
                <a:ea typeface="IBM Plex Sans SemiBold"/>
                <a:cs typeface="IBM Plex Sans SemiBold"/>
              </a:endParaRPr>
            </a:p>
          </p:txBody>
        </p:sp>
      </p:grpSp>
      <p:grpSp>
        <p:nvGrpSpPr>
          <p:cNvPr id="222" name="node78"/>
          <p:cNvGrpSpPr/>
          <p:nvPr/>
        </p:nvGrpSpPr>
        <p:grpSpPr>
          <a:xfrm>
            <a:off x="4610100" y="2946400"/>
            <a:ext cx="457200" cy="152400"/>
            <a:chOff x="4610100" y="2946400"/>
            <a:chExt cx="457200" cy="152400"/>
          </a:xfrm>
        </p:grpSpPr>
        <p:sp>
          <p:nvSpPr>
            <p:cNvPr id="99" name="node78.text"/>
            <p:cNvSpPr/>
            <p:nvPr/>
          </p:nvSpPr>
          <p:spPr>
            <a:xfrm>
              <a:off x="4610100" y="2946400"/>
              <a:ext cx="457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Medium"/>
                  <a:ea typeface="IBM Plex Mono Medium"/>
                  <a:cs typeface="IBM Plex Mono Medium"/>
                </a:rPr>
                <a:t>PRO</a:t>
              </a:r>
              <a:endParaRPr lang="en-US" sz="900" spc="54" kern="0" b="0" i="0" dirty="0">
                <a:solidFill>
                  <a:srgbClr val="070154"/>
                </a:solidFill>
                <a:latin typeface="IBM Plex Mono Medium"/>
                <a:ea typeface="IBM Plex Mono Medium"/>
                <a:cs typeface="IBM Plex Mono Medium"/>
              </a:endParaRPr>
            </a:p>
          </p:txBody>
        </p:sp>
      </p:grpSp>
      <p:grpSp>
        <p:nvGrpSpPr>
          <p:cNvPr id="223" name="node79"/>
          <p:cNvGrpSpPr/>
          <p:nvPr/>
        </p:nvGrpSpPr>
        <p:grpSpPr>
          <a:xfrm>
            <a:off x="4610100" y="3200400"/>
            <a:ext cx="431800" cy="381000"/>
            <a:chOff x="4610100" y="3200400"/>
            <a:chExt cx="431800" cy="381000"/>
          </a:xfrm>
        </p:grpSpPr>
        <p:sp>
          <p:nvSpPr>
            <p:cNvPr id="100" name="node79.surface"/>
            <p:cNvSpPr/>
            <p:nvPr/>
          </p:nvSpPr>
          <p:spPr>
            <a:xfrm>
              <a:off x="4610100" y="3200400"/>
              <a:ext cx="431800" cy="381000"/>
            </a:xfrm>
            <a:prstGeom prst="rect">
              <a:avLst/>
            </a:prstGeom>
            <a:solidFill>
              <a:srgbClr val="B9C9F0"/>
            </a:solidFill>
            <a:ln>
              <a:noFill/>
            </a:ln>
          </p:spPr>
        </p:sp>
        <p:sp>
          <p:nvSpPr>
            <p:cNvPr id="101" name="node79.text"/>
            <p:cNvSpPr/>
            <p:nvPr/>
          </p:nvSpPr>
          <p:spPr>
            <a:xfrm>
              <a:off x="4682067" y="3276600"/>
              <a:ext cx="287867"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2</a:t>
              </a:r>
              <a:endParaRPr lang="en-US" sz="1200" spc="0" kern="0" b="0" i="0" dirty="0">
                <a:solidFill>
                  <a:srgbClr val="070154"/>
                </a:solidFill>
                <a:latin typeface="IBM Plex Sans"/>
                <a:ea typeface="IBM Plex Sans"/>
                <a:cs typeface="IBM Plex Sans"/>
              </a:endParaRPr>
            </a:p>
          </p:txBody>
        </p:sp>
      </p:grpSp>
      <p:grpSp>
        <p:nvGrpSpPr>
          <p:cNvPr id="224" name="node80"/>
          <p:cNvGrpSpPr/>
          <p:nvPr/>
        </p:nvGrpSpPr>
        <p:grpSpPr>
          <a:xfrm>
            <a:off x="5067300" y="2946400"/>
            <a:ext cx="457200" cy="152400"/>
            <a:chOff x="5067300" y="2946400"/>
            <a:chExt cx="457200" cy="152400"/>
          </a:xfrm>
        </p:grpSpPr>
        <p:sp>
          <p:nvSpPr>
            <p:cNvPr id="102" name="node80.text"/>
            <p:cNvSpPr/>
            <p:nvPr/>
          </p:nvSpPr>
          <p:spPr>
            <a:xfrm>
              <a:off x="5067300" y="2946400"/>
              <a:ext cx="457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Medium"/>
                  <a:ea typeface="IBM Plex Mono Medium"/>
                  <a:cs typeface="IBM Plex Mono Medium"/>
                </a:rPr>
                <a:t>TEC</a:t>
              </a:r>
              <a:endParaRPr lang="en-US" sz="900" spc="54" kern="0" b="0" i="0" dirty="0">
                <a:solidFill>
                  <a:srgbClr val="070154"/>
                </a:solidFill>
                <a:latin typeface="IBM Plex Mono Medium"/>
                <a:ea typeface="IBM Plex Mono Medium"/>
                <a:cs typeface="IBM Plex Mono Medium"/>
              </a:endParaRPr>
            </a:p>
          </p:txBody>
        </p:sp>
      </p:grpSp>
      <p:grpSp>
        <p:nvGrpSpPr>
          <p:cNvPr id="225" name="node81"/>
          <p:cNvGrpSpPr/>
          <p:nvPr/>
        </p:nvGrpSpPr>
        <p:grpSpPr>
          <a:xfrm>
            <a:off x="5067300" y="3200400"/>
            <a:ext cx="431800" cy="381000"/>
            <a:chOff x="5067300" y="3200400"/>
            <a:chExt cx="431800" cy="381000"/>
          </a:xfrm>
        </p:grpSpPr>
        <p:sp>
          <p:nvSpPr>
            <p:cNvPr id="103" name="node81.surface"/>
            <p:cNvSpPr/>
            <p:nvPr/>
          </p:nvSpPr>
          <p:spPr>
            <a:xfrm>
              <a:off x="5067300" y="3200400"/>
              <a:ext cx="431800" cy="381000"/>
            </a:xfrm>
            <a:prstGeom prst="rect">
              <a:avLst/>
            </a:prstGeom>
            <a:solidFill>
              <a:srgbClr val="B9C9F0"/>
            </a:solidFill>
            <a:ln>
              <a:noFill/>
            </a:ln>
          </p:spPr>
        </p:sp>
        <p:sp>
          <p:nvSpPr>
            <p:cNvPr id="104" name="node81.text"/>
            <p:cNvSpPr/>
            <p:nvPr/>
          </p:nvSpPr>
          <p:spPr>
            <a:xfrm>
              <a:off x="5139267" y="3276600"/>
              <a:ext cx="287867"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2</a:t>
              </a:r>
              <a:endParaRPr lang="en-US" sz="1200" spc="0" kern="0" b="0" i="0" dirty="0">
                <a:solidFill>
                  <a:srgbClr val="070154"/>
                </a:solidFill>
                <a:latin typeface="IBM Plex Sans"/>
                <a:ea typeface="IBM Plex Sans"/>
                <a:cs typeface="IBM Plex Sans"/>
              </a:endParaRPr>
            </a:p>
          </p:txBody>
        </p:sp>
      </p:grpSp>
      <p:grpSp>
        <p:nvGrpSpPr>
          <p:cNvPr id="226" name="node82"/>
          <p:cNvGrpSpPr/>
          <p:nvPr/>
        </p:nvGrpSpPr>
        <p:grpSpPr>
          <a:xfrm>
            <a:off x="5524500" y="2946400"/>
            <a:ext cx="457200" cy="152400"/>
            <a:chOff x="5524500" y="2946400"/>
            <a:chExt cx="457200" cy="152400"/>
          </a:xfrm>
        </p:grpSpPr>
        <p:sp>
          <p:nvSpPr>
            <p:cNvPr id="105" name="node82.text"/>
            <p:cNvSpPr/>
            <p:nvPr/>
          </p:nvSpPr>
          <p:spPr>
            <a:xfrm>
              <a:off x="5524500" y="2946400"/>
              <a:ext cx="457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Medium"/>
                  <a:ea typeface="IBM Plex Mono Medium"/>
                  <a:cs typeface="IBM Plex Mono Medium"/>
                </a:rPr>
                <a:t>DAT</a:t>
              </a:r>
              <a:endParaRPr lang="en-US" sz="900" spc="54" kern="0" b="0" i="0" dirty="0">
                <a:solidFill>
                  <a:srgbClr val="070154"/>
                </a:solidFill>
                <a:latin typeface="IBM Plex Mono Medium"/>
                <a:ea typeface="IBM Plex Mono Medium"/>
                <a:cs typeface="IBM Plex Mono Medium"/>
              </a:endParaRPr>
            </a:p>
          </p:txBody>
        </p:sp>
      </p:grpSp>
      <p:grpSp>
        <p:nvGrpSpPr>
          <p:cNvPr id="227" name="node83"/>
          <p:cNvGrpSpPr/>
          <p:nvPr/>
        </p:nvGrpSpPr>
        <p:grpSpPr>
          <a:xfrm>
            <a:off x="5524500" y="3200400"/>
            <a:ext cx="431800" cy="381000"/>
            <a:chOff x="5524500" y="3200400"/>
            <a:chExt cx="431800" cy="381000"/>
          </a:xfrm>
        </p:grpSpPr>
        <p:sp>
          <p:nvSpPr>
            <p:cNvPr id="106" name="node83.surface"/>
            <p:cNvSpPr/>
            <p:nvPr/>
          </p:nvSpPr>
          <p:spPr>
            <a:xfrm>
              <a:off x="5524500" y="3200400"/>
              <a:ext cx="431800" cy="381000"/>
            </a:xfrm>
            <a:prstGeom prst="rect">
              <a:avLst/>
            </a:prstGeom>
            <a:solidFill>
              <a:srgbClr val="E8EEF8"/>
            </a:solidFill>
            <a:ln>
              <a:noFill/>
            </a:ln>
          </p:spPr>
        </p:sp>
        <p:sp>
          <p:nvSpPr>
            <p:cNvPr id="107" name="node83.text"/>
            <p:cNvSpPr/>
            <p:nvPr/>
          </p:nvSpPr>
          <p:spPr>
            <a:xfrm>
              <a:off x="5596467" y="3276600"/>
              <a:ext cx="287867"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1</a:t>
              </a:r>
              <a:endParaRPr lang="en-US" sz="1200" spc="0" kern="0" b="0" i="0" dirty="0">
                <a:solidFill>
                  <a:srgbClr val="070154"/>
                </a:solidFill>
                <a:latin typeface="IBM Plex Sans"/>
                <a:ea typeface="IBM Plex Sans"/>
                <a:cs typeface="IBM Plex Sans"/>
              </a:endParaRPr>
            </a:p>
          </p:txBody>
        </p:sp>
      </p:grpSp>
      <p:grpSp>
        <p:nvGrpSpPr>
          <p:cNvPr id="228" name="node84"/>
          <p:cNvGrpSpPr/>
          <p:nvPr/>
        </p:nvGrpSpPr>
        <p:grpSpPr>
          <a:xfrm>
            <a:off x="5981700" y="2946400"/>
            <a:ext cx="457200" cy="152400"/>
            <a:chOff x="5981700" y="2946400"/>
            <a:chExt cx="457200" cy="152400"/>
          </a:xfrm>
        </p:grpSpPr>
        <p:sp>
          <p:nvSpPr>
            <p:cNvPr id="108" name="node84.text"/>
            <p:cNvSpPr/>
            <p:nvPr/>
          </p:nvSpPr>
          <p:spPr>
            <a:xfrm>
              <a:off x="5981700" y="2946400"/>
              <a:ext cx="457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Medium"/>
                  <a:ea typeface="IBM Plex Mono Medium"/>
                  <a:cs typeface="IBM Plex Mono Medium"/>
                </a:rPr>
                <a:t>PPL</a:t>
              </a:r>
              <a:endParaRPr lang="en-US" sz="900" spc="54" kern="0" b="0" i="0" dirty="0">
                <a:solidFill>
                  <a:srgbClr val="070154"/>
                </a:solidFill>
                <a:latin typeface="IBM Plex Mono Medium"/>
                <a:ea typeface="IBM Plex Mono Medium"/>
                <a:cs typeface="IBM Plex Mono Medium"/>
              </a:endParaRPr>
            </a:p>
          </p:txBody>
        </p:sp>
      </p:grpSp>
      <p:grpSp>
        <p:nvGrpSpPr>
          <p:cNvPr id="229" name="node85"/>
          <p:cNvGrpSpPr/>
          <p:nvPr/>
        </p:nvGrpSpPr>
        <p:grpSpPr>
          <a:xfrm>
            <a:off x="5981700" y="3200400"/>
            <a:ext cx="431800" cy="381000"/>
            <a:chOff x="5981700" y="3200400"/>
            <a:chExt cx="431800" cy="381000"/>
          </a:xfrm>
        </p:grpSpPr>
        <p:sp>
          <p:nvSpPr>
            <p:cNvPr id="109" name="node85.surface"/>
            <p:cNvSpPr/>
            <p:nvPr/>
          </p:nvSpPr>
          <p:spPr>
            <a:xfrm>
              <a:off x="5981700" y="3200400"/>
              <a:ext cx="431800" cy="381000"/>
            </a:xfrm>
            <a:prstGeom prst="rect">
              <a:avLst/>
            </a:prstGeom>
            <a:solidFill>
              <a:srgbClr val="7C9BFF"/>
            </a:solidFill>
            <a:ln>
              <a:noFill/>
            </a:ln>
          </p:spPr>
        </p:sp>
        <p:sp>
          <p:nvSpPr>
            <p:cNvPr id="110" name="node85.text"/>
            <p:cNvSpPr/>
            <p:nvPr/>
          </p:nvSpPr>
          <p:spPr>
            <a:xfrm>
              <a:off x="6053667" y="3276600"/>
              <a:ext cx="287867"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3</a:t>
              </a:r>
              <a:endParaRPr lang="en-US" sz="1200" spc="0" kern="0" b="0" i="0" dirty="0">
                <a:solidFill>
                  <a:srgbClr val="070154"/>
                </a:solidFill>
                <a:latin typeface="IBM Plex Sans"/>
                <a:ea typeface="IBM Plex Sans"/>
                <a:cs typeface="IBM Plex Sans"/>
              </a:endParaRPr>
            </a:p>
          </p:txBody>
        </p:sp>
      </p:grpSp>
      <p:grpSp>
        <p:nvGrpSpPr>
          <p:cNvPr id="230" name="node86"/>
          <p:cNvGrpSpPr/>
          <p:nvPr/>
        </p:nvGrpSpPr>
        <p:grpSpPr>
          <a:xfrm>
            <a:off x="6438900" y="2946400"/>
            <a:ext cx="457200" cy="152400"/>
            <a:chOff x="6438900" y="2946400"/>
            <a:chExt cx="457200" cy="152400"/>
          </a:xfrm>
        </p:grpSpPr>
        <p:sp>
          <p:nvSpPr>
            <p:cNvPr id="111" name="node86.text"/>
            <p:cNvSpPr/>
            <p:nvPr/>
          </p:nvSpPr>
          <p:spPr>
            <a:xfrm>
              <a:off x="6438900" y="2946400"/>
              <a:ext cx="457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Medium"/>
                  <a:ea typeface="IBM Plex Mono Medium"/>
                  <a:cs typeface="IBM Plex Mono Medium"/>
                </a:rPr>
                <a:t>GOV</a:t>
              </a:r>
              <a:endParaRPr lang="en-US" sz="900" spc="54" kern="0" b="0" i="0" dirty="0">
                <a:solidFill>
                  <a:srgbClr val="070154"/>
                </a:solidFill>
                <a:latin typeface="IBM Plex Mono Medium"/>
                <a:ea typeface="IBM Plex Mono Medium"/>
                <a:cs typeface="IBM Plex Mono Medium"/>
              </a:endParaRPr>
            </a:p>
          </p:txBody>
        </p:sp>
      </p:grpSp>
      <p:grpSp>
        <p:nvGrpSpPr>
          <p:cNvPr id="231" name="node87"/>
          <p:cNvGrpSpPr/>
          <p:nvPr/>
        </p:nvGrpSpPr>
        <p:grpSpPr>
          <a:xfrm>
            <a:off x="6438900" y="3200400"/>
            <a:ext cx="431800" cy="381000"/>
            <a:chOff x="6438900" y="3200400"/>
            <a:chExt cx="431800" cy="381000"/>
          </a:xfrm>
        </p:grpSpPr>
        <p:sp>
          <p:nvSpPr>
            <p:cNvPr id="112" name="node87.surface"/>
            <p:cNvSpPr/>
            <p:nvPr/>
          </p:nvSpPr>
          <p:spPr>
            <a:xfrm>
              <a:off x="6438900" y="3200400"/>
              <a:ext cx="431800" cy="381000"/>
            </a:xfrm>
            <a:prstGeom prst="rect">
              <a:avLst/>
            </a:prstGeom>
            <a:solidFill>
              <a:srgbClr val="B9C9F0"/>
            </a:solidFill>
            <a:ln>
              <a:noFill/>
            </a:ln>
          </p:spPr>
        </p:sp>
        <p:sp>
          <p:nvSpPr>
            <p:cNvPr id="113" name="node87.text"/>
            <p:cNvSpPr/>
            <p:nvPr/>
          </p:nvSpPr>
          <p:spPr>
            <a:xfrm>
              <a:off x="6510867" y="3276600"/>
              <a:ext cx="287867"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2</a:t>
              </a:r>
              <a:endParaRPr lang="en-US" sz="1200" spc="0" kern="0" b="0" i="0" dirty="0">
                <a:solidFill>
                  <a:srgbClr val="070154"/>
                </a:solidFill>
                <a:latin typeface="IBM Plex Sans"/>
                <a:ea typeface="IBM Plex Sans"/>
                <a:cs typeface="IBM Plex Sans"/>
              </a:endParaRPr>
            </a:p>
          </p:txBody>
        </p:sp>
      </p:grpSp>
      <p:grpSp>
        <p:nvGrpSpPr>
          <p:cNvPr id="232" name="node88"/>
          <p:cNvGrpSpPr/>
          <p:nvPr/>
        </p:nvGrpSpPr>
        <p:grpSpPr>
          <a:xfrm>
            <a:off x="8267700" y="2514600"/>
            <a:ext cx="3048000" cy="762000"/>
            <a:chOff x="8267700" y="2514600"/>
            <a:chExt cx="3048000" cy="762000"/>
          </a:xfrm>
        </p:grpSpPr>
        <p:sp>
          <p:nvSpPr>
            <p:cNvPr id="114" name="node88.source-001.bullet"/>
            <p:cNvSpPr/>
            <p:nvPr/>
          </p:nvSpPr>
          <p:spPr>
            <a:xfrm>
              <a:off x="8267700" y="2603500"/>
              <a:ext cx="38100" cy="38100"/>
            </a:xfrm>
            <a:prstGeom prst="rect">
              <a:avLst/>
            </a:prstGeom>
            <a:solidFill>
              <a:srgbClr val="070154"/>
            </a:solidFill>
            <a:ln>
              <a:noFill/>
            </a:ln>
          </p:spPr>
        </p:sp>
        <p:sp>
          <p:nvSpPr>
            <p:cNvPr id="115" name="node88.source-001.text"/>
            <p:cNvSpPr/>
            <p:nvPr/>
          </p:nvSpPr>
          <p:spPr>
            <a:xfrm>
              <a:off x="8420100" y="2514600"/>
              <a:ext cx="2895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Handoffs run on phone and email</a:t>
              </a:r>
              <a:endParaRPr lang="en-US" sz="1200" spc="0" kern="0" b="0" i="0" dirty="0">
                <a:solidFill>
                  <a:srgbClr val="070154"/>
                </a:solidFill>
                <a:latin typeface="IBM Plex Sans"/>
                <a:ea typeface="IBM Plex Sans"/>
                <a:cs typeface="IBM Plex Sans"/>
              </a:endParaRPr>
            </a:p>
          </p:txBody>
        </p:sp>
        <p:sp>
          <p:nvSpPr>
            <p:cNvPr id="116" name="node88.source-002.bullet"/>
            <p:cNvSpPr/>
            <p:nvPr/>
          </p:nvSpPr>
          <p:spPr>
            <a:xfrm>
              <a:off x="8267700" y="2870200"/>
              <a:ext cx="38100" cy="38100"/>
            </a:xfrm>
            <a:prstGeom prst="rect">
              <a:avLst/>
            </a:prstGeom>
            <a:solidFill>
              <a:srgbClr val="070154"/>
            </a:solidFill>
            <a:ln>
              <a:noFill/>
            </a:ln>
          </p:spPr>
        </p:sp>
        <p:sp>
          <p:nvSpPr>
            <p:cNvPr id="117" name="node88.source-002.text"/>
            <p:cNvSpPr/>
            <p:nvPr/>
          </p:nvSpPr>
          <p:spPr>
            <a:xfrm>
              <a:off x="8420100" y="2781300"/>
              <a:ext cx="2895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Care plans live in three tools</a:t>
              </a:r>
              <a:endParaRPr lang="en-US" sz="1200" spc="0" kern="0" b="0" i="0" dirty="0">
                <a:solidFill>
                  <a:srgbClr val="070154"/>
                </a:solidFill>
                <a:latin typeface="IBM Plex Sans"/>
                <a:ea typeface="IBM Plex Sans"/>
                <a:cs typeface="IBM Plex Sans"/>
              </a:endParaRPr>
            </a:p>
          </p:txBody>
        </p:sp>
        <p:sp>
          <p:nvSpPr>
            <p:cNvPr id="118" name="node88.source-003.bullet"/>
            <p:cNvSpPr/>
            <p:nvPr/>
          </p:nvSpPr>
          <p:spPr>
            <a:xfrm>
              <a:off x="8267700" y="3136900"/>
              <a:ext cx="38100" cy="38100"/>
            </a:xfrm>
            <a:prstGeom prst="rect">
              <a:avLst/>
            </a:prstGeom>
            <a:solidFill>
              <a:srgbClr val="070154"/>
            </a:solidFill>
            <a:ln>
              <a:noFill/>
            </a:ln>
          </p:spPr>
        </p:sp>
        <p:sp>
          <p:nvSpPr>
            <p:cNvPr id="119" name="node88.source-003.text"/>
            <p:cNvSpPr/>
            <p:nvPr/>
          </p:nvSpPr>
          <p:spPr>
            <a:xfrm>
              <a:off x="8420100" y="3048000"/>
              <a:ext cx="2895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Pilot a shared care plan in oncology</a:t>
              </a:r>
              <a:endParaRPr lang="en-US" sz="1200" spc="0" kern="0" b="0" i="0" dirty="0">
                <a:solidFill>
                  <a:srgbClr val="070154"/>
                </a:solidFill>
                <a:latin typeface="IBM Plex Sans"/>
                <a:ea typeface="IBM Plex Sans"/>
                <a:cs typeface="IBM Plex Sans"/>
              </a:endParaRPr>
            </a:p>
          </p:txBody>
        </p:sp>
      </p:grpSp>
      <p:grpSp>
        <p:nvGrpSpPr>
          <p:cNvPr id="233" name="node89"/>
          <p:cNvGrpSpPr/>
          <p:nvPr/>
        </p:nvGrpSpPr>
        <p:grpSpPr>
          <a:xfrm>
            <a:off x="4381500" y="4114800"/>
            <a:ext cx="7086600" cy="1600200"/>
            <a:chOff x="4381500" y="4114800"/>
            <a:chExt cx="7086600" cy="1600200"/>
          </a:xfrm>
        </p:grpSpPr>
        <p:sp>
          <p:nvSpPr>
            <p:cNvPr id="120" name="node89.surface"/>
            <p:cNvSpPr/>
            <p:nvPr/>
          </p:nvSpPr>
          <p:spPr>
            <a:xfrm>
              <a:off x="4387850" y="4121150"/>
              <a:ext cx="7073900" cy="1587500"/>
            </a:xfrm>
            <a:prstGeom prst="rect">
              <a:avLst/>
            </a:prstGeom>
            <a:solidFill>
              <a:srgbClr val="FFFFFF"/>
            </a:solidFill>
            <a:ln w="12700">
              <a:solidFill>
                <a:srgbClr val="CED7E6"/>
              </a:solidFill>
              <a:prstDash val="solid"/>
            </a:ln>
          </p:spPr>
        </p:sp>
      </p:grpSp>
      <p:grpSp>
        <p:nvGrpSpPr>
          <p:cNvPr id="234" name="node90"/>
          <p:cNvGrpSpPr/>
          <p:nvPr/>
        </p:nvGrpSpPr>
        <p:grpSpPr>
          <a:xfrm>
            <a:off x="4610100" y="4343400"/>
            <a:ext cx="609600" cy="381000"/>
            <a:chOff x="4610100" y="4343400"/>
            <a:chExt cx="609600" cy="381000"/>
          </a:xfrm>
        </p:grpSpPr>
        <p:sp>
          <p:nvSpPr>
            <p:cNvPr id="121" name="node90.surface"/>
            <p:cNvSpPr/>
            <p:nvPr/>
          </p:nvSpPr>
          <p:spPr>
            <a:xfrm>
              <a:off x="4610100" y="4343400"/>
              <a:ext cx="609600" cy="381000"/>
            </a:xfrm>
            <a:prstGeom prst="rect">
              <a:avLst/>
            </a:prstGeom>
            <a:solidFill>
              <a:srgbClr val="05013F"/>
            </a:solidFill>
            <a:ln>
              <a:noFill/>
            </a:ln>
          </p:spPr>
        </p:sp>
        <p:sp>
          <p:nvSpPr>
            <p:cNvPr id="122" name="node90.text"/>
            <p:cNvSpPr/>
            <p:nvPr/>
          </p:nvSpPr>
          <p:spPr>
            <a:xfrm>
              <a:off x="4762500" y="4400550"/>
              <a:ext cx="3048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FFFFFF"/>
                  </a:solidFill>
                  <a:latin typeface="IBM Plex Sans"/>
                  <a:ea typeface="IBM Plex Sans"/>
                  <a:cs typeface="IBM Plex Sans"/>
                </a:rPr>
                <a:t>A9</a:t>
              </a:r>
              <a:endParaRPr lang="en-US" sz="1400" spc="0" kern="0" b="0" i="0" dirty="0">
                <a:solidFill>
                  <a:srgbClr val="FFFFFF"/>
                </a:solidFill>
                <a:latin typeface="IBM Plex Sans"/>
                <a:ea typeface="IBM Plex Sans"/>
                <a:cs typeface="IBM Plex Sans"/>
              </a:endParaRPr>
            </a:p>
          </p:txBody>
        </p:sp>
      </p:grpSp>
      <p:grpSp>
        <p:nvGrpSpPr>
          <p:cNvPr id="235" name="node91"/>
          <p:cNvGrpSpPr/>
          <p:nvPr/>
        </p:nvGrpSpPr>
        <p:grpSpPr>
          <a:xfrm>
            <a:off x="5372100" y="4356100"/>
            <a:ext cx="2743200" cy="304800"/>
            <a:chOff x="5372100" y="4356100"/>
            <a:chExt cx="2743200" cy="304800"/>
          </a:xfrm>
        </p:grpSpPr>
        <p:sp>
          <p:nvSpPr>
            <p:cNvPr id="123" name="node91.text"/>
            <p:cNvSpPr/>
            <p:nvPr/>
          </p:nvSpPr>
          <p:spPr>
            <a:xfrm>
              <a:off x="5372100" y="4356100"/>
              <a:ext cx="27432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Supply chain</a:t>
              </a:r>
              <a:endParaRPr lang="en-US" sz="1800" spc="-18" kern="0" b="0" i="0" dirty="0">
                <a:solidFill>
                  <a:srgbClr val="070154"/>
                </a:solidFill>
                <a:latin typeface="IBM Plex Sans SemiBold"/>
                <a:ea typeface="IBM Plex Sans SemiBold"/>
                <a:cs typeface="IBM Plex Sans SemiBold"/>
              </a:endParaRPr>
            </a:p>
          </p:txBody>
        </p:sp>
      </p:grpSp>
      <p:grpSp>
        <p:nvGrpSpPr>
          <p:cNvPr id="236" name="node92"/>
          <p:cNvGrpSpPr/>
          <p:nvPr/>
        </p:nvGrpSpPr>
        <p:grpSpPr>
          <a:xfrm>
            <a:off x="4610100" y="4775200"/>
            <a:ext cx="457200" cy="152400"/>
            <a:chOff x="4610100" y="4775200"/>
            <a:chExt cx="457200" cy="152400"/>
          </a:xfrm>
        </p:grpSpPr>
        <p:sp>
          <p:nvSpPr>
            <p:cNvPr id="124" name="node92.text"/>
            <p:cNvSpPr/>
            <p:nvPr/>
          </p:nvSpPr>
          <p:spPr>
            <a:xfrm>
              <a:off x="4610100" y="4775200"/>
              <a:ext cx="457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Medium"/>
                  <a:ea typeface="IBM Plex Mono Medium"/>
                  <a:cs typeface="IBM Plex Mono Medium"/>
                </a:rPr>
                <a:t>PRO</a:t>
              </a:r>
              <a:endParaRPr lang="en-US" sz="900" spc="54" kern="0" b="0" i="0" dirty="0">
                <a:solidFill>
                  <a:srgbClr val="070154"/>
                </a:solidFill>
                <a:latin typeface="IBM Plex Mono Medium"/>
                <a:ea typeface="IBM Plex Mono Medium"/>
                <a:cs typeface="IBM Plex Mono Medium"/>
              </a:endParaRPr>
            </a:p>
          </p:txBody>
        </p:sp>
      </p:grpSp>
      <p:grpSp>
        <p:nvGrpSpPr>
          <p:cNvPr id="237" name="node93"/>
          <p:cNvGrpSpPr/>
          <p:nvPr/>
        </p:nvGrpSpPr>
        <p:grpSpPr>
          <a:xfrm>
            <a:off x="4610100" y="5029200"/>
            <a:ext cx="431800" cy="381000"/>
            <a:chOff x="4610100" y="5029200"/>
            <a:chExt cx="431800" cy="381000"/>
          </a:xfrm>
        </p:grpSpPr>
        <p:sp>
          <p:nvSpPr>
            <p:cNvPr id="125" name="node93.surface"/>
            <p:cNvSpPr/>
            <p:nvPr/>
          </p:nvSpPr>
          <p:spPr>
            <a:xfrm>
              <a:off x="4610100" y="5029200"/>
              <a:ext cx="431800" cy="381000"/>
            </a:xfrm>
            <a:prstGeom prst="rect">
              <a:avLst/>
            </a:prstGeom>
            <a:solidFill>
              <a:srgbClr val="7C9BFF"/>
            </a:solidFill>
            <a:ln>
              <a:noFill/>
            </a:ln>
          </p:spPr>
        </p:sp>
        <p:sp>
          <p:nvSpPr>
            <p:cNvPr id="126" name="node93.text"/>
            <p:cNvSpPr/>
            <p:nvPr/>
          </p:nvSpPr>
          <p:spPr>
            <a:xfrm>
              <a:off x="4682067" y="5105400"/>
              <a:ext cx="287867"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3</a:t>
              </a:r>
              <a:endParaRPr lang="en-US" sz="1200" spc="0" kern="0" b="0" i="0" dirty="0">
                <a:solidFill>
                  <a:srgbClr val="070154"/>
                </a:solidFill>
                <a:latin typeface="IBM Plex Sans"/>
                <a:ea typeface="IBM Plex Sans"/>
                <a:cs typeface="IBM Plex Sans"/>
              </a:endParaRPr>
            </a:p>
          </p:txBody>
        </p:sp>
      </p:grpSp>
      <p:grpSp>
        <p:nvGrpSpPr>
          <p:cNvPr id="238" name="node94"/>
          <p:cNvGrpSpPr/>
          <p:nvPr/>
        </p:nvGrpSpPr>
        <p:grpSpPr>
          <a:xfrm>
            <a:off x="5067300" y="4775200"/>
            <a:ext cx="457200" cy="152400"/>
            <a:chOff x="5067300" y="4775200"/>
            <a:chExt cx="457200" cy="152400"/>
          </a:xfrm>
        </p:grpSpPr>
        <p:sp>
          <p:nvSpPr>
            <p:cNvPr id="127" name="node94.text"/>
            <p:cNvSpPr/>
            <p:nvPr/>
          </p:nvSpPr>
          <p:spPr>
            <a:xfrm>
              <a:off x="5067300" y="4775200"/>
              <a:ext cx="457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Medium"/>
                  <a:ea typeface="IBM Plex Mono Medium"/>
                  <a:cs typeface="IBM Plex Mono Medium"/>
                </a:rPr>
                <a:t>TEC</a:t>
              </a:r>
              <a:endParaRPr lang="en-US" sz="900" spc="54" kern="0" b="0" i="0" dirty="0">
                <a:solidFill>
                  <a:srgbClr val="070154"/>
                </a:solidFill>
                <a:latin typeface="IBM Plex Mono Medium"/>
                <a:ea typeface="IBM Plex Mono Medium"/>
                <a:cs typeface="IBM Plex Mono Medium"/>
              </a:endParaRPr>
            </a:p>
          </p:txBody>
        </p:sp>
      </p:grpSp>
      <p:grpSp>
        <p:nvGrpSpPr>
          <p:cNvPr id="239" name="node95"/>
          <p:cNvGrpSpPr/>
          <p:nvPr/>
        </p:nvGrpSpPr>
        <p:grpSpPr>
          <a:xfrm>
            <a:off x="5067300" y="5029200"/>
            <a:ext cx="431800" cy="381000"/>
            <a:chOff x="5067300" y="5029200"/>
            <a:chExt cx="431800" cy="381000"/>
          </a:xfrm>
        </p:grpSpPr>
        <p:sp>
          <p:nvSpPr>
            <p:cNvPr id="128" name="node95.surface"/>
            <p:cNvSpPr/>
            <p:nvPr/>
          </p:nvSpPr>
          <p:spPr>
            <a:xfrm>
              <a:off x="5067300" y="5029200"/>
              <a:ext cx="431800" cy="381000"/>
            </a:xfrm>
            <a:prstGeom prst="rect">
              <a:avLst/>
            </a:prstGeom>
            <a:solidFill>
              <a:srgbClr val="B9C9F0"/>
            </a:solidFill>
            <a:ln>
              <a:noFill/>
            </a:ln>
          </p:spPr>
        </p:sp>
        <p:sp>
          <p:nvSpPr>
            <p:cNvPr id="129" name="node95.text"/>
            <p:cNvSpPr/>
            <p:nvPr/>
          </p:nvSpPr>
          <p:spPr>
            <a:xfrm>
              <a:off x="5139267" y="5105400"/>
              <a:ext cx="287867"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2</a:t>
              </a:r>
              <a:endParaRPr lang="en-US" sz="1200" spc="0" kern="0" b="0" i="0" dirty="0">
                <a:solidFill>
                  <a:srgbClr val="070154"/>
                </a:solidFill>
                <a:latin typeface="IBM Plex Sans"/>
                <a:ea typeface="IBM Plex Sans"/>
                <a:cs typeface="IBM Plex Sans"/>
              </a:endParaRPr>
            </a:p>
          </p:txBody>
        </p:sp>
      </p:grpSp>
      <p:grpSp>
        <p:nvGrpSpPr>
          <p:cNvPr id="240" name="node96"/>
          <p:cNvGrpSpPr/>
          <p:nvPr/>
        </p:nvGrpSpPr>
        <p:grpSpPr>
          <a:xfrm>
            <a:off x="5524500" y="4775200"/>
            <a:ext cx="457200" cy="152400"/>
            <a:chOff x="5524500" y="4775200"/>
            <a:chExt cx="457200" cy="152400"/>
          </a:xfrm>
        </p:grpSpPr>
        <p:sp>
          <p:nvSpPr>
            <p:cNvPr id="130" name="node96.text"/>
            <p:cNvSpPr/>
            <p:nvPr/>
          </p:nvSpPr>
          <p:spPr>
            <a:xfrm>
              <a:off x="5524500" y="4775200"/>
              <a:ext cx="457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Medium"/>
                  <a:ea typeface="IBM Plex Mono Medium"/>
                  <a:cs typeface="IBM Plex Mono Medium"/>
                </a:rPr>
                <a:t>DAT</a:t>
              </a:r>
              <a:endParaRPr lang="en-US" sz="900" spc="54" kern="0" b="0" i="0" dirty="0">
                <a:solidFill>
                  <a:srgbClr val="070154"/>
                </a:solidFill>
                <a:latin typeface="IBM Plex Mono Medium"/>
                <a:ea typeface="IBM Plex Mono Medium"/>
                <a:cs typeface="IBM Plex Mono Medium"/>
              </a:endParaRPr>
            </a:p>
          </p:txBody>
        </p:sp>
      </p:grpSp>
      <p:grpSp>
        <p:nvGrpSpPr>
          <p:cNvPr id="241" name="node97"/>
          <p:cNvGrpSpPr/>
          <p:nvPr/>
        </p:nvGrpSpPr>
        <p:grpSpPr>
          <a:xfrm>
            <a:off x="5524500" y="5029200"/>
            <a:ext cx="431800" cy="381000"/>
            <a:chOff x="5524500" y="5029200"/>
            <a:chExt cx="431800" cy="381000"/>
          </a:xfrm>
        </p:grpSpPr>
        <p:sp>
          <p:nvSpPr>
            <p:cNvPr id="131" name="node97.surface"/>
            <p:cNvSpPr/>
            <p:nvPr/>
          </p:nvSpPr>
          <p:spPr>
            <a:xfrm>
              <a:off x="5524500" y="5029200"/>
              <a:ext cx="431800" cy="381000"/>
            </a:xfrm>
            <a:prstGeom prst="rect">
              <a:avLst/>
            </a:prstGeom>
            <a:solidFill>
              <a:srgbClr val="B9C9F0"/>
            </a:solidFill>
            <a:ln>
              <a:noFill/>
            </a:ln>
          </p:spPr>
        </p:sp>
        <p:sp>
          <p:nvSpPr>
            <p:cNvPr id="132" name="node97.text"/>
            <p:cNvSpPr/>
            <p:nvPr/>
          </p:nvSpPr>
          <p:spPr>
            <a:xfrm>
              <a:off x="5596467" y="5105400"/>
              <a:ext cx="287867"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2</a:t>
              </a:r>
              <a:endParaRPr lang="en-US" sz="1200" spc="0" kern="0" b="0" i="0" dirty="0">
                <a:solidFill>
                  <a:srgbClr val="070154"/>
                </a:solidFill>
                <a:latin typeface="IBM Plex Sans"/>
                <a:ea typeface="IBM Plex Sans"/>
                <a:cs typeface="IBM Plex Sans"/>
              </a:endParaRPr>
            </a:p>
          </p:txBody>
        </p:sp>
      </p:grpSp>
      <p:grpSp>
        <p:nvGrpSpPr>
          <p:cNvPr id="242" name="node98"/>
          <p:cNvGrpSpPr/>
          <p:nvPr/>
        </p:nvGrpSpPr>
        <p:grpSpPr>
          <a:xfrm>
            <a:off x="5981700" y="4775200"/>
            <a:ext cx="457200" cy="152400"/>
            <a:chOff x="5981700" y="4775200"/>
            <a:chExt cx="457200" cy="152400"/>
          </a:xfrm>
        </p:grpSpPr>
        <p:sp>
          <p:nvSpPr>
            <p:cNvPr id="133" name="node98.text"/>
            <p:cNvSpPr/>
            <p:nvPr/>
          </p:nvSpPr>
          <p:spPr>
            <a:xfrm>
              <a:off x="5981700" y="4775200"/>
              <a:ext cx="457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Medium"/>
                  <a:ea typeface="IBM Plex Mono Medium"/>
                  <a:cs typeface="IBM Plex Mono Medium"/>
                </a:rPr>
                <a:t>PPL</a:t>
              </a:r>
              <a:endParaRPr lang="en-US" sz="900" spc="54" kern="0" b="0" i="0" dirty="0">
                <a:solidFill>
                  <a:srgbClr val="070154"/>
                </a:solidFill>
                <a:latin typeface="IBM Plex Mono Medium"/>
                <a:ea typeface="IBM Plex Mono Medium"/>
                <a:cs typeface="IBM Plex Mono Medium"/>
              </a:endParaRPr>
            </a:p>
          </p:txBody>
        </p:sp>
      </p:grpSp>
      <p:grpSp>
        <p:nvGrpSpPr>
          <p:cNvPr id="243" name="node99"/>
          <p:cNvGrpSpPr/>
          <p:nvPr/>
        </p:nvGrpSpPr>
        <p:grpSpPr>
          <a:xfrm>
            <a:off x="5981700" y="5029200"/>
            <a:ext cx="431800" cy="381000"/>
            <a:chOff x="5981700" y="5029200"/>
            <a:chExt cx="431800" cy="381000"/>
          </a:xfrm>
        </p:grpSpPr>
        <p:sp>
          <p:nvSpPr>
            <p:cNvPr id="134" name="node99.surface"/>
            <p:cNvSpPr/>
            <p:nvPr/>
          </p:nvSpPr>
          <p:spPr>
            <a:xfrm>
              <a:off x="5981700" y="5029200"/>
              <a:ext cx="431800" cy="381000"/>
            </a:xfrm>
            <a:prstGeom prst="rect">
              <a:avLst/>
            </a:prstGeom>
            <a:solidFill>
              <a:srgbClr val="B9C9F0"/>
            </a:solidFill>
            <a:ln>
              <a:noFill/>
            </a:ln>
          </p:spPr>
        </p:sp>
        <p:sp>
          <p:nvSpPr>
            <p:cNvPr id="135" name="node99.text"/>
            <p:cNvSpPr/>
            <p:nvPr/>
          </p:nvSpPr>
          <p:spPr>
            <a:xfrm>
              <a:off x="6053667" y="5105400"/>
              <a:ext cx="287867"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2</a:t>
              </a:r>
              <a:endParaRPr lang="en-US" sz="1200" spc="0" kern="0" b="0" i="0" dirty="0">
                <a:solidFill>
                  <a:srgbClr val="070154"/>
                </a:solidFill>
                <a:latin typeface="IBM Plex Sans"/>
                <a:ea typeface="IBM Plex Sans"/>
                <a:cs typeface="IBM Plex Sans"/>
              </a:endParaRPr>
            </a:p>
          </p:txBody>
        </p:sp>
      </p:grpSp>
      <p:grpSp>
        <p:nvGrpSpPr>
          <p:cNvPr id="244" name="node100"/>
          <p:cNvGrpSpPr/>
          <p:nvPr/>
        </p:nvGrpSpPr>
        <p:grpSpPr>
          <a:xfrm>
            <a:off x="6438900" y="4775200"/>
            <a:ext cx="457200" cy="152400"/>
            <a:chOff x="6438900" y="4775200"/>
            <a:chExt cx="457200" cy="152400"/>
          </a:xfrm>
        </p:grpSpPr>
        <p:sp>
          <p:nvSpPr>
            <p:cNvPr id="136" name="node100.text"/>
            <p:cNvSpPr/>
            <p:nvPr/>
          </p:nvSpPr>
          <p:spPr>
            <a:xfrm>
              <a:off x="6438900" y="4775200"/>
              <a:ext cx="457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Medium"/>
                  <a:ea typeface="IBM Plex Mono Medium"/>
                  <a:cs typeface="IBM Plex Mono Medium"/>
                </a:rPr>
                <a:t>GOV</a:t>
              </a:r>
              <a:endParaRPr lang="en-US" sz="900" spc="54" kern="0" b="0" i="0" dirty="0">
                <a:solidFill>
                  <a:srgbClr val="070154"/>
                </a:solidFill>
                <a:latin typeface="IBM Plex Mono Medium"/>
                <a:ea typeface="IBM Plex Mono Medium"/>
                <a:cs typeface="IBM Plex Mono Medium"/>
              </a:endParaRPr>
            </a:p>
          </p:txBody>
        </p:sp>
      </p:grpSp>
      <p:grpSp>
        <p:nvGrpSpPr>
          <p:cNvPr id="245" name="node101"/>
          <p:cNvGrpSpPr/>
          <p:nvPr/>
        </p:nvGrpSpPr>
        <p:grpSpPr>
          <a:xfrm>
            <a:off x="6438900" y="5029200"/>
            <a:ext cx="431800" cy="381000"/>
            <a:chOff x="6438900" y="5029200"/>
            <a:chExt cx="431800" cy="381000"/>
          </a:xfrm>
        </p:grpSpPr>
        <p:sp>
          <p:nvSpPr>
            <p:cNvPr id="137" name="node101.surface"/>
            <p:cNvSpPr/>
            <p:nvPr/>
          </p:nvSpPr>
          <p:spPr>
            <a:xfrm>
              <a:off x="6438900" y="5029200"/>
              <a:ext cx="431800" cy="381000"/>
            </a:xfrm>
            <a:prstGeom prst="rect">
              <a:avLst/>
            </a:prstGeom>
            <a:solidFill>
              <a:srgbClr val="7C9BFF"/>
            </a:solidFill>
            <a:ln>
              <a:noFill/>
            </a:ln>
          </p:spPr>
        </p:sp>
        <p:sp>
          <p:nvSpPr>
            <p:cNvPr id="138" name="node101.text"/>
            <p:cNvSpPr/>
            <p:nvPr/>
          </p:nvSpPr>
          <p:spPr>
            <a:xfrm>
              <a:off x="6510867" y="5105400"/>
              <a:ext cx="287867"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3</a:t>
              </a:r>
              <a:endParaRPr lang="en-US" sz="1200" spc="0" kern="0" b="0" i="0" dirty="0">
                <a:solidFill>
                  <a:srgbClr val="070154"/>
                </a:solidFill>
                <a:latin typeface="IBM Plex Sans"/>
                <a:ea typeface="IBM Plex Sans"/>
                <a:cs typeface="IBM Plex Sans"/>
              </a:endParaRPr>
            </a:p>
          </p:txBody>
        </p:sp>
      </p:grpSp>
      <p:grpSp>
        <p:nvGrpSpPr>
          <p:cNvPr id="246" name="node102"/>
          <p:cNvGrpSpPr/>
          <p:nvPr/>
        </p:nvGrpSpPr>
        <p:grpSpPr>
          <a:xfrm>
            <a:off x="8267700" y="4343400"/>
            <a:ext cx="3048000" cy="762000"/>
            <a:chOff x="8267700" y="4343400"/>
            <a:chExt cx="3048000" cy="762000"/>
          </a:xfrm>
        </p:grpSpPr>
        <p:sp>
          <p:nvSpPr>
            <p:cNvPr id="139" name="node102.source-001.bullet"/>
            <p:cNvSpPr/>
            <p:nvPr/>
          </p:nvSpPr>
          <p:spPr>
            <a:xfrm>
              <a:off x="8267700" y="4432300"/>
              <a:ext cx="38100" cy="38100"/>
            </a:xfrm>
            <a:prstGeom prst="rect">
              <a:avLst/>
            </a:prstGeom>
            <a:solidFill>
              <a:srgbClr val="070154"/>
            </a:solidFill>
            <a:ln>
              <a:noFill/>
            </a:ln>
          </p:spPr>
        </p:sp>
        <p:sp>
          <p:nvSpPr>
            <p:cNvPr id="140" name="node102.source-001.text"/>
            <p:cNvSpPr/>
            <p:nvPr/>
          </p:nvSpPr>
          <p:spPr>
            <a:xfrm>
              <a:off x="8420100" y="4343400"/>
              <a:ext cx="2895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Item master has duplicates</a:t>
              </a:r>
              <a:endParaRPr lang="en-US" sz="1200" spc="0" kern="0" b="0" i="0" dirty="0">
                <a:solidFill>
                  <a:srgbClr val="070154"/>
                </a:solidFill>
                <a:latin typeface="IBM Plex Sans"/>
                <a:ea typeface="IBM Plex Sans"/>
                <a:cs typeface="IBM Plex Sans"/>
              </a:endParaRPr>
            </a:p>
          </p:txBody>
        </p:sp>
        <p:sp>
          <p:nvSpPr>
            <p:cNvPr id="141" name="node102.source-002.bullet"/>
            <p:cNvSpPr/>
            <p:nvPr/>
          </p:nvSpPr>
          <p:spPr>
            <a:xfrm>
              <a:off x="8267700" y="4699000"/>
              <a:ext cx="38100" cy="38100"/>
            </a:xfrm>
            <a:prstGeom prst="rect">
              <a:avLst/>
            </a:prstGeom>
            <a:solidFill>
              <a:srgbClr val="070154"/>
            </a:solidFill>
            <a:ln>
              <a:noFill/>
            </a:ln>
          </p:spPr>
        </p:sp>
        <p:sp>
          <p:nvSpPr>
            <p:cNvPr id="142" name="node102.source-002.text"/>
            <p:cNvSpPr/>
            <p:nvPr/>
          </p:nvSpPr>
          <p:spPr>
            <a:xfrm>
              <a:off x="8420100" y="4610100"/>
              <a:ext cx="2895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Contracts tracked by site, not system</a:t>
              </a:r>
              <a:endParaRPr lang="en-US" sz="1200" spc="0" kern="0" b="0" i="0" dirty="0">
                <a:solidFill>
                  <a:srgbClr val="070154"/>
                </a:solidFill>
                <a:latin typeface="IBM Plex Sans"/>
                <a:ea typeface="IBM Plex Sans"/>
                <a:cs typeface="IBM Plex Sans"/>
              </a:endParaRPr>
            </a:p>
          </p:txBody>
        </p:sp>
        <p:sp>
          <p:nvSpPr>
            <p:cNvPr id="143" name="node102.source-003.bullet"/>
            <p:cNvSpPr/>
            <p:nvPr/>
          </p:nvSpPr>
          <p:spPr>
            <a:xfrm>
              <a:off x="8267700" y="4965700"/>
              <a:ext cx="38100" cy="38100"/>
            </a:xfrm>
            <a:prstGeom prst="rect">
              <a:avLst/>
            </a:prstGeom>
            <a:solidFill>
              <a:srgbClr val="070154"/>
            </a:solidFill>
            <a:ln>
              <a:noFill/>
            </a:ln>
          </p:spPr>
        </p:sp>
        <p:sp>
          <p:nvSpPr>
            <p:cNvPr id="144" name="node102.source-003.text"/>
            <p:cNvSpPr/>
            <p:nvPr/>
          </p:nvSpPr>
          <p:spPr>
            <a:xfrm>
              <a:off x="8420100" y="4876800"/>
              <a:ext cx="2895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Clean the item master first</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ource-209">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REVENUE CYCLE DETAIL</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Denials management is the weakest of the revenue rows</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Sample ratings for layout only; replace before use.</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52</a:t>
            </a:fld>
            <a:endParaRPr lang="en-US" sz="700" spc="0" kern="0" b="0" i="0" dirty="0">
              <a:solidFill>
                <a:srgbClr val="070154"/>
              </a:solidFill>
              <a:latin typeface="IBM Plex Mono SemiBold"/>
              <a:ea typeface="IBM Plex Mono SemiBold"/>
              <a:cs typeface="IBM Plex Mono SemiBold"/>
            </a:endParaRPr>
          </a:p>
        </p:txBody>
      </p:sp>
      <p:grpSp>
        <p:nvGrpSpPr>
          <p:cNvPr id="110" name="node01"/>
          <p:cNvGrpSpPr/>
          <p:nvPr/>
        </p:nvGrpSpPr>
        <p:grpSpPr>
          <a:xfrm>
            <a:off x="723900" y="1600200"/>
            <a:ext cx="762000" cy="457200"/>
            <a:chOff x="723900" y="1600200"/>
            <a:chExt cx="762000" cy="457200"/>
          </a:xfrm>
        </p:grpSpPr>
        <p:sp>
          <p:nvSpPr>
            <p:cNvPr id="7" name="node01.surface"/>
            <p:cNvSpPr/>
            <p:nvPr/>
          </p:nvSpPr>
          <p:spPr>
            <a:xfrm>
              <a:off x="723900" y="1600200"/>
              <a:ext cx="762000" cy="457200"/>
            </a:xfrm>
            <a:prstGeom prst="rect">
              <a:avLst/>
            </a:prstGeom>
            <a:solidFill>
              <a:srgbClr val="05013F"/>
            </a:solidFill>
            <a:ln>
              <a:noFill/>
            </a:ln>
          </p:spPr>
        </p:sp>
        <p:sp>
          <p:nvSpPr>
            <p:cNvPr id="8" name="node01.text"/>
            <p:cNvSpPr/>
            <p:nvPr/>
          </p:nvSpPr>
          <p:spPr>
            <a:xfrm>
              <a:off x="876300" y="1676400"/>
              <a:ext cx="457200" cy="304800"/>
            </a:xfrm>
            <a:prstGeom prst="rect">
              <a:avLst/>
            </a:prstGeom>
            <a:noFill/>
            <a:ln/>
          </p:spPr>
          <p:txBody>
            <a:bodyPr wrap="square" lIns="0" tIns="0" rIns="0" bIns="0" rtlCol="0" anchor="t"/>
            <a:lstStyle/>
            <a:p>
              <a:pPr algn="ctr" indent="0" marL="0">
                <a:lnSpc>
                  <a:spcPts val="2400"/>
                </a:lnSpc>
                <a:buNone/>
              </a:pPr>
              <a:r>
                <a:rPr lang="en-US" sz="1800" spc="-18" kern="0" b="0" i="0" dirty="0">
                  <a:solidFill>
                    <a:srgbClr val="FFFFFF"/>
                  </a:solidFill>
                  <a:latin typeface="IBM Plex Sans SemiBold"/>
                  <a:ea typeface="IBM Plex Sans SemiBold"/>
                  <a:cs typeface="IBM Plex Sans SemiBold"/>
                </a:rPr>
                <a:t>A6</a:t>
              </a:r>
              <a:endParaRPr lang="en-US" sz="1800" spc="-18" kern="0" b="0" i="0" dirty="0">
                <a:solidFill>
                  <a:srgbClr val="FFFFFF"/>
                </a:solidFill>
                <a:latin typeface="IBM Plex Sans SemiBold"/>
                <a:ea typeface="IBM Plex Sans SemiBold"/>
                <a:cs typeface="IBM Plex Sans SemiBold"/>
              </a:endParaRPr>
            </a:p>
          </p:txBody>
        </p:sp>
      </p:grpSp>
      <p:grpSp>
        <p:nvGrpSpPr>
          <p:cNvPr id="111" name="node02"/>
          <p:cNvGrpSpPr/>
          <p:nvPr/>
        </p:nvGrpSpPr>
        <p:grpSpPr>
          <a:xfrm>
            <a:off x="1638300" y="1600200"/>
            <a:ext cx="6604000" cy="381000"/>
            <a:chOff x="1638300" y="1600200"/>
            <a:chExt cx="6604000" cy="381000"/>
          </a:xfrm>
        </p:grpSpPr>
        <p:sp>
          <p:nvSpPr>
            <p:cNvPr id="9" name="node02.text"/>
            <p:cNvSpPr/>
            <p:nvPr/>
          </p:nvSpPr>
          <p:spPr>
            <a:xfrm>
              <a:off x="1638300" y="1600200"/>
              <a:ext cx="6604000" cy="3810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Denials management</a:t>
              </a:r>
              <a:endParaRPr lang="en-US" sz="2400" spc="-36" kern="0" b="0" i="0" dirty="0">
                <a:solidFill>
                  <a:srgbClr val="070154"/>
                </a:solidFill>
                <a:latin typeface="IBM Plex Sans SemiBold"/>
                <a:ea typeface="IBM Plex Sans SemiBold"/>
                <a:cs typeface="IBM Plex Sans SemiBold"/>
              </a:endParaRPr>
            </a:p>
          </p:txBody>
        </p:sp>
      </p:grpSp>
      <p:grpSp>
        <p:nvGrpSpPr>
          <p:cNvPr id="112" name="node03"/>
          <p:cNvGrpSpPr/>
          <p:nvPr/>
        </p:nvGrpSpPr>
        <p:grpSpPr>
          <a:xfrm>
            <a:off x="723900" y="2286000"/>
            <a:ext cx="457200" cy="152400"/>
            <a:chOff x="723900" y="2286000"/>
            <a:chExt cx="457200" cy="152400"/>
          </a:xfrm>
        </p:grpSpPr>
        <p:sp>
          <p:nvSpPr>
            <p:cNvPr id="10" name="node03.text"/>
            <p:cNvSpPr/>
            <p:nvPr/>
          </p:nvSpPr>
          <p:spPr>
            <a:xfrm>
              <a:off x="723900" y="2286000"/>
              <a:ext cx="457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Medium"/>
                  <a:ea typeface="IBM Plex Mono Medium"/>
                  <a:cs typeface="IBM Plex Mono Medium"/>
                </a:rPr>
                <a:t>PRO</a:t>
              </a:r>
              <a:endParaRPr lang="en-US" sz="900" spc="54" kern="0" b="0" i="0" dirty="0">
                <a:solidFill>
                  <a:srgbClr val="070154"/>
                </a:solidFill>
                <a:latin typeface="IBM Plex Mono Medium"/>
                <a:ea typeface="IBM Plex Mono Medium"/>
                <a:cs typeface="IBM Plex Mono Medium"/>
              </a:endParaRPr>
            </a:p>
          </p:txBody>
        </p:sp>
      </p:grpSp>
      <p:grpSp>
        <p:nvGrpSpPr>
          <p:cNvPr id="113" name="node04"/>
          <p:cNvGrpSpPr/>
          <p:nvPr/>
        </p:nvGrpSpPr>
        <p:grpSpPr>
          <a:xfrm>
            <a:off x="723900" y="2514600"/>
            <a:ext cx="431800" cy="381000"/>
            <a:chOff x="723900" y="2514600"/>
            <a:chExt cx="431800" cy="381000"/>
          </a:xfrm>
        </p:grpSpPr>
        <p:sp>
          <p:nvSpPr>
            <p:cNvPr id="11" name="node04.surface"/>
            <p:cNvSpPr/>
            <p:nvPr/>
          </p:nvSpPr>
          <p:spPr>
            <a:xfrm>
              <a:off x="723900" y="2514600"/>
              <a:ext cx="431800" cy="381000"/>
            </a:xfrm>
            <a:prstGeom prst="rect">
              <a:avLst/>
            </a:prstGeom>
            <a:solidFill>
              <a:srgbClr val="B9C9F0"/>
            </a:solidFill>
            <a:ln>
              <a:noFill/>
            </a:ln>
          </p:spPr>
        </p:sp>
        <p:sp>
          <p:nvSpPr>
            <p:cNvPr id="12" name="node04.text"/>
            <p:cNvSpPr/>
            <p:nvPr/>
          </p:nvSpPr>
          <p:spPr>
            <a:xfrm>
              <a:off x="795867" y="2590800"/>
              <a:ext cx="287867"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2</a:t>
              </a:r>
              <a:endParaRPr lang="en-US" sz="1200" spc="0" kern="0" b="0" i="0" dirty="0">
                <a:solidFill>
                  <a:srgbClr val="070154"/>
                </a:solidFill>
                <a:latin typeface="IBM Plex Sans"/>
                <a:ea typeface="IBM Plex Sans"/>
                <a:cs typeface="IBM Plex Sans"/>
              </a:endParaRPr>
            </a:p>
          </p:txBody>
        </p:sp>
      </p:grpSp>
      <p:grpSp>
        <p:nvGrpSpPr>
          <p:cNvPr id="114" name="node05"/>
          <p:cNvGrpSpPr/>
          <p:nvPr/>
        </p:nvGrpSpPr>
        <p:grpSpPr>
          <a:xfrm>
            <a:off x="1181100" y="2286000"/>
            <a:ext cx="457200" cy="152400"/>
            <a:chOff x="1181100" y="2286000"/>
            <a:chExt cx="457200" cy="152400"/>
          </a:xfrm>
        </p:grpSpPr>
        <p:sp>
          <p:nvSpPr>
            <p:cNvPr id="13" name="node05.text"/>
            <p:cNvSpPr/>
            <p:nvPr/>
          </p:nvSpPr>
          <p:spPr>
            <a:xfrm>
              <a:off x="1181100" y="2286000"/>
              <a:ext cx="457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Medium"/>
                  <a:ea typeface="IBM Plex Mono Medium"/>
                  <a:cs typeface="IBM Plex Mono Medium"/>
                </a:rPr>
                <a:t>TEC</a:t>
              </a:r>
              <a:endParaRPr lang="en-US" sz="900" spc="54" kern="0" b="0" i="0" dirty="0">
                <a:solidFill>
                  <a:srgbClr val="070154"/>
                </a:solidFill>
                <a:latin typeface="IBM Plex Mono Medium"/>
                <a:ea typeface="IBM Plex Mono Medium"/>
                <a:cs typeface="IBM Plex Mono Medium"/>
              </a:endParaRPr>
            </a:p>
          </p:txBody>
        </p:sp>
      </p:grpSp>
      <p:grpSp>
        <p:nvGrpSpPr>
          <p:cNvPr id="115" name="node06"/>
          <p:cNvGrpSpPr/>
          <p:nvPr/>
        </p:nvGrpSpPr>
        <p:grpSpPr>
          <a:xfrm>
            <a:off x="1181100" y="2514600"/>
            <a:ext cx="431800" cy="381000"/>
            <a:chOff x="1181100" y="2514600"/>
            <a:chExt cx="431800" cy="381000"/>
          </a:xfrm>
        </p:grpSpPr>
        <p:sp>
          <p:nvSpPr>
            <p:cNvPr id="14" name="node06.surface"/>
            <p:cNvSpPr/>
            <p:nvPr/>
          </p:nvSpPr>
          <p:spPr>
            <a:xfrm>
              <a:off x="1181100" y="2514600"/>
              <a:ext cx="431800" cy="381000"/>
            </a:xfrm>
            <a:prstGeom prst="rect">
              <a:avLst/>
            </a:prstGeom>
            <a:solidFill>
              <a:srgbClr val="B9C9F0"/>
            </a:solidFill>
            <a:ln>
              <a:noFill/>
            </a:ln>
          </p:spPr>
        </p:sp>
        <p:sp>
          <p:nvSpPr>
            <p:cNvPr id="15" name="node06.text"/>
            <p:cNvSpPr/>
            <p:nvPr/>
          </p:nvSpPr>
          <p:spPr>
            <a:xfrm>
              <a:off x="1253067" y="2590800"/>
              <a:ext cx="287867"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2</a:t>
              </a:r>
              <a:endParaRPr lang="en-US" sz="1200" spc="0" kern="0" b="0" i="0" dirty="0">
                <a:solidFill>
                  <a:srgbClr val="070154"/>
                </a:solidFill>
                <a:latin typeface="IBM Plex Sans"/>
                <a:ea typeface="IBM Plex Sans"/>
                <a:cs typeface="IBM Plex Sans"/>
              </a:endParaRPr>
            </a:p>
          </p:txBody>
        </p:sp>
      </p:grpSp>
      <p:grpSp>
        <p:nvGrpSpPr>
          <p:cNvPr id="116" name="node07"/>
          <p:cNvGrpSpPr/>
          <p:nvPr/>
        </p:nvGrpSpPr>
        <p:grpSpPr>
          <a:xfrm>
            <a:off x="1638300" y="2286000"/>
            <a:ext cx="457200" cy="152400"/>
            <a:chOff x="1638300" y="2286000"/>
            <a:chExt cx="457200" cy="152400"/>
          </a:xfrm>
        </p:grpSpPr>
        <p:sp>
          <p:nvSpPr>
            <p:cNvPr id="16" name="node07.text"/>
            <p:cNvSpPr/>
            <p:nvPr/>
          </p:nvSpPr>
          <p:spPr>
            <a:xfrm>
              <a:off x="1638300" y="2286000"/>
              <a:ext cx="457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Medium"/>
                  <a:ea typeface="IBM Plex Mono Medium"/>
                  <a:cs typeface="IBM Plex Mono Medium"/>
                </a:rPr>
                <a:t>DAT</a:t>
              </a:r>
              <a:endParaRPr lang="en-US" sz="900" spc="54" kern="0" b="0" i="0" dirty="0">
                <a:solidFill>
                  <a:srgbClr val="070154"/>
                </a:solidFill>
                <a:latin typeface="IBM Plex Mono Medium"/>
                <a:ea typeface="IBM Plex Mono Medium"/>
                <a:cs typeface="IBM Plex Mono Medium"/>
              </a:endParaRPr>
            </a:p>
          </p:txBody>
        </p:sp>
      </p:grpSp>
      <p:grpSp>
        <p:nvGrpSpPr>
          <p:cNvPr id="117" name="node08"/>
          <p:cNvGrpSpPr/>
          <p:nvPr/>
        </p:nvGrpSpPr>
        <p:grpSpPr>
          <a:xfrm>
            <a:off x="1638300" y="2514600"/>
            <a:ext cx="431800" cy="381000"/>
            <a:chOff x="1638300" y="2514600"/>
            <a:chExt cx="431800" cy="381000"/>
          </a:xfrm>
        </p:grpSpPr>
        <p:sp>
          <p:nvSpPr>
            <p:cNvPr id="17" name="node08.surface"/>
            <p:cNvSpPr/>
            <p:nvPr/>
          </p:nvSpPr>
          <p:spPr>
            <a:xfrm>
              <a:off x="1638300" y="2514600"/>
              <a:ext cx="431800" cy="381000"/>
            </a:xfrm>
            <a:prstGeom prst="rect">
              <a:avLst/>
            </a:prstGeom>
            <a:solidFill>
              <a:srgbClr val="B9C9F0"/>
            </a:solidFill>
            <a:ln>
              <a:noFill/>
            </a:ln>
          </p:spPr>
        </p:sp>
        <p:sp>
          <p:nvSpPr>
            <p:cNvPr id="18" name="node08.text"/>
            <p:cNvSpPr/>
            <p:nvPr/>
          </p:nvSpPr>
          <p:spPr>
            <a:xfrm>
              <a:off x="1710267" y="2590800"/>
              <a:ext cx="287867"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2</a:t>
              </a:r>
              <a:endParaRPr lang="en-US" sz="1200" spc="0" kern="0" b="0" i="0" dirty="0">
                <a:solidFill>
                  <a:srgbClr val="070154"/>
                </a:solidFill>
                <a:latin typeface="IBM Plex Sans"/>
                <a:ea typeface="IBM Plex Sans"/>
                <a:cs typeface="IBM Plex Sans"/>
              </a:endParaRPr>
            </a:p>
          </p:txBody>
        </p:sp>
      </p:grpSp>
      <p:grpSp>
        <p:nvGrpSpPr>
          <p:cNvPr id="118" name="node09"/>
          <p:cNvGrpSpPr/>
          <p:nvPr/>
        </p:nvGrpSpPr>
        <p:grpSpPr>
          <a:xfrm>
            <a:off x="2095500" y="2286000"/>
            <a:ext cx="457200" cy="152400"/>
            <a:chOff x="2095500" y="2286000"/>
            <a:chExt cx="457200" cy="152400"/>
          </a:xfrm>
        </p:grpSpPr>
        <p:sp>
          <p:nvSpPr>
            <p:cNvPr id="19" name="node09.text"/>
            <p:cNvSpPr/>
            <p:nvPr/>
          </p:nvSpPr>
          <p:spPr>
            <a:xfrm>
              <a:off x="2095500" y="2286000"/>
              <a:ext cx="457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Medium"/>
                  <a:ea typeface="IBM Plex Mono Medium"/>
                  <a:cs typeface="IBM Plex Mono Medium"/>
                </a:rPr>
                <a:t>PPL</a:t>
              </a:r>
              <a:endParaRPr lang="en-US" sz="900" spc="54" kern="0" b="0" i="0" dirty="0">
                <a:solidFill>
                  <a:srgbClr val="070154"/>
                </a:solidFill>
                <a:latin typeface="IBM Plex Mono Medium"/>
                <a:ea typeface="IBM Plex Mono Medium"/>
                <a:cs typeface="IBM Plex Mono Medium"/>
              </a:endParaRPr>
            </a:p>
          </p:txBody>
        </p:sp>
      </p:grpSp>
      <p:grpSp>
        <p:nvGrpSpPr>
          <p:cNvPr id="119" name="node10"/>
          <p:cNvGrpSpPr/>
          <p:nvPr/>
        </p:nvGrpSpPr>
        <p:grpSpPr>
          <a:xfrm>
            <a:off x="2095500" y="2514600"/>
            <a:ext cx="431800" cy="381000"/>
            <a:chOff x="2095500" y="2514600"/>
            <a:chExt cx="431800" cy="381000"/>
          </a:xfrm>
        </p:grpSpPr>
        <p:sp>
          <p:nvSpPr>
            <p:cNvPr id="20" name="node10.surface"/>
            <p:cNvSpPr/>
            <p:nvPr/>
          </p:nvSpPr>
          <p:spPr>
            <a:xfrm>
              <a:off x="2095500" y="2514600"/>
              <a:ext cx="431800" cy="381000"/>
            </a:xfrm>
            <a:prstGeom prst="rect">
              <a:avLst/>
            </a:prstGeom>
            <a:solidFill>
              <a:srgbClr val="B9C9F0"/>
            </a:solidFill>
            <a:ln>
              <a:noFill/>
            </a:ln>
          </p:spPr>
        </p:sp>
        <p:sp>
          <p:nvSpPr>
            <p:cNvPr id="21" name="node10.text"/>
            <p:cNvSpPr/>
            <p:nvPr/>
          </p:nvSpPr>
          <p:spPr>
            <a:xfrm>
              <a:off x="2167467" y="2590800"/>
              <a:ext cx="287867"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2</a:t>
              </a:r>
              <a:endParaRPr lang="en-US" sz="1200" spc="0" kern="0" b="0" i="0" dirty="0">
                <a:solidFill>
                  <a:srgbClr val="070154"/>
                </a:solidFill>
                <a:latin typeface="IBM Plex Sans"/>
                <a:ea typeface="IBM Plex Sans"/>
                <a:cs typeface="IBM Plex Sans"/>
              </a:endParaRPr>
            </a:p>
          </p:txBody>
        </p:sp>
      </p:grpSp>
      <p:grpSp>
        <p:nvGrpSpPr>
          <p:cNvPr id="120" name="node11"/>
          <p:cNvGrpSpPr/>
          <p:nvPr/>
        </p:nvGrpSpPr>
        <p:grpSpPr>
          <a:xfrm>
            <a:off x="2552700" y="2286000"/>
            <a:ext cx="457200" cy="152400"/>
            <a:chOff x="2552700" y="2286000"/>
            <a:chExt cx="457200" cy="152400"/>
          </a:xfrm>
        </p:grpSpPr>
        <p:sp>
          <p:nvSpPr>
            <p:cNvPr id="22" name="node11.text"/>
            <p:cNvSpPr/>
            <p:nvPr/>
          </p:nvSpPr>
          <p:spPr>
            <a:xfrm>
              <a:off x="2552700" y="2286000"/>
              <a:ext cx="457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Medium"/>
                  <a:ea typeface="IBM Plex Mono Medium"/>
                  <a:cs typeface="IBM Plex Mono Medium"/>
                </a:rPr>
                <a:t>GOV</a:t>
              </a:r>
              <a:endParaRPr lang="en-US" sz="900" spc="54" kern="0" b="0" i="0" dirty="0">
                <a:solidFill>
                  <a:srgbClr val="070154"/>
                </a:solidFill>
                <a:latin typeface="IBM Plex Mono Medium"/>
                <a:ea typeface="IBM Plex Mono Medium"/>
                <a:cs typeface="IBM Plex Mono Medium"/>
              </a:endParaRPr>
            </a:p>
          </p:txBody>
        </p:sp>
      </p:grpSp>
      <p:grpSp>
        <p:nvGrpSpPr>
          <p:cNvPr id="121" name="node12"/>
          <p:cNvGrpSpPr/>
          <p:nvPr/>
        </p:nvGrpSpPr>
        <p:grpSpPr>
          <a:xfrm>
            <a:off x="2552700" y="2514600"/>
            <a:ext cx="431800" cy="381000"/>
            <a:chOff x="2552700" y="2514600"/>
            <a:chExt cx="431800" cy="381000"/>
          </a:xfrm>
        </p:grpSpPr>
        <p:sp>
          <p:nvSpPr>
            <p:cNvPr id="23" name="node12.surface"/>
            <p:cNvSpPr/>
            <p:nvPr/>
          </p:nvSpPr>
          <p:spPr>
            <a:xfrm>
              <a:off x="2552700" y="2514600"/>
              <a:ext cx="431800" cy="381000"/>
            </a:xfrm>
            <a:prstGeom prst="rect">
              <a:avLst/>
            </a:prstGeom>
            <a:solidFill>
              <a:srgbClr val="E8EEF8"/>
            </a:solidFill>
            <a:ln>
              <a:noFill/>
            </a:ln>
          </p:spPr>
        </p:sp>
        <p:sp>
          <p:nvSpPr>
            <p:cNvPr id="24" name="node12.text"/>
            <p:cNvSpPr/>
            <p:nvPr/>
          </p:nvSpPr>
          <p:spPr>
            <a:xfrm>
              <a:off x="2624667" y="2590800"/>
              <a:ext cx="287867"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1</a:t>
              </a:r>
              <a:endParaRPr lang="en-US" sz="1200" spc="0" kern="0" b="0" i="0" dirty="0">
                <a:solidFill>
                  <a:srgbClr val="070154"/>
                </a:solidFill>
                <a:latin typeface="IBM Plex Sans"/>
                <a:ea typeface="IBM Plex Sans"/>
                <a:cs typeface="IBM Plex Sans"/>
              </a:endParaRPr>
            </a:p>
          </p:txBody>
        </p:sp>
      </p:grpSp>
      <p:grpSp>
        <p:nvGrpSpPr>
          <p:cNvPr id="122" name="node13"/>
          <p:cNvGrpSpPr/>
          <p:nvPr/>
        </p:nvGrpSpPr>
        <p:grpSpPr>
          <a:xfrm>
            <a:off x="723900" y="2971800"/>
            <a:ext cx="2514600" cy="228600"/>
            <a:chOff x="723900" y="2971800"/>
            <a:chExt cx="2514600" cy="228600"/>
          </a:xfrm>
        </p:grpSpPr>
        <p:sp>
          <p:nvSpPr>
            <p:cNvPr id="25" name="node13.text"/>
            <p:cNvSpPr/>
            <p:nvPr/>
          </p:nvSpPr>
          <p:spPr>
            <a:xfrm>
              <a:off x="723900" y="2971800"/>
              <a:ext cx="2514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Overall 2 of 5</a:t>
              </a:r>
              <a:endParaRPr lang="en-US" sz="1200" spc="0" kern="0" b="0" i="0" dirty="0">
                <a:solidFill>
                  <a:srgbClr val="50658E"/>
                </a:solidFill>
                <a:latin typeface="IBM Plex Sans"/>
                <a:ea typeface="IBM Plex Sans"/>
                <a:cs typeface="IBM Plex Sans"/>
              </a:endParaRPr>
            </a:p>
          </p:txBody>
        </p:sp>
      </p:grpSp>
      <p:grpSp>
        <p:nvGrpSpPr>
          <p:cNvPr id="123" name="node14"/>
          <p:cNvGrpSpPr/>
          <p:nvPr/>
        </p:nvGrpSpPr>
        <p:grpSpPr>
          <a:xfrm>
            <a:off x="3467100" y="2286000"/>
            <a:ext cx="2895600" cy="152400"/>
            <a:chOff x="3467100" y="2286000"/>
            <a:chExt cx="2895600" cy="152400"/>
          </a:xfrm>
        </p:grpSpPr>
        <p:sp>
          <p:nvSpPr>
            <p:cNvPr id="26" name="node14.text"/>
            <p:cNvSpPr/>
            <p:nvPr/>
          </p:nvSpPr>
          <p:spPr>
            <a:xfrm>
              <a:off x="3467100" y="2286000"/>
              <a:ext cx="2895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Medium"/>
                  <a:ea typeface="IBM Plex Mono Medium"/>
                  <a:cs typeface="IBM Plex Mono Medium"/>
                </a:rPr>
                <a:t>WHAT DRIVES THE SCORE</a:t>
              </a:r>
              <a:endParaRPr lang="en-US" sz="900" spc="54" kern="0" b="0" i="0" dirty="0">
                <a:solidFill>
                  <a:srgbClr val="070154"/>
                </a:solidFill>
                <a:latin typeface="IBM Plex Mono Medium"/>
                <a:ea typeface="IBM Plex Mono Medium"/>
                <a:cs typeface="IBM Plex Mono Medium"/>
              </a:endParaRPr>
            </a:p>
          </p:txBody>
        </p:sp>
      </p:grpSp>
      <p:grpSp>
        <p:nvGrpSpPr>
          <p:cNvPr id="124" name="node15"/>
          <p:cNvGrpSpPr/>
          <p:nvPr/>
        </p:nvGrpSpPr>
        <p:grpSpPr>
          <a:xfrm>
            <a:off x="3467100" y="2590800"/>
            <a:ext cx="2895600" cy="762000"/>
            <a:chOff x="3467100" y="2590800"/>
            <a:chExt cx="2895600" cy="762000"/>
          </a:xfrm>
        </p:grpSpPr>
        <p:sp>
          <p:nvSpPr>
            <p:cNvPr id="27" name="node15.source-001.bullet"/>
            <p:cNvSpPr/>
            <p:nvPr/>
          </p:nvSpPr>
          <p:spPr>
            <a:xfrm>
              <a:off x="3467100" y="2679700"/>
              <a:ext cx="38100" cy="38100"/>
            </a:xfrm>
            <a:prstGeom prst="rect">
              <a:avLst/>
            </a:prstGeom>
            <a:solidFill>
              <a:srgbClr val="070154"/>
            </a:solidFill>
            <a:ln>
              <a:noFill/>
            </a:ln>
          </p:spPr>
        </p:sp>
        <p:sp>
          <p:nvSpPr>
            <p:cNvPr id="28" name="node15.source-001.text"/>
            <p:cNvSpPr/>
            <p:nvPr/>
          </p:nvSpPr>
          <p:spPr>
            <a:xfrm>
              <a:off x="3619500" y="2590800"/>
              <a:ext cx="2743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Denial reasons are not coded</a:t>
              </a:r>
              <a:endParaRPr lang="en-US" sz="1200" spc="0" kern="0" b="0" i="0" dirty="0">
                <a:solidFill>
                  <a:srgbClr val="070154"/>
                </a:solidFill>
                <a:latin typeface="IBM Plex Sans"/>
                <a:ea typeface="IBM Plex Sans"/>
                <a:cs typeface="IBM Plex Sans"/>
              </a:endParaRPr>
            </a:p>
          </p:txBody>
        </p:sp>
        <p:sp>
          <p:nvSpPr>
            <p:cNvPr id="29" name="node15.source-002.bullet"/>
            <p:cNvSpPr/>
            <p:nvPr/>
          </p:nvSpPr>
          <p:spPr>
            <a:xfrm>
              <a:off x="3467100" y="2946400"/>
              <a:ext cx="38100" cy="38100"/>
            </a:xfrm>
            <a:prstGeom prst="rect">
              <a:avLst/>
            </a:prstGeom>
            <a:solidFill>
              <a:srgbClr val="070154"/>
            </a:solidFill>
            <a:ln>
              <a:noFill/>
            </a:ln>
          </p:spPr>
        </p:sp>
        <p:sp>
          <p:nvSpPr>
            <p:cNvPr id="30" name="node15.source-002.text"/>
            <p:cNvSpPr/>
            <p:nvPr/>
          </p:nvSpPr>
          <p:spPr>
            <a:xfrm>
              <a:off x="3619500" y="2857500"/>
              <a:ext cx="2743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Rework has no owner</a:t>
              </a:r>
              <a:endParaRPr lang="en-US" sz="1200" spc="0" kern="0" b="0" i="0" dirty="0">
                <a:solidFill>
                  <a:srgbClr val="070154"/>
                </a:solidFill>
                <a:latin typeface="IBM Plex Sans"/>
                <a:ea typeface="IBM Plex Sans"/>
                <a:cs typeface="IBM Plex Sans"/>
              </a:endParaRPr>
            </a:p>
          </p:txBody>
        </p:sp>
        <p:sp>
          <p:nvSpPr>
            <p:cNvPr id="31" name="node15.source-003.bullet"/>
            <p:cNvSpPr/>
            <p:nvPr/>
          </p:nvSpPr>
          <p:spPr>
            <a:xfrm>
              <a:off x="3467100" y="3213100"/>
              <a:ext cx="38100" cy="38100"/>
            </a:xfrm>
            <a:prstGeom prst="rect">
              <a:avLst/>
            </a:prstGeom>
            <a:solidFill>
              <a:srgbClr val="070154"/>
            </a:solidFill>
            <a:ln>
              <a:noFill/>
            </a:ln>
          </p:spPr>
        </p:sp>
        <p:sp>
          <p:nvSpPr>
            <p:cNvPr id="32" name="node15.source-003.text"/>
            <p:cNvSpPr/>
            <p:nvPr/>
          </p:nvSpPr>
          <p:spPr>
            <a:xfrm>
              <a:off x="3619500" y="3124200"/>
              <a:ext cx="2743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Appeals follow no playbook</a:t>
              </a:r>
              <a:endParaRPr lang="en-US" sz="1200" spc="0" kern="0" b="0" i="0" dirty="0">
                <a:solidFill>
                  <a:srgbClr val="070154"/>
                </a:solidFill>
                <a:latin typeface="IBM Plex Sans"/>
                <a:ea typeface="IBM Plex Sans"/>
                <a:cs typeface="IBM Plex Sans"/>
              </a:endParaRPr>
            </a:p>
          </p:txBody>
        </p:sp>
      </p:grpSp>
      <p:grpSp>
        <p:nvGrpSpPr>
          <p:cNvPr id="125" name="node16"/>
          <p:cNvGrpSpPr/>
          <p:nvPr/>
        </p:nvGrpSpPr>
        <p:grpSpPr>
          <a:xfrm>
            <a:off x="6591300" y="2286000"/>
            <a:ext cx="2895600" cy="152400"/>
            <a:chOff x="6591300" y="2286000"/>
            <a:chExt cx="2895600" cy="152400"/>
          </a:xfrm>
        </p:grpSpPr>
        <p:sp>
          <p:nvSpPr>
            <p:cNvPr id="33" name="node16.text"/>
            <p:cNvSpPr/>
            <p:nvPr/>
          </p:nvSpPr>
          <p:spPr>
            <a:xfrm>
              <a:off x="6591300" y="2286000"/>
              <a:ext cx="2895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Medium"/>
                  <a:ea typeface="IBM Plex Mono Medium"/>
                  <a:cs typeface="IBM Plex Mono Medium"/>
                </a:rPr>
                <a:t>WHAT WE'D DO</a:t>
              </a:r>
              <a:endParaRPr lang="en-US" sz="900" spc="54" kern="0" b="0" i="0" dirty="0">
                <a:solidFill>
                  <a:srgbClr val="070154"/>
                </a:solidFill>
                <a:latin typeface="IBM Plex Mono Medium"/>
                <a:ea typeface="IBM Plex Mono Medium"/>
                <a:cs typeface="IBM Plex Mono Medium"/>
              </a:endParaRPr>
            </a:p>
          </p:txBody>
        </p:sp>
      </p:grpSp>
      <p:grpSp>
        <p:nvGrpSpPr>
          <p:cNvPr id="126" name="node17"/>
          <p:cNvGrpSpPr/>
          <p:nvPr/>
        </p:nvGrpSpPr>
        <p:grpSpPr>
          <a:xfrm>
            <a:off x="6591300" y="2590800"/>
            <a:ext cx="2895600" cy="762000"/>
            <a:chOff x="6591300" y="2590800"/>
            <a:chExt cx="2895600" cy="762000"/>
          </a:xfrm>
        </p:grpSpPr>
        <p:sp>
          <p:nvSpPr>
            <p:cNvPr id="34" name="node17.source-001.bullet"/>
            <p:cNvSpPr/>
            <p:nvPr/>
          </p:nvSpPr>
          <p:spPr>
            <a:xfrm>
              <a:off x="6591300" y="2679700"/>
              <a:ext cx="38100" cy="38100"/>
            </a:xfrm>
            <a:prstGeom prst="rect">
              <a:avLst/>
            </a:prstGeom>
            <a:solidFill>
              <a:srgbClr val="070154"/>
            </a:solidFill>
            <a:ln>
              <a:noFill/>
            </a:ln>
          </p:spPr>
        </p:sp>
        <p:sp>
          <p:nvSpPr>
            <p:cNvPr id="35" name="node17.source-001.text"/>
            <p:cNvSpPr/>
            <p:nvPr/>
          </p:nvSpPr>
          <p:spPr>
            <a:xfrm>
              <a:off x="6743700" y="2590800"/>
              <a:ext cx="2743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Code every denial at source</a:t>
              </a:r>
              <a:endParaRPr lang="en-US" sz="1200" spc="0" kern="0" b="0" i="0" dirty="0">
                <a:solidFill>
                  <a:srgbClr val="070154"/>
                </a:solidFill>
                <a:latin typeface="IBM Plex Sans"/>
                <a:ea typeface="IBM Plex Sans"/>
                <a:cs typeface="IBM Plex Sans"/>
              </a:endParaRPr>
            </a:p>
          </p:txBody>
        </p:sp>
        <p:sp>
          <p:nvSpPr>
            <p:cNvPr id="36" name="node17.source-002.bullet"/>
            <p:cNvSpPr/>
            <p:nvPr/>
          </p:nvSpPr>
          <p:spPr>
            <a:xfrm>
              <a:off x="6591300" y="2946400"/>
              <a:ext cx="38100" cy="38100"/>
            </a:xfrm>
            <a:prstGeom prst="rect">
              <a:avLst/>
            </a:prstGeom>
            <a:solidFill>
              <a:srgbClr val="070154"/>
            </a:solidFill>
            <a:ln>
              <a:noFill/>
            </a:ln>
          </p:spPr>
        </p:sp>
        <p:sp>
          <p:nvSpPr>
            <p:cNvPr id="37" name="node17.source-002.text"/>
            <p:cNvSpPr/>
            <p:nvPr/>
          </p:nvSpPr>
          <p:spPr>
            <a:xfrm>
              <a:off x="6743700" y="2857500"/>
              <a:ext cx="2743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Name one denials owner</a:t>
              </a:r>
              <a:endParaRPr lang="en-US" sz="1200" spc="0" kern="0" b="0" i="0" dirty="0">
                <a:solidFill>
                  <a:srgbClr val="070154"/>
                </a:solidFill>
                <a:latin typeface="IBM Plex Sans"/>
                <a:ea typeface="IBM Plex Sans"/>
                <a:cs typeface="IBM Plex Sans"/>
              </a:endParaRPr>
            </a:p>
          </p:txBody>
        </p:sp>
        <p:sp>
          <p:nvSpPr>
            <p:cNvPr id="38" name="node17.source-003.bullet"/>
            <p:cNvSpPr/>
            <p:nvPr/>
          </p:nvSpPr>
          <p:spPr>
            <a:xfrm>
              <a:off x="6591300" y="3213100"/>
              <a:ext cx="38100" cy="38100"/>
            </a:xfrm>
            <a:prstGeom prst="rect">
              <a:avLst/>
            </a:prstGeom>
            <a:solidFill>
              <a:srgbClr val="070154"/>
            </a:solidFill>
            <a:ln>
              <a:noFill/>
            </a:ln>
          </p:spPr>
        </p:sp>
        <p:sp>
          <p:nvSpPr>
            <p:cNvPr id="39" name="node17.source-003.text"/>
            <p:cNvSpPr/>
            <p:nvPr/>
          </p:nvSpPr>
          <p:spPr>
            <a:xfrm>
              <a:off x="6743700" y="3124200"/>
              <a:ext cx="2743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Write the appeal playbook</a:t>
              </a:r>
              <a:endParaRPr lang="en-US" sz="1200" spc="0" kern="0" b="0" i="0" dirty="0">
                <a:solidFill>
                  <a:srgbClr val="070154"/>
                </a:solidFill>
                <a:latin typeface="IBM Plex Sans"/>
                <a:ea typeface="IBM Plex Sans"/>
                <a:cs typeface="IBM Plex Sans"/>
              </a:endParaRPr>
            </a:p>
          </p:txBody>
        </p:sp>
      </p:grpSp>
      <p:grpSp>
        <p:nvGrpSpPr>
          <p:cNvPr id="127" name="node18"/>
          <p:cNvGrpSpPr/>
          <p:nvPr/>
        </p:nvGrpSpPr>
        <p:grpSpPr>
          <a:xfrm>
            <a:off x="10096500" y="1600200"/>
            <a:ext cx="1397000" cy="152400"/>
            <a:chOff x="10096500" y="1600200"/>
            <a:chExt cx="1397000" cy="152400"/>
          </a:xfrm>
        </p:grpSpPr>
        <p:sp>
          <p:nvSpPr>
            <p:cNvPr id="40" name="node18.text"/>
            <p:cNvSpPr/>
            <p:nvPr/>
          </p:nvSpPr>
          <p:spPr>
            <a:xfrm>
              <a:off x="10096500" y="1600200"/>
              <a:ext cx="1397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LOCATOR</a:t>
              </a:r>
              <a:endParaRPr lang="en-US" sz="900" spc="54" kern="0" b="0" i="0" dirty="0">
                <a:solidFill>
                  <a:srgbClr val="50658E"/>
                </a:solidFill>
                <a:latin typeface="IBM Plex Mono Medium"/>
                <a:ea typeface="IBM Plex Mono Medium"/>
                <a:cs typeface="IBM Plex Mono Medium"/>
              </a:endParaRPr>
            </a:p>
          </p:txBody>
        </p:sp>
      </p:grpSp>
      <p:grpSp>
        <p:nvGrpSpPr>
          <p:cNvPr id="128" name="node19"/>
          <p:cNvGrpSpPr/>
          <p:nvPr/>
        </p:nvGrpSpPr>
        <p:grpSpPr>
          <a:xfrm>
            <a:off x="10096500" y="1828800"/>
            <a:ext cx="203200" cy="203200"/>
            <a:chOff x="10096500" y="1828800"/>
            <a:chExt cx="203200" cy="203200"/>
          </a:xfrm>
        </p:grpSpPr>
        <p:sp>
          <p:nvSpPr>
            <p:cNvPr id="41" name="node19.surface"/>
            <p:cNvSpPr/>
            <p:nvPr/>
          </p:nvSpPr>
          <p:spPr>
            <a:xfrm>
              <a:off x="10096500" y="1828800"/>
              <a:ext cx="203200" cy="203200"/>
            </a:xfrm>
            <a:prstGeom prst="rect">
              <a:avLst/>
            </a:prstGeom>
            <a:solidFill>
              <a:srgbClr val="7C9BFF"/>
            </a:solidFill>
            <a:ln>
              <a:noFill/>
            </a:ln>
          </p:spPr>
        </p:sp>
      </p:grpSp>
      <p:grpSp>
        <p:nvGrpSpPr>
          <p:cNvPr id="129" name="node20"/>
          <p:cNvGrpSpPr/>
          <p:nvPr/>
        </p:nvGrpSpPr>
        <p:grpSpPr>
          <a:xfrm>
            <a:off x="10325100" y="1828800"/>
            <a:ext cx="203200" cy="203200"/>
            <a:chOff x="10325100" y="1828800"/>
            <a:chExt cx="203200" cy="203200"/>
          </a:xfrm>
        </p:grpSpPr>
        <p:sp>
          <p:nvSpPr>
            <p:cNvPr id="42" name="node20.surface"/>
            <p:cNvSpPr/>
            <p:nvPr/>
          </p:nvSpPr>
          <p:spPr>
            <a:xfrm>
              <a:off x="10325100" y="1828800"/>
              <a:ext cx="203200" cy="203200"/>
            </a:xfrm>
            <a:prstGeom prst="rect">
              <a:avLst/>
            </a:prstGeom>
            <a:solidFill>
              <a:srgbClr val="B9C9F0"/>
            </a:solidFill>
            <a:ln>
              <a:noFill/>
            </a:ln>
          </p:spPr>
        </p:sp>
      </p:grpSp>
      <p:grpSp>
        <p:nvGrpSpPr>
          <p:cNvPr id="130" name="node21"/>
          <p:cNvGrpSpPr/>
          <p:nvPr/>
        </p:nvGrpSpPr>
        <p:grpSpPr>
          <a:xfrm>
            <a:off x="10553700" y="1828800"/>
            <a:ext cx="203200" cy="203200"/>
            <a:chOff x="10553700" y="1828800"/>
            <a:chExt cx="203200" cy="203200"/>
          </a:xfrm>
        </p:grpSpPr>
        <p:sp>
          <p:nvSpPr>
            <p:cNvPr id="43" name="node21.surface"/>
            <p:cNvSpPr/>
            <p:nvPr/>
          </p:nvSpPr>
          <p:spPr>
            <a:xfrm>
              <a:off x="10553700" y="1828800"/>
              <a:ext cx="203200" cy="203200"/>
            </a:xfrm>
            <a:prstGeom prst="rect">
              <a:avLst/>
            </a:prstGeom>
            <a:solidFill>
              <a:srgbClr val="B9C9F0"/>
            </a:solidFill>
            <a:ln>
              <a:noFill/>
            </a:ln>
          </p:spPr>
        </p:sp>
      </p:grpSp>
      <p:grpSp>
        <p:nvGrpSpPr>
          <p:cNvPr id="131" name="node22"/>
          <p:cNvGrpSpPr/>
          <p:nvPr/>
        </p:nvGrpSpPr>
        <p:grpSpPr>
          <a:xfrm>
            <a:off x="10782300" y="1828800"/>
            <a:ext cx="203200" cy="203200"/>
            <a:chOff x="10782300" y="1828800"/>
            <a:chExt cx="203200" cy="203200"/>
          </a:xfrm>
        </p:grpSpPr>
        <p:sp>
          <p:nvSpPr>
            <p:cNvPr id="44" name="node22.surface"/>
            <p:cNvSpPr/>
            <p:nvPr/>
          </p:nvSpPr>
          <p:spPr>
            <a:xfrm>
              <a:off x="10782300" y="1828800"/>
              <a:ext cx="203200" cy="203200"/>
            </a:xfrm>
            <a:prstGeom prst="rect">
              <a:avLst/>
            </a:prstGeom>
            <a:solidFill>
              <a:srgbClr val="7C9BFF"/>
            </a:solidFill>
            <a:ln>
              <a:noFill/>
            </a:ln>
          </p:spPr>
        </p:sp>
      </p:grpSp>
      <p:grpSp>
        <p:nvGrpSpPr>
          <p:cNvPr id="132" name="node23"/>
          <p:cNvGrpSpPr/>
          <p:nvPr/>
        </p:nvGrpSpPr>
        <p:grpSpPr>
          <a:xfrm>
            <a:off x="11010900" y="1828800"/>
            <a:ext cx="203200" cy="203200"/>
            <a:chOff x="11010900" y="1828800"/>
            <a:chExt cx="203200" cy="203200"/>
          </a:xfrm>
        </p:grpSpPr>
        <p:sp>
          <p:nvSpPr>
            <p:cNvPr id="45" name="node23.surface"/>
            <p:cNvSpPr/>
            <p:nvPr/>
          </p:nvSpPr>
          <p:spPr>
            <a:xfrm>
              <a:off x="11010900" y="1828800"/>
              <a:ext cx="203200" cy="203200"/>
            </a:xfrm>
            <a:prstGeom prst="rect">
              <a:avLst/>
            </a:prstGeom>
            <a:solidFill>
              <a:srgbClr val="B9C9F0"/>
            </a:solidFill>
            <a:ln>
              <a:noFill/>
            </a:ln>
          </p:spPr>
        </p:sp>
      </p:grpSp>
      <p:grpSp>
        <p:nvGrpSpPr>
          <p:cNvPr id="133" name="node24"/>
          <p:cNvGrpSpPr/>
          <p:nvPr/>
        </p:nvGrpSpPr>
        <p:grpSpPr>
          <a:xfrm>
            <a:off x="10096500" y="2057400"/>
            <a:ext cx="203200" cy="203200"/>
            <a:chOff x="10096500" y="2057400"/>
            <a:chExt cx="203200" cy="203200"/>
          </a:xfrm>
        </p:grpSpPr>
        <p:sp>
          <p:nvSpPr>
            <p:cNvPr id="46" name="node24.surface"/>
            <p:cNvSpPr/>
            <p:nvPr/>
          </p:nvSpPr>
          <p:spPr>
            <a:xfrm>
              <a:off x="10096500" y="2057400"/>
              <a:ext cx="203200" cy="203200"/>
            </a:xfrm>
            <a:prstGeom prst="rect">
              <a:avLst/>
            </a:prstGeom>
            <a:solidFill>
              <a:srgbClr val="7C9BFF"/>
            </a:solidFill>
            <a:ln>
              <a:noFill/>
            </a:ln>
          </p:spPr>
        </p:sp>
      </p:grpSp>
      <p:grpSp>
        <p:nvGrpSpPr>
          <p:cNvPr id="134" name="node25"/>
          <p:cNvGrpSpPr/>
          <p:nvPr/>
        </p:nvGrpSpPr>
        <p:grpSpPr>
          <a:xfrm>
            <a:off x="10325100" y="2057400"/>
            <a:ext cx="203200" cy="203200"/>
            <a:chOff x="10325100" y="2057400"/>
            <a:chExt cx="203200" cy="203200"/>
          </a:xfrm>
        </p:grpSpPr>
        <p:sp>
          <p:nvSpPr>
            <p:cNvPr id="47" name="node25.surface"/>
            <p:cNvSpPr/>
            <p:nvPr/>
          </p:nvSpPr>
          <p:spPr>
            <a:xfrm>
              <a:off x="10325100" y="2057400"/>
              <a:ext cx="203200" cy="203200"/>
            </a:xfrm>
            <a:prstGeom prst="rect">
              <a:avLst/>
            </a:prstGeom>
            <a:solidFill>
              <a:srgbClr val="7C9BFF"/>
            </a:solidFill>
            <a:ln>
              <a:noFill/>
            </a:ln>
          </p:spPr>
        </p:sp>
      </p:grpSp>
      <p:grpSp>
        <p:nvGrpSpPr>
          <p:cNvPr id="135" name="node26"/>
          <p:cNvGrpSpPr/>
          <p:nvPr/>
        </p:nvGrpSpPr>
        <p:grpSpPr>
          <a:xfrm>
            <a:off x="10553700" y="2057400"/>
            <a:ext cx="203200" cy="203200"/>
            <a:chOff x="10553700" y="2057400"/>
            <a:chExt cx="203200" cy="203200"/>
          </a:xfrm>
        </p:grpSpPr>
        <p:sp>
          <p:nvSpPr>
            <p:cNvPr id="48" name="node26.surface"/>
            <p:cNvSpPr/>
            <p:nvPr/>
          </p:nvSpPr>
          <p:spPr>
            <a:xfrm>
              <a:off x="10553700" y="2057400"/>
              <a:ext cx="203200" cy="203200"/>
            </a:xfrm>
            <a:prstGeom prst="rect">
              <a:avLst/>
            </a:prstGeom>
            <a:solidFill>
              <a:srgbClr val="B9C9F0"/>
            </a:solidFill>
            <a:ln>
              <a:noFill/>
            </a:ln>
          </p:spPr>
        </p:sp>
      </p:grpSp>
      <p:grpSp>
        <p:nvGrpSpPr>
          <p:cNvPr id="136" name="node27"/>
          <p:cNvGrpSpPr/>
          <p:nvPr/>
        </p:nvGrpSpPr>
        <p:grpSpPr>
          <a:xfrm>
            <a:off x="10782300" y="2057400"/>
            <a:ext cx="203200" cy="203200"/>
            <a:chOff x="10782300" y="2057400"/>
            <a:chExt cx="203200" cy="203200"/>
          </a:xfrm>
        </p:grpSpPr>
        <p:sp>
          <p:nvSpPr>
            <p:cNvPr id="49" name="node27.surface"/>
            <p:cNvSpPr/>
            <p:nvPr/>
          </p:nvSpPr>
          <p:spPr>
            <a:xfrm>
              <a:off x="10782300" y="2057400"/>
              <a:ext cx="203200" cy="203200"/>
            </a:xfrm>
            <a:prstGeom prst="rect">
              <a:avLst/>
            </a:prstGeom>
            <a:solidFill>
              <a:srgbClr val="7C9BFF"/>
            </a:solidFill>
            <a:ln>
              <a:noFill/>
            </a:ln>
          </p:spPr>
        </p:sp>
      </p:grpSp>
      <p:grpSp>
        <p:nvGrpSpPr>
          <p:cNvPr id="137" name="node28"/>
          <p:cNvGrpSpPr/>
          <p:nvPr/>
        </p:nvGrpSpPr>
        <p:grpSpPr>
          <a:xfrm>
            <a:off x="11010900" y="2057400"/>
            <a:ext cx="203200" cy="203200"/>
            <a:chOff x="11010900" y="2057400"/>
            <a:chExt cx="203200" cy="203200"/>
          </a:xfrm>
        </p:grpSpPr>
        <p:sp>
          <p:nvSpPr>
            <p:cNvPr id="50" name="node28.surface"/>
            <p:cNvSpPr/>
            <p:nvPr/>
          </p:nvSpPr>
          <p:spPr>
            <a:xfrm>
              <a:off x="11010900" y="2057400"/>
              <a:ext cx="203200" cy="203200"/>
            </a:xfrm>
            <a:prstGeom prst="rect">
              <a:avLst/>
            </a:prstGeom>
            <a:solidFill>
              <a:srgbClr val="7C9BFF"/>
            </a:solidFill>
            <a:ln>
              <a:noFill/>
            </a:ln>
          </p:spPr>
        </p:sp>
      </p:grpSp>
      <p:grpSp>
        <p:nvGrpSpPr>
          <p:cNvPr id="138" name="node29"/>
          <p:cNvGrpSpPr/>
          <p:nvPr/>
        </p:nvGrpSpPr>
        <p:grpSpPr>
          <a:xfrm>
            <a:off x="10096500" y="2286000"/>
            <a:ext cx="203200" cy="203200"/>
            <a:chOff x="10096500" y="2286000"/>
            <a:chExt cx="203200" cy="203200"/>
          </a:xfrm>
        </p:grpSpPr>
        <p:sp>
          <p:nvSpPr>
            <p:cNvPr id="51" name="node29.surface"/>
            <p:cNvSpPr/>
            <p:nvPr/>
          </p:nvSpPr>
          <p:spPr>
            <a:xfrm>
              <a:off x="10096500" y="2286000"/>
              <a:ext cx="203200" cy="203200"/>
            </a:xfrm>
            <a:prstGeom prst="rect">
              <a:avLst/>
            </a:prstGeom>
            <a:solidFill>
              <a:srgbClr val="B9C9F0"/>
            </a:solidFill>
            <a:ln>
              <a:noFill/>
            </a:ln>
          </p:spPr>
        </p:sp>
      </p:grpSp>
      <p:grpSp>
        <p:nvGrpSpPr>
          <p:cNvPr id="139" name="node30"/>
          <p:cNvGrpSpPr/>
          <p:nvPr/>
        </p:nvGrpSpPr>
        <p:grpSpPr>
          <a:xfrm>
            <a:off x="10325100" y="2286000"/>
            <a:ext cx="203200" cy="203200"/>
            <a:chOff x="10325100" y="2286000"/>
            <a:chExt cx="203200" cy="203200"/>
          </a:xfrm>
        </p:grpSpPr>
        <p:sp>
          <p:nvSpPr>
            <p:cNvPr id="52" name="node30.surface"/>
            <p:cNvSpPr/>
            <p:nvPr/>
          </p:nvSpPr>
          <p:spPr>
            <a:xfrm>
              <a:off x="10325100" y="2286000"/>
              <a:ext cx="203200" cy="203200"/>
            </a:xfrm>
            <a:prstGeom prst="rect">
              <a:avLst/>
            </a:prstGeom>
            <a:solidFill>
              <a:srgbClr val="E8EEF8"/>
            </a:solidFill>
            <a:ln>
              <a:noFill/>
            </a:ln>
          </p:spPr>
        </p:sp>
      </p:grpSp>
      <p:grpSp>
        <p:nvGrpSpPr>
          <p:cNvPr id="140" name="node31"/>
          <p:cNvGrpSpPr/>
          <p:nvPr/>
        </p:nvGrpSpPr>
        <p:grpSpPr>
          <a:xfrm>
            <a:off x="10553700" y="2286000"/>
            <a:ext cx="203200" cy="203200"/>
            <a:chOff x="10553700" y="2286000"/>
            <a:chExt cx="203200" cy="203200"/>
          </a:xfrm>
        </p:grpSpPr>
        <p:sp>
          <p:nvSpPr>
            <p:cNvPr id="53" name="node31.surface"/>
            <p:cNvSpPr/>
            <p:nvPr/>
          </p:nvSpPr>
          <p:spPr>
            <a:xfrm>
              <a:off x="10553700" y="2286000"/>
              <a:ext cx="203200" cy="203200"/>
            </a:xfrm>
            <a:prstGeom prst="rect">
              <a:avLst/>
            </a:prstGeom>
            <a:solidFill>
              <a:srgbClr val="E8EEF8"/>
            </a:solidFill>
            <a:ln>
              <a:noFill/>
            </a:ln>
          </p:spPr>
        </p:sp>
      </p:grpSp>
      <p:grpSp>
        <p:nvGrpSpPr>
          <p:cNvPr id="141" name="node32"/>
          <p:cNvGrpSpPr/>
          <p:nvPr/>
        </p:nvGrpSpPr>
        <p:grpSpPr>
          <a:xfrm>
            <a:off x="10782300" y="2286000"/>
            <a:ext cx="203200" cy="203200"/>
            <a:chOff x="10782300" y="2286000"/>
            <a:chExt cx="203200" cy="203200"/>
          </a:xfrm>
        </p:grpSpPr>
        <p:sp>
          <p:nvSpPr>
            <p:cNvPr id="54" name="node32.surface"/>
            <p:cNvSpPr/>
            <p:nvPr/>
          </p:nvSpPr>
          <p:spPr>
            <a:xfrm>
              <a:off x="10782300" y="2286000"/>
              <a:ext cx="203200" cy="203200"/>
            </a:xfrm>
            <a:prstGeom prst="rect">
              <a:avLst/>
            </a:prstGeom>
            <a:solidFill>
              <a:srgbClr val="B9C9F0"/>
            </a:solidFill>
            <a:ln>
              <a:noFill/>
            </a:ln>
          </p:spPr>
        </p:sp>
      </p:grpSp>
      <p:grpSp>
        <p:nvGrpSpPr>
          <p:cNvPr id="142" name="node33"/>
          <p:cNvGrpSpPr/>
          <p:nvPr/>
        </p:nvGrpSpPr>
        <p:grpSpPr>
          <a:xfrm>
            <a:off x="11010900" y="2286000"/>
            <a:ext cx="203200" cy="203200"/>
            <a:chOff x="11010900" y="2286000"/>
            <a:chExt cx="203200" cy="203200"/>
          </a:xfrm>
        </p:grpSpPr>
        <p:sp>
          <p:nvSpPr>
            <p:cNvPr id="55" name="node33.surface"/>
            <p:cNvSpPr/>
            <p:nvPr/>
          </p:nvSpPr>
          <p:spPr>
            <a:xfrm>
              <a:off x="11010900" y="2286000"/>
              <a:ext cx="203200" cy="203200"/>
            </a:xfrm>
            <a:prstGeom prst="rect">
              <a:avLst/>
            </a:prstGeom>
            <a:solidFill>
              <a:srgbClr val="B9C9F0"/>
            </a:solidFill>
            <a:ln>
              <a:noFill/>
            </a:ln>
          </p:spPr>
        </p:sp>
      </p:grpSp>
      <p:grpSp>
        <p:nvGrpSpPr>
          <p:cNvPr id="143" name="node34"/>
          <p:cNvGrpSpPr/>
          <p:nvPr/>
        </p:nvGrpSpPr>
        <p:grpSpPr>
          <a:xfrm>
            <a:off x="10096500" y="2514600"/>
            <a:ext cx="203200" cy="203200"/>
            <a:chOff x="10096500" y="2514600"/>
            <a:chExt cx="203200" cy="203200"/>
          </a:xfrm>
        </p:grpSpPr>
        <p:sp>
          <p:nvSpPr>
            <p:cNvPr id="56" name="node34.surface"/>
            <p:cNvSpPr/>
            <p:nvPr/>
          </p:nvSpPr>
          <p:spPr>
            <a:xfrm>
              <a:off x="10096500" y="2514600"/>
              <a:ext cx="203200" cy="203200"/>
            </a:xfrm>
            <a:prstGeom prst="rect">
              <a:avLst/>
            </a:prstGeom>
            <a:solidFill>
              <a:srgbClr val="0047FF"/>
            </a:solidFill>
            <a:ln>
              <a:noFill/>
            </a:ln>
          </p:spPr>
        </p:sp>
      </p:grpSp>
      <p:grpSp>
        <p:nvGrpSpPr>
          <p:cNvPr id="144" name="node35"/>
          <p:cNvGrpSpPr/>
          <p:nvPr/>
        </p:nvGrpSpPr>
        <p:grpSpPr>
          <a:xfrm>
            <a:off x="10325100" y="2514600"/>
            <a:ext cx="203200" cy="203200"/>
            <a:chOff x="10325100" y="2514600"/>
            <a:chExt cx="203200" cy="203200"/>
          </a:xfrm>
        </p:grpSpPr>
        <p:sp>
          <p:nvSpPr>
            <p:cNvPr id="57" name="node35.surface"/>
            <p:cNvSpPr/>
            <p:nvPr/>
          </p:nvSpPr>
          <p:spPr>
            <a:xfrm>
              <a:off x="10325100" y="2514600"/>
              <a:ext cx="203200" cy="203200"/>
            </a:xfrm>
            <a:prstGeom prst="rect">
              <a:avLst/>
            </a:prstGeom>
            <a:solidFill>
              <a:srgbClr val="070154"/>
            </a:solidFill>
            <a:ln>
              <a:noFill/>
            </a:ln>
          </p:spPr>
        </p:sp>
      </p:grpSp>
      <p:grpSp>
        <p:nvGrpSpPr>
          <p:cNvPr id="145" name="node36"/>
          <p:cNvGrpSpPr/>
          <p:nvPr/>
        </p:nvGrpSpPr>
        <p:grpSpPr>
          <a:xfrm>
            <a:off x="10553700" y="2514600"/>
            <a:ext cx="203200" cy="203200"/>
            <a:chOff x="10553700" y="2514600"/>
            <a:chExt cx="203200" cy="203200"/>
          </a:xfrm>
        </p:grpSpPr>
        <p:sp>
          <p:nvSpPr>
            <p:cNvPr id="58" name="node36.surface"/>
            <p:cNvSpPr/>
            <p:nvPr/>
          </p:nvSpPr>
          <p:spPr>
            <a:xfrm>
              <a:off x="10553700" y="2514600"/>
              <a:ext cx="203200" cy="203200"/>
            </a:xfrm>
            <a:prstGeom prst="rect">
              <a:avLst/>
            </a:prstGeom>
            <a:solidFill>
              <a:srgbClr val="7C9BFF"/>
            </a:solidFill>
            <a:ln>
              <a:noFill/>
            </a:ln>
          </p:spPr>
        </p:sp>
      </p:grpSp>
      <p:grpSp>
        <p:nvGrpSpPr>
          <p:cNvPr id="146" name="node37"/>
          <p:cNvGrpSpPr/>
          <p:nvPr/>
        </p:nvGrpSpPr>
        <p:grpSpPr>
          <a:xfrm>
            <a:off x="10782300" y="2514600"/>
            <a:ext cx="203200" cy="203200"/>
            <a:chOff x="10782300" y="2514600"/>
            <a:chExt cx="203200" cy="203200"/>
          </a:xfrm>
        </p:grpSpPr>
        <p:sp>
          <p:nvSpPr>
            <p:cNvPr id="59" name="node37.surface"/>
            <p:cNvSpPr/>
            <p:nvPr/>
          </p:nvSpPr>
          <p:spPr>
            <a:xfrm>
              <a:off x="10782300" y="2514600"/>
              <a:ext cx="203200" cy="203200"/>
            </a:xfrm>
            <a:prstGeom prst="rect">
              <a:avLst/>
            </a:prstGeom>
            <a:solidFill>
              <a:srgbClr val="7C9BFF"/>
            </a:solidFill>
            <a:ln>
              <a:noFill/>
            </a:ln>
          </p:spPr>
        </p:sp>
      </p:grpSp>
      <p:grpSp>
        <p:nvGrpSpPr>
          <p:cNvPr id="147" name="node38"/>
          <p:cNvGrpSpPr/>
          <p:nvPr/>
        </p:nvGrpSpPr>
        <p:grpSpPr>
          <a:xfrm>
            <a:off x="11010900" y="2514600"/>
            <a:ext cx="203200" cy="203200"/>
            <a:chOff x="11010900" y="2514600"/>
            <a:chExt cx="203200" cy="203200"/>
          </a:xfrm>
        </p:grpSpPr>
        <p:sp>
          <p:nvSpPr>
            <p:cNvPr id="60" name="node38.surface"/>
            <p:cNvSpPr/>
            <p:nvPr/>
          </p:nvSpPr>
          <p:spPr>
            <a:xfrm>
              <a:off x="11010900" y="2514600"/>
              <a:ext cx="203200" cy="203200"/>
            </a:xfrm>
            <a:prstGeom prst="rect">
              <a:avLst/>
            </a:prstGeom>
            <a:solidFill>
              <a:srgbClr val="0047FF"/>
            </a:solidFill>
            <a:ln>
              <a:noFill/>
            </a:ln>
          </p:spPr>
        </p:sp>
      </p:grpSp>
      <p:grpSp>
        <p:nvGrpSpPr>
          <p:cNvPr id="148" name="node39"/>
          <p:cNvGrpSpPr/>
          <p:nvPr/>
        </p:nvGrpSpPr>
        <p:grpSpPr>
          <a:xfrm>
            <a:off x="10096500" y="2743200"/>
            <a:ext cx="203200" cy="203200"/>
            <a:chOff x="10096500" y="2743200"/>
            <a:chExt cx="203200" cy="203200"/>
          </a:xfrm>
        </p:grpSpPr>
        <p:sp>
          <p:nvSpPr>
            <p:cNvPr id="61" name="node39.surface"/>
            <p:cNvSpPr/>
            <p:nvPr/>
          </p:nvSpPr>
          <p:spPr>
            <a:xfrm>
              <a:off x="10096500" y="2743200"/>
              <a:ext cx="203200" cy="203200"/>
            </a:xfrm>
            <a:prstGeom prst="rect">
              <a:avLst/>
            </a:prstGeom>
            <a:solidFill>
              <a:srgbClr val="7C9BFF"/>
            </a:solidFill>
            <a:ln>
              <a:noFill/>
            </a:ln>
          </p:spPr>
        </p:sp>
      </p:grpSp>
      <p:grpSp>
        <p:nvGrpSpPr>
          <p:cNvPr id="149" name="node40"/>
          <p:cNvGrpSpPr/>
          <p:nvPr/>
        </p:nvGrpSpPr>
        <p:grpSpPr>
          <a:xfrm>
            <a:off x="10325100" y="2743200"/>
            <a:ext cx="203200" cy="203200"/>
            <a:chOff x="10325100" y="2743200"/>
            <a:chExt cx="203200" cy="203200"/>
          </a:xfrm>
        </p:grpSpPr>
        <p:sp>
          <p:nvSpPr>
            <p:cNvPr id="62" name="node40.surface"/>
            <p:cNvSpPr/>
            <p:nvPr/>
          </p:nvSpPr>
          <p:spPr>
            <a:xfrm>
              <a:off x="10325100" y="2743200"/>
              <a:ext cx="203200" cy="203200"/>
            </a:xfrm>
            <a:prstGeom prst="rect">
              <a:avLst/>
            </a:prstGeom>
            <a:solidFill>
              <a:srgbClr val="7C9BFF"/>
            </a:solidFill>
            <a:ln>
              <a:noFill/>
            </a:ln>
          </p:spPr>
        </p:sp>
      </p:grpSp>
      <p:grpSp>
        <p:nvGrpSpPr>
          <p:cNvPr id="150" name="node41"/>
          <p:cNvGrpSpPr/>
          <p:nvPr/>
        </p:nvGrpSpPr>
        <p:grpSpPr>
          <a:xfrm>
            <a:off x="10553700" y="2743200"/>
            <a:ext cx="203200" cy="203200"/>
            <a:chOff x="10553700" y="2743200"/>
            <a:chExt cx="203200" cy="203200"/>
          </a:xfrm>
        </p:grpSpPr>
        <p:sp>
          <p:nvSpPr>
            <p:cNvPr id="63" name="node41.surface"/>
            <p:cNvSpPr/>
            <p:nvPr/>
          </p:nvSpPr>
          <p:spPr>
            <a:xfrm>
              <a:off x="10553700" y="2743200"/>
              <a:ext cx="203200" cy="203200"/>
            </a:xfrm>
            <a:prstGeom prst="rect">
              <a:avLst/>
            </a:prstGeom>
            <a:solidFill>
              <a:srgbClr val="7C9BFF"/>
            </a:solidFill>
            <a:ln>
              <a:noFill/>
            </a:ln>
          </p:spPr>
        </p:sp>
      </p:grpSp>
      <p:grpSp>
        <p:nvGrpSpPr>
          <p:cNvPr id="151" name="node42"/>
          <p:cNvGrpSpPr/>
          <p:nvPr/>
        </p:nvGrpSpPr>
        <p:grpSpPr>
          <a:xfrm>
            <a:off x="10782300" y="2743200"/>
            <a:ext cx="203200" cy="203200"/>
            <a:chOff x="10782300" y="2743200"/>
            <a:chExt cx="203200" cy="203200"/>
          </a:xfrm>
        </p:grpSpPr>
        <p:sp>
          <p:nvSpPr>
            <p:cNvPr id="64" name="node42.surface"/>
            <p:cNvSpPr/>
            <p:nvPr/>
          </p:nvSpPr>
          <p:spPr>
            <a:xfrm>
              <a:off x="10782300" y="2743200"/>
              <a:ext cx="203200" cy="203200"/>
            </a:xfrm>
            <a:prstGeom prst="rect">
              <a:avLst/>
            </a:prstGeom>
            <a:solidFill>
              <a:srgbClr val="B9C9F0"/>
            </a:solidFill>
            <a:ln>
              <a:noFill/>
            </a:ln>
          </p:spPr>
        </p:sp>
      </p:grpSp>
      <p:grpSp>
        <p:nvGrpSpPr>
          <p:cNvPr id="152" name="node43"/>
          <p:cNvGrpSpPr/>
          <p:nvPr/>
        </p:nvGrpSpPr>
        <p:grpSpPr>
          <a:xfrm>
            <a:off x="11010900" y="2743200"/>
            <a:ext cx="203200" cy="203200"/>
            <a:chOff x="11010900" y="2743200"/>
            <a:chExt cx="203200" cy="203200"/>
          </a:xfrm>
        </p:grpSpPr>
        <p:sp>
          <p:nvSpPr>
            <p:cNvPr id="65" name="node43.surface"/>
            <p:cNvSpPr/>
            <p:nvPr/>
          </p:nvSpPr>
          <p:spPr>
            <a:xfrm>
              <a:off x="11010900" y="2743200"/>
              <a:ext cx="203200" cy="203200"/>
            </a:xfrm>
            <a:prstGeom prst="rect">
              <a:avLst/>
            </a:prstGeom>
            <a:solidFill>
              <a:srgbClr val="7C9BFF"/>
            </a:solidFill>
            <a:ln>
              <a:noFill/>
            </a:ln>
          </p:spPr>
        </p:sp>
      </p:grpSp>
      <p:grpSp>
        <p:nvGrpSpPr>
          <p:cNvPr id="153" name="node44"/>
          <p:cNvGrpSpPr/>
          <p:nvPr/>
        </p:nvGrpSpPr>
        <p:grpSpPr>
          <a:xfrm>
            <a:off x="10096500" y="2971800"/>
            <a:ext cx="203200" cy="203200"/>
            <a:chOff x="10096500" y="2971800"/>
            <a:chExt cx="203200" cy="203200"/>
          </a:xfrm>
        </p:grpSpPr>
        <p:sp>
          <p:nvSpPr>
            <p:cNvPr id="66" name="node44.surface"/>
            <p:cNvSpPr/>
            <p:nvPr/>
          </p:nvSpPr>
          <p:spPr>
            <a:xfrm>
              <a:off x="10096500" y="2971800"/>
              <a:ext cx="203200" cy="203200"/>
            </a:xfrm>
            <a:prstGeom prst="rect">
              <a:avLst/>
            </a:prstGeom>
            <a:solidFill>
              <a:srgbClr val="B9C9F0"/>
            </a:solidFill>
            <a:ln>
              <a:noFill/>
            </a:ln>
          </p:spPr>
        </p:sp>
      </p:grpSp>
      <p:grpSp>
        <p:nvGrpSpPr>
          <p:cNvPr id="154" name="node45"/>
          <p:cNvGrpSpPr/>
          <p:nvPr/>
        </p:nvGrpSpPr>
        <p:grpSpPr>
          <a:xfrm>
            <a:off x="10325100" y="2971800"/>
            <a:ext cx="203200" cy="203200"/>
            <a:chOff x="10325100" y="2971800"/>
            <a:chExt cx="203200" cy="203200"/>
          </a:xfrm>
        </p:grpSpPr>
        <p:sp>
          <p:nvSpPr>
            <p:cNvPr id="67" name="node45.surface"/>
            <p:cNvSpPr/>
            <p:nvPr/>
          </p:nvSpPr>
          <p:spPr>
            <a:xfrm>
              <a:off x="10325100" y="2971800"/>
              <a:ext cx="203200" cy="203200"/>
            </a:xfrm>
            <a:prstGeom prst="rect">
              <a:avLst/>
            </a:prstGeom>
            <a:solidFill>
              <a:srgbClr val="B9C9F0"/>
            </a:solidFill>
            <a:ln>
              <a:noFill/>
            </a:ln>
          </p:spPr>
        </p:sp>
      </p:grpSp>
      <p:grpSp>
        <p:nvGrpSpPr>
          <p:cNvPr id="155" name="node46"/>
          <p:cNvGrpSpPr/>
          <p:nvPr/>
        </p:nvGrpSpPr>
        <p:grpSpPr>
          <a:xfrm>
            <a:off x="10553700" y="2971800"/>
            <a:ext cx="203200" cy="203200"/>
            <a:chOff x="10553700" y="2971800"/>
            <a:chExt cx="203200" cy="203200"/>
          </a:xfrm>
        </p:grpSpPr>
        <p:sp>
          <p:nvSpPr>
            <p:cNvPr id="68" name="node46.surface"/>
            <p:cNvSpPr/>
            <p:nvPr/>
          </p:nvSpPr>
          <p:spPr>
            <a:xfrm>
              <a:off x="10553700" y="2971800"/>
              <a:ext cx="203200" cy="203200"/>
            </a:xfrm>
            <a:prstGeom prst="rect">
              <a:avLst/>
            </a:prstGeom>
            <a:solidFill>
              <a:srgbClr val="B9C9F0"/>
            </a:solidFill>
            <a:ln>
              <a:noFill/>
            </a:ln>
          </p:spPr>
        </p:sp>
      </p:grpSp>
      <p:grpSp>
        <p:nvGrpSpPr>
          <p:cNvPr id="156" name="node47"/>
          <p:cNvGrpSpPr/>
          <p:nvPr/>
        </p:nvGrpSpPr>
        <p:grpSpPr>
          <a:xfrm>
            <a:off x="10782300" y="2971800"/>
            <a:ext cx="203200" cy="203200"/>
            <a:chOff x="10782300" y="2971800"/>
            <a:chExt cx="203200" cy="203200"/>
          </a:xfrm>
        </p:grpSpPr>
        <p:sp>
          <p:nvSpPr>
            <p:cNvPr id="69" name="node47.surface"/>
            <p:cNvSpPr/>
            <p:nvPr/>
          </p:nvSpPr>
          <p:spPr>
            <a:xfrm>
              <a:off x="10782300" y="2971800"/>
              <a:ext cx="203200" cy="203200"/>
            </a:xfrm>
            <a:prstGeom prst="rect">
              <a:avLst/>
            </a:prstGeom>
            <a:solidFill>
              <a:srgbClr val="B9C9F0"/>
            </a:solidFill>
            <a:ln>
              <a:noFill/>
            </a:ln>
          </p:spPr>
        </p:sp>
      </p:grpSp>
      <p:grpSp>
        <p:nvGrpSpPr>
          <p:cNvPr id="157" name="node48"/>
          <p:cNvGrpSpPr/>
          <p:nvPr/>
        </p:nvGrpSpPr>
        <p:grpSpPr>
          <a:xfrm>
            <a:off x="11010900" y="2971800"/>
            <a:ext cx="203200" cy="203200"/>
            <a:chOff x="11010900" y="2971800"/>
            <a:chExt cx="203200" cy="203200"/>
          </a:xfrm>
        </p:grpSpPr>
        <p:sp>
          <p:nvSpPr>
            <p:cNvPr id="70" name="node48.surface"/>
            <p:cNvSpPr/>
            <p:nvPr/>
          </p:nvSpPr>
          <p:spPr>
            <a:xfrm>
              <a:off x="11010900" y="2971800"/>
              <a:ext cx="203200" cy="203200"/>
            </a:xfrm>
            <a:prstGeom prst="rect">
              <a:avLst/>
            </a:prstGeom>
            <a:solidFill>
              <a:srgbClr val="E8EEF8"/>
            </a:solidFill>
            <a:ln>
              <a:noFill/>
            </a:ln>
          </p:spPr>
        </p:sp>
      </p:grpSp>
      <p:grpSp>
        <p:nvGrpSpPr>
          <p:cNvPr id="158" name="node49"/>
          <p:cNvGrpSpPr/>
          <p:nvPr/>
        </p:nvGrpSpPr>
        <p:grpSpPr>
          <a:xfrm>
            <a:off x="10096500" y="3200400"/>
            <a:ext cx="203200" cy="203200"/>
            <a:chOff x="10096500" y="3200400"/>
            <a:chExt cx="203200" cy="203200"/>
          </a:xfrm>
        </p:grpSpPr>
        <p:sp>
          <p:nvSpPr>
            <p:cNvPr id="71" name="node49.surface"/>
            <p:cNvSpPr/>
            <p:nvPr/>
          </p:nvSpPr>
          <p:spPr>
            <a:xfrm>
              <a:off x="10096500" y="3200400"/>
              <a:ext cx="203200" cy="203200"/>
            </a:xfrm>
            <a:prstGeom prst="rect">
              <a:avLst/>
            </a:prstGeom>
            <a:solidFill>
              <a:srgbClr val="0047FF"/>
            </a:solidFill>
            <a:ln>
              <a:noFill/>
            </a:ln>
          </p:spPr>
        </p:sp>
      </p:grpSp>
      <p:grpSp>
        <p:nvGrpSpPr>
          <p:cNvPr id="159" name="node50"/>
          <p:cNvGrpSpPr/>
          <p:nvPr/>
        </p:nvGrpSpPr>
        <p:grpSpPr>
          <a:xfrm>
            <a:off x="10325100" y="3200400"/>
            <a:ext cx="203200" cy="203200"/>
            <a:chOff x="10325100" y="3200400"/>
            <a:chExt cx="203200" cy="203200"/>
          </a:xfrm>
        </p:grpSpPr>
        <p:sp>
          <p:nvSpPr>
            <p:cNvPr id="72" name="node50.surface"/>
            <p:cNvSpPr/>
            <p:nvPr/>
          </p:nvSpPr>
          <p:spPr>
            <a:xfrm>
              <a:off x="10325100" y="3200400"/>
              <a:ext cx="203200" cy="203200"/>
            </a:xfrm>
            <a:prstGeom prst="rect">
              <a:avLst/>
            </a:prstGeom>
            <a:solidFill>
              <a:srgbClr val="0047FF"/>
            </a:solidFill>
            <a:ln>
              <a:noFill/>
            </a:ln>
          </p:spPr>
        </p:sp>
      </p:grpSp>
      <p:grpSp>
        <p:nvGrpSpPr>
          <p:cNvPr id="160" name="node51"/>
          <p:cNvGrpSpPr/>
          <p:nvPr/>
        </p:nvGrpSpPr>
        <p:grpSpPr>
          <a:xfrm>
            <a:off x="10553700" y="3200400"/>
            <a:ext cx="203200" cy="203200"/>
            <a:chOff x="10553700" y="3200400"/>
            <a:chExt cx="203200" cy="203200"/>
          </a:xfrm>
        </p:grpSpPr>
        <p:sp>
          <p:nvSpPr>
            <p:cNvPr id="73" name="node51.surface"/>
            <p:cNvSpPr/>
            <p:nvPr/>
          </p:nvSpPr>
          <p:spPr>
            <a:xfrm>
              <a:off x="10553700" y="3200400"/>
              <a:ext cx="203200" cy="203200"/>
            </a:xfrm>
            <a:prstGeom prst="rect">
              <a:avLst/>
            </a:prstGeom>
            <a:solidFill>
              <a:srgbClr val="7C9BFF"/>
            </a:solidFill>
            <a:ln>
              <a:noFill/>
            </a:ln>
          </p:spPr>
        </p:sp>
      </p:grpSp>
      <p:grpSp>
        <p:nvGrpSpPr>
          <p:cNvPr id="161" name="node52"/>
          <p:cNvGrpSpPr/>
          <p:nvPr/>
        </p:nvGrpSpPr>
        <p:grpSpPr>
          <a:xfrm>
            <a:off x="10782300" y="3200400"/>
            <a:ext cx="203200" cy="203200"/>
            <a:chOff x="10782300" y="3200400"/>
            <a:chExt cx="203200" cy="203200"/>
          </a:xfrm>
        </p:grpSpPr>
        <p:sp>
          <p:nvSpPr>
            <p:cNvPr id="74" name="node52.surface"/>
            <p:cNvSpPr/>
            <p:nvPr/>
          </p:nvSpPr>
          <p:spPr>
            <a:xfrm>
              <a:off x="10782300" y="3200400"/>
              <a:ext cx="203200" cy="203200"/>
            </a:xfrm>
            <a:prstGeom prst="rect">
              <a:avLst/>
            </a:prstGeom>
            <a:solidFill>
              <a:srgbClr val="0047FF"/>
            </a:solidFill>
            <a:ln>
              <a:noFill/>
            </a:ln>
          </p:spPr>
        </p:sp>
      </p:grpSp>
      <p:grpSp>
        <p:nvGrpSpPr>
          <p:cNvPr id="162" name="node53"/>
          <p:cNvGrpSpPr/>
          <p:nvPr/>
        </p:nvGrpSpPr>
        <p:grpSpPr>
          <a:xfrm>
            <a:off x="11010900" y="3200400"/>
            <a:ext cx="203200" cy="203200"/>
            <a:chOff x="11010900" y="3200400"/>
            <a:chExt cx="203200" cy="203200"/>
          </a:xfrm>
        </p:grpSpPr>
        <p:sp>
          <p:nvSpPr>
            <p:cNvPr id="75" name="node53.surface"/>
            <p:cNvSpPr/>
            <p:nvPr/>
          </p:nvSpPr>
          <p:spPr>
            <a:xfrm>
              <a:off x="11010900" y="3200400"/>
              <a:ext cx="203200" cy="203200"/>
            </a:xfrm>
            <a:prstGeom prst="rect">
              <a:avLst/>
            </a:prstGeom>
            <a:solidFill>
              <a:srgbClr val="7C9BFF"/>
            </a:solidFill>
            <a:ln>
              <a:noFill/>
            </a:ln>
          </p:spPr>
        </p:sp>
      </p:grpSp>
      <p:grpSp>
        <p:nvGrpSpPr>
          <p:cNvPr id="163" name="node54"/>
          <p:cNvGrpSpPr/>
          <p:nvPr/>
        </p:nvGrpSpPr>
        <p:grpSpPr>
          <a:xfrm>
            <a:off x="10096500" y="3429000"/>
            <a:ext cx="203200" cy="203200"/>
            <a:chOff x="10096500" y="3429000"/>
            <a:chExt cx="203200" cy="203200"/>
          </a:xfrm>
        </p:grpSpPr>
        <p:sp>
          <p:nvSpPr>
            <p:cNvPr id="76" name="node54.surface"/>
            <p:cNvSpPr/>
            <p:nvPr/>
          </p:nvSpPr>
          <p:spPr>
            <a:xfrm>
              <a:off x="10096500" y="3429000"/>
              <a:ext cx="203200" cy="203200"/>
            </a:xfrm>
            <a:prstGeom prst="rect">
              <a:avLst/>
            </a:prstGeom>
            <a:solidFill>
              <a:srgbClr val="B9C9F0"/>
            </a:solidFill>
            <a:ln>
              <a:noFill/>
            </a:ln>
          </p:spPr>
        </p:sp>
      </p:grpSp>
      <p:grpSp>
        <p:nvGrpSpPr>
          <p:cNvPr id="164" name="node55"/>
          <p:cNvGrpSpPr/>
          <p:nvPr/>
        </p:nvGrpSpPr>
        <p:grpSpPr>
          <a:xfrm>
            <a:off x="10325100" y="3429000"/>
            <a:ext cx="203200" cy="203200"/>
            <a:chOff x="10325100" y="3429000"/>
            <a:chExt cx="203200" cy="203200"/>
          </a:xfrm>
        </p:grpSpPr>
        <p:sp>
          <p:nvSpPr>
            <p:cNvPr id="77" name="node55.surface"/>
            <p:cNvSpPr/>
            <p:nvPr/>
          </p:nvSpPr>
          <p:spPr>
            <a:xfrm>
              <a:off x="10325100" y="3429000"/>
              <a:ext cx="203200" cy="203200"/>
            </a:xfrm>
            <a:prstGeom prst="rect">
              <a:avLst/>
            </a:prstGeom>
            <a:solidFill>
              <a:srgbClr val="B9C9F0"/>
            </a:solidFill>
            <a:ln>
              <a:noFill/>
            </a:ln>
          </p:spPr>
        </p:sp>
      </p:grpSp>
      <p:grpSp>
        <p:nvGrpSpPr>
          <p:cNvPr id="165" name="node56"/>
          <p:cNvGrpSpPr/>
          <p:nvPr/>
        </p:nvGrpSpPr>
        <p:grpSpPr>
          <a:xfrm>
            <a:off x="10553700" y="3429000"/>
            <a:ext cx="203200" cy="203200"/>
            <a:chOff x="10553700" y="3429000"/>
            <a:chExt cx="203200" cy="203200"/>
          </a:xfrm>
        </p:grpSpPr>
        <p:sp>
          <p:nvSpPr>
            <p:cNvPr id="78" name="node56.surface"/>
            <p:cNvSpPr/>
            <p:nvPr/>
          </p:nvSpPr>
          <p:spPr>
            <a:xfrm>
              <a:off x="10553700" y="3429000"/>
              <a:ext cx="203200" cy="203200"/>
            </a:xfrm>
            <a:prstGeom prst="rect">
              <a:avLst/>
            </a:prstGeom>
            <a:solidFill>
              <a:srgbClr val="E8EEF8"/>
            </a:solidFill>
            <a:ln>
              <a:noFill/>
            </a:ln>
          </p:spPr>
        </p:sp>
      </p:grpSp>
      <p:grpSp>
        <p:nvGrpSpPr>
          <p:cNvPr id="166" name="node57"/>
          <p:cNvGrpSpPr/>
          <p:nvPr/>
        </p:nvGrpSpPr>
        <p:grpSpPr>
          <a:xfrm>
            <a:off x="10782300" y="3429000"/>
            <a:ext cx="203200" cy="203200"/>
            <a:chOff x="10782300" y="3429000"/>
            <a:chExt cx="203200" cy="203200"/>
          </a:xfrm>
        </p:grpSpPr>
        <p:sp>
          <p:nvSpPr>
            <p:cNvPr id="79" name="node57.surface"/>
            <p:cNvSpPr/>
            <p:nvPr/>
          </p:nvSpPr>
          <p:spPr>
            <a:xfrm>
              <a:off x="10782300" y="3429000"/>
              <a:ext cx="203200" cy="203200"/>
            </a:xfrm>
            <a:prstGeom prst="rect">
              <a:avLst/>
            </a:prstGeom>
            <a:solidFill>
              <a:srgbClr val="7C9BFF"/>
            </a:solidFill>
            <a:ln>
              <a:noFill/>
            </a:ln>
          </p:spPr>
        </p:sp>
      </p:grpSp>
      <p:grpSp>
        <p:nvGrpSpPr>
          <p:cNvPr id="167" name="node58"/>
          <p:cNvGrpSpPr/>
          <p:nvPr/>
        </p:nvGrpSpPr>
        <p:grpSpPr>
          <a:xfrm>
            <a:off x="11010900" y="3429000"/>
            <a:ext cx="203200" cy="203200"/>
            <a:chOff x="11010900" y="3429000"/>
            <a:chExt cx="203200" cy="203200"/>
          </a:xfrm>
        </p:grpSpPr>
        <p:sp>
          <p:nvSpPr>
            <p:cNvPr id="80" name="node58.surface"/>
            <p:cNvSpPr/>
            <p:nvPr/>
          </p:nvSpPr>
          <p:spPr>
            <a:xfrm>
              <a:off x="11010900" y="3429000"/>
              <a:ext cx="203200" cy="203200"/>
            </a:xfrm>
            <a:prstGeom prst="rect">
              <a:avLst/>
            </a:prstGeom>
            <a:solidFill>
              <a:srgbClr val="B9C9F0"/>
            </a:solidFill>
            <a:ln>
              <a:noFill/>
            </a:ln>
          </p:spPr>
        </p:sp>
      </p:grpSp>
      <p:grpSp>
        <p:nvGrpSpPr>
          <p:cNvPr id="168" name="node59"/>
          <p:cNvGrpSpPr/>
          <p:nvPr/>
        </p:nvGrpSpPr>
        <p:grpSpPr>
          <a:xfrm>
            <a:off x="10096500" y="3657600"/>
            <a:ext cx="203200" cy="203200"/>
            <a:chOff x="10096500" y="3657600"/>
            <a:chExt cx="203200" cy="203200"/>
          </a:xfrm>
        </p:grpSpPr>
        <p:sp>
          <p:nvSpPr>
            <p:cNvPr id="81" name="node59.surface"/>
            <p:cNvSpPr/>
            <p:nvPr/>
          </p:nvSpPr>
          <p:spPr>
            <a:xfrm>
              <a:off x="10096500" y="3657600"/>
              <a:ext cx="203200" cy="203200"/>
            </a:xfrm>
            <a:prstGeom prst="rect">
              <a:avLst/>
            </a:prstGeom>
            <a:solidFill>
              <a:srgbClr val="7C9BFF"/>
            </a:solidFill>
            <a:ln>
              <a:noFill/>
            </a:ln>
          </p:spPr>
        </p:sp>
      </p:grpSp>
      <p:grpSp>
        <p:nvGrpSpPr>
          <p:cNvPr id="169" name="node60"/>
          <p:cNvGrpSpPr/>
          <p:nvPr/>
        </p:nvGrpSpPr>
        <p:grpSpPr>
          <a:xfrm>
            <a:off x="10325100" y="3657600"/>
            <a:ext cx="203200" cy="203200"/>
            <a:chOff x="10325100" y="3657600"/>
            <a:chExt cx="203200" cy="203200"/>
          </a:xfrm>
        </p:grpSpPr>
        <p:sp>
          <p:nvSpPr>
            <p:cNvPr id="82" name="node60.surface"/>
            <p:cNvSpPr/>
            <p:nvPr/>
          </p:nvSpPr>
          <p:spPr>
            <a:xfrm>
              <a:off x="10325100" y="3657600"/>
              <a:ext cx="203200" cy="203200"/>
            </a:xfrm>
            <a:prstGeom prst="rect">
              <a:avLst/>
            </a:prstGeom>
            <a:solidFill>
              <a:srgbClr val="B9C9F0"/>
            </a:solidFill>
            <a:ln>
              <a:noFill/>
            </a:ln>
          </p:spPr>
        </p:sp>
      </p:grpSp>
      <p:grpSp>
        <p:nvGrpSpPr>
          <p:cNvPr id="170" name="node61"/>
          <p:cNvGrpSpPr/>
          <p:nvPr/>
        </p:nvGrpSpPr>
        <p:grpSpPr>
          <a:xfrm>
            <a:off x="10553700" y="3657600"/>
            <a:ext cx="203200" cy="203200"/>
            <a:chOff x="10553700" y="3657600"/>
            <a:chExt cx="203200" cy="203200"/>
          </a:xfrm>
        </p:grpSpPr>
        <p:sp>
          <p:nvSpPr>
            <p:cNvPr id="83" name="node61.surface"/>
            <p:cNvSpPr/>
            <p:nvPr/>
          </p:nvSpPr>
          <p:spPr>
            <a:xfrm>
              <a:off x="10553700" y="3657600"/>
              <a:ext cx="203200" cy="203200"/>
            </a:xfrm>
            <a:prstGeom prst="rect">
              <a:avLst/>
            </a:prstGeom>
            <a:solidFill>
              <a:srgbClr val="B9C9F0"/>
            </a:solidFill>
            <a:ln>
              <a:noFill/>
            </a:ln>
          </p:spPr>
        </p:sp>
      </p:grpSp>
      <p:grpSp>
        <p:nvGrpSpPr>
          <p:cNvPr id="171" name="node62"/>
          <p:cNvGrpSpPr/>
          <p:nvPr/>
        </p:nvGrpSpPr>
        <p:grpSpPr>
          <a:xfrm>
            <a:off x="10782300" y="3657600"/>
            <a:ext cx="203200" cy="203200"/>
            <a:chOff x="10782300" y="3657600"/>
            <a:chExt cx="203200" cy="203200"/>
          </a:xfrm>
        </p:grpSpPr>
        <p:sp>
          <p:nvSpPr>
            <p:cNvPr id="84" name="node62.surface"/>
            <p:cNvSpPr/>
            <p:nvPr/>
          </p:nvSpPr>
          <p:spPr>
            <a:xfrm>
              <a:off x="10782300" y="3657600"/>
              <a:ext cx="203200" cy="203200"/>
            </a:xfrm>
            <a:prstGeom prst="rect">
              <a:avLst/>
            </a:prstGeom>
            <a:solidFill>
              <a:srgbClr val="B9C9F0"/>
            </a:solidFill>
            <a:ln>
              <a:noFill/>
            </a:ln>
          </p:spPr>
        </p:sp>
      </p:grpSp>
      <p:grpSp>
        <p:nvGrpSpPr>
          <p:cNvPr id="172" name="node63"/>
          <p:cNvGrpSpPr/>
          <p:nvPr/>
        </p:nvGrpSpPr>
        <p:grpSpPr>
          <a:xfrm>
            <a:off x="11010900" y="3657600"/>
            <a:ext cx="203200" cy="203200"/>
            <a:chOff x="11010900" y="3657600"/>
            <a:chExt cx="203200" cy="203200"/>
          </a:xfrm>
        </p:grpSpPr>
        <p:sp>
          <p:nvSpPr>
            <p:cNvPr id="85" name="node63.surface"/>
            <p:cNvSpPr/>
            <p:nvPr/>
          </p:nvSpPr>
          <p:spPr>
            <a:xfrm>
              <a:off x="11010900" y="3657600"/>
              <a:ext cx="203200" cy="203200"/>
            </a:xfrm>
            <a:prstGeom prst="rect">
              <a:avLst/>
            </a:prstGeom>
            <a:solidFill>
              <a:srgbClr val="7C9BFF"/>
            </a:solidFill>
            <a:ln>
              <a:noFill/>
            </a:ln>
          </p:spPr>
        </p:sp>
      </p:grpSp>
      <p:grpSp>
        <p:nvGrpSpPr>
          <p:cNvPr id="173" name="node64"/>
          <p:cNvGrpSpPr/>
          <p:nvPr/>
        </p:nvGrpSpPr>
        <p:grpSpPr>
          <a:xfrm>
            <a:off x="10096500" y="2971800"/>
            <a:ext cx="1143000" cy="25400"/>
            <a:chOff x="10096500" y="2971800"/>
            <a:chExt cx="1143000" cy="25400"/>
          </a:xfrm>
        </p:grpSpPr>
        <p:sp>
          <p:nvSpPr>
            <p:cNvPr id="86" name="node64.surface"/>
            <p:cNvSpPr/>
            <p:nvPr/>
          </p:nvSpPr>
          <p:spPr>
            <a:xfrm>
              <a:off x="10096500" y="2971800"/>
              <a:ext cx="1143000" cy="25400"/>
            </a:xfrm>
            <a:prstGeom prst="rect">
              <a:avLst/>
            </a:prstGeom>
            <a:solidFill>
              <a:srgbClr val="05013F"/>
            </a:solidFill>
            <a:ln>
              <a:noFill/>
            </a:ln>
          </p:spPr>
        </p:sp>
      </p:grpSp>
      <p:grpSp>
        <p:nvGrpSpPr>
          <p:cNvPr id="174" name="node65"/>
          <p:cNvGrpSpPr/>
          <p:nvPr/>
        </p:nvGrpSpPr>
        <p:grpSpPr>
          <a:xfrm>
            <a:off x="10096500" y="3200400"/>
            <a:ext cx="1143000" cy="25400"/>
            <a:chOff x="10096500" y="3200400"/>
            <a:chExt cx="1143000" cy="25400"/>
          </a:xfrm>
        </p:grpSpPr>
        <p:sp>
          <p:nvSpPr>
            <p:cNvPr id="87" name="node65.surface"/>
            <p:cNvSpPr/>
            <p:nvPr/>
          </p:nvSpPr>
          <p:spPr>
            <a:xfrm>
              <a:off x="10096500" y="3200400"/>
              <a:ext cx="1143000" cy="25400"/>
            </a:xfrm>
            <a:prstGeom prst="rect">
              <a:avLst/>
            </a:prstGeom>
            <a:solidFill>
              <a:srgbClr val="05013F"/>
            </a:solidFill>
            <a:ln>
              <a:noFill/>
            </a:ln>
          </p:spPr>
        </p:sp>
      </p:grpSp>
      <p:grpSp>
        <p:nvGrpSpPr>
          <p:cNvPr id="175" name="node66"/>
          <p:cNvGrpSpPr/>
          <p:nvPr/>
        </p:nvGrpSpPr>
        <p:grpSpPr>
          <a:xfrm>
            <a:off x="10096500" y="2971800"/>
            <a:ext cx="25400" cy="228600"/>
            <a:chOff x="10096500" y="2971800"/>
            <a:chExt cx="25400" cy="228600"/>
          </a:xfrm>
        </p:grpSpPr>
        <p:sp>
          <p:nvSpPr>
            <p:cNvPr id="88" name="node66.surface"/>
            <p:cNvSpPr/>
            <p:nvPr/>
          </p:nvSpPr>
          <p:spPr>
            <a:xfrm>
              <a:off x="10096500" y="2971800"/>
              <a:ext cx="25400" cy="228600"/>
            </a:xfrm>
            <a:prstGeom prst="rect">
              <a:avLst/>
            </a:prstGeom>
            <a:solidFill>
              <a:srgbClr val="05013F"/>
            </a:solidFill>
            <a:ln>
              <a:noFill/>
            </a:ln>
          </p:spPr>
        </p:sp>
      </p:grpSp>
      <p:grpSp>
        <p:nvGrpSpPr>
          <p:cNvPr id="176" name="node67"/>
          <p:cNvGrpSpPr/>
          <p:nvPr/>
        </p:nvGrpSpPr>
        <p:grpSpPr>
          <a:xfrm>
            <a:off x="11239500" y="2971800"/>
            <a:ext cx="25400" cy="254000"/>
            <a:chOff x="11239500" y="2971800"/>
            <a:chExt cx="25400" cy="254000"/>
          </a:xfrm>
        </p:grpSpPr>
        <p:sp>
          <p:nvSpPr>
            <p:cNvPr id="89" name="node67.surface"/>
            <p:cNvSpPr/>
            <p:nvPr/>
          </p:nvSpPr>
          <p:spPr>
            <a:xfrm>
              <a:off x="11239500" y="2971800"/>
              <a:ext cx="25400" cy="254000"/>
            </a:xfrm>
            <a:prstGeom prst="rect">
              <a:avLst/>
            </a:prstGeom>
            <a:solidFill>
              <a:srgbClr val="05013F"/>
            </a:solidFill>
            <a:ln>
              <a:noFill/>
            </a:ln>
          </p:spPr>
        </p:sp>
      </p:grpSp>
      <p:grpSp>
        <p:nvGrpSpPr>
          <p:cNvPr id="177" name="node68"/>
          <p:cNvGrpSpPr/>
          <p:nvPr/>
        </p:nvGrpSpPr>
        <p:grpSpPr>
          <a:xfrm>
            <a:off x="10096500" y="3962400"/>
            <a:ext cx="1397000" cy="152400"/>
            <a:chOff x="10096500" y="3962400"/>
            <a:chExt cx="1397000" cy="152400"/>
          </a:xfrm>
        </p:grpSpPr>
        <p:sp>
          <p:nvSpPr>
            <p:cNvPr id="90" name="node68.text"/>
            <p:cNvSpPr/>
            <p:nvPr/>
          </p:nvSpPr>
          <p:spPr>
            <a:xfrm>
              <a:off x="10096500" y="3962400"/>
              <a:ext cx="1397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ROW A6</a:t>
              </a:r>
              <a:endParaRPr lang="en-US" sz="900" spc="54" kern="0" b="0" i="0" dirty="0">
                <a:solidFill>
                  <a:srgbClr val="50658E"/>
                </a:solidFill>
                <a:latin typeface="IBM Plex Mono Medium"/>
                <a:ea typeface="IBM Plex Mono Medium"/>
                <a:cs typeface="IBM Plex Mono Medium"/>
              </a:endParaRPr>
            </a:p>
          </p:txBody>
        </p:sp>
      </p:grpSp>
      <p:grpSp>
        <p:nvGrpSpPr>
          <p:cNvPr id="178" name="node69"/>
          <p:cNvGrpSpPr/>
          <p:nvPr/>
        </p:nvGrpSpPr>
        <p:grpSpPr>
          <a:xfrm>
            <a:off x="723900" y="3657600"/>
            <a:ext cx="3810000" cy="152400"/>
            <a:chOff x="723900" y="3657600"/>
            <a:chExt cx="3810000" cy="152400"/>
          </a:xfrm>
        </p:grpSpPr>
        <p:sp>
          <p:nvSpPr>
            <p:cNvPr id="91" name="node69.text"/>
            <p:cNvSpPr/>
            <p:nvPr/>
          </p:nvSpPr>
          <p:spPr>
            <a:xfrm>
              <a:off x="723900" y="3657600"/>
              <a:ext cx="3810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Medium"/>
                  <a:ea typeface="IBM Plex Mono Medium"/>
                  <a:cs typeface="IBM Plex Mono Medium"/>
                </a:rPr>
                <a:t>ACROSS A4 TO A6 (CONTINUED, 2 OF 2)</a:t>
              </a:r>
              <a:endParaRPr lang="en-US" sz="900" spc="54" kern="0" b="0" i="0" dirty="0">
                <a:solidFill>
                  <a:srgbClr val="070154"/>
                </a:solidFill>
                <a:latin typeface="IBM Plex Mono Medium"/>
                <a:ea typeface="IBM Plex Mono Medium"/>
                <a:cs typeface="IBM Plex Mono Medium"/>
              </a:endParaRPr>
            </a:p>
          </p:txBody>
        </p:sp>
      </p:grpSp>
      <p:grpSp>
        <p:nvGrpSpPr>
          <p:cNvPr id="179" name="node70"/>
          <p:cNvGrpSpPr/>
          <p:nvPr/>
        </p:nvGrpSpPr>
        <p:grpSpPr>
          <a:xfrm>
            <a:off x="723900" y="3962400"/>
            <a:ext cx="8763000" cy="1028700"/>
            <a:chOff x="723900" y="3962400"/>
            <a:chExt cx="8763000" cy="1028700"/>
          </a:xfrm>
        </p:grpSpPr>
        <p:sp>
          <p:nvSpPr>
            <p:cNvPr id="92" name="node70.source-001.bullet"/>
            <p:cNvSpPr/>
            <p:nvPr/>
          </p:nvSpPr>
          <p:spPr>
            <a:xfrm>
              <a:off x="723900" y="4051300"/>
              <a:ext cx="38100" cy="38100"/>
            </a:xfrm>
            <a:prstGeom prst="rect">
              <a:avLst/>
            </a:prstGeom>
            <a:solidFill>
              <a:srgbClr val="070154"/>
            </a:solidFill>
            <a:ln>
              <a:noFill/>
            </a:ln>
          </p:spPr>
        </p:sp>
        <p:sp>
          <p:nvSpPr>
            <p:cNvPr id="93" name="node70.source-001.text"/>
            <p:cNvSpPr/>
            <p:nvPr/>
          </p:nvSpPr>
          <p:spPr>
            <a:xfrm>
              <a:off x="876300" y="3962400"/>
              <a:ext cx="8610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 xml:space="preserve">Process outruns data.</a:t>
              </a:r>
              <a:r>
                <a:rPr lang="en-US" sz="1200" spc="0" kern="0" b="0" i="0" dirty="0">
                  <a:solidFill>
                    <a:srgbClr val="50658E"/>
                  </a:solidFill>
                  <a:latin typeface="IBM Plex Sans"/>
                  <a:ea typeface="IBM Plex Sans"/>
                  <a:cs typeface="IBM Plex Sans"/>
                </a:rPr>
                <a:t xml:space="preserve"> Revenue cycle scores 4 on process but 3 on data.</a:t>
              </a:r>
              <a:endParaRPr lang="en-US" sz="1200" spc="0" kern="0" b="0" i="0" dirty="0">
                <a:solidFill>
                  <a:srgbClr val="070154"/>
                </a:solidFill>
                <a:latin typeface="IBM Plex Sans"/>
                <a:ea typeface="IBM Plex Sans"/>
                <a:cs typeface="IBM Plex Sans"/>
              </a:endParaRPr>
            </a:p>
          </p:txBody>
        </p:sp>
        <p:sp>
          <p:nvSpPr>
            <p:cNvPr id="94" name="node70.source-002.bullet"/>
            <p:cNvSpPr/>
            <p:nvPr/>
          </p:nvSpPr>
          <p:spPr>
            <a:xfrm>
              <a:off x="723900" y="4318000"/>
              <a:ext cx="38100" cy="38100"/>
            </a:xfrm>
            <a:prstGeom prst="rect">
              <a:avLst/>
            </a:prstGeom>
            <a:solidFill>
              <a:srgbClr val="070154"/>
            </a:solidFill>
            <a:ln>
              <a:noFill/>
            </a:ln>
          </p:spPr>
        </p:sp>
        <p:sp>
          <p:nvSpPr>
            <p:cNvPr id="95" name="node70.source-002.text"/>
            <p:cNvSpPr/>
            <p:nvPr/>
          </p:nvSpPr>
          <p:spPr>
            <a:xfrm>
              <a:off x="876300" y="4229100"/>
              <a:ext cx="8610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 xml:space="preserve">Denials are the gap.</a:t>
              </a:r>
              <a:r>
                <a:rPr lang="en-US" sz="1200" spc="0" kern="0" b="0" i="0" dirty="0">
                  <a:solidFill>
                    <a:srgbClr val="50658E"/>
                  </a:solidFill>
                  <a:latin typeface="IBM Plex Sans"/>
                  <a:ea typeface="IBM Plex Sans"/>
                  <a:cs typeface="IBM Plex Sans"/>
                </a:rPr>
                <a:t xml:space="preserve"> A6 is the only revenue row with a 1.</a:t>
              </a:r>
              <a:endParaRPr lang="en-US" sz="1200" spc="0" kern="0" b="0" i="0" dirty="0">
                <a:solidFill>
                  <a:srgbClr val="070154"/>
                </a:solidFill>
                <a:latin typeface="IBM Plex Sans"/>
                <a:ea typeface="IBM Plex Sans"/>
                <a:cs typeface="IBM Plex Sans"/>
              </a:endParaRPr>
            </a:p>
          </p:txBody>
        </p:sp>
        <p:sp>
          <p:nvSpPr>
            <p:cNvPr id="96" name="node70.source-003.bullet"/>
            <p:cNvSpPr/>
            <p:nvPr/>
          </p:nvSpPr>
          <p:spPr>
            <a:xfrm>
              <a:off x="723900" y="4584700"/>
              <a:ext cx="38100" cy="38100"/>
            </a:xfrm>
            <a:prstGeom prst="rect">
              <a:avLst/>
            </a:prstGeom>
            <a:solidFill>
              <a:srgbClr val="070154"/>
            </a:solidFill>
            <a:ln>
              <a:noFill/>
            </a:ln>
          </p:spPr>
        </p:sp>
        <p:sp>
          <p:nvSpPr>
            <p:cNvPr id="97" name="node70.source-003.text"/>
            <p:cNvSpPr/>
            <p:nvPr/>
          </p:nvSpPr>
          <p:spPr>
            <a:xfrm>
              <a:off x="876300" y="4495800"/>
              <a:ext cx="8610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 xml:space="preserve">Lowest cell.</a:t>
              </a:r>
              <a:r>
                <a:rPr lang="en-US" sz="1200" spc="0" kern="0" b="0" i="0" dirty="0">
                  <a:solidFill>
                    <a:srgbClr val="50658E"/>
                  </a:solidFill>
                  <a:latin typeface="IBM Plex Sans"/>
                  <a:ea typeface="IBM Plex Sans"/>
                  <a:cs typeface="IBM Plex Sans"/>
                </a:rPr>
                <a:t xml:space="preserve"> Governance in denials management scores 1.</a:t>
              </a:r>
              <a:endParaRPr lang="en-US" sz="1200" spc="0" kern="0" b="0" i="0" dirty="0">
                <a:solidFill>
                  <a:srgbClr val="070154"/>
                </a:solidFill>
                <a:latin typeface="IBM Plex Sans"/>
                <a:ea typeface="IBM Plex Sans"/>
                <a:cs typeface="IBM Plex Sans"/>
              </a:endParaRPr>
            </a:p>
          </p:txBody>
        </p:sp>
        <p:sp>
          <p:nvSpPr>
            <p:cNvPr id="98" name="node70.source-004.bullet"/>
            <p:cNvSpPr/>
            <p:nvPr/>
          </p:nvSpPr>
          <p:spPr>
            <a:xfrm>
              <a:off x="723900" y="4851400"/>
              <a:ext cx="38100" cy="38100"/>
            </a:xfrm>
            <a:prstGeom prst="rect">
              <a:avLst/>
            </a:prstGeom>
            <a:solidFill>
              <a:srgbClr val="070154"/>
            </a:solidFill>
            <a:ln>
              <a:noFill/>
            </a:ln>
          </p:spPr>
        </p:sp>
        <p:sp>
          <p:nvSpPr>
            <p:cNvPr id="99" name="node70.source-004.text"/>
            <p:cNvSpPr/>
            <p:nvPr/>
          </p:nvSpPr>
          <p:spPr>
            <a:xfrm>
              <a:off x="876300" y="4762500"/>
              <a:ext cx="8610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 xml:space="preserve">Sequence.</a:t>
              </a:r>
              <a:r>
                <a:rPr lang="en-US" sz="1200" spc="0" kern="0" b="0" i="0" dirty="0">
                  <a:solidFill>
                    <a:srgbClr val="50658E"/>
                  </a:solidFill>
                  <a:latin typeface="IBM Plex Sans"/>
                  <a:ea typeface="IBM Plex Sans"/>
                  <a:cs typeface="IBM Plex Sans"/>
                </a:rPr>
                <a:t xml:space="preserve"> Code denials first; rules and billing changes follow.</a:t>
              </a:r>
              <a:endParaRPr lang="en-US" sz="1200" spc="0" kern="0" b="0" i="0" dirty="0">
                <a:solidFill>
                  <a:srgbClr val="070154"/>
                </a:solidFill>
                <a:latin typeface="IBM Plex Sans"/>
                <a:ea typeface="IBM Plex Sans"/>
                <a:cs typeface="IBM Plex Sans"/>
              </a:endParaRPr>
            </a:p>
          </p:txBody>
        </p:sp>
      </p:grpSp>
      <p:grpSp>
        <p:nvGrpSpPr>
          <p:cNvPr id="180" name="node71"/>
          <p:cNvGrpSpPr/>
          <p:nvPr/>
        </p:nvGrpSpPr>
        <p:grpSpPr>
          <a:xfrm>
            <a:off x="723900" y="5486400"/>
            <a:ext cx="6392863" cy="228600"/>
            <a:chOff x="723900" y="5486400"/>
            <a:chExt cx="6392863" cy="228600"/>
          </a:xfrm>
        </p:grpSpPr>
        <p:sp>
          <p:nvSpPr>
            <p:cNvPr id="100" name="node71.items.slot-001.swatch"/>
            <p:cNvSpPr/>
            <p:nvPr/>
          </p:nvSpPr>
          <p:spPr>
            <a:xfrm>
              <a:off x="723900" y="5537200"/>
              <a:ext cx="228600" cy="127000"/>
            </a:xfrm>
            <a:prstGeom prst="rect">
              <a:avLst/>
            </a:prstGeom>
            <a:solidFill>
              <a:srgbClr val="E8EEF8"/>
            </a:solidFill>
            <a:ln>
              <a:noFill/>
            </a:ln>
          </p:spPr>
        </p:sp>
        <p:sp>
          <p:nvSpPr>
            <p:cNvPr id="101" name="node71.items.slot-001.text"/>
            <p:cNvSpPr/>
            <p:nvPr/>
          </p:nvSpPr>
          <p:spPr>
            <a:xfrm>
              <a:off x="1016000" y="5486400"/>
              <a:ext cx="652463"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1 Ad hoc</a:t>
              </a:r>
              <a:endParaRPr lang="en-US" sz="1200" spc="0" kern="0" b="0" i="0" dirty="0">
                <a:solidFill>
                  <a:srgbClr val="070154"/>
                </a:solidFill>
                <a:latin typeface="IBM Plex Sans"/>
                <a:ea typeface="IBM Plex Sans"/>
                <a:cs typeface="IBM Plex Sans"/>
              </a:endParaRPr>
            </a:p>
          </p:txBody>
        </p:sp>
        <p:sp>
          <p:nvSpPr>
            <p:cNvPr id="102" name="node71.items.slot-002.swatch"/>
            <p:cNvSpPr/>
            <p:nvPr/>
          </p:nvSpPr>
          <p:spPr>
            <a:xfrm>
              <a:off x="1897063" y="5537200"/>
              <a:ext cx="228600" cy="127000"/>
            </a:xfrm>
            <a:prstGeom prst="rect">
              <a:avLst/>
            </a:prstGeom>
            <a:solidFill>
              <a:srgbClr val="B9C9F0"/>
            </a:solidFill>
            <a:ln>
              <a:noFill/>
            </a:ln>
          </p:spPr>
        </p:sp>
        <p:sp>
          <p:nvSpPr>
            <p:cNvPr id="103" name="node71.items.slot-002.text"/>
            <p:cNvSpPr/>
            <p:nvPr/>
          </p:nvSpPr>
          <p:spPr>
            <a:xfrm>
              <a:off x="2189163" y="5486400"/>
              <a:ext cx="963613"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2 Repeatable</a:t>
              </a:r>
              <a:endParaRPr lang="en-US" sz="1200" spc="0" kern="0" b="0" i="0" dirty="0">
                <a:solidFill>
                  <a:srgbClr val="070154"/>
                </a:solidFill>
                <a:latin typeface="IBM Plex Sans"/>
                <a:ea typeface="IBM Plex Sans"/>
                <a:cs typeface="IBM Plex Sans"/>
              </a:endParaRPr>
            </a:p>
          </p:txBody>
        </p:sp>
        <p:sp>
          <p:nvSpPr>
            <p:cNvPr id="104" name="node71.items.slot-003.swatch"/>
            <p:cNvSpPr/>
            <p:nvPr/>
          </p:nvSpPr>
          <p:spPr>
            <a:xfrm>
              <a:off x="3381375" y="5537200"/>
              <a:ext cx="228600" cy="127000"/>
            </a:xfrm>
            <a:prstGeom prst="rect">
              <a:avLst/>
            </a:prstGeom>
            <a:solidFill>
              <a:srgbClr val="7C9BFF"/>
            </a:solidFill>
            <a:ln>
              <a:noFill/>
            </a:ln>
          </p:spPr>
        </p:sp>
        <p:sp>
          <p:nvSpPr>
            <p:cNvPr id="105" name="node71.items.slot-003.text"/>
            <p:cNvSpPr/>
            <p:nvPr/>
          </p:nvSpPr>
          <p:spPr>
            <a:xfrm>
              <a:off x="3673475" y="5486400"/>
              <a:ext cx="711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3 Defined</a:t>
              </a:r>
              <a:endParaRPr lang="en-US" sz="1200" spc="0" kern="0" b="0" i="0" dirty="0">
                <a:solidFill>
                  <a:srgbClr val="070154"/>
                </a:solidFill>
                <a:latin typeface="IBM Plex Sans"/>
                <a:ea typeface="IBM Plex Sans"/>
                <a:cs typeface="IBM Plex Sans"/>
              </a:endParaRPr>
            </a:p>
          </p:txBody>
        </p:sp>
        <p:sp>
          <p:nvSpPr>
            <p:cNvPr id="106" name="node71.items.slot-004.swatch"/>
            <p:cNvSpPr/>
            <p:nvPr/>
          </p:nvSpPr>
          <p:spPr>
            <a:xfrm>
              <a:off x="4613275" y="5537200"/>
              <a:ext cx="228600" cy="127000"/>
            </a:xfrm>
            <a:prstGeom prst="rect">
              <a:avLst/>
            </a:prstGeom>
            <a:solidFill>
              <a:srgbClr val="0047FF"/>
            </a:solidFill>
            <a:ln>
              <a:noFill/>
            </a:ln>
          </p:spPr>
        </p:sp>
        <p:sp>
          <p:nvSpPr>
            <p:cNvPr id="107" name="node71.items.slot-004.text"/>
            <p:cNvSpPr/>
            <p:nvPr/>
          </p:nvSpPr>
          <p:spPr>
            <a:xfrm>
              <a:off x="4905375" y="5486400"/>
              <a:ext cx="80645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4 Managed</a:t>
              </a:r>
              <a:endParaRPr lang="en-US" sz="1200" spc="0" kern="0" b="0" i="0" dirty="0">
                <a:solidFill>
                  <a:srgbClr val="070154"/>
                </a:solidFill>
                <a:latin typeface="IBM Plex Sans"/>
                <a:ea typeface="IBM Plex Sans"/>
                <a:cs typeface="IBM Plex Sans"/>
              </a:endParaRPr>
            </a:p>
          </p:txBody>
        </p:sp>
        <p:sp>
          <p:nvSpPr>
            <p:cNvPr id="108" name="node71.items.slot-005.swatch"/>
            <p:cNvSpPr/>
            <p:nvPr/>
          </p:nvSpPr>
          <p:spPr>
            <a:xfrm>
              <a:off x="5940425" y="5537200"/>
              <a:ext cx="228600" cy="127000"/>
            </a:xfrm>
            <a:prstGeom prst="rect">
              <a:avLst/>
            </a:prstGeom>
            <a:solidFill>
              <a:srgbClr val="070154"/>
            </a:solidFill>
            <a:ln>
              <a:noFill/>
            </a:ln>
          </p:spPr>
        </p:sp>
        <p:sp>
          <p:nvSpPr>
            <p:cNvPr id="109" name="node71.items.slot-005.text"/>
            <p:cNvSpPr/>
            <p:nvPr/>
          </p:nvSpPr>
          <p:spPr>
            <a:xfrm>
              <a:off x="6232525" y="5486400"/>
              <a:ext cx="884238"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5 Optimized</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ource-210">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REVENUE CYCLE DETAIL</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Revenue cycle and billing: process is ahead of the platform</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Sample ratings for layout only; replace before use.</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53</a:t>
            </a:fld>
            <a:endParaRPr lang="en-US" sz="700" spc="0" kern="0" b="0" i="0" dirty="0">
              <a:solidFill>
                <a:srgbClr val="070154"/>
              </a:solidFill>
              <a:latin typeface="IBM Plex Mono SemiBold"/>
              <a:ea typeface="IBM Plex Mono SemiBold"/>
              <a:cs typeface="IBM Plex Mono SemiBold"/>
            </a:endParaRPr>
          </a:p>
        </p:txBody>
      </p:sp>
      <p:grpSp>
        <p:nvGrpSpPr>
          <p:cNvPr id="134" name="node01"/>
          <p:cNvGrpSpPr/>
          <p:nvPr/>
        </p:nvGrpSpPr>
        <p:grpSpPr>
          <a:xfrm>
            <a:off x="723900" y="1600200"/>
            <a:ext cx="762000" cy="457200"/>
            <a:chOff x="723900" y="1600200"/>
            <a:chExt cx="762000" cy="457200"/>
          </a:xfrm>
        </p:grpSpPr>
        <p:sp>
          <p:nvSpPr>
            <p:cNvPr id="7" name="node01.surface"/>
            <p:cNvSpPr/>
            <p:nvPr/>
          </p:nvSpPr>
          <p:spPr>
            <a:xfrm>
              <a:off x="723900" y="1600200"/>
              <a:ext cx="762000" cy="457200"/>
            </a:xfrm>
            <a:prstGeom prst="rect">
              <a:avLst/>
            </a:prstGeom>
            <a:solidFill>
              <a:srgbClr val="05013F"/>
            </a:solidFill>
            <a:ln>
              <a:noFill/>
            </a:ln>
          </p:spPr>
        </p:sp>
        <p:sp>
          <p:nvSpPr>
            <p:cNvPr id="8" name="node01.text"/>
            <p:cNvSpPr/>
            <p:nvPr/>
          </p:nvSpPr>
          <p:spPr>
            <a:xfrm>
              <a:off x="876300" y="1676400"/>
              <a:ext cx="457200" cy="304800"/>
            </a:xfrm>
            <a:prstGeom prst="rect">
              <a:avLst/>
            </a:prstGeom>
            <a:noFill/>
            <a:ln/>
          </p:spPr>
          <p:txBody>
            <a:bodyPr wrap="square" lIns="0" tIns="0" rIns="0" bIns="0" rtlCol="0" anchor="t"/>
            <a:lstStyle/>
            <a:p>
              <a:pPr algn="ctr" indent="0" marL="0">
                <a:lnSpc>
                  <a:spcPts val="2400"/>
                </a:lnSpc>
                <a:buNone/>
              </a:pPr>
              <a:r>
                <a:rPr lang="en-US" sz="1800" spc="-18" kern="0" b="0" i="0" dirty="0">
                  <a:solidFill>
                    <a:srgbClr val="FFFFFF"/>
                  </a:solidFill>
                  <a:latin typeface="IBM Plex Sans SemiBold"/>
                  <a:ea typeface="IBM Plex Sans SemiBold"/>
                  <a:cs typeface="IBM Plex Sans SemiBold"/>
                </a:rPr>
                <a:t>A4</a:t>
              </a:r>
              <a:endParaRPr lang="en-US" sz="1800" spc="-18" kern="0" b="0" i="0" dirty="0">
                <a:solidFill>
                  <a:srgbClr val="FFFFFF"/>
                </a:solidFill>
                <a:latin typeface="IBM Plex Sans SemiBold"/>
                <a:ea typeface="IBM Plex Sans SemiBold"/>
                <a:cs typeface="IBM Plex Sans SemiBold"/>
              </a:endParaRPr>
            </a:p>
          </p:txBody>
        </p:sp>
      </p:grpSp>
      <p:grpSp>
        <p:nvGrpSpPr>
          <p:cNvPr id="135" name="node02"/>
          <p:cNvGrpSpPr/>
          <p:nvPr/>
        </p:nvGrpSpPr>
        <p:grpSpPr>
          <a:xfrm>
            <a:off x="1638300" y="1600200"/>
            <a:ext cx="6604000" cy="381000"/>
            <a:chOff x="1638300" y="1600200"/>
            <a:chExt cx="6604000" cy="381000"/>
          </a:xfrm>
        </p:grpSpPr>
        <p:sp>
          <p:nvSpPr>
            <p:cNvPr id="9" name="node02.text"/>
            <p:cNvSpPr/>
            <p:nvPr/>
          </p:nvSpPr>
          <p:spPr>
            <a:xfrm>
              <a:off x="1638300" y="1600200"/>
              <a:ext cx="6604000" cy="3810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Revenue cycle</a:t>
              </a:r>
              <a:endParaRPr lang="en-US" sz="2400" spc="-36" kern="0" b="0" i="0" dirty="0">
                <a:solidFill>
                  <a:srgbClr val="070154"/>
                </a:solidFill>
                <a:latin typeface="IBM Plex Sans SemiBold"/>
                <a:ea typeface="IBM Plex Sans SemiBold"/>
                <a:cs typeface="IBM Plex Sans SemiBold"/>
              </a:endParaRPr>
            </a:p>
          </p:txBody>
        </p:sp>
      </p:grpSp>
      <p:grpSp>
        <p:nvGrpSpPr>
          <p:cNvPr id="136" name="node03"/>
          <p:cNvGrpSpPr/>
          <p:nvPr/>
        </p:nvGrpSpPr>
        <p:grpSpPr>
          <a:xfrm>
            <a:off x="723900" y="2286000"/>
            <a:ext cx="457200" cy="152400"/>
            <a:chOff x="723900" y="2286000"/>
            <a:chExt cx="457200" cy="152400"/>
          </a:xfrm>
        </p:grpSpPr>
        <p:sp>
          <p:nvSpPr>
            <p:cNvPr id="10" name="node03.text"/>
            <p:cNvSpPr/>
            <p:nvPr/>
          </p:nvSpPr>
          <p:spPr>
            <a:xfrm>
              <a:off x="723900" y="2286000"/>
              <a:ext cx="457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Medium"/>
                  <a:ea typeface="IBM Plex Mono Medium"/>
                  <a:cs typeface="IBM Plex Mono Medium"/>
                </a:rPr>
                <a:t>PRO</a:t>
              </a:r>
              <a:endParaRPr lang="en-US" sz="900" spc="54" kern="0" b="0" i="0" dirty="0">
                <a:solidFill>
                  <a:srgbClr val="070154"/>
                </a:solidFill>
                <a:latin typeface="IBM Plex Mono Medium"/>
                <a:ea typeface="IBM Plex Mono Medium"/>
                <a:cs typeface="IBM Plex Mono Medium"/>
              </a:endParaRPr>
            </a:p>
          </p:txBody>
        </p:sp>
      </p:grpSp>
      <p:grpSp>
        <p:nvGrpSpPr>
          <p:cNvPr id="137" name="node04"/>
          <p:cNvGrpSpPr/>
          <p:nvPr/>
        </p:nvGrpSpPr>
        <p:grpSpPr>
          <a:xfrm>
            <a:off x="723900" y="2514600"/>
            <a:ext cx="431800" cy="381000"/>
            <a:chOff x="723900" y="2514600"/>
            <a:chExt cx="431800" cy="381000"/>
          </a:xfrm>
        </p:grpSpPr>
        <p:sp>
          <p:nvSpPr>
            <p:cNvPr id="11" name="node04.surface"/>
            <p:cNvSpPr/>
            <p:nvPr/>
          </p:nvSpPr>
          <p:spPr>
            <a:xfrm>
              <a:off x="723900" y="2514600"/>
              <a:ext cx="431800" cy="381000"/>
            </a:xfrm>
            <a:prstGeom prst="rect">
              <a:avLst/>
            </a:prstGeom>
            <a:solidFill>
              <a:srgbClr val="0047FF"/>
            </a:solidFill>
            <a:ln>
              <a:noFill/>
            </a:ln>
          </p:spPr>
        </p:sp>
        <p:sp>
          <p:nvSpPr>
            <p:cNvPr id="12" name="node04.text"/>
            <p:cNvSpPr/>
            <p:nvPr/>
          </p:nvSpPr>
          <p:spPr>
            <a:xfrm>
              <a:off x="795867" y="2590800"/>
              <a:ext cx="287867"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4</a:t>
              </a:r>
              <a:endParaRPr lang="en-US" sz="1200" spc="0" kern="0" b="0" i="0" dirty="0">
                <a:solidFill>
                  <a:srgbClr val="FFFFFF"/>
                </a:solidFill>
                <a:latin typeface="IBM Plex Sans"/>
                <a:ea typeface="IBM Plex Sans"/>
                <a:cs typeface="IBM Plex Sans"/>
              </a:endParaRPr>
            </a:p>
          </p:txBody>
        </p:sp>
      </p:grpSp>
      <p:grpSp>
        <p:nvGrpSpPr>
          <p:cNvPr id="138" name="node05"/>
          <p:cNvGrpSpPr/>
          <p:nvPr/>
        </p:nvGrpSpPr>
        <p:grpSpPr>
          <a:xfrm>
            <a:off x="1181100" y="2286000"/>
            <a:ext cx="457200" cy="152400"/>
            <a:chOff x="1181100" y="2286000"/>
            <a:chExt cx="457200" cy="152400"/>
          </a:xfrm>
        </p:grpSpPr>
        <p:sp>
          <p:nvSpPr>
            <p:cNvPr id="13" name="node05.text"/>
            <p:cNvSpPr/>
            <p:nvPr/>
          </p:nvSpPr>
          <p:spPr>
            <a:xfrm>
              <a:off x="1181100" y="2286000"/>
              <a:ext cx="457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Medium"/>
                  <a:ea typeface="IBM Plex Mono Medium"/>
                  <a:cs typeface="IBM Plex Mono Medium"/>
                </a:rPr>
                <a:t>TEC</a:t>
              </a:r>
              <a:endParaRPr lang="en-US" sz="900" spc="54" kern="0" b="0" i="0" dirty="0">
                <a:solidFill>
                  <a:srgbClr val="070154"/>
                </a:solidFill>
                <a:latin typeface="IBM Plex Mono Medium"/>
                <a:ea typeface="IBM Plex Mono Medium"/>
                <a:cs typeface="IBM Plex Mono Medium"/>
              </a:endParaRPr>
            </a:p>
          </p:txBody>
        </p:sp>
      </p:grpSp>
      <p:grpSp>
        <p:nvGrpSpPr>
          <p:cNvPr id="139" name="node06"/>
          <p:cNvGrpSpPr/>
          <p:nvPr/>
        </p:nvGrpSpPr>
        <p:grpSpPr>
          <a:xfrm>
            <a:off x="1181100" y="2514600"/>
            <a:ext cx="431800" cy="381000"/>
            <a:chOff x="1181100" y="2514600"/>
            <a:chExt cx="431800" cy="381000"/>
          </a:xfrm>
        </p:grpSpPr>
        <p:sp>
          <p:nvSpPr>
            <p:cNvPr id="14" name="node06.surface"/>
            <p:cNvSpPr/>
            <p:nvPr/>
          </p:nvSpPr>
          <p:spPr>
            <a:xfrm>
              <a:off x="1181100" y="2514600"/>
              <a:ext cx="431800" cy="381000"/>
            </a:xfrm>
            <a:prstGeom prst="rect">
              <a:avLst/>
            </a:prstGeom>
            <a:solidFill>
              <a:srgbClr val="070154"/>
            </a:solidFill>
            <a:ln>
              <a:noFill/>
            </a:ln>
          </p:spPr>
        </p:sp>
        <p:sp>
          <p:nvSpPr>
            <p:cNvPr id="15" name="node06.text"/>
            <p:cNvSpPr/>
            <p:nvPr/>
          </p:nvSpPr>
          <p:spPr>
            <a:xfrm>
              <a:off x="1253067" y="2590800"/>
              <a:ext cx="287867"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5</a:t>
              </a:r>
              <a:endParaRPr lang="en-US" sz="1200" spc="0" kern="0" b="0" i="0" dirty="0">
                <a:solidFill>
                  <a:srgbClr val="FFFFFF"/>
                </a:solidFill>
                <a:latin typeface="IBM Plex Sans"/>
                <a:ea typeface="IBM Plex Sans"/>
                <a:cs typeface="IBM Plex Sans"/>
              </a:endParaRPr>
            </a:p>
          </p:txBody>
        </p:sp>
      </p:grpSp>
      <p:grpSp>
        <p:nvGrpSpPr>
          <p:cNvPr id="140" name="node07"/>
          <p:cNvGrpSpPr/>
          <p:nvPr/>
        </p:nvGrpSpPr>
        <p:grpSpPr>
          <a:xfrm>
            <a:off x="1638300" y="2286000"/>
            <a:ext cx="457200" cy="152400"/>
            <a:chOff x="1638300" y="2286000"/>
            <a:chExt cx="457200" cy="152400"/>
          </a:xfrm>
        </p:grpSpPr>
        <p:sp>
          <p:nvSpPr>
            <p:cNvPr id="16" name="node07.text"/>
            <p:cNvSpPr/>
            <p:nvPr/>
          </p:nvSpPr>
          <p:spPr>
            <a:xfrm>
              <a:off x="1638300" y="2286000"/>
              <a:ext cx="457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Medium"/>
                  <a:ea typeface="IBM Plex Mono Medium"/>
                  <a:cs typeface="IBM Plex Mono Medium"/>
                </a:rPr>
                <a:t>DAT</a:t>
              </a:r>
              <a:endParaRPr lang="en-US" sz="900" spc="54" kern="0" b="0" i="0" dirty="0">
                <a:solidFill>
                  <a:srgbClr val="070154"/>
                </a:solidFill>
                <a:latin typeface="IBM Plex Mono Medium"/>
                <a:ea typeface="IBM Plex Mono Medium"/>
                <a:cs typeface="IBM Plex Mono Medium"/>
              </a:endParaRPr>
            </a:p>
          </p:txBody>
        </p:sp>
      </p:grpSp>
      <p:grpSp>
        <p:nvGrpSpPr>
          <p:cNvPr id="141" name="node08"/>
          <p:cNvGrpSpPr/>
          <p:nvPr/>
        </p:nvGrpSpPr>
        <p:grpSpPr>
          <a:xfrm>
            <a:off x="1638300" y="2514600"/>
            <a:ext cx="431800" cy="381000"/>
            <a:chOff x="1638300" y="2514600"/>
            <a:chExt cx="431800" cy="381000"/>
          </a:xfrm>
        </p:grpSpPr>
        <p:sp>
          <p:nvSpPr>
            <p:cNvPr id="17" name="node08.surface"/>
            <p:cNvSpPr/>
            <p:nvPr/>
          </p:nvSpPr>
          <p:spPr>
            <a:xfrm>
              <a:off x="1638300" y="2514600"/>
              <a:ext cx="431800" cy="381000"/>
            </a:xfrm>
            <a:prstGeom prst="rect">
              <a:avLst/>
            </a:prstGeom>
            <a:solidFill>
              <a:srgbClr val="7C9BFF"/>
            </a:solidFill>
            <a:ln>
              <a:noFill/>
            </a:ln>
          </p:spPr>
        </p:sp>
        <p:sp>
          <p:nvSpPr>
            <p:cNvPr id="18" name="node08.text"/>
            <p:cNvSpPr/>
            <p:nvPr/>
          </p:nvSpPr>
          <p:spPr>
            <a:xfrm>
              <a:off x="1710267" y="2590800"/>
              <a:ext cx="287867"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3</a:t>
              </a:r>
              <a:endParaRPr lang="en-US" sz="1200" spc="0" kern="0" b="0" i="0" dirty="0">
                <a:solidFill>
                  <a:srgbClr val="070154"/>
                </a:solidFill>
                <a:latin typeface="IBM Plex Sans"/>
                <a:ea typeface="IBM Plex Sans"/>
                <a:cs typeface="IBM Plex Sans"/>
              </a:endParaRPr>
            </a:p>
          </p:txBody>
        </p:sp>
      </p:grpSp>
      <p:grpSp>
        <p:nvGrpSpPr>
          <p:cNvPr id="142" name="node09"/>
          <p:cNvGrpSpPr/>
          <p:nvPr/>
        </p:nvGrpSpPr>
        <p:grpSpPr>
          <a:xfrm>
            <a:off x="2095500" y="2286000"/>
            <a:ext cx="457200" cy="152400"/>
            <a:chOff x="2095500" y="2286000"/>
            <a:chExt cx="457200" cy="152400"/>
          </a:xfrm>
        </p:grpSpPr>
        <p:sp>
          <p:nvSpPr>
            <p:cNvPr id="19" name="node09.text"/>
            <p:cNvSpPr/>
            <p:nvPr/>
          </p:nvSpPr>
          <p:spPr>
            <a:xfrm>
              <a:off x="2095500" y="2286000"/>
              <a:ext cx="457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Medium"/>
                  <a:ea typeface="IBM Plex Mono Medium"/>
                  <a:cs typeface="IBM Plex Mono Medium"/>
                </a:rPr>
                <a:t>PPL</a:t>
              </a:r>
              <a:endParaRPr lang="en-US" sz="900" spc="54" kern="0" b="0" i="0" dirty="0">
                <a:solidFill>
                  <a:srgbClr val="070154"/>
                </a:solidFill>
                <a:latin typeface="IBM Plex Mono Medium"/>
                <a:ea typeface="IBM Plex Mono Medium"/>
                <a:cs typeface="IBM Plex Mono Medium"/>
              </a:endParaRPr>
            </a:p>
          </p:txBody>
        </p:sp>
      </p:grpSp>
      <p:grpSp>
        <p:nvGrpSpPr>
          <p:cNvPr id="143" name="node10"/>
          <p:cNvGrpSpPr/>
          <p:nvPr/>
        </p:nvGrpSpPr>
        <p:grpSpPr>
          <a:xfrm>
            <a:off x="2095500" y="2514600"/>
            <a:ext cx="431800" cy="381000"/>
            <a:chOff x="2095500" y="2514600"/>
            <a:chExt cx="431800" cy="381000"/>
          </a:xfrm>
        </p:grpSpPr>
        <p:sp>
          <p:nvSpPr>
            <p:cNvPr id="20" name="node10.surface"/>
            <p:cNvSpPr/>
            <p:nvPr/>
          </p:nvSpPr>
          <p:spPr>
            <a:xfrm>
              <a:off x="2095500" y="2514600"/>
              <a:ext cx="431800" cy="381000"/>
            </a:xfrm>
            <a:prstGeom prst="rect">
              <a:avLst/>
            </a:prstGeom>
            <a:solidFill>
              <a:srgbClr val="7C9BFF"/>
            </a:solidFill>
            <a:ln>
              <a:noFill/>
            </a:ln>
          </p:spPr>
        </p:sp>
        <p:sp>
          <p:nvSpPr>
            <p:cNvPr id="21" name="node10.text"/>
            <p:cNvSpPr/>
            <p:nvPr/>
          </p:nvSpPr>
          <p:spPr>
            <a:xfrm>
              <a:off x="2167467" y="2590800"/>
              <a:ext cx="287867"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3</a:t>
              </a:r>
              <a:endParaRPr lang="en-US" sz="1200" spc="0" kern="0" b="0" i="0" dirty="0">
                <a:solidFill>
                  <a:srgbClr val="070154"/>
                </a:solidFill>
                <a:latin typeface="IBM Plex Sans"/>
                <a:ea typeface="IBM Plex Sans"/>
                <a:cs typeface="IBM Plex Sans"/>
              </a:endParaRPr>
            </a:p>
          </p:txBody>
        </p:sp>
      </p:grpSp>
      <p:grpSp>
        <p:nvGrpSpPr>
          <p:cNvPr id="144" name="node11"/>
          <p:cNvGrpSpPr/>
          <p:nvPr/>
        </p:nvGrpSpPr>
        <p:grpSpPr>
          <a:xfrm>
            <a:off x="2552700" y="2286000"/>
            <a:ext cx="457200" cy="152400"/>
            <a:chOff x="2552700" y="2286000"/>
            <a:chExt cx="457200" cy="152400"/>
          </a:xfrm>
        </p:grpSpPr>
        <p:sp>
          <p:nvSpPr>
            <p:cNvPr id="22" name="node11.text"/>
            <p:cNvSpPr/>
            <p:nvPr/>
          </p:nvSpPr>
          <p:spPr>
            <a:xfrm>
              <a:off x="2552700" y="2286000"/>
              <a:ext cx="457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Medium"/>
                  <a:ea typeface="IBM Plex Mono Medium"/>
                  <a:cs typeface="IBM Plex Mono Medium"/>
                </a:rPr>
                <a:t>GOV</a:t>
              </a:r>
              <a:endParaRPr lang="en-US" sz="900" spc="54" kern="0" b="0" i="0" dirty="0">
                <a:solidFill>
                  <a:srgbClr val="070154"/>
                </a:solidFill>
                <a:latin typeface="IBM Plex Mono Medium"/>
                <a:ea typeface="IBM Plex Mono Medium"/>
                <a:cs typeface="IBM Plex Mono Medium"/>
              </a:endParaRPr>
            </a:p>
          </p:txBody>
        </p:sp>
      </p:grpSp>
      <p:grpSp>
        <p:nvGrpSpPr>
          <p:cNvPr id="145" name="node12"/>
          <p:cNvGrpSpPr/>
          <p:nvPr/>
        </p:nvGrpSpPr>
        <p:grpSpPr>
          <a:xfrm>
            <a:off x="2552700" y="2514600"/>
            <a:ext cx="431800" cy="381000"/>
            <a:chOff x="2552700" y="2514600"/>
            <a:chExt cx="431800" cy="381000"/>
          </a:xfrm>
        </p:grpSpPr>
        <p:sp>
          <p:nvSpPr>
            <p:cNvPr id="23" name="node12.surface"/>
            <p:cNvSpPr/>
            <p:nvPr/>
          </p:nvSpPr>
          <p:spPr>
            <a:xfrm>
              <a:off x="2552700" y="2514600"/>
              <a:ext cx="431800" cy="381000"/>
            </a:xfrm>
            <a:prstGeom prst="rect">
              <a:avLst/>
            </a:prstGeom>
            <a:solidFill>
              <a:srgbClr val="0047FF"/>
            </a:solidFill>
            <a:ln>
              <a:noFill/>
            </a:ln>
          </p:spPr>
        </p:sp>
        <p:sp>
          <p:nvSpPr>
            <p:cNvPr id="24" name="node12.text"/>
            <p:cNvSpPr/>
            <p:nvPr/>
          </p:nvSpPr>
          <p:spPr>
            <a:xfrm>
              <a:off x="2624667" y="2590800"/>
              <a:ext cx="287867"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4</a:t>
              </a:r>
              <a:endParaRPr lang="en-US" sz="1200" spc="0" kern="0" b="0" i="0" dirty="0">
                <a:solidFill>
                  <a:srgbClr val="FFFFFF"/>
                </a:solidFill>
                <a:latin typeface="IBM Plex Sans"/>
                <a:ea typeface="IBM Plex Sans"/>
                <a:cs typeface="IBM Plex Sans"/>
              </a:endParaRPr>
            </a:p>
          </p:txBody>
        </p:sp>
      </p:grpSp>
      <p:grpSp>
        <p:nvGrpSpPr>
          <p:cNvPr id="146" name="node13"/>
          <p:cNvGrpSpPr/>
          <p:nvPr/>
        </p:nvGrpSpPr>
        <p:grpSpPr>
          <a:xfrm>
            <a:off x="723900" y="2971800"/>
            <a:ext cx="2514600" cy="228600"/>
            <a:chOff x="723900" y="2971800"/>
            <a:chExt cx="2514600" cy="228600"/>
          </a:xfrm>
        </p:grpSpPr>
        <p:sp>
          <p:nvSpPr>
            <p:cNvPr id="25" name="node13.text"/>
            <p:cNvSpPr/>
            <p:nvPr/>
          </p:nvSpPr>
          <p:spPr>
            <a:xfrm>
              <a:off x="723900" y="2971800"/>
              <a:ext cx="2514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Overall 4 of 5</a:t>
              </a:r>
              <a:endParaRPr lang="en-US" sz="1200" spc="0" kern="0" b="0" i="0" dirty="0">
                <a:solidFill>
                  <a:srgbClr val="50658E"/>
                </a:solidFill>
                <a:latin typeface="IBM Plex Sans"/>
                <a:ea typeface="IBM Plex Sans"/>
                <a:cs typeface="IBM Plex Sans"/>
              </a:endParaRPr>
            </a:p>
          </p:txBody>
        </p:sp>
      </p:grpSp>
      <p:grpSp>
        <p:nvGrpSpPr>
          <p:cNvPr id="147" name="node14"/>
          <p:cNvGrpSpPr/>
          <p:nvPr/>
        </p:nvGrpSpPr>
        <p:grpSpPr>
          <a:xfrm>
            <a:off x="3467100" y="2286000"/>
            <a:ext cx="2895600" cy="152400"/>
            <a:chOff x="3467100" y="2286000"/>
            <a:chExt cx="2895600" cy="152400"/>
          </a:xfrm>
        </p:grpSpPr>
        <p:sp>
          <p:nvSpPr>
            <p:cNvPr id="26" name="node14.text"/>
            <p:cNvSpPr/>
            <p:nvPr/>
          </p:nvSpPr>
          <p:spPr>
            <a:xfrm>
              <a:off x="3467100" y="2286000"/>
              <a:ext cx="2895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Medium"/>
                  <a:ea typeface="IBM Plex Mono Medium"/>
                  <a:cs typeface="IBM Plex Mono Medium"/>
                </a:rPr>
                <a:t>WHAT DRIVES THE SCORE</a:t>
              </a:r>
              <a:endParaRPr lang="en-US" sz="900" spc="54" kern="0" b="0" i="0" dirty="0">
                <a:solidFill>
                  <a:srgbClr val="070154"/>
                </a:solidFill>
                <a:latin typeface="IBM Plex Mono Medium"/>
                <a:ea typeface="IBM Plex Mono Medium"/>
                <a:cs typeface="IBM Plex Mono Medium"/>
              </a:endParaRPr>
            </a:p>
          </p:txBody>
        </p:sp>
      </p:grpSp>
      <p:grpSp>
        <p:nvGrpSpPr>
          <p:cNvPr id="148" name="node15"/>
          <p:cNvGrpSpPr/>
          <p:nvPr/>
        </p:nvGrpSpPr>
        <p:grpSpPr>
          <a:xfrm>
            <a:off x="3467100" y="2590800"/>
            <a:ext cx="2895600" cy="762000"/>
            <a:chOff x="3467100" y="2590800"/>
            <a:chExt cx="2895600" cy="762000"/>
          </a:xfrm>
        </p:grpSpPr>
        <p:sp>
          <p:nvSpPr>
            <p:cNvPr id="27" name="node15.source-001.bullet"/>
            <p:cNvSpPr/>
            <p:nvPr/>
          </p:nvSpPr>
          <p:spPr>
            <a:xfrm>
              <a:off x="3467100" y="2679700"/>
              <a:ext cx="38100" cy="38100"/>
            </a:xfrm>
            <a:prstGeom prst="rect">
              <a:avLst/>
            </a:prstGeom>
            <a:solidFill>
              <a:srgbClr val="070154"/>
            </a:solidFill>
            <a:ln>
              <a:noFill/>
            </a:ln>
          </p:spPr>
        </p:sp>
        <p:sp>
          <p:nvSpPr>
            <p:cNvPr id="28" name="node15.source-001.text"/>
            <p:cNvSpPr/>
            <p:nvPr/>
          </p:nvSpPr>
          <p:spPr>
            <a:xfrm>
              <a:off x="3619500" y="2590800"/>
              <a:ext cx="2743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Rules engine at posting is mature</a:t>
              </a:r>
              <a:endParaRPr lang="en-US" sz="1200" spc="0" kern="0" b="0" i="0" dirty="0">
                <a:solidFill>
                  <a:srgbClr val="070154"/>
                </a:solidFill>
                <a:latin typeface="IBM Plex Sans"/>
                <a:ea typeface="IBM Plex Sans"/>
                <a:cs typeface="IBM Plex Sans"/>
              </a:endParaRPr>
            </a:p>
          </p:txBody>
        </p:sp>
        <p:sp>
          <p:nvSpPr>
            <p:cNvPr id="29" name="node15.source-002.bullet"/>
            <p:cNvSpPr/>
            <p:nvPr/>
          </p:nvSpPr>
          <p:spPr>
            <a:xfrm>
              <a:off x="3467100" y="2946400"/>
              <a:ext cx="38100" cy="38100"/>
            </a:xfrm>
            <a:prstGeom prst="rect">
              <a:avLst/>
            </a:prstGeom>
            <a:solidFill>
              <a:srgbClr val="070154"/>
            </a:solidFill>
            <a:ln>
              <a:noFill/>
            </a:ln>
          </p:spPr>
        </p:sp>
        <p:sp>
          <p:nvSpPr>
            <p:cNvPr id="30" name="node15.source-002.text"/>
            <p:cNvSpPr/>
            <p:nvPr/>
          </p:nvSpPr>
          <p:spPr>
            <a:xfrm>
              <a:off x="3619500" y="2857500"/>
              <a:ext cx="2743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Month-end review is still manual</a:t>
              </a:r>
              <a:endParaRPr lang="en-US" sz="1200" spc="0" kern="0" b="0" i="0" dirty="0">
                <a:solidFill>
                  <a:srgbClr val="070154"/>
                </a:solidFill>
                <a:latin typeface="IBM Plex Sans"/>
                <a:ea typeface="IBM Plex Sans"/>
                <a:cs typeface="IBM Plex Sans"/>
              </a:endParaRPr>
            </a:p>
          </p:txBody>
        </p:sp>
        <p:sp>
          <p:nvSpPr>
            <p:cNvPr id="31" name="node15.source-003.bullet"/>
            <p:cNvSpPr/>
            <p:nvPr/>
          </p:nvSpPr>
          <p:spPr>
            <a:xfrm>
              <a:off x="3467100" y="3213100"/>
              <a:ext cx="38100" cy="38100"/>
            </a:xfrm>
            <a:prstGeom prst="rect">
              <a:avLst/>
            </a:prstGeom>
            <a:solidFill>
              <a:srgbClr val="070154"/>
            </a:solidFill>
            <a:ln>
              <a:noFill/>
            </a:ln>
          </p:spPr>
        </p:sp>
        <p:sp>
          <p:nvSpPr>
            <p:cNvPr id="32" name="node15.source-003.text"/>
            <p:cNvSpPr/>
            <p:nvPr/>
          </p:nvSpPr>
          <p:spPr>
            <a:xfrm>
              <a:off x="3619500" y="3124200"/>
              <a:ext cx="2743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Close takes eight days, not five</a:t>
              </a:r>
              <a:endParaRPr lang="en-US" sz="1200" spc="0" kern="0" b="0" i="0" dirty="0">
                <a:solidFill>
                  <a:srgbClr val="070154"/>
                </a:solidFill>
                <a:latin typeface="IBM Plex Sans"/>
                <a:ea typeface="IBM Plex Sans"/>
                <a:cs typeface="IBM Plex Sans"/>
              </a:endParaRPr>
            </a:p>
          </p:txBody>
        </p:sp>
      </p:grpSp>
      <p:grpSp>
        <p:nvGrpSpPr>
          <p:cNvPr id="149" name="node16"/>
          <p:cNvGrpSpPr/>
          <p:nvPr/>
        </p:nvGrpSpPr>
        <p:grpSpPr>
          <a:xfrm>
            <a:off x="6591300" y="2286000"/>
            <a:ext cx="2895600" cy="152400"/>
            <a:chOff x="6591300" y="2286000"/>
            <a:chExt cx="2895600" cy="152400"/>
          </a:xfrm>
        </p:grpSpPr>
        <p:sp>
          <p:nvSpPr>
            <p:cNvPr id="33" name="node16.text"/>
            <p:cNvSpPr/>
            <p:nvPr/>
          </p:nvSpPr>
          <p:spPr>
            <a:xfrm>
              <a:off x="6591300" y="2286000"/>
              <a:ext cx="2895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Medium"/>
                  <a:ea typeface="IBM Plex Mono Medium"/>
                  <a:cs typeface="IBM Plex Mono Medium"/>
                </a:rPr>
                <a:t>WHAT WE'D DO</a:t>
              </a:r>
              <a:endParaRPr lang="en-US" sz="900" spc="54" kern="0" b="0" i="0" dirty="0">
                <a:solidFill>
                  <a:srgbClr val="070154"/>
                </a:solidFill>
                <a:latin typeface="IBM Plex Mono Medium"/>
                <a:ea typeface="IBM Plex Mono Medium"/>
                <a:cs typeface="IBM Plex Mono Medium"/>
              </a:endParaRPr>
            </a:p>
          </p:txBody>
        </p:sp>
      </p:grpSp>
      <p:grpSp>
        <p:nvGrpSpPr>
          <p:cNvPr id="150" name="node17"/>
          <p:cNvGrpSpPr/>
          <p:nvPr/>
        </p:nvGrpSpPr>
        <p:grpSpPr>
          <a:xfrm>
            <a:off x="6591300" y="2590800"/>
            <a:ext cx="2895600" cy="762000"/>
            <a:chOff x="6591300" y="2590800"/>
            <a:chExt cx="2895600" cy="762000"/>
          </a:xfrm>
        </p:grpSpPr>
        <p:sp>
          <p:nvSpPr>
            <p:cNvPr id="34" name="node17.source-001.bullet"/>
            <p:cNvSpPr/>
            <p:nvPr/>
          </p:nvSpPr>
          <p:spPr>
            <a:xfrm>
              <a:off x="6591300" y="2679700"/>
              <a:ext cx="38100" cy="38100"/>
            </a:xfrm>
            <a:prstGeom prst="rect">
              <a:avLst/>
            </a:prstGeom>
            <a:solidFill>
              <a:srgbClr val="070154"/>
            </a:solidFill>
            <a:ln>
              <a:noFill/>
            </a:ln>
          </p:spPr>
        </p:sp>
        <p:sp>
          <p:nvSpPr>
            <p:cNvPr id="35" name="node17.source-001.text"/>
            <p:cNvSpPr/>
            <p:nvPr/>
          </p:nvSpPr>
          <p:spPr>
            <a:xfrm>
              <a:off x="6743700" y="2590800"/>
              <a:ext cx="2743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Extend rules to the remaining sites</a:t>
              </a:r>
              <a:endParaRPr lang="en-US" sz="1200" spc="0" kern="0" b="0" i="0" dirty="0">
                <a:solidFill>
                  <a:srgbClr val="070154"/>
                </a:solidFill>
                <a:latin typeface="IBM Plex Sans"/>
                <a:ea typeface="IBM Plex Sans"/>
                <a:cs typeface="IBM Plex Sans"/>
              </a:endParaRPr>
            </a:p>
          </p:txBody>
        </p:sp>
        <p:sp>
          <p:nvSpPr>
            <p:cNvPr id="36" name="node17.source-002.bullet"/>
            <p:cNvSpPr/>
            <p:nvPr/>
          </p:nvSpPr>
          <p:spPr>
            <a:xfrm>
              <a:off x="6591300" y="2946400"/>
              <a:ext cx="38100" cy="38100"/>
            </a:xfrm>
            <a:prstGeom prst="rect">
              <a:avLst/>
            </a:prstGeom>
            <a:solidFill>
              <a:srgbClr val="070154"/>
            </a:solidFill>
            <a:ln>
              <a:noFill/>
            </a:ln>
          </p:spPr>
        </p:sp>
        <p:sp>
          <p:nvSpPr>
            <p:cNvPr id="37" name="node17.source-002.text"/>
            <p:cNvSpPr/>
            <p:nvPr/>
          </p:nvSpPr>
          <p:spPr>
            <a:xfrm>
              <a:off x="6743700" y="2857500"/>
              <a:ext cx="2743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Automate the day-one review</a:t>
              </a:r>
              <a:endParaRPr lang="en-US" sz="1200" spc="0" kern="0" b="0" i="0" dirty="0">
                <a:solidFill>
                  <a:srgbClr val="070154"/>
                </a:solidFill>
                <a:latin typeface="IBM Plex Sans"/>
                <a:ea typeface="IBM Plex Sans"/>
                <a:cs typeface="IBM Plex Sans"/>
              </a:endParaRPr>
            </a:p>
          </p:txBody>
        </p:sp>
        <p:sp>
          <p:nvSpPr>
            <p:cNvPr id="38" name="node17.source-003.bullet"/>
            <p:cNvSpPr/>
            <p:nvPr/>
          </p:nvSpPr>
          <p:spPr>
            <a:xfrm>
              <a:off x="6591300" y="3213100"/>
              <a:ext cx="38100" cy="38100"/>
            </a:xfrm>
            <a:prstGeom prst="rect">
              <a:avLst/>
            </a:prstGeom>
            <a:solidFill>
              <a:srgbClr val="070154"/>
            </a:solidFill>
            <a:ln>
              <a:noFill/>
            </a:ln>
          </p:spPr>
        </p:sp>
        <p:sp>
          <p:nvSpPr>
            <p:cNvPr id="39" name="node17.source-003.text"/>
            <p:cNvSpPr/>
            <p:nvPr/>
          </p:nvSpPr>
          <p:spPr>
            <a:xfrm>
              <a:off x="6743700" y="3124200"/>
              <a:ext cx="2743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Publish a daily close status</a:t>
              </a:r>
              <a:endParaRPr lang="en-US" sz="1200" spc="0" kern="0" b="0" i="0" dirty="0">
                <a:solidFill>
                  <a:srgbClr val="070154"/>
                </a:solidFill>
                <a:latin typeface="IBM Plex Sans"/>
                <a:ea typeface="IBM Plex Sans"/>
                <a:cs typeface="IBM Plex Sans"/>
              </a:endParaRPr>
            </a:p>
          </p:txBody>
        </p:sp>
      </p:grpSp>
      <p:grpSp>
        <p:nvGrpSpPr>
          <p:cNvPr id="151" name="node18"/>
          <p:cNvGrpSpPr/>
          <p:nvPr/>
        </p:nvGrpSpPr>
        <p:grpSpPr>
          <a:xfrm>
            <a:off x="723900" y="3657600"/>
            <a:ext cx="762000" cy="457200"/>
            <a:chOff x="723900" y="3657600"/>
            <a:chExt cx="762000" cy="457200"/>
          </a:xfrm>
        </p:grpSpPr>
        <p:sp>
          <p:nvSpPr>
            <p:cNvPr id="40" name="node18.surface"/>
            <p:cNvSpPr/>
            <p:nvPr/>
          </p:nvSpPr>
          <p:spPr>
            <a:xfrm>
              <a:off x="723900" y="3657600"/>
              <a:ext cx="762000" cy="457200"/>
            </a:xfrm>
            <a:prstGeom prst="rect">
              <a:avLst/>
            </a:prstGeom>
            <a:solidFill>
              <a:srgbClr val="05013F"/>
            </a:solidFill>
            <a:ln>
              <a:noFill/>
            </a:ln>
          </p:spPr>
        </p:sp>
        <p:sp>
          <p:nvSpPr>
            <p:cNvPr id="41" name="node18.text"/>
            <p:cNvSpPr/>
            <p:nvPr/>
          </p:nvSpPr>
          <p:spPr>
            <a:xfrm>
              <a:off x="876300" y="3733800"/>
              <a:ext cx="457200" cy="304800"/>
            </a:xfrm>
            <a:prstGeom prst="rect">
              <a:avLst/>
            </a:prstGeom>
            <a:noFill/>
            <a:ln/>
          </p:spPr>
          <p:txBody>
            <a:bodyPr wrap="square" lIns="0" tIns="0" rIns="0" bIns="0" rtlCol="0" anchor="t"/>
            <a:lstStyle/>
            <a:p>
              <a:pPr algn="ctr" indent="0" marL="0">
                <a:lnSpc>
                  <a:spcPts val="2400"/>
                </a:lnSpc>
                <a:buNone/>
              </a:pPr>
              <a:r>
                <a:rPr lang="en-US" sz="1800" spc="-18" kern="0" b="0" i="0" dirty="0">
                  <a:solidFill>
                    <a:srgbClr val="FFFFFF"/>
                  </a:solidFill>
                  <a:latin typeface="IBM Plex Sans SemiBold"/>
                  <a:ea typeface="IBM Plex Sans SemiBold"/>
                  <a:cs typeface="IBM Plex Sans SemiBold"/>
                </a:rPr>
                <a:t>A5</a:t>
              </a:r>
              <a:endParaRPr lang="en-US" sz="1800" spc="-18" kern="0" b="0" i="0" dirty="0">
                <a:solidFill>
                  <a:srgbClr val="FFFFFF"/>
                </a:solidFill>
                <a:latin typeface="IBM Plex Sans SemiBold"/>
                <a:ea typeface="IBM Plex Sans SemiBold"/>
                <a:cs typeface="IBM Plex Sans SemiBold"/>
              </a:endParaRPr>
            </a:p>
          </p:txBody>
        </p:sp>
      </p:grpSp>
      <p:grpSp>
        <p:nvGrpSpPr>
          <p:cNvPr id="152" name="node19"/>
          <p:cNvGrpSpPr/>
          <p:nvPr/>
        </p:nvGrpSpPr>
        <p:grpSpPr>
          <a:xfrm>
            <a:off x="1638300" y="3657600"/>
            <a:ext cx="6604000" cy="381000"/>
            <a:chOff x="1638300" y="3657600"/>
            <a:chExt cx="6604000" cy="381000"/>
          </a:xfrm>
        </p:grpSpPr>
        <p:sp>
          <p:nvSpPr>
            <p:cNvPr id="42" name="node19.text"/>
            <p:cNvSpPr/>
            <p:nvPr/>
          </p:nvSpPr>
          <p:spPr>
            <a:xfrm>
              <a:off x="1638300" y="3657600"/>
              <a:ext cx="6604000" cy="3810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Patient billing</a:t>
              </a:r>
              <a:endParaRPr lang="en-US" sz="2400" spc="-36" kern="0" b="0" i="0" dirty="0">
                <a:solidFill>
                  <a:srgbClr val="070154"/>
                </a:solidFill>
                <a:latin typeface="IBM Plex Sans SemiBold"/>
                <a:ea typeface="IBM Plex Sans SemiBold"/>
                <a:cs typeface="IBM Plex Sans SemiBold"/>
              </a:endParaRPr>
            </a:p>
          </p:txBody>
        </p:sp>
      </p:grpSp>
      <p:grpSp>
        <p:nvGrpSpPr>
          <p:cNvPr id="153" name="node20"/>
          <p:cNvGrpSpPr/>
          <p:nvPr/>
        </p:nvGrpSpPr>
        <p:grpSpPr>
          <a:xfrm>
            <a:off x="723900" y="4343400"/>
            <a:ext cx="457200" cy="152400"/>
            <a:chOff x="723900" y="4343400"/>
            <a:chExt cx="457200" cy="152400"/>
          </a:xfrm>
        </p:grpSpPr>
        <p:sp>
          <p:nvSpPr>
            <p:cNvPr id="43" name="node20.text"/>
            <p:cNvSpPr/>
            <p:nvPr/>
          </p:nvSpPr>
          <p:spPr>
            <a:xfrm>
              <a:off x="723900" y="4343400"/>
              <a:ext cx="457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Medium"/>
                  <a:ea typeface="IBM Plex Mono Medium"/>
                  <a:cs typeface="IBM Plex Mono Medium"/>
                </a:rPr>
                <a:t>PRO</a:t>
              </a:r>
              <a:endParaRPr lang="en-US" sz="900" spc="54" kern="0" b="0" i="0" dirty="0">
                <a:solidFill>
                  <a:srgbClr val="070154"/>
                </a:solidFill>
                <a:latin typeface="IBM Plex Mono Medium"/>
                <a:ea typeface="IBM Plex Mono Medium"/>
                <a:cs typeface="IBM Plex Mono Medium"/>
              </a:endParaRPr>
            </a:p>
          </p:txBody>
        </p:sp>
      </p:grpSp>
      <p:grpSp>
        <p:nvGrpSpPr>
          <p:cNvPr id="154" name="node21"/>
          <p:cNvGrpSpPr/>
          <p:nvPr/>
        </p:nvGrpSpPr>
        <p:grpSpPr>
          <a:xfrm>
            <a:off x="723900" y="4572000"/>
            <a:ext cx="431800" cy="381000"/>
            <a:chOff x="723900" y="4572000"/>
            <a:chExt cx="431800" cy="381000"/>
          </a:xfrm>
        </p:grpSpPr>
        <p:sp>
          <p:nvSpPr>
            <p:cNvPr id="44" name="node21.surface"/>
            <p:cNvSpPr/>
            <p:nvPr/>
          </p:nvSpPr>
          <p:spPr>
            <a:xfrm>
              <a:off x="723900" y="4572000"/>
              <a:ext cx="431800" cy="381000"/>
            </a:xfrm>
            <a:prstGeom prst="rect">
              <a:avLst/>
            </a:prstGeom>
            <a:solidFill>
              <a:srgbClr val="7C9BFF"/>
            </a:solidFill>
            <a:ln>
              <a:noFill/>
            </a:ln>
          </p:spPr>
        </p:sp>
        <p:sp>
          <p:nvSpPr>
            <p:cNvPr id="45" name="node21.text"/>
            <p:cNvSpPr/>
            <p:nvPr/>
          </p:nvSpPr>
          <p:spPr>
            <a:xfrm>
              <a:off x="795867" y="4648200"/>
              <a:ext cx="287867"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3</a:t>
              </a:r>
              <a:endParaRPr lang="en-US" sz="1200" spc="0" kern="0" b="0" i="0" dirty="0">
                <a:solidFill>
                  <a:srgbClr val="070154"/>
                </a:solidFill>
                <a:latin typeface="IBM Plex Sans"/>
                <a:ea typeface="IBM Plex Sans"/>
                <a:cs typeface="IBM Plex Sans"/>
              </a:endParaRPr>
            </a:p>
          </p:txBody>
        </p:sp>
      </p:grpSp>
      <p:grpSp>
        <p:nvGrpSpPr>
          <p:cNvPr id="155" name="node22"/>
          <p:cNvGrpSpPr/>
          <p:nvPr/>
        </p:nvGrpSpPr>
        <p:grpSpPr>
          <a:xfrm>
            <a:off x="1181100" y="4343400"/>
            <a:ext cx="457200" cy="152400"/>
            <a:chOff x="1181100" y="4343400"/>
            <a:chExt cx="457200" cy="152400"/>
          </a:xfrm>
        </p:grpSpPr>
        <p:sp>
          <p:nvSpPr>
            <p:cNvPr id="46" name="node22.text"/>
            <p:cNvSpPr/>
            <p:nvPr/>
          </p:nvSpPr>
          <p:spPr>
            <a:xfrm>
              <a:off x="1181100" y="4343400"/>
              <a:ext cx="457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Medium"/>
                  <a:ea typeface="IBM Plex Mono Medium"/>
                  <a:cs typeface="IBM Plex Mono Medium"/>
                </a:rPr>
                <a:t>TEC</a:t>
              </a:r>
              <a:endParaRPr lang="en-US" sz="900" spc="54" kern="0" b="0" i="0" dirty="0">
                <a:solidFill>
                  <a:srgbClr val="070154"/>
                </a:solidFill>
                <a:latin typeface="IBM Plex Mono Medium"/>
                <a:ea typeface="IBM Plex Mono Medium"/>
                <a:cs typeface="IBM Plex Mono Medium"/>
              </a:endParaRPr>
            </a:p>
          </p:txBody>
        </p:sp>
      </p:grpSp>
      <p:grpSp>
        <p:nvGrpSpPr>
          <p:cNvPr id="156" name="node23"/>
          <p:cNvGrpSpPr/>
          <p:nvPr/>
        </p:nvGrpSpPr>
        <p:grpSpPr>
          <a:xfrm>
            <a:off x="1181100" y="4572000"/>
            <a:ext cx="431800" cy="381000"/>
            <a:chOff x="1181100" y="4572000"/>
            <a:chExt cx="431800" cy="381000"/>
          </a:xfrm>
        </p:grpSpPr>
        <p:sp>
          <p:nvSpPr>
            <p:cNvPr id="47" name="node23.surface"/>
            <p:cNvSpPr/>
            <p:nvPr/>
          </p:nvSpPr>
          <p:spPr>
            <a:xfrm>
              <a:off x="1181100" y="4572000"/>
              <a:ext cx="431800" cy="381000"/>
            </a:xfrm>
            <a:prstGeom prst="rect">
              <a:avLst/>
            </a:prstGeom>
            <a:solidFill>
              <a:srgbClr val="7C9BFF"/>
            </a:solidFill>
            <a:ln>
              <a:noFill/>
            </a:ln>
          </p:spPr>
        </p:sp>
        <p:sp>
          <p:nvSpPr>
            <p:cNvPr id="48" name="node23.text"/>
            <p:cNvSpPr/>
            <p:nvPr/>
          </p:nvSpPr>
          <p:spPr>
            <a:xfrm>
              <a:off x="1253067" y="4648200"/>
              <a:ext cx="287867"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3</a:t>
              </a:r>
              <a:endParaRPr lang="en-US" sz="1200" spc="0" kern="0" b="0" i="0" dirty="0">
                <a:solidFill>
                  <a:srgbClr val="070154"/>
                </a:solidFill>
                <a:latin typeface="IBM Plex Sans"/>
                <a:ea typeface="IBM Plex Sans"/>
                <a:cs typeface="IBM Plex Sans"/>
              </a:endParaRPr>
            </a:p>
          </p:txBody>
        </p:sp>
      </p:grpSp>
      <p:grpSp>
        <p:nvGrpSpPr>
          <p:cNvPr id="157" name="node24"/>
          <p:cNvGrpSpPr/>
          <p:nvPr/>
        </p:nvGrpSpPr>
        <p:grpSpPr>
          <a:xfrm>
            <a:off x="1638300" y="4343400"/>
            <a:ext cx="457200" cy="152400"/>
            <a:chOff x="1638300" y="4343400"/>
            <a:chExt cx="457200" cy="152400"/>
          </a:xfrm>
        </p:grpSpPr>
        <p:sp>
          <p:nvSpPr>
            <p:cNvPr id="49" name="node24.text"/>
            <p:cNvSpPr/>
            <p:nvPr/>
          </p:nvSpPr>
          <p:spPr>
            <a:xfrm>
              <a:off x="1638300" y="4343400"/>
              <a:ext cx="457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Medium"/>
                  <a:ea typeface="IBM Plex Mono Medium"/>
                  <a:cs typeface="IBM Plex Mono Medium"/>
                </a:rPr>
                <a:t>DAT</a:t>
              </a:r>
              <a:endParaRPr lang="en-US" sz="900" spc="54" kern="0" b="0" i="0" dirty="0">
                <a:solidFill>
                  <a:srgbClr val="070154"/>
                </a:solidFill>
                <a:latin typeface="IBM Plex Mono Medium"/>
                <a:ea typeface="IBM Plex Mono Medium"/>
                <a:cs typeface="IBM Plex Mono Medium"/>
              </a:endParaRPr>
            </a:p>
          </p:txBody>
        </p:sp>
      </p:grpSp>
      <p:grpSp>
        <p:nvGrpSpPr>
          <p:cNvPr id="158" name="node25"/>
          <p:cNvGrpSpPr/>
          <p:nvPr/>
        </p:nvGrpSpPr>
        <p:grpSpPr>
          <a:xfrm>
            <a:off x="1638300" y="4572000"/>
            <a:ext cx="431800" cy="381000"/>
            <a:chOff x="1638300" y="4572000"/>
            <a:chExt cx="431800" cy="381000"/>
          </a:xfrm>
        </p:grpSpPr>
        <p:sp>
          <p:nvSpPr>
            <p:cNvPr id="50" name="node25.surface"/>
            <p:cNvSpPr/>
            <p:nvPr/>
          </p:nvSpPr>
          <p:spPr>
            <a:xfrm>
              <a:off x="1638300" y="4572000"/>
              <a:ext cx="431800" cy="381000"/>
            </a:xfrm>
            <a:prstGeom prst="rect">
              <a:avLst/>
            </a:prstGeom>
            <a:solidFill>
              <a:srgbClr val="7C9BFF"/>
            </a:solidFill>
            <a:ln>
              <a:noFill/>
            </a:ln>
          </p:spPr>
        </p:sp>
        <p:sp>
          <p:nvSpPr>
            <p:cNvPr id="51" name="node25.text"/>
            <p:cNvSpPr/>
            <p:nvPr/>
          </p:nvSpPr>
          <p:spPr>
            <a:xfrm>
              <a:off x="1710267" y="4648200"/>
              <a:ext cx="287867"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3</a:t>
              </a:r>
              <a:endParaRPr lang="en-US" sz="1200" spc="0" kern="0" b="0" i="0" dirty="0">
                <a:solidFill>
                  <a:srgbClr val="070154"/>
                </a:solidFill>
                <a:latin typeface="IBM Plex Sans"/>
                <a:ea typeface="IBM Plex Sans"/>
                <a:cs typeface="IBM Plex Sans"/>
              </a:endParaRPr>
            </a:p>
          </p:txBody>
        </p:sp>
      </p:grpSp>
      <p:grpSp>
        <p:nvGrpSpPr>
          <p:cNvPr id="159" name="node26"/>
          <p:cNvGrpSpPr/>
          <p:nvPr/>
        </p:nvGrpSpPr>
        <p:grpSpPr>
          <a:xfrm>
            <a:off x="2095500" y="4343400"/>
            <a:ext cx="457200" cy="152400"/>
            <a:chOff x="2095500" y="4343400"/>
            <a:chExt cx="457200" cy="152400"/>
          </a:xfrm>
        </p:grpSpPr>
        <p:sp>
          <p:nvSpPr>
            <p:cNvPr id="52" name="node26.text"/>
            <p:cNvSpPr/>
            <p:nvPr/>
          </p:nvSpPr>
          <p:spPr>
            <a:xfrm>
              <a:off x="2095500" y="4343400"/>
              <a:ext cx="457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Medium"/>
                  <a:ea typeface="IBM Plex Mono Medium"/>
                  <a:cs typeface="IBM Plex Mono Medium"/>
                </a:rPr>
                <a:t>PPL</a:t>
              </a:r>
              <a:endParaRPr lang="en-US" sz="900" spc="54" kern="0" b="0" i="0" dirty="0">
                <a:solidFill>
                  <a:srgbClr val="070154"/>
                </a:solidFill>
                <a:latin typeface="IBM Plex Mono Medium"/>
                <a:ea typeface="IBM Plex Mono Medium"/>
                <a:cs typeface="IBM Plex Mono Medium"/>
              </a:endParaRPr>
            </a:p>
          </p:txBody>
        </p:sp>
      </p:grpSp>
      <p:grpSp>
        <p:nvGrpSpPr>
          <p:cNvPr id="160" name="node27"/>
          <p:cNvGrpSpPr/>
          <p:nvPr/>
        </p:nvGrpSpPr>
        <p:grpSpPr>
          <a:xfrm>
            <a:off x="2095500" y="4572000"/>
            <a:ext cx="431800" cy="381000"/>
            <a:chOff x="2095500" y="4572000"/>
            <a:chExt cx="431800" cy="381000"/>
          </a:xfrm>
        </p:grpSpPr>
        <p:sp>
          <p:nvSpPr>
            <p:cNvPr id="53" name="node27.surface"/>
            <p:cNvSpPr/>
            <p:nvPr/>
          </p:nvSpPr>
          <p:spPr>
            <a:xfrm>
              <a:off x="2095500" y="4572000"/>
              <a:ext cx="431800" cy="381000"/>
            </a:xfrm>
            <a:prstGeom prst="rect">
              <a:avLst/>
            </a:prstGeom>
            <a:solidFill>
              <a:srgbClr val="B9C9F0"/>
            </a:solidFill>
            <a:ln>
              <a:noFill/>
            </a:ln>
          </p:spPr>
        </p:sp>
        <p:sp>
          <p:nvSpPr>
            <p:cNvPr id="54" name="node27.text"/>
            <p:cNvSpPr/>
            <p:nvPr/>
          </p:nvSpPr>
          <p:spPr>
            <a:xfrm>
              <a:off x="2167467" y="4648200"/>
              <a:ext cx="287867"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2</a:t>
              </a:r>
              <a:endParaRPr lang="en-US" sz="1200" spc="0" kern="0" b="0" i="0" dirty="0">
                <a:solidFill>
                  <a:srgbClr val="070154"/>
                </a:solidFill>
                <a:latin typeface="IBM Plex Sans"/>
                <a:ea typeface="IBM Plex Sans"/>
                <a:cs typeface="IBM Plex Sans"/>
              </a:endParaRPr>
            </a:p>
          </p:txBody>
        </p:sp>
      </p:grpSp>
      <p:grpSp>
        <p:nvGrpSpPr>
          <p:cNvPr id="161" name="node28"/>
          <p:cNvGrpSpPr/>
          <p:nvPr/>
        </p:nvGrpSpPr>
        <p:grpSpPr>
          <a:xfrm>
            <a:off x="2552700" y="4343400"/>
            <a:ext cx="457200" cy="152400"/>
            <a:chOff x="2552700" y="4343400"/>
            <a:chExt cx="457200" cy="152400"/>
          </a:xfrm>
        </p:grpSpPr>
        <p:sp>
          <p:nvSpPr>
            <p:cNvPr id="55" name="node28.text"/>
            <p:cNvSpPr/>
            <p:nvPr/>
          </p:nvSpPr>
          <p:spPr>
            <a:xfrm>
              <a:off x="2552700" y="4343400"/>
              <a:ext cx="457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Medium"/>
                  <a:ea typeface="IBM Plex Mono Medium"/>
                  <a:cs typeface="IBM Plex Mono Medium"/>
                </a:rPr>
                <a:t>GOV</a:t>
              </a:r>
              <a:endParaRPr lang="en-US" sz="900" spc="54" kern="0" b="0" i="0" dirty="0">
                <a:solidFill>
                  <a:srgbClr val="070154"/>
                </a:solidFill>
                <a:latin typeface="IBM Plex Mono Medium"/>
                <a:ea typeface="IBM Plex Mono Medium"/>
                <a:cs typeface="IBM Plex Mono Medium"/>
              </a:endParaRPr>
            </a:p>
          </p:txBody>
        </p:sp>
      </p:grpSp>
      <p:grpSp>
        <p:nvGrpSpPr>
          <p:cNvPr id="162" name="node29"/>
          <p:cNvGrpSpPr/>
          <p:nvPr/>
        </p:nvGrpSpPr>
        <p:grpSpPr>
          <a:xfrm>
            <a:off x="2552700" y="4572000"/>
            <a:ext cx="431800" cy="381000"/>
            <a:chOff x="2552700" y="4572000"/>
            <a:chExt cx="431800" cy="381000"/>
          </a:xfrm>
        </p:grpSpPr>
        <p:sp>
          <p:nvSpPr>
            <p:cNvPr id="56" name="node29.surface"/>
            <p:cNvSpPr/>
            <p:nvPr/>
          </p:nvSpPr>
          <p:spPr>
            <a:xfrm>
              <a:off x="2552700" y="4572000"/>
              <a:ext cx="431800" cy="381000"/>
            </a:xfrm>
            <a:prstGeom prst="rect">
              <a:avLst/>
            </a:prstGeom>
            <a:solidFill>
              <a:srgbClr val="7C9BFF"/>
            </a:solidFill>
            <a:ln>
              <a:noFill/>
            </a:ln>
          </p:spPr>
        </p:sp>
        <p:sp>
          <p:nvSpPr>
            <p:cNvPr id="57" name="node29.text"/>
            <p:cNvSpPr/>
            <p:nvPr/>
          </p:nvSpPr>
          <p:spPr>
            <a:xfrm>
              <a:off x="2624667" y="4648200"/>
              <a:ext cx="287867"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3</a:t>
              </a:r>
              <a:endParaRPr lang="en-US" sz="1200" spc="0" kern="0" b="0" i="0" dirty="0">
                <a:solidFill>
                  <a:srgbClr val="070154"/>
                </a:solidFill>
                <a:latin typeface="IBM Plex Sans"/>
                <a:ea typeface="IBM Plex Sans"/>
                <a:cs typeface="IBM Plex Sans"/>
              </a:endParaRPr>
            </a:p>
          </p:txBody>
        </p:sp>
      </p:grpSp>
      <p:grpSp>
        <p:nvGrpSpPr>
          <p:cNvPr id="163" name="node30"/>
          <p:cNvGrpSpPr/>
          <p:nvPr/>
        </p:nvGrpSpPr>
        <p:grpSpPr>
          <a:xfrm>
            <a:off x="723900" y="5029200"/>
            <a:ext cx="2514600" cy="228600"/>
            <a:chOff x="723900" y="5029200"/>
            <a:chExt cx="2514600" cy="228600"/>
          </a:xfrm>
        </p:grpSpPr>
        <p:sp>
          <p:nvSpPr>
            <p:cNvPr id="58" name="node30.text"/>
            <p:cNvSpPr/>
            <p:nvPr/>
          </p:nvSpPr>
          <p:spPr>
            <a:xfrm>
              <a:off x="723900" y="5029200"/>
              <a:ext cx="2514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Overall 3 of 5</a:t>
              </a:r>
              <a:endParaRPr lang="en-US" sz="1200" spc="0" kern="0" b="0" i="0" dirty="0">
                <a:solidFill>
                  <a:srgbClr val="50658E"/>
                </a:solidFill>
                <a:latin typeface="IBM Plex Sans"/>
                <a:ea typeface="IBM Plex Sans"/>
                <a:cs typeface="IBM Plex Sans"/>
              </a:endParaRPr>
            </a:p>
          </p:txBody>
        </p:sp>
      </p:grpSp>
      <p:grpSp>
        <p:nvGrpSpPr>
          <p:cNvPr id="164" name="node31"/>
          <p:cNvGrpSpPr/>
          <p:nvPr/>
        </p:nvGrpSpPr>
        <p:grpSpPr>
          <a:xfrm>
            <a:off x="3467100" y="4343400"/>
            <a:ext cx="2895600" cy="152400"/>
            <a:chOff x="3467100" y="4343400"/>
            <a:chExt cx="2895600" cy="152400"/>
          </a:xfrm>
        </p:grpSpPr>
        <p:sp>
          <p:nvSpPr>
            <p:cNvPr id="59" name="node31.text"/>
            <p:cNvSpPr/>
            <p:nvPr/>
          </p:nvSpPr>
          <p:spPr>
            <a:xfrm>
              <a:off x="3467100" y="4343400"/>
              <a:ext cx="2895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Medium"/>
                  <a:ea typeface="IBM Plex Mono Medium"/>
                  <a:cs typeface="IBM Plex Mono Medium"/>
                </a:rPr>
                <a:t>WHAT DRIVES THE SCORE</a:t>
              </a:r>
              <a:endParaRPr lang="en-US" sz="900" spc="54" kern="0" b="0" i="0" dirty="0">
                <a:solidFill>
                  <a:srgbClr val="070154"/>
                </a:solidFill>
                <a:latin typeface="IBM Plex Mono Medium"/>
                <a:ea typeface="IBM Plex Mono Medium"/>
                <a:cs typeface="IBM Plex Mono Medium"/>
              </a:endParaRPr>
            </a:p>
          </p:txBody>
        </p:sp>
      </p:grpSp>
      <p:grpSp>
        <p:nvGrpSpPr>
          <p:cNvPr id="165" name="node32"/>
          <p:cNvGrpSpPr/>
          <p:nvPr/>
        </p:nvGrpSpPr>
        <p:grpSpPr>
          <a:xfrm>
            <a:off x="3467100" y="4648200"/>
            <a:ext cx="2895600" cy="762000"/>
            <a:chOff x="3467100" y="4648200"/>
            <a:chExt cx="2895600" cy="762000"/>
          </a:xfrm>
        </p:grpSpPr>
        <p:sp>
          <p:nvSpPr>
            <p:cNvPr id="60" name="node32.source-001.bullet"/>
            <p:cNvSpPr/>
            <p:nvPr/>
          </p:nvSpPr>
          <p:spPr>
            <a:xfrm>
              <a:off x="3467100" y="4737100"/>
              <a:ext cx="38100" cy="38100"/>
            </a:xfrm>
            <a:prstGeom prst="rect">
              <a:avLst/>
            </a:prstGeom>
            <a:solidFill>
              <a:srgbClr val="070154"/>
            </a:solidFill>
            <a:ln>
              <a:noFill/>
            </a:ln>
          </p:spPr>
        </p:sp>
        <p:sp>
          <p:nvSpPr>
            <p:cNvPr id="61" name="node32.source-001.text"/>
            <p:cNvSpPr/>
            <p:nvPr/>
          </p:nvSpPr>
          <p:spPr>
            <a:xfrm>
              <a:off x="3619500" y="4648200"/>
              <a:ext cx="2743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Statements are clear and on time</a:t>
              </a:r>
              <a:endParaRPr lang="en-US" sz="1200" spc="0" kern="0" b="0" i="0" dirty="0">
                <a:solidFill>
                  <a:srgbClr val="070154"/>
                </a:solidFill>
                <a:latin typeface="IBM Plex Sans"/>
                <a:ea typeface="IBM Plex Sans"/>
                <a:cs typeface="IBM Plex Sans"/>
              </a:endParaRPr>
            </a:p>
          </p:txBody>
        </p:sp>
        <p:sp>
          <p:nvSpPr>
            <p:cNvPr id="62" name="node32.source-002.bullet"/>
            <p:cNvSpPr/>
            <p:nvPr/>
          </p:nvSpPr>
          <p:spPr>
            <a:xfrm>
              <a:off x="3467100" y="5003800"/>
              <a:ext cx="38100" cy="38100"/>
            </a:xfrm>
            <a:prstGeom prst="rect">
              <a:avLst/>
            </a:prstGeom>
            <a:solidFill>
              <a:srgbClr val="070154"/>
            </a:solidFill>
            <a:ln>
              <a:noFill/>
            </a:ln>
          </p:spPr>
        </p:sp>
        <p:sp>
          <p:nvSpPr>
            <p:cNvPr id="63" name="node32.source-002.text"/>
            <p:cNvSpPr/>
            <p:nvPr/>
          </p:nvSpPr>
          <p:spPr>
            <a:xfrm>
              <a:off x="3619500" y="4914900"/>
              <a:ext cx="2743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Payment plans sit outside the platform</a:t>
              </a:r>
              <a:endParaRPr lang="en-US" sz="1200" spc="0" kern="0" b="0" i="0" dirty="0">
                <a:solidFill>
                  <a:srgbClr val="070154"/>
                </a:solidFill>
                <a:latin typeface="IBM Plex Sans"/>
                <a:ea typeface="IBM Plex Sans"/>
                <a:cs typeface="IBM Plex Sans"/>
              </a:endParaRPr>
            </a:p>
          </p:txBody>
        </p:sp>
        <p:sp>
          <p:nvSpPr>
            <p:cNvPr id="64" name="node32.source-003.bullet"/>
            <p:cNvSpPr/>
            <p:nvPr/>
          </p:nvSpPr>
          <p:spPr>
            <a:xfrm>
              <a:off x="3467100" y="5270500"/>
              <a:ext cx="38100" cy="38100"/>
            </a:xfrm>
            <a:prstGeom prst="rect">
              <a:avLst/>
            </a:prstGeom>
            <a:solidFill>
              <a:srgbClr val="070154"/>
            </a:solidFill>
            <a:ln>
              <a:noFill/>
            </a:ln>
          </p:spPr>
        </p:sp>
        <p:sp>
          <p:nvSpPr>
            <p:cNvPr id="65" name="node32.source-003.text"/>
            <p:cNvSpPr/>
            <p:nvPr/>
          </p:nvSpPr>
          <p:spPr>
            <a:xfrm>
              <a:off x="3619500" y="5181600"/>
              <a:ext cx="2743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Lockbox posting runs on a spreadsheet</a:t>
              </a:r>
              <a:endParaRPr lang="en-US" sz="1200" spc="0" kern="0" b="0" i="0" dirty="0">
                <a:solidFill>
                  <a:srgbClr val="070154"/>
                </a:solidFill>
                <a:latin typeface="IBM Plex Sans"/>
                <a:ea typeface="IBM Plex Sans"/>
                <a:cs typeface="IBM Plex Sans"/>
              </a:endParaRPr>
            </a:p>
          </p:txBody>
        </p:sp>
      </p:grpSp>
      <p:grpSp>
        <p:nvGrpSpPr>
          <p:cNvPr id="166" name="node33"/>
          <p:cNvGrpSpPr/>
          <p:nvPr/>
        </p:nvGrpSpPr>
        <p:grpSpPr>
          <a:xfrm>
            <a:off x="6591300" y="4343400"/>
            <a:ext cx="2895600" cy="152400"/>
            <a:chOff x="6591300" y="4343400"/>
            <a:chExt cx="2895600" cy="152400"/>
          </a:xfrm>
        </p:grpSpPr>
        <p:sp>
          <p:nvSpPr>
            <p:cNvPr id="66" name="node33.text"/>
            <p:cNvSpPr/>
            <p:nvPr/>
          </p:nvSpPr>
          <p:spPr>
            <a:xfrm>
              <a:off x="6591300" y="4343400"/>
              <a:ext cx="2895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Medium"/>
                  <a:ea typeface="IBM Plex Mono Medium"/>
                  <a:cs typeface="IBM Plex Mono Medium"/>
                </a:rPr>
                <a:t>WHAT WE'D DO</a:t>
              </a:r>
              <a:endParaRPr lang="en-US" sz="900" spc="54" kern="0" b="0" i="0" dirty="0">
                <a:solidFill>
                  <a:srgbClr val="070154"/>
                </a:solidFill>
                <a:latin typeface="IBM Plex Mono Medium"/>
                <a:ea typeface="IBM Plex Mono Medium"/>
                <a:cs typeface="IBM Plex Mono Medium"/>
              </a:endParaRPr>
            </a:p>
          </p:txBody>
        </p:sp>
      </p:grpSp>
      <p:grpSp>
        <p:nvGrpSpPr>
          <p:cNvPr id="167" name="node34"/>
          <p:cNvGrpSpPr/>
          <p:nvPr/>
        </p:nvGrpSpPr>
        <p:grpSpPr>
          <a:xfrm>
            <a:off x="6591300" y="4648200"/>
            <a:ext cx="2895600" cy="762000"/>
            <a:chOff x="6591300" y="4648200"/>
            <a:chExt cx="2895600" cy="762000"/>
          </a:xfrm>
        </p:grpSpPr>
        <p:sp>
          <p:nvSpPr>
            <p:cNvPr id="67" name="node34.source-001.bullet"/>
            <p:cNvSpPr/>
            <p:nvPr/>
          </p:nvSpPr>
          <p:spPr>
            <a:xfrm>
              <a:off x="6591300" y="4737100"/>
              <a:ext cx="38100" cy="38100"/>
            </a:xfrm>
            <a:prstGeom prst="rect">
              <a:avLst/>
            </a:prstGeom>
            <a:solidFill>
              <a:srgbClr val="070154"/>
            </a:solidFill>
            <a:ln>
              <a:noFill/>
            </a:ln>
          </p:spPr>
        </p:sp>
        <p:sp>
          <p:nvSpPr>
            <p:cNvPr id="68" name="node34.source-001.text"/>
            <p:cNvSpPr/>
            <p:nvPr/>
          </p:nvSpPr>
          <p:spPr>
            <a:xfrm>
              <a:off x="6743700" y="4648200"/>
              <a:ext cx="2743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Move plans into the billing system</a:t>
              </a:r>
              <a:endParaRPr lang="en-US" sz="1200" spc="0" kern="0" b="0" i="0" dirty="0">
                <a:solidFill>
                  <a:srgbClr val="070154"/>
                </a:solidFill>
                <a:latin typeface="IBM Plex Sans"/>
                <a:ea typeface="IBM Plex Sans"/>
                <a:cs typeface="IBM Plex Sans"/>
              </a:endParaRPr>
            </a:p>
          </p:txBody>
        </p:sp>
        <p:sp>
          <p:nvSpPr>
            <p:cNvPr id="69" name="node34.source-002.bullet"/>
            <p:cNvSpPr/>
            <p:nvPr/>
          </p:nvSpPr>
          <p:spPr>
            <a:xfrm>
              <a:off x="6591300" y="5003800"/>
              <a:ext cx="38100" cy="38100"/>
            </a:xfrm>
            <a:prstGeom prst="rect">
              <a:avLst/>
            </a:prstGeom>
            <a:solidFill>
              <a:srgbClr val="070154"/>
            </a:solidFill>
            <a:ln>
              <a:noFill/>
            </a:ln>
          </p:spPr>
        </p:sp>
        <p:sp>
          <p:nvSpPr>
            <p:cNvPr id="70" name="node34.source-002.text"/>
            <p:cNvSpPr/>
            <p:nvPr/>
          </p:nvSpPr>
          <p:spPr>
            <a:xfrm>
              <a:off x="6743700" y="4914900"/>
              <a:ext cx="2743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Retire the lockbox spreadsheet</a:t>
              </a:r>
              <a:endParaRPr lang="en-US" sz="1200" spc="0" kern="0" b="0" i="0" dirty="0">
                <a:solidFill>
                  <a:srgbClr val="070154"/>
                </a:solidFill>
                <a:latin typeface="IBM Plex Sans"/>
                <a:ea typeface="IBM Plex Sans"/>
                <a:cs typeface="IBM Plex Sans"/>
              </a:endParaRPr>
            </a:p>
          </p:txBody>
        </p:sp>
        <p:sp>
          <p:nvSpPr>
            <p:cNvPr id="71" name="node34.source-003.bullet"/>
            <p:cNvSpPr/>
            <p:nvPr/>
          </p:nvSpPr>
          <p:spPr>
            <a:xfrm>
              <a:off x="6591300" y="5270500"/>
              <a:ext cx="38100" cy="38100"/>
            </a:xfrm>
            <a:prstGeom prst="rect">
              <a:avLst/>
            </a:prstGeom>
            <a:solidFill>
              <a:srgbClr val="070154"/>
            </a:solidFill>
            <a:ln>
              <a:noFill/>
            </a:ln>
          </p:spPr>
        </p:sp>
        <p:sp>
          <p:nvSpPr>
            <p:cNvPr id="72" name="node34.source-003.text"/>
            <p:cNvSpPr/>
            <p:nvPr/>
          </p:nvSpPr>
          <p:spPr>
            <a:xfrm>
              <a:off x="6743700" y="5181600"/>
              <a:ext cx="2743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Add text-to-pay for balances</a:t>
              </a:r>
              <a:endParaRPr lang="en-US" sz="1200" spc="0" kern="0" b="0" i="0" dirty="0">
                <a:solidFill>
                  <a:srgbClr val="070154"/>
                </a:solidFill>
                <a:latin typeface="IBM Plex Sans"/>
                <a:ea typeface="IBM Plex Sans"/>
                <a:cs typeface="IBM Plex Sans"/>
              </a:endParaRPr>
            </a:p>
          </p:txBody>
        </p:sp>
      </p:grpSp>
      <p:grpSp>
        <p:nvGrpSpPr>
          <p:cNvPr id="168" name="node35"/>
          <p:cNvGrpSpPr/>
          <p:nvPr/>
        </p:nvGrpSpPr>
        <p:grpSpPr>
          <a:xfrm>
            <a:off x="10096500" y="1600200"/>
            <a:ext cx="1397000" cy="152400"/>
            <a:chOff x="10096500" y="1600200"/>
            <a:chExt cx="1397000" cy="152400"/>
          </a:xfrm>
        </p:grpSpPr>
        <p:sp>
          <p:nvSpPr>
            <p:cNvPr id="73" name="node35.text"/>
            <p:cNvSpPr/>
            <p:nvPr/>
          </p:nvSpPr>
          <p:spPr>
            <a:xfrm>
              <a:off x="10096500" y="1600200"/>
              <a:ext cx="1397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LOCATOR</a:t>
              </a:r>
              <a:endParaRPr lang="en-US" sz="900" spc="54" kern="0" b="0" i="0" dirty="0">
                <a:solidFill>
                  <a:srgbClr val="50658E"/>
                </a:solidFill>
                <a:latin typeface="IBM Plex Mono Medium"/>
                <a:ea typeface="IBM Plex Mono Medium"/>
                <a:cs typeface="IBM Plex Mono Medium"/>
              </a:endParaRPr>
            </a:p>
          </p:txBody>
        </p:sp>
      </p:grpSp>
      <p:grpSp>
        <p:nvGrpSpPr>
          <p:cNvPr id="169" name="node36"/>
          <p:cNvGrpSpPr/>
          <p:nvPr/>
        </p:nvGrpSpPr>
        <p:grpSpPr>
          <a:xfrm>
            <a:off x="10096500" y="1828800"/>
            <a:ext cx="203200" cy="203200"/>
            <a:chOff x="10096500" y="1828800"/>
            <a:chExt cx="203200" cy="203200"/>
          </a:xfrm>
        </p:grpSpPr>
        <p:sp>
          <p:nvSpPr>
            <p:cNvPr id="74" name="node36.surface"/>
            <p:cNvSpPr/>
            <p:nvPr/>
          </p:nvSpPr>
          <p:spPr>
            <a:xfrm>
              <a:off x="10096500" y="1828800"/>
              <a:ext cx="203200" cy="203200"/>
            </a:xfrm>
            <a:prstGeom prst="rect">
              <a:avLst/>
            </a:prstGeom>
            <a:solidFill>
              <a:srgbClr val="7C9BFF"/>
            </a:solidFill>
            <a:ln>
              <a:noFill/>
            </a:ln>
          </p:spPr>
        </p:sp>
      </p:grpSp>
      <p:grpSp>
        <p:nvGrpSpPr>
          <p:cNvPr id="170" name="node37"/>
          <p:cNvGrpSpPr/>
          <p:nvPr/>
        </p:nvGrpSpPr>
        <p:grpSpPr>
          <a:xfrm>
            <a:off x="10325100" y="1828800"/>
            <a:ext cx="203200" cy="203200"/>
            <a:chOff x="10325100" y="1828800"/>
            <a:chExt cx="203200" cy="203200"/>
          </a:xfrm>
        </p:grpSpPr>
        <p:sp>
          <p:nvSpPr>
            <p:cNvPr id="75" name="node37.surface"/>
            <p:cNvSpPr/>
            <p:nvPr/>
          </p:nvSpPr>
          <p:spPr>
            <a:xfrm>
              <a:off x="10325100" y="1828800"/>
              <a:ext cx="203200" cy="203200"/>
            </a:xfrm>
            <a:prstGeom prst="rect">
              <a:avLst/>
            </a:prstGeom>
            <a:solidFill>
              <a:srgbClr val="B9C9F0"/>
            </a:solidFill>
            <a:ln>
              <a:noFill/>
            </a:ln>
          </p:spPr>
        </p:sp>
      </p:grpSp>
      <p:grpSp>
        <p:nvGrpSpPr>
          <p:cNvPr id="171" name="node38"/>
          <p:cNvGrpSpPr/>
          <p:nvPr/>
        </p:nvGrpSpPr>
        <p:grpSpPr>
          <a:xfrm>
            <a:off x="10553700" y="1828800"/>
            <a:ext cx="203200" cy="203200"/>
            <a:chOff x="10553700" y="1828800"/>
            <a:chExt cx="203200" cy="203200"/>
          </a:xfrm>
        </p:grpSpPr>
        <p:sp>
          <p:nvSpPr>
            <p:cNvPr id="76" name="node38.surface"/>
            <p:cNvSpPr/>
            <p:nvPr/>
          </p:nvSpPr>
          <p:spPr>
            <a:xfrm>
              <a:off x="10553700" y="1828800"/>
              <a:ext cx="203200" cy="203200"/>
            </a:xfrm>
            <a:prstGeom prst="rect">
              <a:avLst/>
            </a:prstGeom>
            <a:solidFill>
              <a:srgbClr val="B9C9F0"/>
            </a:solidFill>
            <a:ln>
              <a:noFill/>
            </a:ln>
          </p:spPr>
        </p:sp>
      </p:grpSp>
      <p:grpSp>
        <p:nvGrpSpPr>
          <p:cNvPr id="172" name="node39"/>
          <p:cNvGrpSpPr/>
          <p:nvPr/>
        </p:nvGrpSpPr>
        <p:grpSpPr>
          <a:xfrm>
            <a:off x="10782300" y="1828800"/>
            <a:ext cx="203200" cy="203200"/>
            <a:chOff x="10782300" y="1828800"/>
            <a:chExt cx="203200" cy="203200"/>
          </a:xfrm>
        </p:grpSpPr>
        <p:sp>
          <p:nvSpPr>
            <p:cNvPr id="77" name="node39.surface"/>
            <p:cNvSpPr/>
            <p:nvPr/>
          </p:nvSpPr>
          <p:spPr>
            <a:xfrm>
              <a:off x="10782300" y="1828800"/>
              <a:ext cx="203200" cy="203200"/>
            </a:xfrm>
            <a:prstGeom prst="rect">
              <a:avLst/>
            </a:prstGeom>
            <a:solidFill>
              <a:srgbClr val="7C9BFF"/>
            </a:solidFill>
            <a:ln>
              <a:noFill/>
            </a:ln>
          </p:spPr>
        </p:sp>
      </p:grpSp>
      <p:grpSp>
        <p:nvGrpSpPr>
          <p:cNvPr id="173" name="node40"/>
          <p:cNvGrpSpPr/>
          <p:nvPr/>
        </p:nvGrpSpPr>
        <p:grpSpPr>
          <a:xfrm>
            <a:off x="11010900" y="1828800"/>
            <a:ext cx="203200" cy="203200"/>
            <a:chOff x="11010900" y="1828800"/>
            <a:chExt cx="203200" cy="203200"/>
          </a:xfrm>
        </p:grpSpPr>
        <p:sp>
          <p:nvSpPr>
            <p:cNvPr id="78" name="node40.surface"/>
            <p:cNvSpPr/>
            <p:nvPr/>
          </p:nvSpPr>
          <p:spPr>
            <a:xfrm>
              <a:off x="11010900" y="1828800"/>
              <a:ext cx="203200" cy="203200"/>
            </a:xfrm>
            <a:prstGeom prst="rect">
              <a:avLst/>
            </a:prstGeom>
            <a:solidFill>
              <a:srgbClr val="B9C9F0"/>
            </a:solidFill>
            <a:ln>
              <a:noFill/>
            </a:ln>
          </p:spPr>
        </p:sp>
      </p:grpSp>
      <p:grpSp>
        <p:nvGrpSpPr>
          <p:cNvPr id="174" name="node41"/>
          <p:cNvGrpSpPr/>
          <p:nvPr/>
        </p:nvGrpSpPr>
        <p:grpSpPr>
          <a:xfrm>
            <a:off x="10096500" y="2057400"/>
            <a:ext cx="203200" cy="203200"/>
            <a:chOff x="10096500" y="2057400"/>
            <a:chExt cx="203200" cy="203200"/>
          </a:xfrm>
        </p:grpSpPr>
        <p:sp>
          <p:nvSpPr>
            <p:cNvPr id="79" name="node41.surface"/>
            <p:cNvSpPr/>
            <p:nvPr/>
          </p:nvSpPr>
          <p:spPr>
            <a:xfrm>
              <a:off x="10096500" y="2057400"/>
              <a:ext cx="203200" cy="203200"/>
            </a:xfrm>
            <a:prstGeom prst="rect">
              <a:avLst/>
            </a:prstGeom>
            <a:solidFill>
              <a:srgbClr val="7C9BFF"/>
            </a:solidFill>
            <a:ln>
              <a:noFill/>
            </a:ln>
          </p:spPr>
        </p:sp>
      </p:grpSp>
      <p:grpSp>
        <p:nvGrpSpPr>
          <p:cNvPr id="175" name="node42"/>
          <p:cNvGrpSpPr/>
          <p:nvPr/>
        </p:nvGrpSpPr>
        <p:grpSpPr>
          <a:xfrm>
            <a:off x="10325100" y="2057400"/>
            <a:ext cx="203200" cy="203200"/>
            <a:chOff x="10325100" y="2057400"/>
            <a:chExt cx="203200" cy="203200"/>
          </a:xfrm>
        </p:grpSpPr>
        <p:sp>
          <p:nvSpPr>
            <p:cNvPr id="80" name="node42.surface"/>
            <p:cNvSpPr/>
            <p:nvPr/>
          </p:nvSpPr>
          <p:spPr>
            <a:xfrm>
              <a:off x="10325100" y="2057400"/>
              <a:ext cx="203200" cy="203200"/>
            </a:xfrm>
            <a:prstGeom prst="rect">
              <a:avLst/>
            </a:prstGeom>
            <a:solidFill>
              <a:srgbClr val="7C9BFF"/>
            </a:solidFill>
            <a:ln>
              <a:noFill/>
            </a:ln>
          </p:spPr>
        </p:sp>
      </p:grpSp>
      <p:grpSp>
        <p:nvGrpSpPr>
          <p:cNvPr id="176" name="node43"/>
          <p:cNvGrpSpPr/>
          <p:nvPr/>
        </p:nvGrpSpPr>
        <p:grpSpPr>
          <a:xfrm>
            <a:off x="10553700" y="2057400"/>
            <a:ext cx="203200" cy="203200"/>
            <a:chOff x="10553700" y="2057400"/>
            <a:chExt cx="203200" cy="203200"/>
          </a:xfrm>
        </p:grpSpPr>
        <p:sp>
          <p:nvSpPr>
            <p:cNvPr id="81" name="node43.surface"/>
            <p:cNvSpPr/>
            <p:nvPr/>
          </p:nvSpPr>
          <p:spPr>
            <a:xfrm>
              <a:off x="10553700" y="2057400"/>
              <a:ext cx="203200" cy="203200"/>
            </a:xfrm>
            <a:prstGeom prst="rect">
              <a:avLst/>
            </a:prstGeom>
            <a:solidFill>
              <a:srgbClr val="B9C9F0"/>
            </a:solidFill>
            <a:ln>
              <a:noFill/>
            </a:ln>
          </p:spPr>
        </p:sp>
      </p:grpSp>
      <p:grpSp>
        <p:nvGrpSpPr>
          <p:cNvPr id="177" name="node44"/>
          <p:cNvGrpSpPr/>
          <p:nvPr/>
        </p:nvGrpSpPr>
        <p:grpSpPr>
          <a:xfrm>
            <a:off x="10782300" y="2057400"/>
            <a:ext cx="203200" cy="203200"/>
            <a:chOff x="10782300" y="2057400"/>
            <a:chExt cx="203200" cy="203200"/>
          </a:xfrm>
        </p:grpSpPr>
        <p:sp>
          <p:nvSpPr>
            <p:cNvPr id="82" name="node44.surface"/>
            <p:cNvSpPr/>
            <p:nvPr/>
          </p:nvSpPr>
          <p:spPr>
            <a:xfrm>
              <a:off x="10782300" y="2057400"/>
              <a:ext cx="203200" cy="203200"/>
            </a:xfrm>
            <a:prstGeom prst="rect">
              <a:avLst/>
            </a:prstGeom>
            <a:solidFill>
              <a:srgbClr val="7C9BFF"/>
            </a:solidFill>
            <a:ln>
              <a:noFill/>
            </a:ln>
          </p:spPr>
        </p:sp>
      </p:grpSp>
      <p:grpSp>
        <p:nvGrpSpPr>
          <p:cNvPr id="178" name="node45"/>
          <p:cNvGrpSpPr/>
          <p:nvPr/>
        </p:nvGrpSpPr>
        <p:grpSpPr>
          <a:xfrm>
            <a:off x="11010900" y="2057400"/>
            <a:ext cx="203200" cy="203200"/>
            <a:chOff x="11010900" y="2057400"/>
            <a:chExt cx="203200" cy="203200"/>
          </a:xfrm>
        </p:grpSpPr>
        <p:sp>
          <p:nvSpPr>
            <p:cNvPr id="83" name="node45.surface"/>
            <p:cNvSpPr/>
            <p:nvPr/>
          </p:nvSpPr>
          <p:spPr>
            <a:xfrm>
              <a:off x="11010900" y="2057400"/>
              <a:ext cx="203200" cy="203200"/>
            </a:xfrm>
            <a:prstGeom prst="rect">
              <a:avLst/>
            </a:prstGeom>
            <a:solidFill>
              <a:srgbClr val="7C9BFF"/>
            </a:solidFill>
            <a:ln>
              <a:noFill/>
            </a:ln>
          </p:spPr>
        </p:sp>
      </p:grpSp>
      <p:grpSp>
        <p:nvGrpSpPr>
          <p:cNvPr id="179" name="node46"/>
          <p:cNvGrpSpPr/>
          <p:nvPr/>
        </p:nvGrpSpPr>
        <p:grpSpPr>
          <a:xfrm>
            <a:off x="10096500" y="2286000"/>
            <a:ext cx="203200" cy="203200"/>
            <a:chOff x="10096500" y="2286000"/>
            <a:chExt cx="203200" cy="203200"/>
          </a:xfrm>
        </p:grpSpPr>
        <p:sp>
          <p:nvSpPr>
            <p:cNvPr id="84" name="node46.surface"/>
            <p:cNvSpPr/>
            <p:nvPr/>
          </p:nvSpPr>
          <p:spPr>
            <a:xfrm>
              <a:off x="10096500" y="2286000"/>
              <a:ext cx="203200" cy="203200"/>
            </a:xfrm>
            <a:prstGeom prst="rect">
              <a:avLst/>
            </a:prstGeom>
            <a:solidFill>
              <a:srgbClr val="B9C9F0"/>
            </a:solidFill>
            <a:ln>
              <a:noFill/>
            </a:ln>
          </p:spPr>
        </p:sp>
      </p:grpSp>
      <p:grpSp>
        <p:nvGrpSpPr>
          <p:cNvPr id="180" name="node47"/>
          <p:cNvGrpSpPr/>
          <p:nvPr/>
        </p:nvGrpSpPr>
        <p:grpSpPr>
          <a:xfrm>
            <a:off x="10325100" y="2286000"/>
            <a:ext cx="203200" cy="203200"/>
            <a:chOff x="10325100" y="2286000"/>
            <a:chExt cx="203200" cy="203200"/>
          </a:xfrm>
        </p:grpSpPr>
        <p:sp>
          <p:nvSpPr>
            <p:cNvPr id="85" name="node47.surface"/>
            <p:cNvSpPr/>
            <p:nvPr/>
          </p:nvSpPr>
          <p:spPr>
            <a:xfrm>
              <a:off x="10325100" y="2286000"/>
              <a:ext cx="203200" cy="203200"/>
            </a:xfrm>
            <a:prstGeom prst="rect">
              <a:avLst/>
            </a:prstGeom>
            <a:solidFill>
              <a:srgbClr val="E8EEF8"/>
            </a:solidFill>
            <a:ln>
              <a:noFill/>
            </a:ln>
          </p:spPr>
        </p:sp>
      </p:grpSp>
      <p:grpSp>
        <p:nvGrpSpPr>
          <p:cNvPr id="181" name="node48"/>
          <p:cNvGrpSpPr/>
          <p:nvPr/>
        </p:nvGrpSpPr>
        <p:grpSpPr>
          <a:xfrm>
            <a:off x="10553700" y="2286000"/>
            <a:ext cx="203200" cy="203200"/>
            <a:chOff x="10553700" y="2286000"/>
            <a:chExt cx="203200" cy="203200"/>
          </a:xfrm>
        </p:grpSpPr>
        <p:sp>
          <p:nvSpPr>
            <p:cNvPr id="86" name="node48.surface"/>
            <p:cNvSpPr/>
            <p:nvPr/>
          </p:nvSpPr>
          <p:spPr>
            <a:xfrm>
              <a:off x="10553700" y="2286000"/>
              <a:ext cx="203200" cy="203200"/>
            </a:xfrm>
            <a:prstGeom prst="rect">
              <a:avLst/>
            </a:prstGeom>
            <a:solidFill>
              <a:srgbClr val="E8EEF8"/>
            </a:solidFill>
            <a:ln>
              <a:noFill/>
            </a:ln>
          </p:spPr>
        </p:sp>
      </p:grpSp>
      <p:grpSp>
        <p:nvGrpSpPr>
          <p:cNvPr id="182" name="node49"/>
          <p:cNvGrpSpPr/>
          <p:nvPr/>
        </p:nvGrpSpPr>
        <p:grpSpPr>
          <a:xfrm>
            <a:off x="10782300" y="2286000"/>
            <a:ext cx="203200" cy="203200"/>
            <a:chOff x="10782300" y="2286000"/>
            <a:chExt cx="203200" cy="203200"/>
          </a:xfrm>
        </p:grpSpPr>
        <p:sp>
          <p:nvSpPr>
            <p:cNvPr id="87" name="node49.surface"/>
            <p:cNvSpPr/>
            <p:nvPr/>
          </p:nvSpPr>
          <p:spPr>
            <a:xfrm>
              <a:off x="10782300" y="2286000"/>
              <a:ext cx="203200" cy="203200"/>
            </a:xfrm>
            <a:prstGeom prst="rect">
              <a:avLst/>
            </a:prstGeom>
            <a:solidFill>
              <a:srgbClr val="B9C9F0"/>
            </a:solidFill>
            <a:ln>
              <a:noFill/>
            </a:ln>
          </p:spPr>
        </p:sp>
      </p:grpSp>
      <p:grpSp>
        <p:nvGrpSpPr>
          <p:cNvPr id="183" name="node50"/>
          <p:cNvGrpSpPr/>
          <p:nvPr/>
        </p:nvGrpSpPr>
        <p:grpSpPr>
          <a:xfrm>
            <a:off x="11010900" y="2286000"/>
            <a:ext cx="203200" cy="203200"/>
            <a:chOff x="11010900" y="2286000"/>
            <a:chExt cx="203200" cy="203200"/>
          </a:xfrm>
        </p:grpSpPr>
        <p:sp>
          <p:nvSpPr>
            <p:cNvPr id="88" name="node50.surface"/>
            <p:cNvSpPr/>
            <p:nvPr/>
          </p:nvSpPr>
          <p:spPr>
            <a:xfrm>
              <a:off x="11010900" y="2286000"/>
              <a:ext cx="203200" cy="203200"/>
            </a:xfrm>
            <a:prstGeom prst="rect">
              <a:avLst/>
            </a:prstGeom>
            <a:solidFill>
              <a:srgbClr val="B9C9F0"/>
            </a:solidFill>
            <a:ln>
              <a:noFill/>
            </a:ln>
          </p:spPr>
        </p:sp>
      </p:grpSp>
      <p:grpSp>
        <p:nvGrpSpPr>
          <p:cNvPr id="184" name="node51"/>
          <p:cNvGrpSpPr/>
          <p:nvPr/>
        </p:nvGrpSpPr>
        <p:grpSpPr>
          <a:xfrm>
            <a:off x="10096500" y="2514600"/>
            <a:ext cx="203200" cy="203200"/>
            <a:chOff x="10096500" y="2514600"/>
            <a:chExt cx="203200" cy="203200"/>
          </a:xfrm>
        </p:grpSpPr>
        <p:sp>
          <p:nvSpPr>
            <p:cNvPr id="89" name="node51.surface"/>
            <p:cNvSpPr/>
            <p:nvPr/>
          </p:nvSpPr>
          <p:spPr>
            <a:xfrm>
              <a:off x="10096500" y="2514600"/>
              <a:ext cx="203200" cy="203200"/>
            </a:xfrm>
            <a:prstGeom prst="rect">
              <a:avLst/>
            </a:prstGeom>
            <a:solidFill>
              <a:srgbClr val="0047FF"/>
            </a:solidFill>
            <a:ln>
              <a:noFill/>
            </a:ln>
          </p:spPr>
        </p:sp>
      </p:grpSp>
      <p:grpSp>
        <p:nvGrpSpPr>
          <p:cNvPr id="185" name="node52"/>
          <p:cNvGrpSpPr/>
          <p:nvPr/>
        </p:nvGrpSpPr>
        <p:grpSpPr>
          <a:xfrm>
            <a:off x="10325100" y="2514600"/>
            <a:ext cx="203200" cy="203200"/>
            <a:chOff x="10325100" y="2514600"/>
            <a:chExt cx="203200" cy="203200"/>
          </a:xfrm>
        </p:grpSpPr>
        <p:sp>
          <p:nvSpPr>
            <p:cNvPr id="90" name="node52.surface"/>
            <p:cNvSpPr/>
            <p:nvPr/>
          </p:nvSpPr>
          <p:spPr>
            <a:xfrm>
              <a:off x="10325100" y="2514600"/>
              <a:ext cx="203200" cy="203200"/>
            </a:xfrm>
            <a:prstGeom prst="rect">
              <a:avLst/>
            </a:prstGeom>
            <a:solidFill>
              <a:srgbClr val="070154"/>
            </a:solidFill>
            <a:ln>
              <a:noFill/>
            </a:ln>
          </p:spPr>
        </p:sp>
      </p:grpSp>
      <p:grpSp>
        <p:nvGrpSpPr>
          <p:cNvPr id="186" name="node53"/>
          <p:cNvGrpSpPr/>
          <p:nvPr/>
        </p:nvGrpSpPr>
        <p:grpSpPr>
          <a:xfrm>
            <a:off x="10553700" y="2514600"/>
            <a:ext cx="203200" cy="203200"/>
            <a:chOff x="10553700" y="2514600"/>
            <a:chExt cx="203200" cy="203200"/>
          </a:xfrm>
        </p:grpSpPr>
        <p:sp>
          <p:nvSpPr>
            <p:cNvPr id="91" name="node53.surface"/>
            <p:cNvSpPr/>
            <p:nvPr/>
          </p:nvSpPr>
          <p:spPr>
            <a:xfrm>
              <a:off x="10553700" y="2514600"/>
              <a:ext cx="203200" cy="203200"/>
            </a:xfrm>
            <a:prstGeom prst="rect">
              <a:avLst/>
            </a:prstGeom>
            <a:solidFill>
              <a:srgbClr val="7C9BFF"/>
            </a:solidFill>
            <a:ln>
              <a:noFill/>
            </a:ln>
          </p:spPr>
        </p:sp>
      </p:grpSp>
      <p:grpSp>
        <p:nvGrpSpPr>
          <p:cNvPr id="187" name="node54"/>
          <p:cNvGrpSpPr/>
          <p:nvPr/>
        </p:nvGrpSpPr>
        <p:grpSpPr>
          <a:xfrm>
            <a:off x="10782300" y="2514600"/>
            <a:ext cx="203200" cy="203200"/>
            <a:chOff x="10782300" y="2514600"/>
            <a:chExt cx="203200" cy="203200"/>
          </a:xfrm>
        </p:grpSpPr>
        <p:sp>
          <p:nvSpPr>
            <p:cNvPr id="92" name="node54.surface"/>
            <p:cNvSpPr/>
            <p:nvPr/>
          </p:nvSpPr>
          <p:spPr>
            <a:xfrm>
              <a:off x="10782300" y="2514600"/>
              <a:ext cx="203200" cy="203200"/>
            </a:xfrm>
            <a:prstGeom prst="rect">
              <a:avLst/>
            </a:prstGeom>
            <a:solidFill>
              <a:srgbClr val="7C9BFF"/>
            </a:solidFill>
            <a:ln>
              <a:noFill/>
            </a:ln>
          </p:spPr>
        </p:sp>
      </p:grpSp>
      <p:grpSp>
        <p:nvGrpSpPr>
          <p:cNvPr id="188" name="node55"/>
          <p:cNvGrpSpPr/>
          <p:nvPr/>
        </p:nvGrpSpPr>
        <p:grpSpPr>
          <a:xfrm>
            <a:off x="11010900" y="2514600"/>
            <a:ext cx="203200" cy="203200"/>
            <a:chOff x="11010900" y="2514600"/>
            <a:chExt cx="203200" cy="203200"/>
          </a:xfrm>
        </p:grpSpPr>
        <p:sp>
          <p:nvSpPr>
            <p:cNvPr id="93" name="node55.surface"/>
            <p:cNvSpPr/>
            <p:nvPr/>
          </p:nvSpPr>
          <p:spPr>
            <a:xfrm>
              <a:off x="11010900" y="2514600"/>
              <a:ext cx="203200" cy="203200"/>
            </a:xfrm>
            <a:prstGeom prst="rect">
              <a:avLst/>
            </a:prstGeom>
            <a:solidFill>
              <a:srgbClr val="0047FF"/>
            </a:solidFill>
            <a:ln>
              <a:noFill/>
            </a:ln>
          </p:spPr>
        </p:sp>
      </p:grpSp>
      <p:grpSp>
        <p:nvGrpSpPr>
          <p:cNvPr id="189" name="node56"/>
          <p:cNvGrpSpPr/>
          <p:nvPr/>
        </p:nvGrpSpPr>
        <p:grpSpPr>
          <a:xfrm>
            <a:off x="10096500" y="2743200"/>
            <a:ext cx="203200" cy="203200"/>
            <a:chOff x="10096500" y="2743200"/>
            <a:chExt cx="203200" cy="203200"/>
          </a:xfrm>
        </p:grpSpPr>
        <p:sp>
          <p:nvSpPr>
            <p:cNvPr id="94" name="node56.surface"/>
            <p:cNvSpPr/>
            <p:nvPr/>
          </p:nvSpPr>
          <p:spPr>
            <a:xfrm>
              <a:off x="10096500" y="2743200"/>
              <a:ext cx="203200" cy="203200"/>
            </a:xfrm>
            <a:prstGeom prst="rect">
              <a:avLst/>
            </a:prstGeom>
            <a:solidFill>
              <a:srgbClr val="7C9BFF"/>
            </a:solidFill>
            <a:ln>
              <a:noFill/>
            </a:ln>
          </p:spPr>
        </p:sp>
      </p:grpSp>
      <p:grpSp>
        <p:nvGrpSpPr>
          <p:cNvPr id="190" name="node57"/>
          <p:cNvGrpSpPr/>
          <p:nvPr/>
        </p:nvGrpSpPr>
        <p:grpSpPr>
          <a:xfrm>
            <a:off x="10325100" y="2743200"/>
            <a:ext cx="203200" cy="203200"/>
            <a:chOff x="10325100" y="2743200"/>
            <a:chExt cx="203200" cy="203200"/>
          </a:xfrm>
        </p:grpSpPr>
        <p:sp>
          <p:nvSpPr>
            <p:cNvPr id="95" name="node57.surface"/>
            <p:cNvSpPr/>
            <p:nvPr/>
          </p:nvSpPr>
          <p:spPr>
            <a:xfrm>
              <a:off x="10325100" y="2743200"/>
              <a:ext cx="203200" cy="203200"/>
            </a:xfrm>
            <a:prstGeom prst="rect">
              <a:avLst/>
            </a:prstGeom>
            <a:solidFill>
              <a:srgbClr val="7C9BFF"/>
            </a:solidFill>
            <a:ln>
              <a:noFill/>
            </a:ln>
          </p:spPr>
        </p:sp>
      </p:grpSp>
      <p:grpSp>
        <p:nvGrpSpPr>
          <p:cNvPr id="191" name="node58"/>
          <p:cNvGrpSpPr/>
          <p:nvPr/>
        </p:nvGrpSpPr>
        <p:grpSpPr>
          <a:xfrm>
            <a:off x="10553700" y="2743200"/>
            <a:ext cx="203200" cy="203200"/>
            <a:chOff x="10553700" y="2743200"/>
            <a:chExt cx="203200" cy="203200"/>
          </a:xfrm>
        </p:grpSpPr>
        <p:sp>
          <p:nvSpPr>
            <p:cNvPr id="96" name="node58.surface"/>
            <p:cNvSpPr/>
            <p:nvPr/>
          </p:nvSpPr>
          <p:spPr>
            <a:xfrm>
              <a:off x="10553700" y="2743200"/>
              <a:ext cx="203200" cy="203200"/>
            </a:xfrm>
            <a:prstGeom prst="rect">
              <a:avLst/>
            </a:prstGeom>
            <a:solidFill>
              <a:srgbClr val="7C9BFF"/>
            </a:solidFill>
            <a:ln>
              <a:noFill/>
            </a:ln>
          </p:spPr>
        </p:sp>
      </p:grpSp>
      <p:grpSp>
        <p:nvGrpSpPr>
          <p:cNvPr id="192" name="node59"/>
          <p:cNvGrpSpPr/>
          <p:nvPr/>
        </p:nvGrpSpPr>
        <p:grpSpPr>
          <a:xfrm>
            <a:off x="10782300" y="2743200"/>
            <a:ext cx="203200" cy="203200"/>
            <a:chOff x="10782300" y="2743200"/>
            <a:chExt cx="203200" cy="203200"/>
          </a:xfrm>
        </p:grpSpPr>
        <p:sp>
          <p:nvSpPr>
            <p:cNvPr id="97" name="node59.surface"/>
            <p:cNvSpPr/>
            <p:nvPr/>
          </p:nvSpPr>
          <p:spPr>
            <a:xfrm>
              <a:off x="10782300" y="2743200"/>
              <a:ext cx="203200" cy="203200"/>
            </a:xfrm>
            <a:prstGeom prst="rect">
              <a:avLst/>
            </a:prstGeom>
            <a:solidFill>
              <a:srgbClr val="B9C9F0"/>
            </a:solidFill>
            <a:ln>
              <a:noFill/>
            </a:ln>
          </p:spPr>
        </p:sp>
      </p:grpSp>
      <p:grpSp>
        <p:nvGrpSpPr>
          <p:cNvPr id="193" name="node60"/>
          <p:cNvGrpSpPr/>
          <p:nvPr/>
        </p:nvGrpSpPr>
        <p:grpSpPr>
          <a:xfrm>
            <a:off x="11010900" y="2743200"/>
            <a:ext cx="203200" cy="203200"/>
            <a:chOff x="11010900" y="2743200"/>
            <a:chExt cx="203200" cy="203200"/>
          </a:xfrm>
        </p:grpSpPr>
        <p:sp>
          <p:nvSpPr>
            <p:cNvPr id="98" name="node60.surface"/>
            <p:cNvSpPr/>
            <p:nvPr/>
          </p:nvSpPr>
          <p:spPr>
            <a:xfrm>
              <a:off x="11010900" y="2743200"/>
              <a:ext cx="203200" cy="203200"/>
            </a:xfrm>
            <a:prstGeom prst="rect">
              <a:avLst/>
            </a:prstGeom>
            <a:solidFill>
              <a:srgbClr val="7C9BFF"/>
            </a:solidFill>
            <a:ln>
              <a:noFill/>
            </a:ln>
          </p:spPr>
        </p:sp>
      </p:grpSp>
      <p:grpSp>
        <p:nvGrpSpPr>
          <p:cNvPr id="194" name="node61"/>
          <p:cNvGrpSpPr/>
          <p:nvPr/>
        </p:nvGrpSpPr>
        <p:grpSpPr>
          <a:xfrm>
            <a:off x="10096500" y="2971800"/>
            <a:ext cx="203200" cy="203200"/>
            <a:chOff x="10096500" y="2971800"/>
            <a:chExt cx="203200" cy="203200"/>
          </a:xfrm>
        </p:grpSpPr>
        <p:sp>
          <p:nvSpPr>
            <p:cNvPr id="99" name="node61.surface"/>
            <p:cNvSpPr/>
            <p:nvPr/>
          </p:nvSpPr>
          <p:spPr>
            <a:xfrm>
              <a:off x="10096500" y="2971800"/>
              <a:ext cx="203200" cy="203200"/>
            </a:xfrm>
            <a:prstGeom prst="rect">
              <a:avLst/>
            </a:prstGeom>
            <a:solidFill>
              <a:srgbClr val="B9C9F0"/>
            </a:solidFill>
            <a:ln>
              <a:noFill/>
            </a:ln>
          </p:spPr>
        </p:sp>
      </p:grpSp>
      <p:grpSp>
        <p:nvGrpSpPr>
          <p:cNvPr id="195" name="node62"/>
          <p:cNvGrpSpPr/>
          <p:nvPr/>
        </p:nvGrpSpPr>
        <p:grpSpPr>
          <a:xfrm>
            <a:off x="10325100" y="2971800"/>
            <a:ext cx="203200" cy="203200"/>
            <a:chOff x="10325100" y="2971800"/>
            <a:chExt cx="203200" cy="203200"/>
          </a:xfrm>
        </p:grpSpPr>
        <p:sp>
          <p:nvSpPr>
            <p:cNvPr id="100" name="node62.surface"/>
            <p:cNvSpPr/>
            <p:nvPr/>
          </p:nvSpPr>
          <p:spPr>
            <a:xfrm>
              <a:off x="10325100" y="2971800"/>
              <a:ext cx="203200" cy="203200"/>
            </a:xfrm>
            <a:prstGeom prst="rect">
              <a:avLst/>
            </a:prstGeom>
            <a:solidFill>
              <a:srgbClr val="B9C9F0"/>
            </a:solidFill>
            <a:ln>
              <a:noFill/>
            </a:ln>
          </p:spPr>
        </p:sp>
      </p:grpSp>
      <p:grpSp>
        <p:nvGrpSpPr>
          <p:cNvPr id="196" name="node63"/>
          <p:cNvGrpSpPr/>
          <p:nvPr/>
        </p:nvGrpSpPr>
        <p:grpSpPr>
          <a:xfrm>
            <a:off x="10553700" y="2971800"/>
            <a:ext cx="203200" cy="203200"/>
            <a:chOff x="10553700" y="2971800"/>
            <a:chExt cx="203200" cy="203200"/>
          </a:xfrm>
        </p:grpSpPr>
        <p:sp>
          <p:nvSpPr>
            <p:cNvPr id="101" name="node63.surface"/>
            <p:cNvSpPr/>
            <p:nvPr/>
          </p:nvSpPr>
          <p:spPr>
            <a:xfrm>
              <a:off x="10553700" y="2971800"/>
              <a:ext cx="203200" cy="203200"/>
            </a:xfrm>
            <a:prstGeom prst="rect">
              <a:avLst/>
            </a:prstGeom>
            <a:solidFill>
              <a:srgbClr val="B9C9F0"/>
            </a:solidFill>
            <a:ln>
              <a:noFill/>
            </a:ln>
          </p:spPr>
        </p:sp>
      </p:grpSp>
      <p:grpSp>
        <p:nvGrpSpPr>
          <p:cNvPr id="197" name="node64"/>
          <p:cNvGrpSpPr/>
          <p:nvPr/>
        </p:nvGrpSpPr>
        <p:grpSpPr>
          <a:xfrm>
            <a:off x="10782300" y="2971800"/>
            <a:ext cx="203200" cy="203200"/>
            <a:chOff x="10782300" y="2971800"/>
            <a:chExt cx="203200" cy="203200"/>
          </a:xfrm>
        </p:grpSpPr>
        <p:sp>
          <p:nvSpPr>
            <p:cNvPr id="102" name="node64.surface"/>
            <p:cNvSpPr/>
            <p:nvPr/>
          </p:nvSpPr>
          <p:spPr>
            <a:xfrm>
              <a:off x="10782300" y="2971800"/>
              <a:ext cx="203200" cy="203200"/>
            </a:xfrm>
            <a:prstGeom prst="rect">
              <a:avLst/>
            </a:prstGeom>
            <a:solidFill>
              <a:srgbClr val="B9C9F0"/>
            </a:solidFill>
            <a:ln>
              <a:noFill/>
            </a:ln>
          </p:spPr>
        </p:sp>
      </p:grpSp>
      <p:grpSp>
        <p:nvGrpSpPr>
          <p:cNvPr id="198" name="node65"/>
          <p:cNvGrpSpPr/>
          <p:nvPr/>
        </p:nvGrpSpPr>
        <p:grpSpPr>
          <a:xfrm>
            <a:off x="11010900" y="2971800"/>
            <a:ext cx="203200" cy="203200"/>
            <a:chOff x="11010900" y="2971800"/>
            <a:chExt cx="203200" cy="203200"/>
          </a:xfrm>
        </p:grpSpPr>
        <p:sp>
          <p:nvSpPr>
            <p:cNvPr id="103" name="node65.surface"/>
            <p:cNvSpPr/>
            <p:nvPr/>
          </p:nvSpPr>
          <p:spPr>
            <a:xfrm>
              <a:off x="11010900" y="2971800"/>
              <a:ext cx="203200" cy="203200"/>
            </a:xfrm>
            <a:prstGeom prst="rect">
              <a:avLst/>
            </a:prstGeom>
            <a:solidFill>
              <a:srgbClr val="E8EEF8"/>
            </a:solidFill>
            <a:ln>
              <a:noFill/>
            </a:ln>
          </p:spPr>
        </p:sp>
      </p:grpSp>
      <p:grpSp>
        <p:nvGrpSpPr>
          <p:cNvPr id="199" name="node66"/>
          <p:cNvGrpSpPr/>
          <p:nvPr/>
        </p:nvGrpSpPr>
        <p:grpSpPr>
          <a:xfrm>
            <a:off x="10096500" y="3200400"/>
            <a:ext cx="203200" cy="203200"/>
            <a:chOff x="10096500" y="3200400"/>
            <a:chExt cx="203200" cy="203200"/>
          </a:xfrm>
        </p:grpSpPr>
        <p:sp>
          <p:nvSpPr>
            <p:cNvPr id="104" name="node66.surface"/>
            <p:cNvSpPr/>
            <p:nvPr/>
          </p:nvSpPr>
          <p:spPr>
            <a:xfrm>
              <a:off x="10096500" y="3200400"/>
              <a:ext cx="203200" cy="203200"/>
            </a:xfrm>
            <a:prstGeom prst="rect">
              <a:avLst/>
            </a:prstGeom>
            <a:solidFill>
              <a:srgbClr val="0047FF"/>
            </a:solidFill>
            <a:ln>
              <a:noFill/>
            </a:ln>
          </p:spPr>
        </p:sp>
      </p:grpSp>
      <p:grpSp>
        <p:nvGrpSpPr>
          <p:cNvPr id="200" name="node67"/>
          <p:cNvGrpSpPr/>
          <p:nvPr/>
        </p:nvGrpSpPr>
        <p:grpSpPr>
          <a:xfrm>
            <a:off x="10325100" y="3200400"/>
            <a:ext cx="203200" cy="203200"/>
            <a:chOff x="10325100" y="3200400"/>
            <a:chExt cx="203200" cy="203200"/>
          </a:xfrm>
        </p:grpSpPr>
        <p:sp>
          <p:nvSpPr>
            <p:cNvPr id="105" name="node67.surface"/>
            <p:cNvSpPr/>
            <p:nvPr/>
          </p:nvSpPr>
          <p:spPr>
            <a:xfrm>
              <a:off x="10325100" y="3200400"/>
              <a:ext cx="203200" cy="203200"/>
            </a:xfrm>
            <a:prstGeom prst="rect">
              <a:avLst/>
            </a:prstGeom>
            <a:solidFill>
              <a:srgbClr val="0047FF"/>
            </a:solidFill>
            <a:ln>
              <a:noFill/>
            </a:ln>
          </p:spPr>
        </p:sp>
      </p:grpSp>
      <p:grpSp>
        <p:nvGrpSpPr>
          <p:cNvPr id="201" name="node68"/>
          <p:cNvGrpSpPr/>
          <p:nvPr/>
        </p:nvGrpSpPr>
        <p:grpSpPr>
          <a:xfrm>
            <a:off x="10553700" y="3200400"/>
            <a:ext cx="203200" cy="203200"/>
            <a:chOff x="10553700" y="3200400"/>
            <a:chExt cx="203200" cy="203200"/>
          </a:xfrm>
        </p:grpSpPr>
        <p:sp>
          <p:nvSpPr>
            <p:cNvPr id="106" name="node68.surface"/>
            <p:cNvSpPr/>
            <p:nvPr/>
          </p:nvSpPr>
          <p:spPr>
            <a:xfrm>
              <a:off x="10553700" y="3200400"/>
              <a:ext cx="203200" cy="203200"/>
            </a:xfrm>
            <a:prstGeom prst="rect">
              <a:avLst/>
            </a:prstGeom>
            <a:solidFill>
              <a:srgbClr val="7C9BFF"/>
            </a:solidFill>
            <a:ln>
              <a:noFill/>
            </a:ln>
          </p:spPr>
        </p:sp>
      </p:grpSp>
      <p:grpSp>
        <p:nvGrpSpPr>
          <p:cNvPr id="202" name="node69"/>
          <p:cNvGrpSpPr/>
          <p:nvPr/>
        </p:nvGrpSpPr>
        <p:grpSpPr>
          <a:xfrm>
            <a:off x="10782300" y="3200400"/>
            <a:ext cx="203200" cy="203200"/>
            <a:chOff x="10782300" y="3200400"/>
            <a:chExt cx="203200" cy="203200"/>
          </a:xfrm>
        </p:grpSpPr>
        <p:sp>
          <p:nvSpPr>
            <p:cNvPr id="107" name="node69.surface"/>
            <p:cNvSpPr/>
            <p:nvPr/>
          </p:nvSpPr>
          <p:spPr>
            <a:xfrm>
              <a:off x="10782300" y="3200400"/>
              <a:ext cx="203200" cy="203200"/>
            </a:xfrm>
            <a:prstGeom prst="rect">
              <a:avLst/>
            </a:prstGeom>
            <a:solidFill>
              <a:srgbClr val="0047FF"/>
            </a:solidFill>
            <a:ln>
              <a:noFill/>
            </a:ln>
          </p:spPr>
        </p:sp>
      </p:grpSp>
      <p:grpSp>
        <p:nvGrpSpPr>
          <p:cNvPr id="203" name="node70"/>
          <p:cNvGrpSpPr/>
          <p:nvPr/>
        </p:nvGrpSpPr>
        <p:grpSpPr>
          <a:xfrm>
            <a:off x="11010900" y="3200400"/>
            <a:ext cx="203200" cy="203200"/>
            <a:chOff x="11010900" y="3200400"/>
            <a:chExt cx="203200" cy="203200"/>
          </a:xfrm>
        </p:grpSpPr>
        <p:sp>
          <p:nvSpPr>
            <p:cNvPr id="108" name="node70.surface"/>
            <p:cNvSpPr/>
            <p:nvPr/>
          </p:nvSpPr>
          <p:spPr>
            <a:xfrm>
              <a:off x="11010900" y="3200400"/>
              <a:ext cx="203200" cy="203200"/>
            </a:xfrm>
            <a:prstGeom prst="rect">
              <a:avLst/>
            </a:prstGeom>
            <a:solidFill>
              <a:srgbClr val="7C9BFF"/>
            </a:solidFill>
            <a:ln>
              <a:noFill/>
            </a:ln>
          </p:spPr>
        </p:sp>
      </p:grpSp>
      <p:grpSp>
        <p:nvGrpSpPr>
          <p:cNvPr id="204" name="node71"/>
          <p:cNvGrpSpPr/>
          <p:nvPr/>
        </p:nvGrpSpPr>
        <p:grpSpPr>
          <a:xfrm>
            <a:off x="10096500" y="3429000"/>
            <a:ext cx="203200" cy="203200"/>
            <a:chOff x="10096500" y="3429000"/>
            <a:chExt cx="203200" cy="203200"/>
          </a:xfrm>
        </p:grpSpPr>
        <p:sp>
          <p:nvSpPr>
            <p:cNvPr id="109" name="node71.surface"/>
            <p:cNvSpPr/>
            <p:nvPr/>
          </p:nvSpPr>
          <p:spPr>
            <a:xfrm>
              <a:off x="10096500" y="3429000"/>
              <a:ext cx="203200" cy="203200"/>
            </a:xfrm>
            <a:prstGeom prst="rect">
              <a:avLst/>
            </a:prstGeom>
            <a:solidFill>
              <a:srgbClr val="B9C9F0"/>
            </a:solidFill>
            <a:ln>
              <a:noFill/>
            </a:ln>
          </p:spPr>
        </p:sp>
      </p:grpSp>
      <p:grpSp>
        <p:nvGrpSpPr>
          <p:cNvPr id="205" name="node72"/>
          <p:cNvGrpSpPr/>
          <p:nvPr/>
        </p:nvGrpSpPr>
        <p:grpSpPr>
          <a:xfrm>
            <a:off x="10325100" y="3429000"/>
            <a:ext cx="203200" cy="203200"/>
            <a:chOff x="10325100" y="3429000"/>
            <a:chExt cx="203200" cy="203200"/>
          </a:xfrm>
        </p:grpSpPr>
        <p:sp>
          <p:nvSpPr>
            <p:cNvPr id="110" name="node72.surface"/>
            <p:cNvSpPr/>
            <p:nvPr/>
          </p:nvSpPr>
          <p:spPr>
            <a:xfrm>
              <a:off x="10325100" y="3429000"/>
              <a:ext cx="203200" cy="203200"/>
            </a:xfrm>
            <a:prstGeom prst="rect">
              <a:avLst/>
            </a:prstGeom>
            <a:solidFill>
              <a:srgbClr val="B9C9F0"/>
            </a:solidFill>
            <a:ln>
              <a:noFill/>
            </a:ln>
          </p:spPr>
        </p:sp>
      </p:grpSp>
      <p:grpSp>
        <p:nvGrpSpPr>
          <p:cNvPr id="206" name="node73"/>
          <p:cNvGrpSpPr/>
          <p:nvPr/>
        </p:nvGrpSpPr>
        <p:grpSpPr>
          <a:xfrm>
            <a:off x="10553700" y="3429000"/>
            <a:ext cx="203200" cy="203200"/>
            <a:chOff x="10553700" y="3429000"/>
            <a:chExt cx="203200" cy="203200"/>
          </a:xfrm>
        </p:grpSpPr>
        <p:sp>
          <p:nvSpPr>
            <p:cNvPr id="111" name="node73.surface"/>
            <p:cNvSpPr/>
            <p:nvPr/>
          </p:nvSpPr>
          <p:spPr>
            <a:xfrm>
              <a:off x="10553700" y="3429000"/>
              <a:ext cx="203200" cy="203200"/>
            </a:xfrm>
            <a:prstGeom prst="rect">
              <a:avLst/>
            </a:prstGeom>
            <a:solidFill>
              <a:srgbClr val="E8EEF8"/>
            </a:solidFill>
            <a:ln>
              <a:noFill/>
            </a:ln>
          </p:spPr>
        </p:sp>
      </p:grpSp>
      <p:grpSp>
        <p:nvGrpSpPr>
          <p:cNvPr id="207" name="node74"/>
          <p:cNvGrpSpPr/>
          <p:nvPr/>
        </p:nvGrpSpPr>
        <p:grpSpPr>
          <a:xfrm>
            <a:off x="10782300" y="3429000"/>
            <a:ext cx="203200" cy="203200"/>
            <a:chOff x="10782300" y="3429000"/>
            <a:chExt cx="203200" cy="203200"/>
          </a:xfrm>
        </p:grpSpPr>
        <p:sp>
          <p:nvSpPr>
            <p:cNvPr id="112" name="node74.surface"/>
            <p:cNvSpPr/>
            <p:nvPr/>
          </p:nvSpPr>
          <p:spPr>
            <a:xfrm>
              <a:off x="10782300" y="3429000"/>
              <a:ext cx="203200" cy="203200"/>
            </a:xfrm>
            <a:prstGeom prst="rect">
              <a:avLst/>
            </a:prstGeom>
            <a:solidFill>
              <a:srgbClr val="7C9BFF"/>
            </a:solidFill>
            <a:ln>
              <a:noFill/>
            </a:ln>
          </p:spPr>
        </p:sp>
      </p:grpSp>
      <p:grpSp>
        <p:nvGrpSpPr>
          <p:cNvPr id="208" name="node75"/>
          <p:cNvGrpSpPr/>
          <p:nvPr/>
        </p:nvGrpSpPr>
        <p:grpSpPr>
          <a:xfrm>
            <a:off x="11010900" y="3429000"/>
            <a:ext cx="203200" cy="203200"/>
            <a:chOff x="11010900" y="3429000"/>
            <a:chExt cx="203200" cy="203200"/>
          </a:xfrm>
        </p:grpSpPr>
        <p:sp>
          <p:nvSpPr>
            <p:cNvPr id="113" name="node75.surface"/>
            <p:cNvSpPr/>
            <p:nvPr/>
          </p:nvSpPr>
          <p:spPr>
            <a:xfrm>
              <a:off x="11010900" y="3429000"/>
              <a:ext cx="203200" cy="203200"/>
            </a:xfrm>
            <a:prstGeom prst="rect">
              <a:avLst/>
            </a:prstGeom>
            <a:solidFill>
              <a:srgbClr val="B9C9F0"/>
            </a:solidFill>
            <a:ln>
              <a:noFill/>
            </a:ln>
          </p:spPr>
        </p:sp>
      </p:grpSp>
      <p:grpSp>
        <p:nvGrpSpPr>
          <p:cNvPr id="209" name="node76"/>
          <p:cNvGrpSpPr/>
          <p:nvPr/>
        </p:nvGrpSpPr>
        <p:grpSpPr>
          <a:xfrm>
            <a:off x="10096500" y="3657600"/>
            <a:ext cx="203200" cy="203200"/>
            <a:chOff x="10096500" y="3657600"/>
            <a:chExt cx="203200" cy="203200"/>
          </a:xfrm>
        </p:grpSpPr>
        <p:sp>
          <p:nvSpPr>
            <p:cNvPr id="114" name="node76.surface"/>
            <p:cNvSpPr/>
            <p:nvPr/>
          </p:nvSpPr>
          <p:spPr>
            <a:xfrm>
              <a:off x="10096500" y="3657600"/>
              <a:ext cx="203200" cy="203200"/>
            </a:xfrm>
            <a:prstGeom prst="rect">
              <a:avLst/>
            </a:prstGeom>
            <a:solidFill>
              <a:srgbClr val="7C9BFF"/>
            </a:solidFill>
            <a:ln>
              <a:noFill/>
            </a:ln>
          </p:spPr>
        </p:sp>
      </p:grpSp>
      <p:grpSp>
        <p:nvGrpSpPr>
          <p:cNvPr id="210" name="node77"/>
          <p:cNvGrpSpPr/>
          <p:nvPr/>
        </p:nvGrpSpPr>
        <p:grpSpPr>
          <a:xfrm>
            <a:off x="10325100" y="3657600"/>
            <a:ext cx="203200" cy="203200"/>
            <a:chOff x="10325100" y="3657600"/>
            <a:chExt cx="203200" cy="203200"/>
          </a:xfrm>
        </p:grpSpPr>
        <p:sp>
          <p:nvSpPr>
            <p:cNvPr id="115" name="node77.surface"/>
            <p:cNvSpPr/>
            <p:nvPr/>
          </p:nvSpPr>
          <p:spPr>
            <a:xfrm>
              <a:off x="10325100" y="3657600"/>
              <a:ext cx="203200" cy="203200"/>
            </a:xfrm>
            <a:prstGeom prst="rect">
              <a:avLst/>
            </a:prstGeom>
            <a:solidFill>
              <a:srgbClr val="B9C9F0"/>
            </a:solidFill>
            <a:ln>
              <a:noFill/>
            </a:ln>
          </p:spPr>
        </p:sp>
      </p:grpSp>
      <p:grpSp>
        <p:nvGrpSpPr>
          <p:cNvPr id="211" name="node78"/>
          <p:cNvGrpSpPr/>
          <p:nvPr/>
        </p:nvGrpSpPr>
        <p:grpSpPr>
          <a:xfrm>
            <a:off x="10553700" y="3657600"/>
            <a:ext cx="203200" cy="203200"/>
            <a:chOff x="10553700" y="3657600"/>
            <a:chExt cx="203200" cy="203200"/>
          </a:xfrm>
        </p:grpSpPr>
        <p:sp>
          <p:nvSpPr>
            <p:cNvPr id="116" name="node78.surface"/>
            <p:cNvSpPr/>
            <p:nvPr/>
          </p:nvSpPr>
          <p:spPr>
            <a:xfrm>
              <a:off x="10553700" y="3657600"/>
              <a:ext cx="203200" cy="203200"/>
            </a:xfrm>
            <a:prstGeom prst="rect">
              <a:avLst/>
            </a:prstGeom>
            <a:solidFill>
              <a:srgbClr val="B9C9F0"/>
            </a:solidFill>
            <a:ln>
              <a:noFill/>
            </a:ln>
          </p:spPr>
        </p:sp>
      </p:grpSp>
      <p:grpSp>
        <p:nvGrpSpPr>
          <p:cNvPr id="212" name="node79"/>
          <p:cNvGrpSpPr/>
          <p:nvPr/>
        </p:nvGrpSpPr>
        <p:grpSpPr>
          <a:xfrm>
            <a:off x="10782300" y="3657600"/>
            <a:ext cx="203200" cy="203200"/>
            <a:chOff x="10782300" y="3657600"/>
            <a:chExt cx="203200" cy="203200"/>
          </a:xfrm>
        </p:grpSpPr>
        <p:sp>
          <p:nvSpPr>
            <p:cNvPr id="117" name="node79.surface"/>
            <p:cNvSpPr/>
            <p:nvPr/>
          </p:nvSpPr>
          <p:spPr>
            <a:xfrm>
              <a:off x="10782300" y="3657600"/>
              <a:ext cx="203200" cy="203200"/>
            </a:xfrm>
            <a:prstGeom prst="rect">
              <a:avLst/>
            </a:prstGeom>
            <a:solidFill>
              <a:srgbClr val="B9C9F0"/>
            </a:solidFill>
            <a:ln>
              <a:noFill/>
            </a:ln>
          </p:spPr>
        </p:sp>
      </p:grpSp>
      <p:grpSp>
        <p:nvGrpSpPr>
          <p:cNvPr id="213" name="node80"/>
          <p:cNvGrpSpPr/>
          <p:nvPr/>
        </p:nvGrpSpPr>
        <p:grpSpPr>
          <a:xfrm>
            <a:off x="11010900" y="3657600"/>
            <a:ext cx="203200" cy="203200"/>
            <a:chOff x="11010900" y="3657600"/>
            <a:chExt cx="203200" cy="203200"/>
          </a:xfrm>
        </p:grpSpPr>
        <p:sp>
          <p:nvSpPr>
            <p:cNvPr id="118" name="node80.surface"/>
            <p:cNvSpPr/>
            <p:nvPr/>
          </p:nvSpPr>
          <p:spPr>
            <a:xfrm>
              <a:off x="11010900" y="3657600"/>
              <a:ext cx="203200" cy="203200"/>
            </a:xfrm>
            <a:prstGeom prst="rect">
              <a:avLst/>
            </a:prstGeom>
            <a:solidFill>
              <a:srgbClr val="7C9BFF"/>
            </a:solidFill>
            <a:ln>
              <a:noFill/>
            </a:ln>
          </p:spPr>
        </p:sp>
      </p:grpSp>
      <p:grpSp>
        <p:nvGrpSpPr>
          <p:cNvPr id="214" name="node81"/>
          <p:cNvGrpSpPr/>
          <p:nvPr/>
        </p:nvGrpSpPr>
        <p:grpSpPr>
          <a:xfrm>
            <a:off x="10096500" y="2514600"/>
            <a:ext cx="1143000" cy="25400"/>
            <a:chOff x="10096500" y="2514600"/>
            <a:chExt cx="1143000" cy="25400"/>
          </a:xfrm>
        </p:grpSpPr>
        <p:sp>
          <p:nvSpPr>
            <p:cNvPr id="119" name="node81.surface"/>
            <p:cNvSpPr/>
            <p:nvPr/>
          </p:nvSpPr>
          <p:spPr>
            <a:xfrm>
              <a:off x="10096500" y="2514600"/>
              <a:ext cx="1143000" cy="25400"/>
            </a:xfrm>
            <a:prstGeom prst="rect">
              <a:avLst/>
            </a:prstGeom>
            <a:solidFill>
              <a:srgbClr val="05013F"/>
            </a:solidFill>
            <a:ln>
              <a:noFill/>
            </a:ln>
          </p:spPr>
        </p:sp>
      </p:grpSp>
      <p:grpSp>
        <p:nvGrpSpPr>
          <p:cNvPr id="215" name="node82"/>
          <p:cNvGrpSpPr/>
          <p:nvPr/>
        </p:nvGrpSpPr>
        <p:grpSpPr>
          <a:xfrm>
            <a:off x="10096500" y="2971800"/>
            <a:ext cx="1143000" cy="25400"/>
            <a:chOff x="10096500" y="2971800"/>
            <a:chExt cx="1143000" cy="25400"/>
          </a:xfrm>
        </p:grpSpPr>
        <p:sp>
          <p:nvSpPr>
            <p:cNvPr id="120" name="node82.surface"/>
            <p:cNvSpPr/>
            <p:nvPr/>
          </p:nvSpPr>
          <p:spPr>
            <a:xfrm>
              <a:off x="10096500" y="2971800"/>
              <a:ext cx="1143000" cy="25400"/>
            </a:xfrm>
            <a:prstGeom prst="rect">
              <a:avLst/>
            </a:prstGeom>
            <a:solidFill>
              <a:srgbClr val="05013F"/>
            </a:solidFill>
            <a:ln>
              <a:noFill/>
            </a:ln>
          </p:spPr>
        </p:sp>
      </p:grpSp>
      <p:grpSp>
        <p:nvGrpSpPr>
          <p:cNvPr id="216" name="node83"/>
          <p:cNvGrpSpPr/>
          <p:nvPr/>
        </p:nvGrpSpPr>
        <p:grpSpPr>
          <a:xfrm>
            <a:off x="10096500" y="2514600"/>
            <a:ext cx="25400" cy="457200"/>
            <a:chOff x="10096500" y="2514600"/>
            <a:chExt cx="25400" cy="457200"/>
          </a:xfrm>
        </p:grpSpPr>
        <p:sp>
          <p:nvSpPr>
            <p:cNvPr id="121" name="node83.surface"/>
            <p:cNvSpPr/>
            <p:nvPr/>
          </p:nvSpPr>
          <p:spPr>
            <a:xfrm>
              <a:off x="10096500" y="2514600"/>
              <a:ext cx="25400" cy="457200"/>
            </a:xfrm>
            <a:prstGeom prst="rect">
              <a:avLst/>
            </a:prstGeom>
            <a:solidFill>
              <a:srgbClr val="05013F"/>
            </a:solidFill>
            <a:ln>
              <a:noFill/>
            </a:ln>
          </p:spPr>
        </p:sp>
      </p:grpSp>
      <p:grpSp>
        <p:nvGrpSpPr>
          <p:cNvPr id="217" name="node84"/>
          <p:cNvGrpSpPr/>
          <p:nvPr/>
        </p:nvGrpSpPr>
        <p:grpSpPr>
          <a:xfrm>
            <a:off x="11239500" y="2514600"/>
            <a:ext cx="25400" cy="482600"/>
            <a:chOff x="11239500" y="2514600"/>
            <a:chExt cx="25400" cy="482600"/>
          </a:xfrm>
        </p:grpSpPr>
        <p:sp>
          <p:nvSpPr>
            <p:cNvPr id="122" name="node84.surface"/>
            <p:cNvSpPr/>
            <p:nvPr/>
          </p:nvSpPr>
          <p:spPr>
            <a:xfrm>
              <a:off x="11239500" y="2514600"/>
              <a:ext cx="25400" cy="482600"/>
            </a:xfrm>
            <a:prstGeom prst="rect">
              <a:avLst/>
            </a:prstGeom>
            <a:solidFill>
              <a:srgbClr val="05013F"/>
            </a:solidFill>
            <a:ln>
              <a:noFill/>
            </a:ln>
          </p:spPr>
        </p:sp>
      </p:grpSp>
      <p:grpSp>
        <p:nvGrpSpPr>
          <p:cNvPr id="218" name="node85"/>
          <p:cNvGrpSpPr/>
          <p:nvPr/>
        </p:nvGrpSpPr>
        <p:grpSpPr>
          <a:xfrm>
            <a:off x="10096500" y="3962400"/>
            <a:ext cx="1397000" cy="152400"/>
            <a:chOff x="10096500" y="3962400"/>
            <a:chExt cx="1397000" cy="152400"/>
          </a:xfrm>
        </p:grpSpPr>
        <p:sp>
          <p:nvSpPr>
            <p:cNvPr id="123" name="node85.text"/>
            <p:cNvSpPr/>
            <p:nvPr/>
          </p:nvSpPr>
          <p:spPr>
            <a:xfrm>
              <a:off x="10096500" y="3962400"/>
              <a:ext cx="1397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ROWS A4–A5</a:t>
              </a:r>
              <a:endParaRPr lang="en-US" sz="900" spc="54" kern="0" b="0" i="0" dirty="0">
                <a:solidFill>
                  <a:srgbClr val="50658E"/>
                </a:solidFill>
                <a:latin typeface="IBM Plex Mono Medium"/>
                <a:ea typeface="IBM Plex Mono Medium"/>
                <a:cs typeface="IBM Plex Mono Medium"/>
              </a:endParaRPr>
            </a:p>
          </p:txBody>
        </p:sp>
      </p:grpSp>
      <p:grpSp>
        <p:nvGrpSpPr>
          <p:cNvPr id="219" name="node86"/>
          <p:cNvGrpSpPr/>
          <p:nvPr/>
        </p:nvGrpSpPr>
        <p:grpSpPr>
          <a:xfrm>
            <a:off x="723900" y="5486400"/>
            <a:ext cx="6392863" cy="228600"/>
            <a:chOff x="723900" y="5486400"/>
            <a:chExt cx="6392863" cy="228600"/>
          </a:xfrm>
        </p:grpSpPr>
        <p:sp>
          <p:nvSpPr>
            <p:cNvPr id="124" name="node86.items.slot-001.swatch"/>
            <p:cNvSpPr/>
            <p:nvPr/>
          </p:nvSpPr>
          <p:spPr>
            <a:xfrm>
              <a:off x="723900" y="5537200"/>
              <a:ext cx="228600" cy="127000"/>
            </a:xfrm>
            <a:prstGeom prst="rect">
              <a:avLst/>
            </a:prstGeom>
            <a:solidFill>
              <a:srgbClr val="E8EEF8"/>
            </a:solidFill>
            <a:ln>
              <a:noFill/>
            </a:ln>
          </p:spPr>
        </p:sp>
        <p:sp>
          <p:nvSpPr>
            <p:cNvPr id="125" name="node86.items.slot-001.text"/>
            <p:cNvSpPr/>
            <p:nvPr/>
          </p:nvSpPr>
          <p:spPr>
            <a:xfrm>
              <a:off x="1016000" y="5486400"/>
              <a:ext cx="652463"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1 Ad hoc</a:t>
              </a:r>
              <a:endParaRPr lang="en-US" sz="1200" spc="0" kern="0" b="0" i="0" dirty="0">
                <a:solidFill>
                  <a:srgbClr val="070154"/>
                </a:solidFill>
                <a:latin typeface="IBM Plex Sans"/>
                <a:ea typeface="IBM Plex Sans"/>
                <a:cs typeface="IBM Plex Sans"/>
              </a:endParaRPr>
            </a:p>
          </p:txBody>
        </p:sp>
        <p:sp>
          <p:nvSpPr>
            <p:cNvPr id="126" name="node86.items.slot-002.swatch"/>
            <p:cNvSpPr/>
            <p:nvPr/>
          </p:nvSpPr>
          <p:spPr>
            <a:xfrm>
              <a:off x="1897063" y="5537200"/>
              <a:ext cx="228600" cy="127000"/>
            </a:xfrm>
            <a:prstGeom prst="rect">
              <a:avLst/>
            </a:prstGeom>
            <a:solidFill>
              <a:srgbClr val="B9C9F0"/>
            </a:solidFill>
            <a:ln>
              <a:noFill/>
            </a:ln>
          </p:spPr>
        </p:sp>
        <p:sp>
          <p:nvSpPr>
            <p:cNvPr id="127" name="node86.items.slot-002.text"/>
            <p:cNvSpPr/>
            <p:nvPr/>
          </p:nvSpPr>
          <p:spPr>
            <a:xfrm>
              <a:off x="2189163" y="5486400"/>
              <a:ext cx="963613"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2 Repeatable</a:t>
              </a:r>
              <a:endParaRPr lang="en-US" sz="1200" spc="0" kern="0" b="0" i="0" dirty="0">
                <a:solidFill>
                  <a:srgbClr val="070154"/>
                </a:solidFill>
                <a:latin typeface="IBM Plex Sans"/>
                <a:ea typeface="IBM Plex Sans"/>
                <a:cs typeface="IBM Plex Sans"/>
              </a:endParaRPr>
            </a:p>
          </p:txBody>
        </p:sp>
        <p:sp>
          <p:nvSpPr>
            <p:cNvPr id="128" name="node86.items.slot-003.swatch"/>
            <p:cNvSpPr/>
            <p:nvPr/>
          </p:nvSpPr>
          <p:spPr>
            <a:xfrm>
              <a:off x="3381375" y="5537200"/>
              <a:ext cx="228600" cy="127000"/>
            </a:xfrm>
            <a:prstGeom prst="rect">
              <a:avLst/>
            </a:prstGeom>
            <a:solidFill>
              <a:srgbClr val="7C9BFF"/>
            </a:solidFill>
            <a:ln>
              <a:noFill/>
            </a:ln>
          </p:spPr>
        </p:sp>
        <p:sp>
          <p:nvSpPr>
            <p:cNvPr id="129" name="node86.items.slot-003.text"/>
            <p:cNvSpPr/>
            <p:nvPr/>
          </p:nvSpPr>
          <p:spPr>
            <a:xfrm>
              <a:off x="3673475" y="5486400"/>
              <a:ext cx="711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3 Defined</a:t>
              </a:r>
              <a:endParaRPr lang="en-US" sz="1200" spc="0" kern="0" b="0" i="0" dirty="0">
                <a:solidFill>
                  <a:srgbClr val="070154"/>
                </a:solidFill>
                <a:latin typeface="IBM Plex Sans"/>
                <a:ea typeface="IBM Plex Sans"/>
                <a:cs typeface="IBM Plex Sans"/>
              </a:endParaRPr>
            </a:p>
          </p:txBody>
        </p:sp>
        <p:sp>
          <p:nvSpPr>
            <p:cNvPr id="130" name="node86.items.slot-004.swatch"/>
            <p:cNvSpPr/>
            <p:nvPr/>
          </p:nvSpPr>
          <p:spPr>
            <a:xfrm>
              <a:off x="4613275" y="5537200"/>
              <a:ext cx="228600" cy="127000"/>
            </a:xfrm>
            <a:prstGeom prst="rect">
              <a:avLst/>
            </a:prstGeom>
            <a:solidFill>
              <a:srgbClr val="0047FF"/>
            </a:solidFill>
            <a:ln>
              <a:noFill/>
            </a:ln>
          </p:spPr>
        </p:sp>
        <p:sp>
          <p:nvSpPr>
            <p:cNvPr id="131" name="node86.items.slot-004.text"/>
            <p:cNvSpPr/>
            <p:nvPr/>
          </p:nvSpPr>
          <p:spPr>
            <a:xfrm>
              <a:off x="4905375" y="5486400"/>
              <a:ext cx="80645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4 Managed</a:t>
              </a:r>
              <a:endParaRPr lang="en-US" sz="1200" spc="0" kern="0" b="0" i="0" dirty="0">
                <a:solidFill>
                  <a:srgbClr val="070154"/>
                </a:solidFill>
                <a:latin typeface="IBM Plex Sans"/>
                <a:ea typeface="IBM Plex Sans"/>
                <a:cs typeface="IBM Plex Sans"/>
              </a:endParaRPr>
            </a:p>
          </p:txBody>
        </p:sp>
        <p:sp>
          <p:nvSpPr>
            <p:cNvPr id="132" name="node86.items.slot-005.swatch"/>
            <p:cNvSpPr/>
            <p:nvPr/>
          </p:nvSpPr>
          <p:spPr>
            <a:xfrm>
              <a:off x="5940425" y="5537200"/>
              <a:ext cx="228600" cy="127000"/>
            </a:xfrm>
            <a:prstGeom prst="rect">
              <a:avLst/>
            </a:prstGeom>
            <a:solidFill>
              <a:srgbClr val="070154"/>
            </a:solidFill>
            <a:ln>
              <a:noFill/>
            </a:ln>
          </p:spPr>
        </p:sp>
        <p:sp>
          <p:nvSpPr>
            <p:cNvPr id="133" name="node86.items.slot-005.text"/>
            <p:cNvSpPr/>
            <p:nvPr/>
          </p:nvSpPr>
          <p:spPr>
            <a:xfrm>
              <a:off x="6232525" y="5486400"/>
              <a:ext cx="884238"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5 Optimized</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ource-211">
    <p:spTree>
      <p:nvGrpSpPr>
        <p:cNvPr id="1" name=""/>
        <p:cNvGrpSpPr/>
        <p:nvPr/>
      </p:nvGrpSpPr>
      <p:grpSpPr>
        <a:xfrm>
          <a:off x="0" y="0"/>
          <a:ext cx="0" cy="0"/>
          <a:chOff x="0" y="0"/>
          <a:chExt cx="0" cy="0"/>
        </a:xfrm>
      </p:grpSpPr>
      <p:sp>
        <p:nvSpPr>
          <p:cNvPr id="3" name="eyebrow"/>
          <p:cNvSpPr/>
          <p:nvPr/>
        </p:nvSpPr>
        <p:spPr>
          <a:xfrm>
            <a:off x="4381500" y="457200"/>
            <a:ext cx="70866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FRONT-DOOR DETAIL</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4381500" y="685800"/>
            <a:ext cx="70866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Front-door rows in depth</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4381500" y="5829300"/>
            <a:ext cx="70866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Sample ratings for layout only; replace before use.</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54</a:t>
            </a:fld>
            <a:endParaRPr lang="en-US" sz="700" spc="0" kern="0" b="0" i="0" dirty="0">
              <a:solidFill>
                <a:srgbClr val="070154"/>
              </a:solidFill>
              <a:latin typeface="IBM Plex Mono SemiBold"/>
              <a:ea typeface="IBM Plex Mono SemiBold"/>
              <a:cs typeface="IBM Plex Mono SemiBold"/>
            </a:endParaRPr>
          </a:p>
        </p:txBody>
      </p:sp>
      <p:grpSp>
        <p:nvGrpSpPr>
          <p:cNvPr id="137" name="node01"/>
          <p:cNvGrpSpPr/>
          <p:nvPr/>
        </p:nvGrpSpPr>
        <p:grpSpPr>
          <a:xfrm>
            <a:off x="4381500" y="2743200"/>
            <a:ext cx="7086600" cy="1371600"/>
            <a:chOff x="4381500" y="2743200"/>
            <a:chExt cx="7086600" cy="1371600"/>
          </a:xfrm>
        </p:grpSpPr>
        <p:sp>
          <p:nvSpPr>
            <p:cNvPr id="7" name="node01.surface"/>
            <p:cNvSpPr/>
            <p:nvPr/>
          </p:nvSpPr>
          <p:spPr>
            <a:xfrm>
              <a:off x="4381500" y="2743200"/>
              <a:ext cx="7086600" cy="1371600"/>
            </a:xfrm>
            <a:prstGeom prst="rect">
              <a:avLst/>
            </a:prstGeom>
            <a:solidFill>
              <a:srgbClr val="E8EEF8"/>
            </a:solidFill>
            <a:ln>
              <a:noFill/>
            </a:ln>
          </p:spPr>
        </p:sp>
      </p:grpSp>
      <p:grpSp>
        <p:nvGrpSpPr>
          <p:cNvPr id="138" name="node02"/>
          <p:cNvGrpSpPr/>
          <p:nvPr/>
        </p:nvGrpSpPr>
        <p:grpSpPr>
          <a:xfrm>
            <a:off x="723900" y="457200"/>
            <a:ext cx="2743200" cy="152400"/>
            <a:chOff x="723900" y="457200"/>
            <a:chExt cx="2743200" cy="152400"/>
          </a:xfrm>
        </p:grpSpPr>
        <p:sp>
          <p:nvSpPr>
            <p:cNvPr id="8" name="node02.text"/>
            <p:cNvSpPr/>
            <p:nvPr/>
          </p:nvSpPr>
          <p:spPr>
            <a:xfrm>
              <a:off x="723900" y="457200"/>
              <a:ext cx="2743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Medium"/>
                  <a:ea typeface="IBM Plex Mono Medium"/>
                  <a:cs typeface="IBM Plex Mono Medium"/>
                </a:rPr>
                <a:t>LOCATOR</a:t>
              </a:r>
              <a:endParaRPr lang="en-US" sz="900" spc="54" kern="0" b="0" i="0" dirty="0">
                <a:solidFill>
                  <a:srgbClr val="070154"/>
                </a:solidFill>
                <a:latin typeface="IBM Plex Mono Medium"/>
                <a:ea typeface="IBM Plex Mono Medium"/>
                <a:cs typeface="IBM Plex Mono Medium"/>
              </a:endParaRPr>
            </a:p>
          </p:txBody>
        </p:sp>
      </p:grpSp>
      <p:grpSp>
        <p:nvGrpSpPr>
          <p:cNvPr id="139" name="node03"/>
          <p:cNvGrpSpPr/>
          <p:nvPr/>
        </p:nvGrpSpPr>
        <p:grpSpPr>
          <a:xfrm>
            <a:off x="723900" y="1054100"/>
            <a:ext cx="457200" cy="228600"/>
            <a:chOff x="723900" y="1054100"/>
            <a:chExt cx="457200" cy="228600"/>
          </a:xfrm>
        </p:grpSpPr>
        <p:sp>
          <p:nvSpPr>
            <p:cNvPr id="9" name="node03.text"/>
            <p:cNvSpPr/>
            <p:nvPr/>
          </p:nvSpPr>
          <p:spPr>
            <a:xfrm>
              <a:off x="723900" y="1054100"/>
              <a:ext cx="457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A1</a:t>
              </a:r>
              <a:endParaRPr lang="en-US" sz="1200" spc="0" kern="0" b="0" i="0" dirty="0">
                <a:solidFill>
                  <a:srgbClr val="070154"/>
                </a:solidFill>
                <a:latin typeface="IBM Plex Sans"/>
                <a:ea typeface="IBM Plex Sans"/>
                <a:cs typeface="IBM Plex Sans"/>
              </a:endParaRPr>
            </a:p>
          </p:txBody>
        </p:sp>
      </p:grpSp>
      <p:grpSp>
        <p:nvGrpSpPr>
          <p:cNvPr id="140" name="node04"/>
          <p:cNvGrpSpPr/>
          <p:nvPr/>
        </p:nvGrpSpPr>
        <p:grpSpPr>
          <a:xfrm>
            <a:off x="1181100" y="914400"/>
            <a:ext cx="431800" cy="431800"/>
            <a:chOff x="1181100" y="914400"/>
            <a:chExt cx="431800" cy="431800"/>
          </a:xfrm>
        </p:grpSpPr>
        <p:sp>
          <p:nvSpPr>
            <p:cNvPr id="10" name="node04.surface"/>
            <p:cNvSpPr/>
            <p:nvPr/>
          </p:nvSpPr>
          <p:spPr>
            <a:xfrm>
              <a:off x="1181100" y="914400"/>
              <a:ext cx="431800" cy="431800"/>
            </a:xfrm>
            <a:prstGeom prst="rect">
              <a:avLst/>
            </a:prstGeom>
            <a:solidFill>
              <a:srgbClr val="7C9BFF"/>
            </a:solidFill>
            <a:ln>
              <a:noFill/>
            </a:ln>
          </p:spPr>
        </p:sp>
      </p:grpSp>
      <p:grpSp>
        <p:nvGrpSpPr>
          <p:cNvPr id="141" name="node05"/>
          <p:cNvGrpSpPr/>
          <p:nvPr/>
        </p:nvGrpSpPr>
        <p:grpSpPr>
          <a:xfrm>
            <a:off x="1638300" y="914400"/>
            <a:ext cx="431800" cy="431800"/>
            <a:chOff x="1638300" y="914400"/>
            <a:chExt cx="431800" cy="431800"/>
          </a:xfrm>
        </p:grpSpPr>
        <p:sp>
          <p:nvSpPr>
            <p:cNvPr id="11" name="node05.surface"/>
            <p:cNvSpPr/>
            <p:nvPr/>
          </p:nvSpPr>
          <p:spPr>
            <a:xfrm>
              <a:off x="1638300" y="914400"/>
              <a:ext cx="431800" cy="431800"/>
            </a:xfrm>
            <a:prstGeom prst="rect">
              <a:avLst/>
            </a:prstGeom>
            <a:solidFill>
              <a:srgbClr val="B9C9F0"/>
            </a:solidFill>
            <a:ln>
              <a:noFill/>
            </a:ln>
          </p:spPr>
        </p:sp>
      </p:grpSp>
      <p:grpSp>
        <p:nvGrpSpPr>
          <p:cNvPr id="142" name="node06"/>
          <p:cNvGrpSpPr/>
          <p:nvPr/>
        </p:nvGrpSpPr>
        <p:grpSpPr>
          <a:xfrm>
            <a:off x="2095500" y="914400"/>
            <a:ext cx="431800" cy="431800"/>
            <a:chOff x="2095500" y="914400"/>
            <a:chExt cx="431800" cy="431800"/>
          </a:xfrm>
        </p:grpSpPr>
        <p:sp>
          <p:nvSpPr>
            <p:cNvPr id="12" name="node06.surface"/>
            <p:cNvSpPr/>
            <p:nvPr/>
          </p:nvSpPr>
          <p:spPr>
            <a:xfrm>
              <a:off x="2095500" y="914400"/>
              <a:ext cx="431800" cy="431800"/>
            </a:xfrm>
            <a:prstGeom prst="rect">
              <a:avLst/>
            </a:prstGeom>
            <a:solidFill>
              <a:srgbClr val="B9C9F0"/>
            </a:solidFill>
            <a:ln>
              <a:noFill/>
            </a:ln>
          </p:spPr>
        </p:sp>
      </p:grpSp>
      <p:grpSp>
        <p:nvGrpSpPr>
          <p:cNvPr id="143" name="node07"/>
          <p:cNvGrpSpPr/>
          <p:nvPr/>
        </p:nvGrpSpPr>
        <p:grpSpPr>
          <a:xfrm>
            <a:off x="2552700" y="914400"/>
            <a:ext cx="431800" cy="431800"/>
            <a:chOff x="2552700" y="914400"/>
            <a:chExt cx="431800" cy="431800"/>
          </a:xfrm>
        </p:grpSpPr>
        <p:sp>
          <p:nvSpPr>
            <p:cNvPr id="13" name="node07.surface"/>
            <p:cNvSpPr/>
            <p:nvPr/>
          </p:nvSpPr>
          <p:spPr>
            <a:xfrm>
              <a:off x="2552700" y="914400"/>
              <a:ext cx="431800" cy="431800"/>
            </a:xfrm>
            <a:prstGeom prst="rect">
              <a:avLst/>
            </a:prstGeom>
            <a:solidFill>
              <a:srgbClr val="7C9BFF"/>
            </a:solidFill>
            <a:ln>
              <a:noFill/>
            </a:ln>
          </p:spPr>
        </p:sp>
      </p:grpSp>
      <p:grpSp>
        <p:nvGrpSpPr>
          <p:cNvPr id="144" name="node08"/>
          <p:cNvGrpSpPr/>
          <p:nvPr/>
        </p:nvGrpSpPr>
        <p:grpSpPr>
          <a:xfrm>
            <a:off x="3009900" y="914400"/>
            <a:ext cx="431800" cy="431800"/>
            <a:chOff x="3009900" y="914400"/>
            <a:chExt cx="431800" cy="431800"/>
          </a:xfrm>
        </p:grpSpPr>
        <p:sp>
          <p:nvSpPr>
            <p:cNvPr id="14" name="node08.surface"/>
            <p:cNvSpPr/>
            <p:nvPr/>
          </p:nvSpPr>
          <p:spPr>
            <a:xfrm>
              <a:off x="3009900" y="914400"/>
              <a:ext cx="431800" cy="431800"/>
            </a:xfrm>
            <a:prstGeom prst="rect">
              <a:avLst/>
            </a:prstGeom>
            <a:solidFill>
              <a:srgbClr val="B9C9F0"/>
            </a:solidFill>
            <a:ln>
              <a:noFill/>
            </a:ln>
          </p:spPr>
        </p:sp>
      </p:grpSp>
      <p:grpSp>
        <p:nvGrpSpPr>
          <p:cNvPr id="145" name="node09"/>
          <p:cNvGrpSpPr/>
          <p:nvPr/>
        </p:nvGrpSpPr>
        <p:grpSpPr>
          <a:xfrm>
            <a:off x="723900" y="1511300"/>
            <a:ext cx="457200" cy="228600"/>
            <a:chOff x="723900" y="1511300"/>
            <a:chExt cx="457200" cy="228600"/>
          </a:xfrm>
        </p:grpSpPr>
        <p:sp>
          <p:nvSpPr>
            <p:cNvPr id="15" name="node09.text"/>
            <p:cNvSpPr/>
            <p:nvPr/>
          </p:nvSpPr>
          <p:spPr>
            <a:xfrm>
              <a:off x="723900" y="1511300"/>
              <a:ext cx="457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A2</a:t>
              </a:r>
              <a:endParaRPr lang="en-US" sz="1200" spc="0" kern="0" b="0" i="0" dirty="0">
                <a:solidFill>
                  <a:srgbClr val="070154"/>
                </a:solidFill>
                <a:latin typeface="IBM Plex Sans"/>
                <a:ea typeface="IBM Plex Sans"/>
                <a:cs typeface="IBM Plex Sans"/>
              </a:endParaRPr>
            </a:p>
          </p:txBody>
        </p:sp>
      </p:grpSp>
      <p:grpSp>
        <p:nvGrpSpPr>
          <p:cNvPr id="146" name="node10"/>
          <p:cNvGrpSpPr/>
          <p:nvPr/>
        </p:nvGrpSpPr>
        <p:grpSpPr>
          <a:xfrm>
            <a:off x="1181100" y="1371600"/>
            <a:ext cx="431800" cy="431800"/>
            <a:chOff x="1181100" y="1371600"/>
            <a:chExt cx="431800" cy="431800"/>
          </a:xfrm>
        </p:grpSpPr>
        <p:sp>
          <p:nvSpPr>
            <p:cNvPr id="16" name="node10.surface"/>
            <p:cNvSpPr/>
            <p:nvPr/>
          </p:nvSpPr>
          <p:spPr>
            <a:xfrm>
              <a:off x="1181100" y="1371600"/>
              <a:ext cx="431800" cy="431800"/>
            </a:xfrm>
            <a:prstGeom prst="rect">
              <a:avLst/>
            </a:prstGeom>
            <a:solidFill>
              <a:srgbClr val="7C9BFF"/>
            </a:solidFill>
            <a:ln>
              <a:noFill/>
            </a:ln>
          </p:spPr>
        </p:sp>
      </p:grpSp>
      <p:grpSp>
        <p:nvGrpSpPr>
          <p:cNvPr id="147" name="node11"/>
          <p:cNvGrpSpPr/>
          <p:nvPr/>
        </p:nvGrpSpPr>
        <p:grpSpPr>
          <a:xfrm>
            <a:off x="1638300" y="1371600"/>
            <a:ext cx="431800" cy="431800"/>
            <a:chOff x="1638300" y="1371600"/>
            <a:chExt cx="431800" cy="431800"/>
          </a:xfrm>
        </p:grpSpPr>
        <p:sp>
          <p:nvSpPr>
            <p:cNvPr id="17" name="node11.surface"/>
            <p:cNvSpPr/>
            <p:nvPr/>
          </p:nvSpPr>
          <p:spPr>
            <a:xfrm>
              <a:off x="1638300" y="1371600"/>
              <a:ext cx="431800" cy="431800"/>
            </a:xfrm>
            <a:prstGeom prst="rect">
              <a:avLst/>
            </a:prstGeom>
            <a:solidFill>
              <a:srgbClr val="7C9BFF"/>
            </a:solidFill>
            <a:ln>
              <a:noFill/>
            </a:ln>
          </p:spPr>
        </p:sp>
      </p:grpSp>
      <p:grpSp>
        <p:nvGrpSpPr>
          <p:cNvPr id="148" name="node12"/>
          <p:cNvGrpSpPr/>
          <p:nvPr/>
        </p:nvGrpSpPr>
        <p:grpSpPr>
          <a:xfrm>
            <a:off x="2095500" y="1371600"/>
            <a:ext cx="431800" cy="431800"/>
            <a:chOff x="2095500" y="1371600"/>
            <a:chExt cx="431800" cy="431800"/>
          </a:xfrm>
        </p:grpSpPr>
        <p:sp>
          <p:nvSpPr>
            <p:cNvPr id="18" name="node12.surface"/>
            <p:cNvSpPr/>
            <p:nvPr/>
          </p:nvSpPr>
          <p:spPr>
            <a:xfrm>
              <a:off x="2095500" y="1371600"/>
              <a:ext cx="431800" cy="431800"/>
            </a:xfrm>
            <a:prstGeom prst="rect">
              <a:avLst/>
            </a:prstGeom>
            <a:solidFill>
              <a:srgbClr val="B9C9F0"/>
            </a:solidFill>
            <a:ln>
              <a:noFill/>
            </a:ln>
          </p:spPr>
        </p:sp>
      </p:grpSp>
      <p:grpSp>
        <p:nvGrpSpPr>
          <p:cNvPr id="149" name="node13"/>
          <p:cNvGrpSpPr/>
          <p:nvPr/>
        </p:nvGrpSpPr>
        <p:grpSpPr>
          <a:xfrm>
            <a:off x="2552700" y="1371600"/>
            <a:ext cx="431800" cy="431800"/>
            <a:chOff x="2552700" y="1371600"/>
            <a:chExt cx="431800" cy="431800"/>
          </a:xfrm>
        </p:grpSpPr>
        <p:sp>
          <p:nvSpPr>
            <p:cNvPr id="19" name="node13.surface"/>
            <p:cNvSpPr/>
            <p:nvPr/>
          </p:nvSpPr>
          <p:spPr>
            <a:xfrm>
              <a:off x="2552700" y="1371600"/>
              <a:ext cx="431800" cy="431800"/>
            </a:xfrm>
            <a:prstGeom prst="rect">
              <a:avLst/>
            </a:prstGeom>
            <a:solidFill>
              <a:srgbClr val="7C9BFF"/>
            </a:solidFill>
            <a:ln>
              <a:noFill/>
            </a:ln>
          </p:spPr>
        </p:sp>
      </p:grpSp>
      <p:grpSp>
        <p:nvGrpSpPr>
          <p:cNvPr id="150" name="node14"/>
          <p:cNvGrpSpPr/>
          <p:nvPr/>
        </p:nvGrpSpPr>
        <p:grpSpPr>
          <a:xfrm>
            <a:off x="3009900" y="1371600"/>
            <a:ext cx="431800" cy="431800"/>
            <a:chOff x="3009900" y="1371600"/>
            <a:chExt cx="431800" cy="431800"/>
          </a:xfrm>
        </p:grpSpPr>
        <p:sp>
          <p:nvSpPr>
            <p:cNvPr id="20" name="node14.surface"/>
            <p:cNvSpPr/>
            <p:nvPr/>
          </p:nvSpPr>
          <p:spPr>
            <a:xfrm>
              <a:off x="3009900" y="1371600"/>
              <a:ext cx="431800" cy="431800"/>
            </a:xfrm>
            <a:prstGeom prst="rect">
              <a:avLst/>
            </a:prstGeom>
            <a:solidFill>
              <a:srgbClr val="7C9BFF"/>
            </a:solidFill>
            <a:ln>
              <a:noFill/>
            </a:ln>
          </p:spPr>
        </p:sp>
      </p:grpSp>
      <p:grpSp>
        <p:nvGrpSpPr>
          <p:cNvPr id="151" name="node15"/>
          <p:cNvGrpSpPr/>
          <p:nvPr/>
        </p:nvGrpSpPr>
        <p:grpSpPr>
          <a:xfrm>
            <a:off x="723900" y="1968500"/>
            <a:ext cx="457200" cy="228600"/>
            <a:chOff x="723900" y="1968500"/>
            <a:chExt cx="457200" cy="228600"/>
          </a:xfrm>
        </p:grpSpPr>
        <p:sp>
          <p:nvSpPr>
            <p:cNvPr id="21" name="node15.text"/>
            <p:cNvSpPr/>
            <p:nvPr/>
          </p:nvSpPr>
          <p:spPr>
            <a:xfrm>
              <a:off x="723900" y="1968500"/>
              <a:ext cx="457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A3</a:t>
              </a:r>
              <a:endParaRPr lang="en-US" sz="1200" spc="0" kern="0" b="0" i="0" dirty="0">
                <a:solidFill>
                  <a:srgbClr val="070154"/>
                </a:solidFill>
                <a:latin typeface="IBM Plex Sans"/>
                <a:ea typeface="IBM Plex Sans"/>
                <a:cs typeface="IBM Plex Sans"/>
              </a:endParaRPr>
            </a:p>
          </p:txBody>
        </p:sp>
      </p:grpSp>
      <p:grpSp>
        <p:nvGrpSpPr>
          <p:cNvPr id="152" name="node16"/>
          <p:cNvGrpSpPr/>
          <p:nvPr/>
        </p:nvGrpSpPr>
        <p:grpSpPr>
          <a:xfrm>
            <a:off x="1181100" y="1828800"/>
            <a:ext cx="431800" cy="431800"/>
            <a:chOff x="1181100" y="1828800"/>
            <a:chExt cx="431800" cy="431800"/>
          </a:xfrm>
        </p:grpSpPr>
        <p:sp>
          <p:nvSpPr>
            <p:cNvPr id="22" name="node16.surface"/>
            <p:cNvSpPr/>
            <p:nvPr/>
          </p:nvSpPr>
          <p:spPr>
            <a:xfrm>
              <a:off x="1181100" y="1828800"/>
              <a:ext cx="431800" cy="431800"/>
            </a:xfrm>
            <a:prstGeom prst="rect">
              <a:avLst/>
            </a:prstGeom>
            <a:solidFill>
              <a:srgbClr val="B9C9F0"/>
            </a:solidFill>
            <a:ln>
              <a:noFill/>
            </a:ln>
          </p:spPr>
        </p:sp>
      </p:grpSp>
      <p:grpSp>
        <p:nvGrpSpPr>
          <p:cNvPr id="153" name="node17"/>
          <p:cNvGrpSpPr/>
          <p:nvPr/>
        </p:nvGrpSpPr>
        <p:grpSpPr>
          <a:xfrm>
            <a:off x="1638300" y="1828800"/>
            <a:ext cx="431800" cy="431800"/>
            <a:chOff x="1638300" y="1828800"/>
            <a:chExt cx="431800" cy="431800"/>
          </a:xfrm>
        </p:grpSpPr>
        <p:sp>
          <p:nvSpPr>
            <p:cNvPr id="23" name="node17.surface"/>
            <p:cNvSpPr/>
            <p:nvPr/>
          </p:nvSpPr>
          <p:spPr>
            <a:xfrm>
              <a:off x="1638300" y="1828800"/>
              <a:ext cx="431800" cy="431800"/>
            </a:xfrm>
            <a:prstGeom prst="rect">
              <a:avLst/>
            </a:prstGeom>
            <a:solidFill>
              <a:srgbClr val="E8EEF8"/>
            </a:solidFill>
            <a:ln>
              <a:noFill/>
            </a:ln>
          </p:spPr>
        </p:sp>
      </p:grpSp>
      <p:grpSp>
        <p:nvGrpSpPr>
          <p:cNvPr id="154" name="node18"/>
          <p:cNvGrpSpPr/>
          <p:nvPr/>
        </p:nvGrpSpPr>
        <p:grpSpPr>
          <a:xfrm>
            <a:off x="2095500" y="1828800"/>
            <a:ext cx="431800" cy="431800"/>
            <a:chOff x="2095500" y="1828800"/>
            <a:chExt cx="431800" cy="431800"/>
          </a:xfrm>
        </p:grpSpPr>
        <p:sp>
          <p:nvSpPr>
            <p:cNvPr id="24" name="node18.surface"/>
            <p:cNvSpPr/>
            <p:nvPr/>
          </p:nvSpPr>
          <p:spPr>
            <a:xfrm>
              <a:off x="2095500" y="1828800"/>
              <a:ext cx="431800" cy="431800"/>
            </a:xfrm>
            <a:prstGeom prst="rect">
              <a:avLst/>
            </a:prstGeom>
            <a:solidFill>
              <a:srgbClr val="E8EEF8"/>
            </a:solidFill>
            <a:ln>
              <a:noFill/>
            </a:ln>
          </p:spPr>
        </p:sp>
      </p:grpSp>
      <p:grpSp>
        <p:nvGrpSpPr>
          <p:cNvPr id="155" name="node19"/>
          <p:cNvGrpSpPr/>
          <p:nvPr/>
        </p:nvGrpSpPr>
        <p:grpSpPr>
          <a:xfrm>
            <a:off x="2552700" y="1828800"/>
            <a:ext cx="431800" cy="431800"/>
            <a:chOff x="2552700" y="1828800"/>
            <a:chExt cx="431800" cy="431800"/>
          </a:xfrm>
        </p:grpSpPr>
        <p:sp>
          <p:nvSpPr>
            <p:cNvPr id="25" name="node19.surface"/>
            <p:cNvSpPr/>
            <p:nvPr/>
          </p:nvSpPr>
          <p:spPr>
            <a:xfrm>
              <a:off x="2552700" y="1828800"/>
              <a:ext cx="431800" cy="431800"/>
            </a:xfrm>
            <a:prstGeom prst="rect">
              <a:avLst/>
            </a:prstGeom>
            <a:solidFill>
              <a:srgbClr val="B9C9F0"/>
            </a:solidFill>
            <a:ln>
              <a:noFill/>
            </a:ln>
          </p:spPr>
        </p:sp>
      </p:grpSp>
      <p:grpSp>
        <p:nvGrpSpPr>
          <p:cNvPr id="156" name="node20"/>
          <p:cNvGrpSpPr/>
          <p:nvPr/>
        </p:nvGrpSpPr>
        <p:grpSpPr>
          <a:xfrm>
            <a:off x="3009900" y="1828800"/>
            <a:ext cx="431800" cy="431800"/>
            <a:chOff x="3009900" y="1828800"/>
            <a:chExt cx="431800" cy="431800"/>
          </a:xfrm>
        </p:grpSpPr>
        <p:sp>
          <p:nvSpPr>
            <p:cNvPr id="26" name="node20.surface"/>
            <p:cNvSpPr/>
            <p:nvPr/>
          </p:nvSpPr>
          <p:spPr>
            <a:xfrm>
              <a:off x="3009900" y="1828800"/>
              <a:ext cx="431800" cy="431800"/>
            </a:xfrm>
            <a:prstGeom prst="rect">
              <a:avLst/>
            </a:prstGeom>
            <a:solidFill>
              <a:srgbClr val="B9C9F0"/>
            </a:solidFill>
            <a:ln>
              <a:noFill/>
            </a:ln>
          </p:spPr>
        </p:sp>
      </p:grpSp>
      <p:grpSp>
        <p:nvGrpSpPr>
          <p:cNvPr id="157" name="node21"/>
          <p:cNvGrpSpPr/>
          <p:nvPr/>
        </p:nvGrpSpPr>
        <p:grpSpPr>
          <a:xfrm>
            <a:off x="723900" y="2425700"/>
            <a:ext cx="457200" cy="228600"/>
            <a:chOff x="723900" y="2425700"/>
            <a:chExt cx="457200" cy="228600"/>
          </a:xfrm>
        </p:grpSpPr>
        <p:sp>
          <p:nvSpPr>
            <p:cNvPr id="27" name="node21.text"/>
            <p:cNvSpPr/>
            <p:nvPr/>
          </p:nvSpPr>
          <p:spPr>
            <a:xfrm>
              <a:off x="723900" y="2425700"/>
              <a:ext cx="457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A4</a:t>
              </a:r>
              <a:endParaRPr lang="en-US" sz="1200" spc="0" kern="0" b="0" i="0" dirty="0">
                <a:solidFill>
                  <a:srgbClr val="50658E"/>
                </a:solidFill>
                <a:latin typeface="IBM Plex Sans"/>
                <a:ea typeface="IBM Plex Sans"/>
                <a:cs typeface="IBM Plex Sans"/>
              </a:endParaRPr>
            </a:p>
          </p:txBody>
        </p:sp>
      </p:grpSp>
      <p:grpSp>
        <p:nvGrpSpPr>
          <p:cNvPr id="158" name="node22"/>
          <p:cNvGrpSpPr/>
          <p:nvPr/>
        </p:nvGrpSpPr>
        <p:grpSpPr>
          <a:xfrm>
            <a:off x="1181100" y="2286000"/>
            <a:ext cx="431800" cy="431800"/>
            <a:chOff x="1181100" y="2286000"/>
            <a:chExt cx="431800" cy="431800"/>
          </a:xfrm>
        </p:grpSpPr>
        <p:sp>
          <p:nvSpPr>
            <p:cNvPr id="28" name="node22.surface"/>
            <p:cNvSpPr/>
            <p:nvPr/>
          </p:nvSpPr>
          <p:spPr>
            <a:xfrm>
              <a:off x="1181100" y="2286000"/>
              <a:ext cx="431800" cy="431800"/>
            </a:xfrm>
            <a:prstGeom prst="rect">
              <a:avLst/>
            </a:prstGeom>
            <a:solidFill>
              <a:srgbClr val="0047FF"/>
            </a:solidFill>
            <a:ln>
              <a:noFill/>
            </a:ln>
          </p:spPr>
        </p:sp>
      </p:grpSp>
      <p:grpSp>
        <p:nvGrpSpPr>
          <p:cNvPr id="159" name="node23"/>
          <p:cNvGrpSpPr/>
          <p:nvPr/>
        </p:nvGrpSpPr>
        <p:grpSpPr>
          <a:xfrm>
            <a:off x="1638300" y="2286000"/>
            <a:ext cx="431800" cy="431800"/>
            <a:chOff x="1638300" y="2286000"/>
            <a:chExt cx="431800" cy="431800"/>
          </a:xfrm>
        </p:grpSpPr>
        <p:sp>
          <p:nvSpPr>
            <p:cNvPr id="29" name="node23.surface"/>
            <p:cNvSpPr/>
            <p:nvPr/>
          </p:nvSpPr>
          <p:spPr>
            <a:xfrm>
              <a:off x="1638300" y="2286000"/>
              <a:ext cx="431800" cy="431800"/>
            </a:xfrm>
            <a:prstGeom prst="rect">
              <a:avLst/>
            </a:prstGeom>
            <a:solidFill>
              <a:srgbClr val="070154"/>
            </a:solidFill>
            <a:ln>
              <a:noFill/>
            </a:ln>
          </p:spPr>
        </p:sp>
      </p:grpSp>
      <p:grpSp>
        <p:nvGrpSpPr>
          <p:cNvPr id="160" name="node24"/>
          <p:cNvGrpSpPr/>
          <p:nvPr/>
        </p:nvGrpSpPr>
        <p:grpSpPr>
          <a:xfrm>
            <a:off x="2095500" y="2286000"/>
            <a:ext cx="431800" cy="431800"/>
            <a:chOff x="2095500" y="2286000"/>
            <a:chExt cx="431800" cy="431800"/>
          </a:xfrm>
        </p:grpSpPr>
        <p:sp>
          <p:nvSpPr>
            <p:cNvPr id="30" name="node24.surface"/>
            <p:cNvSpPr/>
            <p:nvPr/>
          </p:nvSpPr>
          <p:spPr>
            <a:xfrm>
              <a:off x="2095500" y="2286000"/>
              <a:ext cx="431800" cy="431800"/>
            </a:xfrm>
            <a:prstGeom prst="rect">
              <a:avLst/>
            </a:prstGeom>
            <a:solidFill>
              <a:srgbClr val="7C9BFF"/>
            </a:solidFill>
            <a:ln>
              <a:noFill/>
            </a:ln>
          </p:spPr>
        </p:sp>
      </p:grpSp>
      <p:grpSp>
        <p:nvGrpSpPr>
          <p:cNvPr id="161" name="node25"/>
          <p:cNvGrpSpPr/>
          <p:nvPr/>
        </p:nvGrpSpPr>
        <p:grpSpPr>
          <a:xfrm>
            <a:off x="2552700" y="2286000"/>
            <a:ext cx="431800" cy="431800"/>
            <a:chOff x="2552700" y="2286000"/>
            <a:chExt cx="431800" cy="431800"/>
          </a:xfrm>
        </p:grpSpPr>
        <p:sp>
          <p:nvSpPr>
            <p:cNvPr id="31" name="node25.surface"/>
            <p:cNvSpPr/>
            <p:nvPr/>
          </p:nvSpPr>
          <p:spPr>
            <a:xfrm>
              <a:off x="2552700" y="2286000"/>
              <a:ext cx="431800" cy="431800"/>
            </a:xfrm>
            <a:prstGeom prst="rect">
              <a:avLst/>
            </a:prstGeom>
            <a:solidFill>
              <a:srgbClr val="7C9BFF"/>
            </a:solidFill>
            <a:ln>
              <a:noFill/>
            </a:ln>
          </p:spPr>
        </p:sp>
      </p:grpSp>
      <p:grpSp>
        <p:nvGrpSpPr>
          <p:cNvPr id="162" name="node26"/>
          <p:cNvGrpSpPr/>
          <p:nvPr/>
        </p:nvGrpSpPr>
        <p:grpSpPr>
          <a:xfrm>
            <a:off x="3009900" y="2286000"/>
            <a:ext cx="431800" cy="431800"/>
            <a:chOff x="3009900" y="2286000"/>
            <a:chExt cx="431800" cy="431800"/>
          </a:xfrm>
        </p:grpSpPr>
        <p:sp>
          <p:nvSpPr>
            <p:cNvPr id="32" name="node26.surface"/>
            <p:cNvSpPr/>
            <p:nvPr/>
          </p:nvSpPr>
          <p:spPr>
            <a:xfrm>
              <a:off x="3009900" y="2286000"/>
              <a:ext cx="431800" cy="431800"/>
            </a:xfrm>
            <a:prstGeom prst="rect">
              <a:avLst/>
            </a:prstGeom>
            <a:solidFill>
              <a:srgbClr val="0047FF"/>
            </a:solidFill>
            <a:ln>
              <a:noFill/>
            </a:ln>
          </p:spPr>
        </p:sp>
      </p:grpSp>
      <p:grpSp>
        <p:nvGrpSpPr>
          <p:cNvPr id="163" name="node27"/>
          <p:cNvGrpSpPr/>
          <p:nvPr/>
        </p:nvGrpSpPr>
        <p:grpSpPr>
          <a:xfrm>
            <a:off x="723900" y="2882900"/>
            <a:ext cx="457200" cy="228600"/>
            <a:chOff x="723900" y="2882900"/>
            <a:chExt cx="457200" cy="228600"/>
          </a:xfrm>
        </p:grpSpPr>
        <p:sp>
          <p:nvSpPr>
            <p:cNvPr id="33" name="node27.text"/>
            <p:cNvSpPr/>
            <p:nvPr/>
          </p:nvSpPr>
          <p:spPr>
            <a:xfrm>
              <a:off x="723900" y="2882900"/>
              <a:ext cx="457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A5</a:t>
              </a:r>
              <a:endParaRPr lang="en-US" sz="1200" spc="0" kern="0" b="0" i="0" dirty="0">
                <a:solidFill>
                  <a:srgbClr val="50658E"/>
                </a:solidFill>
                <a:latin typeface="IBM Plex Sans"/>
                <a:ea typeface="IBM Plex Sans"/>
                <a:cs typeface="IBM Plex Sans"/>
              </a:endParaRPr>
            </a:p>
          </p:txBody>
        </p:sp>
      </p:grpSp>
      <p:grpSp>
        <p:nvGrpSpPr>
          <p:cNvPr id="164" name="node28"/>
          <p:cNvGrpSpPr/>
          <p:nvPr/>
        </p:nvGrpSpPr>
        <p:grpSpPr>
          <a:xfrm>
            <a:off x="1181100" y="2743200"/>
            <a:ext cx="431800" cy="431800"/>
            <a:chOff x="1181100" y="2743200"/>
            <a:chExt cx="431800" cy="431800"/>
          </a:xfrm>
        </p:grpSpPr>
        <p:sp>
          <p:nvSpPr>
            <p:cNvPr id="34" name="node28.surface"/>
            <p:cNvSpPr/>
            <p:nvPr/>
          </p:nvSpPr>
          <p:spPr>
            <a:xfrm>
              <a:off x="1181100" y="2743200"/>
              <a:ext cx="431800" cy="431800"/>
            </a:xfrm>
            <a:prstGeom prst="rect">
              <a:avLst/>
            </a:prstGeom>
            <a:solidFill>
              <a:srgbClr val="7C9BFF"/>
            </a:solidFill>
            <a:ln>
              <a:noFill/>
            </a:ln>
          </p:spPr>
        </p:sp>
      </p:grpSp>
      <p:grpSp>
        <p:nvGrpSpPr>
          <p:cNvPr id="165" name="node29"/>
          <p:cNvGrpSpPr/>
          <p:nvPr/>
        </p:nvGrpSpPr>
        <p:grpSpPr>
          <a:xfrm>
            <a:off x="1638300" y="2743200"/>
            <a:ext cx="431800" cy="431800"/>
            <a:chOff x="1638300" y="2743200"/>
            <a:chExt cx="431800" cy="431800"/>
          </a:xfrm>
        </p:grpSpPr>
        <p:sp>
          <p:nvSpPr>
            <p:cNvPr id="35" name="node29.surface"/>
            <p:cNvSpPr/>
            <p:nvPr/>
          </p:nvSpPr>
          <p:spPr>
            <a:xfrm>
              <a:off x="1638300" y="2743200"/>
              <a:ext cx="431800" cy="431800"/>
            </a:xfrm>
            <a:prstGeom prst="rect">
              <a:avLst/>
            </a:prstGeom>
            <a:solidFill>
              <a:srgbClr val="7C9BFF"/>
            </a:solidFill>
            <a:ln>
              <a:noFill/>
            </a:ln>
          </p:spPr>
        </p:sp>
      </p:grpSp>
      <p:grpSp>
        <p:nvGrpSpPr>
          <p:cNvPr id="166" name="node30"/>
          <p:cNvGrpSpPr/>
          <p:nvPr/>
        </p:nvGrpSpPr>
        <p:grpSpPr>
          <a:xfrm>
            <a:off x="2095500" y="2743200"/>
            <a:ext cx="431800" cy="431800"/>
            <a:chOff x="2095500" y="2743200"/>
            <a:chExt cx="431800" cy="431800"/>
          </a:xfrm>
        </p:grpSpPr>
        <p:sp>
          <p:nvSpPr>
            <p:cNvPr id="36" name="node30.surface"/>
            <p:cNvSpPr/>
            <p:nvPr/>
          </p:nvSpPr>
          <p:spPr>
            <a:xfrm>
              <a:off x="2095500" y="2743200"/>
              <a:ext cx="431800" cy="431800"/>
            </a:xfrm>
            <a:prstGeom prst="rect">
              <a:avLst/>
            </a:prstGeom>
            <a:solidFill>
              <a:srgbClr val="7C9BFF"/>
            </a:solidFill>
            <a:ln>
              <a:noFill/>
            </a:ln>
          </p:spPr>
        </p:sp>
      </p:grpSp>
      <p:grpSp>
        <p:nvGrpSpPr>
          <p:cNvPr id="167" name="node31"/>
          <p:cNvGrpSpPr/>
          <p:nvPr/>
        </p:nvGrpSpPr>
        <p:grpSpPr>
          <a:xfrm>
            <a:off x="2552700" y="2743200"/>
            <a:ext cx="431800" cy="431800"/>
            <a:chOff x="2552700" y="2743200"/>
            <a:chExt cx="431800" cy="431800"/>
          </a:xfrm>
        </p:grpSpPr>
        <p:sp>
          <p:nvSpPr>
            <p:cNvPr id="37" name="node31.surface"/>
            <p:cNvSpPr/>
            <p:nvPr/>
          </p:nvSpPr>
          <p:spPr>
            <a:xfrm>
              <a:off x="2552700" y="2743200"/>
              <a:ext cx="431800" cy="431800"/>
            </a:xfrm>
            <a:prstGeom prst="rect">
              <a:avLst/>
            </a:prstGeom>
            <a:solidFill>
              <a:srgbClr val="B9C9F0"/>
            </a:solidFill>
            <a:ln>
              <a:noFill/>
            </a:ln>
          </p:spPr>
        </p:sp>
      </p:grpSp>
      <p:grpSp>
        <p:nvGrpSpPr>
          <p:cNvPr id="168" name="node32"/>
          <p:cNvGrpSpPr/>
          <p:nvPr/>
        </p:nvGrpSpPr>
        <p:grpSpPr>
          <a:xfrm>
            <a:off x="3009900" y="2743200"/>
            <a:ext cx="431800" cy="431800"/>
            <a:chOff x="3009900" y="2743200"/>
            <a:chExt cx="431800" cy="431800"/>
          </a:xfrm>
        </p:grpSpPr>
        <p:sp>
          <p:nvSpPr>
            <p:cNvPr id="38" name="node32.surface"/>
            <p:cNvSpPr/>
            <p:nvPr/>
          </p:nvSpPr>
          <p:spPr>
            <a:xfrm>
              <a:off x="3009900" y="2743200"/>
              <a:ext cx="431800" cy="431800"/>
            </a:xfrm>
            <a:prstGeom prst="rect">
              <a:avLst/>
            </a:prstGeom>
            <a:solidFill>
              <a:srgbClr val="7C9BFF"/>
            </a:solidFill>
            <a:ln>
              <a:noFill/>
            </a:ln>
          </p:spPr>
        </p:sp>
      </p:grpSp>
      <p:grpSp>
        <p:nvGrpSpPr>
          <p:cNvPr id="169" name="node33"/>
          <p:cNvGrpSpPr/>
          <p:nvPr/>
        </p:nvGrpSpPr>
        <p:grpSpPr>
          <a:xfrm>
            <a:off x="723900" y="3340100"/>
            <a:ext cx="457200" cy="228600"/>
            <a:chOff x="723900" y="3340100"/>
            <a:chExt cx="457200" cy="228600"/>
          </a:xfrm>
        </p:grpSpPr>
        <p:sp>
          <p:nvSpPr>
            <p:cNvPr id="39" name="node33.text"/>
            <p:cNvSpPr/>
            <p:nvPr/>
          </p:nvSpPr>
          <p:spPr>
            <a:xfrm>
              <a:off x="723900" y="3340100"/>
              <a:ext cx="457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A6</a:t>
              </a:r>
              <a:endParaRPr lang="en-US" sz="1200" spc="0" kern="0" b="0" i="0" dirty="0">
                <a:solidFill>
                  <a:srgbClr val="50658E"/>
                </a:solidFill>
                <a:latin typeface="IBM Plex Sans"/>
                <a:ea typeface="IBM Plex Sans"/>
                <a:cs typeface="IBM Plex Sans"/>
              </a:endParaRPr>
            </a:p>
          </p:txBody>
        </p:sp>
      </p:grpSp>
      <p:grpSp>
        <p:nvGrpSpPr>
          <p:cNvPr id="170" name="node34"/>
          <p:cNvGrpSpPr/>
          <p:nvPr/>
        </p:nvGrpSpPr>
        <p:grpSpPr>
          <a:xfrm>
            <a:off x="1181100" y="3200400"/>
            <a:ext cx="431800" cy="431800"/>
            <a:chOff x="1181100" y="3200400"/>
            <a:chExt cx="431800" cy="431800"/>
          </a:xfrm>
        </p:grpSpPr>
        <p:sp>
          <p:nvSpPr>
            <p:cNvPr id="40" name="node34.surface"/>
            <p:cNvSpPr/>
            <p:nvPr/>
          </p:nvSpPr>
          <p:spPr>
            <a:xfrm>
              <a:off x="1181100" y="3200400"/>
              <a:ext cx="431800" cy="431800"/>
            </a:xfrm>
            <a:prstGeom prst="rect">
              <a:avLst/>
            </a:prstGeom>
            <a:solidFill>
              <a:srgbClr val="B9C9F0"/>
            </a:solidFill>
            <a:ln>
              <a:noFill/>
            </a:ln>
          </p:spPr>
        </p:sp>
      </p:grpSp>
      <p:grpSp>
        <p:nvGrpSpPr>
          <p:cNvPr id="171" name="node35"/>
          <p:cNvGrpSpPr/>
          <p:nvPr/>
        </p:nvGrpSpPr>
        <p:grpSpPr>
          <a:xfrm>
            <a:off x="1638300" y="3200400"/>
            <a:ext cx="431800" cy="431800"/>
            <a:chOff x="1638300" y="3200400"/>
            <a:chExt cx="431800" cy="431800"/>
          </a:xfrm>
        </p:grpSpPr>
        <p:sp>
          <p:nvSpPr>
            <p:cNvPr id="41" name="node35.surface"/>
            <p:cNvSpPr/>
            <p:nvPr/>
          </p:nvSpPr>
          <p:spPr>
            <a:xfrm>
              <a:off x="1638300" y="3200400"/>
              <a:ext cx="431800" cy="431800"/>
            </a:xfrm>
            <a:prstGeom prst="rect">
              <a:avLst/>
            </a:prstGeom>
            <a:solidFill>
              <a:srgbClr val="B9C9F0"/>
            </a:solidFill>
            <a:ln>
              <a:noFill/>
            </a:ln>
          </p:spPr>
        </p:sp>
      </p:grpSp>
      <p:grpSp>
        <p:nvGrpSpPr>
          <p:cNvPr id="172" name="node36"/>
          <p:cNvGrpSpPr/>
          <p:nvPr/>
        </p:nvGrpSpPr>
        <p:grpSpPr>
          <a:xfrm>
            <a:off x="2095500" y="3200400"/>
            <a:ext cx="431800" cy="431800"/>
            <a:chOff x="2095500" y="3200400"/>
            <a:chExt cx="431800" cy="431800"/>
          </a:xfrm>
        </p:grpSpPr>
        <p:sp>
          <p:nvSpPr>
            <p:cNvPr id="42" name="node36.surface"/>
            <p:cNvSpPr/>
            <p:nvPr/>
          </p:nvSpPr>
          <p:spPr>
            <a:xfrm>
              <a:off x="2095500" y="3200400"/>
              <a:ext cx="431800" cy="431800"/>
            </a:xfrm>
            <a:prstGeom prst="rect">
              <a:avLst/>
            </a:prstGeom>
            <a:solidFill>
              <a:srgbClr val="B9C9F0"/>
            </a:solidFill>
            <a:ln>
              <a:noFill/>
            </a:ln>
          </p:spPr>
        </p:sp>
      </p:grpSp>
      <p:grpSp>
        <p:nvGrpSpPr>
          <p:cNvPr id="173" name="node37"/>
          <p:cNvGrpSpPr/>
          <p:nvPr/>
        </p:nvGrpSpPr>
        <p:grpSpPr>
          <a:xfrm>
            <a:off x="2552700" y="3200400"/>
            <a:ext cx="431800" cy="431800"/>
            <a:chOff x="2552700" y="3200400"/>
            <a:chExt cx="431800" cy="431800"/>
          </a:xfrm>
        </p:grpSpPr>
        <p:sp>
          <p:nvSpPr>
            <p:cNvPr id="43" name="node37.surface"/>
            <p:cNvSpPr/>
            <p:nvPr/>
          </p:nvSpPr>
          <p:spPr>
            <a:xfrm>
              <a:off x="2552700" y="3200400"/>
              <a:ext cx="431800" cy="431800"/>
            </a:xfrm>
            <a:prstGeom prst="rect">
              <a:avLst/>
            </a:prstGeom>
            <a:solidFill>
              <a:srgbClr val="B9C9F0"/>
            </a:solidFill>
            <a:ln>
              <a:noFill/>
            </a:ln>
          </p:spPr>
        </p:sp>
      </p:grpSp>
      <p:grpSp>
        <p:nvGrpSpPr>
          <p:cNvPr id="174" name="node38"/>
          <p:cNvGrpSpPr/>
          <p:nvPr/>
        </p:nvGrpSpPr>
        <p:grpSpPr>
          <a:xfrm>
            <a:off x="3009900" y="3200400"/>
            <a:ext cx="431800" cy="431800"/>
            <a:chOff x="3009900" y="3200400"/>
            <a:chExt cx="431800" cy="431800"/>
          </a:xfrm>
        </p:grpSpPr>
        <p:sp>
          <p:nvSpPr>
            <p:cNvPr id="44" name="node38.surface"/>
            <p:cNvSpPr/>
            <p:nvPr/>
          </p:nvSpPr>
          <p:spPr>
            <a:xfrm>
              <a:off x="3009900" y="3200400"/>
              <a:ext cx="431800" cy="431800"/>
            </a:xfrm>
            <a:prstGeom prst="rect">
              <a:avLst/>
            </a:prstGeom>
            <a:solidFill>
              <a:srgbClr val="E8EEF8"/>
            </a:solidFill>
            <a:ln>
              <a:noFill/>
            </a:ln>
          </p:spPr>
        </p:sp>
      </p:grpSp>
      <p:grpSp>
        <p:nvGrpSpPr>
          <p:cNvPr id="175" name="node39"/>
          <p:cNvGrpSpPr/>
          <p:nvPr/>
        </p:nvGrpSpPr>
        <p:grpSpPr>
          <a:xfrm>
            <a:off x="723900" y="3797300"/>
            <a:ext cx="457200" cy="228600"/>
            <a:chOff x="723900" y="3797300"/>
            <a:chExt cx="457200" cy="228600"/>
          </a:xfrm>
        </p:grpSpPr>
        <p:sp>
          <p:nvSpPr>
            <p:cNvPr id="45" name="node39.text"/>
            <p:cNvSpPr/>
            <p:nvPr/>
          </p:nvSpPr>
          <p:spPr>
            <a:xfrm>
              <a:off x="723900" y="3797300"/>
              <a:ext cx="457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A7</a:t>
              </a:r>
              <a:endParaRPr lang="en-US" sz="1200" spc="0" kern="0" b="0" i="0" dirty="0">
                <a:solidFill>
                  <a:srgbClr val="50658E"/>
                </a:solidFill>
                <a:latin typeface="IBM Plex Sans"/>
                <a:ea typeface="IBM Plex Sans"/>
                <a:cs typeface="IBM Plex Sans"/>
              </a:endParaRPr>
            </a:p>
          </p:txBody>
        </p:sp>
      </p:grpSp>
      <p:grpSp>
        <p:nvGrpSpPr>
          <p:cNvPr id="176" name="node40"/>
          <p:cNvGrpSpPr/>
          <p:nvPr/>
        </p:nvGrpSpPr>
        <p:grpSpPr>
          <a:xfrm>
            <a:off x="1181100" y="3657600"/>
            <a:ext cx="431800" cy="431800"/>
            <a:chOff x="1181100" y="3657600"/>
            <a:chExt cx="431800" cy="431800"/>
          </a:xfrm>
        </p:grpSpPr>
        <p:sp>
          <p:nvSpPr>
            <p:cNvPr id="46" name="node40.surface"/>
            <p:cNvSpPr/>
            <p:nvPr/>
          </p:nvSpPr>
          <p:spPr>
            <a:xfrm>
              <a:off x="1181100" y="3657600"/>
              <a:ext cx="431800" cy="431800"/>
            </a:xfrm>
            <a:prstGeom prst="rect">
              <a:avLst/>
            </a:prstGeom>
            <a:solidFill>
              <a:srgbClr val="0047FF"/>
            </a:solidFill>
            <a:ln>
              <a:noFill/>
            </a:ln>
          </p:spPr>
        </p:sp>
      </p:grpSp>
      <p:grpSp>
        <p:nvGrpSpPr>
          <p:cNvPr id="177" name="node41"/>
          <p:cNvGrpSpPr/>
          <p:nvPr/>
        </p:nvGrpSpPr>
        <p:grpSpPr>
          <a:xfrm>
            <a:off x="1638300" y="3657600"/>
            <a:ext cx="431800" cy="431800"/>
            <a:chOff x="1638300" y="3657600"/>
            <a:chExt cx="431800" cy="431800"/>
          </a:xfrm>
        </p:grpSpPr>
        <p:sp>
          <p:nvSpPr>
            <p:cNvPr id="47" name="node41.surface"/>
            <p:cNvSpPr/>
            <p:nvPr/>
          </p:nvSpPr>
          <p:spPr>
            <a:xfrm>
              <a:off x="1638300" y="3657600"/>
              <a:ext cx="431800" cy="431800"/>
            </a:xfrm>
            <a:prstGeom prst="rect">
              <a:avLst/>
            </a:prstGeom>
            <a:solidFill>
              <a:srgbClr val="0047FF"/>
            </a:solidFill>
            <a:ln>
              <a:noFill/>
            </a:ln>
          </p:spPr>
        </p:sp>
      </p:grpSp>
      <p:grpSp>
        <p:nvGrpSpPr>
          <p:cNvPr id="178" name="node42"/>
          <p:cNvGrpSpPr/>
          <p:nvPr/>
        </p:nvGrpSpPr>
        <p:grpSpPr>
          <a:xfrm>
            <a:off x="2095500" y="3657600"/>
            <a:ext cx="431800" cy="431800"/>
            <a:chOff x="2095500" y="3657600"/>
            <a:chExt cx="431800" cy="431800"/>
          </a:xfrm>
        </p:grpSpPr>
        <p:sp>
          <p:nvSpPr>
            <p:cNvPr id="48" name="node42.surface"/>
            <p:cNvSpPr/>
            <p:nvPr/>
          </p:nvSpPr>
          <p:spPr>
            <a:xfrm>
              <a:off x="2095500" y="3657600"/>
              <a:ext cx="431800" cy="431800"/>
            </a:xfrm>
            <a:prstGeom prst="rect">
              <a:avLst/>
            </a:prstGeom>
            <a:solidFill>
              <a:srgbClr val="7C9BFF"/>
            </a:solidFill>
            <a:ln>
              <a:noFill/>
            </a:ln>
          </p:spPr>
        </p:sp>
      </p:grpSp>
      <p:grpSp>
        <p:nvGrpSpPr>
          <p:cNvPr id="179" name="node43"/>
          <p:cNvGrpSpPr/>
          <p:nvPr/>
        </p:nvGrpSpPr>
        <p:grpSpPr>
          <a:xfrm>
            <a:off x="2552700" y="3657600"/>
            <a:ext cx="431800" cy="431800"/>
            <a:chOff x="2552700" y="3657600"/>
            <a:chExt cx="431800" cy="431800"/>
          </a:xfrm>
        </p:grpSpPr>
        <p:sp>
          <p:nvSpPr>
            <p:cNvPr id="49" name="node43.surface"/>
            <p:cNvSpPr/>
            <p:nvPr/>
          </p:nvSpPr>
          <p:spPr>
            <a:xfrm>
              <a:off x="2552700" y="3657600"/>
              <a:ext cx="431800" cy="431800"/>
            </a:xfrm>
            <a:prstGeom prst="rect">
              <a:avLst/>
            </a:prstGeom>
            <a:solidFill>
              <a:srgbClr val="0047FF"/>
            </a:solidFill>
            <a:ln>
              <a:noFill/>
            </a:ln>
          </p:spPr>
        </p:sp>
      </p:grpSp>
      <p:grpSp>
        <p:nvGrpSpPr>
          <p:cNvPr id="180" name="node44"/>
          <p:cNvGrpSpPr/>
          <p:nvPr/>
        </p:nvGrpSpPr>
        <p:grpSpPr>
          <a:xfrm>
            <a:off x="3009900" y="3657600"/>
            <a:ext cx="431800" cy="431800"/>
            <a:chOff x="3009900" y="3657600"/>
            <a:chExt cx="431800" cy="431800"/>
          </a:xfrm>
        </p:grpSpPr>
        <p:sp>
          <p:nvSpPr>
            <p:cNvPr id="50" name="node44.surface"/>
            <p:cNvSpPr/>
            <p:nvPr/>
          </p:nvSpPr>
          <p:spPr>
            <a:xfrm>
              <a:off x="3009900" y="3657600"/>
              <a:ext cx="431800" cy="431800"/>
            </a:xfrm>
            <a:prstGeom prst="rect">
              <a:avLst/>
            </a:prstGeom>
            <a:solidFill>
              <a:srgbClr val="7C9BFF"/>
            </a:solidFill>
            <a:ln>
              <a:noFill/>
            </a:ln>
          </p:spPr>
        </p:sp>
      </p:grpSp>
      <p:grpSp>
        <p:nvGrpSpPr>
          <p:cNvPr id="181" name="node45"/>
          <p:cNvGrpSpPr/>
          <p:nvPr/>
        </p:nvGrpSpPr>
        <p:grpSpPr>
          <a:xfrm>
            <a:off x="723900" y="4254500"/>
            <a:ext cx="457200" cy="228600"/>
            <a:chOff x="723900" y="4254500"/>
            <a:chExt cx="457200" cy="228600"/>
          </a:xfrm>
        </p:grpSpPr>
        <p:sp>
          <p:nvSpPr>
            <p:cNvPr id="51" name="node45.text"/>
            <p:cNvSpPr/>
            <p:nvPr/>
          </p:nvSpPr>
          <p:spPr>
            <a:xfrm>
              <a:off x="723900" y="4254500"/>
              <a:ext cx="457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A8</a:t>
              </a:r>
              <a:endParaRPr lang="en-US" sz="1200" spc="0" kern="0" b="0" i="0" dirty="0">
                <a:solidFill>
                  <a:srgbClr val="50658E"/>
                </a:solidFill>
                <a:latin typeface="IBM Plex Sans"/>
                <a:ea typeface="IBM Plex Sans"/>
                <a:cs typeface="IBM Plex Sans"/>
              </a:endParaRPr>
            </a:p>
          </p:txBody>
        </p:sp>
      </p:grpSp>
      <p:grpSp>
        <p:nvGrpSpPr>
          <p:cNvPr id="182" name="node46"/>
          <p:cNvGrpSpPr/>
          <p:nvPr/>
        </p:nvGrpSpPr>
        <p:grpSpPr>
          <a:xfrm>
            <a:off x="1181100" y="4114800"/>
            <a:ext cx="431800" cy="431800"/>
            <a:chOff x="1181100" y="4114800"/>
            <a:chExt cx="431800" cy="431800"/>
          </a:xfrm>
        </p:grpSpPr>
        <p:sp>
          <p:nvSpPr>
            <p:cNvPr id="52" name="node46.surface"/>
            <p:cNvSpPr/>
            <p:nvPr/>
          </p:nvSpPr>
          <p:spPr>
            <a:xfrm>
              <a:off x="1181100" y="4114800"/>
              <a:ext cx="431800" cy="431800"/>
            </a:xfrm>
            <a:prstGeom prst="rect">
              <a:avLst/>
            </a:prstGeom>
            <a:solidFill>
              <a:srgbClr val="B9C9F0"/>
            </a:solidFill>
            <a:ln>
              <a:noFill/>
            </a:ln>
          </p:spPr>
        </p:sp>
      </p:grpSp>
      <p:grpSp>
        <p:nvGrpSpPr>
          <p:cNvPr id="183" name="node47"/>
          <p:cNvGrpSpPr/>
          <p:nvPr/>
        </p:nvGrpSpPr>
        <p:grpSpPr>
          <a:xfrm>
            <a:off x="1638300" y="4114800"/>
            <a:ext cx="431800" cy="431800"/>
            <a:chOff x="1638300" y="4114800"/>
            <a:chExt cx="431800" cy="431800"/>
          </a:xfrm>
        </p:grpSpPr>
        <p:sp>
          <p:nvSpPr>
            <p:cNvPr id="53" name="node47.surface"/>
            <p:cNvSpPr/>
            <p:nvPr/>
          </p:nvSpPr>
          <p:spPr>
            <a:xfrm>
              <a:off x="1638300" y="4114800"/>
              <a:ext cx="431800" cy="431800"/>
            </a:xfrm>
            <a:prstGeom prst="rect">
              <a:avLst/>
            </a:prstGeom>
            <a:solidFill>
              <a:srgbClr val="B9C9F0"/>
            </a:solidFill>
            <a:ln>
              <a:noFill/>
            </a:ln>
          </p:spPr>
        </p:sp>
      </p:grpSp>
      <p:grpSp>
        <p:nvGrpSpPr>
          <p:cNvPr id="184" name="node48"/>
          <p:cNvGrpSpPr/>
          <p:nvPr/>
        </p:nvGrpSpPr>
        <p:grpSpPr>
          <a:xfrm>
            <a:off x="2095500" y="4114800"/>
            <a:ext cx="431800" cy="431800"/>
            <a:chOff x="2095500" y="4114800"/>
            <a:chExt cx="431800" cy="431800"/>
          </a:xfrm>
        </p:grpSpPr>
        <p:sp>
          <p:nvSpPr>
            <p:cNvPr id="54" name="node48.surface"/>
            <p:cNvSpPr/>
            <p:nvPr/>
          </p:nvSpPr>
          <p:spPr>
            <a:xfrm>
              <a:off x="2095500" y="4114800"/>
              <a:ext cx="431800" cy="431800"/>
            </a:xfrm>
            <a:prstGeom prst="rect">
              <a:avLst/>
            </a:prstGeom>
            <a:solidFill>
              <a:srgbClr val="E8EEF8"/>
            </a:solidFill>
            <a:ln>
              <a:noFill/>
            </a:ln>
          </p:spPr>
        </p:sp>
      </p:grpSp>
      <p:grpSp>
        <p:nvGrpSpPr>
          <p:cNvPr id="185" name="node49"/>
          <p:cNvGrpSpPr/>
          <p:nvPr/>
        </p:nvGrpSpPr>
        <p:grpSpPr>
          <a:xfrm>
            <a:off x="2552700" y="4114800"/>
            <a:ext cx="431800" cy="431800"/>
            <a:chOff x="2552700" y="4114800"/>
            <a:chExt cx="431800" cy="431800"/>
          </a:xfrm>
        </p:grpSpPr>
        <p:sp>
          <p:nvSpPr>
            <p:cNvPr id="55" name="node49.surface"/>
            <p:cNvSpPr/>
            <p:nvPr/>
          </p:nvSpPr>
          <p:spPr>
            <a:xfrm>
              <a:off x="2552700" y="4114800"/>
              <a:ext cx="431800" cy="431800"/>
            </a:xfrm>
            <a:prstGeom prst="rect">
              <a:avLst/>
            </a:prstGeom>
            <a:solidFill>
              <a:srgbClr val="7C9BFF"/>
            </a:solidFill>
            <a:ln>
              <a:noFill/>
            </a:ln>
          </p:spPr>
        </p:sp>
      </p:grpSp>
      <p:grpSp>
        <p:nvGrpSpPr>
          <p:cNvPr id="186" name="node50"/>
          <p:cNvGrpSpPr/>
          <p:nvPr/>
        </p:nvGrpSpPr>
        <p:grpSpPr>
          <a:xfrm>
            <a:off x="3009900" y="4114800"/>
            <a:ext cx="431800" cy="431800"/>
            <a:chOff x="3009900" y="4114800"/>
            <a:chExt cx="431800" cy="431800"/>
          </a:xfrm>
        </p:grpSpPr>
        <p:sp>
          <p:nvSpPr>
            <p:cNvPr id="56" name="node50.surface"/>
            <p:cNvSpPr/>
            <p:nvPr/>
          </p:nvSpPr>
          <p:spPr>
            <a:xfrm>
              <a:off x="3009900" y="4114800"/>
              <a:ext cx="431800" cy="431800"/>
            </a:xfrm>
            <a:prstGeom prst="rect">
              <a:avLst/>
            </a:prstGeom>
            <a:solidFill>
              <a:srgbClr val="B9C9F0"/>
            </a:solidFill>
            <a:ln>
              <a:noFill/>
            </a:ln>
          </p:spPr>
        </p:sp>
      </p:grpSp>
      <p:grpSp>
        <p:nvGrpSpPr>
          <p:cNvPr id="187" name="node51"/>
          <p:cNvGrpSpPr/>
          <p:nvPr/>
        </p:nvGrpSpPr>
        <p:grpSpPr>
          <a:xfrm>
            <a:off x="723900" y="4711700"/>
            <a:ext cx="457200" cy="228600"/>
            <a:chOff x="723900" y="4711700"/>
            <a:chExt cx="457200" cy="228600"/>
          </a:xfrm>
        </p:grpSpPr>
        <p:sp>
          <p:nvSpPr>
            <p:cNvPr id="57" name="node51.text"/>
            <p:cNvSpPr/>
            <p:nvPr/>
          </p:nvSpPr>
          <p:spPr>
            <a:xfrm>
              <a:off x="723900" y="4711700"/>
              <a:ext cx="457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A9</a:t>
              </a:r>
              <a:endParaRPr lang="en-US" sz="1200" spc="0" kern="0" b="0" i="0" dirty="0">
                <a:solidFill>
                  <a:srgbClr val="50658E"/>
                </a:solidFill>
                <a:latin typeface="IBM Plex Sans"/>
                <a:ea typeface="IBM Plex Sans"/>
                <a:cs typeface="IBM Plex Sans"/>
              </a:endParaRPr>
            </a:p>
          </p:txBody>
        </p:sp>
      </p:grpSp>
      <p:grpSp>
        <p:nvGrpSpPr>
          <p:cNvPr id="188" name="node52"/>
          <p:cNvGrpSpPr/>
          <p:nvPr/>
        </p:nvGrpSpPr>
        <p:grpSpPr>
          <a:xfrm>
            <a:off x="1181100" y="4572000"/>
            <a:ext cx="431800" cy="431800"/>
            <a:chOff x="1181100" y="4572000"/>
            <a:chExt cx="431800" cy="431800"/>
          </a:xfrm>
        </p:grpSpPr>
        <p:sp>
          <p:nvSpPr>
            <p:cNvPr id="58" name="node52.surface"/>
            <p:cNvSpPr/>
            <p:nvPr/>
          </p:nvSpPr>
          <p:spPr>
            <a:xfrm>
              <a:off x="1181100" y="4572000"/>
              <a:ext cx="431800" cy="431800"/>
            </a:xfrm>
            <a:prstGeom prst="rect">
              <a:avLst/>
            </a:prstGeom>
            <a:solidFill>
              <a:srgbClr val="7C9BFF"/>
            </a:solidFill>
            <a:ln>
              <a:noFill/>
            </a:ln>
          </p:spPr>
        </p:sp>
      </p:grpSp>
      <p:grpSp>
        <p:nvGrpSpPr>
          <p:cNvPr id="189" name="node53"/>
          <p:cNvGrpSpPr/>
          <p:nvPr/>
        </p:nvGrpSpPr>
        <p:grpSpPr>
          <a:xfrm>
            <a:off x="1638300" y="4572000"/>
            <a:ext cx="431800" cy="431800"/>
            <a:chOff x="1638300" y="4572000"/>
            <a:chExt cx="431800" cy="431800"/>
          </a:xfrm>
        </p:grpSpPr>
        <p:sp>
          <p:nvSpPr>
            <p:cNvPr id="59" name="node53.surface"/>
            <p:cNvSpPr/>
            <p:nvPr/>
          </p:nvSpPr>
          <p:spPr>
            <a:xfrm>
              <a:off x="1638300" y="4572000"/>
              <a:ext cx="431800" cy="431800"/>
            </a:xfrm>
            <a:prstGeom prst="rect">
              <a:avLst/>
            </a:prstGeom>
            <a:solidFill>
              <a:srgbClr val="B9C9F0"/>
            </a:solidFill>
            <a:ln>
              <a:noFill/>
            </a:ln>
          </p:spPr>
        </p:sp>
      </p:grpSp>
      <p:grpSp>
        <p:nvGrpSpPr>
          <p:cNvPr id="190" name="node54"/>
          <p:cNvGrpSpPr/>
          <p:nvPr/>
        </p:nvGrpSpPr>
        <p:grpSpPr>
          <a:xfrm>
            <a:off x="2095500" y="4572000"/>
            <a:ext cx="431800" cy="431800"/>
            <a:chOff x="2095500" y="4572000"/>
            <a:chExt cx="431800" cy="431800"/>
          </a:xfrm>
        </p:grpSpPr>
        <p:sp>
          <p:nvSpPr>
            <p:cNvPr id="60" name="node54.surface"/>
            <p:cNvSpPr/>
            <p:nvPr/>
          </p:nvSpPr>
          <p:spPr>
            <a:xfrm>
              <a:off x="2095500" y="4572000"/>
              <a:ext cx="431800" cy="431800"/>
            </a:xfrm>
            <a:prstGeom prst="rect">
              <a:avLst/>
            </a:prstGeom>
            <a:solidFill>
              <a:srgbClr val="B9C9F0"/>
            </a:solidFill>
            <a:ln>
              <a:noFill/>
            </a:ln>
          </p:spPr>
        </p:sp>
      </p:grpSp>
      <p:grpSp>
        <p:nvGrpSpPr>
          <p:cNvPr id="191" name="node55"/>
          <p:cNvGrpSpPr/>
          <p:nvPr/>
        </p:nvGrpSpPr>
        <p:grpSpPr>
          <a:xfrm>
            <a:off x="2552700" y="4572000"/>
            <a:ext cx="431800" cy="431800"/>
            <a:chOff x="2552700" y="4572000"/>
            <a:chExt cx="431800" cy="431800"/>
          </a:xfrm>
        </p:grpSpPr>
        <p:sp>
          <p:nvSpPr>
            <p:cNvPr id="61" name="node55.surface"/>
            <p:cNvSpPr/>
            <p:nvPr/>
          </p:nvSpPr>
          <p:spPr>
            <a:xfrm>
              <a:off x="2552700" y="4572000"/>
              <a:ext cx="431800" cy="431800"/>
            </a:xfrm>
            <a:prstGeom prst="rect">
              <a:avLst/>
            </a:prstGeom>
            <a:solidFill>
              <a:srgbClr val="B9C9F0"/>
            </a:solidFill>
            <a:ln>
              <a:noFill/>
            </a:ln>
          </p:spPr>
        </p:sp>
      </p:grpSp>
      <p:grpSp>
        <p:nvGrpSpPr>
          <p:cNvPr id="192" name="node56"/>
          <p:cNvGrpSpPr/>
          <p:nvPr/>
        </p:nvGrpSpPr>
        <p:grpSpPr>
          <a:xfrm>
            <a:off x="3009900" y="4572000"/>
            <a:ext cx="431800" cy="431800"/>
            <a:chOff x="3009900" y="4572000"/>
            <a:chExt cx="431800" cy="431800"/>
          </a:xfrm>
        </p:grpSpPr>
        <p:sp>
          <p:nvSpPr>
            <p:cNvPr id="62" name="node56.surface"/>
            <p:cNvSpPr/>
            <p:nvPr/>
          </p:nvSpPr>
          <p:spPr>
            <a:xfrm>
              <a:off x="3009900" y="4572000"/>
              <a:ext cx="431800" cy="431800"/>
            </a:xfrm>
            <a:prstGeom prst="rect">
              <a:avLst/>
            </a:prstGeom>
            <a:solidFill>
              <a:srgbClr val="7C9BFF"/>
            </a:solidFill>
            <a:ln>
              <a:noFill/>
            </a:ln>
          </p:spPr>
        </p:sp>
      </p:grpSp>
      <p:grpSp>
        <p:nvGrpSpPr>
          <p:cNvPr id="193" name="node57"/>
          <p:cNvGrpSpPr/>
          <p:nvPr/>
        </p:nvGrpSpPr>
        <p:grpSpPr>
          <a:xfrm>
            <a:off x="1181100" y="914400"/>
            <a:ext cx="2286000" cy="25400"/>
            <a:chOff x="1181100" y="914400"/>
            <a:chExt cx="2286000" cy="25400"/>
          </a:xfrm>
        </p:grpSpPr>
        <p:sp>
          <p:nvSpPr>
            <p:cNvPr id="63" name="node57.surface"/>
            <p:cNvSpPr/>
            <p:nvPr/>
          </p:nvSpPr>
          <p:spPr>
            <a:xfrm>
              <a:off x="1181100" y="914400"/>
              <a:ext cx="2286000" cy="25400"/>
            </a:xfrm>
            <a:prstGeom prst="rect">
              <a:avLst/>
            </a:prstGeom>
            <a:solidFill>
              <a:srgbClr val="05013F"/>
            </a:solidFill>
            <a:ln>
              <a:noFill/>
            </a:ln>
          </p:spPr>
        </p:sp>
      </p:grpSp>
      <p:grpSp>
        <p:nvGrpSpPr>
          <p:cNvPr id="194" name="node58"/>
          <p:cNvGrpSpPr/>
          <p:nvPr/>
        </p:nvGrpSpPr>
        <p:grpSpPr>
          <a:xfrm>
            <a:off x="1181100" y="2286000"/>
            <a:ext cx="2286000" cy="25400"/>
            <a:chOff x="1181100" y="2286000"/>
            <a:chExt cx="2286000" cy="25400"/>
          </a:xfrm>
        </p:grpSpPr>
        <p:sp>
          <p:nvSpPr>
            <p:cNvPr id="64" name="node58.surface"/>
            <p:cNvSpPr/>
            <p:nvPr/>
          </p:nvSpPr>
          <p:spPr>
            <a:xfrm>
              <a:off x="1181100" y="2286000"/>
              <a:ext cx="2286000" cy="25400"/>
            </a:xfrm>
            <a:prstGeom prst="rect">
              <a:avLst/>
            </a:prstGeom>
            <a:solidFill>
              <a:srgbClr val="05013F"/>
            </a:solidFill>
            <a:ln>
              <a:noFill/>
            </a:ln>
          </p:spPr>
        </p:sp>
      </p:grpSp>
      <p:grpSp>
        <p:nvGrpSpPr>
          <p:cNvPr id="195" name="node59"/>
          <p:cNvGrpSpPr/>
          <p:nvPr/>
        </p:nvGrpSpPr>
        <p:grpSpPr>
          <a:xfrm>
            <a:off x="1181100" y="914400"/>
            <a:ext cx="25400" cy="1371600"/>
            <a:chOff x="1181100" y="914400"/>
            <a:chExt cx="25400" cy="1371600"/>
          </a:xfrm>
        </p:grpSpPr>
        <p:sp>
          <p:nvSpPr>
            <p:cNvPr id="65" name="node59.surface"/>
            <p:cNvSpPr/>
            <p:nvPr/>
          </p:nvSpPr>
          <p:spPr>
            <a:xfrm>
              <a:off x="1181100" y="914400"/>
              <a:ext cx="25400" cy="1371600"/>
            </a:xfrm>
            <a:prstGeom prst="rect">
              <a:avLst/>
            </a:prstGeom>
            <a:solidFill>
              <a:srgbClr val="05013F"/>
            </a:solidFill>
            <a:ln>
              <a:noFill/>
            </a:ln>
          </p:spPr>
        </p:sp>
      </p:grpSp>
      <p:grpSp>
        <p:nvGrpSpPr>
          <p:cNvPr id="196" name="node60"/>
          <p:cNvGrpSpPr/>
          <p:nvPr/>
        </p:nvGrpSpPr>
        <p:grpSpPr>
          <a:xfrm>
            <a:off x="3467100" y="914400"/>
            <a:ext cx="25400" cy="1397000"/>
            <a:chOff x="3467100" y="914400"/>
            <a:chExt cx="25400" cy="1397000"/>
          </a:xfrm>
        </p:grpSpPr>
        <p:sp>
          <p:nvSpPr>
            <p:cNvPr id="66" name="node60.surface"/>
            <p:cNvSpPr/>
            <p:nvPr/>
          </p:nvSpPr>
          <p:spPr>
            <a:xfrm>
              <a:off x="3467100" y="914400"/>
              <a:ext cx="25400" cy="1397000"/>
            </a:xfrm>
            <a:prstGeom prst="rect">
              <a:avLst/>
            </a:prstGeom>
            <a:solidFill>
              <a:srgbClr val="05013F"/>
            </a:solidFill>
            <a:ln>
              <a:noFill/>
            </a:ln>
          </p:spPr>
        </p:sp>
      </p:grpSp>
      <p:grpSp>
        <p:nvGrpSpPr>
          <p:cNvPr id="197" name="node61"/>
          <p:cNvGrpSpPr/>
          <p:nvPr/>
        </p:nvGrpSpPr>
        <p:grpSpPr>
          <a:xfrm>
            <a:off x="4610100" y="1600200"/>
            <a:ext cx="609600" cy="381000"/>
            <a:chOff x="4610100" y="1600200"/>
            <a:chExt cx="609600" cy="381000"/>
          </a:xfrm>
        </p:grpSpPr>
        <p:sp>
          <p:nvSpPr>
            <p:cNvPr id="67" name="node61.surface"/>
            <p:cNvSpPr/>
            <p:nvPr/>
          </p:nvSpPr>
          <p:spPr>
            <a:xfrm>
              <a:off x="4610100" y="1600200"/>
              <a:ext cx="609600" cy="381000"/>
            </a:xfrm>
            <a:prstGeom prst="rect">
              <a:avLst/>
            </a:prstGeom>
            <a:solidFill>
              <a:srgbClr val="05013F"/>
            </a:solidFill>
            <a:ln>
              <a:noFill/>
            </a:ln>
          </p:spPr>
        </p:sp>
        <p:sp>
          <p:nvSpPr>
            <p:cNvPr id="68" name="node61.text"/>
            <p:cNvSpPr/>
            <p:nvPr/>
          </p:nvSpPr>
          <p:spPr>
            <a:xfrm>
              <a:off x="4762500" y="1657350"/>
              <a:ext cx="3048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FFFFFF"/>
                  </a:solidFill>
                  <a:latin typeface="IBM Plex Sans"/>
                  <a:ea typeface="IBM Plex Sans"/>
                  <a:cs typeface="IBM Plex Sans"/>
                </a:rPr>
                <a:t>A1</a:t>
              </a:r>
              <a:endParaRPr lang="en-US" sz="1400" spc="0" kern="0" b="0" i="0" dirty="0">
                <a:solidFill>
                  <a:srgbClr val="FFFFFF"/>
                </a:solidFill>
                <a:latin typeface="IBM Plex Sans"/>
                <a:ea typeface="IBM Plex Sans"/>
                <a:cs typeface="IBM Plex Sans"/>
              </a:endParaRPr>
            </a:p>
          </p:txBody>
        </p:sp>
      </p:grpSp>
      <p:grpSp>
        <p:nvGrpSpPr>
          <p:cNvPr id="198" name="node62"/>
          <p:cNvGrpSpPr/>
          <p:nvPr/>
        </p:nvGrpSpPr>
        <p:grpSpPr>
          <a:xfrm>
            <a:off x="5295900" y="1612900"/>
            <a:ext cx="2362200" cy="304800"/>
            <a:chOff x="5295900" y="1612900"/>
            <a:chExt cx="2362200" cy="304800"/>
          </a:xfrm>
        </p:grpSpPr>
        <p:sp>
          <p:nvSpPr>
            <p:cNvPr id="69" name="node62.text"/>
            <p:cNvSpPr/>
            <p:nvPr/>
          </p:nvSpPr>
          <p:spPr>
            <a:xfrm>
              <a:off x="5295900" y="1612900"/>
              <a:ext cx="23622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Patient access</a:t>
              </a:r>
              <a:endParaRPr lang="en-US" sz="1800" spc="-18" kern="0" b="0" i="0" dirty="0">
                <a:solidFill>
                  <a:srgbClr val="070154"/>
                </a:solidFill>
                <a:latin typeface="IBM Plex Sans SemiBold"/>
                <a:ea typeface="IBM Plex Sans SemiBold"/>
                <a:cs typeface="IBM Plex Sans SemiBold"/>
              </a:endParaRPr>
            </a:p>
          </p:txBody>
        </p:sp>
      </p:grpSp>
      <p:grpSp>
        <p:nvGrpSpPr>
          <p:cNvPr id="199" name="node63"/>
          <p:cNvGrpSpPr/>
          <p:nvPr/>
        </p:nvGrpSpPr>
        <p:grpSpPr>
          <a:xfrm>
            <a:off x="4610100" y="2032000"/>
            <a:ext cx="457200" cy="152400"/>
            <a:chOff x="4610100" y="2032000"/>
            <a:chExt cx="457200" cy="152400"/>
          </a:xfrm>
        </p:grpSpPr>
        <p:sp>
          <p:nvSpPr>
            <p:cNvPr id="70" name="node63.text"/>
            <p:cNvSpPr/>
            <p:nvPr/>
          </p:nvSpPr>
          <p:spPr>
            <a:xfrm>
              <a:off x="4610100" y="2032000"/>
              <a:ext cx="457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Medium"/>
                  <a:ea typeface="IBM Plex Mono Medium"/>
                  <a:cs typeface="IBM Plex Mono Medium"/>
                </a:rPr>
                <a:t>PRO</a:t>
              </a:r>
              <a:endParaRPr lang="en-US" sz="900" spc="54" kern="0" b="0" i="0" dirty="0">
                <a:solidFill>
                  <a:srgbClr val="070154"/>
                </a:solidFill>
                <a:latin typeface="IBM Plex Mono Medium"/>
                <a:ea typeface="IBM Plex Mono Medium"/>
                <a:cs typeface="IBM Plex Mono Medium"/>
              </a:endParaRPr>
            </a:p>
          </p:txBody>
        </p:sp>
      </p:grpSp>
      <p:grpSp>
        <p:nvGrpSpPr>
          <p:cNvPr id="200" name="node64"/>
          <p:cNvGrpSpPr/>
          <p:nvPr/>
        </p:nvGrpSpPr>
        <p:grpSpPr>
          <a:xfrm>
            <a:off x="4610100" y="2286000"/>
            <a:ext cx="431800" cy="355600"/>
            <a:chOff x="4610100" y="2286000"/>
            <a:chExt cx="431800" cy="355600"/>
          </a:xfrm>
        </p:grpSpPr>
        <p:sp>
          <p:nvSpPr>
            <p:cNvPr id="71" name="node64.surface"/>
            <p:cNvSpPr/>
            <p:nvPr/>
          </p:nvSpPr>
          <p:spPr>
            <a:xfrm>
              <a:off x="4610100" y="2286000"/>
              <a:ext cx="431800" cy="355600"/>
            </a:xfrm>
            <a:prstGeom prst="rect">
              <a:avLst/>
            </a:prstGeom>
            <a:solidFill>
              <a:srgbClr val="7C9BFF"/>
            </a:solidFill>
            <a:ln>
              <a:noFill/>
            </a:ln>
          </p:spPr>
        </p:sp>
        <p:sp>
          <p:nvSpPr>
            <p:cNvPr id="72" name="node64.text"/>
            <p:cNvSpPr/>
            <p:nvPr/>
          </p:nvSpPr>
          <p:spPr>
            <a:xfrm>
              <a:off x="4682067" y="2349500"/>
              <a:ext cx="287867"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3</a:t>
              </a:r>
              <a:endParaRPr lang="en-US" sz="1200" spc="0" kern="0" b="0" i="0" dirty="0">
                <a:solidFill>
                  <a:srgbClr val="070154"/>
                </a:solidFill>
                <a:latin typeface="IBM Plex Sans"/>
                <a:ea typeface="IBM Plex Sans"/>
                <a:cs typeface="IBM Plex Sans"/>
              </a:endParaRPr>
            </a:p>
          </p:txBody>
        </p:sp>
      </p:grpSp>
      <p:grpSp>
        <p:nvGrpSpPr>
          <p:cNvPr id="201" name="node65"/>
          <p:cNvGrpSpPr/>
          <p:nvPr/>
        </p:nvGrpSpPr>
        <p:grpSpPr>
          <a:xfrm>
            <a:off x="5067300" y="2032000"/>
            <a:ext cx="457200" cy="152400"/>
            <a:chOff x="5067300" y="2032000"/>
            <a:chExt cx="457200" cy="152400"/>
          </a:xfrm>
        </p:grpSpPr>
        <p:sp>
          <p:nvSpPr>
            <p:cNvPr id="73" name="node65.text"/>
            <p:cNvSpPr/>
            <p:nvPr/>
          </p:nvSpPr>
          <p:spPr>
            <a:xfrm>
              <a:off x="5067300" y="2032000"/>
              <a:ext cx="457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Medium"/>
                  <a:ea typeface="IBM Plex Mono Medium"/>
                  <a:cs typeface="IBM Plex Mono Medium"/>
                </a:rPr>
                <a:t>TEC</a:t>
              </a:r>
              <a:endParaRPr lang="en-US" sz="900" spc="54" kern="0" b="0" i="0" dirty="0">
                <a:solidFill>
                  <a:srgbClr val="070154"/>
                </a:solidFill>
                <a:latin typeface="IBM Plex Mono Medium"/>
                <a:ea typeface="IBM Plex Mono Medium"/>
                <a:cs typeface="IBM Plex Mono Medium"/>
              </a:endParaRPr>
            </a:p>
          </p:txBody>
        </p:sp>
      </p:grpSp>
      <p:grpSp>
        <p:nvGrpSpPr>
          <p:cNvPr id="202" name="node66"/>
          <p:cNvGrpSpPr/>
          <p:nvPr/>
        </p:nvGrpSpPr>
        <p:grpSpPr>
          <a:xfrm>
            <a:off x="5067300" y="2286000"/>
            <a:ext cx="431800" cy="355600"/>
            <a:chOff x="5067300" y="2286000"/>
            <a:chExt cx="431800" cy="355600"/>
          </a:xfrm>
        </p:grpSpPr>
        <p:sp>
          <p:nvSpPr>
            <p:cNvPr id="74" name="node66.surface"/>
            <p:cNvSpPr/>
            <p:nvPr/>
          </p:nvSpPr>
          <p:spPr>
            <a:xfrm>
              <a:off x="5067300" y="2286000"/>
              <a:ext cx="431800" cy="355600"/>
            </a:xfrm>
            <a:prstGeom prst="rect">
              <a:avLst/>
            </a:prstGeom>
            <a:solidFill>
              <a:srgbClr val="B9C9F0"/>
            </a:solidFill>
            <a:ln>
              <a:noFill/>
            </a:ln>
          </p:spPr>
        </p:sp>
        <p:sp>
          <p:nvSpPr>
            <p:cNvPr id="75" name="node66.text"/>
            <p:cNvSpPr/>
            <p:nvPr/>
          </p:nvSpPr>
          <p:spPr>
            <a:xfrm>
              <a:off x="5139267" y="2349500"/>
              <a:ext cx="287867"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2</a:t>
              </a:r>
              <a:endParaRPr lang="en-US" sz="1200" spc="0" kern="0" b="0" i="0" dirty="0">
                <a:solidFill>
                  <a:srgbClr val="070154"/>
                </a:solidFill>
                <a:latin typeface="IBM Plex Sans"/>
                <a:ea typeface="IBM Plex Sans"/>
                <a:cs typeface="IBM Plex Sans"/>
              </a:endParaRPr>
            </a:p>
          </p:txBody>
        </p:sp>
      </p:grpSp>
      <p:grpSp>
        <p:nvGrpSpPr>
          <p:cNvPr id="203" name="node67"/>
          <p:cNvGrpSpPr/>
          <p:nvPr/>
        </p:nvGrpSpPr>
        <p:grpSpPr>
          <a:xfrm>
            <a:off x="5524500" y="2032000"/>
            <a:ext cx="457200" cy="152400"/>
            <a:chOff x="5524500" y="2032000"/>
            <a:chExt cx="457200" cy="152400"/>
          </a:xfrm>
        </p:grpSpPr>
        <p:sp>
          <p:nvSpPr>
            <p:cNvPr id="76" name="node67.text"/>
            <p:cNvSpPr/>
            <p:nvPr/>
          </p:nvSpPr>
          <p:spPr>
            <a:xfrm>
              <a:off x="5524500" y="2032000"/>
              <a:ext cx="457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Medium"/>
                  <a:ea typeface="IBM Plex Mono Medium"/>
                  <a:cs typeface="IBM Plex Mono Medium"/>
                </a:rPr>
                <a:t>DAT</a:t>
              </a:r>
              <a:endParaRPr lang="en-US" sz="900" spc="54" kern="0" b="0" i="0" dirty="0">
                <a:solidFill>
                  <a:srgbClr val="070154"/>
                </a:solidFill>
                <a:latin typeface="IBM Plex Mono Medium"/>
                <a:ea typeface="IBM Plex Mono Medium"/>
                <a:cs typeface="IBM Plex Mono Medium"/>
              </a:endParaRPr>
            </a:p>
          </p:txBody>
        </p:sp>
      </p:grpSp>
      <p:grpSp>
        <p:nvGrpSpPr>
          <p:cNvPr id="204" name="node68"/>
          <p:cNvGrpSpPr/>
          <p:nvPr/>
        </p:nvGrpSpPr>
        <p:grpSpPr>
          <a:xfrm>
            <a:off x="5524500" y="2286000"/>
            <a:ext cx="431800" cy="355600"/>
            <a:chOff x="5524500" y="2286000"/>
            <a:chExt cx="431800" cy="355600"/>
          </a:xfrm>
        </p:grpSpPr>
        <p:sp>
          <p:nvSpPr>
            <p:cNvPr id="77" name="node68.surface"/>
            <p:cNvSpPr/>
            <p:nvPr/>
          </p:nvSpPr>
          <p:spPr>
            <a:xfrm>
              <a:off x="5524500" y="2286000"/>
              <a:ext cx="431800" cy="355600"/>
            </a:xfrm>
            <a:prstGeom prst="rect">
              <a:avLst/>
            </a:prstGeom>
            <a:solidFill>
              <a:srgbClr val="B9C9F0"/>
            </a:solidFill>
            <a:ln>
              <a:noFill/>
            </a:ln>
          </p:spPr>
        </p:sp>
        <p:sp>
          <p:nvSpPr>
            <p:cNvPr id="78" name="node68.text"/>
            <p:cNvSpPr/>
            <p:nvPr/>
          </p:nvSpPr>
          <p:spPr>
            <a:xfrm>
              <a:off x="5596467" y="2349500"/>
              <a:ext cx="287867"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2</a:t>
              </a:r>
              <a:endParaRPr lang="en-US" sz="1200" spc="0" kern="0" b="0" i="0" dirty="0">
                <a:solidFill>
                  <a:srgbClr val="070154"/>
                </a:solidFill>
                <a:latin typeface="IBM Plex Sans"/>
                <a:ea typeface="IBM Plex Sans"/>
                <a:cs typeface="IBM Plex Sans"/>
              </a:endParaRPr>
            </a:p>
          </p:txBody>
        </p:sp>
      </p:grpSp>
      <p:grpSp>
        <p:nvGrpSpPr>
          <p:cNvPr id="205" name="node69"/>
          <p:cNvGrpSpPr/>
          <p:nvPr/>
        </p:nvGrpSpPr>
        <p:grpSpPr>
          <a:xfrm>
            <a:off x="5981700" y="2032000"/>
            <a:ext cx="457200" cy="152400"/>
            <a:chOff x="5981700" y="2032000"/>
            <a:chExt cx="457200" cy="152400"/>
          </a:xfrm>
        </p:grpSpPr>
        <p:sp>
          <p:nvSpPr>
            <p:cNvPr id="79" name="node69.text"/>
            <p:cNvSpPr/>
            <p:nvPr/>
          </p:nvSpPr>
          <p:spPr>
            <a:xfrm>
              <a:off x="5981700" y="2032000"/>
              <a:ext cx="457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Medium"/>
                  <a:ea typeface="IBM Plex Mono Medium"/>
                  <a:cs typeface="IBM Plex Mono Medium"/>
                </a:rPr>
                <a:t>PPL</a:t>
              </a:r>
              <a:endParaRPr lang="en-US" sz="900" spc="54" kern="0" b="0" i="0" dirty="0">
                <a:solidFill>
                  <a:srgbClr val="070154"/>
                </a:solidFill>
                <a:latin typeface="IBM Plex Mono Medium"/>
                <a:ea typeface="IBM Plex Mono Medium"/>
                <a:cs typeface="IBM Plex Mono Medium"/>
              </a:endParaRPr>
            </a:p>
          </p:txBody>
        </p:sp>
      </p:grpSp>
      <p:grpSp>
        <p:nvGrpSpPr>
          <p:cNvPr id="206" name="node70"/>
          <p:cNvGrpSpPr/>
          <p:nvPr/>
        </p:nvGrpSpPr>
        <p:grpSpPr>
          <a:xfrm>
            <a:off x="5981700" y="2286000"/>
            <a:ext cx="431800" cy="355600"/>
            <a:chOff x="5981700" y="2286000"/>
            <a:chExt cx="431800" cy="355600"/>
          </a:xfrm>
        </p:grpSpPr>
        <p:sp>
          <p:nvSpPr>
            <p:cNvPr id="80" name="node70.surface"/>
            <p:cNvSpPr/>
            <p:nvPr/>
          </p:nvSpPr>
          <p:spPr>
            <a:xfrm>
              <a:off x="5981700" y="2286000"/>
              <a:ext cx="431800" cy="355600"/>
            </a:xfrm>
            <a:prstGeom prst="rect">
              <a:avLst/>
            </a:prstGeom>
            <a:solidFill>
              <a:srgbClr val="7C9BFF"/>
            </a:solidFill>
            <a:ln>
              <a:noFill/>
            </a:ln>
          </p:spPr>
        </p:sp>
        <p:sp>
          <p:nvSpPr>
            <p:cNvPr id="81" name="node70.text"/>
            <p:cNvSpPr/>
            <p:nvPr/>
          </p:nvSpPr>
          <p:spPr>
            <a:xfrm>
              <a:off x="6053667" y="2349500"/>
              <a:ext cx="287867"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3</a:t>
              </a:r>
              <a:endParaRPr lang="en-US" sz="1200" spc="0" kern="0" b="0" i="0" dirty="0">
                <a:solidFill>
                  <a:srgbClr val="070154"/>
                </a:solidFill>
                <a:latin typeface="IBM Plex Sans"/>
                <a:ea typeface="IBM Plex Sans"/>
                <a:cs typeface="IBM Plex Sans"/>
              </a:endParaRPr>
            </a:p>
          </p:txBody>
        </p:sp>
      </p:grpSp>
      <p:grpSp>
        <p:nvGrpSpPr>
          <p:cNvPr id="207" name="node71"/>
          <p:cNvGrpSpPr/>
          <p:nvPr/>
        </p:nvGrpSpPr>
        <p:grpSpPr>
          <a:xfrm>
            <a:off x="6438900" y="2032000"/>
            <a:ext cx="457200" cy="152400"/>
            <a:chOff x="6438900" y="2032000"/>
            <a:chExt cx="457200" cy="152400"/>
          </a:xfrm>
        </p:grpSpPr>
        <p:sp>
          <p:nvSpPr>
            <p:cNvPr id="82" name="node71.text"/>
            <p:cNvSpPr/>
            <p:nvPr/>
          </p:nvSpPr>
          <p:spPr>
            <a:xfrm>
              <a:off x="6438900" y="2032000"/>
              <a:ext cx="457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Medium"/>
                  <a:ea typeface="IBM Plex Mono Medium"/>
                  <a:cs typeface="IBM Plex Mono Medium"/>
                </a:rPr>
                <a:t>GOV</a:t>
              </a:r>
              <a:endParaRPr lang="en-US" sz="900" spc="54" kern="0" b="0" i="0" dirty="0">
                <a:solidFill>
                  <a:srgbClr val="070154"/>
                </a:solidFill>
                <a:latin typeface="IBM Plex Mono Medium"/>
                <a:ea typeface="IBM Plex Mono Medium"/>
                <a:cs typeface="IBM Plex Mono Medium"/>
              </a:endParaRPr>
            </a:p>
          </p:txBody>
        </p:sp>
      </p:grpSp>
      <p:grpSp>
        <p:nvGrpSpPr>
          <p:cNvPr id="208" name="node72"/>
          <p:cNvGrpSpPr/>
          <p:nvPr/>
        </p:nvGrpSpPr>
        <p:grpSpPr>
          <a:xfrm>
            <a:off x="6438900" y="2286000"/>
            <a:ext cx="431800" cy="355600"/>
            <a:chOff x="6438900" y="2286000"/>
            <a:chExt cx="431800" cy="355600"/>
          </a:xfrm>
        </p:grpSpPr>
        <p:sp>
          <p:nvSpPr>
            <p:cNvPr id="83" name="node72.surface"/>
            <p:cNvSpPr/>
            <p:nvPr/>
          </p:nvSpPr>
          <p:spPr>
            <a:xfrm>
              <a:off x="6438900" y="2286000"/>
              <a:ext cx="431800" cy="355600"/>
            </a:xfrm>
            <a:prstGeom prst="rect">
              <a:avLst/>
            </a:prstGeom>
            <a:solidFill>
              <a:srgbClr val="B9C9F0"/>
            </a:solidFill>
            <a:ln>
              <a:noFill/>
            </a:ln>
          </p:spPr>
        </p:sp>
        <p:sp>
          <p:nvSpPr>
            <p:cNvPr id="84" name="node72.text"/>
            <p:cNvSpPr/>
            <p:nvPr/>
          </p:nvSpPr>
          <p:spPr>
            <a:xfrm>
              <a:off x="6510867" y="2349500"/>
              <a:ext cx="287867"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2</a:t>
              </a:r>
              <a:endParaRPr lang="en-US" sz="1200" spc="0" kern="0" b="0" i="0" dirty="0">
                <a:solidFill>
                  <a:srgbClr val="070154"/>
                </a:solidFill>
                <a:latin typeface="IBM Plex Sans"/>
                <a:ea typeface="IBM Plex Sans"/>
                <a:cs typeface="IBM Plex Sans"/>
              </a:endParaRPr>
            </a:p>
          </p:txBody>
        </p:sp>
      </p:grpSp>
      <p:grpSp>
        <p:nvGrpSpPr>
          <p:cNvPr id="209" name="node73"/>
          <p:cNvGrpSpPr/>
          <p:nvPr/>
        </p:nvGrpSpPr>
        <p:grpSpPr>
          <a:xfrm>
            <a:off x="7734300" y="1600200"/>
            <a:ext cx="3505200" cy="952500"/>
            <a:chOff x="7734300" y="1600200"/>
            <a:chExt cx="3505200" cy="952500"/>
          </a:xfrm>
        </p:grpSpPr>
        <p:sp>
          <p:nvSpPr>
            <p:cNvPr id="85" name="node73.source-001.bullet"/>
            <p:cNvSpPr/>
            <p:nvPr/>
          </p:nvSpPr>
          <p:spPr>
            <a:xfrm>
              <a:off x="7734300" y="1689100"/>
              <a:ext cx="38100" cy="38100"/>
            </a:xfrm>
            <a:prstGeom prst="rect">
              <a:avLst/>
            </a:prstGeom>
            <a:solidFill>
              <a:srgbClr val="070154"/>
            </a:solidFill>
            <a:ln>
              <a:noFill/>
            </a:ln>
          </p:spPr>
        </p:sp>
        <p:sp>
          <p:nvSpPr>
            <p:cNvPr id="86" name="node73.source-001.text"/>
            <p:cNvSpPr/>
            <p:nvPr/>
          </p:nvSpPr>
          <p:spPr>
            <a:xfrm>
              <a:off x="7886700" y="1600200"/>
              <a:ext cx="33528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 xml:space="preserve">Drives it.</a:t>
              </a:r>
              <a:r>
                <a:rPr lang="en-US" sz="1200" spc="0" kern="0" b="0" i="0" dirty="0">
                  <a:solidFill>
                    <a:srgbClr val="50658E"/>
                  </a:solidFill>
                  <a:latin typeface="IBM Plex Sans"/>
                  <a:ea typeface="IBM Plex Sans"/>
                  <a:cs typeface="IBM Plex Sans"/>
                </a:rPr>
                <a:t xml:space="preserve"> Two registration flows across sites; eligibility checked after arrival.</a:t>
              </a:r>
              <a:endParaRPr lang="en-US" sz="1200" spc="0" kern="0" b="0" i="0" dirty="0">
                <a:solidFill>
                  <a:srgbClr val="070154"/>
                </a:solidFill>
                <a:latin typeface="IBM Plex Sans"/>
                <a:ea typeface="IBM Plex Sans"/>
                <a:cs typeface="IBM Plex Sans"/>
              </a:endParaRPr>
            </a:p>
          </p:txBody>
        </p:sp>
        <p:sp>
          <p:nvSpPr>
            <p:cNvPr id="87" name="node73.source-002.bullet"/>
            <p:cNvSpPr/>
            <p:nvPr/>
          </p:nvSpPr>
          <p:spPr>
            <a:xfrm>
              <a:off x="7734300" y="2184400"/>
              <a:ext cx="38100" cy="38100"/>
            </a:xfrm>
            <a:prstGeom prst="rect">
              <a:avLst/>
            </a:prstGeom>
            <a:solidFill>
              <a:srgbClr val="070154"/>
            </a:solidFill>
            <a:ln>
              <a:noFill/>
            </a:ln>
          </p:spPr>
        </p:sp>
        <p:sp>
          <p:nvSpPr>
            <p:cNvPr id="88" name="node73.source-002.text"/>
            <p:cNvSpPr/>
            <p:nvPr/>
          </p:nvSpPr>
          <p:spPr>
            <a:xfrm>
              <a:off x="7886700" y="2095500"/>
              <a:ext cx="33528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 xml:space="preserve">We'd do.</a:t>
              </a:r>
              <a:r>
                <a:rPr lang="en-US" sz="1200" spc="0" kern="0" b="0" i="0" dirty="0">
                  <a:solidFill>
                    <a:srgbClr val="50658E"/>
                  </a:solidFill>
                  <a:latin typeface="IBM Plex Sans"/>
                  <a:ea typeface="IBM Plex Sans"/>
                  <a:cs typeface="IBM Plex Sans"/>
                </a:rPr>
                <a:t xml:space="preserve"> Run one eligibility check at booking; train front desks on a single script.</a:t>
              </a:r>
              <a:endParaRPr lang="en-US" sz="1200" spc="0" kern="0" b="0" i="0" dirty="0">
                <a:solidFill>
                  <a:srgbClr val="070154"/>
                </a:solidFill>
                <a:latin typeface="IBM Plex Sans"/>
                <a:ea typeface="IBM Plex Sans"/>
                <a:cs typeface="IBM Plex Sans"/>
              </a:endParaRPr>
            </a:p>
          </p:txBody>
        </p:sp>
      </p:grpSp>
      <p:grpSp>
        <p:nvGrpSpPr>
          <p:cNvPr id="210" name="node74"/>
          <p:cNvGrpSpPr/>
          <p:nvPr/>
        </p:nvGrpSpPr>
        <p:grpSpPr>
          <a:xfrm>
            <a:off x="4610100" y="2971800"/>
            <a:ext cx="609600" cy="381000"/>
            <a:chOff x="4610100" y="2971800"/>
            <a:chExt cx="609600" cy="381000"/>
          </a:xfrm>
        </p:grpSpPr>
        <p:sp>
          <p:nvSpPr>
            <p:cNvPr id="89" name="node74.surface"/>
            <p:cNvSpPr/>
            <p:nvPr/>
          </p:nvSpPr>
          <p:spPr>
            <a:xfrm>
              <a:off x="4610100" y="2971800"/>
              <a:ext cx="609600" cy="381000"/>
            </a:xfrm>
            <a:prstGeom prst="rect">
              <a:avLst/>
            </a:prstGeom>
            <a:solidFill>
              <a:srgbClr val="05013F"/>
            </a:solidFill>
            <a:ln>
              <a:noFill/>
            </a:ln>
          </p:spPr>
        </p:sp>
        <p:sp>
          <p:nvSpPr>
            <p:cNvPr id="90" name="node74.text"/>
            <p:cNvSpPr/>
            <p:nvPr/>
          </p:nvSpPr>
          <p:spPr>
            <a:xfrm>
              <a:off x="4762500" y="3028950"/>
              <a:ext cx="3048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FFFFFF"/>
                  </a:solidFill>
                  <a:latin typeface="IBM Plex Sans"/>
                  <a:ea typeface="IBM Plex Sans"/>
                  <a:cs typeface="IBM Plex Sans"/>
                </a:rPr>
                <a:t>A2</a:t>
              </a:r>
              <a:endParaRPr lang="en-US" sz="1400" spc="0" kern="0" b="0" i="0" dirty="0">
                <a:solidFill>
                  <a:srgbClr val="FFFFFF"/>
                </a:solidFill>
                <a:latin typeface="IBM Plex Sans"/>
                <a:ea typeface="IBM Plex Sans"/>
                <a:cs typeface="IBM Plex Sans"/>
              </a:endParaRPr>
            </a:p>
          </p:txBody>
        </p:sp>
      </p:grpSp>
      <p:grpSp>
        <p:nvGrpSpPr>
          <p:cNvPr id="211" name="node75"/>
          <p:cNvGrpSpPr/>
          <p:nvPr/>
        </p:nvGrpSpPr>
        <p:grpSpPr>
          <a:xfrm>
            <a:off x="5295900" y="2984500"/>
            <a:ext cx="2362200" cy="304800"/>
            <a:chOff x="5295900" y="2984500"/>
            <a:chExt cx="2362200" cy="304800"/>
          </a:xfrm>
        </p:grpSpPr>
        <p:sp>
          <p:nvSpPr>
            <p:cNvPr id="91" name="node75.text"/>
            <p:cNvSpPr/>
            <p:nvPr/>
          </p:nvSpPr>
          <p:spPr>
            <a:xfrm>
              <a:off x="5295900" y="2984500"/>
              <a:ext cx="23622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Scheduling</a:t>
              </a:r>
              <a:endParaRPr lang="en-US" sz="1800" spc="-18" kern="0" b="0" i="0" dirty="0">
                <a:solidFill>
                  <a:srgbClr val="070154"/>
                </a:solidFill>
                <a:latin typeface="IBM Plex Sans SemiBold"/>
                <a:ea typeface="IBM Plex Sans SemiBold"/>
                <a:cs typeface="IBM Plex Sans SemiBold"/>
              </a:endParaRPr>
            </a:p>
          </p:txBody>
        </p:sp>
      </p:grpSp>
      <p:grpSp>
        <p:nvGrpSpPr>
          <p:cNvPr id="212" name="node76"/>
          <p:cNvGrpSpPr/>
          <p:nvPr/>
        </p:nvGrpSpPr>
        <p:grpSpPr>
          <a:xfrm>
            <a:off x="4610100" y="3403600"/>
            <a:ext cx="457200" cy="152400"/>
            <a:chOff x="4610100" y="3403600"/>
            <a:chExt cx="457200" cy="152400"/>
          </a:xfrm>
        </p:grpSpPr>
        <p:sp>
          <p:nvSpPr>
            <p:cNvPr id="92" name="node76.text"/>
            <p:cNvSpPr/>
            <p:nvPr/>
          </p:nvSpPr>
          <p:spPr>
            <a:xfrm>
              <a:off x="4610100" y="3403600"/>
              <a:ext cx="457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Medium"/>
                  <a:ea typeface="IBM Plex Mono Medium"/>
                  <a:cs typeface="IBM Plex Mono Medium"/>
                </a:rPr>
                <a:t>PRO</a:t>
              </a:r>
              <a:endParaRPr lang="en-US" sz="900" spc="54" kern="0" b="0" i="0" dirty="0">
                <a:solidFill>
                  <a:srgbClr val="070154"/>
                </a:solidFill>
                <a:latin typeface="IBM Plex Mono Medium"/>
                <a:ea typeface="IBM Plex Mono Medium"/>
                <a:cs typeface="IBM Plex Mono Medium"/>
              </a:endParaRPr>
            </a:p>
          </p:txBody>
        </p:sp>
      </p:grpSp>
      <p:grpSp>
        <p:nvGrpSpPr>
          <p:cNvPr id="213" name="node77"/>
          <p:cNvGrpSpPr/>
          <p:nvPr/>
        </p:nvGrpSpPr>
        <p:grpSpPr>
          <a:xfrm>
            <a:off x="4610100" y="3657600"/>
            <a:ext cx="431800" cy="355600"/>
            <a:chOff x="4610100" y="3657600"/>
            <a:chExt cx="431800" cy="355600"/>
          </a:xfrm>
        </p:grpSpPr>
        <p:sp>
          <p:nvSpPr>
            <p:cNvPr id="93" name="node77.surface"/>
            <p:cNvSpPr/>
            <p:nvPr/>
          </p:nvSpPr>
          <p:spPr>
            <a:xfrm>
              <a:off x="4610100" y="3657600"/>
              <a:ext cx="431800" cy="355600"/>
            </a:xfrm>
            <a:prstGeom prst="rect">
              <a:avLst/>
            </a:prstGeom>
            <a:solidFill>
              <a:srgbClr val="7C9BFF"/>
            </a:solidFill>
            <a:ln>
              <a:noFill/>
            </a:ln>
          </p:spPr>
        </p:sp>
        <p:sp>
          <p:nvSpPr>
            <p:cNvPr id="94" name="node77.text"/>
            <p:cNvSpPr/>
            <p:nvPr/>
          </p:nvSpPr>
          <p:spPr>
            <a:xfrm>
              <a:off x="4682067" y="3721100"/>
              <a:ext cx="287867"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3</a:t>
              </a:r>
              <a:endParaRPr lang="en-US" sz="1200" spc="0" kern="0" b="0" i="0" dirty="0">
                <a:solidFill>
                  <a:srgbClr val="070154"/>
                </a:solidFill>
                <a:latin typeface="IBM Plex Sans"/>
                <a:ea typeface="IBM Plex Sans"/>
                <a:cs typeface="IBM Plex Sans"/>
              </a:endParaRPr>
            </a:p>
          </p:txBody>
        </p:sp>
      </p:grpSp>
      <p:grpSp>
        <p:nvGrpSpPr>
          <p:cNvPr id="214" name="node78"/>
          <p:cNvGrpSpPr/>
          <p:nvPr/>
        </p:nvGrpSpPr>
        <p:grpSpPr>
          <a:xfrm>
            <a:off x="5067300" y="3403600"/>
            <a:ext cx="457200" cy="152400"/>
            <a:chOff x="5067300" y="3403600"/>
            <a:chExt cx="457200" cy="152400"/>
          </a:xfrm>
        </p:grpSpPr>
        <p:sp>
          <p:nvSpPr>
            <p:cNvPr id="95" name="node78.text"/>
            <p:cNvSpPr/>
            <p:nvPr/>
          </p:nvSpPr>
          <p:spPr>
            <a:xfrm>
              <a:off x="5067300" y="3403600"/>
              <a:ext cx="457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Medium"/>
                  <a:ea typeface="IBM Plex Mono Medium"/>
                  <a:cs typeface="IBM Plex Mono Medium"/>
                </a:rPr>
                <a:t>TEC</a:t>
              </a:r>
              <a:endParaRPr lang="en-US" sz="900" spc="54" kern="0" b="0" i="0" dirty="0">
                <a:solidFill>
                  <a:srgbClr val="070154"/>
                </a:solidFill>
                <a:latin typeface="IBM Plex Mono Medium"/>
                <a:ea typeface="IBM Plex Mono Medium"/>
                <a:cs typeface="IBM Plex Mono Medium"/>
              </a:endParaRPr>
            </a:p>
          </p:txBody>
        </p:sp>
      </p:grpSp>
      <p:grpSp>
        <p:nvGrpSpPr>
          <p:cNvPr id="215" name="node79"/>
          <p:cNvGrpSpPr/>
          <p:nvPr/>
        </p:nvGrpSpPr>
        <p:grpSpPr>
          <a:xfrm>
            <a:off x="5067300" y="3657600"/>
            <a:ext cx="431800" cy="355600"/>
            <a:chOff x="5067300" y="3657600"/>
            <a:chExt cx="431800" cy="355600"/>
          </a:xfrm>
        </p:grpSpPr>
        <p:sp>
          <p:nvSpPr>
            <p:cNvPr id="96" name="node79.surface"/>
            <p:cNvSpPr/>
            <p:nvPr/>
          </p:nvSpPr>
          <p:spPr>
            <a:xfrm>
              <a:off x="5067300" y="3657600"/>
              <a:ext cx="431800" cy="355600"/>
            </a:xfrm>
            <a:prstGeom prst="rect">
              <a:avLst/>
            </a:prstGeom>
            <a:solidFill>
              <a:srgbClr val="7C9BFF"/>
            </a:solidFill>
            <a:ln>
              <a:noFill/>
            </a:ln>
          </p:spPr>
        </p:sp>
        <p:sp>
          <p:nvSpPr>
            <p:cNvPr id="97" name="node79.text"/>
            <p:cNvSpPr/>
            <p:nvPr/>
          </p:nvSpPr>
          <p:spPr>
            <a:xfrm>
              <a:off x="5139267" y="3721100"/>
              <a:ext cx="287867"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3</a:t>
              </a:r>
              <a:endParaRPr lang="en-US" sz="1200" spc="0" kern="0" b="0" i="0" dirty="0">
                <a:solidFill>
                  <a:srgbClr val="070154"/>
                </a:solidFill>
                <a:latin typeface="IBM Plex Sans"/>
                <a:ea typeface="IBM Plex Sans"/>
                <a:cs typeface="IBM Plex Sans"/>
              </a:endParaRPr>
            </a:p>
          </p:txBody>
        </p:sp>
      </p:grpSp>
      <p:grpSp>
        <p:nvGrpSpPr>
          <p:cNvPr id="216" name="node80"/>
          <p:cNvGrpSpPr/>
          <p:nvPr/>
        </p:nvGrpSpPr>
        <p:grpSpPr>
          <a:xfrm>
            <a:off x="5524500" y="3403600"/>
            <a:ext cx="457200" cy="152400"/>
            <a:chOff x="5524500" y="3403600"/>
            <a:chExt cx="457200" cy="152400"/>
          </a:xfrm>
        </p:grpSpPr>
        <p:sp>
          <p:nvSpPr>
            <p:cNvPr id="98" name="node80.text"/>
            <p:cNvSpPr/>
            <p:nvPr/>
          </p:nvSpPr>
          <p:spPr>
            <a:xfrm>
              <a:off x="5524500" y="3403600"/>
              <a:ext cx="457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Medium"/>
                  <a:ea typeface="IBM Plex Mono Medium"/>
                  <a:cs typeface="IBM Plex Mono Medium"/>
                </a:rPr>
                <a:t>DAT</a:t>
              </a:r>
              <a:endParaRPr lang="en-US" sz="900" spc="54" kern="0" b="0" i="0" dirty="0">
                <a:solidFill>
                  <a:srgbClr val="070154"/>
                </a:solidFill>
                <a:latin typeface="IBM Plex Mono Medium"/>
                <a:ea typeface="IBM Plex Mono Medium"/>
                <a:cs typeface="IBM Plex Mono Medium"/>
              </a:endParaRPr>
            </a:p>
          </p:txBody>
        </p:sp>
      </p:grpSp>
      <p:grpSp>
        <p:nvGrpSpPr>
          <p:cNvPr id="217" name="node81"/>
          <p:cNvGrpSpPr/>
          <p:nvPr/>
        </p:nvGrpSpPr>
        <p:grpSpPr>
          <a:xfrm>
            <a:off x="5524500" y="3657600"/>
            <a:ext cx="431800" cy="355600"/>
            <a:chOff x="5524500" y="3657600"/>
            <a:chExt cx="431800" cy="355600"/>
          </a:xfrm>
        </p:grpSpPr>
        <p:sp>
          <p:nvSpPr>
            <p:cNvPr id="99" name="node81.surface"/>
            <p:cNvSpPr/>
            <p:nvPr/>
          </p:nvSpPr>
          <p:spPr>
            <a:xfrm>
              <a:off x="5524500" y="3657600"/>
              <a:ext cx="431800" cy="355600"/>
            </a:xfrm>
            <a:prstGeom prst="rect">
              <a:avLst/>
            </a:prstGeom>
            <a:solidFill>
              <a:srgbClr val="B9C9F0"/>
            </a:solidFill>
            <a:ln>
              <a:noFill/>
            </a:ln>
          </p:spPr>
        </p:sp>
        <p:sp>
          <p:nvSpPr>
            <p:cNvPr id="100" name="node81.text"/>
            <p:cNvSpPr/>
            <p:nvPr/>
          </p:nvSpPr>
          <p:spPr>
            <a:xfrm>
              <a:off x="5596467" y="3721100"/>
              <a:ext cx="287867"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2</a:t>
              </a:r>
              <a:endParaRPr lang="en-US" sz="1200" spc="0" kern="0" b="0" i="0" dirty="0">
                <a:solidFill>
                  <a:srgbClr val="070154"/>
                </a:solidFill>
                <a:latin typeface="IBM Plex Sans"/>
                <a:ea typeface="IBM Plex Sans"/>
                <a:cs typeface="IBM Plex Sans"/>
              </a:endParaRPr>
            </a:p>
          </p:txBody>
        </p:sp>
      </p:grpSp>
      <p:grpSp>
        <p:nvGrpSpPr>
          <p:cNvPr id="218" name="node82"/>
          <p:cNvGrpSpPr/>
          <p:nvPr/>
        </p:nvGrpSpPr>
        <p:grpSpPr>
          <a:xfrm>
            <a:off x="5981700" y="3403600"/>
            <a:ext cx="457200" cy="152400"/>
            <a:chOff x="5981700" y="3403600"/>
            <a:chExt cx="457200" cy="152400"/>
          </a:xfrm>
        </p:grpSpPr>
        <p:sp>
          <p:nvSpPr>
            <p:cNvPr id="101" name="node82.text"/>
            <p:cNvSpPr/>
            <p:nvPr/>
          </p:nvSpPr>
          <p:spPr>
            <a:xfrm>
              <a:off x="5981700" y="3403600"/>
              <a:ext cx="457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Medium"/>
                  <a:ea typeface="IBM Plex Mono Medium"/>
                  <a:cs typeface="IBM Plex Mono Medium"/>
                </a:rPr>
                <a:t>PPL</a:t>
              </a:r>
              <a:endParaRPr lang="en-US" sz="900" spc="54" kern="0" b="0" i="0" dirty="0">
                <a:solidFill>
                  <a:srgbClr val="070154"/>
                </a:solidFill>
                <a:latin typeface="IBM Plex Mono Medium"/>
                <a:ea typeface="IBM Plex Mono Medium"/>
                <a:cs typeface="IBM Plex Mono Medium"/>
              </a:endParaRPr>
            </a:p>
          </p:txBody>
        </p:sp>
      </p:grpSp>
      <p:grpSp>
        <p:nvGrpSpPr>
          <p:cNvPr id="219" name="node83"/>
          <p:cNvGrpSpPr/>
          <p:nvPr/>
        </p:nvGrpSpPr>
        <p:grpSpPr>
          <a:xfrm>
            <a:off x="5981700" y="3657600"/>
            <a:ext cx="431800" cy="355600"/>
            <a:chOff x="5981700" y="3657600"/>
            <a:chExt cx="431800" cy="355600"/>
          </a:xfrm>
        </p:grpSpPr>
        <p:sp>
          <p:nvSpPr>
            <p:cNvPr id="102" name="node83.surface"/>
            <p:cNvSpPr/>
            <p:nvPr/>
          </p:nvSpPr>
          <p:spPr>
            <a:xfrm>
              <a:off x="5981700" y="3657600"/>
              <a:ext cx="431800" cy="355600"/>
            </a:xfrm>
            <a:prstGeom prst="rect">
              <a:avLst/>
            </a:prstGeom>
            <a:solidFill>
              <a:srgbClr val="7C9BFF"/>
            </a:solidFill>
            <a:ln>
              <a:noFill/>
            </a:ln>
          </p:spPr>
        </p:sp>
        <p:sp>
          <p:nvSpPr>
            <p:cNvPr id="103" name="node83.text"/>
            <p:cNvSpPr/>
            <p:nvPr/>
          </p:nvSpPr>
          <p:spPr>
            <a:xfrm>
              <a:off x="6053667" y="3721100"/>
              <a:ext cx="287867"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3</a:t>
              </a:r>
              <a:endParaRPr lang="en-US" sz="1200" spc="0" kern="0" b="0" i="0" dirty="0">
                <a:solidFill>
                  <a:srgbClr val="070154"/>
                </a:solidFill>
                <a:latin typeface="IBM Plex Sans"/>
                <a:ea typeface="IBM Plex Sans"/>
                <a:cs typeface="IBM Plex Sans"/>
              </a:endParaRPr>
            </a:p>
          </p:txBody>
        </p:sp>
      </p:grpSp>
      <p:grpSp>
        <p:nvGrpSpPr>
          <p:cNvPr id="220" name="node84"/>
          <p:cNvGrpSpPr/>
          <p:nvPr/>
        </p:nvGrpSpPr>
        <p:grpSpPr>
          <a:xfrm>
            <a:off x="6438900" y="3403600"/>
            <a:ext cx="457200" cy="152400"/>
            <a:chOff x="6438900" y="3403600"/>
            <a:chExt cx="457200" cy="152400"/>
          </a:xfrm>
        </p:grpSpPr>
        <p:sp>
          <p:nvSpPr>
            <p:cNvPr id="104" name="node84.text"/>
            <p:cNvSpPr/>
            <p:nvPr/>
          </p:nvSpPr>
          <p:spPr>
            <a:xfrm>
              <a:off x="6438900" y="3403600"/>
              <a:ext cx="457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Medium"/>
                  <a:ea typeface="IBM Plex Mono Medium"/>
                  <a:cs typeface="IBM Plex Mono Medium"/>
                </a:rPr>
                <a:t>GOV</a:t>
              </a:r>
              <a:endParaRPr lang="en-US" sz="900" spc="54" kern="0" b="0" i="0" dirty="0">
                <a:solidFill>
                  <a:srgbClr val="070154"/>
                </a:solidFill>
                <a:latin typeface="IBM Plex Mono Medium"/>
                <a:ea typeface="IBM Plex Mono Medium"/>
                <a:cs typeface="IBM Plex Mono Medium"/>
              </a:endParaRPr>
            </a:p>
          </p:txBody>
        </p:sp>
      </p:grpSp>
      <p:grpSp>
        <p:nvGrpSpPr>
          <p:cNvPr id="221" name="node85"/>
          <p:cNvGrpSpPr/>
          <p:nvPr/>
        </p:nvGrpSpPr>
        <p:grpSpPr>
          <a:xfrm>
            <a:off x="6438900" y="3657600"/>
            <a:ext cx="431800" cy="355600"/>
            <a:chOff x="6438900" y="3657600"/>
            <a:chExt cx="431800" cy="355600"/>
          </a:xfrm>
        </p:grpSpPr>
        <p:sp>
          <p:nvSpPr>
            <p:cNvPr id="105" name="node85.surface"/>
            <p:cNvSpPr/>
            <p:nvPr/>
          </p:nvSpPr>
          <p:spPr>
            <a:xfrm>
              <a:off x="6438900" y="3657600"/>
              <a:ext cx="431800" cy="355600"/>
            </a:xfrm>
            <a:prstGeom prst="rect">
              <a:avLst/>
            </a:prstGeom>
            <a:solidFill>
              <a:srgbClr val="7C9BFF"/>
            </a:solidFill>
            <a:ln>
              <a:noFill/>
            </a:ln>
          </p:spPr>
        </p:sp>
        <p:sp>
          <p:nvSpPr>
            <p:cNvPr id="106" name="node85.text"/>
            <p:cNvSpPr/>
            <p:nvPr/>
          </p:nvSpPr>
          <p:spPr>
            <a:xfrm>
              <a:off x="6510867" y="3721100"/>
              <a:ext cx="287867"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3</a:t>
              </a:r>
              <a:endParaRPr lang="en-US" sz="1200" spc="0" kern="0" b="0" i="0" dirty="0">
                <a:solidFill>
                  <a:srgbClr val="070154"/>
                </a:solidFill>
                <a:latin typeface="IBM Plex Sans"/>
                <a:ea typeface="IBM Plex Sans"/>
                <a:cs typeface="IBM Plex Sans"/>
              </a:endParaRPr>
            </a:p>
          </p:txBody>
        </p:sp>
      </p:grpSp>
      <p:grpSp>
        <p:nvGrpSpPr>
          <p:cNvPr id="222" name="node86"/>
          <p:cNvGrpSpPr/>
          <p:nvPr/>
        </p:nvGrpSpPr>
        <p:grpSpPr>
          <a:xfrm>
            <a:off x="7734300" y="2971800"/>
            <a:ext cx="3505200" cy="952500"/>
            <a:chOff x="7734300" y="2971800"/>
            <a:chExt cx="3505200" cy="952500"/>
          </a:xfrm>
        </p:grpSpPr>
        <p:sp>
          <p:nvSpPr>
            <p:cNvPr id="107" name="node86.source-001.bullet"/>
            <p:cNvSpPr/>
            <p:nvPr/>
          </p:nvSpPr>
          <p:spPr>
            <a:xfrm>
              <a:off x="7734300" y="3060700"/>
              <a:ext cx="38100" cy="38100"/>
            </a:xfrm>
            <a:prstGeom prst="rect">
              <a:avLst/>
            </a:prstGeom>
            <a:solidFill>
              <a:srgbClr val="070154"/>
            </a:solidFill>
            <a:ln>
              <a:noFill/>
            </a:ln>
          </p:spPr>
        </p:sp>
        <p:sp>
          <p:nvSpPr>
            <p:cNvPr id="108" name="node86.source-001.text"/>
            <p:cNvSpPr/>
            <p:nvPr/>
          </p:nvSpPr>
          <p:spPr>
            <a:xfrm>
              <a:off x="7886700" y="2971800"/>
              <a:ext cx="33528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 xml:space="preserve">Drives it.</a:t>
              </a:r>
              <a:r>
                <a:rPr lang="en-US" sz="1200" spc="0" kern="0" b="0" i="0" dirty="0">
                  <a:solidFill>
                    <a:srgbClr val="50658E"/>
                  </a:solidFill>
                  <a:latin typeface="IBM Plex Sans"/>
                  <a:ea typeface="IBM Plex Sans"/>
                  <a:cs typeface="IBM Plex Sans"/>
                </a:rPr>
                <a:t xml:space="preserve"> Self-scheduling live at three sites; visit-type rules differ by clinic.</a:t>
              </a:r>
              <a:endParaRPr lang="en-US" sz="1200" spc="0" kern="0" b="0" i="0" dirty="0">
                <a:solidFill>
                  <a:srgbClr val="070154"/>
                </a:solidFill>
                <a:latin typeface="IBM Plex Sans"/>
                <a:ea typeface="IBM Plex Sans"/>
                <a:cs typeface="IBM Plex Sans"/>
              </a:endParaRPr>
            </a:p>
          </p:txBody>
        </p:sp>
        <p:sp>
          <p:nvSpPr>
            <p:cNvPr id="109" name="node86.source-002.bullet"/>
            <p:cNvSpPr/>
            <p:nvPr/>
          </p:nvSpPr>
          <p:spPr>
            <a:xfrm>
              <a:off x="7734300" y="3556000"/>
              <a:ext cx="38100" cy="38100"/>
            </a:xfrm>
            <a:prstGeom prst="rect">
              <a:avLst/>
            </a:prstGeom>
            <a:solidFill>
              <a:srgbClr val="070154"/>
            </a:solidFill>
            <a:ln>
              <a:noFill/>
            </a:ln>
          </p:spPr>
        </p:sp>
        <p:sp>
          <p:nvSpPr>
            <p:cNvPr id="110" name="node86.source-002.text"/>
            <p:cNvSpPr/>
            <p:nvPr/>
          </p:nvSpPr>
          <p:spPr>
            <a:xfrm>
              <a:off x="7886700" y="3467100"/>
              <a:ext cx="33528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 xml:space="preserve">We'd do.</a:t>
              </a:r>
              <a:r>
                <a:rPr lang="en-US" sz="1200" spc="0" kern="0" b="0" i="0" dirty="0">
                  <a:solidFill>
                    <a:srgbClr val="50658E"/>
                  </a:solidFill>
                  <a:latin typeface="IBM Plex Sans"/>
                  <a:ea typeface="IBM Plex Sans"/>
                  <a:cs typeface="IBM Plex Sans"/>
                </a:rPr>
                <a:t xml:space="preserve"> Standardize visit-type rules; automate the waitlist.</a:t>
              </a:r>
              <a:endParaRPr lang="en-US" sz="1200" spc="0" kern="0" b="0" i="0" dirty="0">
                <a:solidFill>
                  <a:srgbClr val="070154"/>
                </a:solidFill>
                <a:latin typeface="IBM Plex Sans"/>
                <a:ea typeface="IBM Plex Sans"/>
                <a:cs typeface="IBM Plex Sans"/>
              </a:endParaRPr>
            </a:p>
          </p:txBody>
        </p:sp>
      </p:grpSp>
      <p:grpSp>
        <p:nvGrpSpPr>
          <p:cNvPr id="223" name="node87"/>
          <p:cNvGrpSpPr/>
          <p:nvPr/>
        </p:nvGrpSpPr>
        <p:grpSpPr>
          <a:xfrm>
            <a:off x="4610100" y="4343400"/>
            <a:ext cx="609600" cy="381000"/>
            <a:chOff x="4610100" y="4343400"/>
            <a:chExt cx="609600" cy="381000"/>
          </a:xfrm>
        </p:grpSpPr>
        <p:sp>
          <p:nvSpPr>
            <p:cNvPr id="111" name="node87.surface"/>
            <p:cNvSpPr/>
            <p:nvPr/>
          </p:nvSpPr>
          <p:spPr>
            <a:xfrm>
              <a:off x="4610100" y="4343400"/>
              <a:ext cx="609600" cy="381000"/>
            </a:xfrm>
            <a:prstGeom prst="rect">
              <a:avLst/>
            </a:prstGeom>
            <a:solidFill>
              <a:srgbClr val="05013F"/>
            </a:solidFill>
            <a:ln>
              <a:noFill/>
            </a:ln>
          </p:spPr>
        </p:sp>
        <p:sp>
          <p:nvSpPr>
            <p:cNvPr id="112" name="node87.text"/>
            <p:cNvSpPr/>
            <p:nvPr/>
          </p:nvSpPr>
          <p:spPr>
            <a:xfrm>
              <a:off x="4762500" y="4400550"/>
              <a:ext cx="3048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FFFFFF"/>
                  </a:solidFill>
                  <a:latin typeface="IBM Plex Sans"/>
                  <a:ea typeface="IBM Plex Sans"/>
                  <a:cs typeface="IBM Plex Sans"/>
                </a:rPr>
                <a:t>A3</a:t>
              </a:r>
              <a:endParaRPr lang="en-US" sz="1400" spc="0" kern="0" b="0" i="0" dirty="0">
                <a:solidFill>
                  <a:srgbClr val="FFFFFF"/>
                </a:solidFill>
                <a:latin typeface="IBM Plex Sans"/>
                <a:ea typeface="IBM Plex Sans"/>
                <a:cs typeface="IBM Plex Sans"/>
              </a:endParaRPr>
            </a:p>
          </p:txBody>
        </p:sp>
      </p:grpSp>
      <p:grpSp>
        <p:nvGrpSpPr>
          <p:cNvPr id="224" name="node88"/>
          <p:cNvGrpSpPr/>
          <p:nvPr/>
        </p:nvGrpSpPr>
        <p:grpSpPr>
          <a:xfrm>
            <a:off x="5295900" y="4356100"/>
            <a:ext cx="2362200" cy="304800"/>
            <a:chOff x="5295900" y="4356100"/>
            <a:chExt cx="2362200" cy="304800"/>
          </a:xfrm>
        </p:grpSpPr>
        <p:sp>
          <p:nvSpPr>
            <p:cNvPr id="113" name="node88.text"/>
            <p:cNvSpPr/>
            <p:nvPr/>
          </p:nvSpPr>
          <p:spPr>
            <a:xfrm>
              <a:off x="5295900" y="4356100"/>
              <a:ext cx="23622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Referral management</a:t>
              </a:r>
              <a:endParaRPr lang="en-US" sz="1800" spc="-18" kern="0" b="0" i="0" dirty="0">
                <a:solidFill>
                  <a:srgbClr val="070154"/>
                </a:solidFill>
                <a:latin typeface="IBM Plex Sans SemiBold"/>
                <a:ea typeface="IBM Plex Sans SemiBold"/>
                <a:cs typeface="IBM Plex Sans SemiBold"/>
              </a:endParaRPr>
            </a:p>
          </p:txBody>
        </p:sp>
      </p:grpSp>
      <p:grpSp>
        <p:nvGrpSpPr>
          <p:cNvPr id="225" name="node89"/>
          <p:cNvGrpSpPr/>
          <p:nvPr/>
        </p:nvGrpSpPr>
        <p:grpSpPr>
          <a:xfrm>
            <a:off x="4610100" y="4775200"/>
            <a:ext cx="457200" cy="152400"/>
            <a:chOff x="4610100" y="4775200"/>
            <a:chExt cx="457200" cy="152400"/>
          </a:xfrm>
        </p:grpSpPr>
        <p:sp>
          <p:nvSpPr>
            <p:cNvPr id="114" name="node89.text"/>
            <p:cNvSpPr/>
            <p:nvPr/>
          </p:nvSpPr>
          <p:spPr>
            <a:xfrm>
              <a:off x="4610100" y="4775200"/>
              <a:ext cx="457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Medium"/>
                  <a:ea typeface="IBM Plex Mono Medium"/>
                  <a:cs typeface="IBM Plex Mono Medium"/>
                </a:rPr>
                <a:t>PRO</a:t>
              </a:r>
              <a:endParaRPr lang="en-US" sz="900" spc="54" kern="0" b="0" i="0" dirty="0">
                <a:solidFill>
                  <a:srgbClr val="070154"/>
                </a:solidFill>
                <a:latin typeface="IBM Plex Mono Medium"/>
                <a:ea typeface="IBM Plex Mono Medium"/>
                <a:cs typeface="IBM Plex Mono Medium"/>
              </a:endParaRPr>
            </a:p>
          </p:txBody>
        </p:sp>
      </p:grpSp>
      <p:grpSp>
        <p:nvGrpSpPr>
          <p:cNvPr id="226" name="node90"/>
          <p:cNvGrpSpPr/>
          <p:nvPr/>
        </p:nvGrpSpPr>
        <p:grpSpPr>
          <a:xfrm>
            <a:off x="4610100" y="5029200"/>
            <a:ext cx="431800" cy="355600"/>
            <a:chOff x="4610100" y="5029200"/>
            <a:chExt cx="431800" cy="355600"/>
          </a:xfrm>
        </p:grpSpPr>
        <p:sp>
          <p:nvSpPr>
            <p:cNvPr id="115" name="node90.surface"/>
            <p:cNvSpPr/>
            <p:nvPr/>
          </p:nvSpPr>
          <p:spPr>
            <a:xfrm>
              <a:off x="4610100" y="5029200"/>
              <a:ext cx="431800" cy="355600"/>
            </a:xfrm>
            <a:prstGeom prst="rect">
              <a:avLst/>
            </a:prstGeom>
            <a:solidFill>
              <a:srgbClr val="B9C9F0"/>
            </a:solidFill>
            <a:ln>
              <a:noFill/>
            </a:ln>
          </p:spPr>
        </p:sp>
        <p:sp>
          <p:nvSpPr>
            <p:cNvPr id="116" name="node90.text"/>
            <p:cNvSpPr/>
            <p:nvPr/>
          </p:nvSpPr>
          <p:spPr>
            <a:xfrm>
              <a:off x="4682067" y="5092700"/>
              <a:ext cx="287867"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2</a:t>
              </a:r>
              <a:endParaRPr lang="en-US" sz="1200" spc="0" kern="0" b="0" i="0" dirty="0">
                <a:solidFill>
                  <a:srgbClr val="070154"/>
                </a:solidFill>
                <a:latin typeface="IBM Plex Sans"/>
                <a:ea typeface="IBM Plex Sans"/>
                <a:cs typeface="IBM Plex Sans"/>
              </a:endParaRPr>
            </a:p>
          </p:txBody>
        </p:sp>
      </p:grpSp>
      <p:grpSp>
        <p:nvGrpSpPr>
          <p:cNvPr id="227" name="node91"/>
          <p:cNvGrpSpPr/>
          <p:nvPr/>
        </p:nvGrpSpPr>
        <p:grpSpPr>
          <a:xfrm>
            <a:off x="5067300" y="4775200"/>
            <a:ext cx="457200" cy="152400"/>
            <a:chOff x="5067300" y="4775200"/>
            <a:chExt cx="457200" cy="152400"/>
          </a:xfrm>
        </p:grpSpPr>
        <p:sp>
          <p:nvSpPr>
            <p:cNvPr id="117" name="node91.text"/>
            <p:cNvSpPr/>
            <p:nvPr/>
          </p:nvSpPr>
          <p:spPr>
            <a:xfrm>
              <a:off x="5067300" y="4775200"/>
              <a:ext cx="457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Medium"/>
                  <a:ea typeface="IBM Plex Mono Medium"/>
                  <a:cs typeface="IBM Plex Mono Medium"/>
                </a:rPr>
                <a:t>TEC</a:t>
              </a:r>
              <a:endParaRPr lang="en-US" sz="900" spc="54" kern="0" b="0" i="0" dirty="0">
                <a:solidFill>
                  <a:srgbClr val="070154"/>
                </a:solidFill>
                <a:latin typeface="IBM Plex Mono Medium"/>
                <a:ea typeface="IBM Plex Mono Medium"/>
                <a:cs typeface="IBM Plex Mono Medium"/>
              </a:endParaRPr>
            </a:p>
          </p:txBody>
        </p:sp>
      </p:grpSp>
      <p:grpSp>
        <p:nvGrpSpPr>
          <p:cNvPr id="228" name="node92"/>
          <p:cNvGrpSpPr/>
          <p:nvPr/>
        </p:nvGrpSpPr>
        <p:grpSpPr>
          <a:xfrm>
            <a:off x="5067300" y="5029200"/>
            <a:ext cx="431800" cy="355600"/>
            <a:chOff x="5067300" y="5029200"/>
            <a:chExt cx="431800" cy="355600"/>
          </a:xfrm>
        </p:grpSpPr>
        <p:sp>
          <p:nvSpPr>
            <p:cNvPr id="118" name="node92.surface"/>
            <p:cNvSpPr/>
            <p:nvPr/>
          </p:nvSpPr>
          <p:spPr>
            <a:xfrm>
              <a:off x="5067300" y="5029200"/>
              <a:ext cx="431800" cy="355600"/>
            </a:xfrm>
            <a:prstGeom prst="rect">
              <a:avLst/>
            </a:prstGeom>
            <a:solidFill>
              <a:srgbClr val="E8EEF8"/>
            </a:solidFill>
            <a:ln>
              <a:noFill/>
            </a:ln>
          </p:spPr>
        </p:sp>
        <p:sp>
          <p:nvSpPr>
            <p:cNvPr id="119" name="node92.text"/>
            <p:cNvSpPr/>
            <p:nvPr/>
          </p:nvSpPr>
          <p:spPr>
            <a:xfrm>
              <a:off x="5139267" y="5092700"/>
              <a:ext cx="287867"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1</a:t>
              </a:r>
              <a:endParaRPr lang="en-US" sz="1200" spc="0" kern="0" b="0" i="0" dirty="0">
                <a:solidFill>
                  <a:srgbClr val="070154"/>
                </a:solidFill>
                <a:latin typeface="IBM Plex Sans"/>
                <a:ea typeface="IBM Plex Sans"/>
                <a:cs typeface="IBM Plex Sans"/>
              </a:endParaRPr>
            </a:p>
          </p:txBody>
        </p:sp>
      </p:grpSp>
      <p:grpSp>
        <p:nvGrpSpPr>
          <p:cNvPr id="229" name="node93"/>
          <p:cNvGrpSpPr/>
          <p:nvPr/>
        </p:nvGrpSpPr>
        <p:grpSpPr>
          <a:xfrm>
            <a:off x="5524500" y="4775200"/>
            <a:ext cx="457200" cy="152400"/>
            <a:chOff x="5524500" y="4775200"/>
            <a:chExt cx="457200" cy="152400"/>
          </a:xfrm>
        </p:grpSpPr>
        <p:sp>
          <p:nvSpPr>
            <p:cNvPr id="120" name="node93.text"/>
            <p:cNvSpPr/>
            <p:nvPr/>
          </p:nvSpPr>
          <p:spPr>
            <a:xfrm>
              <a:off x="5524500" y="4775200"/>
              <a:ext cx="457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Medium"/>
                  <a:ea typeface="IBM Plex Mono Medium"/>
                  <a:cs typeface="IBM Plex Mono Medium"/>
                </a:rPr>
                <a:t>DAT</a:t>
              </a:r>
              <a:endParaRPr lang="en-US" sz="900" spc="54" kern="0" b="0" i="0" dirty="0">
                <a:solidFill>
                  <a:srgbClr val="070154"/>
                </a:solidFill>
                <a:latin typeface="IBM Plex Mono Medium"/>
                <a:ea typeface="IBM Plex Mono Medium"/>
                <a:cs typeface="IBM Plex Mono Medium"/>
              </a:endParaRPr>
            </a:p>
          </p:txBody>
        </p:sp>
      </p:grpSp>
      <p:grpSp>
        <p:nvGrpSpPr>
          <p:cNvPr id="230" name="node94"/>
          <p:cNvGrpSpPr/>
          <p:nvPr/>
        </p:nvGrpSpPr>
        <p:grpSpPr>
          <a:xfrm>
            <a:off x="5524500" y="5029200"/>
            <a:ext cx="431800" cy="355600"/>
            <a:chOff x="5524500" y="5029200"/>
            <a:chExt cx="431800" cy="355600"/>
          </a:xfrm>
        </p:grpSpPr>
        <p:sp>
          <p:nvSpPr>
            <p:cNvPr id="121" name="node94.surface"/>
            <p:cNvSpPr/>
            <p:nvPr/>
          </p:nvSpPr>
          <p:spPr>
            <a:xfrm>
              <a:off x="5524500" y="5029200"/>
              <a:ext cx="431800" cy="355600"/>
            </a:xfrm>
            <a:prstGeom prst="rect">
              <a:avLst/>
            </a:prstGeom>
            <a:solidFill>
              <a:srgbClr val="E8EEF8"/>
            </a:solidFill>
            <a:ln>
              <a:noFill/>
            </a:ln>
          </p:spPr>
        </p:sp>
        <p:sp>
          <p:nvSpPr>
            <p:cNvPr id="122" name="node94.text"/>
            <p:cNvSpPr/>
            <p:nvPr/>
          </p:nvSpPr>
          <p:spPr>
            <a:xfrm>
              <a:off x="5596467" y="5092700"/>
              <a:ext cx="287867"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1</a:t>
              </a:r>
              <a:endParaRPr lang="en-US" sz="1200" spc="0" kern="0" b="0" i="0" dirty="0">
                <a:solidFill>
                  <a:srgbClr val="070154"/>
                </a:solidFill>
                <a:latin typeface="IBM Plex Sans"/>
                <a:ea typeface="IBM Plex Sans"/>
                <a:cs typeface="IBM Plex Sans"/>
              </a:endParaRPr>
            </a:p>
          </p:txBody>
        </p:sp>
      </p:grpSp>
      <p:grpSp>
        <p:nvGrpSpPr>
          <p:cNvPr id="231" name="node95"/>
          <p:cNvGrpSpPr/>
          <p:nvPr/>
        </p:nvGrpSpPr>
        <p:grpSpPr>
          <a:xfrm>
            <a:off x="5981700" y="4775200"/>
            <a:ext cx="457200" cy="152400"/>
            <a:chOff x="5981700" y="4775200"/>
            <a:chExt cx="457200" cy="152400"/>
          </a:xfrm>
        </p:grpSpPr>
        <p:sp>
          <p:nvSpPr>
            <p:cNvPr id="123" name="node95.text"/>
            <p:cNvSpPr/>
            <p:nvPr/>
          </p:nvSpPr>
          <p:spPr>
            <a:xfrm>
              <a:off x="5981700" y="4775200"/>
              <a:ext cx="457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Medium"/>
                  <a:ea typeface="IBM Plex Mono Medium"/>
                  <a:cs typeface="IBM Plex Mono Medium"/>
                </a:rPr>
                <a:t>PPL</a:t>
              </a:r>
              <a:endParaRPr lang="en-US" sz="900" spc="54" kern="0" b="0" i="0" dirty="0">
                <a:solidFill>
                  <a:srgbClr val="070154"/>
                </a:solidFill>
                <a:latin typeface="IBM Plex Mono Medium"/>
                <a:ea typeface="IBM Plex Mono Medium"/>
                <a:cs typeface="IBM Plex Mono Medium"/>
              </a:endParaRPr>
            </a:p>
          </p:txBody>
        </p:sp>
      </p:grpSp>
      <p:grpSp>
        <p:nvGrpSpPr>
          <p:cNvPr id="232" name="node96"/>
          <p:cNvGrpSpPr/>
          <p:nvPr/>
        </p:nvGrpSpPr>
        <p:grpSpPr>
          <a:xfrm>
            <a:off x="5981700" y="5029200"/>
            <a:ext cx="431800" cy="355600"/>
            <a:chOff x="5981700" y="5029200"/>
            <a:chExt cx="431800" cy="355600"/>
          </a:xfrm>
        </p:grpSpPr>
        <p:sp>
          <p:nvSpPr>
            <p:cNvPr id="124" name="node96.surface"/>
            <p:cNvSpPr/>
            <p:nvPr/>
          </p:nvSpPr>
          <p:spPr>
            <a:xfrm>
              <a:off x="5981700" y="5029200"/>
              <a:ext cx="431800" cy="355600"/>
            </a:xfrm>
            <a:prstGeom prst="rect">
              <a:avLst/>
            </a:prstGeom>
            <a:solidFill>
              <a:srgbClr val="B9C9F0"/>
            </a:solidFill>
            <a:ln>
              <a:noFill/>
            </a:ln>
          </p:spPr>
        </p:sp>
        <p:sp>
          <p:nvSpPr>
            <p:cNvPr id="125" name="node96.text"/>
            <p:cNvSpPr/>
            <p:nvPr/>
          </p:nvSpPr>
          <p:spPr>
            <a:xfrm>
              <a:off x="6053667" y="5092700"/>
              <a:ext cx="287867"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2</a:t>
              </a:r>
              <a:endParaRPr lang="en-US" sz="1200" spc="0" kern="0" b="0" i="0" dirty="0">
                <a:solidFill>
                  <a:srgbClr val="070154"/>
                </a:solidFill>
                <a:latin typeface="IBM Plex Sans"/>
                <a:ea typeface="IBM Plex Sans"/>
                <a:cs typeface="IBM Plex Sans"/>
              </a:endParaRPr>
            </a:p>
          </p:txBody>
        </p:sp>
      </p:grpSp>
      <p:grpSp>
        <p:nvGrpSpPr>
          <p:cNvPr id="233" name="node97"/>
          <p:cNvGrpSpPr/>
          <p:nvPr/>
        </p:nvGrpSpPr>
        <p:grpSpPr>
          <a:xfrm>
            <a:off x="6438900" y="4775200"/>
            <a:ext cx="457200" cy="152400"/>
            <a:chOff x="6438900" y="4775200"/>
            <a:chExt cx="457200" cy="152400"/>
          </a:xfrm>
        </p:grpSpPr>
        <p:sp>
          <p:nvSpPr>
            <p:cNvPr id="126" name="node97.text"/>
            <p:cNvSpPr/>
            <p:nvPr/>
          </p:nvSpPr>
          <p:spPr>
            <a:xfrm>
              <a:off x="6438900" y="4775200"/>
              <a:ext cx="457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Medium"/>
                  <a:ea typeface="IBM Plex Mono Medium"/>
                  <a:cs typeface="IBM Plex Mono Medium"/>
                </a:rPr>
                <a:t>GOV</a:t>
              </a:r>
              <a:endParaRPr lang="en-US" sz="900" spc="54" kern="0" b="0" i="0" dirty="0">
                <a:solidFill>
                  <a:srgbClr val="070154"/>
                </a:solidFill>
                <a:latin typeface="IBM Plex Mono Medium"/>
                <a:ea typeface="IBM Plex Mono Medium"/>
                <a:cs typeface="IBM Plex Mono Medium"/>
              </a:endParaRPr>
            </a:p>
          </p:txBody>
        </p:sp>
      </p:grpSp>
      <p:grpSp>
        <p:nvGrpSpPr>
          <p:cNvPr id="234" name="node98"/>
          <p:cNvGrpSpPr/>
          <p:nvPr/>
        </p:nvGrpSpPr>
        <p:grpSpPr>
          <a:xfrm>
            <a:off x="6438900" y="5029200"/>
            <a:ext cx="431800" cy="355600"/>
            <a:chOff x="6438900" y="5029200"/>
            <a:chExt cx="431800" cy="355600"/>
          </a:xfrm>
        </p:grpSpPr>
        <p:sp>
          <p:nvSpPr>
            <p:cNvPr id="127" name="node98.surface"/>
            <p:cNvSpPr/>
            <p:nvPr/>
          </p:nvSpPr>
          <p:spPr>
            <a:xfrm>
              <a:off x="6438900" y="5029200"/>
              <a:ext cx="431800" cy="355600"/>
            </a:xfrm>
            <a:prstGeom prst="rect">
              <a:avLst/>
            </a:prstGeom>
            <a:solidFill>
              <a:srgbClr val="B9C9F0"/>
            </a:solidFill>
            <a:ln>
              <a:noFill/>
            </a:ln>
          </p:spPr>
        </p:sp>
        <p:sp>
          <p:nvSpPr>
            <p:cNvPr id="128" name="node98.text"/>
            <p:cNvSpPr/>
            <p:nvPr/>
          </p:nvSpPr>
          <p:spPr>
            <a:xfrm>
              <a:off x="6510867" y="5092700"/>
              <a:ext cx="287867"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2</a:t>
              </a:r>
              <a:endParaRPr lang="en-US" sz="1200" spc="0" kern="0" b="0" i="0" dirty="0">
                <a:solidFill>
                  <a:srgbClr val="070154"/>
                </a:solidFill>
                <a:latin typeface="IBM Plex Sans"/>
                <a:ea typeface="IBM Plex Sans"/>
                <a:cs typeface="IBM Plex Sans"/>
              </a:endParaRPr>
            </a:p>
          </p:txBody>
        </p:sp>
      </p:grpSp>
      <p:grpSp>
        <p:nvGrpSpPr>
          <p:cNvPr id="235" name="node99"/>
          <p:cNvGrpSpPr/>
          <p:nvPr/>
        </p:nvGrpSpPr>
        <p:grpSpPr>
          <a:xfrm>
            <a:off x="7734300" y="4343400"/>
            <a:ext cx="3505200" cy="952500"/>
            <a:chOff x="7734300" y="4343400"/>
            <a:chExt cx="3505200" cy="952500"/>
          </a:xfrm>
        </p:grpSpPr>
        <p:sp>
          <p:nvSpPr>
            <p:cNvPr id="129" name="node99.source-001.bullet"/>
            <p:cNvSpPr/>
            <p:nvPr/>
          </p:nvSpPr>
          <p:spPr>
            <a:xfrm>
              <a:off x="7734300" y="4432300"/>
              <a:ext cx="38100" cy="38100"/>
            </a:xfrm>
            <a:prstGeom prst="rect">
              <a:avLst/>
            </a:prstGeom>
            <a:solidFill>
              <a:srgbClr val="070154"/>
            </a:solidFill>
            <a:ln>
              <a:noFill/>
            </a:ln>
          </p:spPr>
        </p:sp>
        <p:sp>
          <p:nvSpPr>
            <p:cNvPr id="130" name="node99.source-001.text"/>
            <p:cNvSpPr/>
            <p:nvPr/>
          </p:nvSpPr>
          <p:spPr>
            <a:xfrm>
              <a:off x="7886700" y="4343400"/>
              <a:ext cx="33528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 xml:space="preserve">Drives it.</a:t>
              </a:r>
              <a:r>
                <a:rPr lang="en-US" sz="1200" spc="0" kern="0" b="0" i="0" dirty="0">
                  <a:solidFill>
                    <a:srgbClr val="50658E"/>
                  </a:solidFill>
                  <a:latin typeface="IBM Plex Sans"/>
                  <a:ea typeface="IBM Plex Sans"/>
                  <a:cs typeface="IBM Plex Sans"/>
                </a:rPr>
                <a:t xml:space="preserve"> Referrals arrive by fax and portal; no shared status view.</a:t>
              </a:r>
              <a:endParaRPr lang="en-US" sz="1200" spc="0" kern="0" b="0" i="0" dirty="0">
                <a:solidFill>
                  <a:srgbClr val="070154"/>
                </a:solidFill>
                <a:latin typeface="IBM Plex Sans"/>
                <a:ea typeface="IBM Plex Sans"/>
                <a:cs typeface="IBM Plex Sans"/>
              </a:endParaRPr>
            </a:p>
          </p:txBody>
        </p:sp>
        <p:sp>
          <p:nvSpPr>
            <p:cNvPr id="131" name="node99.source-002.bullet"/>
            <p:cNvSpPr/>
            <p:nvPr/>
          </p:nvSpPr>
          <p:spPr>
            <a:xfrm>
              <a:off x="7734300" y="4927600"/>
              <a:ext cx="38100" cy="38100"/>
            </a:xfrm>
            <a:prstGeom prst="rect">
              <a:avLst/>
            </a:prstGeom>
            <a:solidFill>
              <a:srgbClr val="070154"/>
            </a:solidFill>
            <a:ln>
              <a:noFill/>
            </a:ln>
          </p:spPr>
        </p:sp>
        <p:sp>
          <p:nvSpPr>
            <p:cNvPr id="132" name="node99.source-002.text"/>
            <p:cNvSpPr/>
            <p:nvPr/>
          </p:nvSpPr>
          <p:spPr>
            <a:xfrm>
              <a:off x="7886700" y="4838700"/>
              <a:ext cx="33528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 xml:space="preserve">We'd do.</a:t>
              </a:r>
              <a:r>
                <a:rPr lang="en-US" sz="1200" spc="0" kern="0" b="0" i="0" dirty="0">
                  <a:solidFill>
                    <a:srgbClr val="50658E"/>
                  </a:solidFill>
                  <a:latin typeface="IBM Plex Sans"/>
                  <a:ea typeface="IBM Plex Sans"/>
                  <a:cs typeface="IBM Plex Sans"/>
                </a:rPr>
                <a:t xml:space="preserve"> Stand up one referral queue; track leakage by specialty.</a:t>
              </a:r>
              <a:endParaRPr lang="en-US" sz="1200" spc="0" kern="0" b="0" i="0" dirty="0">
                <a:solidFill>
                  <a:srgbClr val="070154"/>
                </a:solidFill>
                <a:latin typeface="IBM Plex Sans"/>
                <a:ea typeface="IBM Plex Sans"/>
                <a:cs typeface="IBM Plex Sans"/>
              </a:endParaRPr>
            </a:p>
          </p:txBody>
        </p:sp>
      </p:grpSp>
      <p:grpSp>
        <p:nvGrpSpPr>
          <p:cNvPr id="236" name="node100"/>
          <p:cNvGrpSpPr/>
          <p:nvPr/>
        </p:nvGrpSpPr>
        <p:grpSpPr>
          <a:xfrm>
            <a:off x="723900" y="5486400"/>
            <a:ext cx="2349500" cy="228600"/>
            <a:chOff x="723900" y="5486400"/>
            <a:chExt cx="2349500" cy="228600"/>
          </a:xfrm>
        </p:grpSpPr>
        <p:sp>
          <p:nvSpPr>
            <p:cNvPr id="133" name="node100.items.slot-001.swatch"/>
            <p:cNvSpPr/>
            <p:nvPr/>
          </p:nvSpPr>
          <p:spPr>
            <a:xfrm>
              <a:off x="723900" y="5537200"/>
              <a:ext cx="228600" cy="127000"/>
            </a:xfrm>
            <a:prstGeom prst="rect">
              <a:avLst/>
            </a:prstGeom>
            <a:solidFill>
              <a:srgbClr val="E8EEF8"/>
            </a:solidFill>
            <a:ln>
              <a:noFill/>
            </a:ln>
          </p:spPr>
        </p:sp>
        <p:sp>
          <p:nvSpPr>
            <p:cNvPr id="134" name="node100.items.slot-001.text"/>
            <p:cNvSpPr/>
            <p:nvPr/>
          </p:nvSpPr>
          <p:spPr>
            <a:xfrm>
              <a:off x="1016000" y="5486400"/>
              <a:ext cx="652463"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1 Ad hoc</a:t>
              </a:r>
              <a:endParaRPr lang="en-US" sz="1200" spc="0" kern="0" b="0" i="0" dirty="0">
                <a:solidFill>
                  <a:srgbClr val="070154"/>
                </a:solidFill>
                <a:latin typeface="IBM Plex Sans"/>
                <a:ea typeface="IBM Plex Sans"/>
                <a:cs typeface="IBM Plex Sans"/>
              </a:endParaRPr>
            </a:p>
          </p:txBody>
        </p:sp>
        <p:sp>
          <p:nvSpPr>
            <p:cNvPr id="135" name="node100.items.slot-002.swatch"/>
            <p:cNvSpPr/>
            <p:nvPr/>
          </p:nvSpPr>
          <p:spPr>
            <a:xfrm>
              <a:off x="1897063" y="5537200"/>
              <a:ext cx="228600" cy="127000"/>
            </a:xfrm>
            <a:prstGeom prst="rect">
              <a:avLst/>
            </a:prstGeom>
            <a:solidFill>
              <a:srgbClr val="070154"/>
            </a:solidFill>
            <a:ln>
              <a:noFill/>
            </a:ln>
          </p:spPr>
        </p:sp>
        <p:sp>
          <p:nvSpPr>
            <p:cNvPr id="136" name="node100.items.slot-002.text"/>
            <p:cNvSpPr/>
            <p:nvPr/>
          </p:nvSpPr>
          <p:spPr>
            <a:xfrm>
              <a:off x="2189163" y="5486400"/>
              <a:ext cx="884238"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5 Optimized</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ource-212">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CAPABILITY ASSESSMENT</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Revenue cycle is the group to look at first</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Sample ratings for layout only; replace before use.</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55</a:t>
            </a:fld>
            <a:endParaRPr lang="en-US" sz="700" spc="0" kern="0" b="0" i="0" dirty="0">
              <a:solidFill>
                <a:srgbClr val="070154"/>
              </a:solidFill>
              <a:latin typeface="IBM Plex Mono SemiBold"/>
              <a:ea typeface="IBM Plex Mono SemiBold"/>
              <a:cs typeface="IBM Plex Mono SemiBold"/>
            </a:endParaRPr>
          </a:p>
        </p:txBody>
      </p:sp>
      <p:grpSp>
        <p:nvGrpSpPr>
          <p:cNvPr id="161" name="node01"/>
          <p:cNvGrpSpPr/>
          <p:nvPr/>
        </p:nvGrpSpPr>
        <p:grpSpPr>
          <a:xfrm>
            <a:off x="723900" y="1600200"/>
            <a:ext cx="7543800" cy="3784600"/>
            <a:chOff x="723900" y="1600200"/>
            <a:chExt cx="7543800" cy="3784600"/>
          </a:xfrm>
        </p:grpSpPr>
        <p:sp>
          <p:nvSpPr>
            <p:cNvPr id="7" name="node01.row.item-001.h0.heat-gap"/>
            <p:cNvSpPr/>
            <p:nvPr/>
          </p:nvSpPr>
          <p:spPr>
            <a:xfrm>
              <a:off x="3238500" y="1955800"/>
              <a:ext cx="838200" cy="381000"/>
            </a:xfrm>
            <a:prstGeom prst="rect">
              <a:avLst/>
            </a:prstGeom>
            <a:solidFill>
              <a:srgbClr val="FFFFFF"/>
            </a:solidFill>
            <a:ln>
              <a:noFill/>
            </a:ln>
          </p:spPr>
        </p:sp>
        <p:sp>
          <p:nvSpPr>
            <p:cNvPr id="8" name="node01.row.item-001.h0.heat"/>
            <p:cNvSpPr/>
            <p:nvPr/>
          </p:nvSpPr>
          <p:spPr>
            <a:xfrm>
              <a:off x="3257550" y="1974850"/>
              <a:ext cx="800100" cy="342900"/>
            </a:xfrm>
            <a:prstGeom prst="rect">
              <a:avLst/>
            </a:prstGeom>
            <a:solidFill>
              <a:srgbClr val="7C9BFF"/>
            </a:solidFill>
            <a:ln>
              <a:noFill/>
            </a:ln>
          </p:spPr>
        </p:sp>
        <p:sp>
          <p:nvSpPr>
            <p:cNvPr id="9" name="node01.row.item-001.h1.heat-gap"/>
            <p:cNvSpPr/>
            <p:nvPr/>
          </p:nvSpPr>
          <p:spPr>
            <a:xfrm>
              <a:off x="4076700" y="1955800"/>
              <a:ext cx="838200" cy="381000"/>
            </a:xfrm>
            <a:prstGeom prst="rect">
              <a:avLst/>
            </a:prstGeom>
            <a:solidFill>
              <a:srgbClr val="FFFFFF"/>
            </a:solidFill>
            <a:ln>
              <a:noFill/>
            </a:ln>
          </p:spPr>
        </p:sp>
        <p:sp>
          <p:nvSpPr>
            <p:cNvPr id="10" name="node01.row.item-001.h1.heat"/>
            <p:cNvSpPr/>
            <p:nvPr/>
          </p:nvSpPr>
          <p:spPr>
            <a:xfrm>
              <a:off x="4095750" y="1974850"/>
              <a:ext cx="800100" cy="342900"/>
            </a:xfrm>
            <a:prstGeom prst="rect">
              <a:avLst/>
            </a:prstGeom>
            <a:solidFill>
              <a:srgbClr val="B9C9F0"/>
            </a:solidFill>
            <a:ln>
              <a:noFill/>
            </a:ln>
          </p:spPr>
        </p:sp>
        <p:sp>
          <p:nvSpPr>
            <p:cNvPr id="11" name="node01.row.item-001.h2.heat-gap"/>
            <p:cNvSpPr/>
            <p:nvPr/>
          </p:nvSpPr>
          <p:spPr>
            <a:xfrm>
              <a:off x="4914900" y="1955800"/>
              <a:ext cx="838200" cy="381000"/>
            </a:xfrm>
            <a:prstGeom prst="rect">
              <a:avLst/>
            </a:prstGeom>
            <a:solidFill>
              <a:srgbClr val="FFFFFF"/>
            </a:solidFill>
            <a:ln>
              <a:noFill/>
            </a:ln>
          </p:spPr>
        </p:sp>
        <p:sp>
          <p:nvSpPr>
            <p:cNvPr id="12" name="node01.row.item-001.h2.heat"/>
            <p:cNvSpPr/>
            <p:nvPr/>
          </p:nvSpPr>
          <p:spPr>
            <a:xfrm>
              <a:off x="4933950" y="1974850"/>
              <a:ext cx="800100" cy="342900"/>
            </a:xfrm>
            <a:prstGeom prst="rect">
              <a:avLst/>
            </a:prstGeom>
            <a:solidFill>
              <a:srgbClr val="B9C9F0"/>
            </a:solidFill>
            <a:ln>
              <a:noFill/>
            </a:ln>
          </p:spPr>
        </p:sp>
        <p:sp>
          <p:nvSpPr>
            <p:cNvPr id="13" name="node01.row.item-001.h3.heat-gap"/>
            <p:cNvSpPr/>
            <p:nvPr/>
          </p:nvSpPr>
          <p:spPr>
            <a:xfrm>
              <a:off x="5753100" y="1955800"/>
              <a:ext cx="838200" cy="381000"/>
            </a:xfrm>
            <a:prstGeom prst="rect">
              <a:avLst/>
            </a:prstGeom>
            <a:solidFill>
              <a:srgbClr val="FFFFFF"/>
            </a:solidFill>
            <a:ln>
              <a:noFill/>
            </a:ln>
          </p:spPr>
        </p:sp>
        <p:sp>
          <p:nvSpPr>
            <p:cNvPr id="14" name="node01.row.item-001.h3.heat"/>
            <p:cNvSpPr/>
            <p:nvPr/>
          </p:nvSpPr>
          <p:spPr>
            <a:xfrm>
              <a:off x="5772150" y="1974850"/>
              <a:ext cx="800100" cy="342900"/>
            </a:xfrm>
            <a:prstGeom prst="rect">
              <a:avLst/>
            </a:prstGeom>
            <a:solidFill>
              <a:srgbClr val="7C9BFF"/>
            </a:solidFill>
            <a:ln>
              <a:noFill/>
            </a:ln>
          </p:spPr>
        </p:sp>
        <p:sp>
          <p:nvSpPr>
            <p:cNvPr id="15" name="node01.row.item-001.h4.heat-gap"/>
            <p:cNvSpPr/>
            <p:nvPr/>
          </p:nvSpPr>
          <p:spPr>
            <a:xfrm>
              <a:off x="6591300" y="1955800"/>
              <a:ext cx="838200" cy="381000"/>
            </a:xfrm>
            <a:prstGeom prst="rect">
              <a:avLst/>
            </a:prstGeom>
            <a:solidFill>
              <a:srgbClr val="FFFFFF"/>
            </a:solidFill>
            <a:ln>
              <a:noFill/>
            </a:ln>
          </p:spPr>
        </p:sp>
        <p:sp>
          <p:nvSpPr>
            <p:cNvPr id="16" name="node01.row.item-001.h4.heat"/>
            <p:cNvSpPr/>
            <p:nvPr/>
          </p:nvSpPr>
          <p:spPr>
            <a:xfrm>
              <a:off x="6610350" y="1974850"/>
              <a:ext cx="800100" cy="342900"/>
            </a:xfrm>
            <a:prstGeom prst="rect">
              <a:avLst/>
            </a:prstGeom>
            <a:solidFill>
              <a:srgbClr val="B9C9F0"/>
            </a:solidFill>
            <a:ln>
              <a:noFill/>
            </a:ln>
          </p:spPr>
        </p:sp>
        <p:sp>
          <p:nvSpPr>
            <p:cNvPr id="17" name="node01.row.item-001.ov.heat-gap"/>
            <p:cNvSpPr/>
            <p:nvPr/>
          </p:nvSpPr>
          <p:spPr>
            <a:xfrm>
              <a:off x="7429500" y="1955800"/>
              <a:ext cx="838200" cy="381000"/>
            </a:xfrm>
            <a:prstGeom prst="rect">
              <a:avLst/>
            </a:prstGeom>
            <a:solidFill>
              <a:srgbClr val="FFFFFF"/>
            </a:solidFill>
            <a:ln>
              <a:noFill/>
            </a:ln>
          </p:spPr>
        </p:sp>
        <p:sp>
          <p:nvSpPr>
            <p:cNvPr id="18" name="node01.row.item-001.ov.heat"/>
            <p:cNvSpPr/>
            <p:nvPr/>
          </p:nvSpPr>
          <p:spPr>
            <a:xfrm>
              <a:off x="7448550" y="1974850"/>
              <a:ext cx="800100" cy="342900"/>
            </a:xfrm>
            <a:prstGeom prst="rect">
              <a:avLst/>
            </a:prstGeom>
            <a:solidFill>
              <a:srgbClr val="B9C9F0"/>
            </a:solidFill>
            <a:ln>
              <a:noFill/>
            </a:ln>
          </p:spPr>
        </p:sp>
        <p:sp>
          <p:nvSpPr>
            <p:cNvPr id="19" name="node01.row.item-002.h0.heat-gap"/>
            <p:cNvSpPr/>
            <p:nvPr/>
          </p:nvSpPr>
          <p:spPr>
            <a:xfrm>
              <a:off x="3238500" y="2336800"/>
              <a:ext cx="838200" cy="381000"/>
            </a:xfrm>
            <a:prstGeom prst="rect">
              <a:avLst/>
            </a:prstGeom>
            <a:solidFill>
              <a:srgbClr val="FFFFFF"/>
            </a:solidFill>
            <a:ln>
              <a:noFill/>
            </a:ln>
          </p:spPr>
        </p:sp>
        <p:sp>
          <p:nvSpPr>
            <p:cNvPr id="20" name="node01.row.item-002.h0.heat"/>
            <p:cNvSpPr/>
            <p:nvPr/>
          </p:nvSpPr>
          <p:spPr>
            <a:xfrm>
              <a:off x="3257550" y="2355850"/>
              <a:ext cx="800100" cy="342900"/>
            </a:xfrm>
            <a:prstGeom prst="rect">
              <a:avLst/>
            </a:prstGeom>
            <a:solidFill>
              <a:srgbClr val="7C9BFF"/>
            </a:solidFill>
            <a:ln>
              <a:noFill/>
            </a:ln>
          </p:spPr>
        </p:sp>
        <p:sp>
          <p:nvSpPr>
            <p:cNvPr id="21" name="node01.row.item-002.h1.heat-gap"/>
            <p:cNvSpPr/>
            <p:nvPr/>
          </p:nvSpPr>
          <p:spPr>
            <a:xfrm>
              <a:off x="4076700" y="2336800"/>
              <a:ext cx="838200" cy="381000"/>
            </a:xfrm>
            <a:prstGeom prst="rect">
              <a:avLst/>
            </a:prstGeom>
            <a:solidFill>
              <a:srgbClr val="FFFFFF"/>
            </a:solidFill>
            <a:ln>
              <a:noFill/>
            </a:ln>
          </p:spPr>
        </p:sp>
        <p:sp>
          <p:nvSpPr>
            <p:cNvPr id="22" name="node01.row.item-002.h1.heat"/>
            <p:cNvSpPr/>
            <p:nvPr/>
          </p:nvSpPr>
          <p:spPr>
            <a:xfrm>
              <a:off x="4095750" y="2355850"/>
              <a:ext cx="800100" cy="342900"/>
            </a:xfrm>
            <a:prstGeom prst="rect">
              <a:avLst/>
            </a:prstGeom>
            <a:solidFill>
              <a:srgbClr val="7C9BFF"/>
            </a:solidFill>
            <a:ln>
              <a:noFill/>
            </a:ln>
          </p:spPr>
        </p:sp>
        <p:sp>
          <p:nvSpPr>
            <p:cNvPr id="23" name="node01.row.item-002.h2.heat-gap"/>
            <p:cNvSpPr/>
            <p:nvPr/>
          </p:nvSpPr>
          <p:spPr>
            <a:xfrm>
              <a:off x="4914900" y="2336800"/>
              <a:ext cx="838200" cy="381000"/>
            </a:xfrm>
            <a:prstGeom prst="rect">
              <a:avLst/>
            </a:prstGeom>
            <a:solidFill>
              <a:srgbClr val="FFFFFF"/>
            </a:solidFill>
            <a:ln>
              <a:noFill/>
            </a:ln>
          </p:spPr>
        </p:sp>
        <p:sp>
          <p:nvSpPr>
            <p:cNvPr id="24" name="node01.row.item-002.h2.heat"/>
            <p:cNvSpPr/>
            <p:nvPr/>
          </p:nvSpPr>
          <p:spPr>
            <a:xfrm>
              <a:off x="4933950" y="2355850"/>
              <a:ext cx="800100" cy="342900"/>
            </a:xfrm>
            <a:prstGeom prst="rect">
              <a:avLst/>
            </a:prstGeom>
            <a:solidFill>
              <a:srgbClr val="B9C9F0"/>
            </a:solidFill>
            <a:ln>
              <a:noFill/>
            </a:ln>
          </p:spPr>
        </p:sp>
        <p:sp>
          <p:nvSpPr>
            <p:cNvPr id="25" name="node01.row.item-002.h3.heat-gap"/>
            <p:cNvSpPr/>
            <p:nvPr/>
          </p:nvSpPr>
          <p:spPr>
            <a:xfrm>
              <a:off x="5753100" y="2336800"/>
              <a:ext cx="838200" cy="381000"/>
            </a:xfrm>
            <a:prstGeom prst="rect">
              <a:avLst/>
            </a:prstGeom>
            <a:solidFill>
              <a:srgbClr val="FFFFFF"/>
            </a:solidFill>
            <a:ln>
              <a:noFill/>
            </a:ln>
          </p:spPr>
        </p:sp>
        <p:sp>
          <p:nvSpPr>
            <p:cNvPr id="26" name="node01.row.item-002.h3.heat"/>
            <p:cNvSpPr/>
            <p:nvPr/>
          </p:nvSpPr>
          <p:spPr>
            <a:xfrm>
              <a:off x="5772150" y="2355850"/>
              <a:ext cx="800100" cy="342900"/>
            </a:xfrm>
            <a:prstGeom prst="rect">
              <a:avLst/>
            </a:prstGeom>
            <a:solidFill>
              <a:srgbClr val="7C9BFF"/>
            </a:solidFill>
            <a:ln>
              <a:noFill/>
            </a:ln>
          </p:spPr>
        </p:sp>
        <p:sp>
          <p:nvSpPr>
            <p:cNvPr id="27" name="node01.row.item-002.h4.heat-gap"/>
            <p:cNvSpPr/>
            <p:nvPr/>
          </p:nvSpPr>
          <p:spPr>
            <a:xfrm>
              <a:off x="6591300" y="2336800"/>
              <a:ext cx="838200" cy="381000"/>
            </a:xfrm>
            <a:prstGeom prst="rect">
              <a:avLst/>
            </a:prstGeom>
            <a:solidFill>
              <a:srgbClr val="FFFFFF"/>
            </a:solidFill>
            <a:ln>
              <a:noFill/>
            </a:ln>
          </p:spPr>
        </p:sp>
        <p:sp>
          <p:nvSpPr>
            <p:cNvPr id="28" name="node01.row.item-002.h4.heat"/>
            <p:cNvSpPr/>
            <p:nvPr/>
          </p:nvSpPr>
          <p:spPr>
            <a:xfrm>
              <a:off x="6610350" y="2355850"/>
              <a:ext cx="800100" cy="342900"/>
            </a:xfrm>
            <a:prstGeom prst="rect">
              <a:avLst/>
            </a:prstGeom>
            <a:solidFill>
              <a:srgbClr val="7C9BFF"/>
            </a:solidFill>
            <a:ln>
              <a:noFill/>
            </a:ln>
          </p:spPr>
        </p:sp>
        <p:sp>
          <p:nvSpPr>
            <p:cNvPr id="29" name="node01.row.item-002.ov.heat-gap"/>
            <p:cNvSpPr/>
            <p:nvPr/>
          </p:nvSpPr>
          <p:spPr>
            <a:xfrm>
              <a:off x="7429500" y="2336800"/>
              <a:ext cx="838200" cy="381000"/>
            </a:xfrm>
            <a:prstGeom prst="rect">
              <a:avLst/>
            </a:prstGeom>
            <a:solidFill>
              <a:srgbClr val="FFFFFF"/>
            </a:solidFill>
            <a:ln>
              <a:noFill/>
            </a:ln>
          </p:spPr>
        </p:sp>
        <p:sp>
          <p:nvSpPr>
            <p:cNvPr id="30" name="node01.row.item-002.ov.heat"/>
            <p:cNvSpPr/>
            <p:nvPr/>
          </p:nvSpPr>
          <p:spPr>
            <a:xfrm>
              <a:off x="7448550" y="2355850"/>
              <a:ext cx="800100" cy="342900"/>
            </a:xfrm>
            <a:prstGeom prst="rect">
              <a:avLst/>
            </a:prstGeom>
            <a:solidFill>
              <a:srgbClr val="7C9BFF"/>
            </a:solidFill>
            <a:ln>
              <a:noFill/>
            </a:ln>
          </p:spPr>
        </p:sp>
        <p:sp>
          <p:nvSpPr>
            <p:cNvPr id="31" name="node01.row.item-003.h0.heat-gap"/>
            <p:cNvSpPr/>
            <p:nvPr/>
          </p:nvSpPr>
          <p:spPr>
            <a:xfrm>
              <a:off x="3238500" y="2717800"/>
              <a:ext cx="838200" cy="381000"/>
            </a:xfrm>
            <a:prstGeom prst="rect">
              <a:avLst/>
            </a:prstGeom>
            <a:solidFill>
              <a:srgbClr val="FFFFFF"/>
            </a:solidFill>
            <a:ln>
              <a:noFill/>
            </a:ln>
          </p:spPr>
        </p:sp>
        <p:sp>
          <p:nvSpPr>
            <p:cNvPr id="32" name="node01.row.item-003.h0.heat"/>
            <p:cNvSpPr/>
            <p:nvPr/>
          </p:nvSpPr>
          <p:spPr>
            <a:xfrm>
              <a:off x="3257550" y="2736850"/>
              <a:ext cx="800100" cy="342900"/>
            </a:xfrm>
            <a:prstGeom prst="rect">
              <a:avLst/>
            </a:prstGeom>
            <a:solidFill>
              <a:srgbClr val="B9C9F0"/>
            </a:solidFill>
            <a:ln>
              <a:noFill/>
            </a:ln>
          </p:spPr>
        </p:sp>
        <p:sp>
          <p:nvSpPr>
            <p:cNvPr id="33" name="node01.row.item-003.h1.heat-gap"/>
            <p:cNvSpPr/>
            <p:nvPr/>
          </p:nvSpPr>
          <p:spPr>
            <a:xfrm>
              <a:off x="4076700" y="2717800"/>
              <a:ext cx="838200" cy="381000"/>
            </a:xfrm>
            <a:prstGeom prst="rect">
              <a:avLst/>
            </a:prstGeom>
            <a:solidFill>
              <a:srgbClr val="FFFFFF"/>
            </a:solidFill>
            <a:ln>
              <a:noFill/>
            </a:ln>
          </p:spPr>
        </p:sp>
        <p:sp>
          <p:nvSpPr>
            <p:cNvPr id="34" name="node01.row.item-003.h1.heat"/>
            <p:cNvSpPr/>
            <p:nvPr/>
          </p:nvSpPr>
          <p:spPr>
            <a:xfrm>
              <a:off x="4095750" y="2736850"/>
              <a:ext cx="800100" cy="342900"/>
            </a:xfrm>
            <a:prstGeom prst="rect">
              <a:avLst/>
            </a:prstGeom>
            <a:solidFill>
              <a:srgbClr val="E8EEF8"/>
            </a:solidFill>
            <a:ln>
              <a:noFill/>
            </a:ln>
          </p:spPr>
        </p:sp>
        <p:sp>
          <p:nvSpPr>
            <p:cNvPr id="35" name="node01.row.item-003.h2.heat-gap"/>
            <p:cNvSpPr/>
            <p:nvPr/>
          </p:nvSpPr>
          <p:spPr>
            <a:xfrm>
              <a:off x="4914900" y="2717800"/>
              <a:ext cx="838200" cy="381000"/>
            </a:xfrm>
            <a:prstGeom prst="rect">
              <a:avLst/>
            </a:prstGeom>
            <a:solidFill>
              <a:srgbClr val="FFFFFF"/>
            </a:solidFill>
            <a:ln>
              <a:noFill/>
            </a:ln>
          </p:spPr>
        </p:sp>
        <p:sp>
          <p:nvSpPr>
            <p:cNvPr id="36" name="node01.row.item-003.h2.heat"/>
            <p:cNvSpPr/>
            <p:nvPr/>
          </p:nvSpPr>
          <p:spPr>
            <a:xfrm>
              <a:off x="4933950" y="2736850"/>
              <a:ext cx="800100" cy="342900"/>
            </a:xfrm>
            <a:prstGeom prst="rect">
              <a:avLst/>
            </a:prstGeom>
            <a:solidFill>
              <a:srgbClr val="E8EEF8"/>
            </a:solidFill>
            <a:ln>
              <a:noFill/>
            </a:ln>
          </p:spPr>
        </p:sp>
        <p:sp>
          <p:nvSpPr>
            <p:cNvPr id="37" name="node01.row.item-003.h3.heat-gap"/>
            <p:cNvSpPr/>
            <p:nvPr/>
          </p:nvSpPr>
          <p:spPr>
            <a:xfrm>
              <a:off x="5753100" y="2717800"/>
              <a:ext cx="838200" cy="381000"/>
            </a:xfrm>
            <a:prstGeom prst="rect">
              <a:avLst/>
            </a:prstGeom>
            <a:solidFill>
              <a:srgbClr val="FFFFFF"/>
            </a:solidFill>
            <a:ln>
              <a:noFill/>
            </a:ln>
          </p:spPr>
        </p:sp>
        <p:sp>
          <p:nvSpPr>
            <p:cNvPr id="38" name="node01.row.item-003.h3.heat"/>
            <p:cNvSpPr/>
            <p:nvPr/>
          </p:nvSpPr>
          <p:spPr>
            <a:xfrm>
              <a:off x="5772150" y="2736850"/>
              <a:ext cx="800100" cy="342900"/>
            </a:xfrm>
            <a:prstGeom prst="rect">
              <a:avLst/>
            </a:prstGeom>
            <a:solidFill>
              <a:srgbClr val="B9C9F0"/>
            </a:solidFill>
            <a:ln>
              <a:noFill/>
            </a:ln>
          </p:spPr>
        </p:sp>
        <p:sp>
          <p:nvSpPr>
            <p:cNvPr id="39" name="node01.row.item-003.h4.heat-gap"/>
            <p:cNvSpPr/>
            <p:nvPr/>
          </p:nvSpPr>
          <p:spPr>
            <a:xfrm>
              <a:off x="6591300" y="2717800"/>
              <a:ext cx="838200" cy="381000"/>
            </a:xfrm>
            <a:prstGeom prst="rect">
              <a:avLst/>
            </a:prstGeom>
            <a:solidFill>
              <a:srgbClr val="FFFFFF"/>
            </a:solidFill>
            <a:ln>
              <a:noFill/>
            </a:ln>
          </p:spPr>
        </p:sp>
        <p:sp>
          <p:nvSpPr>
            <p:cNvPr id="40" name="node01.row.item-003.h4.heat"/>
            <p:cNvSpPr/>
            <p:nvPr/>
          </p:nvSpPr>
          <p:spPr>
            <a:xfrm>
              <a:off x="6610350" y="2736850"/>
              <a:ext cx="800100" cy="342900"/>
            </a:xfrm>
            <a:prstGeom prst="rect">
              <a:avLst/>
            </a:prstGeom>
            <a:solidFill>
              <a:srgbClr val="B9C9F0"/>
            </a:solidFill>
            <a:ln>
              <a:noFill/>
            </a:ln>
          </p:spPr>
        </p:sp>
        <p:sp>
          <p:nvSpPr>
            <p:cNvPr id="41" name="node01.row.item-003.ov.heat-gap"/>
            <p:cNvSpPr/>
            <p:nvPr/>
          </p:nvSpPr>
          <p:spPr>
            <a:xfrm>
              <a:off x="7429500" y="2717800"/>
              <a:ext cx="838200" cy="381000"/>
            </a:xfrm>
            <a:prstGeom prst="rect">
              <a:avLst/>
            </a:prstGeom>
            <a:solidFill>
              <a:srgbClr val="FFFFFF"/>
            </a:solidFill>
            <a:ln>
              <a:noFill/>
            </a:ln>
          </p:spPr>
        </p:sp>
        <p:sp>
          <p:nvSpPr>
            <p:cNvPr id="42" name="node01.row.item-003.ov.heat"/>
            <p:cNvSpPr/>
            <p:nvPr/>
          </p:nvSpPr>
          <p:spPr>
            <a:xfrm>
              <a:off x="7448550" y="2736850"/>
              <a:ext cx="800100" cy="342900"/>
            </a:xfrm>
            <a:prstGeom prst="rect">
              <a:avLst/>
            </a:prstGeom>
            <a:solidFill>
              <a:srgbClr val="B9C9F0"/>
            </a:solidFill>
            <a:ln>
              <a:noFill/>
            </a:ln>
          </p:spPr>
        </p:sp>
        <p:sp>
          <p:nvSpPr>
            <p:cNvPr id="43" name="node01.row.item-004.h0.heat-gap"/>
            <p:cNvSpPr/>
            <p:nvPr/>
          </p:nvSpPr>
          <p:spPr>
            <a:xfrm>
              <a:off x="3238500" y="3098800"/>
              <a:ext cx="838200" cy="381000"/>
            </a:xfrm>
            <a:prstGeom prst="rect">
              <a:avLst/>
            </a:prstGeom>
            <a:solidFill>
              <a:srgbClr val="FFFFFF"/>
            </a:solidFill>
            <a:ln>
              <a:noFill/>
            </a:ln>
          </p:spPr>
        </p:sp>
        <p:sp>
          <p:nvSpPr>
            <p:cNvPr id="44" name="node01.row.item-004.h0.heat"/>
            <p:cNvSpPr/>
            <p:nvPr/>
          </p:nvSpPr>
          <p:spPr>
            <a:xfrm>
              <a:off x="3257550" y="3117850"/>
              <a:ext cx="800100" cy="342900"/>
            </a:xfrm>
            <a:prstGeom prst="rect">
              <a:avLst/>
            </a:prstGeom>
            <a:solidFill>
              <a:srgbClr val="0047FF"/>
            </a:solidFill>
            <a:ln>
              <a:noFill/>
            </a:ln>
          </p:spPr>
        </p:sp>
        <p:sp>
          <p:nvSpPr>
            <p:cNvPr id="45" name="node01.row.item-004.h1.heat-gap"/>
            <p:cNvSpPr/>
            <p:nvPr/>
          </p:nvSpPr>
          <p:spPr>
            <a:xfrm>
              <a:off x="4076700" y="3098800"/>
              <a:ext cx="838200" cy="381000"/>
            </a:xfrm>
            <a:prstGeom prst="rect">
              <a:avLst/>
            </a:prstGeom>
            <a:solidFill>
              <a:srgbClr val="FFFFFF"/>
            </a:solidFill>
            <a:ln>
              <a:noFill/>
            </a:ln>
          </p:spPr>
        </p:sp>
        <p:sp>
          <p:nvSpPr>
            <p:cNvPr id="46" name="node01.row.item-004.h1.heat"/>
            <p:cNvSpPr/>
            <p:nvPr/>
          </p:nvSpPr>
          <p:spPr>
            <a:xfrm>
              <a:off x="4095750" y="3117850"/>
              <a:ext cx="800100" cy="342900"/>
            </a:xfrm>
            <a:prstGeom prst="rect">
              <a:avLst/>
            </a:prstGeom>
            <a:solidFill>
              <a:srgbClr val="070154"/>
            </a:solidFill>
            <a:ln>
              <a:noFill/>
            </a:ln>
          </p:spPr>
        </p:sp>
        <p:sp>
          <p:nvSpPr>
            <p:cNvPr id="47" name="node01.row.item-004.h2.heat-gap"/>
            <p:cNvSpPr/>
            <p:nvPr/>
          </p:nvSpPr>
          <p:spPr>
            <a:xfrm>
              <a:off x="4914900" y="3098800"/>
              <a:ext cx="838200" cy="381000"/>
            </a:xfrm>
            <a:prstGeom prst="rect">
              <a:avLst/>
            </a:prstGeom>
            <a:solidFill>
              <a:srgbClr val="FFFFFF"/>
            </a:solidFill>
            <a:ln>
              <a:noFill/>
            </a:ln>
          </p:spPr>
        </p:sp>
        <p:sp>
          <p:nvSpPr>
            <p:cNvPr id="48" name="node01.row.item-004.h2.heat"/>
            <p:cNvSpPr/>
            <p:nvPr/>
          </p:nvSpPr>
          <p:spPr>
            <a:xfrm>
              <a:off x="4933950" y="3117850"/>
              <a:ext cx="800100" cy="342900"/>
            </a:xfrm>
            <a:prstGeom prst="rect">
              <a:avLst/>
            </a:prstGeom>
            <a:solidFill>
              <a:srgbClr val="7C9BFF"/>
            </a:solidFill>
            <a:ln>
              <a:noFill/>
            </a:ln>
          </p:spPr>
        </p:sp>
        <p:sp>
          <p:nvSpPr>
            <p:cNvPr id="49" name="node01.row.item-004.h3.heat-gap"/>
            <p:cNvSpPr/>
            <p:nvPr/>
          </p:nvSpPr>
          <p:spPr>
            <a:xfrm>
              <a:off x="5753100" y="3098800"/>
              <a:ext cx="838200" cy="381000"/>
            </a:xfrm>
            <a:prstGeom prst="rect">
              <a:avLst/>
            </a:prstGeom>
            <a:solidFill>
              <a:srgbClr val="FFFFFF"/>
            </a:solidFill>
            <a:ln>
              <a:noFill/>
            </a:ln>
          </p:spPr>
        </p:sp>
        <p:sp>
          <p:nvSpPr>
            <p:cNvPr id="50" name="node01.row.item-004.h3.heat"/>
            <p:cNvSpPr/>
            <p:nvPr/>
          </p:nvSpPr>
          <p:spPr>
            <a:xfrm>
              <a:off x="5772150" y="3117850"/>
              <a:ext cx="800100" cy="342900"/>
            </a:xfrm>
            <a:prstGeom prst="rect">
              <a:avLst/>
            </a:prstGeom>
            <a:solidFill>
              <a:srgbClr val="7C9BFF"/>
            </a:solidFill>
            <a:ln>
              <a:noFill/>
            </a:ln>
          </p:spPr>
        </p:sp>
        <p:sp>
          <p:nvSpPr>
            <p:cNvPr id="51" name="node01.row.item-004.h4.heat-gap"/>
            <p:cNvSpPr/>
            <p:nvPr/>
          </p:nvSpPr>
          <p:spPr>
            <a:xfrm>
              <a:off x="6591300" y="3098800"/>
              <a:ext cx="838200" cy="381000"/>
            </a:xfrm>
            <a:prstGeom prst="rect">
              <a:avLst/>
            </a:prstGeom>
            <a:solidFill>
              <a:srgbClr val="FFFFFF"/>
            </a:solidFill>
            <a:ln>
              <a:noFill/>
            </a:ln>
          </p:spPr>
        </p:sp>
        <p:sp>
          <p:nvSpPr>
            <p:cNvPr id="52" name="node01.row.item-004.h4.heat"/>
            <p:cNvSpPr/>
            <p:nvPr/>
          </p:nvSpPr>
          <p:spPr>
            <a:xfrm>
              <a:off x="6610350" y="3117850"/>
              <a:ext cx="800100" cy="342900"/>
            </a:xfrm>
            <a:prstGeom prst="rect">
              <a:avLst/>
            </a:prstGeom>
            <a:solidFill>
              <a:srgbClr val="0047FF"/>
            </a:solidFill>
            <a:ln>
              <a:noFill/>
            </a:ln>
          </p:spPr>
        </p:sp>
        <p:sp>
          <p:nvSpPr>
            <p:cNvPr id="53" name="node01.row.item-004.ov.heat-gap"/>
            <p:cNvSpPr/>
            <p:nvPr/>
          </p:nvSpPr>
          <p:spPr>
            <a:xfrm>
              <a:off x="7429500" y="3098800"/>
              <a:ext cx="838200" cy="381000"/>
            </a:xfrm>
            <a:prstGeom prst="rect">
              <a:avLst/>
            </a:prstGeom>
            <a:solidFill>
              <a:srgbClr val="FFFFFF"/>
            </a:solidFill>
            <a:ln>
              <a:noFill/>
            </a:ln>
          </p:spPr>
        </p:sp>
        <p:sp>
          <p:nvSpPr>
            <p:cNvPr id="54" name="node01.row.item-004.ov.heat"/>
            <p:cNvSpPr/>
            <p:nvPr/>
          </p:nvSpPr>
          <p:spPr>
            <a:xfrm>
              <a:off x="7448550" y="3117850"/>
              <a:ext cx="800100" cy="342900"/>
            </a:xfrm>
            <a:prstGeom prst="rect">
              <a:avLst/>
            </a:prstGeom>
            <a:solidFill>
              <a:srgbClr val="0047FF"/>
            </a:solidFill>
            <a:ln>
              <a:noFill/>
            </a:ln>
          </p:spPr>
        </p:sp>
        <p:sp>
          <p:nvSpPr>
            <p:cNvPr id="55" name="node01.row.item-005.h0.heat-gap"/>
            <p:cNvSpPr/>
            <p:nvPr/>
          </p:nvSpPr>
          <p:spPr>
            <a:xfrm>
              <a:off x="3238500" y="3479800"/>
              <a:ext cx="838200" cy="381000"/>
            </a:xfrm>
            <a:prstGeom prst="rect">
              <a:avLst/>
            </a:prstGeom>
            <a:solidFill>
              <a:srgbClr val="FFFFFF"/>
            </a:solidFill>
            <a:ln>
              <a:noFill/>
            </a:ln>
          </p:spPr>
        </p:sp>
        <p:sp>
          <p:nvSpPr>
            <p:cNvPr id="56" name="node01.row.item-005.h0.heat"/>
            <p:cNvSpPr/>
            <p:nvPr/>
          </p:nvSpPr>
          <p:spPr>
            <a:xfrm>
              <a:off x="3257550" y="3498850"/>
              <a:ext cx="800100" cy="342900"/>
            </a:xfrm>
            <a:prstGeom prst="rect">
              <a:avLst/>
            </a:prstGeom>
            <a:solidFill>
              <a:srgbClr val="7C9BFF"/>
            </a:solidFill>
            <a:ln>
              <a:noFill/>
            </a:ln>
          </p:spPr>
        </p:sp>
        <p:sp>
          <p:nvSpPr>
            <p:cNvPr id="57" name="node01.row.item-005.h1.heat-gap"/>
            <p:cNvSpPr/>
            <p:nvPr/>
          </p:nvSpPr>
          <p:spPr>
            <a:xfrm>
              <a:off x="4076700" y="3479800"/>
              <a:ext cx="838200" cy="381000"/>
            </a:xfrm>
            <a:prstGeom prst="rect">
              <a:avLst/>
            </a:prstGeom>
            <a:solidFill>
              <a:srgbClr val="FFFFFF"/>
            </a:solidFill>
            <a:ln>
              <a:noFill/>
            </a:ln>
          </p:spPr>
        </p:sp>
        <p:sp>
          <p:nvSpPr>
            <p:cNvPr id="58" name="node01.row.item-005.h1.heat"/>
            <p:cNvSpPr/>
            <p:nvPr/>
          </p:nvSpPr>
          <p:spPr>
            <a:xfrm>
              <a:off x="4095750" y="3498850"/>
              <a:ext cx="800100" cy="342900"/>
            </a:xfrm>
            <a:prstGeom prst="rect">
              <a:avLst/>
            </a:prstGeom>
            <a:solidFill>
              <a:srgbClr val="7C9BFF"/>
            </a:solidFill>
            <a:ln>
              <a:noFill/>
            </a:ln>
          </p:spPr>
        </p:sp>
        <p:sp>
          <p:nvSpPr>
            <p:cNvPr id="59" name="node01.row.item-005.h2.heat-gap"/>
            <p:cNvSpPr/>
            <p:nvPr/>
          </p:nvSpPr>
          <p:spPr>
            <a:xfrm>
              <a:off x="4914900" y="3479800"/>
              <a:ext cx="838200" cy="381000"/>
            </a:xfrm>
            <a:prstGeom prst="rect">
              <a:avLst/>
            </a:prstGeom>
            <a:solidFill>
              <a:srgbClr val="FFFFFF"/>
            </a:solidFill>
            <a:ln>
              <a:noFill/>
            </a:ln>
          </p:spPr>
        </p:sp>
        <p:sp>
          <p:nvSpPr>
            <p:cNvPr id="60" name="node01.row.item-005.h2.heat"/>
            <p:cNvSpPr/>
            <p:nvPr/>
          </p:nvSpPr>
          <p:spPr>
            <a:xfrm>
              <a:off x="4933950" y="3498850"/>
              <a:ext cx="800100" cy="342900"/>
            </a:xfrm>
            <a:prstGeom prst="rect">
              <a:avLst/>
            </a:prstGeom>
            <a:solidFill>
              <a:srgbClr val="7C9BFF"/>
            </a:solidFill>
            <a:ln>
              <a:noFill/>
            </a:ln>
          </p:spPr>
        </p:sp>
        <p:sp>
          <p:nvSpPr>
            <p:cNvPr id="61" name="node01.row.item-005.h3.heat-gap"/>
            <p:cNvSpPr/>
            <p:nvPr/>
          </p:nvSpPr>
          <p:spPr>
            <a:xfrm>
              <a:off x="5753100" y="3479800"/>
              <a:ext cx="838200" cy="381000"/>
            </a:xfrm>
            <a:prstGeom prst="rect">
              <a:avLst/>
            </a:prstGeom>
            <a:solidFill>
              <a:srgbClr val="FFFFFF"/>
            </a:solidFill>
            <a:ln>
              <a:noFill/>
            </a:ln>
          </p:spPr>
        </p:sp>
        <p:sp>
          <p:nvSpPr>
            <p:cNvPr id="62" name="node01.row.item-005.h3.heat"/>
            <p:cNvSpPr/>
            <p:nvPr/>
          </p:nvSpPr>
          <p:spPr>
            <a:xfrm>
              <a:off x="5772150" y="3498850"/>
              <a:ext cx="800100" cy="342900"/>
            </a:xfrm>
            <a:prstGeom prst="rect">
              <a:avLst/>
            </a:prstGeom>
            <a:solidFill>
              <a:srgbClr val="B9C9F0"/>
            </a:solidFill>
            <a:ln>
              <a:noFill/>
            </a:ln>
          </p:spPr>
        </p:sp>
        <p:sp>
          <p:nvSpPr>
            <p:cNvPr id="63" name="node01.row.item-005.h4.heat-gap"/>
            <p:cNvSpPr/>
            <p:nvPr/>
          </p:nvSpPr>
          <p:spPr>
            <a:xfrm>
              <a:off x="6591300" y="3479800"/>
              <a:ext cx="838200" cy="381000"/>
            </a:xfrm>
            <a:prstGeom prst="rect">
              <a:avLst/>
            </a:prstGeom>
            <a:solidFill>
              <a:srgbClr val="FFFFFF"/>
            </a:solidFill>
            <a:ln>
              <a:noFill/>
            </a:ln>
          </p:spPr>
        </p:sp>
        <p:sp>
          <p:nvSpPr>
            <p:cNvPr id="64" name="node01.row.item-005.h4.heat"/>
            <p:cNvSpPr/>
            <p:nvPr/>
          </p:nvSpPr>
          <p:spPr>
            <a:xfrm>
              <a:off x="6610350" y="3498850"/>
              <a:ext cx="800100" cy="342900"/>
            </a:xfrm>
            <a:prstGeom prst="rect">
              <a:avLst/>
            </a:prstGeom>
            <a:solidFill>
              <a:srgbClr val="7C9BFF"/>
            </a:solidFill>
            <a:ln>
              <a:noFill/>
            </a:ln>
          </p:spPr>
        </p:sp>
        <p:sp>
          <p:nvSpPr>
            <p:cNvPr id="65" name="node01.row.item-005.ov.heat-gap"/>
            <p:cNvSpPr/>
            <p:nvPr/>
          </p:nvSpPr>
          <p:spPr>
            <a:xfrm>
              <a:off x="7429500" y="3479800"/>
              <a:ext cx="838200" cy="381000"/>
            </a:xfrm>
            <a:prstGeom prst="rect">
              <a:avLst/>
            </a:prstGeom>
            <a:solidFill>
              <a:srgbClr val="FFFFFF"/>
            </a:solidFill>
            <a:ln>
              <a:noFill/>
            </a:ln>
          </p:spPr>
        </p:sp>
        <p:sp>
          <p:nvSpPr>
            <p:cNvPr id="66" name="node01.row.item-005.ov.heat"/>
            <p:cNvSpPr/>
            <p:nvPr/>
          </p:nvSpPr>
          <p:spPr>
            <a:xfrm>
              <a:off x="7448550" y="3498850"/>
              <a:ext cx="800100" cy="342900"/>
            </a:xfrm>
            <a:prstGeom prst="rect">
              <a:avLst/>
            </a:prstGeom>
            <a:solidFill>
              <a:srgbClr val="7C9BFF"/>
            </a:solidFill>
            <a:ln>
              <a:noFill/>
            </a:ln>
          </p:spPr>
        </p:sp>
        <p:sp>
          <p:nvSpPr>
            <p:cNvPr id="67" name="node01.row.item-006.h0.heat-gap"/>
            <p:cNvSpPr/>
            <p:nvPr/>
          </p:nvSpPr>
          <p:spPr>
            <a:xfrm>
              <a:off x="3238500" y="3860800"/>
              <a:ext cx="838200" cy="381000"/>
            </a:xfrm>
            <a:prstGeom prst="rect">
              <a:avLst/>
            </a:prstGeom>
            <a:solidFill>
              <a:srgbClr val="FFFFFF"/>
            </a:solidFill>
            <a:ln>
              <a:noFill/>
            </a:ln>
          </p:spPr>
        </p:sp>
        <p:sp>
          <p:nvSpPr>
            <p:cNvPr id="68" name="node01.row.item-006.h0.heat"/>
            <p:cNvSpPr/>
            <p:nvPr/>
          </p:nvSpPr>
          <p:spPr>
            <a:xfrm>
              <a:off x="3257550" y="3879850"/>
              <a:ext cx="800100" cy="342900"/>
            </a:xfrm>
            <a:prstGeom prst="rect">
              <a:avLst/>
            </a:prstGeom>
            <a:solidFill>
              <a:srgbClr val="B9C9F0"/>
            </a:solidFill>
            <a:ln>
              <a:noFill/>
            </a:ln>
          </p:spPr>
        </p:sp>
        <p:sp>
          <p:nvSpPr>
            <p:cNvPr id="69" name="node01.row.item-006.h1.heat-gap"/>
            <p:cNvSpPr/>
            <p:nvPr/>
          </p:nvSpPr>
          <p:spPr>
            <a:xfrm>
              <a:off x="4076700" y="3860800"/>
              <a:ext cx="838200" cy="381000"/>
            </a:xfrm>
            <a:prstGeom prst="rect">
              <a:avLst/>
            </a:prstGeom>
            <a:solidFill>
              <a:srgbClr val="FFFFFF"/>
            </a:solidFill>
            <a:ln>
              <a:noFill/>
            </a:ln>
          </p:spPr>
        </p:sp>
        <p:sp>
          <p:nvSpPr>
            <p:cNvPr id="70" name="node01.row.item-006.h1.heat"/>
            <p:cNvSpPr/>
            <p:nvPr/>
          </p:nvSpPr>
          <p:spPr>
            <a:xfrm>
              <a:off x="4095750" y="3879850"/>
              <a:ext cx="800100" cy="342900"/>
            </a:xfrm>
            <a:prstGeom prst="rect">
              <a:avLst/>
            </a:prstGeom>
            <a:solidFill>
              <a:srgbClr val="B9C9F0"/>
            </a:solidFill>
            <a:ln>
              <a:noFill/>
            </a:ln>
          </p:spPr>
        </p:sp>
        <p:sp>
          <p:nvSpPr>
            <p:cNvPr id="71" name="node01.row.item-006.h2.heat-gap"/>
            <p:cNvSpPr/>
            <p:nvPr/>
          </p:nvSpPr>
          <p:spPr>
            <a:xfrm>
              <a:off x="4914900" y="3860800"/>
              <a:ext cx="838200" cy="381000"/>
            </a:xfrm>
            <a:prstGeom prst="rect">
              <a:avLst/>
            </a:prstGeom>
            <a:solidFill>
              <a:srgbClr val="FFFFFF"/>
            </a:solidFill>
            <a:ln>
              <a:noFill/>
            </a:ln>
          </p:spPr>
        </p:sp>
        <p:sp>
          <p:nvSpPr>
            <p:cNvPr id="72" name="node01.row.item-006.h2.heat"/>
            <p:cNvSpPr/>
            <p:nvPr/>
          </p:nvSpPr>
          <p:spPr>
            <a:xfrm>
              <a:off x="4933950" y="3879850"/>
              <a:ext cx="800100" cy="342900"/>
            </a:xfrm>
            <a:prstGeom prst="rect">
              <a:avLst/>
            </a:prstGeom>
            <a:solidFill>
              <a:srgbClr val="B9C9F0"/>
            </a:solidFill>
            <a:ln>
              <a:noFill/>
            </a:ln>
          </p:spPr>
        </p:sp>
        <p:sp>
          <p:nvSpPr>
            <p:cNvPr id="73" name="node01.row.item-006.h3.heat-gap"/>
            <p:cNvSpPr/>
            <p:nvPr/>
          </p:nvSpPr>
          <p:spPr>
            <a:xfrm>
              <a:off x="5753100" y="3860800"/>
              <a:ext cx="838200" cy="381000"/>
            </a:xfrm>
            <a:prstGeom prst="rect">
              <a:avLst/>
            </a:prstGeom>
            <a:solidFill>
              <a:srgbClr val="FFFFFF"/>
            </a:solidFill>
            <a:ln>
              <a:noFill/>
            </a:ln>
          </p:spPr>
        </p:sp>
        <p:sp>
          <p:nvSpPr>
            <p:cNvPr id="74" name="node01.row.item-006.h3.heat"/>
            <p:cNvSpPr/>
            <p:nvPr/>
          </p:nvSpPr>
          <p:spPr>
            <a:xfrm>
              <a:off x="5772150" y="3879850"/>
              <a:ext cx="800100" cy="342900"/>
            </a:xfrm>
            <a:prstGeom prst="rect">
              <a:avLst/>
            </a:prstGeom>
            <a:solidFill>
              <a:srgbClr val="B9C9F0"/>
            </a:solidFill>
            <a:ln>
              <a:noFill/>
            </a:ln>
          </p:spPr>
        </p:sp>
        <p:sp>
          <p:nvSpPr>
            <p:cNvPr id="75" name="node01.row.item-006.h4.heat-gap"/>
            <p:cNvSpPr/>
            <p:nvPr/>
          </p:nvSpPr>
          <p:spPr>
            <a:xfrm>
              <a:off x="6591300" y="3860800"/>
              <a:ext cx="838200" cy="381000"/>
            </a:xfrm>
            <a:prstGeom prst="rect">
              <a:avLst/>
            </a:prstGeom>
            <a:solidFill>
              <a:srgbClr val="FFFFFF"/>
            </a:solidFill>
            <a:ln>
              <a:noFill/>
            </a:ln>
          </p:spPr>
        </p:sp>
        <p:sp>
          <p:nvSpPr>
            <p:cNvPr id="76" name="node01.row.item-006.h4.heat"/>
            <p:cNvSpPr/>
            <p:nvPr/>
          </p:nvSpPr>
          <p:spPr>
            <a:xfrm>
              <a:off x="6610350" y="3879850"/>
              <a:ext cx="800100" cy="342900"/>
            </a:xfrm>
            <a:prstGeom prst="rect">
              <a:avLst/>
            </a:prstGeom>
            <a:solidFill>
              <a:srgbClr val="E8EEF8"/>
            </a:solidFill>
            <a:ln>
              <a:noFill/>
            </a:ln>
          </p:spPr>
        </p:sp>
        <p:sp>
          <p:nvSpPr>
            <p:cNvPr id="77" name="node01.row.item-006.ov.heat-gap"/>
            <p:cNvSpPr/>
            <p:nvPr/>
          </p:nvSpPr>
          <p:spPr>
            <a:xfrm>
              <a:off x="7429500" y="3860800"/>
              <a:ext cx="838200" cy="381000"/>
            </a:xfrm>
            <a:prstGeom prst="rect">
              <a:avLst/>
            </a:prstGeom>
            <a:solidFill>
              <a:srgbClr val="FFFFFF"/>
            </a:solidFill>
            <a:ln>
              <a:noFill/>
            </a:ln>
          </p:spPr>
        </p:sp>
        <p:sp>
          <p:nvSpPr>
            <p:cNvPr id="78" name="node01.row.item-006.ov.heat"/>
            <p:cNvSpPr/>
            <p:nvPr/>
          </p:nvSpPr>
          <p:spPr>
            <a:xfrm>
              <a:off x="7448550" y="3879850"/>
              <a:ext cx="800100" cy="342900"/>
            </a:xfrm>
            <a:prstGeom prst="rect">
              <a:avLst/>
            </a:prstGeom>
            <a:solidFill>
              <a:srgbClr val="B9C9F0"/>
            </a:solidFill>
            <a:ln>
              <a:noFill/>
            </a:ln>
          </p:spPr>
        </p:sp>
        <p:sp>
          <p:nvSpPr>
            <p:cNvPr id="79" name="node01.row.item-007.h0.heat-gap"/>
            <p:cNvSpPr/>
            <p:nvPr/>
          </p:nvSpPr>
          <p:spPr>
            <a:xfrm>
              <a:off x="3238500" y="4241800"/>
              <a:ext cx="838200" cy="381000"/>
            </a:xfrm>
            <a:prstGeom prst="rect">
              <a:avLst/>
            </a:prstGeom>
            <a:solidFill>
              <a:srgbClr val="FFFFFF"/>
            </a:solidFill>
            <a:ln>
              <a:noFill/>
            </a:ln>
          </p:spPr>
        </p:sp>
        <p:sp>
          <p:nvSpPr>
            <p:cNvPr id="80" name="node01.row.item-007.h0.heat"/>
            <p:cNvSpPr/>
            <p:nvPr/>
          </p:nvSpPr>
          <p:spPr>
            <a:xfrm>
              <a:off x="3257550" y="4260850"/>
              <a:ext cx="800100" cy="342900"/>
            </a:xfrm>
            <a:prstGeom prst="rect">
              <a:avLst/>
            </a:prstGeom>
            <a:solidFill>
              <a:srgbClr val="0047FF"/>
            </a:solidFill>
            <a:ln>
              <a:noFill/>
            </a:ln>
          </p:spPr>
        </p:sp>
        <p:sp>
          <p:nvSpPr>
            <p:cNvPr id="81" name="node01.row.item-007.h1.heat-gap"/>
            <p:cNvSpPr/>
            <p:nvPr/>
          </p:nvSpPr>
          <p:spPr>
            <a:xfrm>
              <a:off x="4076700" y="4241800"/>
              <a:ext cx="838200" cy="381000"/>
            </a:xfrm>
            <a:prstGeom prst="rect">
              <a:avLst/>
            </a:prstGeom>
            <a:solidFill>
              <a:srgbClr val="FFFFFF"/>
            </a:solidFill>
            <a:ln>
              <a:noFill/>
            </a:ln>
          </p:spPr>
        </p:sp>
        <p:sp>
          <p:nvSpPr>
            <p:cNvPr id="82" name="node01.row.item-007.h1.heat"/>
            <p:cNvSpPr/>
            <p:nvPr/>
          </p:nvSpPr>
          <p:spPr>
            <a:xfrm>
              <a:off x="4095750" y="4260850"/>
              <a:ext cx="800100" cy="342900"/>
            </a:xfrm>
            <a:prstGeom prst="rect">
              <a:avLst/>
            </a:prstGeom>
            <a:solidFill>
              <a:srgbClr val="0047FF"/>
            </a:solidFill>
            <a:ln>
              <a:noFill/>
            </a:ln>
          </p:spPr>
        </p:sp>
        <p:sp>
          <p:nvSpPr>
            <p:cNvPr id="83" name="node01.row.item-007.h2.heat-gap"/>
            <p:cNvSpPr/>
            <p:nvPr/>
          </p:nvSpPr>
          <p:spPr>
            <a:xfrm>
              <a:off x="4914900" y="4241800"/>
              <a:ext cx="838200" cy="381000"/>
            </a:xfrm>
            <a:prstGeom prst="rect">
              <a:avLst/>
            </a:prstGeom>
            <a:solidFill>
              <a:srgbClr val="FFFFFF"/>
            </a:solidFill>
            <a:ln>
              <a:noFill/>
            </a:ln>
          </p:spPr>
        </p:sp>
        <p:sp>
          <p:nvSpPr>
            <p:cNvPr id="84" name="node01.row.item-007.h2.heat"/>
            <p:cNvSpPr/>
            <p:nvPr/>
          </p:nvSpPr>
          <p:spPr>
            <a:xfrm>
              <a:off x="4933950" y="4260850"/>
              <a:ext cx="800100" cy="342900"/>
            </a:xfrm>
            <a:prstGeom prst="rect">
              <a:avLst/>
            </a:prstGeom>
            <a:solidFill>
              <a:srgbClr val="7C9BFF"/>
            </a:solidFill>
            <a:ln>
              <a:noFill/>
            </a:ln>
          </p:spPr>
        </p:sp>
        <p:sp>
          <p:nvSpPr>
            <p:cNvPr id="85" name="node01.row.item-007.h3.heat-gap"/>
            <p:cNvSpPr/>
            <p:nvPr/>
          </p:nvSpPr>
          <p:spPr>
            <a:xfrm>
              <a:off x="5753100" y="4241800"/>
              <a:ext cx="838200" cy="381000"/>
            </a:xfrm>
            <a:prstGeom prst="rect">
              <a:avLst/>
            </a:prstGeom>
            <a:solidFill>
              <a:srgbClr val="FFFFFF"/>
            </a:solidFill>
            <a:ln>
              <a:noFill/>
            </a:ln>
          </p:spPr>
        </p:sp>
        <p:sp>
          <p:nvSpPr>
            <p:cNvPr id="86" name="node01.row.item-007.h3.heat"/>
            <p:cNvSpPr/>
            <p:nvPr/>
          </p:nvSpPr>
          <p:spPr>
            <a:xfrm>
              <a:off x="5772150" y="4260850"/>
              <a:ext cx="800100" cy="342900"/>
            </a:xfrm>
            <a:prstGeom prst="rect">
              <a:avLst/>
            </a:prstGeom>
            <a:solidFill>
              <a:srgbClr val="0047FF"/>
            </a:solidFill>
            <a:ln>
              <a:noFill/>
            </a:ln>
          </p:spPr>
        </p:sp>
        <p:sp>
          <p:nvSpPr>
            <p:cNvPr id="87" name="node01.row.item-007.h4.heat-gap"/>
            <p:cNvSpPr/>
            <p:nvPr/>
          </p:nvSpPr>
          <p:spPr>
            <a:xfrm>
              <a:off x="6591300" y="4241800"/>
              <a:ext cx="838200" cy="381000"/>
            </a:xfrm>
            <a:prstGeom prst="rect">
              <a:avLst/>
            </a:prstGeom>
            <a:solidFill>
              <a:srgbClr val="FFFFFF"/>
            </a:solidFill>
            <a:ln>
              <a:noFill/>
            </a:ln>
          </p:spPr>
        </p:sp>
        <p:sp>
          <p:nvSpPr>
            <p:cNvPr id="88" name="node01.row.item-007.h4.heat"/>
            <p:cNvSpPr/>
            <p:nvPr/>
          </p:nvSpPr>
          <p:spPr>
            <a:xfrm>
              <a:off x="6610350" y="4260850"/>
              <a:ext cx="800100" cy="342900"/>
            </a:xfrm>
            <a:prstGeom prst="rect">
              <a:avLst/>
            </a:prstGeom>
            <a:solidFill>
              <a:srgbClr val="7C9BFF"/>
            </a:solidFill>
            <a:ln>
              <a:noFill/>
            </a:ln>
          </p:spPr>
        </p:sp>
        <p:sp>
          <p:nvSpPr>
            <p:cNvPr id="89" name="node01.row.item-007.ov.heat-gap"/>
            <p:cNvSpPr/>
            <p:nvPr/>
          </p:nvSpPr>
          <p:spPr>
            <a:xfrm>
              <a:off x="7429500" y="4241800"/>
              <a:ext cx="838200" cy="381000"/>
            </a:xfrm>
            <a:prstGeom prst="rect">
              <a:avLst/>
            </a:prstGeom>
            <a:solidFill>
              <a:srgbClr val="FFFFFF"/>
            </a:solidFill>
            <a:ln>
              <a:noFill/>
            </a:ln>
          </p:spPr>
        </p:sp>
        <p:sp>
          <p:nvSpPr>
            <p:cNvPr id="90" name="node01.row.item-007.ov.heat"/>
            <p:cNvSpPr/>
            <p:nvPr/>
          </p:nvSpPr>
          <p:spPr>
            <a:xfrm>
              <a:off x="7448550" y="4260850"/>
              <a:ext cx="800100" cy="342900"/>
            </a:xfrm>
            <a:prstGeom prst="rect">
              <a:avLst/>
            </a:prstGeom>
            <a:solidFill>
              <a:srgbClr val="0047FF"/>
            </a:solidFill>
            <a:ln>
              <a:noFill/>
            </a:ln>
          </p:spPr>
        </p:sp>
        <p:sp>
          <p:nvSpPr>
            <p:cNvPr id="91" name="node01.row.item-008.h0.heat-gap"/>
            <p:cNvSpPr/>
            <p:nvPr/>
          </p:nvSpPr>
          <p:spPr>
            <a:xfrm>
              <a:off x="3238500" y="4622800"/>
              <a:ext cx="838200" cy="381000"/>
            </a:xfrm>
            <a:prstGeom prst="rect">
              <a:avLst/>
            </a:prstGeom>
            <a:solidFill>
              <a:srgbClr val="FFFFFF"/>
            </a:solidFill>
            <a:ln>
              <a:noFill/>
            </a:ln>
          </p:spPr>
        </p:sp>
        <p:sp>
          <p:nvSpPr>
            <p:cNvPr id="92" name="node01.row.item-008.h0.heat"/>
            <p:cNvSpPr/>
            <p:nvPr/>
          </p:nvSpPr>
          <p:spPr>
            <a:xfrm>
              <a:off x="3257550" y="4641850"/>
              <a:ext cx="800100" cy="342900"/>
            </a:xfrm>
            <a:prstGeom prst="rect">
              <a:avLst/>
            </a:prstGeom>
            <a:solidFill>
              <a:srgbClr val="B9C9F0"/>
            </a:solidFill>
            <a:ln>
              <a:noFill/>
            </a:ln>
          </p:spPr>
        </p:sp>
        <p:sp>
          <p:nvSpPr>
            <p:cNvPr id="93" name="node01.row.item-008.h1.heat-gap"/>
            <p:cNvSpPr/>
            <p:nvPr/>
          </p:nvSpPr>
          <p:spPr>
            <a:xfrm>
              <a:off x="4076700" y="4622800"/>
              <a:ext cx="838200" cy="381000"/>
            </a:xfrm>
            <a:prstGeom prst="rect">
              <a:avLst/>
            </a:prstGeom>
            <a:solidFill>
              <a:srgbClr val="FFFFFF"/>
            </a:solidFill>
            <a:ln>
              <a:noFill/>
            </a:ln>
          </p:spPr>
        </p:sp>
        <p:sp>
          <p:nvSpPr>
            <p:cNvPr id="94" name="node01.row.item-008.h1.heat"/>
            <p:cNvSpPr/>
            <p:nvPr/>
          </p:nvSpPr>
          <p:spPr>
            <a:xfrm>
              <a:off x="4095750" y="4641850"/>
              <a:ext cx="800100" cy="342900"/>
            </a:xfrm>
            <a:prstGeom prst="rect">
              <a:avLst/>
            </a:prstGeom>
            <a:solidFill>
              <a:srgbClr val="B9C9F0"/>
            </a:solidFill>
            <a:ln>
              <a:noFill/>
            </a:ln>
          </p:spPr>
        </p:sp>
        <p:sp>
          <p:nvSpPr>
            <p:cNvPr id="95" name="node01.row.item-008.h2.heat-gap"/>
            <p:cNvSpPr/>
            <p:nvPr/>
          </p:nvSpPr>
          <p:spPr>
            <a:xfrm>
              <a:off x="4914900" y="4622800"/>
              <a:ext cx="838200" cy="381000"/>
            </a:xfrm>
            <a:prstGeom prst="rect">
              <a:avLst/>
            </a:prstGeom>
            <a:solidFill>
              <a:srgbClr val="FFFFFF"/>
            </a:solidFill>
            <a:ln>
              <a:noFill/>
            </a:ln>
          </p:spPr>
        </p:sp>
        <p:sp>
          <p:nvSpPr>
            <p:cNvPr id="96" name="node01.row.item-008.h2.heat"/>
            <p:cNvSpPr/>
            <p:nvPr/>
          </p:nvSpPr>
          <p:spPr>
            <a:xfrm>
              <a:off x="4933950" y="4641850"/>
              <a:ext cx="800100" cy="342900"/>
            </a:xfrm>
            <a:prstGeom prst="rect">
              <a:avLst/>
            </a:prstGeom>
            <a:solidFill>
              <a:srgbClr val="E8EEF8"/>
            </a:solidFill>
            <a:ln>
              <a:noFill/>
            </a:ln>
          </p:spPr>
        </p:sp>
        <p:sp>
          <p:nvSpPr>
            <p:cNvPr id="97" name="node01.row.item-008.h3.heat-gap"/>
            <p:cNvSpPr/>
            <p:nvPr/>
          </p:nvSpPr>
          <p:spPr>
            <a:xfrm>
              <a:off x="5753100" y="4622800"/>
              <a:ext cx="838200" cy="381000"/>
            </a:xfrm>
            <a:prstGeom prst="rect">
              <a:avLst/>
            </a:prstGeom>
            <a:solidFill>
              <a:srgbClr val="FFFFFF"/>
            </a:solidFill>
            <a:ln>
              <a:noFill/>
            </a:ln>
          </p:spPr>
        </p:sp>
        <p:sp>
          <p:nvSpPr>
            <p:cNvPr id="98" name="node01.row.item-008.h3.heat"/>
            <p:cNvSpPr/>
            <p:nvPr/>
          </p:nvSpPr>
          <p:spPr>
            <a:xfrm>
              <a:off x="5772150" y="4641850"/>
              <a:ext cx="800100" cy="342900"/>
            </a:xfrm>
            <a:prstGeom prst="rect">
              <a:avLst/>
            </a:prstGeom>
            <a:solidFill>
              <a:srgbClr val="7C9BFF"/>
            </a:solidFill>
            <a:ln>
              <a:noFill/>
            </a:ln>
          </p:spPr>
        </p:sp>
        <p:sp>
          <p:nvSpPr>
            <p:cNvPr id="99" name="node01.row.item-008.h4.heat-gap"/>
            <p:cNvSpPr/>
            <p:nvPr/>
          </p:nvSpPr>
          <p:spPr>
            <a:xfrm>
              <a:off x="6591300" y="4622800"/>
              <a:ext cx="838200" cy="381000"/>
            </a:xfrm>
            <a:prstGeom prst="rect">
              <a:avLst/>
            </a:prstGeom>
            <a:solidFill>
              <a:srgbClr val="FFFFFF"/>
            </a:solidFill>
            <a:ln>
              <a:noFill/>
            </a:ln>
          </p:spPr>
        </p:sp>
        <p:sp>
          <p:nvSpPr>
            <p:cNvPr id="100" name="node01.row.item-008.h4.heat"/>
            <p:cNvSpPr/>
            <p:nvPr/>
          </p:nvSpPr>
          <p:spPr>
            <a:xfrm>
              <a:off x="6610350" y="4641850"/>
              <a:ext cx="800100" cy="342900"/>
            </a:xfrm>
            <a:prstGeom prst="rect">
              <a:avLst/>
            </a:prstGeom>
            <a:solidFill>
              <a:srgbClr val="B9C9F0"/>
            </a:solidFill>
            <a:ln>
              <a:noFill/>
            </a:ln>
          </p:spPr>
        </p:sp>
        <p:sp>
          <p:nvSpPr>
            <p:cNvPr id="101" name="node01.row.item-008.ov.heat-gap"/>
            <p:cNvSpPr/>
            <p:nvPr/>
          </p:nvSpPr>
          <p:spPr>
            <a:xfrm>
              <a:off x="7429500" y="4622800"/>
              <a:ext cx="838200" cy="381000"/>
            </a:xfrm>
            <a:prstGeom prst="rect">
              <a:avLst/>
            </a:prstGeom>
            <a:solidFill>
              <a:srgbClr val="FFFFFF"/>
            </a:solidFill>
            <a:ln>
              <a:noFill/>
            </a:ln>
          </p:spPr>
        </p:sp>
        <p:sp>
          <p:nvSpPr>
            <p:cNvPr id="102" name="node01.row.item-008.ov.heat"/>
            <p:cNvSpPr/>
            <p:nvPr/>
          </p:nvSpPr>
          <p:spPr>
            <a:xfrm>
              <a:off x="7448550" y="4641850"/>
              <a:ext cx="800100" cy="342900"/>
            </a:xfrm>
            <a:prstGeom prst="rect">
              <a:avLst/>
            </a:prstGeom>
            <a:solidFill>
              <a:srgbClr val="B9C9F0"/>
            </a:solidFill>
            <a:ln>
              <a:noFill/>
            </a:ln>
          </p:spPr>
        </p:sp>
        <p:sp>
          <p:nvSpPr>
            <p:cNvPr id="103" name="node01.row.item-009.h0.heat-gap"/>
            <p:cNvSpPr/>
            <p:nvPr/>
          </p:nvSpPr>
          <p:spPr>
            <a:xfrm>
              <a:off x="3238500" y="5003800"/>
              <a:ext cx="838200" cy="381000"/>
            </a:xfrm>
            <a:prstGeom prst="rect">
              <a:avLst/>
            </a:prstGeom>
            <a:solidFill>
              <a:srgbClr val="FFFFFF"/>
            </a:solidFill>
            <a:ln>
              <a:noFill/>
            </a:ln>
          </p:spPr>
        </p:sp>
        <p:sp>
          <p:nvSpPr>
            <p:cNvPr id="104" name="node01.row.item-009.h0.heat"/>
            <p:cNvSpPr/>
            <p:nvPr/>
          </p:nvSpPr>
          <p:spPr>
            <a:xfrm>
              <a:off x="3257550" y="5022850"/>
              <a:ext cx="800100" cy="342900"/>
            </a:xfrm>
            <a:prstGeom prst="rect">
              <a:avLst/>
            </a:prstGeom>
            <a:solidFill>
              <a:srgbClr val="7C9BFF"/>
            </a:solidFill>
            <a:ln>
              <a:noFill/>
            </a:ln>
          </p:spPr>
        </p:sp>
        <p:sp>
          <p:nvSpPr>
            <p:cNvPr id="105" name="node01.row.item-009.h1.heat-gap"/>
            <p:cNvSpPr/>
            <p:nvPr/>
          </p:nvSpPr>
          <p:spPr>
            <a:xfrm>
              <a:off x="4076700" y="5003800"/>
              <a:ext cx="838200" cy="381000"/>
            </a:xfrm>
            <a:prstGeom prst="rect">
              <a:avLst/>
            </a:prstGeom>
            <a:solidFill>
              <a:srgbClr val="FFFFFF"/>
            </a:solidFill>
            <a:ln>
              <a:noFill/>
            </a:ln>
          </p:spPr>
        </p:sp>
        <p:sp>
          <p:nvSpPr>
            <p:cNvPr id="106" name="node01.row.item-009.h1.heat"/>
            <p:cNvSpPr/>
            <p:nvPr/>
          </p:nvSpPr>
          <p:spPr>
            <a:xfrm>
              <a:off x="4095750" y="5022850"/>
              <a:ext cx="800100" cy="342900"/>
            </a:xfrm>
            <a:prstGeom prst="rect">
              <a:avLst/>
            </a:prstGeom>
            <a:solidFill>
              <a:srgbClr val="B9C9F0"/>
            </a:solidFill>
            <a:ln>
              <a:noFill/>
            </a:ln>
          </p:spPr>
        </p:sp>
        <p:sp>
          <p:nvSpPr>
            <p:cNvPr id="107" name="node01.row.item-009.h2.heat-gap"/>
            <p:cNvSpPr/>
            <p:nvPr/>
          </p:nvSpPr>
          <p:spPr>
            <a:xfrm>
              <a:off x="4914900" y="5003800"/>
              <a:ext cx="838200" cy="381000"/>
            </a:xfrm>
            <a:prstGeom prst="rect">
              <a:avLst/>
            </a:prstGeom>
            <a:solidFill>
              <a:srgbClr val="FFFFFF"/>
            </a:solidFill>
            <a:ln>
              <a:noFill/>
            </a:ln>
          </p:spPr>
        </p:sp>
        <p:sp>
          <p:nvSpPr>
            <p:cNvPr id="108" name="node01.row.item-009.h2.heat"/>
            <p:cNvSpPr/>
            <p:nvPr/>
          </p:nvSpPr>
          <p:spPr>
            <a:xfrm>
              <a:off x="4933950" y="5022850"/>
              <a:ext cx="800100" cy="342900"/>
            </a:xfrm>
            <a:prstGeom prst="rect">
              <a:avLst/>
            </a:prstGeom>
            <a:solidFill>
              <a:srgbClr val="B9C9F0"/>
            </a:solidFill>
            <a:ln>
              <a:noFill/>
            </a:ln>
          </p:spPr>
        </p:sp>
        <p:sp>
          <p:nvSpPr>
            <p:cNvPr id="109" name="node01.row.item-009.h3.heat-gap"/>
            <p:cNvSpPr/>
            <p:nvPr/>
          </p:nvSpPr>
          <p:spPr>
            <a:xfrm>
              <a:off x="5753100" y="5003800"/>
              <a:ext cx="838200" cy="381000"/>
            </a:xfrm>
            <a:prstGeom prst="rect">
              <a:avLst/>
            </a:prstGeom>
            <a:solidFill>
              <a:srgbClr val="FFFFFF"/>
            </a:solidFill>
            <a:ln>
              <a:noFill/>
            </a:ln>
          </p:spPr>
        </p:sp>
        <p:sp>
          <p:nvSpPr>
            <p:cNvPr id="110" name="node01.row.item-009.h3.heat"/>
            <p:cNvSpPr/>
            <p:nvPr/>
          </p:nvSpPr>
          <p:spPr>
            <a:xfrm>
              <a:off x="5772150" y="5022850"/>
              <a:ext cx="800100" cy="342900"/>
            </a:xfrm>
            <a:prstGeom prst="rect">
              <a:avLst/>
            </a:prstGeom>
            <a:solidFill>
              <a:srgbClr val="B9C9F0"/>
            </a:solidFill>
            <a:ln>
              <a:noFill/>
            </a:ln>
          </p:spPr>
        </p:sp>
        <p:sp>
          <p:nvSpPr>
            <p:cNvPr id="111" name="node01.row.item-009.h4.heat-gap"/>
            <p:cNvSpPr/>
            <p:nvPr/>
          </p:nvSpPr>
          <p:spPr>
            <a:xfrm>
              <a:off x="6591300" y="5003800"/>
              <a:ext cx="838200" cy="381000"/>
            </a:xfrm>
            <a:prstGeom prst="rect">
              <a:avLst/>
            </a:prstGeom>
            <a:solidFill>
              <a:srgbClr val="FFFFFF"/>
            </a:solidFill>
            <a:ln>
              <a:noFill/>
            </a:ln>
          </p:spPr>
        </p:sp>
        <p:sp>
          <p:nvSpPr>
            <p:cNvPr id="112" name="node01.row.item-009.h4.heat"/>
            <p:cNvSpPr/>
            <p:nvPr/>
          </p:nvSpPr>
          <p:spPr>
            <a:xfrm>
              <a:off x="6610350" y="5022850"/>
              <a:ext cx="800100" cy="342900"/>
            </a:xfrm>
            <a:prstGeom prst="rect">
              <a:avLst/>
            </a:prstGeom>
            <a:solidFill>
              <a:srgbClr val="7C9BFF"/>
            </a:solidFill>
            <a:ln>
              <a:noFill/>
            </a:ln>
          </p:spPr>
        </p:sp>
        <p:sp>
          <p:nvSpPr>
            <p:cNvPr id="113" name="node01.row.item-009.ov.heat-gap"/>
            <p:cNvSpPr/>
            <p:nvPr/>
          </p:nvSpPr>
          <p:spPr>
            <a:xfrm>
              <a:off x="7429500" y="5003800"/>
              <a:ext cx="838200" cy="381000"/>
            </a:xfrm>
            <a:prstGeom prst="rect">
              <a:avLst/>
            </a:prstGeom>
            <a:solidFill>
              <a:srgbClr val="FFFFFF"/>
            </a:solidFill>
            <a:ln>
              <a:noFill/>
            </a:ln>
          </p:spPr>
        </p:sp>
        <p:sp>
          <p:nvSpPr>
            <p:cNvPr id="114" name="node01.row.item-009.ov.heat"/>
            <p:cNvSpPr/>
            <p:nvPr/>
          </p:nvSpPr>
          <p:spPr>
            <a:xfrm>
              <a:off x="7448550" y="5022850"/>
              <a:ext cx="800100" cy="342900"/>
            </a:xfrm>
            <a:prstGeom prst="rect">
              <a:avLst/>
            </a:prstGeom>
            <a:solidFill>
              <a:srgbClr val="B9C9F0"/>
            </a:solidFill>
            <a:ln>
              <a:noFill/>
            </a:ln>
          </p:spPr>
        </p:sp>
        <p:graphicFrame>
          <p:nvGraphicFramePr>
            <p:cNvPr id="115" name="node01.native"/>
            <p:cNvGraphicFramePr>
              <a:graphicFrameLocks noGrp="1"/>
            </p:cNvGraphicFramePr>
            <p:nvPr>
              <p:extLst>
                <p:ext uri="{D42A27DB-BD31-4B8C-83A1-F6EECF244321}">
                  <p14:modId xmlns:p14="http://schemas.microsoft.com/office/powerpoint/2010/main" val="1579011935"/>
                </p:ext>
              </p:extLst>
            </p:nvPr>
          </p:nvGraphicFramePr>
          <p:xfrm>
            <a:off x="723900" y="1600200"/>
            <a:ext cx="7543800" cy="3784600"/>
          </p:xfrm>
          <a:graphic>
            <a:graphicData uri="http://schemas.openxmlformats.org/drawingml/2006/table">
              <a:tbl>
                <a:tblPr/>
                <a:tblGrid>
                  <a:gridCol w="2514600"/>
                  <a:gridCol w="838200"/>
                  <a:gridCol w="838200"/>
                  <a:gridCol w="838200"/>
                  <a:gridCol w="838200"/>
                  <a:gridCol w="838200"/>
                  <a:gridCol w="838200"/>
                </a:tblGrid>
                <a:tr h="355600">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CAPABILITY</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PROCESS</a:t>
                        </a:r>
                        <a:endParaRPr lang="en-US" sz="900" spc="54" kern="0" b="0" i="0" dirty="0">
                          <a:solidFill>
                            <a:srgbClr val="070154"/>
                          </a:solidFill>
                          <a:latin typeface="IBM Plex Mono SemiBold"/>
                          <a:ea typeface="IBM Plex Mono SemiBold"/>
                          <a:cs typeface="IBM Plex Mono SemiBold"/>
                        </a:endParaRPr>
                      </a:p>
                    </a:txBody>
                    <a:tcPr marL="143477" marR="143477"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TECHNOLOGY</a:t>
                        </a:r>
                        <a:endParaRPr lang="en-US" sz="900" spc="54" kern="0" b="0" i="0" dirty="0">
                          <a:solidFill>
                            <a:srgbClr val="070154"/>
                          </a:solidFill>
                          <a:latin typeface="IBM Plex Mono SemiBold"/>
                          <a:ea typeface="IBM Plex Mono SemiBold"/>
                          <a:cs typeface="IBM Plex Mono SemiBold"/>
                        </a:endParaRPr>
                      </a:p>
                    </a:txBody>
                    <a:tcPr marL="30795" marR="30795"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DATA</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PEOPLE</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GOVERNANCE</a:t>
                        </a:r>
                        <a:endParaRPr lang="en-US" sz="900" spc="54" kern="0" b="0" i="0" dirty="0">
                          <a:solidFill>
                            <a:srgbClr val="070154"/>
                          </a:solidFill>
                          <a:latin typeface="IBM Plex Mono SemiBold"/>
                          <a:ea typeface="IBM Plex Mono SemiBold"/>
                          <a:cs typeface="IBM Plex Mono SemiBold"/>
                        </a:endParaRPr>
                      </a:p>
                    </a:txBody>
                    <a:tcPr marL="30795" marR="30795"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OVERALL</a:t>
                        </a:r>
                        <a:endParaRPr lang="en-US" sz="900" spc="54" kern="0" b="0" i="0" dirty="0">
                          <a:solidFill>
                            <a:srgbClr val="070154"/>
                          </a:solidFill>
                          <a:latin typeface="IBM Plex Mono SemiBold"/>
                          <a:ea typeface="IBM Plex Mono SemiBold"/>
                          <a:cs typeface="IBM Plex Mono SemiBold"/>
                        </a:endParaRPr>
                      </a:p>
                    </a:txBody>
                    <a:tcPr marL="143477" marR="143477"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r>
                <a:tr h="381000">
                  <a:tc>
                    <a:txBody>
                      <a:bodyPr wrap="square" anchor="ctr" lIns="0" rIns="0" tIns="0" bIns="0">
                        <a:noAutofit/>
                      </a:bodyPr>
                      <a:lstStyle/>
                      <a:p>
                        <a:pPr algn="l" marL="0" indent="0">
                          <a:lnSpc>
                            <a:spcPts val="144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Patient access</a:t>
                        </a:r>
                        <a:endParaRPr lang="en-US" sz="1200" spc="0" kern="0" b="0" i="0" dirty="0">
                          <a:solidFill>
                            <a:srgbClr val="070154"/>
                          </a:solidFill>
                          <a:latin typeface="IBM Plex Sans SemiBold"/>
                          <a:ea typeface="IBM Plex Sans SemiBold"/>
                          <a:cs typeface="IBM Plex Sans SemiBold"/>
                        </a:endParaRPr>
                      </a:p>
                    </a:txBody>
                    <a:tcPr marL="475872"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3</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3</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r h="381000">
                  <a:tc>
                    <a:txBody>
                      <a:bodyPr wrap="square" anchor="ctr" lIns="0" rIns="0" tIns="0" bIns="0">
                        <a:noAutofit/>
                      </a:bodyPr>
                      <a:lstStyle/>
                      <a:p>
                        <a:pPr algn="l" marL="0" indent="0">
                          <a:lnSpc>
                            <a:spcPts val="144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Scheduling</a:t>
                        </a:r>
                        <a:endParaRPr lang="en-US" sz="1200" spc="0" kern="0" b="0" i="0" dirty="0">
                          <a:solidFill>
                            <a:srgbClr val="070154"/>
                          </a:solidFill>
                          <a:latin typeface="IBM Plex Sans SemiBold"/>
                          <a:ea typeface="IBM Plex Sans SemiBold"/>
                          <a:cs typeface="IBM Plex Sans SemiBold"/>
                        </a:endParaRPr>
                      </a:p>
                    </a:txBody>
                    <a:tcPr marL="475872"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3</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3</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3</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3</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3</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r h="381000">
                  <a:tc>
                    <a:txBody>
                      <a:bodyPr wrap="square" anchor="ctr" lIns="0" rIns="0" tIns="0" bIns="0">
                        <a:noAutofit/>
                      </a:bodyPr>
                      <a:lstStyle/>
                      <a:p>
                        <a:pPr algn="l" marL="0" indent="0">
                          <a:lnSpc>
                            <a:spcPts val="144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Referral management</a:t>
                        </a:r>
                        <a:endParaRPr lang="en-US" sz="1200" spc="0" kern="0" b="0" i="0" dirty="0">
                          <a:solidFill>
                            <a:srgbClr val="070154"/>
                          </a:solidFill>
                          <a:latin typeface="IBM Plex Sans SemiBold"/>
                          <a:ea typeface="IBM Plex Sans SemiBold"/>
                          <a:cs typeface="IBM Plex Sans SemiBold"/>
                        </a:endParaRPr>
                      </a:p>
                    </a:txBody>
                    <a:tcPr marL="475872"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1</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1</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r h="381000">
                  <a:tc>
                    <a:txBody>
                      <a:bodyPr wrap="square" anchor="ctr" lIns="0" rIns="0" tIns="0" bIns="0">
                        <a:noAutofit/>
                      </a:bodyPr>
                      <a:lstStyle/>
                      <a:p>
                        <a:pPr algn="l" marL="0" indent="0">
                          <a:lnSpc>
                            <a:spcPts val="144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Revenue cycle</a:t>
                        </a:r>
                        <a:endParaRPr lang="en-US" sz="1200" spc="0" kern="0" b="0" i="0" dirty="0">
                          <a:solidFill>
                            <a:srgbClr val="070154"/>
                          </a:solidFill>
                          <a:latin typeface="IBM Plex Sans SemiBold"/>
                          <a:ea typeface="IBM Plex Sans SemiBold"/>
                          <a:cs typeface="IBM Plex Sans SemiBold"/>
                        </a:endParaRPr>
                      </a:p>
                    </a:txBody>
                    <a:tcPr marL="475872"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FFFFFF"/>
                            </a:solidFill>
                            <a:latin typeface="IBM Plex Mono SemiBold"/>
                            <a:ea typeface="IBM Plex Mono SemiBold"/>
                            <a:cs typeface="IBM Plex Mono SemiBold"/>
                          </a:defRPr>
                        </a:pPr>
                        <a:r>
                          <a:rPr lang="en-US" sz="1200" spc="0" kern="0" b="0" i="0" dirty="0">
                            <a:solidFill>
                              <a:srgbClr val="FFFFFF"/>
                            </a:solidFill>
                            <a:latin typeface="IBM Plex Mono SemiBold"/>
                            <a:ea typeface="IBM Plex Mono SemiBold"/>
                            <a:cs typeface="IBM Plex Mono SemiBold"/>
                          </a:rPr>
                          <a:t xml:space="preserve">4</a:t>
                        </a:r>
                        <a:endParaRPr lang="en-US" sz="12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FFFFFF"/>
                            </a:solidFill>
                            <a:latin typeface="IBM Plex Mono SemiBold"/>
                            <a:ea typeface="IBM Plex Mono SemiBold"/>
                            <a:cs typeface="IBM Plex Mono SemiBold"/>
                          </a:defRPr>
                        </a:pPr>
                        <a:r>
                          <a:rPr lang="en-US" sz="1200" spc="0" kern="0" b="0" i="0" dirty="0">
                            <a:solidFill>
                              <a:srgbClr val="FFFFFF"/>
                            </a:solidFill>
                            <a:latin typeface="IBM Plex Mono SemiBold"/>
                            <a:ea typeface="IBM Plex Mono SemiBold"/>
                            <a:cs typeface="IBM Plex Mono SemiBold"/>
                          </a:rPr>
                          <a:t xml:space="preserve">5</a:t>
                        </a:r>
                        <a:endParaRPr lang="en-US" sz="12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3</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3</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FFFFFF"/>
                            </a:solidFill>
                            <a:latin typeface="IBM Plex Mono SemiBold"/>
                            <a:ea typeface="IBM Plex Mono SemiBold"/>
                            <a:cs typeface="IBM Plex Mono SemiBold"/>
                          </a:defRPr>
                        </a:pPr>
                        <a:r>
                          <a:rPr lang="en-US" sz="1200" spc="0" kern="0" b="0" i="0" dirty="0">
                            <a:solidFill>
                              <a:srgbClr val="FFFFFF"/>
                            </a:solidFill>
                            <a:latin typeface="IBM Plex Mono SemiBold"/>
                            <a:ea typeface="IBM Plex Mono SemiBold"/>
                            <a:cs typeface="IBM Plex Mono SemiBold"/>
                          </a:rPr>
                          <a:t xml:space="preserve">4</a:t>
                        </a:r>
                        <a:endParaRPr lang="en-US" sz="12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FFFFFF"/>
                            </a:solidFill>
                            <a:latin typeface="IBM Plex Mono SemiBold"/>
                            <a:ea typeface="IBM Plex Mono SemiBold"/>
                            <a:cs typeface="IBM Plex Mono SemiBold"/>
                          </a:defRPr>
                        </a:pPr>
                        <a:r>
                          <a:rPr lang="en-US" sz="1200" spc="0" kern="0" b="0" i="0" dirty="0">
                            <a:solidFill>
                              <a:srgbClr val="FFFFFF"/>
                            </a:solidFill>
                            <a:latin typeface="IBM Plex Mono SemiBold"/>
                            <a:ea typeface="IBM Plex Mono SemiBold"/>
                            <a:cs typeface="IBM Plex Mono SemiBold"/>
                          </a:rPr>
                          <a:t xml:space="preserve">4</a:t>
                        </a:r>
                        <a:endParaRPr lang="en-US" sz="12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r h="381000">
                  <a:tc>
                    <a:txBody>
                      <a:bodyPr wrap="square" anchor="ctr" lIns="0" rIns="0" tIns="0" bIns="0">
                        <a:noAutofit/>
                      </a:bodyPr>
                      <a:lstStyle/>
                      <a:p>
                        <a:pPr algn="l" marL="0" indent="0">
                          <a:lnSpc>
                            <a:spcPts val="144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Patient billing</a:t>
                        </a:r>
                        <a:endParaRPr lang="en-US" sz="1200" spc="0" kern="0" b="0" i="0" dirty="0">
                          <a:solidFill>
                            <a:srgbClr val="070154"/>
                          </a:solidFill>
                          <a:latin typeface="IBM Plex Sans SemiBold"/>
                          <a:ea typeface="IBM Plex Sans SemiBold"/>
                          <a:cs typeface="IBM Plex Sans SemiBold"/>
                        </a:endParaRPr>
                      </a:p>
                    </a:txBody>
                    <a:tcPr marL="475872"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3</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3</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3</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3</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3</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r h="381000">
                  <a:tc>
                    <a:txBody>
                      <a:bodyPr wrap="square" anchor="ctr" lIns="0" rIns="0" tIns="0" bIns="0">
                        <a:noAutofit/>
                      </a:bodyPr>
                      <a:lstStyle/>
                      <a:p>
                        <a:pPr algn="l" marL="0" indent="0">
                          <a:lnSpc>
                            <a:spcPts val="144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Denials management</a:t>
                        </a:r>
                        <a:endParaRPr lang="en-US" sz="1200" spc="0" kern="0" b="0" i="0" dirty="0">
                          <a:solidFill>
                            <a:srgbClr val="070154"/>
                          </a:solidFill>
                          <a:latin typeface="IBM Plex Sans SemiBold"/>
                          <a:ea typeface="IBM Plex Sans SemiBold"/>
                          <a:cs typeface="IBM Plex Sans SemiBold"/>
                        </a:endParaRPr>
                      </a:p>
                    </a:txBody>
                    <a:tcPr marL="475872"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1</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r h="381000">
                  <a:tc>
                    <a:txBody>
                      <a:bodyPr wrap="square" anchor="ctr" lIns="0" rIns="0" tIns="0" bIns="0">
                        <a:noAutofit/>
                      </a:bodyPr>
                      <a:lstStyle/>
                      <a:p>
                        <a:pPr algn="l" marL="0" indent="0">
                          <a:lnSpc>
                            <a:spcPts val="144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Clinical documentation</a:t>
                        </a:r>
                        <a:endParaRPr lang="en-US" sz="1200" spc="0" kern="0" b="0" i="0" dirty="0">
                          <a:solidFill>
                            <a:srgbClr val="070154"/>
                          </a:solidFill>
                          <a:latin typeface="IBM Plex Sans SemiBold"/>
                          <a:ea typeface="IBM Plex Sans SemiBold"/>
                          <a:cs typeface="IBM Plex Sans SemiBold"/>
                        </a:endParaRPr>
                      </a:p>
                    </a:txBody>
                    <a:tcPr marL="475872"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FFFFFF"/>
                            </a:solidFill>
                            <a:latin typeface="IBM Plex Mono SemiBold"/>
                            <a:ea typeface="IBM Plex Mono SemiBold"/>
                            <a:cs typeface="IBM Plex Mono SemiBold"/>
                          </a:defRPr>
                        </a:pPr>
                        <a:r>
                          <a:rPr lang="en-US" sz="1200" spc="0" kern="0" b="0" i="0" dirty="0">
                            <a:solidFill>
                              <a:srgbClr val="FFFFFF"/>
                            </a:solidFill>
                            <a:latin typeface="IBM Plex Mono SemiBold"/>
                            <a:ea typeface="IBM Plex Mono SemiBold"/>
                            <a:cs typeface="IBM Plex Mono SemiBold"/>
                          </a:rPr>
                          <a:t xml:space="preserve">4</a:t>
                        </a:r>
                        <a:endParaRPr lang="en-US" sz="12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FFFFFF"/>
                            </a:solidFill>
                            <a:latin typeface="IBM Plex Mono SemiBold"/>
                            <a:ea typeface="IBM Plex Mono SemiBold"/>
                            <a:cs typeface="IBM Plex Mono SemiBold"/>
                          </a:defRPr>
                        </a:pPr>
                        <a:r>
                          <a:rPr lang="en-US" sz="1200" spc="0" kern="0" b="0" i="0" dirty="0">
                            <a:solidFill>
                              <a:srgbClr val="FFFFFF"/>
                            </a:solidFill>
                            <a:latin typeface="IBM Plex Mono SemiBold"/>
                            <a:ea typeface="IBM Plex Mono SemiBold"/>
                            <a:cs typeface="IBM Plex Mono SemiBold"/>
                          </a:rPr>
                          <a:t xml:space="preserve">4</a:t>
                        </a:r>
                        <a:endParaRPr lang="en-US" sz="12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3</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FFFFFF"/>
                            </a:solidFill>
                            <a:latin typeface="IBM Plex Mono SemiBold"/>
                            <a:ea typeface="IBM Plex Mono SemiBold"/>
                            <a:cs typeface="IBM Plex Mono SemiBold"/>
                          </a:defRPr>
                        </a:pPr>
                        <a:r>
                          <a:rPr lang="en-US" sz="1200" spc="0" kern="0" b="0" i="0" dirty="0">
                            <a:solidFill>
                              <a:srgbClr val="FFFFFF"/>
                            </a:solidFill>
                            <a:latin typeface="IBM Plex Mono SemiBold"/>
                            <a:ea typeface="IBM Plex Mono SemiBold"/>
                            <a:cs typeface="IBM Plex Mono SemiBold"/>
                          </a:rPr>
                          <a:t xml:space="preserve">4</a:t>
                        </a:r>
                        <a:endParaRPr lang="en-US" sz="12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3</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FFFFFF"/>
                            </a:solidFill>
                            <a:latin typeface="IBM Plex Mono SemiBold"/>
                            <a:ea typeface="IBM Plex Mono SemiBold"/>
                            <a:cs typeface="IBM Plex Mono SemiBold"/>
                          </a:defRPr>
                        </a:pPr>
                        <a:r>
                          <a:rPr lang="en-US" sz="1200" spc="0" kern="0" b="0" i="0" dirty="0">
                            <a:solidFill>
                              <a:srgbClr val="FFFFFF"/>
                            </a:solidFill>
                            <a:latin typeface="IBM Plex Mono SemiBold"/>
                            <a:ea typeface="IBM Plex Mono SemiBold"/>
                            <a:cs typeface="IBM Plex Mono SemiBold"/>
                          </a:rPr>
                          <a:t xml:space="preserve">4</a:t>
                        </a:r>
                        <a:endParaRPr lang="en-US" sz="12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r h="381000">
                  <a:tc>
                    <a:txBody>
                      <a:bodyPr wrap="square" anchor="ctr" lIns="0" rIns="0" tIns="0" bIns="0">
                        <a:noAutofit/>
                      </a:bodyPr>
                      <a:lstStyle/>
                      <a:p>
                        <a:pPr algn="l" marL="0" indent="0">
                          <a:lnSpc>
                            <a:spcPts val="144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Care coordination</a:t>
                        </a:r>
                        <a:endParaRPr lang="en-US" sz="1200" spc="0" kern="0" b="0" i="0" dirty="0">
                          <a:solidFill>
                            <a:srgbClr val="070154"/>
                          </a:solidFill>
                          <a:latin typeface="IBM Plex Sans SemiBold"/>
                          <a:ea typeface="IBM Plex Sans SemiBold"/>
                          <a:cs typeface="IBM Plex Sans SemiBold"/>
                        </a:endParaRPr>
                      </a:p>
                    </a:txBody>
                    <a:tcPr marL="475872"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1</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3</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r h="381000">
                  <a:tc>
                    <a:txBody>
                      <a:bodyPr wrap="square" anchor="ctr" lIns="0" rIns="0" tIns="0" bIns="0">
                        <a:noAutofit/>
                      </a:bodyPr>
                      <a:lstStyle/>
                      <a:p>
                        <a:pPr algn="l" marL="0" indent="0">
                          <a:lnSpc>
                            <a:spcPts val="144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Supply chain</a:t>
                        </a:r>
                        <a:endParaRPr lang="en-US" sz="1200" spc="0" kern="0" b="0" i="0" dirty="0">
                          <a:solidFill>
                            <a:srgbClr val="070154"/>
                          </a:solidFill>
                          <a:latin typeface="IBM Plex Sans SemiBold"/>
                          <a:ea typeface="IBM Plex Sans SemiBold"/>
                          <a:cs typeface="IBM Plex Sans SemiBold"/>
                        </a:endParaRPr>
                      </a:p>
                    </a:txBody>
                    <a:tcPr marL="475872"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3</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3</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bl>
            </a:graphicData>
          </a:graphic>
        </p:graphicFrame>
        <p:sp>
          <p:nvSpPr>
            <p:cNvPr id="116" name="node01.row.item-001.c0.ref.fill"/>
            <p:cNvSpPr/>
            <p:nvPr/>
          </p:nvSpPr>
          <p:spPr>
            <a:xfrm>
              <a:off x="876300" y="2032000"/>
              <a:ext cx="247272" cy="165100"/>
            </a:xfrm>
            <a:prstGeom prst="rect">
              <a:avLst/>
            </a:prstGeom>
            <a:ln w="9525">
              <a:solidFill>
                <a:srgbClr val="070154"/>
              </a:solidFill>
              <a:prstDash val="solid"/>
            </a:ln>
          </p:spPr>
        </p:sp>
        <p:sp>
          <p:nvSpPr>
            <p:cNvPr id="117" name="node01.row.item-001.c0.ref"/>
            <p:cNvSpPr/>
            <p:nvPr/>
          </p:nvSpPr>
          <p:spPr>
            <a:xfrm>
              <a:off x="914400" y="2028825"/>
              <a:ext cx="171072" cy="171450"/>
            </a:xfrm>
            <a:prstGeom prst="rect">
              <a:avLst/>
            </a:prstGeom>
            <a:noFill/>
            <a:ln/>
          </p:spPr>
          <p:txBody>
            <a:bodyPr wrap="square" lIns="0" tIns="0" rIns="0" bIns="0" rtlCol="0" anchor="t"/>
            <a:lstStyle/>
            <a:p>
              <a:pPr algn="ctr" indent="0" marL="0">
                <a:lnSpc>
                  <a:spcPts val="1300"/>
                </a:lnSpc>
                <a:buNone/>
              </a:pPr>
              <a:r>
                <a:rPr lang="en-US" sz="900" spc="36" kern="0" b="0" i="0" dirty="0">
                  <a:solidFill>
                    <a:srgbClr val="070154"/>
                  </a:solidFill>
                  <a:latin typeface="IBM Plex Mono SemiBold"/>
                  <a:ea typeface="IBM Plex Mono SemiBold"/>
                  <a:cs typeface="IBM Plex Mono SemiBold"/>
                </a:rPr>
                <a:t>A1</a:t>
              </a:r>
              <a:endParaRPr lang="en-US" sz="900" spc="36" kern="0" b="0" i="0" dirty="0">
                <a:solidFill>
                  <a:srgbClr val="070154"/>
                </a:solidFill>
                <a:latin typeface="IBM Plex Mono SemiBold"/>
                <a:ea typeface="IBM Plex Mono SemiBold"/>
                <a:cs typeface="IBM Plex Mono SemiBold"/>
              </a:endParaRPr>
            </a:p>
          </p:txBody>
        </p:sp>
        <p:sp>
          <p:nvSpPr>
            <p:cNvPr id="118" name="node01.row.item-002.c0.ref.fill"/>
            <p:cNvSpPr/>
            <p:nvPr/>
          </p:nvSpPr>
          <p:spPr>
            <a:xfrm>
              <a:off x="876300" y="2413000"/>
              <a:ext cx="247272" cy="165100"/>
            </a:xfrm>
            <a:prstGeom prst="rect">
              <a:avLst/>
            </a:prstGeom>
            <a:ln w="9525">
              <a:solidFill>
                <a:srgbClr val="070154"/>
              </a:solidFill>
              <a:prstDash val="solid"/>
            </a:ln>
          </p:spPr>
        </p:sp>
        <p:sp>
          <p:nvSpPr>
            <p:cNvPr id="119" name="node01.row.item-002.c0.ref"/>
            <p:cNvSpPr/>
            <p:nvPr/>
          </p:nvSpPr>
          <p:spPr>
            <a:xfrm>
              <a:off x="914400" y="2409825"/>
              <a:ext cx="171072" cy="171450"/>
            </a:xfrm>
            <a:prstGeom prst="rect">
              <a:avLst/>
            </a:prstGeom>
            <a:noFill/>
            <a:ln/>
          </p:spPr>
          <p:txBody>
            <a:bodyPr wrap="square" lIns="0" tIns="0" rIns="0" bIns="0" rtlCol="0" anchor="t"/>
            <a:lstStyle/>
            <a:p>
              <a:pPr algn="ctr" indent="0" marL="0">
                <a:lnSpc>
                  <a:spcPts val="1300"/>
                </a:lnSpc>
                <a:buNone/>
              </a:pPr>
              <a:r>
                <a:rPr lang="en-US" sz="900" spc="36" kern="0" b="0" i="0" dirty="0">
                  <a:solidFill>
                    <a:srgbClr val="070154"/>
                  </a:solidFill>
                  <a:latin typeface="IBM Plex Mono SemiBold"/>
                  <a:ea typeface="IBM Plex Mono SemiBold"/>
                  <a:cs typeface="IBM Plex Mono SemiBold"/>
                </a:rPr>
                <a:t>A2</a:t>
              </a:r>
              <a:endParaRPr lang="en-US" sz="900" spc="36" kern="0" b="0" i="0" dirty="0">
                <a:solidFill>
                  <a:srgbClr val="070154"/>
                </a:solidFill>
                <a:latin typeface="IBM Plex Mono SemiBold"/>
                <a:ea typeface="IBM Plex Mono SemiBold"/>
                <a:cs typeface="IBM Plex Mono SemiBold"/>
              </a:endParaRPr>
            </a:p>
          </p:txBody>
        </p:sp>
        <p:sp>
          <p:nvSpPr>
            <p:cNvPr id="120" name="node01.row.item-003.c0.ref.fill"/>
            <p:cNvSpPr/>
            <p:nvPr/>
          </p:nvSpPr>
          <p:spPr>
            <a:xfrm>
              <a:off x="876300" y="2794000"/>
              <a:ext cx="247272" cy="165100"/>
            </a:xfrm>
            <a:prstGeom prst="rect">
              <a:avLst/>
            </a:prstGeom>
            <a:ln w="9525">
              <a:solidFill>
                <a:srgbClr val="070154"/>
              </a:solidFill>
              <a:prstDash val="solid"/>
            </a:ln>
          </p:spPr>
        </p:sp>
        <p:sp>
          <p:nvSpPr>
            <p:cNvPr id="121" name="node01.row.item-003.c0.ref"/>
            <p:cNvSpPr/>
            <p:nvPr/>
          </p:nvSpPr>
          <p:spPr>
            <a:xfrm>
              <a:off x="914400" y="2790825"/>
              <a:ext cx="171072" cy="171450"/>
            </a:xfrm>
            <a:prstGeom prst="rect">
              <a:avLst/>
            </a:prstGeom>
            <a:noFill/>
            <a:ln/>
          </p:spPr>
          <p:txBody>
            <a:bodyPr wrap="square" lIns="0" tIns="0" rIns="0" bIns="0" rtlCol="0" anchor="t"/>
            <a:lstStyle/>
            <a:p>
              <a:pPr algn="ctr" indent="0" marL="0">
                <a:lnSpc>
                  <a:spcPts val="1300"/>
                </a:lnSpc>
                <a:buNone/>
              </a:pPr>
              <a:r>
                <a:rPr lang="en-US" sz="900" spc="36" kern="0" b="0" i="0" dirty="0">
                  <a:solidFill>
                    <a:srgbClr val="070154"/>
                  </a:solidFill>
                  <a:latin typeface="IBM Plex Mono SemiBold"/>
                  <a:ea typeface="IBM Plex Mono SemiBold"/>
                  <a:cs typeface="IBM Plex Mono SemiBold"/>
                </a:rPr>
                <a:t>A3</a:t>
              </a:r>
              <a:endParaRPr lang="en-US" sz="900" spc="36" kern="0" b="0" i="0" dirty="0">
                <a:solidFill>
                  <a:srgbClr val="070154"/>
                </a:solidFill>
                <a:latin typeface="IBM Plex Mono SemiBold"/>
                <a:ea typeface="IBM Plex Mono SemiBold"/>
                <a:cs typeface="IBM Plex Mono SemiBold"/>
              </a:endParaRPr>
            </a:p>
          </p:txBody>
        </p:sp>
        <p:sp>
          <p:nvSpPr>
            <p:cNvPr id="122" name="node01.row.item-004.c0.ref.fill"/>
            <p:cNvSpPr/>
            <p:nvPr/>
          </p:nvSpPr>
          <p:spPr>
            <a:xfrm>
              <a:off x="876300" y="3175000"/>
              <a:ext cx="247272" cy="165100"/>
            </a:xfrm>
            <a:prstGeom prst="rect">
              <a:avLst/>
            </a:prstGeom>
            <a:solidFill>
              <a:srgbClr val="070154"/>
            </a:solidFill>
            <a:ln w="9525">
              <a:solidFill>
                <a:srgbClr val="070154"/>
              </a:solidFill>
              <a:prstDash val="solid"/>
            </a:ln>
          </p:spPr>
        </p:sp>
        <p:sp>
          <p:nvSpPr>
            <p:cNvPr id="123" name="node01.row.item-004.c0.ref"/>
            <p:cNvSpPr/>
            <p:nvPr/>
          </p:nvSpPr>
          <p:spPr>
            <a:xfrm>
              <a:off x="914400" y="3171825"/>
              <a:ext cx="171072" cy="171450"/>
            </a:xfrm>
            <a:prstGeom prst="rect">
              <a:avLst/>
            </a:prstGeom>
            <a:noFill/>
            <a:ln/>
          </p:spPr>
          <p:txBody>
            <a:bodyPr wrap="square" lIns="0" tIns="0" rIns="0" bIns="0" rtlCol="0" anchor="t"/>
            <a:lstStyle/>
            <a:p>
              <a:pPr algn="ctr" indent="0" marL="0">
                <a:lnSpc>
                  <a:spcPts val="1300"/>
                </a:lnSpc>
                <a:buNone/>
              </a:pPr>
              <a:r>
                <a:rPr lang="en-US" sz="900" spc="36" kern="0" b="0" i="0" dirty="0">
                  <a:solidFill>
                    <a:srgbClr val="FFFFFF"/>
                  </a:solidFill>
                  <a:latin typeface="IBM Plex Mono SemiBold"/>
                  <a:ea typeface="IBM Plex Mono SemiBold"/>
                  <a:cs typeface="IBM Plex Mono SemiBold"/>
                </a:rPr>
                <a:t>A4</a:t>
              </a:r>
              <a:endParaRPr lang="en-US" sz="900" spc="36" kern="0" b="0" i="0" dirty="0">
                <a:solidFill>
                  <a:srgbClr val="FFFFFF"/>
                </a:solidFill>
                <a:latin typeface="IBM Plex Mono SemiBold"/>
                <a:ea typeface="IBM Plex Mono SemiBold"/>
                <a:cs typeface="IBM Plex Mono SemiBold"/>
              </a:endParaRPr>
            </a:p>
          </p:txBody>
        </p:sp>
        <p:sp>
          <p:nvSpPr>
            <p:cNvPr id="124" name="node01.row.item-005.c0.ref.fill"/>
            <p:cNvSpPr/>
            <p:nvPr/>
          </p:nvSpPr>
          <p:spPr>
            <a:xfrm>
              <a:off x="876300" y="3556000"/>
              <a:ext cx="247272" cy="165100"/>
            </a:xfrm>
            <a:prstGeom prst="rect">
              <a:avLst/>
            </a:prstGeom>
            <a:solidFill>
              <a:srgbClr val="070154"/>
            </a:solidFill>
            <a:ln w="9525">
              <a:solidFill>
                <a:srgbClr val="070154"/>
              </a:solidFill>
              <a:prstDash val="solid"/>
            </a:ln>
          </p:spPr>
        </p:sp>
        <p:sp>
          <p:nvSpPr>
            <p:cNvPr id="125" name="node01.row.item-005.c0.ref"/>
            <p:cNvSpPr/>
            <p:nvPr/>
          </p:nvSpPr>
          <p:spPr>
            <a:xfrm>
              <a:off x="914400" y="3552825"/>
              <a:ext cx="171072" cy="171450"/>
            </a:xfrm>
            <a:prstGeom prst="rect">
              <a:avLst/>
            </a:prstGeom>
            <a:noFill/>
            <a:ln/>
          </p:spPr>
          <p:txBody>
            <a:bodyPr wrap="square" lIns="0" tIns="0" rIns="0" bIns="0" rtlCol="0" anchor="t"/>
            <a:lstStyle/>
            <a:p>
              <a:pPr algn="ctr" indent="0" marL="0">
                <a:lnSpc>
                  <a:spcPts val="1300"/>
                </a:lnSpc>
                <a:buNone/>
              </a:pPr>
              <a:r>
                <a:rPr lang="en-US" sz="900" spc="36" kern="0" b="0" i="0" dirty="0">
                  <a:solidFill>
                    <a:srgbClr val="FFFFFF"/>
                  </a:solidFill>
                  <a:latin typeface="IBM Plex Mono SemiBold"/>
                  <a:ea typeface="IBM Plex Mono SemiBold"/>
                  <a:cs typeface="IBM Plex Mono SemiBold"/>
                </a:rPr>
                <a:t>A5</a:t>
              </a:r>
              <a:endParaRPr lang="en-US" sz="900" spc="36" kern="0" b="0" i="0" dirty="0">
                <a:solidFill>
                  <a:srgbClr val="FFFFFF"/>
                </a:solidFill>
                <a:latin typeface="IBM Plex Mono SemiBold"/>
                <a:ea typeface="IBM Plex Mono SemiBold"/>
                <a:cs typeface="IBM Plex Mono SemiBold"/>
              </a:endParaRPr>
            </a:p>
          </p:txBody>
        </p:sp>
        <p:sp>
          <p:nvSpPr>
            <p:cNvPr id="126" name="node01.row.item-006.c0.ref.fill"/>
            <p:cNvSpPr/>
            <p:nvPr/>
          </p:nvSpPr>
          <p:spPr>
            <a:xfrm>
              <a:off x="876300" y="3937000"/>
              <a:ext cx="247272" cy="165100"/>
            </a:xfrm>
            <a:prstGeom prst="rect">
              <a:avLst/>
            </a:prstGeom>
            <a:solidFill>
              <a:srgbClr val="070154"/>
            </a:solidFill>
            <a:ln w="9525">
              <a:solidFill>
                <a:srgbClr val="070154"/>
              </a:solidFill>
              <a:prstDash val="solid"/>
            </a:ln>
          </p:spPr>
        </p:sp>
        <p:sp>
          <p:nvSpPr>
            <p:cNvPr id="127" name="node01.row.item-006.c0.ref"/>
            <p:cNvSpPr/>
            <p:nvPr/>
          </p:nvSpPr>
          <p:spPr>
            <a:xfrm>
              <a:off x="914400" y="3933825"/>
              <a:ext cx="171072" cy="171450"/>
            </a:xfrm>
            <a:prstGeom prst="rect">
              <a:avLst/>
            </a:prstGeom>
            <a:noFill/>
            <a:ln/>
          </p:spPr>
          <p:txBody>
            <a:bodyPr wrap="square" lIns="0" tIns="0" rIns="0" bIns="0" rtlCol="0" anchor="t"/>
            <a:lstStyle/>
            <a:p>
              <a:pPr algn="ctr" indent="0" marL="0">
                <a:lnSpc>
                  <a:spcPts val="1300"/>
                </a:lnSpc>
                <a:buNone/>
              </a:pPr>
              <a:r>
                <a:rPr lang="en-US" sz="900" spc="36" kern="0" b="0" i="0" dirty="0">
                  <a:solidFill>
                    <a:srgbClr val="FFFFFF"/>
                  </a:solidFill>
                  <a:latin typeface="IBM Plex Mono SemiBold"/>
                  <a:ea typeface="IBM Plex Mono SemiBold"/>
                  <a:cs typeface="IBM Plex Mono SemiBold"/>
                </a:rPr>
                <a:t>A6</a:t>
              </a:r>
              <a:endParaRPr lang="en-US" sz="900" spc="36" kern="0" b="0" i="0" dirty="0">
                <a:solidFill>
                  <a:srgbClr val="FFFFFF"/>
                </a:solidFill>
                <a:latin typeface="IBM Plex Mono SemiBold"/>
                <a:ea typeface="IBM Plex Mono SemiBold"/>
                <a:cs typeface="IBM Plex Mono SemiBold"/>
              </a:endParaRPr>
            </a:p>
          </p:txBody>
        </p:sp>
        <p:sp>
          <p:nvSpPr>
            <p:cNvPr id="128" name="node01.row.item-007.c0.ref.fill"/>
            <p:cNvSpPr/>
            <p:nvPr/>
          </p:nvSpPr>
          <p:spPr>
            <a:xfrm>
              <a:off x="876300" y="4318000"/>
              <a:ext cx="247272" cy="165100"/>
            </a:xfrm>
            <a:prstGeom prst="rect">
              <a:avLst/>
            </a:prstGeom>
            <a:ln w="9525">
              <a:solidFill>
                <a:srgbClr val="070154"/>
              </a:solidFill>
              <a:prstDash val="solid"/>
            </a:ln>
          </p:spPr>
        </p:sp>
        <p:sp>
          <p:nvSpPr>
            <p:cNvPr id="129" name="node01.row.item-007.c0.ref"/>
            <p:cNvSpPr/>
            <p:nvPr/>
          </p:nvSpPr>
          <p:spPr>
            <a:xfrm>
              <a:off x="914400" y="4314825"/>
              <a:ext cx="171072" cy="171450"/>
            </a:xfrm>
            <a:prstGeom prst="rect">
              <a:avLst/>
            </a:prstGeom>
            <a:noFill/>
            <a:ln/>
          </p:spPr>
          <p:txBody>
            <a:bodyPr wrap="square" lIns="0" tIns="0" rIns="0" bIns="0" rtlCol="0" anchor="t"/>
            <a:lstStyle/>
            <a:p>
              <a:pPr algn="ctr" indent="0" marL="0">
                <a:lnSpc>
                  <a:spcPts val="1300"/>
                </a:lnSpc>
                <a:buNone/>
              </a:pPr>
              <a:r>
                <a:rPr lang="en-US" sz="900" spc="36" kern="0" b="0" i="0" dirty="0">
                  <a:solidFill>
                    <a:srgbClr val="070154"/>
                  </a:solidFill>
                  <a:latin typeface="IBM Plex Mono SemiBold"/>
                  <a:ea typeface="IBM Plex Mono SemiBold"/>
                  <a:cs typeface="IBM Plex Mono SemiBold"/>
                </a:rPr>
                <a:t>A7</a:t>
              </a:r>
              <a:endParaRPr lang="en-US" sz="900" spc="36" kern="0" b="0" i="0" dirty="0">
                <a:solidFill>
                  <a:srgbClr val="070154"/>
                </a:solidFill>
                <a:latin typeface="IBM Plex Mono SemiBold"/>
                <a:ea typeface="IBM Plex Mono SemiBold"/>
                <a:cs typeface="IBM Plex Mono SemiBold"/>
              </a:endParaRPr>
            </a:p>
          </p:txBody>
        </p:sp>
        <p:sp>
          <p:nvSpPr>
            <p:cNvPr id="130" name="node01.row.item-008.c0.ref.fill"/>
            <p:cNvSpPr/>
            <p:nvPr/>
          </p:nvSpPr>
          <p:spPr>
            <a:xfrm>
              <a:off x="876300" y="4699000"/>
              <a:ext cx="247272" cy="165100"/>
            </a:xfrm>
            <a:prstGeom prst="rect">
              <a:avLst/>
            </a:prstGeom>
            <a:ln w="9525">
              <a:solidFill>
                <a:srgbClr val="070154"/>
              </a:solidFill>
              <a:prstDash val="solid"/>
            </a:ln>
          </p:spPr>
        </p:sp>
        <p:sp>
          <p:nvSpPr>
            <p:cNvPr id="131" name="node01.row.item-008.c0.ref"/>
            <p:cNvSpPr/>
            <p:nvPr/>
          </p:nvSpPr>
          <p:spPr>
            <a:xfrm>
              <a:off x="914400" y="4695825"/>
              <a:ext cx="171072" cy="171450"/>
            </a:xfrm>
            <a:prstGeom prst="rect">
              <a:avLst/>
            </a:prstGeom>
            <a:noFill/>
            <a:ln/>
          </p:spPr>
          <p:txBody>
            <a:bodyPr wrap="square" lIns="0" tIns="0" rIns="0" bIns="0" rtlCol="0" anchor="t"/>
            <a:lstStyle/>
            <a:p>
              <a:pPr algn="ctr" indent="0" marL="0">
                <a:lnSpc>
                  <a:spcPts val="1300"/>
                </a:lnSpc>
                <a:buNone/>
              </a:pPr>
              <a:r>
                <a:rPr lang="en-US" sz="900" spc="36" kern="0" b="0" i="0" dirty="0">
                  <a:solidFill>
                    <a:srgbClr val="070154"/>
                  </a:solidFill>
                  <a:latin typeface="IBM Plex Mono SemiBold"/>
                  <a:ea typeface="IBM Plex Mono SemiBold"/>
                  <a:cs typeface="IBM Plex Mono SemiBold"/>
                </a:rPr>
                <a:t>A8</a:t>
              </a:r>
              <a:endParaRPr lang="en-US" sz="900" spc="36" kern="0" b="0" i="0" dirty="0">
                <a:solidFill>
                  <a:srgbClr val="070154"/>
                </a:solidFill>
                <a:latin typeface="IBM Plex Mono SemiBold"/>
                <a:ea typeface="IBM Plex Mono SemiBold"/>
                <a:cs typeface="IBM Plex Mono SemiBold"/>
              </a:endParaRPr>
            </a:p>
          </p:txBody>
        </p:sp>
        <p:sp>
          <p:nvSpPr>
            <p:cNvPr id="132" name="node01.row.item-009.c0.ref.fill"/>
            <p:cNvSpPr/>
            <p:nvPr/>
          </p:nvSpPr>
          <p:spPr>
            <a:xfrm>
              <a:off x="876300" y="5080000"/>
              <a:ext cx="247272" cy="165100"/>
            </a:xfrm>
            <a:prstGeom prst="rect">
              <a:avLst/>
            </a:prstGeom>
            <a:ln w="9525">
              <a:solidFill>
                <a:srgbClr val="070154"/>
              </a:solidFill>
              <a:prstDash val="solid"/>
            </a:ln>
          </p:spPr>
        </p:sp>
        <p:sp>
          <p:nvSpPr>
            <p:cNvPr id="133" name="node01.row.item-009.c0.ref"/>
            <p:cNvSpPr/>
            <p:nvPr/>
          </p:nvSpPr>
          <p:spPr>
            <a:xfrm>
              <a:off x="914400" y="5076825"/>
              <a:ext cx="171072" cy="171450"/>
            </a:xfrm>
            <a:prstGeom prst="rect">
              <a:avLst/>
            </a:prstGeom>
            <a:noFill/>
            <a:ln/>
          </p:spPr>
          <p:txBody>
            <a:bodyPr wrap="square" lIns="0" tIns="0" rIns="0" bIns="0" rtlCol="0" anchor="t"/>
            <a:lstStyle/>
            <a:p>
              <a:pPr algn="ctr" indent="0" marL="0">
                <a:lnSpc>
                  <a:spcPts val="1300"/>
                </a:lnSpc>
                <a:buNone/>
              </a:pPr>
              <a:r>
                <a:rPr lang="en-US" sz="900" spc="36" kern="0" b="0" i="0" dirty="0">
                  <a:solidFill>
                    <a:srgbClr val="070154"/>
                  </a:solidFill>
                  <a:latin typeface="IBM Plex Mono SemiBold"/>
                  <a:ea typeface="IBM Plex Mono SemiBold"/>
                  <a:cs typeface="IBM Plex Mono SemiBold"/>
                </a:rPr>
                <a:t>A9</a:t>
              </a:r>
              <a:endParaRPr lang="en-US" sz="900" spc="36" kern="0" b="0" i="0" dirty="0">
                <a:solidFill>
                  <a:srgbClr val="070154"/>
                </a:solidFill>
                <a:latin typeface="IBM Plex Mono SemiBold"/>
                <a:ea typeface="IBM Plex Mono SemiBold"/>
                <a:cs typeface="IBM Plex Mono SemiBold"/>
              </a:endParaRPr>
            </a:p>
          </p:txBody>
        </p:sp>
      </p:grpSp>
      <p:grpSp>
        <p:nvGrpSpPr>
          <p:cNvPr id="162" name="node02"/>
          <p:cNvGrpSpPr/>
          <p:nvPr/>
        </p:nvGrpSpPr>
        <p:grpSpPr>
          <a:xfrm>
            <a:off x="723900" y="5486400"/>
            <a:ext cx="6392863" cy="228600"/>
            <a:chOff x="723900" y="5486400"/>
            <a:chExt cx="6392863" cy="228600"/>
          </a:xfrm>
        </p:grpSpPr>
        <p:sp>
          <p:nvSpPr>
            <p:cNvPr id="134" name="node02.items.slot-001.swatch"/>
            <p:cNvSpPr/>
            <p:nvPr/>
          </p:nvSpPr>
          <p:spPr>
            <a:xfrm>
              <a:off x="723900" y="5537200"/>
              <a:ext cx="228600" cy="127000"/>
            </a:xfrm>
            <a:prstGeom prst="rect">
              <a:avLst/>
            </a:prstGeom>
            <a:solidFill>
              <a:srgbClr val="E8EEF8"/>
            </a:solidFill>
            <a:ln>
              <a:noFill/>
            </a:ln>
          </p:spPr>
        </p:sp>
        <p:sp>
          <p:nvSpPr>
            <p:cNvPr id="135" name="node02.items.slot-001.text"/>
            <p:cNvSpPr/>
            <p:nvPr/>
          </p:nvSpPr>
          <p:spPr>
            <a:xfrm>
              <a:off x="1016000" y="5486400"/>
              <a:ext cx="652463"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1 Ad hoc</a:t>
              </a:r>
              <a:endParaRPr lang="en-US" sz="1200" spc="0" kern="0" b="0" i="0" dirty="0">
                <a:solidFill>
                  <a:srgbClr val="070154"/>
                </a:solidFill>
                <a:latin typeface="IBM Plex Sans"/>
                <a:ea typeface="IBM Plex Sans"/>
                <a:cs typeface="IBM Plex Sans"/>
              </a:endParaRPr>
            </a:p>
          </p:txBody>
        </p:sp>
        <p:sp>
          <p:nvSpPr>
            <p:cNvPr id="136" name="node02.items.slot-002.swatch"/>
            <p:cNvSpPr/>
            <p:nvPr/>
          </p:nvSpPr>
          <p:spPr>
            <a:xfrm>
              <a:off x="1897063" y="5537200"/>
              <a:ext cx="228600" cy="127000"/>
            </a:xfrm>
            <a:prstGeom prst="rect">
              <a:avLst/>
            </a:prstGeom>
            <a:solidFill>
              <a:srgbClr val="B9C9F0"/>
            </a:solidFill>
            <a:ln>
              <a:noFill/>
            </a:ln>
          </p:spPr>
        </p:sp>
        <p:sp>
          <p:nvSpPr>
            <p:cNvPr id="137" name="node02.items.slot-002.text"/>
            <p:cNvSpPr/>
            <p:nvPr/>
          </p:nvSpPr>
          <p:spPr>
            <a:xfrm>
              <a:off x="2189163" y="5486400"/>
              <a:ext cx="963613"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2 Repeatable</a:t>
              </a:r>
              <a:endParaRPr lang="en-US" sz="1200" spc="0" kern="0" b="0" i="0" dirty="0">
                <a:solidFill>
                  <a:srgbClr val="070154"/>
                </a:solidFill>
                <a:latin typeface="IBM Plex Sans"/>
                <a:ea typeface="IBM Plex Sans"/>
                <a:cs typeface="IBM Plex Sans"/>
              </a:endParaRPr>
            </a:p>
          </p:txBody>
        </p:sp>
        <p:sp>
          <p:nvSpPr>
            <p:cNvPr id="138" name="node02.items.slot-003.swatch"/>
            <p:cNvSpPr/>
            <p:nvPr/>
          </p:nvSpPr>
          <p:spPr>
            <a:xfrm>
              <a:off x="3381375" y="5537200"/>
              <a:ext cx="228600" cy="127000"/>
            </a:xfrm>
            <a:prstGeom prst="rect">
              <a:avLst/>
            </a:prstGeom>
            <a:solidFill>
              <a:srgbClr val="7C9BFF"/>
            </a:solidFill>
            <a:ln>
              <a:noFill/>
            </a:ln>
          </p:spPr>
        </p:sp>
        <p:sp>
          <p:nvSpPr>
            <p:cNvPr id="139" name="node02.items.slot-003.text"/>
            <p:cNvSpPr/>
            <p:nvPr/>
          </p:nvSpPr>
          <p:spPr>
            <a:xfrm>
              <a:off x="3673475" y="5486400"/>
              <a:ext cx="711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3 Defined</a:t>
              </a:r>
              <a:endParaRPr lang="en-US" sz="1200" spc="0" kern="0" b="0" i="0" dirty="0">
                <a:solidFill>
                  <a:srgbClr val="070154"/>
                </a:solidFill>
                <a:latin typeface="IBM Plex Sans"/>
                <a:ea typeface="IBM Plex Sans"/>
                <a:cs typeface="IBM Plex Sans"/>
              </a:endParaRPr>
            </a:p>
          </p:txBody>
        </p:sp>
        <p:sp>
          <p:nvSpPr>
            <p:cNvPr id="140" name="node02.items.slot-004.swatch"/>
            <p:cNvSpPr/>
            <p:nvPr/>
          </p:nvSpPr>
          <p:spPr>
            <a:xfrm>
              <a:off x="4613275" y="5537200"/>
              <a:ext cx="228600" cy="127000"/>
            </a:xfrm>
            <a:prstGeom prst="rect">
              <a:avLst/>
            </a:prstGeom>
            <a:solidFill>
              <a:srgbClr val="0047FF"/>
            </a:solidFill>
            <a:ln>
              <a:noFill/>
            </a:ln>
          </p:spPr>
        </p:sp>
        <p:sp>
          <p:nvSpPr>
            <p:cNvPr id="141" name="node02.items.slot-004.text"/>
            <p:cNvSpPr/>
            <p:nvPr/>
          </p:nvSpPr>
          <p:spPr>
            <a:xfrm>
              <a:off x="4905375" y="5486400"/>
              <a:ext cx="80645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4 Managed</a:t>
              </a:r>
              <a:endParaRPr lang="en-US" sz="1200" spc="0" kern="0" b="0" i="0" dirty="0">
                <a:solidFill>
                  <a:srgbClr val="070154"/>
                </a:solidFill>
                <a:latin typeface="IBM Plex Sans"/>
                <a:ea typeface="IBM Plex Sans"/>
                <a:cs typeface="IBM Plex Sans"/>
              </a:endParaRPr>
            </a:p>
          </p:txBody>
        </p:sp>
        <p:sp>
          <p:nvSpPr>
            <p:cNvPr id="142" name="node02.items.slot-005.swatch"/>
            <p:cNvSpPr/>
            <p:nvPr/>
          </p:nvSpPr>
          <p:spPr>
            <a:xfrm>
              <a:off x="5940425" y="5537200"/>
              <a:ext cx="228600" cy="127000"/>
            </a:xfrm>
            <a:prstGeom prst="rect">
              <a:avLst/>
            </a:prstGeom>
            <a:solidFill>
              <a:srgbClr val="070154"/>
            </a:solidFill>
            <a:ln>
              <a:noFill/>
            </a:ln>
          </p:spPr>
        </p:sp>
        <p:sp>
          <p:nvSpPr>
            <p:cNvPr id="143" name="node02.items.slot-005.text"/>
            <p:cNvSpPr/>
            <p:nvPr/>
          </p:nvSpPr>
          <p:spPr>
            <a:xfrm>
              <a:off x="6232525" y="5486400"/>
              <a:ext cx="884238"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5 Optimized</a:t>
              </a:r>
              <a:endParaRPr lang="en-US" sz="1200" spc="0" kern="0" b="0" i="0" dirty="0">
                <a:solidFill>
                  <a:srgbClr val="070154"/>
                </a:solidFill>
                <a:latin typeface="IBM Plex Sans"/>
                <a:ea typeface="IBM Plex Sans"/>
                <a:cs typeface="IBM Plex Sans"/>
              </a:endParaRPr>
            </a:p>
          </p:txBody>
        </p:sp>
      </p:grpSp>
      <p:grpSp>
        <p:nvGrpSpPr>
          <p:cNvPr id="163" name="node03"/>
          <p:cNvGrpSpPr/>
          <p:nvPr/>
        </p:nvGrpSpPr>
        <p:grpSpPr>
          <a:xfrm>
            <a:off x="8496300" y="1600200"/>
            <a:ext cx="2971800" cy="952500"/>
            <a:chOff x="8496300" y="1600200"/>
            <a:chExt cx="2971800" cy="952500"/>
          </a:xfrm>
        </p:grpSpPr>
        <p:sp>
          <p:nvSpPr>
            <p:cNvPr id="144" name="node03.source-001.bullet"/>
            <p:cNvSpPr/>
            <p:nvPr/>
          </p:nvSpPr>
          <p:spPr>
            <a:xfrm>
              <a:off x="8496300" y="1689100"/>
              <a:ext cx="38100" cy="38100"/>
            </a:xfrm>
            <a:prstGeom prst="rect">
              <a:avLst/>
            </a:prstGeom>
            <a:solidFill>
              <a:srgbClr val="070154"/>
            </a:solidFill>
            <a:ln>
              <a:noFill/>
            </a:ln>
          </p:spPr>
        </p:sp>
        <p:sp>
          <p:nvSpPr>
            <p:cNvPr id="145" name="node03.source-001.text"/>
            <p:cNvSpPr/>
            <p:nvPr/>
          </p:nvSpPr>
          <p:spPr>
            <a:xfrm>
              <a:off x="8648700" y="1600200"/>
              <a:ext cx="28194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 xml:space="preserve">Reference badges.</a:t>
              </a:r>
              <a:r>
                <a:rPr lang="en-US" sz="1200" spc="0" kern="0" b="0" i="0" dirty="0">
                  <a:solidFill>
                    <a:srgbClr val="50658E"/>
                  </a:solidFill>
                  <a:latin typeface="IBM Plex Sans"/>
                  <a:ea typeface="IBM Plex Sans"/>
                  <a:cs typeface="IBM Plex Sans"/>
                </a:rPr>
                <a:t xml:space="preserve"> Each row keeps its code on the slides that follow.</a:t>
              </a:r>
              <a:endParaRPr lang="en-US" sz="1200" spc="0" kern="0" b="0" i="0" dirty="0">
                <a:solidFill>
                  <a:srgbClr val="070154"/>
                </a:solidFill>
                <a:latin typeface="IBM Plex Sans"/>
                <a:ea typeface="IBM Plex Sans"/>
                <a:cs typeface="IBM Plex Sans"/>
              </a:endParaRPr>
            </a:p>
          </p:txBody>
        </p:sp>
        <p:sp>
          <p:nvSpPr>
            <p:cNvPr id="146" name="node03.source-002.bullet"/>
            <p:cNvSpPr/>
            <p:nvPr/>
          </p:nvSpPr>
          <p:spPr>
            <a:xfrm>
              <a:off x="8496300" y="2184400"/>
              <a:ext cx="38100" cy="38100"/>
            </a:xfrm>
            <a:prstGeom prst="rect">
              <a:avLst/>
            </a:prstGeom>
            <a:solidFill>
              <a:srgbClr val="070154"/>
            </a:solidFill>
            <a:ln>
              <a:noFill/>
            </a:ln>
          </p:spPr>
        </p:sp>
        <p:sp>
          <p:nvSpPr>
            <p:cNvPr id="147" name="node03.source-002.text"/>
            <p:cNvSpPr/>
            <p:nvPr/>
          </p:nvSpPr>
          <p:spPr>
            <a:xfrm>
              <a:off x="8648700" y="2095500"/>
              <a:ext cx="28194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 xml:space="preserve">Overall.</a:t>
              </a:r>
              <a:r>
                <a:rPr lang="en-US" sz="1200" spc="0" kern="0" b="0" i="0" dirty="0">
                  <a:solidFill>
                    <a:srgbClr val="50658E"/>
                  </a:solidFill>
                  <a:latin typeface="IBM Plex Sans"/>
                  <a:ea typeface="IBM Plex Sans"/>
                  <a:cs typeface="IBM Plex Sans"/>
                </a:rPr>
                <a:t xml:space="preserve"> The rounded mean of five dimensions.</a:t>
              </a:r>
              <a:endParaRPr lang="en-US" sz="1200" spc="0" kern="0" b="0" i="0" dirty="0">
                <a:solidFill>
                  <a:srgbClr val="070154"/>
                </a:solidFill>
                <a:latin typeface="IBM Plex Sans"/>
                <a:ea typeface="IBM Plex Sans"/>
                <a:cs typeface="IBM Plex Sans"/>
              </a:endParaRPr>
            </a:p>
          </p:txBody>
        </p:sp>
      </p:grpSp>
      <p:grpSp>
        <p:nvGrpSpPr>
          <p:cNvPr id="164" name="node04"/>
          <p:cNvGrpSpPr/>
          <p:nvPr/>
        </p:nvGrpSpPr>
        <p:grpSpPr>
          <a:xfrm>
            <a:off x="8496300" y="2971800"/>
            <a:ext cx="2971800" cy="2514600"/>
            <a:chOff x="8496300" y="2971800"/>
            <a:chExt cx="2971800" cy="2514600"/>
          </a:xfrm>
        </p:grpSpPr>
        <p:sp>
          <p:nvSpPr>
            <p:cNvPr id="148" name="node04.surface"/>
            <p:cNvSpPr/>
            <p:nvPr/>
          </p:nvSpPr>
          <p:spPr>
            <a:xfrm>
              <a:off x="8496300" y="2971800"/>
              <a:ext cx="2971800" cy="2514600"/>
            </a:xfrm>
            <a:prstGeom prst="rect">
              <a:avLst/>
            </a:prstGeom>
            <a:solidFill>
              <a:srgbClr val="E8EEF8"/>
            </a:solidFill>
            <a:ln>
              <a:noFill/>
            </a:ln>
          </p:spPr>
        </p:sp>
      </p:grpSp>
      <p:grpSp>
        <p:nvGrpSpPr>
          <p:cNvPr id="165" name="node05"/>
          <p:cNvGrpSpPr/>
          <p:nvPr/>
        </p:nvGrpSpPr>
        <p:grpSpPr>
          <a:xfrm>
            <a:off x="8724900" y="3200400"/>
            <a:ext cx="2514600" cy="152400"/>
            <a:chOff x="8724900" y="3200400"/>
            <a:chExt cx="2514600" cy="152400"/>
          </a:xfrm>
        </p:grpSpPr>
        <p:sp>
          <p:nvSpPr>
            <p:cNvPr id="149" name="node05.text"/>
            <p:cNvSpPr/>
            <p:nvPr/>
          </p:nvSpPr>
          <p:spPr>
            <a:xfrm>
              <a:off x="8724900" y="32004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Medium"/>
                  <a:ea typeface="IBM Plex Mono Medium"/>
                  <a:cs typeface="IBM Plex Mono Medium"/>
                </a:rPr>
                <a:t>NEXT TWO SLIDES</a:t>
              </a:r>
              <a:endParaRPr lang="en-US" sz="900" spc="54" kern="0" b="0" i="0" dirty="0">
                <a:solidFill>
                  <a:srgbClr val="070154"/>
                </a:solidFill>
                <a:latin typeface="IBM Plex Mono Medium"/>
                <a:ea typeface="IBM Plex Mono Medium"/>
                <a:cs typeface="IBM Plex Mono Medium"/>
              </a:endParaRPr>
            </a:p>
          </p:txBody>
        </p:sp>
      </p:grpSp>
      <p:grpSp>
        <p:nvGrpSpPr>
          <p:cNvPr id="166" name="node06"/>
          <p:cNvGrpSpPr/>
          <p:nvPr/>
        </p:nvGrpSpPr>
        <p:grpSpPr>
          <a:xfrm>
            <a:off x="8724900" y="3454400"/>
            <a:ext cx="2514600" cy="266700"/>
            <a:chOff x="8724900" y="3454400"/>
            <a:chExt cx="2514600" cy="266700"/>
          </a:xfrm>
        </p:grpSpPr>
        <p:sp>
          <p:nvSpPr>
            <p:cNvPr id="150" name="node06.text"/>
            <p:cNvSpPr/>
            <p:nvPr/>
          </p:nvSpPr>
          <p:spPr>
            <a:xfrm>
              <a:off x="8724900" y="3454400"/>
              <a:ext cx="25146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Detailed notes follow</a:t>
              </a:r>
              <a:endParaRPr lang="en-US" sz="1400" spc="0" kern="0" b="0" i="0" dirty="0">
                <a:solidFill>
                  <a:srgbClr val="070154"/>
                </a:solidFill>
                <a:latin typeface="IBM Plex Sans"/>
                <a:ea typeface="IBM Plex Sans"/>
                <a:cs typeface="IBM Plex Sans"/>
              </a:endParaRPr>
            </a:p>
          </p:txBody>
        </p:sp>
      </p:grpSp>
      <p:grpSp>
        <p:nvGrpSpPr>
          <p:cNvPr id="167" name="node07"/>
          <p:cNvGrpSpPr/>
          <p:nvPr/>
        </p:nvGrpSpPr>
        <p:grpSpPr>
          <a:xfrm>
            <a:off x="8724900" y="3721100"/>
            <a:ext cx="2514600" cy="266700"/>
            <a:chOff x="8724900" y="3721100"/>
            <a:chExt cx="2514600" cy="266700"/>
          </a:xfrm>
        </p:grpSpPr>
        <p:sp>
          <p:nvSpPr>
            <p:cNvPr id="151" name="node07.text"/>
            <p:cNvSpPr/>
            <p:nvPr/>
          </p:nvSpPr>
          <p:spPr>
            <a:xfrm>
              <a:off x="8724900" y="3721100"/>
              <a:ext cx="25146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for A4–A6</a:t>
              </a:r>
              <a:endParaRPr lang="en-US" sz="1400" spc="0" kern="0" b="0" i="0" dirty="0">
                <a:solidFill>
                  <a:srgbClr val="070154"/>
                </a:solidFill>
                <a:latin typeface="IBM Plex Sans"/>
                <a:ea typeface="IBM Plex Sans"/>
                <a:cs typeface="IBM Plex Sans"/>
              </a:endParaRPr>
            </a:p>
          </p:txBody>
        </p:sp>
      </p:grpSp>
      <p:grpSp>
        <p:nvGrpSpPr>
          <p:cNvPr id="168" name="node08"/>
          <p:cNvGrpSpPr/>
          <p:nvPr/>
        </p:nvGrpSpPr>
        <p:grpSpPr>
          <a:xfrm>
            <a:off x="8724900" y="4114800"/>
            <a:ext cx="457200" cy="304800"/>
            <a:chOff x="8724900" y="4114800"/>
            <a:chExt cx="457200" cy="304800"/>
          </a:xfrm>
        </p:grpSpPr>
        <p:sp>
          <p:nvSpPr>
            <p:cNvPr id="152" name="node08.surface"/>
            <p:cNvSpPr/>
            <p:nvPr/>
          </p:nvSpPr>
          <p:spPr>
            <a:xfrm>
              <a:off x="8724900" y="4114800"/>
              <a:ext cx="457200" cy="304800"/>
            </a:xfrm>
            <a:prstGeom prst="rect">
              <a:avLst/>
            </a:prstGeom>
            <a:solidFill>
              <a:srgbClr val="05013F"/>
            </a:solidFill>
            <a:ln>
              <a:noFill/>
            </a:ln>
          </p:spPr>
        </p:sp>
        <p:sp>
          <p:nvSpPr>
            <p:cNvPr id="153" name="node08.text"/>
            <p:cNvSpPr/>
            <p:nvPr/>
          </p:nvSpPr>
          <p:spPr>
            <a:xfrm>
              <a:off x="8801100" y="4191000"/>
              <a:ext cx="3048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FFFFFF"/>
                  </a:solidFill>
                  <a:latin typeface="IBM Plex Mono Medium"/>
                  <a:ea typeface="IBM Plex Mono Medium"/>
                  <a:cs typeface="IBM Plex Mono Medium"/>
                </a:rPr>
                <a:t>A4</a:t>
              </a:r>
              <a:endParaRPr lang="en-US" sz="900" spc="54" kern="0" b="0" i="0" dirty="0">
                <a:solidFill>
                  <a:srgbClr val="FFFFFF"/>
                </a:solidFill>
                <a:latin typeface="IBM Plex Mono Medium"/>
                <a:ea typeface="IBM Plex Mono Medium"/>
                <a:cs typeface="IBM Plex Mono Medium"/>
              </a:endParaRPr>
            </a:p>
          </p:txBody>
        </p:sp>
      </p:grpSp>
      <p:grpSp>
        <p:nvGrpSpPr>
          <p:cNvPr id="169" name="node09"/>
          <p:cNvGrpSpPr/>
          <p:nvPr/>
        </p:nvGrpSpPr>
        <p:grpSpPr>
          <a:xfrm>
            <a:off x="9309100" y="4140200"/>
            <a:ext cx="1930400" cy="228600"/>
            <a:chOff x="9309100" y="4140200"/>
            <a:chExt cx="1930400" cy="228600"/>
          </a:xfrm>
        </p:grpSpPr>
        <p:sp>
          <p:nvSpPr>
            <p:cNvPr id="154" name="node09.text"/>
            <p:cNvSpPr/>
            <p:nvPr/>
          </p:nvSpPr>
          <p:spPr>
            <a:xfrm>
              <a:off x="9309100" y="4140200"/>
              <a:ext cx="1930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Revenue cycle</a:t>
              </a:r>
              <a:endParaRPr lang="en-US" sz="1200" spc="0" kern="0" b="0" i="0" dirty="0">
                <a:solidFill>
                  <a:srgbClr val="070154"/>
                </a:solidFill>
                <a:latin typeface="IBM Plex Sans"/>
                <a:ea typeface="IBM Plex Sans"/>
                <a:cs typeface="IBM Plex Sans"/>
              </a:endParaRPr>
            </a:p>
          </p:txBody>
        </p:sp>
      </p:grpSp>
      <p:grpSp>
        <p:nvGrpSpPr>
          <p:cNvPr id="170" name="node10"/>
          <p:cNvGrpSpPr/>
          <p:nvPr/>
        </p:nvGrpSpPr>
        <p:grpSpPr>
          <a:xfrm>
            <a:off x="8724900" y="4572000"/>
            <a:ext cx="457200" cy="304800"/>
            <a:chOff x="8724900" y="4572000"/>
            <a:chExt cx="457200" cy="304800"/>
          </a:xfrm>
        </p:grpSpPr>
        <p:sp>
          <p:nvSpPr>
            <p:cNvPr id="155" name="node10.surface"/>
            <p:cNvSpPr/>
            <p:nvPr/>
          </p:nvSpPr>
          <p:spPr>
            <a:xfrm>
              <a:off x="8724900" y="4572000"/>
              <a:ext cx="457200" cy="304800"/>
            </a:xfrm>
            <a:prstGeom prst="rect">
              <a:avLst/>
            </a:prstGeom>
            <a:solidFill>
              <a:srgbClr val="05013F"/>
            </a:solidFill>
            <a:ln>
              <a:noFill/>
            </a:ln>
          </p:spPr>
        </p:sp>
        <p:sp>
          <p:nvSpPr>
            <p:cNvPr id="156" name="node10.text"/>
            <p:cNvSpPr/>
            <p:nvPr/>
          </p:nvSpPr>
          <p:spPr>
            <a:xfrm>
              <a:off x="8801100" y="4648200"/>
              <a:ext cx="3048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FFFFFF"/>
                  </a:solidFill>
                  <a:latin typeface="IBM Plex Mono Medium"/>
                  <a:ea typeface="IBM Plex Mono Medium"/>
                  <a:cs typeface="IBM Plex Mono Medium"/>
                </a:rPr>
                <a:t>A5</a:t>
              </a:r>
              <a:endParaRPr lang="en-US" sz="900" spc="54" kern="0" b="0" i="0" dirty="0">
                <a:solidFill>
                  <a:srgbClr val="FFFFFF"/>
                </a:solidFill>
                <a:latin typeface="IBM Plex Mono Medium"/>
                <a:ea typeface="IBM Plex Mono Medium"/>
                <a:cs typeface="IBM Plex Mono Medium"/>
              </a:endParaRPr>
            </a:p>
          </p:txBody>
        </p:sp>
      </p:grpSp>
      <p:grpSp>
        <p:nvGrpSpPr>
          <p:cNvPr id="171" name="node11"/>
          <p:cNvGrpSpPr/>
          <p:nvPr/>
        </p:nvGrpSpPr>
        <p:grpSpPr>
          <a:xfrm>
            <a:off x="9309100" y="4597400"/>
            <a:ext cx="1930400" cy="228600"/>
            <a:chOff x="9309100" y="4597400"/>
            <a:chExt cx="1930400" cy="228600"/>
          </a:xfrm>
        </p:grpSpPr>
        <p:sp>
          <p:nvSpPr>
            <p:cNvPr id="157" name="node11.text"/>
            <p:cNvSpPr/>
            <p:nvPr/>
          </p:nvSpPr>
          <p:spPr>
            <a:xfrm>
              <a:off x="9309100" y="4597400"/>
              <a:ext cx="1930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Patient billing</a:t>
              </a:r>
              <a:endParaRPr lang="en-US" sz="1200" spc="0" kern="0" b="0" i="0" dirty="0">
                <a:solidFill>
                  <a:srgbClr val="070154"/>
                </a:solidFill>
                <a:latin typeface="IBM Plex Sans"/>
                <a:ea typeface="IBM Plex Sans"/>
                <a:cs typeface="IBM Plex Sans"/>
              </a:endParaRPr>
            </a:p>
          </p:txBody>
        </p:sp>
      </p:grpSp>
      <p:grpSp>
        <p:nvGrpSpPr>
          <p:cNvPr id="172" name="node12"/>
          <p:cNvGrpSpPr/>
          <p:nvPr/>
        </p:nvGrpSpPr>
        <p:grpSpPr>
          <a:xfrm>
            <a:off x="8724900" y="5029200"/>
            <a:ext cx="457200" cy="304800"/>
            <a:chOff x="8724900" y="5029200"/>
            <a:chExt cx="457200" cy="304800"/>
          </a:xfrm>
        </p:grpSpPr>
        <p:sp>
          <p:nvSpPr>
            <p:cNvPr id="158" name="node12.surface"/>
            <p:cNvSpPr/>
            <p:nvPr/>
          </p:nvSpPr>
          <p:spPr>
            <a:xfrm>
              <a:off x="8724900" y="5029200"/>
              <a:ext cx="457200" cy="304800"/>
            </a:xfrm>
            <a:prstGeom prst="rect">
              <a:avLst/>
            </a:prstGeom>
            <a:solidFill>
              <a:srgbClr val="05013F"/>
            </a:solidFill>
            <a:ln>
              <a:noFill/>
            </a:ln>
          </p:spPr>
        </p:sp>
        <p:sp>
          <p:nvSpPr>
            <p:cNvPr id="159" name="node12.text"/>
            <p:cNvSpPr/>
            <p:nvPr/>
          </p:nvSpPr>
          <p:spPr>
            <a:xfrm>
              <a:off x="8801100" y="5105400"/>
              <a:ext cx="3048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FFFFFF"/>
                  </a:solidFill>
                  <a:latin typeface="IBM Plex Mono Medium"/>
                  <a:ea typeface="IBM Plex Mono Medium"/>
                  <a:cs typeface="IBM Plex Mono Medium"/>
                </a:rPr>
                <a:t>A6</a:t>
              </a:r>
              <a:endParaRPr lang="en-US" sz="900" spc="54" kern="0" b="0" i="0" dirty="0">
                <a:solidFill>
                  <a:srgbClr val="FFFFFF"/>
                </a:solidFill>
                <a:latin typeface="IBM Plex Mono Medium"/>
                <a:ea typeface="IBM Plex Mono Medium"/>
                <a:cs typeface="IBM Plex Mono Medium"/>
              </a:endParaRPr>
            </a:p>
          </p:txBody>
        </p:sp>
      </p:grpSp>
      <p:grpSp>
        <p:nvGrpSpPr>
          <p:cNvPr id="173" name="node13"/>
          <p:cNvGrpSpPr/>
          <p:nvPr/>
        </p:nvGrpSpPr>
        <p:grpSpPr>
          <a:xfrm>
            <a:off x="9309100" y="5054600"/>
            <a:ext cx="1930400" cy="228600"/>
            <a:chOff x="9309100" y="5054600"/>
            <a:chExt cx="1930400" cy="228600"/>
          </a:xfrm>
        </p:grpSpPr>
        <p:sp>
          <p:nvSpPr>
            <p:cNvPr id="160" name="node13.text"/>
            <p:cNvSpPr/>
            <p:nvPr/>
          </p:nvSpPr>
          <p:spPr>
            <a:xfrm>
              <a:off x="9309100" y="5054600"/>
              <a:ext cx="1930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Denials management</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ource-213">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CAPABILITY ASSESSMENT</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Revenue cycle is the group to look at first</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Sample ratings for layout only; replace before use.</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56</a:t>
            </a:fld>
            <a:endParaRPr lang="en-US" sz="700" spc="0" kern="0" b="0" i="0" dirty="0">
              <a:solidFill>
                <a:srgbClr val="070154"/>
              </a:solidFill>
              <a:latin typeface="IBM Plex Mono SemiBold"/>
              <a:ea typeface="IBM Plex Mono SemiBold"/>
              <a:cs typeface="IBM Plex Mono SemiBold"/>
            </a:endParaRPr>
          </a:p>
        </p:txBody>
      </p:sp>
      <p:grpSp>
        <p:nvGrpSpPr>
          <p:cNvPr id="167" name="node01"/>
          <p:cNvGrpSpPr/>
          <p:nvPr/>
        </p:nvGrpSpPr>
        <p:grpSpPr>
          <a:xfrm>
            <a:off x="723900" y="1600200"/>
            <a:ext cx="7543800" cy="3784600"/>
            <a:chOff x="723900" y="1600200"/>
            <a:chExt cx="7543800" cy="3784600"/>
          </a:xfrm>
        </p:grpSpPr>
        <p:sp>
          <p:nvSpPr>
            <p:cNvPr id="7" name="node01.row.item-001.h0.heat-gap"/>
            <p:cNvSpPr/>
            <p:nvPr/>
          </p:nvSpPr>
          <p:spPr>
            <a:xfrm>
              <a:off x="3619500" y="1955800"/>
              <a:ext cx="774700" cy="381000"/>
            </a:xfrm>
            <a:prstGeom prst="rect">
              <a:avLst/>
            </a:prstGeom>
            <a:solidFill>
              <a:srgbClr val="FFFFFF"/>
            </a:solidFill>
            <a:ln>
              <a:noFill/>
            </a:ln>
          </p:spPr>
        </p:sp>
        <p:sp>
          <p:nvSpPr>
            <p:cNvPr id="8" name="node01.row.item-001.h0.heat"/>
            <p:cNvSpPr/>
            <p:nvPr/>
          </p:nvSpPr>
          <p:spPr>
            <a:xfrm>
              <a:off x="3638550" y="1974850"/>
              <a:ext cx="736600" cy="342900"/>
            </a:xfrm>
            <a:prstGeom prst="rect">
              <a:avLst/>
            </a:prstGeom>
            <a:solidFill>
              <a:srgbClr val="7C9BFF"/>
            </a:solidFill>
            <a:ln>
              <a:noFill/>
            </a:ln>
          </p:spPr>
        </p:sp>
        <p:sp>
          <p:nvSpPr>
            <p:cNvPr id="9" name="node01.row.item-001.h1.heat-gap"/>
            <p:cNvSpPr/>
            <p:nvPr/>
          </p:nvSpPr>
          <p:spPr>
            <a:xfrm>
              <a:off x="4394200" y="1955800"/>
              <a:ext cx="774700" cy="381000"/>
            </a:xfrm>
            <a:prstGeom prst="rect">
              <a:avLst/>
            </a:prstGeom>
            <a:solidFill>
              <a:srgbClr val="FFFFFF"/>
            </a:solidFill>
            <a:ln>
              <a:noFill/>
            </a:ln>
          </p:spPr>
        </p:sp>
        <p:sp>
          <p:nvSpPr>
            <p:cNvPr id="10" name="node01.row.item-001.h1.heat"/>
            <p:cNvSpPr/>
            <p:nvPr/>
          </p:nvSpPr>
          <p:spPr>
            <a:xfrm>
              <a:off x="4413250" y="1974850"/>
              <a:ext cx="736600" cy="342900"/>
            </a:xfrm>
            <a:prstGeom prst="rect">
              <a:avLst/>
            </a:prstGeom>
            <a:solidFill>
              <a:srgbClr val="B9C9F0"/>
            </a:solidFill>
            <a:ln>
              <a:noFill/>
            </a:ln>
          </p:spPr>
        </p:sp>
        <p:sp>
          <p:nvSpPr>
            <p:cNvPr id="11" name="node01.row.item-001.h2.heat-gap"/>
            <p:cNvSpPr/>
            <p:nvPr/>
          </p:nvSpPr>
          <p:spPr>
            <a:xfrm>
              <a:off x="5168900" y="1955800"/>
              <a:ext cx="774700" cy="381000"/>
            </a:xfrm>
            <a:prstGeom prst="rect">
              <a:avLst/>
            </a:prstGeom>
            <a:solidFill>
              <a:srgbClr val="FFFFFF"/>
            </a:solidFill>
            <a:ln>
              <a:noFill/>
            </a:ln>
          </p:spPr>
        </p:sp>
        <p:sp>
          <p:nvSpPr>
            <p:cNvPr id="12" name="node01.row.item-001.h2.heat"/>
            <p:cNvSpPr/>
            <p:nvPr/>
          </p:nvSpPr>
          <p:spPr>
            <a:xfrm>
              <a:off x="5187950" y="1974850"/>
              <a:ext cx="736600" cy="342900"/>
            </a:xfrm>
            <a:prstGeom prst="rect">
              <a:avLst/>
            </a:prstGeom>
            <a:solidFill>
              <a:srgbClr val="B9C9F0"/>
            </a:solidFill>
            <a:ln>
              <a:noFill/>
            </a:ln>
          </p:spPr>
        </p:sp>
        <p:sp>
          <p:nvSpPr>
            <p:cNvPr id="13" name="node01.row.item-001.h3.heat-gap"/>
            <p:cNvSpPr/>
            <p:nvPr/>
          </p:nvSpPr>
          <p:spPr>
            <a:xfrm>
              <a:off x="5943600" y="1955800"/>
              <a:ext cx="774700" cy="381000"/>
            </a:xfrm>
            <a:prstGeom prst="rect">
              <a:avLst/>
            </a:prstGeom>
            <a:solidFill>
              <a:srgbClr val="FFFFFF"/>
            </a:solidFill>
            <a:ln>
              <a:noFill/>
            </a:ln>
          </p:spPr>
        </p:sp>
        <p:sp>
          <p:nvSpPr>
            <p:cNvPr id="14" name="node01.row.item-001.h3.heat"/>
            <p:cNvSpPr/>
            <p:nvPr/>
          </p:nvSpPr>
          <p:spPr>
            <a:xfrm>
              <a:off x="5962650" y="1974850"/>
              <a:ext cx="736600" cy="342900"/>
            </a:xfrm>
            <a:prstGeom prst="rect">
              <a:avLst/>
            </a:prstGeom>
            <a:solidFill>
              <a:srgbClr val="7C9BFF"/>
            </a:solidFill>
            <a:ln>
              <a:noFill/>
            </a:ln>
          </p:spPr>
        </p:sp>
        <p:sp>
          <p:nvSpPr>
            <p:cNvPr id="15" name="node01.row.item-001.h4.heat-gap"/>
            <p:cNvSpPr/>
            <p:nvPr/>
          </p:nvSpPr>
          <p:spPr>
            <a:xfrm>
              <a:off x="6718300" y="1955800"/>
              <a:ext cx="774700" cy="381000"/>
            </a:xfrm>
            <a:prstGeom prst="rect">
              <a:avLst/>
            </a:prstGeom>
            <a:solidFill>
              <a:srgbClr val="FFFFFF"/>
            </a:solidFill>
            <a:ln>
              <a:noFill/>
            </a:ln>
          </p:spPr>
        </p:sp>
        <p:sp>
          <p:nvSpPr>
            <p:cNvPr id="16" name="node01.row.item-001.h4.heat"/>
            <p:cNvSpPr/>
            <p:nvPr/>
          </p:nvSpPr>
          <p:spPr>
            <a:xfrm>
              <a:off x="6737350" y="1974850"/>
              <a:ext cx="736600" cy="342900"/>
            </a:xfrm>
            <a:prstGeom prst="rect">
              <a:avLst/>
            </a:prstGeom>
            <a:solidFill>
              <a:srgbClr val="B9C9F0"/>
            </a:solidFill>
            <a:ln>
              <a:noFill/>
            </a:ln>
          </p:spPr>
        </p:sp>
        <p:sp>
          <p:nvSpPr>
            <p:cNvPr id="17" name="node01.row.item-001.ov.heat-gap"/>
            <p:cNvSpPr/>
            <p:nvPr/>
          </p:nvSpPr>
          <p:spPr>
            <a:xfrm>
              <a:off x="7493000" y="1955800"/>
              <a:ext cx="774700" cy="381000"/>
            </a:xfrm>
            <a:prstGeom prst="rect">
              <a:avLst/>
            </a:prstGeom>
            <a:solidFill>
              <a:srgbClr val="FFFFFF"/>
            </a:solidFill>
            <a:ln>
              <a:noFill/>
            </a:ln>
          </p:spPr>
        </p:sp>
        <p:sp>
          <p:nvSpPr>
            <p:cNvPr id="18" name="node01.row.item-001.ov.heat"/>
            <p:cNvSpPr/>
            <p:nvPr/>
          </p:nvSpPr>
          <p:spPr>
            <a:xfrm>
              <a:off x="7512050" y="1974850"/>
              <a:ext cx="736600" cy="342900"/>
            </a:xfrm>
            <a:prstGeom prst="rect">
              <a:avLst/>
            </a:prstGeom>
            <a:solidFill>
              <a:srgbClr val="B9C9F0"/>
            </a:solidFill>
            <a:ln>
              <a:noFill/>
            </a:ln>
          </p:spPr>
        </p:sp>
        <p:sp>
          <p:nvSpPr>
            <p:cNvPr id="19" name="node01.row.item-002.h0.heat-gap"/>
            <p:cNvSpPr/>
            <p:nvPr/>
          </p:nvSpPr>
          <p:spPr>
            <a:xfrm>
              <a:off x="3619500" y="2336800"/>
              <a:ext cx="774700" cy="381000"/>
            </a:xfrm>
            <a:prstGeom prst="rect">
              <a:avLst/>
            </a:prstGeom>
            <a:solidFill>
              <a:srgbClr val="FFFFFF"/>
            </a:solidFill>
            <a:ln>
              <a:noFill/>
            </a:ln>
          </p:spPr>
        </p:sp>
        <p:sp>
          <p:nvSpPr>
            <p:cNvPr id="20" name="node01.row.item-002.h0.heat"/>
            <p:cNvSpPr/>
            <p:nvPr/>
          </p:nvSpPr>
          <p:spPr>
            <a:xfrm>
              <a:off x="3638550" y="2355850"/>
              <a:ext cx="736600" cy="342900"/>
            </a:xfrm>
            <a:prstGeom prst="rect">
              <a:avLst/>
            </a:prstGeom>
            <a:solidFill>
              <a:srgbClr val="7C9BFF"/>
            </a:solidFill>
            <a:ln>
              <a:noFill/>
            </a:ln>
          </p:spPr>
        </p:sp>
        <p:sp>
          <p:nvSpPr>
            <p:cNvPr id="21" name="node01.row.item-002.h1.heat-gap"/>
            <p:cNvSpPr/>
            <p:nvPr/>
          </p:nvSpPr>
          <p:spPr>
            <a:xfrm>
              <a:off x="4394200" y="2336800"/>
              <a:ext cx="774700" cy="381000"/>
            </a:xfrm>
            <a:prstGeom prst="rect">
              <a:avLst/>
            </a:prstGeom>
            <a:solidFill>
              <a:srgbClr val="FFFFFF"/>
            </a:solidFill>
            <a:ln>
              <a:noFill/>
            </a:ln>
          </p:spPr>
        </p:sp>
        <p:sp>
          <p:nvSpPr>
            <p:cNvPr id="22" name="node01.row.item-002.h1.heat"/>
            <p:cNvSpPr/>
            <p:nvPr/>
          </p:nvSpPr>
          <p:spPr>
            <a:xfrm>
              <a:off x="4413250" y="2355850"/>
              <a:ext cx="736600" cy="342900"/>
            </a:xfrm>
            <a:prstGeom prst="rect">
              <a:avLst/>
            </a:prstGeom>
            <a:solidFill>
              <a:srgbClr val="7C9BFF"/>
            </a:solidFill>
            <a:ln>
              <a:noFill/>
            </a:ln>
          </p:spPr>
        </p:sp>
        <p:sp>
          <p:nvSpPr>
            <p:cNvPr id="23" name="node01.row.item-002.h2.heat-gap"/>
            <p:cNvSpPr/>
            <p:nvPr/>
          </p:nvSpPr>
          <p:spPr>
            <a:xfrm>
              <a:off x="5168900" y="2336800"/>
              <a:ext cx="774700" cy="381000"/>
            </a:xfrm>
            <a:prstGeom prst="rect">
              <a:avLst/>
            </a:prstGeom>
            <a:solidFill>
              <a:srgbClr val="FFFFFF"/>
            </a:solidFill>
            <a:ln>
              <a:noFill/>
            </a:ln>
          </p:spPr>
        </p:sp>
        <p:sp>
          <p:nvSpPr>
            <p:cNvPr id="24" name="node01.row.item-002.h2.heat"/>
            <p:cNvSpPr/>
            <p:nvPr/>
          </p:nvSpPr>
          <p:spPr>
            <a:xfrm>
              <a:off x="5187950" y="2355850"/>
              <a:ext cx="736600" cy="342900"/>
            </a:xfrm>
            <a:prstGeom prst="rect">
              <a:avLst/>
            </a:prstGeom>
            <a:solidFill>
              <a:srgbClr val="B9C9F0"/>
            </a:solidFill>
            <a:ln>
              <a:noFill/>
            </a:ln>
          </p:spPr>
        </p:sp>
        <p:sp>
          <p:nvSpPr>
            <p:cNvPr id="25" name="node01.row.item-002.h3.heat-gap"/>
            <p:cNvSpPr/>
            <p:nvPr/>
          </p:nvSpPr>
          <p:spPr>
            <a:xfrm>
              <a:off x="5943600" y="2336800"/>
              <a:ext cx="774700" cy="381000"/>
            </a:xfrm>
            <a:prstGeom prst="rect">
              <a:avLst/>
            </a:prstGeom>
            <a:solidFill>
              <a:srgbClr val="FFFFFF"/>
            </a:solidFill>
            <a:ln>
              <a:noFill/>
            </a:ln>
          </p:spPr>
        </p:sp>
        <p:sp>
          <p:nvSpPr>
            <p:cNvPr id="26" name="node01.row.item-002.h3.heat"/>
            <p:cNvSpPr/>
            <p:nvPr/>
          </p:nvSpPr>
          <p:spPr>
            <a:xfrm>
              <a:off x="5962650" y="2355850"/>
              <a:ext cx="736600" cy="342900"/>
            </a:xfrm>
            <a:prstGeom prst="rect">
              <a:avLst/>
            </a:prstGeom>
            <a:solidFill>
              <a:srgbClr val="7C9BFF"/>
            </a:solidFill>
            <a:ln>
              <a:noFill/>
            </a:ln>
          </p:spPr>
        </p:sp>
        <p:sp>
          <p:nvSpPr>
            <p:cNvPr id="27" name="node01.row.item-002.h4.heat-gap"/>
            <p:cNvSpPr/>
            <p:nvPr/>
          </p:nvSpPr>
          <p:spPr>
            <a:xfrm>
              <a:off x="6718300" y="2336800"/>
              <a:ext cx="774700" cy="381000"/>
            </a:xfrm>
            <a:prstGeom prst="rect">
              <a:avLst/>
            </a:prstGeom>
            <a:solidFill>
              <a:srgbClr val="FFFFFF"/>
            </a:solidFill>
            <a:ln>
              <a:noFill/>
            </a:ln>
          </p:spPr>
        </p:sp>
        <p:sp>
          <p:nvSpPr>
            <p:cNvPr id="28" name="node01.row.item-002.h4.heat"/>
            <p:cNvSpPr/>
            <p:nvPr/>
          </p:nvSpPr>
          <p:spPr>
            <a:xfrm>
              <a:off x="6737350" y="2355850"/>
              <a:ext cx="736600" cy="342900"/>
            </a:xfrm>
            <a:prstGeom prst="rect">
              <a:avLst/>
            </a:prstGeom>
            <a:solidFill>
              <a:srgbClr val="7C9BFF"/>
            </a:solidFill>
            <a:ln>
              <a:noFill/>
            </a:ln>
          </p:spPr>
        </p:sp>
        <p:sp>
          <p:nvSpPr>
            <p:cNvPr id="29" name="node01.row.item-002.ov.heat-gap"/>
            <p:cNvSpPr/>
            <p:nvPr/>
          </p:nvSpPr>
          <p:spPr>
            <a:xfrm>
              <a:off x="7493000" y="2336800"/>
              <a:ext cx="774700" cy="381000"/>
            </a:xfrm>
            <a:prstGeom prst="rect">
              <a:avLst/>
            </a:prstGeom>
            <a:solidFill>
              <a:srgbClr val="FFFFFF"/>
            </a:solidFill>
            <a:ln>
              <a:noFill/>
            </a:ln>
          </p:spPr>
        </p:sp>
        <p:sp>
          <p:nvSpPr>
            <p:cNvPr id="30" name="node01.row.item-002.ov.heat"/>
            <p:cNvSpPr/>
            <p:nvPr/>
          </p:nvSpPr>
          <p:spPr>
            <a:xfrm>
              <a:off x="7512050" y="2355850"/>
              <a:ext cx="736600" cy="342900"/>
            </a:xfrm>
            <a:prstGeom prst="rect">
              <a:avLst/>
            </a:prstGeom>
            <a:solidFill>
              <a:srgbClr val="7C9BFF"/>
            </a:solidFill>
            <a:ln>
              <a:noFill/>
            </a:ln>
          </p:spPr>
        </p:sp>
        <p:sp>
          <p:nvSpPr>
            <p:cNvPr id="31" name="node01.row.item-003.h0.heat-gap"/>
            <p:cNvSpPr/>
            <p:nvPr/>
          </p:nvSpPr>
          <p:spPr>
            <a:xfrm>
              <a:off x="3619500" y="2717800"/>
              <a:ext cx="774700" cy="381000"/>
            </a:xfrm>
            <a:prstGeom prst="rect">
              <a:avLst/>
            </a:prstGeom>
            <a:solidFill>
              <a:srgbClr val="FFFFFF"/>
            </a:solidFill>
            <a:ln>
              <a:noFill/>
            </a:ln>
          </p:spPr>
        </p:sp>
        <p:sp>
          <p:nvSpPr>
            <p:cNvPr id="32" name="node01.row.item-003.h0.heat"/>
            <p:cNvSpPr/>
            <p:nvPr/>
          </p:nvSpPr>
          <p:spPr>
            <a:xfrm>
              <a:off x="3638550" y="2736850"/>
              <a:ext cx="736600" cy="342900"/>
            </a:xfrm>
            <a:prstGeom prst="rect">
              <a:avLst/>
            </a:prstGeom>
            <a:solidFill>
              <a:srgbClr val="B9C9F0"/>
            </a:solidFill>
            <a:ln>
              <a:noFill/>
            </a:ln>
          </p:spPr>
        </p:sp>
        <p:sp>
          <p:nvSpPr>
            <p:cNvPr id="33" name="node01.row.item-003.h1.heat-gap"/>
            <p:cNvSpPr/>
            <p:nvPr/>
          </p:nvSpPr>
          <p:spPr>
            <a:xfrm>
              <a:off x="4394200" y="2717800"/>
              <a:ext cx="774700" cy="381000"/>
            </a:xfrm>
            <a:prstGeom prst="rect">
              <a:avLst/>
            </a:prstGeom>
            <a:solidFill>
              <a:srgbClr val="FFFFFF"/>
            </a:solidFill>
            <a:ln>
              <a:noFill/>
            </a:ln>
          </p:spPr>
        </p:sp>
        <p:sp>
          <p:nvSpPr>
            <p:cNvPr id="34" name="node01.row.item-003.h1.heat"/>
            <p:cNvSpPr/>
            <p:nvPr/>
          </p:nvSpPr>
          <p:spPr>
            <a:xfrm>
              <a:off x="4413250" y="2736850"/>
              <a:ext cx="736600" cy="342900"/>
            </a:xfrm>
            <a:prstGeom prst="rect">
              <a:avLst/>
            </a:prstGeom>
            <a:solidFill>
              <a:srgbClr val="E8EEF8"/>
            </a:solidFill>
            <a:ln>
              <a:noFill/>
            </a:ln>
          </p:spPr>
        </p:sp>
        <p:sp>
          <p:nvSpPr>
            <p:cNvPr id="35" name="node01.row.item-003.h2.heat-gap"/>
            <p:cNvSpPr/>
            <p:nvPr/>
          </p:nvSpPr>
          <p:spPr>
            <a:xfrm>
              <a:off x="5168900" y="2717800"/>
              <a:ext cx="774700" cy="381000"/>
            </a:xfrm>
            <a:prstGeom prst="rect">
              <a:avLst/>
            </a:prstGeom>
            <a:solidFill>
              <a:srgbClr val="FFFFFF"/>
            </a:solidFill>
            <a:ln>
              <a:noFill/>
            </a:ln>
          </p:spPr>
        </p:sp>
        <p:sp>
          <p:nvSpPr>
            <p:cNvPr id="36" name="node01.row.item-003.h2.heat"/>
            <p:cNvSpPr/>
            <p:nvPr/>
          </p:nvSpPr>
          <p:spPr>
            <a:xfrm>
              <a:off x="5187950" y="2736850"/>
              <a:ext cx="736600" cy="342900"/>
            </a:xfrm>
            <a:prstGeom prst="rect">
              <a:avLst/>
            </a:prstGeom>
            <a:solidFill>
              <a:srgbClr val="E8EEF8"/>
            </a:solidFill>
            <a:ln>
              <a:noFill/>
            </a:ln>
          </p:spPr>
        </p:sp>
        <p:sp>
          <p:nvSpPr>
            <p:cNvPr id="37" name="node01.row.item-003.h3.heat-gap"/>
            <p:cNvSpPr/>
            <p:nvPr/>
          </p:nvSpPr>
          <p:spPr>
            <a:xfrm>
              <a:off x="5943600" y="2717800"/>
              <a:ext cx="774700" cy="381000"/>
            </a:xfrm>
            <a:prstGeom prst="rect">
              <a:avLst/>
            </a:prstGeom>
            <a:solidFill>
              <a:srgbClr val="FFFFFF"/>
            </a:solidFill>
            <a:ln>
              <a:noFill/>
            </a:ln>
          </p:spPr>
        </p:sp>
        <p:sp>
          <p:nvSpPr>
            <p:cNvPr id="38" name="node01.row.item-003.h3.heat"/>
            <p:cNvSpPr/>
            <p:nvPr/>
          </p:nvSpPr>
          <p:spPr>
            <a:xfrm>
              <a:off x="5962650" y="2736850"/>
              <a:ext cx="736600" cy="342900"/>
            </a:xfrm>
            <a:prstGeom prst="rect">
              <a:avLst/>
            </a:prstGeom>
            <a:solidFill>
              <a:srgbClr val="B9C9F0"/>
            </a:solidFill>
            <a:ln>
              <a:noFill/>
            </a:ln>
          </p:spPr>
        </p:sp>
        <p:sp>
          <p:nvSpPr>
            <p:cNvPr id="39" name="node01.row.item-003.h4.heat-gap"/>
            <p:cNvSpPr/>
            <p:nvPr/>
          </p:nvSpPr>
          <p:spPr>
            <a:xfrm>
              <a:off x="6718300" y="2717800"/>
              <a:ext cx="774700" cy="381000"/>
            </a:xfrm>
            <a:prstGeom prst="rect">
              <a:avLst/>
            </a:prstGeom>
            <a:solidFill>
              <a:srgbClr val="FFFFFF"/>
            </a:solidFill>
            <a:ln>
              <a:noFill/>
            </a:ln>
          </p:spPr>
        </p:sp>
        <p:sp>
          <p:nvSpPr>
            <p:cNvPr id="40" name="node01.row.item-003.h4.heat"/>
            <p:cNvSpPr/>
            <p:nvPr/>
          </p:nvSpPr>
          <p:spPr>
            <a:xfrm>
              <a:off x="6737350" y="2736850"/>
              <a:ext cx="736600" cy="342900"/>
            </a:xfrm>
            <a:prstGeom prst="rect">
              <a:avLst/>
            </a:prstGeom>
            <a:solidFill>
              <a:srgbClr val="B9C9F0"/>
            </a:solidFill>
            <a:ln>
              <a:noFill/>
            </a:ln>
          </p:spPr>
        </p:sp>
        <p:sp>
          <p:nvSpPr>
            <p:cNvPr id="41" name="node01.row.item-003.ov.heat-gap"/>
            <p:cNvSpPr/>
            <p:nvPr/>
          </p:nvSpPr>
          <p:spPr>
            <a:xfrm>
              <a:off x="7493000" y="2717800"/>
              <a:ext cx="774700" cy="381000"/>
            </a:xfrm>
            <a:prstGeom prst="rect">
              <a:avLst/>
            </a:prstGeom>
            <a:solidFill>
              <a:srgbClr val="FFFFFF"/>
            </a:solidFill>
            <a:ln>
              <a:noFill/>
            </a:ln>
          </p:spPr>
        </p:sp>
        <p:sp>
          <p:nvSpPr>
            <p:cNvPr id="42" name="node01.row.item-003.ov.heat"/>
            <p:cNvSpPr/>
            <p:nvPr/>
          </p:nvSpPr>
          <p:spPr>
            <a:xfrm>
              <a:off x="7512050" y="2736850"/>
              <a:ext cx="736600" cy="342900"/>
            </a:xfrm>
            <a:prstGeom prst="rect">
              <a:avLst/>
            </a:prstGeom>
            <a:solidFill>
              <a:srgbClr val="B9C9F0"/>
            </a:solidFill>
            <a:ln>
              <a:noFill/>
            </a:ln>
          </p:spPr>
        </p:sp>
        <p:sp>
          <p:nvSpPr>
            <p:cNvPr id="43" name="node01.row.item-004.h0.heat-gap"/>
            <p:cNvSpPr/>
            <p:nvPr/>
          </p:nvSpPr>
          <p:spPr>
            <a:xfrm>
              <a:off x="3619500" y="3098800"/>
              <a:ext cx="774700" cy="381000"/>
            </a:xfrm>
            <a:prstGeom prst="rect">
              <a:avLst/>
            </a:prstGeom>
            <a:solidFill>
              <a:srgbClr val="FFFFFF"/>
            </a:solidFill>
            <a:ln>
              <a:noFill/>
            </a:ln>
          </p:spPr>
        </p:sp>
        <p:sp>
          <p:nvSpPr>
            <p:cNvPr id="44" name="node01.row.item-004.h0.heat"/>
            <p:cNvSpPr/>
            <p:nvPr/>
          </p:nvSpPr>
          <p:spPr>
            <a:xfrm>
              <a:off x="3638550" y="3117850"/>
              <a:ext cx="736600" cy="342900"/>
            </a:xfrm>
            <a:prstGeom prst="rect">
              <a:avLst/>
            </a:prstGeom>
            <a:solidFill>
              <a:srgbClr val="0047FF"/>
            </a:solidFill>
            <a:ln>
              <a:noFill/>
            </a:ln>
          </p:spPr>
        </p:sp>
        <p:sp>
          <p:nvSpPr>
            <p:cNvPr id="45" name="node01.row.item-004.h1.heat-gap"/>
            <p:cNvSpPr/>
            <p:nvPr/>
          </p:nvSpPr>
          <p:spPr>
            <a:xfrm>
              <a:off x="4394200" y="3098800"/>
              <a:ext cx="774700" cy="381000"/>
            </a:xfrm>
            <a:prstGeom prst="rect">
              <a:avLst/>
            </a:prstGeom>
            <a:solidFill>
              <a:srgbClr val="FFFFFF"/>
            </a:solidFill>
            <a:ln>
              <a:noFill/>
            </a:ln>
          </p:spPr>
        </p:sp>
        <p:sp>
          <p:nvSpPr>
            <p:cNvPr id="46" name="node01.row.item-004.h1.heat"/>
            <p:cNvSpPr/>
            <p:nvPr/>
          </p:nvSpPr>
          <p:spPr>
            <a:xfrm>
              <a:off x="4413250" y="3117850"/>
              <a:ext cx="736600" cy="342900"/>
            </a:xfrm>
            <a:prstGeom prst="rect">
              <a:avLst/>
            </a:prstGeom>
            <a:solidFill>
              <a:srgbClr val="070154"/>
            </a:solidFill>
            <a:ln>
              <a:noFill/>
            </a:ln>
          </p:spPr>
        </p:sp>
        <p:sp>
          <p:nvSpPr>
            <p:cNvPr id="47" name="node01.row.item-004.h2.heat-gap"/>
            <p:cNvSpPr/>
            <p:nvPr/>
          </p:nvSpPr>
          <p:spPr>
            <a:xfrm>
              <a:off x="5168900" y="3098800"/>
              <a:ext cx="774700" cy="381000"/>
            </a:xfrm>
            <a:prstGeom prst="rect">
              <a:avLst/>
            </a:prstGeom>
            <a:solidFill>
              <a:srgbClr val="FFFFFF"/>
            </a:solidFill>
            <a:ln>
              <a:noFill/>
            </a:ln>
          </p:spPr>
        </p:sp>
        <p:sp>
          <p:nvSpPr>
            <p:cNvPr id="48" name="node01.row.item-004.h2.heat"/>
            <p:cNvSpPr/>
            <p:nvPr/>
          </p:nvSpPr>
          <p:spPr>
            <a:xfrm>
              <a:off x="5187950" y="3117850"/>
              <a:ext cx="736600" cy="342900"/>
            </a:xfrm>
            <a:prstGeom prst="rect">
              <a:avLst/>
            </a:prstGeom>
            <a:solidFill>
              <a:srgbClr val="7C9BFF"/>
            </a:solidFill>
            <a:ln>
              <a:noFill/>
            </a:ln>
          </p:spPr>
        </p:sp>
        <p:sp>
          <p:nvSpPr>
            <p:cNvPr id="49" name="node01.row.item-004.h3.heat-gap"/>
            <p:cNvSpPr/>
            <p:nvPr/>
          </p:nvSpPr>
          <p:spPr>
            <a:xfrm>
              <a:off x="5943600" y="3098800"/>
              <a:ext cx="774700" cy="381000"/>
            </a:xfrm>
            <a:prstGeom prst="rect">
              <a:avLst/>
            </a:prstGeom>
            <a:solidFill>
              <a:srgbClr val="FFFFFF"/>
            </a:solidFill>
            <a:ln>
              <a:noFill/>
            </a:ln>
          </p:spPr>
        </p:sp>
        <p:sp>
          <p:nvSpPr>
            <p:cNvPr id="50" name="node01.row.item-004.h3.heat"/>
            <p:cNvSpPr/>
            <p:nvPr/>
          </p:nvSpPr>
          <p:spPr>
            <a:xfrm>
              <a:off x="5962650" y="3117850"/>
              <a:ext cx="736600" cy="342900"/>
            </a:xfrm>
            <a:prstGeom prst="rect">
              <a:avLst/>
            </a:prstGeom>
            <a:solidFill>
              <a:srgbClr val="7C9BFF"/>
            </a:solidFill>
            <a:ln>
              <a:noFill/>
            </a:ln>
          </p:spPr>
        </p:sp>
        <p:sp>
          <p:nvSpPr>
            <p:cNvPr id="51" name="node01.row.item-004.h4.heat-gap"/>
            <p:cNvSpPr/>
            <p:nvPr/>
          </p:nvSpPr>
          <p:spPr>
            <a:xfrm>
              <a:off x="6718300" y="3098800"/>
              <a:ext cx="774700" cy="381000"/>
            </a:xfrm>
            <a:prstGeom prst="rect">
              <a:avLst/>
            </a:prstGeom>
            <a:solidFill>
              <a:srgbClr val="FFFFFF"/>
            </a:solidFill>
            <a:ln>
              <a:noFill/>
            </a:ln>
          </p:spPr>
        </p:sp>
        <p:sp>
          <p:nvSpPr>
            <p:cNvPr id="52" name="node01.row.item-004.h4.heat"/>
            <p:cNvSpPr/>
            <p:nvPr/>
          </p:nvSpPr>
          <p:spPr>
            <a:xfrm>
              <a:off x="6737350" y="3117850"/>
              <a:ext cx="736600" cy="342900"/>
            </a:xfrm>
            <a:prstGeom prst="rect">
              <a:avLst/>
            </a:prstGeom>
            <a:solidFill>
              <a:srgbClr val="0047FF"/>
            </a:solidFill>
            <a:ln>
              <a:noFill/>
            </a:ln>
          </p:spPr>
        </p:sp>
        <p:sp>
          <p:nvSpPr>
            <p:cNvPr id="53" name="node01.row.item-004.ov.heat-gap"/>
            <p:cNvSpPr/>
            <p:nvPr/>
          </p:nvSpPr>
          <p:spPr>
            <a:xfrm>
              <a:off x="7493000" y="3098800"/>
              <a:ext cx="774700" cy="381000"/>
            </a:xfrm>
            <a:prstGeom prst="rect">
              <a:avLst/>
            </a:prstGeom>
            <a:solidFill>
              <a:srgbClr val="FFFFFF"/>
            </a:solidFill>
            <a:ln>
              <a:noFill/>
            </a:ln>
          </p:spPr>
        </p:sp>
        <p:sp>
          <p:nvSpPr>
            <p:cNvPr id="54" name="node01.row.item-004.ov.heat"/>
            <p:cNvSpPr/>
            <p:nvPr/>
          </p:nvSpPr>
          <p:spPr>
            <a:xfrm>
              <a:off x="7512050" y="3117850"/>
              <a:ext cx="736600" cy="342900"/>
            </a:xfrm>
            <a:prstGeom prst="rect">
              <a:avLst/>
            </a:prstGeom>
            <a:solidFill>
              <a:srgbClr val="0047FF"/>
            </a:solidFill>
            <a:ln>
              <a:noFill/>
            </a:ln>
          </p:spPr>
        </p:sp>
        <p:sp>
          <p:nvSpPr>
            <p:cNvPr id="55" name="node01.row.item-005.h0.heat-gap"/>
            <p:cNvSpPr/>
            <p:nvPr/>
          </p:nvSpPr>
          <p:spPr>
            <a:xfrm>
              <a:off x="3619500" y="3479800"/>
              <a:ext cx="774700" cy="381000"/>
            </a:xfrm>
            <a:prstGeom prst="rect">
              <a:avLst/>
            </a:prstGeom>
            <a:solidFill>
              <a:srgbClr val="FFFFFF"/>
            </a:solidFill>
            <a:ln>
              <a:noFill/>
            </a:ln>
          </p:spPr>
        </p:sp>
        <p:sp>
          <p:nvSpPr>
            <p:cNvPr id="56" name="node01.row.item-005.h0.heat"/>
            <p:cNvSpPr/>
            <p:nvPr/>
          </p:nvSpPr>
          <p:spPr>
            <a:xfrm>
              <a:off x="3638550" y="3498850"/>
              <a:ext cx="736600" cy="342900"/>
            </a:xfrm>
            <a:prstGeom prst="rect">
              <a:avLst/>
            </a:prstGeom>
            <a:solidFill>
              <a:srgbClr val="7C9BFF"/>
            </a:solidFill>
            <a:ln>
              <a:noFill/>
            </a:ln>
          </p:spPr>
        </p:sp>
        <p:sp>
          <p:nvSpPr>
            <p:cNvPr id="57" name="node01.row.item-005.h1.heat-gap"/>
            <p:cNvSpPr/>
            <p:nvPr/>
          </p:nvSpPr>
          <p:spPr>
            <a:xfrm>
              <a:off x="4394200" y="3479800"/>
              <a:ext cx="774700" cy="381000"/>
            </a:xfrm>
            <a:prstGeom prst="rect">
              <a:avLst/>
            </a:prstGeom>
            <a:solidFill>
              <a:srgbClr val="FFFFFF"/>
            </a:solidFill>
            <a:ln>
              <a:noFill/>
            </a:ln>
          </p:spPr>
        </p:sp>
        <p:sp>
          <p:nvSpPr>
            <p:cNvPr id="58" name="node01.row.item-005.h1.heat"/>
            <p:cNvSpPr/>
            <p:nvPr/>
          </p:nvSpPr>
          <p:spPr>
            <a:xfrm>
              <a:off x="4413250" y="3498850"/>
              <a:ext cx="736600" cy="342900"/>
            </a:xfrm>
            <a:prstGeom prst="rect">
              <a:avLst/>
            </a:prstGeom>
            <a:solidFill>
              <a:srgbClr val="7C9BFF"/>
            </a:solidFill>
            <a:ln>
              <a:noFill/>
            </a:ln>
          </p:spPr>
        </p:sp>
        <p:sp>
          <p:nvSpPr>
            <p:cNvPr id="59" name="node01.row.item-005.h2.heat-gap"/>
            <p:cNvSpPr/>
            <p:nvPr/>
          </p:nvSpPr>
          <p:spPr>
            <a:xfrm>
              <a:off x="5168900" y="3479800"/>
              <a:ext cx="774700" cy="381000"/>
            </a:xfrm>
            <a:prstGeom prst="rect">
              <a:avLst/>
            </a:prstGeom>
            <a:solidFill>
              <a:srgbClr val="FFFFFF"/>
            </a:solidFill>
            <a:ln>
              <a:noFill/>
            </a:ln>
          </p:spPr>
        </p:sp>
        <p:sp>
          <p:nvSpPr>
            <p:cNvPr id="60" name="node01.row.item-005.h2.heat"/>
            <p:cNvSpPr/>
            <p:nvPr/>
          </p:nvSpPr>
          <p:spPr>
            <a:xfrm>
              <a:off x="5187950" y="3498850"/>
              <a:ext cx="736600" cy="342900"/>
            </a:xfrm>
            <a:prstGeom prst="rect">
              <a:avLst/>
            </a:prstGeom>
            <a:solidFill>
              <a:srgbClr val="7C9BFF"/>
            </a:solidFill>
            <a:ln>
              <a:noFill/>
            </a:ln>
          </p:spPr>
        </p:sp>
        <p:sp>
          <p:nvSpPr>
            <p:cNvPr id="61" name="node01.row.item-005.h3.heat-gap"/>
            <p:cNvSpPr/>
            <p:nvPr/>
          </p:nvSpPr>
          <p:spPr>
            <a:xfrm>
              <a:off x="5943600" y="3479800"/>
              <a:ext cx="774700" cy="381000"/>
            </a:xfrm>
            <a:prstGeom prst="rect">
              <a:avLst/>
            </a:prstGeom>
            <a:solidFill>
              <a:srgbClr val="FFFFFF"/>
            </a:solidFill>
            <a:ln>
              <a:noFill/>
            </a:ln>
          </p:spPr>
        </p:sp>
        <p:sp>
          <p:nvSpPr>
            <p:cNvPr id="62" name="node01.row.item-005.h3.heat"/>
            <p:cNvSpPr/>
            <p:nvPr/>
          </p:nvSpPr>
          <p:spPr>
            <a:xfrm>
              <a:off x="5962650" y="3498850"/>
              <a:ext cx="736600" cy="342900"/>
            </a:xfrm>
            <a:prstGeom prst="rect">
              <a:avLst/>
            </a:prstGeom>
            <a:solidFill>
              <a:srgbClr val="B9C9F0"/>
            </a:solidFill>
            <a:ln>
              <a:noFill/>
            </a:ln>
          </p:spPr>
        </p:sp>
        <p:sp>
          <p:nvSpPr>
            <p:cNvPr id="63" name="node01.row.item-005.h4.heat-gap"/>
            <p:cNvSpPr/>
            <p:nvPr/>
          </p:nvSpPr>
          <p:spPr>
            <a:xfrm>
              <a:off x="6718300" y="3479800"/>
              <a:ext cx="774700" cy="381000"/>
            </a:xfrm>
            <a:prstGeom prst="rect">
              <a:avLst/>
            </a:prstGeom>
            <a:solidFill>
              <a:srgbClr val="FFFFFF"/>
            </a:solidFill>
            <a:ln>
              <a:noFill/>
            </a:ln>
          </p:spPr>
        </p:sp>
        <p:sp>
          <p:nvSpPr>
            <p:cNvPr id="64" name="node01.row.item-005.h4.heat"/>
            <p:cNvSpPr/>
            <p:nvPr/>
          </p:nvSpPr>
          <p:spPr>
            <a:xfrm>
              <a:off x="6737350" y="3498850"/>
              <a:ext cx="736600" cy="342900"/>
            </a:xfrm>
            <a:prstGeom prst="rect">
              <a:avLst/>
            </a:prstGeom>
            <a:solidFill>
              <a:srgbClr val="7C9BFF"/>
            </a:solidFill>
            <a:ln>
              <a:noFill/>
            </a:ln>
          </p:spPr>
        </p:sp>
        <p:sp>
          <p:nvSpPr>
            <p:cNvPr id="65" name="node01.row.item-005.ov.heat-gap"/>
            <p:cNvSpPr/>
            <p:nvPr/>
          </p:nvSpPr>
          <p:spPr>
            <a:xfrm>
              <a:off x="7493000" y="3479800"/>
              <a:ext cx="774700" cy="381000"/>
            </a:xfrm>
            <a:prstGeom prst="rect">
              <a:avLst/>
            </a:prstGeom>
            <a:solidFill>
              <a:srgbClr val="FFFFFF"/>
            </a:solidFill>
            <a:ln>
              <a:noFill/>
            </a:ln>
          </p:spPr>
        </p:sp>
        <p:sp>
          <p:nvSpPr>
            <p:cNvPr id="66" name="node01.row.item-005.ov.heat"/>
            <p:cNvSpPr/>
            <p:nvPr/>
          </p:nvSpPr>
          <p:spPr>
            <a:xfrm>
              <a:off x="7512050" y="3498850"/>
              <a:ext cx="736600" cy="342900"/>
            </a:xfrm>
            <a:prstGeom prst="rect">
              <a:avLst/>
            </a:prstGeom>
            <a:solidFill>
              <a:srgbClr val="7C9BFF"/>
            </a:solidFill>
            <a:ln>
              <a:noFill/>
            </a:ln>
          </p:spPr>
        </p:sp>
        <p:sp>
          <p:nvSpPr>
            <p:cNvPr id="67" name="node01.row.item-006.h0.heat-gap"/>
            <p:cNvSpPr/>
            <p:nvPr/>
          </p:nvSpPr>
          <p:spPr>
            <a:xfrm>
              <a:off x="3619500" y="3860800"/>
              <a:ext cx="774700" cy="381000"/>
            </a:xfrm>
            <a:prstGeom prst="rect">
              <a:avLst/>
            </a:prstGeom>
            <a:solidFill>
              <a:srgbClr val="FFFFFF"/>
            </a:solidFill>
            <a:ln>
              <a:noFill/>
            </a:ln>
          </p:spPr>
        </p:sp>
        <p:sp>
          <p:nvSpPr>
            <p:cNvPr id="68" name="node01.row.item-006.h0.heat"/>
            <p:cNvSpPr/>
            <p:nvPr/>
          </p:nvSpPr>
          <p:spPr>
            <a:xfrm>
              <a:off x="3638550" y="3879850"/>
              <a:ext cx="736600" cy="342900"/>
            </a:xfrm>
            <a:prstGeom prst="rect">
              <a:avLst/>
            </a:prstGeom>
            <a:solidFill>
              <a:srgbClr val="B9C9F0"/>
            </a:solidFill>
            <a:ln>
              <a:noFill/>
            </a:ln>
          </p:spPr>
        </p:sp>
        <p:sp>
          <p:nvSpPr>
            <p:cNvPr id="69" name="node01.row.item-006.h1.heat-gap"/>
            <p:cNvSpPr/>
            <p:nvPr/>
          </p:nvSpPr>
          <p:spPr>
            <a:xfrm>
              <a:off x="4394200" y="3860800"/>
              <a:ext cx="774700" cy="381000"/>
            </a:xfrm>
            <a:prstGeom prst="rect">
              <a:avLst/>
            </a:prstGeom>
            <a:solidFill>
              <a:srgbClr val="FFFFFF"/>
            </a:solidFill>
            <a:ln>
              <a:noFill/>
            </a:ln>
          </p:spPr>
        </p:sp>
        <p:sp>
          <p:nvSpPr>
            <p:cNvPr id="70" name="node01.row.item-006.h1.heat"/>
            <p:cNvSpPr/>
            <p:nvPr/>
          </p:nvSpPr>
          <p:spPr>
            <a:xfrm>
              <a:off x="4413250" y="3879850"/>
              <a:ext cx="736600" cy="342900"/>
            </a:xfrm>
            <a:prstGeom prst="rect">
              <a:avLst/>
            </a:prstGeom>
            <a:solidFill>
              <a:srgbClr val="B9C9F0"/>
            </a:solidFill>
            <a:ln>
              <a:noFill/>
            </a:ln>
          </p:spPr>
        </p:sp>
        <p:sp>
          <p:nvSpPr>
            <p:cNvPr id="71" name="node01.row.item-006.h2.heat-gap"/>
            <p:cNvSpPr/>
            <p:nvPr/>
          </p:nvSpPr>
          <p:spPr>
            <a:xfrm>
              <a:off x="5168900" y="3860800"/>
              <a:ext cx="774700" cy="381000"/>
            </a:xfrm>
            <a:prstGeom prst="rect">
              <a:avLst/>
            </a:prstGeom>
            <a:solidFill>
              <a:srgbClr val="FFFFFF"/>
            </a:solidFill>
            <a:ln>
              <a:noFill/>
            </a:ln>
          </p:spPr>
        </p:sp>
        <p:sp>
          <p:nvSpPr>
            <p:cNvPr id="72" name="node01.row.item-006.h2.heat"/>
            <p:cNvSpPr/>
            <p:nvPr/>
          </p:nvSpPr>
          <p:spPr>
            <a:xfrm>
              <a:off x="5187950" y="3879850"/>
              <a:ext cx="736600" cy="342900"/>
            </a:xfrm>
            <a:prstGeom prst="rect">
              <a:avLst/>
            </a:prstGeom>
            <a:solidFill>
              <a:srgbClr val="B9C9F0"/>
            </a:solidFill>
            <a:ln>
              <a:noFill/>
            </a:ln>
          </p:spPr>
        </p:sp>
        <p:sp>
          <p:nvSpPr>
            <p:cNvPr id="73" name="node01.row.item-006.h3.heat-gap"/>
            <p:cNvSpPr/>
            <p:nvPr/>
          </p:nvSpPr>
          <p:spPr>
            <a:xfrm>
              <a:off x="5943600" y="3860800"/>
              <a:ext cx="774700" cy="381000"/>
            </a:xfrm>
            <a:prstGeom prst="rect">
              <a:avLst/>
            </a:prstGeom>
            <a:solidFill>
              <a:srgbClr val="FFFFFF"/>
            </a:solidFill>
            <a:ln>
              <a:noFill/>
            </a:ln>
          </p:spPr>
        </p:sp>
        <p:sp>
          <p:nvSpPr>
            <p:cNvPr id="74" name="node01.row.item-006.h3.heat"/>
            <p:cNvSpPr/>
            <p:nvPr/>
          </p:nvSpPr>
          <p:spPr>
            <a:xfrm>
              <a:off x="5962650" y="3879850"/>
              <a:ext cx="736600" cy="342900"/>
            </a:xfrm>
            <a:prstGeom prst="rect">
              <a:avLst/>
            </a:prstGeom>
            <a:solidFill>
              <a:srgbClr val="B9C9F0"/>
            </a:solidFill>
            <a:ln>
              <a:noFill/>
            </a:ln>
          </p:spPr>
        </p:sp>
        <p:sp>
          <p:nvSpPr>
            <p:cNvPr id="75" name="node01.row.item-006.h4.heat-gap"/>
            <p:cNvSpPr/>
            <p:nvPr/>
          </p:nvSpPr>
          <p:spPr>
            <a:xfrm>
              <a:off x="6718300" y="3860800"/>
              <a:ext cx="774700" cy="381000"/>
            </a:xfrm>
            <a:prstGeom prst="rect">
              <a:avLst/>
            </a:prstGeom>
            <a:solidFill>
              <a:srgbClr val="FFFFFF"/>
            </a:solidFill>
            <a:ln>
              <a:noFill/>
            </a:ln>
          </p:spPr>
        </p:sp>
        <p:sp>
          <p:nvSpPr>
            <p:cNvPr id="76" name="node01.row.item-006.h4.heat"/>
            <p:cNvSpPr/>
            <p:nvPr/>
          </p:nvSpPr>
          <p:spPr>
            <a:xfrm>
              <a:off x="6737350" y="3879850"/>
              <a:ext cx="736600" cy="342900"/>
            </a:xfrm>
            <a:prstGeom prst="rect">
              <a:avLst/>
            </a:prstGeom>
            <a:solidFill>
              <a:srgbClr val="E8EEF8"/>
            </a:solidFill>
            <a:ln>
              <a:noFill/>
            </a:ln>
          </p:spPr>
        </p:sp>
        <p:sp>
          <p:nvSpPr>
            <p:cNvPr id="77" name="node01.row.item-006.ov.heat-gap"/>
            <p:cNvSpPr/>
            <p:nvPr/>
          </p:nvSpPr>
          <p:spPr>
            <a:xfrm>
              <a:off x="7493000" y="3860800"/>
              <a:ext cx="774700" cy="381000"/>
            </a:xfrm>
            <a:prstGeom prst="rect">
              <a:avLst/>
            </a:prstGeom>
            <a:solidFill>
              <a:srgbClr val="FFFFFF"/>
            </a:solidFill>
            <a:ln>
              <a:noFill/>
            </a:ln>
          </p:spPr>
        </p:sp>
        <p:sp>
          <p:nvSpPr>
            <p:cNvPr id="78" name="node01.row.item-006.ov.heat"/>
            <p:cNvSpPr/>
            <p:nvPr/>
          </p:nvSpPr>
          <p:spPr>
            <a:xfrm>
              <a:off x="7512050" y="3879850"/>
              <a:ext cx="736600" cy="342900"/>
            </a:xfrm>
            <a:prstGeom prst="rect">
              <a:avLst/>
            </a:prstGeom>
            <a:solidFill>
              <a:srgbClr val="B9C9F0"/>
            </a:solidFill>
            <a:ln>
              <a:noFill/>
            </a:ln>
          </p:spPr>
        </p:sp>
        <p:sp>
          <p:nvSpPr>
            <p:cNvPr id="79" name="node01.row.item-007.h0.heat-gap"/>
            <p:cNvSpPr/>
            <p:nvPr/>
          </p:nvSpPr>
          <p:spPr>
            <a:xfrm>
              <a:off x="3619500" y="4241800"/>
              <a:ext cx="774700" cy="381000"/>
            </a:xfrm>
            <a:prstGeom prst="rect">
              <a:avLst/>
            </a:prstGeom>
            <a:solidFill>
              <a:srgbClr val="FFFFFF"/>
            </a:solidFill>
            <a:ln>
              <a:noFill/>
            </a:ln>
          </p:spPr>
        </p:sp>
        <p:sp>
          <p:nvSpPr>
            <p:cNvPr id="80" name="node01.row.item-007.h0.heat"/>
            <p:cNvSpPr/>
            <p:nvPr/>
          </p:nvSpPr>
          <p:spPr>
            <a:xfrm>
              <a:off x="3638550" y="4260850"/>
              <a:ext cx="736600" cy="342900"/>
            </a:xfrm>
            <a:prstGeom prst="rect">
              <a:avLst/>
            </a:prstGeom>
            <a:solidFill>
              <a:srgbClr val="0047FF"/>
            </a:solidFill>
            <a:ln>
              <a:noFill/>
            </a:ln>
          </p:spPr>
        </p:sp>
        <p:sp>
          <p:nvSpPr>
            <p:cNvPr id="81" name="node01.row.item-007.h1.heat-gap"/>
            <p:cNvSpPr/>
            <p:nvPr/>
          </p:nvSpPr>
          <p:spPr>
            <a:xfrm>
              <a:off x="4394200" y="4241800"/>
              <a:ext cx="774700" cy="381000"/>
            </a:xfrm>
            <a:prstGeom prst="rect">
              <a:avLst/>
            </a:prstGeom>
            <a:solidFill>
              <a:srgbClr val="FFFFFF"/>
            </a:solidFill>
            <a:ln>
              <a:noFill/>
            </a:ln>
          </p:spPr>
        </p:sp>
        <p:sp>
          <p:nvSpPr>
            <p:cNvPr id="82" name="node01.row.item-007.h1.heat"/>
            <p:cNvSpPr/>
            <p:nvPr/>
          </p:nvSpPr>
          <p:spPr>
            <a:xfrm>
              <a:off x="4413250" y="4260850"/>
              <a:ext cx="736600" cy="342900"/>
            </a:xfrm>
            <a:prstGeom prst="rect">
              <a:avLst/>
            </a:prstGeom>
            <a:solidFill>
              <a:srgbClr val="0047FF"/>
            </a:solidFill>
            <a:ln>
              <a:noFill/>
            </a:ln>
          </p:spPr>
        </p:sp>
        <p:sp>
          <p:nvSpPr>
            <p:cNvPr id="83" name="node01.row.item-007.h2.heat-gap"/>
            <p:cNvSpPr/>
            <p:nvPr/>
          </p:nvSpPr>
          <p:spPr>
            <a:xfrm>
              <a:off x="5168900" y="4241800"/>
              <a:ext cx="774700" cy="381000"/>
            </a:xfrm>
            <a:prstGeom prst="rect">
              <a:avLst/>
            </a:prstGeom>
            <a:solidFill>
              <a:srgbClr val="FFFFFF"/>
            </a:solidFill>
            <a:ln>
              <a:noFill/>
            </a:ln>
          </p:spPr>
        </p:sp>
        <p:sp>
          <p:nvSpPr>
            <p:cNvPr id="84" name="node01.row.item-007.h2.heat"/>
            <p:cNvSpPr/>
            <p:nvPr/>
          </p:nvSpPr>
          <p:spPr>
            <a:xfrm>
              <a:off x="5187950" y="4260850"/>
              <a:ext cx="736600" cy="342900"/>
            </a:xfrm>
            <a:prstGeom prst="rect">
              <a:avLst/>
            </a:prstGeom>
            <a:solidFill>
              <a:srgbClr val="7C9BFF"/>
            </a:solidFill>
            <a:ln>
              <a:noFill/>
            </a:ln>
          </p:spPr>
        </p:sp>
        <p:sp>
          <p:nvSpPr>
            <p:cNvPr id="85" name="node01.row.item-007.h3.heat-gap"/>
            <p:cNvSpPr/>
            <p:nvPr/>
          </p:nvSpPr>
          <p:spPr>
            <a:xfrm>
              <a:off x="5943600" y="4241800"/>
              <a:ext cx="774700" cy="381000"/>
            </a:xfrm>
            <a:prstGeom prst="rect">
              <a:avLst/>
            </a:prstGeom>
            <a:solidFill>
              <a:srgbClr val="FFFFFF"/>
            </a:solidFill>
            <a:ln>
              <a:noFill/>
            </a:ln>
          </p:spPr>
        </p:sp>
        <p:sp>
          <p:nvSpPr>
            <p:cNvPr id="86" name="node01.row.item-007.h3.heat"/>
            <p:cNvSpPr/>
            <p:nvPr/>
          </p:nvSpPr>
          <p:spPr>
            <a:xfrm>
              <a:off x="5962650" y="4260850"/>
              <a:ext cx="736600" cy="342900"/>
            </a:xfrm>
            <a:prstGeom prst="rect">
              <a:avLst/>
            </a:prstGeom>
            <a:solidFill>
              <a:srgbClr val="0047FF"/>
            </a:solidFill>
            <a:ln>
              <a:noFill/>
            </a:ln>
          </p:spPr>
        </p:sp>
        <p:sp>
          <p:nvSpPr>
            <p:cNvPr id="87" name="node01.row.item-007.h4.heat-gap"/>
            <p:cNvSpPr/>
            <p:nvPr/>
          </p:nvSpPr>
          <p:spPr>
            <a:xfrm>
              <a:off x="6718300" y="4241800"/>
              <a:ext cx="774700" cy="381000"/>
            </a:xfrm>
            <a:prstGeom prst="rect">
              <a:avLst/>
            </a:prstGeom>
            <a:solidFill>
              <a:srgbClr val="FFFFFF"/>
            </a:solidFill>
            <a:ln>
              <a:noFill/>
            </a:ln>
          </p:spPr>
        </p:sp>
        <p:sp>
          <p:nvSpPr>
            <p:cNvPr id="88" name="node01.row.item-007.h4.heat"/>
            <p:cNvSpPr/>
            <p:nvPr/>
          </p:nvSpPr>
          <p:spPr>
            <a:xfrm>
              <a:off x="6737350" y="4260850"/>
              <a:ext cx="736600" cy="342900"/>
            </a:xfrm>
            <a:prstGeom prst="rect">
              <a:avLst/>
            </a:prstGeom>
            <a:solidFill>
              <a:srgbClr val="7C9BFF"/>
            </a:solidFill>
            <a:ln>
              <a:noFill/>
            </a:ln>
          </p:spPr>
        </p:sp>
        <p:sp>
          <p:nvSpPr>
            <p:cNvPr id="89" name="node01.row.item-007.ov.heat-gap"/>
            <p:cNvSpPr/>
            <p:nvPr/>
          </p:nvSpPr>
          <p:spPr>
            <a:xfrm>
              <a:off x="7493000" y="4241800"/>
              <a:ext cx="774700" cy="381000"/>
            </a:xfrm>
            <a:prstGeom prst="rect">
              <a:avLst/>
            </a:prstGeom>
            <a:solidFill>
              <a:srgbClr val="FFFFFF"/>
            </a:solidFill>
            <a:ln>
              <a:noFill/>
            </a:ln>
          </p:spPr>
        </p:sp>
        <p:sp>
          <p:nvSpPr>
            <p:cNvPr id="90" name="node01.row.item-007.ov.heat"/>
            <p:cNvSpPr/>
            <p:nvPr/>
          </p:nvSpPr>
          <p:spPr>
            <a:xfrm>
              <a:off x="7512050" y="4260850"/>
              <a:ext cx="736600" cy="342900"/>
            </a:xfrm>
            <a:prstGeom prst="rect">
              <a:avLst/>
            </a:prstGeom>
            <a:solidFill>
              <a:srgbClr val="0047FF"/>
            </a:solidFill>
            <a:ln>
              <a:noFill/>
            </a:ln>
          </p:spPr>
        </p:sp>
        <p:sp>
          <p:nvSpPr>
            <p:cNvPr id="91" name="node01.row.item-008.h0.heat-gap"/>
            <p:cNvSpPr/>
            <p:nvPr/>
          </p:nvSpPr>
          <p:spPr>
            <a:xfrm>
              <a:off x="3619500" y="4622800"/>
              <a:ext cx="774700" cy="381000"/>
            </a:xfrm>
            <a:prstGeom prst="rect">
              <a:avLst/>
            </a:prstGeom>
            <a:solidFill>
              <a:srgbClr val="FFFFFF"/>
            </a:solidFill>
            <a:ln>
              <a:noFill/>
            </a:ln>
          </p:spPr>
        </p:sp>
        <p:sp>
          <p:nvSpPr>
            <p:cNvPr id="92" name="node01.row.item-008.h0.heat"/>
            <p:cNvSpPr/>
            <p:nvPr/>
          </p:nvSpPr>
          <p:spPr>
            <a:xfrm>
              <a:off x="3638550" y="4641850"/>
              <a:ext cx="736600" cy="342900"/>
            </a:xfrm>
            <a:prstGeom prst="rect">
              <a:avLst/>
            </a:prstGeom>
            <a:solidFill>
              <a:srgbClr val="B9C9F0"/>
            </a:solidFill>
            <a:ln>
              <a:noFill/>
            </a:ln>
          </p:spPr>
        </p:sp>
        <p:sp>
          <p:nvSpPr>
            <p:cNvPr id="93" name="node01.row.item-008.h1.heat-gap"/>
            <p:cNvSpPr/>
            <p:nvPr/>
          </p:nvSpPr>
          <p:spPr>
            <a:xfrm>
              <a:off x="4394200" y="4622800"/>
              <a:ext cx="774700" cy="381000"/>
            </a:xfrm>
            <a:prstGeom prst="rect">
              <a:avLst/>
            </a:prstGeom>
            <a:solidFill>
              <a:srgbClr val="FFFFFF"/>
            </a:solidFill>
            <a:ln>
              <a:noFill/>
            </a:ln>
          </p:spPr>
        </p:sp>
        <p:sp>
          <p:nvSpPr>
            <p:cNvPr id="94" name="node01.row.item-008.h1.heat"/>
            <p:cNvSpPr/>
            <p:nvPr/>
          </p:nvSpPr>
          <p:spPr>
            <a:xfrm>
              <a:off x="4413250" y="4641850"/>
              <a:ext cx="736600" cy="342900"/>
            </a:xfrm>
            <a:prstGeom prst="rect">
              <a:avLst/>
            </a:prstGeom>
            <a:solidFill>
              <a:srgbClr val="B9C9F0"/>
            </a:solidFill>
            <a:ln>
              <a:noFill/>
            </a:ln>
          </p:spPr>
        </p:sp>
        <p:sp>
          <p:nvSpPr>
            <p:cNvPr id="95" name="node01.row.item-008.h2.heat-gap"/>
            <p:cNvSpPr/>
            <p:nvPr/>
          </p:nvSpPr>
          <p:spPr>
            <a:xfrm>
              <a:off x="5168900" y="4622800"/>
              <a:ext cx="774700" cy="381000"/>
            </a:xfrm>
            <a:prstGeom prst="rect">
              <a:avLst/>
            </a:prstGeom>
            <a:solidFill>
              <a:srgbClr val="FFFFFF"/>
            </a:solidFill>
            <a:ln>
              <a:noFill/>
            </a:ln>
          </p:spPr>
        </p:sp>
        <p:sp>
          <p:nvSpPr>
            <p:cNvPr id="96" name="node01.row.item-008.h2.heat"/>
            <p:cNvSpPr/>
            <p:nvPr/>
          </p:nvSpPr>
          <p:spPr>
            <a:xfrm>
              <a:off x="5187950" y="4641850"/>
              <a:ext cx="736600" cy="342900"/>
            </a:xfrm>
            <a:prstGeom prst="rect">
              <a:avLst/>
            </a:prstGeom>
            <a:solidFill>
              <a:srgbClr val="E8EEF8"/>
            </a:solidFill>
            <a:ln>
              <a:noFill/>
            </a:ln>
          </p:spPr>
        </p:sp>
        <p:sp>
          <p:nvSpPr>
            <p:cNvPr id="97" name="node01.row.item-008.h3.heat-gap"/>
            <p:cNvSpPr/>
            <p:nvPr/>
          </p:nvSpPr>
          <p:spPr>
            <a:xfrm>
              <a:off x="5943600" y="4622800"/>
              <a:ext cx="774700" cy="381000"/>
            </a:xfrm>
            <a:prstGeom prst="rect">
              <a:avLst/>
            </a:prstGeom>
            <a:solidFill>
              <a:srgbClr val="FFFFFF"/>
            </a:solidFill>
            <a:ln>
              <a:noFill/>
            </a:ln>
          </p:spPr>
        </p:sp>
        <p:sp>
          <p:nvSpPr>
            <p:cNvPr id="98" name="node01.row.item-008.h3.heat"/>
            <p:cNvSpPr/>
            <p:nvPr/>
          </p:nvSpPr>
          <p:spPr>
            <a:xfrm>
              <a:off x="5962650" y="4641850"/>
              <a:ext cx="736600" cy="342900"/>
            </a:xfrm>
            <a:prstGeom prst="rect">
              <a:avLst/>
            </a:prstGeom>
            <a:solidFill>
              <a:srgbClr val="7C9BFF"/>
            </a:solidFill>
            <a:ln>
              <a:noFill/>
            </a:ln>
          </p:spPr>
        </p:sp>
        <p:sp>
          <p:nvSpPr>
            <p:cNvPr id="99" name="node01.row.item-008.h4.heat-gap"/>
            <p:cNvSpPr/>
            <p:nvPr/>
          </p:nvSpPr>
          <p:spPr>
            <a:xfrm>
              <a:off x="6718300" y="4622800"/>
              <a:ext cx="774700" cy="381000"/>
            </a:xfrm>
            <a:prstGeom prst="rect">
              <a:avLst/>
            </a:prstGeom>
            <a:solidFill>
              <a:srgbClr val="FFFFFF"/>
            </a:solidFill>
            <a:ln>
              <a:noFill/>
            </a:ln>
          </p:spPr>
        </p:sp>
        <p:sp>
          <p:nvSpPr>
            <p:cNvPr id="100" name="node01.row.item-008.h4.heat"/>
            <p:cNvSpPr/>
            <p:nvPr/>
          </p:nvSpPr>
          <p:spPr>
            <a:xfrm>
              <a:off x="6737350" y="4641850"/>
              <a:ext cx="736600" cy="342900"/>
            </a:xfrm>
            <a:prstGeom prst="rect">
              <a:avLst/>
            </a:prstGeom>
            <a:solidFill>
              <a:srgbClr val="B9C9F0"/>
            </a:solidFill>
            <a:ln>
              <a:noFill/>
            </a:ln>
          </p:spPr>
        </p:sp>
        <p:sp>
          <p:nvSpPr>
            <p:cNvPr id="101" name="node01.row.item-008.ov.heat-gap"/>
            <p:cNvSpPr/>
            <p:nvPr/>
          </p:nvSpPr>
          <p:spPr>
            <a:xfrm>
              <a:off x="7493000" y="4622800"/>
              <a:ext cx="774700" cy="381000"/>
            </a:xfrm>
            <a:prstGeom prst="rect">
              <a:avLst/>
            </a:prstGeom>
            <a:solidFill>
              <a:srgbClr val="FFFFFF"/>
            </a:solidFill>
            <a:ln>
              <a:noFill/>
            </a:ln>
          </p:spPr>
        </p:sp>
        <p:sp>
          <p:nvSpPr>
            <p:cNvPr id="102" name="node01.row.item-008.ov.heat"/>
            <p:cNvSpPr/>
            <p:nvPr/>
          </p:nvSpPr>
          <p:spPr>
            <a:xfrm>
              <a:off x="7512050" y="4641850"/>
              <a:ext cx="736600" cy="342900"/>
            </a:xfrm>
            <a:prstGeom prst="rect">
              <a:avLst/>
            </a:prstGeom>
            <a:solidFill>
              <a:srgbClr val="B9C9F0"/>
            </a:solidFill>
            <a:ln>
              <a:noFill/>
            </a:ln>
          </p:spPr>
        </p:sp>
        <p:sp>
          <p:nvSpPr>
            <p:cNvPr id="103" name="node01.row.item-009.h0.heat-gap"/>
            <p:cNvSpPr/>
            <p:nvPr/>
          </p:nvSpPr>
          <p:spPr>
            <a:xfrm>
              <a:off x="3619500" y="5003800"/>
              <a:ext cx="774700" cy="381000"/>
            </a:xfrm>
            <a:prstGeom prst="rect">
              <a:avLst/>
            </a:prstGeom>
            <a:solidFill>
              <a:srgbClr val="FFFFFF"/>
            </a:solidFill>
            <a:ln>
              <a:noFill/>
            </a:ln>
          </p:spPr>
        </p:sp>
        <p:sp>
          <p:nvSpPr>
            <p:cNvPr id="104" name="node01.row.item-009.h0.heat"/>
            <p:cNvSpPr/>
            <p:nvPr/>
          </p:nvSpPr>
          <p:spPr>
            <a:xfrm>
              <a:off x="3638550" y="5022850"/>
              <a:ext cx="736600" cy="342900"/>
            </a:xfrm>
            <a:prstGeom prst="rect">
              <a:avLst/>
            </a:prstGeom>
            <a:solidFill>
              <a:srgbClr val="7C9BFF"/>
            </a:solidFill>
            <a:ln>
              <a:noFill/>
            </a:ln>
          </p:spPr>
        </p:sp>
        <p:sp>
          <p:nvSpPr>
            <p:cNvPr id="105" name="node01.row.item-009.h1.heat-gap"/>
            <p:cNvSpPr/>
            <p:nvPr/>
          </p:nvSpPr>
          <p:spPr>
            <a:xfrm>
              <a:off x="4394200" y="5003800"/>
              <a:ext cx="774700" cy="381000"/>
            </a:xfrm>
            <a:prstGeom prst="rect">
              <a:avLst/>
            </a:prstGeom>
            <a:solidFill>
              <a:srgbClr val="FFFFFF"/>
            </a:solidFill>
            <a:ln>
              <a:noFill/>
            </a:ln>
          </p:spPr>
        </p:sp>
        <p:sp>
          <p:nvSpPr>
            <p:cNvPr id="106" name="node01.row.item-009.h1.heat"/>
            <p:cNvSpPr/>
            <p:nvPr/>
          </p:nvSpPr>
          <p:spPr>
            <a:xfrm>
              <a:off x="4413250" y="5022850"/>
              <a:ext cx="736600" cy="342900"/>
            </a:xfrm>
            <a:prstGeom prst="rect">
              <a:avLst/>
            </a:prstGeom>
            <a:solidFill>
              <a:srgbClr val="B9C9F0"/>
            </a:solidFill>
            <a:ln>
              <a:noFill/>
            </a:ln>
          </p:spPr>
        </p:sp>
        <p:sp>
          <p:nvSpPr>
            <p:cNvPr id="107" name="node01.row.item-009.h2.heat-gap"/>
            <p:cNvSpPr/>
            <p:nvPr/>
          </p:nvSpPr>
          <p:spPr>
            <a:xfrm>
              <a:off x="5168900" y="5003800"/>
              <a:ext cx="774700" cy="381000"/>
            </a:xfrm>
            <a:prstGeom prst="rect">
              <a:avLst/>
            </a:prstGeom>
            <a:solidFill>
              <a:srgbClr val="FFFFFF"/>
            </a:solidFill>
            <a:ln>
              <a:noFill/>
            </a:ln>
          </p:spPr>
        </p:sp>
        <p:sp>
          <p:nvSpPr>
            <p:cNvPr id="108" name="node01.row.item-009.h2.heat"/>
            <p:cNvSpPr/>
            <p:nvPr/>
          </p:nvSpPr>
          <p:spPr>
            <a:xfrm>
              <a:off x="5187950" y="5022850"/>
              <a:ext cx="736600" cy="342900"/>
            </a:xfrm>
            <a:prstGeom prst="rect">
              <a:avLst/>
            </a:prstGeom>
            <a:solidFill>
              <a:srgbClr val="B9C9F0"/>
            </a:solidFill>
            <a:ln>
              <a:noFill/>
            </a:ln>
          </p:spPr>
        </p:sp>
        <p:sp>
          <p:nvSpPr>
            <p:cNvPr id="109" name="node01.row.item-009.h3.heat-gap"/>
            <p:cNvSpPr/>
            <p:nvPr/>
          </p:nvSpPr>
          <p:spPr>
            <a:xfrm>
              <a:off x="5943600" y="5003800"/>
              <a:ext cx="774700" cy="381000"/>
            </a:xfrm>
            <a:prstGeom prst="rect">
              <a:avLst/>
            </a:prstGeom>
            <a:solidFill>
              <a:srgbClr val="FFFFFF"/>
            </a:solidFill>
            <a:ln>
              <a:noFill/>
            </a:ln>
          </p:spPr>
        </p:sp>
        <p:sp>
          <p:nvSpPr>
            <p:cNvPr id="110" name="node01.row.item-009.h3.heat"/>
            <p:cNvSpPr/>
            <p:nvPr/>
          </p:nvSpPr>
          <p:spPr>
            <a:xfrm>
              <a:off x="5962650" y="5022850"/>
              <a:ext cx="736600" cy="342900"/>
            </a:xfrm>
            <a:prstGeom prst="rect">
              <a:avLst/>
            </a:prstGeom>
            <a:solidFill>
              <a:srgbClr val="B9C9F0"/>
            </a:solidFill>
            <a:ln>
              <a:noFill/>
            </a:ln>
          </p:spPr>
        </p:sp>
        <p:sp>
          <p:nvSpPr>
            <p:cNvPr id="111" name="node01.row.item-009.h4.heat-gap"/>
            <p:cNvSpPr/>
            <p:nvPr/>
          </p:nvSpPr>
          <p:spPr>
            <a:xfrm>
              <a:off x="6718300" y="5003800"/>
              <a:ext cx="774700" cy="381000"/>
            </a:xfrm>
            <a:prstGeom prst="rect">
              <a:avLst/>
            </a:prstGeom>
            <a:solidFill>
              <a:srgbClr val="FFFFFF"/>
            </a:solidFill>
            <a:ln>
              <a:noFill/>
            </a:ln>
          </p:spPr>
        </p:sp>
        <p:sp>
          <p:nvSpPr>
            <p:cNvPr id="112" name="node01.row.item-009.h4.heat"/>
            <p:cNvSpPr/>
            <p:nvPr/>
          </p:nvSpPr>
          <p:spPr>
            <a:xfrm>
              <a:off x="6737350" y="5022850"/>
              <a:ext cx="736600" cy="342900"/>
            </a:xfrm>
            <a:prstGeom prst="rect">
              <a:avLst/>
            </a:prstGeom>
            <a:solidFill>
              <a:srgbClr val="7C9BFF"/>
            </a:solidFill>
            <a:ln>
              <a:noFill/>
            </a:ln>
          </p:spPr>
        </p:sp>
        <p:sp>
          <p:nvSpPr>
            <p:cNvPr id="113" name="node01.row.item-009.ov.heat-gap"/>
            <p:cNvSpPr/>
            <p:nvPr/>
          </p:nvSpPr>
          <p:spPr>
            <a:xfrm>
              <a:off x="7493000" y="5003800"/>
              <a:ext cx="774700" cy="381000"/>
            </a:xfrm>
            <a:prstGeom prst="rect">
              <a:avLst/>
            </a:prstGeom>
            <a:solidFill>
              <a:srgbClr val="FFFFFF"/>
            </a:solidFill>
            <a:ln>
              <a:noFill/>
            </a:ln>
          </p:spPr>
        </p:sp>
        <p:sp>
          <p:nvSpPr>
            <p:cNvPr id="114" name="node01.row.item-009.ov.heat"/>
            <p:cNvSpPr/>
            <p:nvPr/>
          </p:nvSpPr>
          <p:spPr>
            <a:xfrm>
              <a:off x="7512050" y="5022850"/>
              <a:ext cx="736600" cy="342900"/>
            </a:xfrm>
            <a:prstGeom prst="rect">
              <a:avLst/>
            </a:prstGeom>
            <a:solidFill>
              <a:srgbClr val="B9C9F0"/>
            </a:solidFill>
            <a:ln>
              <a:noFill/>
            </a:ln>
          </p:spPr>
        </p:sp>
        <p:graphicFrame>
          <p:nvGraphicFramePr>
            <p:cNvPr id="115" name="node01.native"/>
            <p:cNvGraphicFramePr>
              <a:graphicFrameLocks noGrp="1"/>
            </p:cNvGraphicFramePr>
            <p:nvPr>
              <p:extLst>
                <p:ext uri="{D42A27DB-BD31-4B8C-83A1-F6EECF244321}">
                  <p14:modId xmlns:p14="http://schemas.microsoft.com/office/powerpoint/2010/main" val="1579011935"/>
                </p:ext>
              </p:extLst>
            </p:nvPr>
          </p:nvGraphicFramePr>
          <p:xfrm>
            <a:off x="1104900" y="1600200"/>
            <a:ext cx="7162800" cy="3784600"/>
          </p:xfrm>
          <a:graphic>
            <a:graphicData uri="http://schemas.openxmlformats.org/drawingml/2006/table">
              <a:tbl>
                <a:tblPr/>
                <a:tblGrid>
                  <a:gridCol w="2514600"/>
                  <a:gridCol w="774700"/>
                  <a:gridCol w="774700"/>
                  <a:gridCol w="774700"/>
                  <a:gridCol w="774700"/>
                  <a:gridCol w="774700"/>
                  <a:gridCol w="774700"/>
                </a:tblGrid>
                <a:tr h="355600">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CAPABILITY</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PROCESS</a:t>
                        </a:r>
                        <a:endParaRPr lang="en-US" sz="900" spc="54" kern="0" b="0" i="0" dirty="0">
                          <a:solidFill>
                            <a:srgbClr val="070154"/>
                          </a:solidFill>
                          <a:latin typeface="IBM Plex Mono SemiBold"/>
                          <a:ea typeface="IBM Plex Mono SemiBold"/>
                          <a:cs typeface="IBM Plex Mono SemiBold"/>
                        </a:endParaRPr>
                      </a:p>
                    </a:txBody>
                    <a:tcPr marL="111727" marR="111727"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2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r>
                          <a:rPr lang="en-US" sz="800" spc="48" kern="0" b="0" i="0" dirty="0">
                            <a:solidFill>
                              <a:srgbClr val="070154"/>
                            </a:solidFill>
                            <a:latin typeface="IBM Plex Mono SemiBold"/>
                            <a:ea typeface="IBM Plex Mono SemiBold"/>
                            <a:cs typeface="IBM Plex Mono SemiBold"/>
                          </a:rPr>
                          <a:t xml:space="preserve">TECHNOLOGY</a:t>
                        </a:r>
                        <a:endParaRPr lang="en-US" sz="800" spc="48" kern="0" b="0" i="0" dirty="0">
                          <a:solidFill>
                            <a:srgbClr val="070154"/>
                          </a:solidFill>
                          <a:latin typeface="IBM Plex Mono SemiBold"/>
                          <a:ea typeface="IBM Plex Mono SemiBold"/>
                          <a:cs typeface="IBM Plex Mono SemiBold"/>
                        </a:endParaRPr>
                      </a:p>
                    </a:txBody>
                    <a:tcPr marL="42546" marR="42546"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DATA</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PEOPLE</a:t>
                        </a:r>
                        <a:endParaRPr lang="en-US" sz="900" spc="54" kern="0" b="0" i="0" dirty="0">
                          <a:solidFill>
                            <a:srgbClr val="070154"/>
                          </a:solidFill>
                          <a:latin typeface="IBM Plex Mono SemiBold"/>
                          <a:ea typeface="IBM Plex Mono SemiBold"/>
                          <a:cs typeface="IBM Plex Mono SemiBold"/>
                        </a:endParaRPr>
                      </a:p>
                    </a:txBody>
                    <a:tcPr marL="149287" marR="149287"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200"/>
                          </a:lnSpc>
                          <a:spcBef>
                            <a:spcPts val="0"/>
                          </a:spcBef>
                          <a:spcAft>
                            <a:spcPts val="0"/>
                          </a:spcAft>
                          <a:buNone/>
                          <a:defRPr lang="en-US" sz="800" spc="48" kern="0" b="0" i="0" dirty="0">
                            <a:solidFill>
                              <a:srgbClr val="070154"/>
                            </a:solidFill>
                            <a:latin typeface="IBM Plex Mono SemiBold"/>
                            <a:ea typeface="IBM Plex Mono SemiBold"/>
                            <a:cs typeface="IBM Plex Mono SemiBold"/>
                          </a:defRPr>
                        </a:pPr>
                        <a:r>
                          <a:rPr lang="en-US" sz="800" spc="48" kern="0" b="0" i="0" dirty="0">
                            <a:solidFill>
                              <a:srgbClr val="070154"/>
                            </a:solidFill>
                            <a:latin typeface="IBM Plex Mono SemiBold"/>
                            <a:ea typeface="IBM Plex Mono SemiBold"/>
                            <a:cs typeface="IBM Plex Mono SemiBold"/>
                          </a:rPr>
                          <a:t xml:space="preserve">GOVERNANCE</a:t>
                        </a:r>
                        <a:endParaRPr lang="en-US" sz="800" spc="48" kern="0" b="0" i="0" dirty="0">
                          <a:solidFill>
                            <a:srgbClr val="070154"/>
                          </a:solidFill>
                          <a:latin typeface="IBM Plex Mono SemiBold"/>
                          <a:ea typeface="IBM Plex Mono SemiBold"/>
                          <a:cs typeface="IBM Plex Mono SemiBold"/>
                        </a:endParaRPr>
                      </a:p>
                    </a:txBody>
                    <a:tcPr marL="42546" marR="42546"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OVERALL</a:t>
                        </a:r>
                        <a:endParaRPr lang="en-US" sz="900" spc="54" kern="0" b="0" i="0" dirty="0">
                          <a:solidFill>
                            <a:srgbClr val="070154"/>
                          </a:solidFill>
                          <a:latin typeface="IBM Plex Mono SemiBold"/>
                          <a:ea typeface="IBM Plex Mono SemiBold"/>
                          <a:cs typeface="IBM Plex Mono SemiBold"/>
                        </a:endParaRPr>
                      </a:p>
                    </a:txBody>
                    <a:tcPr marL="111727" marR="111727"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r>
                <a:tr h="381000">
                  <a:tc>
                    <a:txBody>
                      <a:bodyPr wrap="square" anchor="ctr" lIns="0" rIns="0" tIns="0" bIns="0">
                        <a:noAutofit/>
                      </a:bodyPr>
                      <a:lstStyle/>
                      <a:p>
                        <a:pPr algn="l" marL="0" indent="0">
                          <a:lnSpc>
                            <a:spcPts val="144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Patient access</a:t>
                        </a:r>
                        <a:endParaRPr lang="en-US" sz="1200" spc="0" kern="0" b="0" i="0" dirty="0">
                          <a:solidFill>
                            <a:srgbClr val="070154"/>
                          </a:solidFill>
                          <a:latin typeface="IBM Plex Sans SemiBold"/>
                          <a:ea typeface="IBM Plex Sans SemiBold"/>
                          <a:cs typeface="IBM Plex Sans SemiBold"/>
                        </a:endParaRPr>
                      </a:p>
                    </a:txBody>
                    <a:tcPr marL="475872"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3</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3</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r h="381000">
                  <a:tc>
                    <a:txBody>
                      <a:bodyPr wrap="square" anchor="ctr" lIns="0" rIns="0" tIns="0" bIns="0">
                        <a:noAutofit/>
                      </a:bodyPr>
                      <a:lstStyle/>
                      <a:p>
                        <a:pPr algn="l" marL="0" indent="0">
                          <a:lnSpc>
                            <a:spcPts val="144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Scheduling</a:t>
                        </a:r>
                        <a:endParaRPr lang="en-US" sz="1200" spc="0" kern="0" b="0" i="0" dirty="0">
                          <a:solidFill>
                            <a:srgbClr val="070154"/>
                          </a:solidFill>
                          <a:latin typeface="IBM Plex Sans SemiBold"/>
                          <a:ea typeface="IBM Plex Sans SemiBold"/>
                          <a:cs typeface="IBM Plex Sans SemiBold"/>
                        </a:endParaRPr>
                      </a:p>
                    </a:txBody>
                    <a:tcPr marL="475872"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3</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3</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3</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3</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3</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r h="381000">
                  <a:tc>
                    <a:txBody>
                      <a:bodyPr wrap="square" anchor="ctr" lIns="0" rIns="0" tIns="0" bIns="0">
                        <a:noAutofit/>
                      </a:bodyPr>
                      <a:lstStyle/>
                      <a:p>
                        <a:pPr algn="l" marL="0" indent="0">
                          <a:lnSpc>
                            <a:spcPts val="144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Referral management</a:t>
                        </a:r>
                        <a:endParaRPr lang="en-US" sz="1200" spc="0" kern="0" b="0" i="0" dirty="0">
                          <a:solidFill>
                            <a:srgbClr val="070154"/>
                          </a:solidFill>
                          <a:latin typeface="IBM Plex Sans SemiBold"/>
                          <a:ea typeface="IBM Plex Sans SemiBold"/>
                          <a:cs typeface="IBM Plex Sans SemiBold"/>
                        </a:endParaRPr>
                      </a:p>
                    </a:txBody>
                    <a:tcPr marL="475872"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1</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1</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r h="381000">
                  <a:tc>
                    <a:txBody>
                      <a:bodyPr wrap="square" anchor="ctr" lIns="0" rIns="0" tIns="0" bIns="0">
                        <a:noAutofit/>
                      </a:bodyPr>
                      <a:lstStyle/>
                      <a:p>
                        <a:pPr algn="l" marL="0" indent="0">
                          <a:lnSpc>
                            <a:spcPts val="144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Revenue cycle</a:t>
                        </a:r>
                        <a:endParaRPr lang="en-US" sz="1200" spc="0" kern="0" b="0" i="0" dirty="0">
                          <a:solidFill>
                            <a:srgbClr val="070154"/>
                          </a:solidFill>
                          <a:latin typeface="IBM Plex Sans SemiBold"/>
                          <a:ea typeface="IBM Plex Sans SemiBold"/>
                          <a:cs typeface="IBM Plex Sans SemiBold"/>
                        </a:endParaRPr>
                      </a:p>
                    </a:txBody>
                    <a:tcPr marL="475872"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FFFFFF"/>
                            </a:solidFill>
                            <a:latin typeface="IBM Plex Mono SemiBold"/>
                            <a:ea typeface="IBM Plex Mono SemiBold"/>
                            <a:cs typeface="IBM Plex Mono SemiBold"/>
                          </a:defRPr>
                        </a:pPr>
                        <a:r>
                          <a:rPr lang="en-US" sz="1200" spc="0" kern="0" b="0" i="0" dirty="0">
                            <a:solidFill>
                              <a:srgbClr val="FFFFFF"/>
                            </a:solidFill>
                            <a:latin typeface="IBM Plex Mono SemiBold"/>
                            <a:ea typeface="IBM Plex Mono SemiBold"/>
                            <a:cs typeface="IBM Plex Mono SemiBold"/>
                          </a:rPr>
                          <a:t xml:space="preserve">4</a:t>
                        </a:r>
                        <a:endParaRPr lang="en-US" sz="12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FFFFFF"/>
                            </a:solidFill>
                            <a:latin typeface="IBM Plex Mono SemiBold"/>
                            <a:ea typeface="IBM Plex Mono SemiBold"/>
                            <a:cs typeface="IBM Plex Mono SemiBold"/>
                          </a:defRPr>
                        </a:pPr>
                        <a:r>
                          <a:rPr lang="en-US" sz="1200" spc="0" kern="0" b="0" i="0" dirty="0">
                            <a:solidFill>
                              <a:srgbClr val="FFFFFF"/>
                            </a:solidFill>
                            <a:latin typeface="IBM Plex Mono SemiBold"/>
                            <a:ea typeface="IBM Plex Mono SemiBold"/>
                            <a:cs typeface="IBM Plex Mono SemiBold"/>
                          </a:rPr>
                          <a:t xml:space="preserve">5</a:t>
                        </a:r>
                        <a:endParaRPr lang="en-US" sz="12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3</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3</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FFFFFF"/>
                            </a:solidFill>
                            <a:latin typeface="IBM Plex Mono SemiBold"/>
                            <a:ea typeface="IBM Plex Mono SemiBold"/>
                            <a:cs typeface="IBM Plex Mono SemiBold"/>
                          </a:defRPr>
                        </a:pPr>
                        <a:r>
                          <a:rPr lang="en-US" sz="1200" spc="0" kern="0" b="0" i="0" dirty="0">
                            <a:solidFill>
                              <a:srgbClr val="FFFFFF"/>
                            </a:solidFill>
                            <a:latin typeface="IBM Plex Mono SemiBold"/>
                            <a:ea typeface="IBM Plex Mono SemiBold"/>
                            <a:cs typeface="IBM Plex Mono SemiBold"/>
                          </a:rPr>
                          <a:t xml:space="preserve">4</a:t>
                        </a:r>
                        <a:endParaRPr lang="en-US" sz="12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FFFFFF"/>
                            </a:solidFill>
                            <a:latin typeface="IBM Plex Mono SemiBold"/>
                            <a:ea typeface="IBM Plex Mono SemiBold"/>
                            <a:cs typeface="IBM Plex Mono SemiBold"/>
                          </a:defRPr>
                        </a:pPr>
                        <a:r>
                          <a:rPr lang="en-US" sz="1200" spc="0" kern="0" b="0" i="0" dirty="0">
                            <a:solidFill>
                              <a:srgbClr val="FFFFFF"/>
                            </a:solidFill>
                            <a:latin typeface="IBM Plex Mono SemiBold"/>
                            <a:ea typeface="IBM Plex Mono SemiBold"/>
                            <a:cs typeface="IBM Plex Mono SemiBold"/>
                          </a:rPr>
                          <a:t xml:space="preserve">4</a:t>
                        </a:r>
                        <a:endParaRPr lang="en-US" sz="12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r h="381000">
                  <a:tc>
                    <a:txBody>
                      <a:bodyPr wrap="square" anchor="ctr" lIns="0" rIns="0" tIns="0" bIns="0">
                        <a:noAutofit/>
                      </a:bodyPr>
                      <a:lstStyle/>
                      <a:p>
                        <a:pPr algn="l" marL="0" indent="0">
                          <a:lnSpc>
                            <a:spcPts val="144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Patient billing</a:t>
                        </a:r>
                        <a:endParaRPr lang="en-US" sz="1200" spc="0" kern="0" b="0" i="0" dirty="0">
                          <a:solidFill>
                            <a:srgbClr val="070154"/>
                          </a:solidFill>
                          <a:latin typeface="IBM Plex Sans SemiBold"/>
                          <a:ea typeface="IBM Plex Sans SemiBold"/>
                          <a:cs typeface="IBM Plex Sans SemiBold"/>
                        </a:endParaRPr>
                      </a:p>
                    </a:txBody>
                    <a:tcPr marL="475872"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3</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3</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3</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3</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3</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r h="381000">
                  <a:tc>
                    <a:txBody>
                      <a:bodyPr wrap="square" anchor="ctr" lIns="0" rIns="0" tIns="0" bIns="0">
                        <a:noAutofit/>
                      </a:bodyPr>
                      <a:lstStyle/>
                      <a:p>
                        <a:pPr algn="l" marL="0" indent="0">
                          <a:lnSpc>
                            <a:spcPts val="144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Denials management</a:t>
                        </a:r>
                        <a:endParaRPr lang="en-US" sz="1200" spc="0" kern="0" b="0" i="0" dirty="0">
                          <a:solidFill>
                            <a:srgbClr val="070154"/>
                          </a:solidFill>
                          <a:latin typeface="IBM Plex Sans SemiBold"/>
                          <a:ea typeface="IBM Plex Sans SemiBold"/>
                          <a:cs typeface="IBM Plex Sans SemiBold"/>
                        </a:endParaRPr>
                      </a:p>
                    </a:txBody>
                    <a:tcPr marL="475872"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1</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r h="381000">
                  <a:tc>
                    <a:txBody>
                      <a:bodyPr wrap="square" anchor="ctr" lIns="0" rIns="0" tIns="0" bIns="0">
                        <a:noAutofit/>
                      </a:bodyPr>
                      <a:lstStyle/>
                      <a:p>
                        <a:pPr algn="l" marL="0" indent="0">
                          <a:lnSpc>
                            <a:spcPts val="144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Clinical documentation</a:t>
                        </a:r>
                        <a:endParaRPr lang="en-US" sz="1200" spc="0" kern="0" b="0" i="0" dirty="0">
                          <a:solidFill>
                            <a:srgbClr val="070154"/>
                          </a:solidFill>
                          <a:latin typeface="IBM Plex Sans SemiBold"/>
                          <a:ea typeface="IBM Plex Sans SemiBold"/>
                          <a:cs typeface="IBM Plex Sans SemiBold"/>
                        </a:endParaRPr>
                      </a:p>
                    </a:txBody>
                    <a:tcPr marL="475872"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FFFFFF"/>
                            </a:solidFill>
                            <a:latin typeface="IBM Plex Mono SemiBold"/>
                            <a:ea typeface="IBM Plex Mono SemiBold"/>
                            <a:cs typeface="IBM Plex Mono SemiBold"/>
                          </a:defRPr>
                        </a:pPr>
                        <a:r>
                          <a:rPr lang="en-US" sz="1200" spc="0" kern="0" b="0" i="0" dirty="0">
                            <a:solidFill>
                              <a:srgbClr val="FFFFFF"/>
                            </a:solidFill>
                            <a:latin typeface="IBM Plex Mono SemiBold"/>
                            <a:ea typeface="IBM Plex Mono SemiBold"/>
                            <a:cs typeface="IBM Plex Mono SemiBold"/>
                          </a:rPr>
                          <a:t xml:space="preserve">4</a:t>
                        </a:r>
                        <a:endParaRPr lang="en-US" sz="12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FFFFFF"/>
                            </a:solidFill>
                            <a:latin typeface="IBM Plex Mono SemiBold"/>
                            <a:ea typeface="IBM Plex Mono SemiBold"/>
                            <a:cs typeface="IBM Plex Mono SemiBold"/>
                          </a:defRPr>
                        </a:pPr>
                        <a:r>
                          <a:rPr lang="en-US" sz="1200" spc="0" kern="0" b="0" i="0" dirty="0">
                            <a:solidFill>
                              <a:srgbClr val="FFFFFF"/>
                            </a:solidFill>
                            <a:latin typeface="IBM Plex Mono SemiBold"/>
                            <a:ea typeface="IBM Plex Mono SemiBold"/>
                            <a:cs typeface="IBM Plex Mono SemiBold"/>
                          </a:rPr>
                          <a:t xml:space="preserve">4</a:t>
                        </a:r>
                        <a:endParaRPr lang="en-US" sz="12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3</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FFFFFF"/>
                            </a:solidFill>
                            <a:latin typeface="IBM Plex Mono SemiBold"/>
                            <a:ea typeface="IBM Plex Mono SemiBold"/>
                            <a:cs typeface="IBM Plex Mono SemiBold"/>
                          </a:defRPr>
                        </a:pPr>
                        <a:r>
                          <a:rPr lang="en-US" sz="1200" spc="0" kern="0" b="0" i="0" dirty="0">
                            <a:solidFill>
                              <a:srgbClr val="FFFFFF"/>
                            </a:solidFill>
                            <a:latin typeface="IBM Plex Mono SemiBold"/>
                            <a:ea typeface="IBM Plex Mono SemiBold"/>
                            <a:cs typeface="IBM Plex Mono SemiBold"/>
                          </a:rPr>
                          <a:t xml:space="preserve">4</a:t>
                        </a:r>
                        <a:endParaRPr lang="en-US" sz="12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3</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FFFFFF"/>
                            </a:solidFill>
                            <a:latin typeface="IBM Plex Mono SemiBold"/>
                            <a:ea typeface="IBM Plex Mono SemiBold"/>
                            <a:cs typeface="IBM Plex Mono SemiBold"/>
                          </a:defRPr>
                        </a:pPr>
                        <a:r>
                          <a:rPr lang="en-US" sz="1200" spc="0" kern="0" b="0" i="0" dirty="0">
                            <a:solidFill>
                              <a:srgbClr val="FFFFFF"/>
                            </a:solidFill>
                            <a:latin typeface="IBM Plex Mono SemiBold"/>
                            <a:ea typeface="IBM Plex Mono SemiBold"/>
                            <a:cs typeface="IBM Plex Mono SemiBold"/>
                          </a:rPr>
                          <a:t xml:space="preserve">4</a:t>
                        </a:r>
                        <a:endParaRPr lang="en-US" sz="1200" spc="0"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r h="381000">
                  <a:tc>
                    <a:txBody>
                      <a:bodyPr wrap="square" anchor="ctr" lIns="0" rIns="0" tIns="0" bIns="0">
                        <a:noAutofit/>
                      </a:bodyPr>
                      <a:lstStyle/>
                      <a:p>
                        <a:pPr algn="l" marL="0" indent="0">
                          <a:lnSpc>
                            <a:spcPts val="144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Care coordination</a:t>
                        </a:r>
                        <a:endParaRPr lang="en-US" sz="1200" spc="0" kern="0" b="0" i="0" dirty="0">
                          <a:solidFill>
                            <a:srgbClr val="070154"/>
                          </a:solidFill>
                          <a:latin typeface="IBM Plex Sans SemiBold"/>
                          <a:ea typeface="IBM Plex Sans SemiBold"/>
                          <a:cs typeface="IBM Plex Sans SemiBold"/>
                        </a:endParaRPr>
                      </a:p>
                    </a:txBody>
                    <a:tcPr marL="475872"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1</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3</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r h="381000">
                  <a:tc>
                    <a:txBody>
                      <a:bodyPr wrap="square" anchor="ctr" lIns="0" rIns="0" tIns="0" bIns="0">
                        <a:noAutofit/>
                      </a:bodyPr>
                      <a:lstStyle/>
                      <a:p>
                        <a:pPr algn="l" marL="0" indent="0">
                          <a:lnSpc>
                            <a:spcPts val="144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Supply chain</a:t>
                        </a:r>
                        <a:endParaRPr lang="en-US" sz="1200" spc="0" kern="0" b="0" i="0" dirty="0">
                          <a:solidFill>
                            <a:srgbClr val="070154"/>
                          </a:solidFill>
                          <a:latin typeface="IBM Plex Sans SemiBold"/>
                          <a:ea typeface="IBM Plex Sans SemiBold"/>
                          <a:cs typeface="IBM Plex Sans SemiBold"/>
                        </a:endParaRPr>
                      </a:p>
                    </a:txBody>
                    <a:tcPr marL="475872"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3</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3</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bl>
            </a:graphicData>
          </a:graphic>
        </p:graphicFrame>
        <p:sp>
          <p:nvSpPr>
            <p:cNvPr id="116" name="node01.row.item-001.c0.ref.fill"/>
            <p:cNvSpPr/>
            <p:nvPr/>
          </p:nvSpPr>
          <p:spPr>
            <a:xfrm>
              <a:off x="1257300" y="2032000"/>
              <a:ext cx="247272" cy="165100"/>
            </a:xfrm>
            <a:prstGeom prst="rect">
              <a:avLst/>
            </a:prstGeom>
            <a:ln w="9525">
              <a:solidFill>
                <a:srgbClr val="070154"/>
              </a:solidFill>
              <a:prstDash val="solid"/>
            </a:ln>
          </p:spPr>
        </p:sp>
        <p:sp>
          <p:nvSpPr>
            <p:cNvPr id="117" name="node01.row.item-001.c0.ref"/>
            <p:cNvSpPr/>
            <p:nvPr/>
          </p:nvSpPr>
          <p:spPr>
            <a:xfrm>
              <a:off x="1295400" y="2028825"/>
              <a:ext cx="171072" cy="171450"/>
            </a:xfrm>
            <a:prstGeom prst="rect">
              <a:avLst/>
            </a:prstGeom>
            <a:noFill/>
            <a:ln/>
          </p:spPr>
          <p:txBody>
            <a:bodyPr wrap="square" lIns="0" tIns="0" rIns="0" bIns="0" rtlCol="0" anchor="t"/>
            <a:lstStyle/>
            <a:p>
              <a:pPr algn="ctr" indent="0" marL="0">
                <a:lnSpc>
                  <a:spcPts val="1300"/>
                </a:lnSpc>
                <a:buNone/>
              </a:pPr>
              <a:r>
                <a:rPr lang="en-US" sz="900" spc="36" kern="0" b="0" i="0" dirty="0">
                  <a:solidFill>
                    <a:srgbClr val="070154"/>
                  </a:solidFill>
                  <a:latin typeface="IBM Plex Mono SemiBold"/>
                  <a:ea typeface="IBM Plex Mono SemiBold"/>
                  <a:cs typeface="IBM Plex Mono SemiBold"/>
                </a:rPr>
                <a:t>A1</a:t>
              </a:r>
              <a:endParaRPr lang="en-US" sz="900" spc="36" kern="0" b="0" i="0" dirty="0">
                <a:solidFill>
                  <a:srgbClr val="070154"/>
                </a:solidFill>
                <a:latin typeface="IBM Plex Mono SemiBold"/>
                <a:ea typeface="IBM Plex Mono SemiBold"/>
                <a:cs typeface="IBM Plex Mono SemiBold"/>
              </a:endParaRPr>
            </a:p>
          </p:txBody>
        </p:sp>
        <p:sp>
          <p:nvSpPr>
            <p:cNvPr id="118" name="node01.row.item-002.c0.ref.fill"/>
            <p:cNvSpPr/>
            <p:nvPr/>
          </p:nvSpPr>
          <p:spPr>
            <a:xfrm>
              <a:off x="1257300" y="2413000"/>
              <a:ext cx="247272" cy="165100"/>
            </a:xfrm>
            <a:prstGeom prst="rect">
              <a:avLst/>
            </a:prstGeom>
            <a:ln w="9525">
              <a:solidFill>
                <a:srgbClr val="070154"/>
              </a:solidFill>
              <a:prstDash val="solid"/>
            </a:ln>
          </p:spPr>
        </p:sp>
        <p:sp>
          <p:nvSpPr>
            <p:cNvPr id="119" name="node01.row.item-002.c0.ref"/>
            <p:cNvSpPr/>
            <p:nvPr/>
          </p:nvSpPr>
          <p:spPr>
            <a:xfrm>
              <a:off x="1295400" y="2409825"/>
              <a:ext cx="171072" cy="171450"/>
            </a:xfrm>
            <a:prstGeom prst="rect">
              <a:avLst/>
            </a:prstGeom>
            <a:noFill/>
            <a:ln/>
          </p:spPr>
          <p:txBody>
            <a:bodyPr wrap="square" lIns="0" tIns="0" rIns="0" bIns="0" rtlCol="0" anchor="t"/>
            <a:lstStyle/>
            <a:p>
              <a:pPr algn="ctr" indent="0" marL="0">
                <a:lnSpc>
                  <a:spcPts val="1300"/>
                </a:lnSpc>
                <a:buNone/>
              </a:pPr>
              <a:r>
                <a:rPr lang="en-US" sz="900" spc="36" kern="0" b="0" i="0" dirty="0">
                  <a:solidFill>
                    <a:srgbClr val="070154"/>
                  </a:solidFill>
                  <a:latin typeface="IBM Plex Mono SemiBold"/>
                  <a:ea typeface="IBM Plex Mono SemiBold"/>
                  <a:cs typeface="IBM Plex Mono SemiBold"/>
                </a:rPr>
                <a:t>A2</a:t>
              </a:r>
              <a:endParaRPr lang="en-US" sz="900" spc="36" kern="0" b="0" i="0" dirty="0">
                <a:solidFill>
                  <a:srgbClr val="070154"/>
                </a:solidFill>
                <a:latin typeface="IBM Plex Mono SemiBold"/>
                <a:ea typeface="IBM Plex Mono SemiBold"/>
                <a:cs typeface="IBM Plex Mono SemiBold"/>
              </a:endParaRPr>
            </a:p>
          </p:txBody>
        </p:sp>
        <p:sp>
          <p:nvSpPr>
            <p:cNvPr id="120" name="node01.row.item-003.c0.ref.fill"/>
            <p:cNvSpPr/>
            <p:nvPr/>
          </p:nvSpPr>
          <p:spPr>
            <a:xfrm>
              <a:off x="1257300" y="2794000"/>
              <a:ext cx="247272" cy="165100"/>
            </a:xfrm>
            <a:prstGeom prst="rect">
              <a:avLst/>
            </a:prstGeom>
            <a:ln w="9525">
              <a:solidFill>
                <a:srgbClr val="070154"/>
              </a:solidFill>
              <a:prstDash val="solid"/>
            </a:ln>
          </p:spPr>
        </p:sp>
        <p:sp>
          <p:nvSpPr>
            <p:cNvPr id="121" name="node01.row.item-003.c0.ref"/>
            <p:cNvSpPr/>
            <p:nvPr/>
          </p:nvSpPr>
          <p:spPr>
            <a:xfrm>
              <a:off x="1295400" y="2790825"/>
              <a:ext cx="171072" cy="171450"/>
            </a:xfrm>
            <a:prstGeom prst="rect">
              <a:avLst/>
            </a:prstGeom>
            <a:noFill/>
            <a:ln/>
          </p:spPr>
          <p:txBody>
            <a:bodyPr wrap="square" lIns="0" tIns="0" rIns="0" bIns="0" rtlCol="0" anchor="t"/>
            <a:lstStyle/>
            <a:p>
              <a:pPr algn="ctr" indent="0" marL="0">
                <a:lnSpc>
                  <a:spcPts val="1300"/>
                </a:lnSpc>
                <a:buNone/>
              </a:pPr>
              <a:r>
                <a:rPr lang="en-US" sz="900" spc="36" kern="0" b="0" i="0" dirty="0">
                  <a:solidFill>
                    <a:srgbClr val="070154"/>
                  </a:solidFill>
                  <a:latin typeface="IBM Plex Mono SemiBold"/>
                  <a:ea typeface="IBM Plex Mono SemiBold"/>
                  <a:cs typeface="IBM Plex Mono SemiBold"/>
                </a:rPr>
                <a:t>A3</a:t>
              </a:r>
              <a:endParaRPr lang="en-US" sz="900" spc="36" kern="0" b="0" i="0" dirty="0">
                <a:solidFill>
                  <a:srgbClr val="070154"/>
                </a:solidFill>
                <a:latin typeface="IBM Plex Mono SemiBold"/>
                <a:ea typeface="IBM Plex Mono SemiBold"/>
                <a:cs typeface="IBM Plex Mono SemiBold"/>
              </a:endParaRPr>
            </a:p>
          </p:txBody>
        </p:sp>
        <p:sp>
          <p:nvSpPr>
            <p:cNvPr id="122" name="node01.row.item-004.c0.ref.fill"/>
            <p:cNvSpPr/>
            <p:nvPr/>
          </p:nvSpPr>
          <p:spPr>
            <a:xfrm>
              <a:off x="1257300" y="3175000"/>
              <a:ext cx="247272" cy="165100"/>
            </a:xfrm>
            <a:prstGeom prst="rect">
              <a:avLst/>
            </a:prstGeom>
            <a:solidFill>
              <a:srgbClr val="070154"/>
            </a:solidFill>
            <a:ln w="9525">
              <a:solidFill>
                <a:srgbClr val="070154"/>
              </a:solidFill>
              <a:prstDash val="solid"/>
            </a:ln>
          </p:spPr>
        </p:sp>
        <p:sp>
          <p:nvSpPr>
            <p:cNvPr id="123" name="node01.row.item-004.c0.ref"/>
            <p:cNvSpPr/>
            <p:nvPr/>
          </p:nvSpPr>
          <p:spPr>
            <a:xfrm>
              <a:off x="1295400" y="3171825"/>
              <a:ext cx="171072" cy="171450"/>
            </a:xfrm>
            <a:prstGeom prst="rect">
              <a:avLst/>
            </a:prstGeom>
            <a:noFill/>
            <a:ln/>
          </p:spPr>
          <p:txBody>
            <a:bodyPr wrap="square" lIns="0" tIns="0" rIns="0" bIns="0" rtlCol="0" anchor="t"/>
            <a:lstStyle/>
            <a:p>
              <a:pPr algn="ctr" indent="0" marL="0">
                <a:lnSpc>
                  <a:spcPts val="1300"/>
                </a:lnSpc>
                <a:buNone/>
              </a:pPr>
              <a:r>
                <a:rPr lang="en-US" sz="900" spc="36" kern="0" b="0" i="0" dirty="0">
                  <a:solidFill>
                    <a:srgbClr val="FFFFFF"/>
                  </a:solidFill>
                  <a:latin typeface="IBM Plex Mono SemiBold"/>
                  <a:ea typeface="IBM Plex Mono SemiBold"/>
                  <a:cs typeface="IBM Plex Mono SemiBold"/>
                </a:rPr>
                <a:t>A4</a:t>
              </a:r>
              <a:endParaRPr lang="en-US" sz="900" spc="36" kern="0" b="0" i="0" dirty="0">
                <a:solidFill>
                  <a:srgbClr val="FFFFFF"/>
                </a:solidFill>
                <a:latin typeface="IBM Plex Mono SemiBold"/>
                <a:ea typeface="IBM Plex Mono SemiBold"/>
                <a:cs typeface="IBM Plex Mono SemiBold"/>
              </a:endParaRPr>
            </a:p>
          </p:txBody>
        </p:sp>
        <p:sp>
          <p:nvSpPr>
            <p:cNvPr id="124" name="node01.row.item-005.c0.ref.fill"/>
            <p:cNvSpPr/>
            <p:nvPr/>
          </p:nvSpPr>
          <p:spPr>
            <a:xfrm>
              <a:off x="1257300" y="3556000"/>
              <a:ext cx="247272" cy="165100"/>
            </a:xfrm>
            <a:prstGeom prst="rect">
              <a:avLst/>
            </a:prstGeom>
            <a:solidFill>
              <a:srgbClr val="070154"/>
            </a:solidFill>
            <a:ln w="9525">
              <a:solidFill>
                <a:srgbClr val="070154"/>
              </a:solidFill>
              <a:prstDash val="solid"/>
            </a:ln>
          </p:spPr>
        </p:sp>
        <p:sp>
          <p:nvSpPr>
            <p:cNvPr id="125" name="node01.row.item-005.c0.ref"/>
            <p:cNvSpPr/>
            <p:nvPr/>
          </p:nvSpPr>
          <p:spPr>
            <a:xfrm>
              <a:off x="1295400" y="3552825"/>
              <a:ext cx="171072" cy="171450"/>
            </a:xfrm>
            <a:prstGeom prst="rect">
              <a:avLst/>
            </a:prstGeom>
            <a:noFill/>
            <a:ln/>
          </p:spPr>
          <p:txBody>
            <a:bodyPr wrap="square" lIns="0" tIns="0" rIns="0" bIns="0" rtlCol="0" anchor="t"/>
            <a:lstStyle/>
            <a:p>
              <a:pPr algn="ctr" indent="0" marL="0">
                <a:lnSpc>
                  <a:spcPts val="1300"/>
                </a:lnSpc>
                <a:buNone/>
              </a:pPr>
              <a:r>
                <a:rPr lang="en-US" sz="900" spc="36" kern="0" b="0" i="0" dirty="0">
                  <a:solidFill>
                    <a:srgbClr val="FFFFFF"/>
                  </a:solidFill>
                  <a:latin typeface="IBM Plex Mono SemiBold"/>
                  <a:ea typeface="IBM Plex Mono SemiBold"/>
                  <a:cs typeface="IBM Plex Mono SemiBold"/>
                </a:rPr>
                <a:t>A5</a:t>
              </a:r>
              <a:endParaRPr lang="en-US" sz="900" spc="36" kern="0" b="0" i="0" dirty="0">
                <a:solidFill>
                  <a:srgbClr val="FFFFFF"/>
                </a:solidFill>
                <a:latin typeface="IBM Plex Mono SemiBold"/>
                <a:ea typeface="IBM Plex Mono SemiBold"/>
                <a:cs typeface="IBM Plex Mono SemiBold"/>
              </a:endParaRPr>
            </a:p>
          </p:txBody>
        </p:sp>
        <p:sp>
          <p:nvSpPr>
            <p:cNvPr id="126" name="node01.row.item-006.c0.ref.fill"/>
            <p:cNvSpPr/>
            <p:nvPr/>
          </p:nvSpPr>
          <p:spPr>
            <a:xfrm>
              <a:off x="1257300" y="3937000"/>
              <a:ext cx="247272" cy="165100"/>
            </a:xfrm>
            <a:prstGeom prst="rect">
              <a:avLst/>
            </a:prstGeom>
            <a:solidFill>
              <a:srgbClr val="070154"/>
            </a:solidFill>
            <a:ln w="9525">
              <a:solidFill>
                <a:srgbClr val="070154"/>
              </a:solidFill>
              <a:prstDash val="solid"/>
            </a:ln>
          </p:spPr>
        </p:sp>
        <p:sp>
          <p:nvSpPr>
            <p:cNvPr id="127" name="node01.row.item-006.c0.ref"/>
            <p:cNvSpPr/>
            <p:nvPr/>
          </p:nvSpPr>
          <p:spPr>
            <a:xfrm>
              <a:off x="1295400" y="3933825"/>
              <a:ext cx="171072" cy="171450"/>
            </a:xfrm>
            <a:prstGeom prst="rect">
              <a:avLst/>
            </a:prstGeom>
            <a:noFill/>
            <a:ln/>
          </p:spPr>
          <p:txBody>
            <a:bodyPr wrap="square" lIns="0" tIns="0" rIns="0" bIns="0" rtlCol="0" anchor="t"/>
            <a:lstStyle/>
            <a:p>
              <a:pPr algn="ctr" indent="0" marL="0">
                <a:lnSpc>
                  <a:spcPts val="1300"/>
                </a:lnSpc>
                <a:buNone/>
              </a:pPr>
              <a:r>
                <a:rPr lang="en-US" sz="900" spc="36" kern="0" b="0" i="0" dirty="0">
                  <a:solidFill>
                    <a:srgbClr val="FFFFFF"/>
                  </a:solidFill>
                  <a:latin typeface="IBM Plex Mono SemiBold"/>
                  <a:ea typeface="IBM Plex Mono SemiBold"/>
                  <a:cs typeface="IBM Plex Mono SemiBold"/>
                </a:rPr>
                <a:t>A6</a:t>
              </a:r>
              <a:endParaRPr lang="en-US" sz="900" spc="36" kern="0" b="0" i="0" dirty="0">
                <a:solidFill>
                  <a:srgbClr val="FFFFFF"/>
                </a:solidFill>
                <a:latin typeface="IBM Plex Mono SemiBold"/>
                <a:ea typeface="IBM Plex Mono SemiBold"/>
                <a:cs typeface="IBM Plex Mono SemiBold"/>
              </a:endParaRPr>
            </a:p>
          </p:txBody>
        </p:sp>
        <p:sp>
          <p:nvSpPr>
            <p:cNvPr id="128" name="node01.row.item-007.c0.ref.fill"/>
            <p:cNvSpPr/>
            <p:nvPr/>
          </p:nvSpPr>
          <p:spPr>
            <a:xfrm>
              <a:off x="1257300" y="4318000"/>
              <a:ext cx="247272" cy="165100"/>
            </a:xfrm>
            <a:prstGeom prst="rect">
              <a:avLst/>
            </a:prstGeom>
            <a:ln w="9525">
              <a:solidFill>
                <a:srgbClr val="070154"/>
              </a:solidFill>
              <a:prstDash val="solid"/>
            </a:ln>
          </p:spPr>
        </p:sp>
        <p:sp>
          <p:nvSpPr>
            <p:cNvPr id="129" name="node01.row.item-007.c0.ref"/>
            <p:cNvSpPr/>
            <p:nvPr/>
          </p:nvSpPr>
          <p:spPr>
            <a:xfrm>
              <a:off x="1295400" y="4314825"/>
              <a:ext cx="171072" cy="171450"/>
            </a:xfrm>
            <a:prstGeom prst="rect">
              <a:avLst/>
            </a:prstGeom>
            <a:noFill/>
            <a:ln/>
          </p:spPr>
          <p:txBody>
            <a:bodyPr wrap="square" lIns="0" tIns="0" rIns="0" bIns="0" rtlCol="0" anchor="t"/>
            <a:lstStyle/>
            <a:p>
              <a:pPr algn="ctr" indent="0" marL="0">
                <a:lnSpc>
                  <a:spcPts val="1300"/>
                </a:lnSpc>
                <a:buNone/>
              </a:pPr>
              <a:r>
                <a:rPr lang="en-US" sz="900" spc="36" kern="0" b="0" i="0" dirty="0">
                  <a:solidFill>
                    <a:srgbClr val="070154"/>
                  </a:solidFill>
                  <a:latin typeface="IBM Plex Mono SemiBold"/>
                  <a:ea typeface="IBM Plex Mono SemiBold"/>
                  <a:cs typeface="IBM Plex Mono SemiBold"/>
                </a:rPr>
                <a:t>A7</a:t>
              </a:r>
              <a:endParaRPr lang="en-US" sz="900" spc="36" kern="0" b="0" i="0" dirty="0">
                <a:solidFill>
                  <a:srgbClr val="070154"/>
                </a:solidFill>
                <a:latin typeface="IBM Plex Mono SemiBold"/>
                <a:ea typeface="IBM Plex Mono SemiBold"/>
                <a:cs typeface="IBM Plex Mono SemiBold"/>
              </a:endParaRPr>
            </a:p>
          </p:txBody>
        </p:sp>
        <p:sp>
          <p:nvSpPr>
            <p:cNvPr id="130" name="node01.row.item-008.c0.ref.fill"/>
            <p:cNvSpPr/>
            <p:nvPr/>
          </p:nvSpPr>
          <p:spPr>
            <a:xfrm>
              <a:off x="1257300" y="4699000"/>
              <a:ext cx="247272" cy="165100"/>
            </a:xfrm>
            <a:prstGeom prst="rect">
              <a:avLst/>
            </a:prstGeom>
            <a:ln w="9525">
              <a:solidFill>
                <a:srgbClr val="070154"/>
              </a:solidFill>
              <a:prstDash val="solid"/>
            </a:ln>
          </p:spPr>
        </p:sp>
        <p:sp>
          <p:nvSpPr>
            <p:cNvPr id="131" name="node01.row.item-008.c0.ref"/>
            <p:cNvSpPr/>
            <p:nvPr/>
          </p:nvSpPr>
          <p:spPr>
            <a:xfrm>
              <a:off x="1295400" y="4695825"/>
              <a:ext cx="171072" cy="171450"/>
            </a:xfrm>
            <a:prstGeom prst="rect">
              <a:avLst/>
            </a:prstGeom>
            <a:noFill/>
            <a:ln/>
          </p:spPr>
          <p:txBody>
            <a:bodyPr wrap="square" lIns="0" tIns="0" rIns="0" bIns="0" rtlCol="0" anchor="t"/>
            <a:lstStyle/>
            <a:p>
              <a:pPr algn="ctr" indent="0" marL="0">
                <a:lnSpc>
                  <a:spcPts val="1300"/>
                </a:lnSpc>
                <a:buNone/>
              </a:pPr>
              <a:r>
                <a:rPr lang="en-US" sz="900" spc="36" kern="0" b="0" i="0" dirty="0">
                  <a:solidFill>
                    <a:srgbClr val="070154"/>
                  </a:solidFill>
                  <a:latin typeface="IBM Plex Mono SemiBold"/>
                  <a:ea typeface="IBM Plex Mono SemiBold"/>
                  <a:cs typeface="IBM Plex Mono SemiBold"/>
                </a:rPr>
                <a:t>A8</a:t>
              </a:r>
              <a:endParaRPr lang="en-US" sz="900" spc="36" kern="0" b="0" i="0" dirty="0">
                <a:solidFill>
                  <a:srgbClr val="070154"/>
                </a:solidFill>
                <a:latin typeface="IBM Plex Mono SemiBold"/>
                <a:ea typeface="IBM Plex Mono SemiBold"/>
                <a:cs typeface="IBM Plex Mono SemiBold"/>
              </a:endParaRPr>
            </a:p>
          </p:txBody>
        </p:sp>
        <p:sp>
          <p:nvSpPr>
            <p:cNvPr id="132" name="node01.row.item-009.c0.ref.fill"/>
            <p:cNvSpPr/>
            <p:nvPr/>
          </p:nvSpPr>
          <p:spPr>
            <a:xfrm>
              <a:off x="1257300" y="5080000"/>
              <a:ext cx="247272" cy="165100"/>
            </a:xfrm>
            <a:prstGeom prst="rect">
              <a:avLst/>
            </a:prstGeom>
            <a:ln w="9525">
              <a:solidFill>
                <a:srgbClr val="070154"/>
              </a:solidFill>
              <a:prstDash val="solid"/>
            </a:ln>
          </p:spPr>
        </p:sp>
        <p:sp>
          <p:nvSpPr>
            <p:cNvPr id="133" name="node01.row.item-009.c0.ref"/>
            <p:cNvSpPr/>
            <p:nvPr/>
          </p:nvSpPr>
          <p:spPr>
            <a:xfrm>
              <a:off x="1295400" y="5076825"/>
              <a:ext cx="171072" cy="171450"/>
            </a:xfrm>
            <a:prstGeom prst="rect">
              <a:avLst/>
            </a:prstGeom>
            <a:noFill/>
            <a:ln/>
          </p:spPr>
          <p:txBody>
            <a:bodyPr wrap="square" lIns="0" tIns="0" rIns="0" bIns="0" rtlCol="0" anchor="t"/>
            <a:lstStyle/>
            <a:p>
              <a:pPr algn="ctr" indent="0" marL="0">
                <a:lnSpc>
                  <a:spcPts val="1300"/>
                </a:lnSpc>
                <a:buNone/>
              </a:pPr>
              <a:r>
                <a:rPr lang="en-US" sz="900" spc="36" kern="0" b="0" i="0" dirty="0">
                  <a:solidFill>
                    <a:srgbClr val="070154"/>
                  </a:solidFill>
                  <a:latin typeface="IBM Plex Mono SemiBold"/>
                  <a:ea typeface="IBM Plex Mono SemiBold"/>
                  <a:cs typeface="IBM Plex Mono SemiBold"/>
                </a:rPr>
                <a:t>A9</a:t>
              </a:r>
              <a:endParaRPr lang="en-US" sz="900" spc="36" kern="0" b="0" i="0" dirty="0">
                <a:solidFill>
                  <a:srgbClr val="070154"/>
                </a:solidFill>
                <a:latin typeface="IBM Plex Mono SemiBold"/>
                <a:ea typeface="IBM Plex Mono SemiBold"/>
                <a:cs typeface="IBM Plex Mono SemiBold"/>
              </a:endParaRPr>
            </a:p>
          </p:txBody>
        </p:sp>
        <p:sp>
          <p:nvSpPr>
            <p:cNvPr id="134" name="node01.row-group.source-001.fill"/>
            <p:cNvSpPr/>
            <p:nvPr/>
          </p:nvSpPr>
          <p:spPr>
            <a:xfrm>
              <a:off x="723900" y="1974850"/>
              <a:ext cx="304800" cy="1104900"/>
            </a:xfrm>
            <a:prstGeom prst="rect">
              <a:avLst/>
            </a:prstGeom>
            <a:solidFill>
              <a:srgbClr val="070154"/>
            </a:solidFill>
            <a:ln>
              <a:noFill/>
            </a:ln>
          </p:spPr>
        </p:sp>
        <p:sp>
          <p:nvSpPr>
            <p:cNvPr id="135" name="node01.row-group.source-001.label"/>
            <p:cNvSpPr/>
            <p:nvPr/>
          </p:nvSpPr>
          <p:spPr>
            <a:xfrm rot="-5400000">
              <a:off x="323850" y="2451100"/>
              <a:ext cx="1104900" cy="152400"/>
            </a:xfrm>
            <a:prstGeom prst="rect">
              <a:avLst/>
            </a:prstGeom>
            <a:noFill/>
            <a:ln/>
          </p:spPr>
          <p:txBody>
            <a:bodyPr wrap="square" lIns="0" tIns="0" rIns="0" bIns="0" rtlCol="0" anchor="t"/>
            <a:lstStyle/>
            <a:p>
              <a:pPr algn="ctr" indent="0" marL="0">
                <a:lnSpc>
                  <a:spcPts val="1200"/>
                </a:lnSpc>
                <a:buNone/>
              </a:pPr>
              <a:r>
                <a:rPr lang="en-US" sz="800" spc="80" kern="0" b="0" i="0" dirty="0">
                  <a:solidFill>
                    <a:srgbClr val="FFFFFF"/>
                  </a:solidFill>
                  <a:latin typeface="IBM Plex Mono SemiBold"/>
                  <a:ea typeface="IBM Plex Mono SemiBold"/>
                  <a:cs typeface="IBM Plex Mono SemiBold"/>
                </a:rPr>
                <a:t>FRONT DOOR</a:t>
              </a:r>
              <a:endParaRPr lang="en-US" sz="800" spc="80" kern="0" b="0" i="0" dirty="0">
                <a:solidFill>
                  <a:srgbClr val="FFFFFF"/>
                </a:solidFill>
                <a:latin typeface="IBM Plex Mono SemiBold"/>
                <a:ea typeface="IBM Plex Mono SemiBold"/>
                <a:cs typeface="IBM Plex Mono SemiBold"/>
              </a:endParaRPr>
            </a:p>
          </p:txBody>
        </p:sp>
        <p:sp>
          <p:nvSpPr>
            <p:cNvPr id="136" name="node01.row-group.source-002.fill"/>
            <p:cNvSpPr/>
            <p:nvPr/>
          </p:nvSpPr>
          <p:spPr>
            <a:xfrm>
              <a:off x="723900" y="3117850"/>
              <a:ext cx="304800" cy="1104900"/>
            </a:xfrm>
            <a:prstGeom prst="rect">
              <a:avLst/>
            </a:prstGeom>
            <a:solidFill>
              <a:srgbClr val="070154"/>
            </a:solidFill>
            <a:ln>
              <a:noFill/>
            </a:ln>
          </p:spPr>
        </p:sp>
        <p:sp>
          <p:nvSpPr>
            <p:cNvPr id="137" name="node01.row-group.source-002.label"/>
            <p:cNvSpPr/>
            <p:nvPr/>
          </p:nvSpPr>
          <p:spPr>
            <a:xfrm rot="-5400000">
              <a:off x="323850" y="3594100"/>
              <a:ext cx="1104900" cy="152400"/>
            </a:xfrm>
            <a:prstGeom prst="rect">
              <a:avLst/>
            </a:prstGeom>
            <a:noFill/>
            <a:ln/>
          </p:spPr>
          <p:txBody>
            <a:bodyPr wrap="square" lIns="0" tIns="0" rIns="0" bIns="0" rtlCol="0" anchor="t"/>
            <a:lstStyle/>
            <a:p>
              <a:pPr algn="ctr" indent="0" marL="0">
                <a:lnSpc>
                  <a:spcPts val="1200"/>
                </a:lnSpc>
                <a:buNone/>
              </a:pPr>
              <a:r>
                <a:rPr lang="en-US" sz="800" spc="80" kern="0" b="0" i="0" dirty="0">
                  <a:solidFill>
                    <a:srgbClr val="FFFFFF"/>
                  </a:solidFill>
                  <a:latin typeface="IBM Plex Mono SemiBold"/>
                  <a:ea typeface="IBM Plex Mono SemiBold"/>
                  <a:cs typeface="IBM Plex Mono SemiBold"/>
                </a:rPr>
                <a:t>REVENUE</a:t>
              </a:r>
              <a:endParaRPr lang="en-US" sz="800" spc="80" kern="0" b="0" i="0" dirty="0">
                <a:solidFill>
                  <a:srgbClr val="FFFFFF"/>
                </a:solidFill>
                <a:latin typeface="IBM Plex Mono SemiBold"/>
                <a:ea typeface="IBM Plex Mono SemiBold"/>
                <a:cs typeface="IBM Plex Mono SemiBold"/>
              </a:endParaRPr>
            </a:p>
          </p:txBody>
        </p:sp>
        <p:sp>
          <p:nvSpPr>
            <p:cNvPr id="138" name="node01.row-group.source-003.fill"/>
            <p:cNvSpPr/>
            <p:nvPr/>
          </p:nvSpPr>
          <p:spPr>
            <a:xfrm>
              <a:off x="723900" y="4260850"/>
              <a:ext cx="304800" cy="1104900"/>
            </a:xfrm>
            <a:prstGeom prst="rect">
              <a:avLst/>
            </a:prstGeom>
            <a:solidFill>
              <a:srgbClr val="50658E"/>
            </a:solidFill>
            <a:ln>
              <a:noFill/>
            </a:ln>
          </p:spPr>
        </p:sp>
        <p:sp>
          <p:nvSpPr>
            <p:cNvPr id="139" name="node01.row-group.source-003.label"/>
            <p:cNvSpPr/>
            <p:nvPr/>
          </p:nvSpPr>
          <p:spPr>
            <a:xfrm rot="-5400000">
              <a:off x="323850" y="4737100"/>
              <a:ext cx="1104900" cy="152400"/>
            </a:xfrm>
            <a:prstGeom prst="rect">
              <a:avLst/>
            </a:prstGeom>
            <a:noFill/>
            <a:ln/>
          </p:spPr>
          <p:txBody>
            <a:bodyPr wrap="square" lIns="0" tIns="0" rIns="0" bIns="0" rtlCol="0" anchor="t"/>
            <a:lstStyle/>
            <a:p>
              <a:pPr algn="ctr" indent="0" marL="0">
                <a:lnSpc>
                  <a:spcPts val="1200"/>
                </a:lnSpc>
                <a:buNone/>
              </a:pPr>
              <a:r>
                <a:rPr lang="en-US" sz="800" spc="80" kern="0" b="0" i="0" dirty="0">
                  <a:solidFill>
                    <a:srgbClr val="FFFFFF"/>
                  </a:solidFill>
                  <a:latin typeface="IBM Plex Mono SemiBold"/>
                  <a:ea typeface="IBM Plex Mono SemiBold"/>
                  <a:cs typeface="IBM Plex Mono SemiBold"/>
                </a:rPr>
                <a:t>CARE DELIVERY</a:t>
              </a:r>
              <a:endParaRPr lang="en-US" sz="800" spc="80" kern="0" b="0" i="0" dirty="0">
                <a:solidFill>
                  <a:srgbClr val="FFFFFF"/>
                </a:solidFill>
                <a:latin typeface="IBM Plex Mono SemiBold"/>
                <a:ea typeface="IBM Plex Mono SemiBold"/>
                <a:cs typeface="IBM Plex Mono SemiBold"/>
              </a:endParaRPr>
            </a:p>
          </p:txBody>
        </p:sp>
      </p:grpSp>
      <p:grpSp>
        <p:nvGrpSpPr>
          <p:cNvPr id="168" name="node02"/>
          <p:cNvGrpSpPr/>
          <p:nvPr/>
        </p:nvGrpSpPr>
        <p:grpSpPr>
          <a:xfrm>
            <a:off x="723900" y="5486400"/>
            <a:ext cx="6392863" cy="228600"/>
            <a:chOff x="723900" y="5486400"/>
            <a:chExt cx="6392863" cy="228600"/>
          </a:xfrm>
        </p:grpSpPr>
        <p:sp>
          <p:nvSpPr>
            <p:cNvPr id="140" name="node02.items.slot-001.swatch"/>
            <p:cNvSpPr/>
            <p:nvPr/>
          </p:nvSpPr>
          <p:spPr>
            <a:xfrm>
              <a:off x="723900" y="5537200"/>
              <a:ext cx="228600" cy="127000"/>
            </a:xfrm>
            <a:prstGeom prst="rect">
              <a:avLst/>
            </a:prstGeom>
            <a:solidFill>
              <a:srgbClr val="E8EEF8"/>
            </a:solidFill>
            <a:ln>
              <a:noFill/>
            </a:ln>
          </p:spPr>
        </p:sp>
        <p:sp>
          <p:nvSpPr>
            <p:cNvPr id="141" name="node02.items.slot-001.text"/>
            <p:cNvSpPr/>
            <p:nvPr/>
          </p:nvSpPr>
          <p:spPr>
            <a:xfrm>
              <a:off x="1016000" y="5486400"/>
              <a:ext cx="652463"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1 Ad hoc</a:t>
              </a:r>
              <a:endParaRPr lang="en-US" sz="1200" spc="0" kern="0" b="0" i="0" dirty="0">
                <a:solidFill>
                  <a:srgbClr val="070154"/>
                </a:solidFill>
                <a:latin typeface="IBM Plex Sans"/>
                <a:ea typeface="IBM Plex Sans"/>
                <a:cs typeface="IBM Plex Sans"/>
              </a:endParaRPr>
            </a:p>
          </p:txBody>
        </p:sp>
        <p:sp>
          <p:nvSpPr>
            <p:cNvPr id="142" name="node02.items.slot-002.swatch"/>
            <p:cNvSpPr/>
            <p:nvPr/>
          </p:nvSpPr>
          <p:spPr>
            <a:xfrm>
              <a:off x="1897063" y="5537200"/>
              <a:ext cx="228600" cy="127000"/>
            </a:xfrm>
            <a:prstGeom prst="rect">
              <a:avLst/>
            </a:prstGeom>
            <a:solidFill>
              <a:srgbClr val="B9C9F0"/>
            </a:solidFill>
            <a:ln>
              <a:noFill/>
            </a:ln>
          </p:spPr>
        </p:sp>
        <p:sp>
          <p:nvSpPr>
            <p:cNvPr id="143" name="node02.items.slot-002.text"/>
            <p:cNvSpPr/>
            <p:nvPr/>
          </p:nvSpPr>
          <p:spPr>
            <a:xfrm>
              <a:off x="2189163" y="5486400"/>
              <a:ext cx="963613"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2 Repeatable</a:t>
              </a:r>
              <a:endParaRPr lang="en-US" sz="1200" spc="0" kern="0" b="0" i="0" dirty="0">
                <a:solidFill>
                  <a:srgbClr val="070154"/>
                </a:solidFill>
                <a:latin typeface="IBM Plex Sans"/>
                <a:ea typeface="IBM Plex Sans"/>
                <a:cs typeface="IBM Plex Sans"/>
              </a:endParaRPr>
            </a:p>
          </p:txBody>
        </p:sp>
        <p:sp>
          <p:nvSpPr>
            <p:cNvPr id="144" name="node02.items.slot-003.swatch"/>
            <p:cNvSpPr/>
            <p:nvPr/>
          </p:nvSpPr>
          <p:spPr>
            <a:xfrm>
              <a:off x="3381375" y="5537200"/>
              <a:ext cx="228600" cy="127000"/>
            </a:xfrm>
            <a:prstGeom prst="rect">
              <a:avLst/>
            </a:prstGeom>
            <a:solidFill>
              <a:srgbClr val="7C9BFF"/>
            </a:solidFill>
            <a:ln>
              <a:noFill/>
            </a:ln>
          </p:spPr>
        </p:sp>
        <p:sp>
          <p:nvSpPr>
            <p:cNvPr id="145" name="node02.items.slot-003.text"/>
            <p:cNvSpPr/>
            <p:nvPr/>
          </p:nvSpPr>
          <p:spPr>
            <a:xfrm>
              <a:off x="3673475" y="5486400"/>
              <a:ext cx="711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3 Defined</a:t>
              </a:r>
              <a:endParaRPr lang="en-US" sz="1200" spc="0" kern="0" b="0" i="0" dirty="0">
                <a:solidFill>
                  <a:srgbClr val="070154"/>
                </a:solidFill>
                <a:latin typeface="IBM Plex Sans"/>
                <a:ea typeface="IBM Plex Sans"/>
                <a:cs typeface="IBM Plex Sans"/>
              </a:endParaRPr>
            </a:p>
          </p:txBody>
        </p:sp>
        <p:sp>
          <p:nvSpPr>
            <p:cNvPr id="146" name="node02.items.slot-004.swatch"/>
            <p:cNvSpPr/>
            <p:nvPr/>
          </p:nvSpPr>
          <p:spPr>
            <a:xfrm>
              <a:off x="4613275" y="5537200"/>
              <a:ext cx="228600" cy="127000"/>
            </a:xfrm>
            <a:prstGeom prst="rect">
              <a:avLst/>
            </a:prstGeom>
            <a:solidFill>
              <a:srgbClr val="0047FF"/>
            </a:solidFill>
            <a:ln>
              <a:noFill/>
            </a:ln>
          </p:spPr>
        </p:sp>
        <p:sp>
          <p:nvSpPr>
            <p:cNvPr id="147" name="node02.items.slot-004.text"/>
            <p:cNvSpPr/>
            <p:nvPr/>
          </p:nvSpPr>
          <p:spPr>
            <a:xfrm>
              <a:off x="4905375" y="5486400"/>
              <a:ext cx="80645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4 Managed</a:t>
              </a:r>
              <a:endParaRPr lang="en-US" sz="1200" spc="0" kern="0" b="0" i="0" dirty="0">
                <a:solidFill>
                  <a:srgbClr val="070154"/>
                </a:solidFill>
                <a:latin typeface="IBM Plex Sans"/>
                <a:ea typeface="IBM Plex Sans"/>
                <a:cs typeface="IBM Plex Sans"/>
              </a:endParaRPr>
            </a:p>
          </p:txBody>
        </p:sp>
        <p:sp>
          <p:nvSpPr>
            <p:cNvPr id="148" name="node02.items.slot-005.swatch"/>
            <p:cNvSpPr/>
            <p:nvPr/>
          </p:nvSpPr>
          <p:spPr>
            <a:xfrm>
              <a:off x="5940425" y="5537200"/>
              <a:ext cx="228600" cy="127000"/>
            </a:xfrm>
            <a:prstGeom prst="rect">
              <a:avLst/>
            </a:prstGeom>
            <a:solidFill>
              <a:srgbClr val="070154"/>
            </a:solidFill>
            <a:ln>
              <a:noFill/>
            </a:ln>
          </p:spPr>
        </p:sp>
        <p:sp>
          <p:nvSpPr>
            <p:cNvPr id="149" name="node02.items.slot-005.text"/>
            <p:cNvSpPr/>
            <p:nvPr/>
          </p:nvSpPr>
          <p:spPr>
            <a:xfrm>
              <a:off x="6232525" y="5486400"/>
              <a:ext cx="884238"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5 Optimized</a:t>
              </a:r>
              <a:endParaRPr lang="en-US" sz="1200" spc="0" kern="0" b="0" i="0" dirty="0">
                <a:solidFill>
                  <a:srgbClr val="070154"/>
                </a:solidFill>
                <a:latin typeface="IBM Plex Sans"/>
                <a:ea typeface="IBM Plex Sans"/>
                <a:cs typeface="IBM Plex Sans"/>
              </a:endParaRPr>
            </a:p>
          </p:txBody>
        </p:sp>
      </p:grpSp>
      <p:grpSp>
        <p:nvGrpSpPr>
          <p:cNvPr id="169" name="node03"/>
          <p:cNvGrpSpPr/>
          <p:nvPr/>
        </p:nvGrpSpPr>
        <p:grpSpPr>
          <a:xfrm>
            <a:off x="8496300" y="1600200"/>
            <a:ext cx="2971800" cy="952500"/>
            <a:chOff x="8496300" y="1600200"/>
            <a:chExt cx="2971800" cy="952500"/>
          </a:xfrm>
        </p:grpSpPr>
        <p:sp>
          <p:nvSpPr>
            <p:cNvPr id="150" name="node03.source-001.bullet"/>
            <p:cNvSpPr/>
            <p:nvPr/>
          </p:nvSpPr>
          <p:spPr>
            <a:xfrm>
              <a:off x="8496300" y="1689100"/>
              <a:ext cx="38100" cy="38100"/>
            </a:xfrm>
            <a:prstGeom prst="rect">
              <a:avLst/>
            </a:prstGeom>
            <a:solidFill>
              <a:srgbClr val="070154"/>
            </a:solidFill>
            <a:ln>
              <a:noFill/>
            </a:ln>
          </p:spPr>
        </p:sp>
        <p:sp>
          <p:nvSpPr>
            <p:cNvPr id="151" name="node03.source-001.text"/>
            <p:cNvSpPr/>
            <p:nvPr/>
          </p:nvSpPr>
          <p:spPr>
            <a:xfrm>
              <a:off x="8648700" y="1600200"/>
              <a:ext cx="28194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 xml:space="preserve">Reference badges.</a:t>
              </a:r>
              <a:r>
                <a:rPr lang="en-US" sz="1200" spc="0" kern="0" b="0" i="0" dirty="0">
                  <a:solidFill>
                    <a:srgbClr val="50658E"/>
                  </a:solidFill>
                  <a:latin typeface="IBM Plex Sans"/>
                  <a:ea typeface="IBM Plex Sans"/>
                  <a:cs typeface="IBM Plex Sans"/>
                </a:rPr>
                <a:t xml:space="preserve"> Each row keeps its code on the slides that follow.</a:t>
              </a:r>
              <a:endParaRPr lang="en-US" sz="1200" spc="0" kern="0" b="0" i="0" dirty="0">
                <a:solidFill>
                  <a:srgbClr val="070154"/>
                </a:solidFill>
                <a:latin typeface="IBM Plex Sans"/>
                <a:ea typeface="IBM Plex Sans"/>
                <a:cs typeface="IBM Plex Sans"/>
              </a:endParaRPr>
            </a:p>
          </p:txBody>
        </p:sp>
        <p:sp>
          <p:nvSpPr>
            <p:cNvPr id="152" name="node03.source-002.bullet"/>
            <p:cNvSpPr/>
            <p:nvPr/>
          </p:nvSpPr>
          <p:spPr>
            <a:xfrm>
              <a:off x="8496300" y="2184400"/>
              <a:ext cx="38100" cy="38100"/>
            </a:xfrm>
            <a:prstGeom prst="rect">
              <a:avLst/>
            </a:prstGeom>
            <a:solidFill>
              <a:srgbClr val="070154"/>
            </a:solidFill>
            <a:ln>
              <a:noFill/>
            </a:ln>
          </p:spPr>
        </p:sp>
        <p:sp>
          <p:nvSpPr>
            <p:cNvPr id="153" name="node03.source-002.text"/>
            <p:cNvSpPr/>
            <p:nvPr/>
          </p:nvSpPr>
          <p:spPr>
            <a:xfrm>
              <a:off x="8648700" y="2095500"/>
              <a:ext cx="28194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 xml:space="preserve">Overall.</a:t>
              </a:r>
              <a:r>
                <a:rPr lang="en-US" sz="1200" spc="0" kern="0" b="0" i="0" dirty="0">
                  <a:solidFill>
                    <a:srgbClr val="50658E"/>
                  </a:solidFill>
                  <a:latin typeface="IBM Plex Sans"/>
                  <a:ea typeface="IBM Plex Sans"/>
                  <a:cs typeface="IBM Plex Sans"/>
                </a:rPr>
                <a:t xml:space="preserve"> The rounded mean of five dimensions.</a:t>
              </a:r>
              <a:endParaRPr lang="en-US" sz="1200" spc="0" kern="0" b="0" i="0" dirty="0">
                <a:solidFill>
                  <a:srgbClr val="070154"/>
                </a:solidFill>
                <a:latin typeface="IBM Plex Sans"/>
                <a:ea typeface="IBM Plex Sans"/>
                <a:cs typeface="IBM Plex Sans"/>
              </a:endParaRPr>
            </a:p>
          </p:txBody>
        </p:sp>
      </p:grpSp>
      <p:grpSp>
        <p:nvGrpSpPr>
          <p:cNvPr id="170" name="node04"/>
          <p:cNvGrpSpPr/>
          <p:nvPr/>
        </p:nvGrpSpPr>
        <p:grpSpPr>
          <a:xfrm>
            <a:off x="8496300" y="2971800"/>
            <a:ext cx="2971800" cy="2514600"/>
            <a:chOff x="8496300" y="2971800"/>
            <a:chExt cx="2971800" cy="2514600"/>
          </a:xfrm>
        </p:grpSpPr>
        <p:sp>
          <p:nvSpPr>
            <p:cNvPr id="154" name="node04.surface"/>
            <p:cNvSpPr/>
            <p:nvPr/>
          </p:nvSpPr>
          <p:spPr>
            <a:xfrm>
              <a:off x="8496300" y="2971800"/>
              <a:ext cx="2971800" cy="2514600"/>
            </a:xfrm>
            <a:prstGeom prst="rect">
              <a:avLst/>
            </a:prstGeom>
            <a:solidFill>
              <a:srgbClr val="E8EEF8"/>
            </a:solidFill>
            <a:ln>
              <a:noFill/>
            </a:ln>
          </p:spPr>
        </p:sp>
      </p:grpSp>
      <p:grpSp>
        <p:nvGrpSpPr>
          <p:cNvPr id="171" name="node05"/>
          <p:cNvGrpSpPr/>
          <p:nvPr/>
        </p:nvGrpSpPr>
        <p:grpSpPr>
          <a:xfrm>
            <a:off x="8724900" y="3200400"/>
            <a:ext cx="2514600" cy="152400"/>
            <a:chOff x="8724900" y="3200400"/>
            <a:chExt cx="2514600" cy="152400"/>
          </a:xfrm>
        </p:grpSpPr>
        <p:sp>
          <p:nvSpPr>
            <p:cNvPr id="155" name="node05.text"/>
            <p:cNvSpPr/>
            <p:nvPr/>
          </p:nvSpPr>
          <p:spPr>
            <a:xfrm>
              <a:off x="8724900" y="32004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Medium"/>
                  <a:ea typeface="IBM Plex Mono Medium"/>
                  <a:cs typeface="IBM Plex Mono Medium"/>
                </a:rPr>
                <a:t>NEXT TWO SLIDES</a:t>
              </a:r>
              <a:endParaRPr lang="en-US" sz="900" spc="54" kern="0" b="0" i="0" dirty="0">
                <a:solidFill>
                  <a:srgbClr val="070154"/>
                </a:solidFill>
                <a:latin typeface="IBM Plex Mono Medium"/>
                <a:ea typeface="IBM Plex Mono Medium"/>
                <a:cs typeface="IBM Plex Mono Medium"/>
              </a:endParaRPr>
            </a:p>
          </p:txBody>
        </p:sp>
      </p:grpSp>
      <p:grpSp>
        <p:nvGrpSpPr>
          <p:cNvPr id="172" name="node06"/>
          <p:cNvGrpSpPr/>
          <p:nvPr/>
        </p:nvGrpSpPr>
        <p:grpSpPr>
          <a:xfrm>
            <a:off x="8724900" y="3454400"/>
            <a:ext cx="2514600" cy="266700"/>
            <a:chOff x="8724900" y="3454400"/>
            <a:chExt cx="2514600" cy="266700"/>
          </a:xfrm>
        </p:grpSpPr>
        <p:sp>
          <p:nvSpPr>
            <p:cNvPr id="156" name="node06.text"/>
            <p:cNvSpPr/>
            <p:nvPr/>
          </p:nvSpPr>
          <p:spPr>
            <a:xfrm>
              <a:off x="8724900" y="3454400"/>
              <a:ext cx="25146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Detailed notes follow</a:t>
              </a:r>
              <a:endParaRPr lang="en-US" sz="1400" spc="0" kern="0" b="0" i="0" dirty="0">
                <a:solidFill>
                  <a:srgbClr val="070154"/>
                </a:solidFill>
                <a:latin typeface="IBM Plex Sans"/>
                <a:ea typeface="IBM Plex Sans"/>
                <a:cs typeface="IBM Plex Sans"/>
              </a:endParaRPr>
            </a:p>
          </p:txBody>
        </p:sp>
      </p:grpSp>
      <p:grpSp>
        <p:nvGrpSpPr>
          <p:cNvPr id="173" name="node07"/>
          <p:cNvGrpSpPr/>
          <p:nvPr/>
        </p:nvGrpSpPr>
        <p:grpSpPr>
          <a:xfrm>
            <a:off x="8724900" y="3721100"/>
            <a:ext cx="2514600" cy="266700"/>
            <a:chOff x="8724900" y="3721100"/>
            <a:chExt cx="2514600" cy="266700"/>
          </a:xfrm>
        </p:grpSpPr>
        <p:sp>
          <p:nvSpPr>
            <p:cNvPr id="157" name="node07.text"/>
            <p:cNvSpPr/>
            <p:nvPr/>
          </p:nvSpPr>
          <p:spPr>
            <a:xfrm>
              <a:off x="8724900" y="3721100"/>
              <a:ext cx="25146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for A4–A6</a:t>
              </a:r>
              <a:endParaRPr lang="en-US" sz="1400" spc="0" kern="0" b="0" i="0" dirty="0">
                <a:solidFill>
                  <a:srgbClr val="070154"/>
                </a:solidFill>
                <a:latin typeface="IBM Plex Sans"/>
                <a:ea typeface="IBM Plex Sans"/>
                <a:cs typeface="IBM Plex Sans"/>
              </a:endParaRPr>
            </a:p>
          </p:txBody>
        </p:sp>
      </p:grpSp>
      <p:grpSp>
        <p:nvGrpSpPr>
          <p:cNvPr id="174" name="node08"/>
          <p:cNvGrpSpPr/>
          <p:nvPr/>
        </p:nvGrpSpPr>
        <p:grpSpPr>
          <a:xfrm>
            <a:off x="8724900" y="4114800"/>
            <a:ext cx="457200" cy="304800"/>
            <a:chOff x="8724900" y="4114800"/>
            <a:chExt cx="457200" cy="304800"/>
          </a:xfrm>
        </p:grpSpPr>
        <p:sp>
          <p:nvSpPr>
            <p:cNvPr id="158" name="node08.surface"/>
            <p:cNvSpPr/>
            <p:nvPr/>
          </p:nvSpPr>
          <p:spPr>
            <a:xfrm>
              <a:off x="8724900" y="4114800"/>
              <a:ext cx="457200" cy="304800"/>
            </a:xfrm>
            <a:prstGeom prst="rect">
              <a:avLst/>
            </a:prstGeom>
            <a:solidFill>
              <a:srgbClr val="05013F"/>
            </a:solidFill>
            <a:ln>
              <a:noFill/>
            </a:ln>
          </p:spPr>
        </p:sp>
        <p:sp>
          <p:nvSpPr>
            <p:cNvPr id="159" name="node08.text"/>
            <p:cNvSpPr/>
            <p:nvPr/>
          </p:nvSpPr>
          <p:spPr>
            <a:xfrm>
              <a:off x="8801100" y="4191000"/>
              <a:ext cx="3048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FFFFFF"/>
                  </a:solidFill>
                  <a:latin typeface="IBM Plex Mono Medium"/>
                  <a:ea typeface="IBM Plex Mono Medium"/>
                  <a:cs typeface="IBM Plex Mono Medium"/>
                </a:rPr>
                <a:t>A4</a:t>
              </a:r>
              <a:endParaRPr lang="en-US" sz="900" spc="54" kern="0" b="0" i="0" dirty="0">
                <a:solidFill>
                  <a:srgbClr val="FFFFFF"/>
                </a:solidFill>
                <a:latin typeface="IBM Plex Mono Medium"/>
                <a:ea typeface="IBM Plex Mono Medium"/>
                <a:cs typeface="IBM Plex Mono Medium"/>
              </a:endParaRPr>
            </a:p>
          </p:txBody>
        </p:sp>
      </p:grpSp>
      <p:grpSp>
        <p:nvGrpSpPr>
          <p:cNvPr id="175" name="node09"/>
          <p:cNvGrpSpPr/>
          <p:nvPr/>
        </p:nvGrpSpPr>
        <p:grpSpPr>
          <a:xfrm>
            <a:off x="9309100" y="4140200"/>
            <a:ext cx="1930400" cy="228600"/>
            <a:chOff x="9309100" y="4140200"/>
            <a:chExt cx="1930400" cy="228600"/>
          </a:xfrm>
        </p:grpSpPr>
        <p:sp>
          <p:nvSpPr>
            <p:cNvPr id="160" name="node09.text"/>
            <p:cNvSpPr/>
            <p:nvPr/>
          </p:nvSpPr>
          <p:spPr>
            <a:xfrm>
              <a:off x="9309100" y="4140200"/>
              <a:ext cx="1930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Revenue cycle</a:t>
              </a:r>
              <a:endParaRPr lang="en-US" sz="1200" spc="0" kern="0" b="0" i="0" dirty="0">
                <a:solidFill>
                  <a:srgbClr val="070154"/>
                </a:solidFill>
                <a:latin typeface="IBM Plex Sans"/>
                <a:ea typeface="IBM Plex Sans"/>
                <a:cs typeface="IBM Plex Sans"/>
              </a:endParaRPr>
            </a:p>
          </p:txBody>
        </p:sp>
      </p:grpSp>
      <p:grpSp>
        <p:nvGrpSpPr>
          <p:cNvPr id="176" name="node10"/>
          <p:cNvGrpSpPr/>
          <p:nvPr/>
        </p:nvGrpSpPr>
        <p:grpSpPr>
          <a:xfrm>
            <a:off x="8724900" y="4572000"/>
            <a:ext cx="457200" cy="304800"/>
            <a:chOff x="8724900" y="4572000"/>
            <a:chExt cx="457200" cy="304800"/>
          </a:xfrm>
        </p:grpSpPr>
        <p:sp>
          <p:nvSpPr>
            <p:cNvPr id="161" name="node10.surface"/>
            <p:cNvSpPr/>
            <p:nvPr/>
          </p:nvSpPr>
          <p:spPr>
            <a:xfrm>
              <a:off x="8724900" y="4572000"/>
              <a:ext cx="457200" cy="304800"/>
            </a:xfrm>
            <a:prstGeom prst="rect">
              <a:avLst/>
            </a:prstGeom>
            <a:solidFill>
              <a:srgbClr val="05013F"/>
            </a:solidFill>
            <a:ln>
              <a:noFill/>
            </a:ln>
          </p:spPr>
        </p:sp>
        <p:sp>
          <p:nvSpPr>
            <p:cNvPr id="162" name="node10.text"/>
            <p:cNvSpPr/>
            <p:nvPr/>
          </p:nvSpPr>
          <p:spPr>
            <a:xfrm>
              <a:off x="8801100" y="4648200"/>
              <a:ext cx="3048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FFFFFF"/>
                  </a:solidFill>
                  <a:latin typeface="IBM Plex Mono Medium"/>
                  <a:ea typeface="IBM Plex Mono Medium"/>
                  <a:cs typeface="IBM Plex Mono Medium"/>
                </a:rPr>
                <a:t>A5</a:t>
              </a:r>
              <a:endParaRPr lang="en-US" sz="900" spc="54" kern="0" b="0" i="0" dirty="0">
                <a:solidFill>
                  <a:srgbClr val="FFFFFF"/>
                </a:solidFill>
                <a:latin typeface="IBM Plex Mono Medium"/>
                <a:ea typeface="IBM Plex Mono Medium"/>
                <a:cs typeface="IBM Plex Mono Medium"/>
              </a:endParaRPr>
            </a:p>
          </p:txBody>
        </p:sp>
      </p:grpSp>
      <p:grpSp>
        <p:nvGrpSpPr>
          <p:cNvPr id="177" name="node11"/>
          <p:cNvGrpSpPr/>
          <p:nvPr/>
        </p:nvGrpSpPr>
        <p:grpSpPr>
          <a:xfrm>
            <a:off x="9309100" y="4597400"/>
            <a:ext cx="1930400" cy="228600"/>
            <a:chOff x="9309100" y="4597400"/>
            <a:chExt cx="1930400" cy="228600"/>
          </a:xfrm>
        </p:grpSpPr>
        <p:sp>
          <p:nvSpPr>
            <p:cNvPr id="163" name="node11.text"/>
            <p:cNvSpPr/>
            <p:nvPr/>
          </p:nvSpPr>
          <p:spPr>
            <a:xfrm>
              <a:off x="9309100" y="4597400"/>
              <a:ext cx="1930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Patient billing</a:t>
              </a:r>
              <a:endParaRPr lang="en-US" sz="1200" spc="0" kern="0" b="0" i="0" dirty="0">
                <a:solidFill>
                  <a:srgbClr val="070154"/>
                </a:solidFill>
                <a:latin typeface="IBM Plex Sans"/>
                <a:ea typeface="IBM Plex Sans"/>
                <a:cs typeface="IBM Plex Sans"/>
              </a:endParaRPr>
            </a:p>
          </p:txBody>
        </p:sp>
      </p:grpSp>
      <p:grpSp>
        <p:nvGrpSpPr>
          <p:cNvPr id="178" name="node12"/>
          <p:cNvGrpSpPr/>
          <p:nvPr/>
        </p:nvGrpSpPr>
        <p:grpSpPr>
          <a:xfrm>
            <a:off x="8724900" y="5029200"/>
            <a:ext cx="457200" cy="304800"/>
            <a:chOff x="8724900" y="5029200"/>
            <a:chExt cx="457200" cy="304800"/>
          </a:xfrm>
        </p:grpSpPr>
        <p:sp>
          <p:nvSpPr>
            <p:cNvPr id="164" name="node12.surface"/>
            <p:cNvSpPr/>
            <p:nvPr/>
          </p:nvSpPr>
          <p:spPr>
            <a:xfrm>
              <a:off x="8724900" y="5029200"/>
              <a:ext cx="457200" cy="304800"/>
            </a:xfrm>
            <a:prstGeom prst="rect">
              <a:avLst/>
            </a:prstGeom>
            <a:solidFill>
              <a:srgbClr val="05013F"/>
            </a:solidFill>
            <a:ln>
              <a:noFill/>
            </a:ln>
          </p:spPr>
        </p:sp>
        <p:sp>
          <p:nvSpPr>
            <p:cNvPr id="165" name="node12.text"/>
            <p:cNvSpPr/>
            <p:nvPr/>
          </p:nvSpPr>
          <p:spPr>
            <a:xfrm>
              <a:off x="8801100" y="5105400"/>
              <a:ext cx="3048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FFFFFF"/>
                  </a:solidFill>
                  <a:latin typeface="IBM Plex Mono Medium"/>
                  <a:ea typeface="IBM Plex Mono Medium"/>
                  <a:cs typeface="IBM Plex Mono Medium"/>
                </a:rPr>
                <a:t>A6</a:t>
              </a:r>
              <a:endParaRPr lang="en-US" sz="900" spc="54" kern="0" b="0" i="0" dirty="0">
                <a:solidFill>
                  <a:srgbClr val="FFFFFF"/>
                </a:solidFill>
                <a:latin typeface="IBM Plex Mono Medium"/>
                <a:ea typeface="IBM Plex Mono Medium"/>
                <a:cs typeface="IBM Plex Mono Medium"/>
              </a:endParaRPr>
            </a:p>
          </p:txBody>
        </p:sp>
      </p:grpSp>
      <p:grpSp>
        <p:nvGrpSpPr>
          <p:cNvPr id="179" name="node13"/>
          <p:cNvGrpSpPr/>
          <p:nvPr/>
        </p:nvGrpSpPr>
        <p:grpSpPr>
          <a:xfrm>
            <a:off x="9309100" y="5054600"/>
            <a:ext cx="1930400" cy="228600"/>
            <a:chOff x="9309100" y="5054600"/>
            <a:chExt cx="1930400" cy="228600"/>
          </a:xfrm>
        </p:grpSpPr>
        <p:sp>
          <p:nvSpPr>
            <p:cNvPr id="166" name="node13.text"/>
            <p:cNvSpPr/>
            <p:nvPr/>
          </p:nvSpPr>
          <p:spPr>
            <a:xfrm>
              <a:off x="9309100" y="5054600"/>
              <a:ext cx="1930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Denials management</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ource-214">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CAPABILITY MAP</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Four domains set the investment order</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57</a:t>
            </a:fld>
            <a:endParaRPr lang="en-US" sz="700" spc="0" kern="0" b="0" i="0" dirty="0">
              <a:solidFill>
                <a:srgbClr val="070154"/>
              </a:solidFill>
              <a:latin typeface="IBM Plex Mono SemiBold"/>
              <a:ea typeface="IBM Plex Mono SemiBold"/>
              <a:cs typeface="IBM Plex Mono SemiBold"/>
            </a:endParaRPr>
          </a:p>
        </p:txBody>
      </p:sp>
      <p:grpSp>
        <p:nvGrpSpPr>
          <p:cNvPr id="77" name="node01"/>
          <p:cNvGrpSpPr/>
          <p:nvPr/>
        </p:nvGrpSpPr>
        <p:grpSpPr>
          <a:xfrm>
            <a:off x="723900" y="1600200"/>
            <a:ext cx="1600200" cy="457200"/>
            <a:chOff x="723900" y="1600200"/>
            <a:chExt cx="1600200" cy="457200"/>
          </a:xfrm>
        </p:grpSpPr>
        <p:sp>
          <p:nvSpPr>
            <p:cNvPr id="6" name="node01.surface"/>
            <p:cNvSpPr/>
            <p:nvPr/>
          </p:nvSpPr>
          <p:spPr>
            <a:xfrm>
              <a:off x="723900" y="1600200"/>
              <a:ext cx="1600200" cy="457200"/>
            </a:xfrm>
            <a:prstGeom prst="rect">
              <a:avLst/>
            </a:prstGeom>
            <a:solidFill>
              <a:srgbClr val="05013F"/>
            </a:solidFill>
            <a:ln>
              <a:noFill/>
            </a:ln>
          </p:spPr>
        </p:sp>
        <p:sp>
          <p:nvSpPr>
            <p:cNvPr id="7" name="node01.text"/>
            <p:cNvSpPr/>
            <p:nvPr/>
          </p:nvSpPr>
          <p:spPr>
            <a:xfrm>
              <a:off x="876300" y="1752600"/>
              <a:ext cx="12954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FFFFF"/>
                  </a:solidFill>
                  <a:latin typeface="IBM Plex Mono Medium"/>
                  <a:ea typeface="IBM Plex Mono Medium"/>
                  <a:cs typeface="IBM Plex Mono Medium"/>
                </a:rPr>
                <a:t>ACCESS</a:t>
              </a:r>
              <a:endParaRPr lang="en-US" sz="900" spc="54" kern="0" b="0" i="0" dirty="0">
                <a:solidFill>
                  <a:srgbClr val="FFFFFF"/>
                </a:solidFill>
                <a:latin typeface="IBM Plex Mono Medium"/>
                <a:ea typeface="IBM Plex Mono Medium"/>
                <a:cs typeface="IBM Plex Mono Medium"/>
              </a:endParaRPr>
            </a:p>
          </p:txBody>
        </p:sp>
      </p:grpSp>
      <p:grpSp>
        <p:nvGrpSpPr>
          <p:cNvPr id="78" name="node02"/>
          <p:cNvGrpSpPr/>
          <p:nvPr/>
        </p:nvGrpSpPr>
        <p:grpSpPr>
          <a:xfrm>
            <a:off x="723900" y="2286000"/>
            <a:ext cx="1600200" cy="457200"/>
            <a:chOff x="723900" y="2286000"/>
            <a:chExt cx="1600200" cy="457200"/>
          </a:xfrm>
        </p:grpSpPr>
        <p:sp>
          <p:nvSpPr>
            <p:cNvPr id="8" name="node02.surface"/>
            <p:cNvSpPr/>
            <p:nvPr/>
          </p:nvSpPr>
          <p:spPr>
            <a:xfrm>
              <a:off x="723900" y="2286000"/>
              <a:ext cx="1600200" cy="457200"/>
            </a:xfrm>
            <a:prstGeom prst="rect">
              <a:avLst/>
            </a:prstGeom>
            <a:solidFill>
              <a:srgbClr val="070154"/>
            </a:solidFill>
            <a:ln>
              <a:noFill/>
            </a:ln>
          </p:spPr>
        </p:sp>
        <p:sp>
          <p:nvSpPr>
            <p:cNvPr id="9" name="node02.text"/>
            <p:cNvSpPr/>
            <p:nvPr/>
          </p:nvSpPr>
          <p:spPr>
            <a:xfrm>
              <a:off x="876300" y="2400300"/>
              <a:ext cx="1295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Self-scheduling</a:t>
              </a:r>
              <a:endParaRPr lang="en-US" sz="1200" spc="0" kern="0" b="0" i="0" dirty="0">
                <a:solidFill>
                  <a:srgbClr val="FFFFFF"/>
                </a:solidFill>
                <a:latin typeface="IBM Plex Sans"/>
                <a:ea typeface="IBM Plex Sans"/>
                <a:cs typeface="IBM Plex Sans"/>
              </a:endParaRPr>
            </a:p>
          </p:txBody>
        </p:sp>
      </p:grpSp>
      <p:grpSp>
        <p:nvGrpSpPr>
          <p:cNvPr id="79" name="node03"/>
          <p:cNvGrpSpPr/>
          <p:nvPr/>
        </p:nvGrpSpPr>
        <p:grpSpPr>
          <a:xfrm>
            <a:off x="723900" y="2971800"/>
            <a:ext cx="1600200" cy="457200"/>
            <a:chOff x="723900" y="2971800"/>
            <a:chExt cx="1600200" cy="457200"/>
          </a:xfrm>
        </p:grpSpPr>
        <p:sp>
          <p:nvSpPr>
            <p:cNvPr id="10" name="node03.surface"/>
            <p:cNvSpPr/>
            <p:nvPr/>
          </p:nvSpPr>
          <p:spPr>
            <a:xfrm>
              <a:off x="723900" y="2971800"/>
              <a:ext cx="1600200" cy="457200"/>
            </a:xfrm>
            <a:prstGeom prst="rect">
              <a:avLst/>
            </a:prstGeom>
            <a:solidFill>
              <a:srgbClr val="0047FF"/>
            </a:solidFill>
            <a:ln>
              <a:noFill/>
            </a:ln>
          </p:spPr>
        </p:sp>
        <p:sp>
          <p:nvSpPr>
            <p:cNvPr id="11" name="node03.text"/>
            <p:cNvSpPr/>
            <p:nvPr/>
          </p:nvSpPr>
          <p:spPr>
            <a:xfrm>
              <a:off x="876300" y="3086100"/>
              <a:ext cx="1295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Find a provider</a:t>
              </a:r>
              <a:endParaRPr lang="en-US" sz="1200" spc="0" kern="0" b="0" i="0" dirty="0">
                <a:solidFill>
                  <a:srgbClr val="FFFFFF"/>
                </a:solidFill>
                <a:latin typeface="IBM Plex Sans"/>
                <a:ea typeface="IBM Plex Sans"/>
                <a:cs typeface="IBM Plex Sans"/>
              </a:endParaRPr>
            </a:p>
          </p:txBody>
        </p:sp>
      </p:grpSp>
      <p:grpSp>
        <p:nvGrpSpPr>
          <p:cNvPr id="80" name="node04"/>
          <p:cNvGrpSpPr/>
          <p:nvPr/>
        </p:nvGrpSpPr>
        <p:grpSpPr>
          <a:xfrm>
            <a:off x="723900" y="3657600"/>
            <a:ext cx="1600200" cy="457200"/>
            <a:chOff x="723900" y="3657600"/>
            <a:chExt cx="1600200" cy="457200"/>
          </a:xfrm>
        </p:grpSpPr>
        <p:sp>
          <p:nvSpPr>
            <p:cNvPr id="12" name="node04.surface"/>
            <p:cNvSpPr/>
            <p:nvPr/>
          </p:nvSpPr>
          <p:spPr>
            <a:xfrm>
              <a:off x="723900" y="3657600"/>
              <a:ext cx="1600200" cy="457200"/>
            </a:xfrm>
            <a:prstGeom prst="rect">
              <a:avLst/>
            </a:prstGeom>
            <a:solidFill>
              <a:srgbClr val="070154"/>
            </a:solidFill>
            <a:ln>
              <a:noFill/>
            </a:ln>
          </p:spPr>
        </p:sp>
        <p:sp>
          <p:nvSpPr>
            <p:cNvPr id="13" name="node04.text"/>
            <p:cNvSpPr/>
            <p:nvPr/>
          </p:nvSpPr>
          <p:spPr>
            <a:xfrm>
              <a:off x="876300" y="3771900"/>
              <a:ext cx="1295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Referral intake</a:t>
              </a:r>
              <a:endParaRPr lang="en-US" sz="1200" spc="0" kern="0" b="0" i="0" dirty="0">
                <a:solidFill>
                  <a:srgbClr val="FFFFFF"/>
                </a:solidFill>
                <a:latin typeface="IBM Plex Sans"/>
                <a:ea typeface="IBM Plex Sans"/>
                <a:cs typeface="IBM Plex Sans"/>
              </a:endParaRPr>
            </a:p>
          </p:txBody>
        </p:sp>
      </p:grpSp>
      <p:grpSp>
        <p:nvGrpSpPr>
          <p:cNvPr id="81" name="node05"/>
          <p:cNvGrpSpPr/>
          <p:nvPr/>
        </p:nvGrpSpPr>
        <p:grpSpPr>
          <a:xfrm>
            <a:off x="723900" y="4343400"/>
            <a:ext cx="1600200" cy="457200"/>
            <a:chOff x="723900" y="4343400"/>
            <a:chExt cx="1600200" cy="457200"/>
          </a:xfrm>
        </p:grpSpPr>
        <p:sp>
          <p:nvSpPr>
            <p:cNvPr id="14" name="node05.surface"/>
            <p:cNvSpPr/>
            <p:nvPr/>
          </p:nvSpPr>
          <p:spPr>
            <a:xfrm>
              <a:off x="723900" y="4343400"/>
              <a:ext cx="1600200" cy="457200"/>
            </a:xfrm>
            <a:prstGeom prst="rect">
              <a:avLst/>
            </a:prstGeom>
            <a:solidFill>
              <a:srgbClr val="7C9BFF"/>
            </a:solidFill>
            <a:ln>
              <a:noFill/>
            </a:ln>
          </p:spPr>
        </p:sp>
        <p:sp>
          <p:nvSpPr>
            <p:cNvPr id="15" name="node05.text"/>
            <p:cNvSpPr/>
            <p:nvPr/>
          </p:nvSpPr>
          <p:spPr>
            <a:xfrm>
              <a:off x="876300" y="4457700"/>
              <a:ext cx="1295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Pre-registration</a:t>
              </a:r>
              <a:endParaRPr lang="en-US" sz="1200" spc="0" kern="0" b="0" i="0" dirty="0">
                <a:solidFill>
                  <a:srgbClr val="070154"/>
                </a:solidFill>
                <a:latin typeface="IBM Plex Sans"/>
                <a:ea typeface="IBM Plex Sans"/>
                <a:cs typeface="IBM Plex Sans"/>
              </a:endParaRPr>
            </a:p>
          </p:txBody>
        </p:sp>
      </p:grpSp>
      <p:grpSp>
        <p:nvGrpSpPr>
          <p:cNvPr id="82" name="node06"/>
          <p:cNvGrpSpPr/>
          <p:nvPr/>
        </p:nvGrpSpPr>
        <p:grpSpPr>
          <a:xfrm>
            <a:off x="723900" y="5029200"/>
            <a:ext cx="1600200" cy="457200"/>
            <a:chOff x="723900" y="5029200"/>
            <a:chExt cx="1600200" cy="457200"/>
          </a:xfrm>
        </p:grpSpPr>
        <p:sp>
          <p:nvSpPr>
            <p:cNvPr id="16" name="node06.surface"/>
            <p:cNvSpPr/>
            <p:nvPr/>
          </p:nvSpPr>
          <p:spPr>
            <a:xfrm>
              <a:off x="723900" y="5029200"/>
              <a:ext cx="1600200" cy="457200"/>
            </a:xfrm>
            <a:prstGeom prst="rect">
              <a:avLst/>
            </a:prstGeom>
            <a:solidFill>
              <a:srgbClr val="B9C9F0"/>
            </a:solidFill>
            <a:ln>
              <a:noFill/>
            </a:ln>
          </p:spPr>
        </p:sp>
        <p:sp>
          <p:nvSpPr>
            <p:cNvPr id="17" name="node06.text"/>
            <p:cNvSpPr/>
            <p:nvPr/>
          </p:nvSpPr>
          <p:spPr>
            <a:xfrm>
              <a:off x="876300" y="5143500"/>
              <a:ext cx="1295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Clearance</a:t>
              </a:r>
              <a:endParaRPr lang="en-US" sz="1200" spc="0" kern="0" b="0" i="0" dirty="0">
                <a:solidFill>
                  <a:srgbClr val="070154"/>
                </a:solidFill>
                <a:latin typeface="IBM Plex Sans"/>
                <a:ea typeface="IBM Plex Sans"/>
                <a:cs typeface="IBM Plex Sans"/>
              </a:endParaRPr>
            </a:p>
          </p:txBody>
        </p:sp>
      </p:grpSp>
      <p:grpSp>
        <p:nvGrpSpPr>
          <p:cNvPr id="83" name="node07"/>
          <p:cNvGrpSpPr/>
          <p:nvPr/>
        </p:nvGrpSpPr>
        <p:grpSpPr>
          <a:xfrm>
            <a:off x="2552700" y="1600200"/>
            <a:ext cx="1600200" cy="457200"/>
            <a:chOff x="2552700" y="1600200"/>
            <a:chExt cx="1600200" cy="457200"/>
          </a:xfrm>
        </p:grpSpPr>
        <p:sp>
          <p:nvSpPr>
            <p:cNvPr id="18" name="node07.surface"/>
            <p:cNvSpPr/>
            <p:nvPr/>
          </p:nvSpPr>
          <p:spPr>
            <a:xfrm>
              <a:off x="2552700" y="1600200"/>
              <a:ext cx="1600200" cy="457200"/>
            </a:xfrm>
            <a:prstGeom prst="rect">
              <a:avLst/>
            </a:prstGeom>
            <a:solidFill>
              <a:srgbClr val="05013F"/>
            </a:solidFill>
            <a:ln>
              <a:noFill/>
            </a:ln>
          </p:spPr>
        </p:sp>
        <p:sp>
          <p:nvSpPr>
            <p:cNvPr id="19" name="node07.text"/>
            <p:cNvSpPr/>
            <p:nvPr/>
          </p:nvSpPr>
          <p:spPr>
            <a:xfrm>
              <a:off x="2705100" y="1752600"/>
              <a:ext cx="12954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FFFFF"/>
                  </a:solidFill>
                  <a:latin typeface="IBM Plex Mono Medium"/>
                  <a:ea typeface="IBM Plex Mono Medium"/>
                  <a:cs typeface="IBM Plex Mono Medium"/>
                </a:rPr>
                <a:t>CARE DELIVERY</a:t>
              </a:r>
              <a:endParaRPr lang="en-US" sz="900" spc="54" kern="0" b="0" i="0" dirty="0">
                <a:solidFill>
                  <a:srgbClr val="FFFFFF"/>
                </a:solidFill>
                <a:latin typeface="IBM Plex Mono Medium"/>
                <a:ea typeface="IBM Plex Mono Medium"/>
                <a:cs typeface="IBM Plex Mono Medium"/>
              </a:endParaRPr>
            </a:p>
          </p:txBody>
        </p:sp>
      </p:grpSp>
      <p:grpSp>
        <p:nvGrpSpPr>
          <p:cNvPr id="84" name="node08"/>
          <p:cNvGrpSpPr/>
          <p:nvPr/>
        </p:nvGrpSpPr>
        <p:grpSpPr>
          <a:xfrm>
            <a:off x="2552700" y="2286000"/>
            <a:ext cx="1600200" cy="457200"/>
            <a:chOff x="2552700" y="2286000"/>
            <a:chExt cx="1600200" cy="457200"/>
          </a:xfrm>
        </p:grpSpPr>
        <p:sp>
          <p:nvSpPr>
            <p:cNvPr id="20" name="node08.surface"/>
            <p:cNvSpPr/>
            <p:nvPr/>
          </p:nvSpPr>
          <p:spPr>
            <a:xfrm>
              <a:off x="2552700" y="2286000"/>
              <a:ext cx="1600200" cy="457200"/>
            </a:xfrm>
            <a:prstGeom prst="rect">
              <a:avLst/>
            </a:prstGeom>
            <a:solidFill>
              <a:srgbClr val="7C9BFF"/>
            </a:solidFill>
            <a:ln>
              <a:noFill/>
            </a:ln>
          </p:spPr>
        </p:sp>
        <p:sp>
          <p:nvSpPr>
            <p:cNvPr id="21" name="node08.text"/>
            <p:cNvSpPr/>
            <p:nvPr/>
          </p:nvSpPr>
          <p:spPr>
            <a:xfrm>
              <a:off x="2705100" y="2400300"/>
              <a:ext cx="1295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Documentation</a:t>
              </a:r>
              <a:endParaRPr lang="en-US" sz="1200" spc="0" kern="0" b="0" i="0" dirty="0">
                <a:solidFill>
                  <a:srgbClr val="070154"/>
                </a:solidFill>
                <a:latin typeface="IBM Plex Sans"/>
                <a:ea typeface="IBM Plex Sans"/>
                <a:cs typeface="IBM Plex Sans"/>
              </a:endParaRPr>
            </a:p>
          </p:txBody>
        </p:sp>
      </p:grpSp>
      <p:grpSp>
        <p:nvGrpSpPr>
          <p:cNvPr id="85" name="node09"/>
          <p:cNvGrpSpPr/>
          <p:nvPr/>
        </p:nvGrpSpPr>
        <p:grpSpPr>
          <a:xfrm>
            <a:off x="2552700" y="2971800"/>
            <a:ext cx="1600200" cy="457200"/>
            <a:chOff x="2552700" y="2971800"/>
            <a:chExt cx="1600200" cy="457200"/>
          </a:xfrm>
        </p:grpSpPr>
        <p:sp>
          <p:nvSpPr>
            <p:cNvPr id="22" name="node09.surface"/>
            <p:cNvSpPr/>
            <p:nvPr/>
          </p:nvSpPr>
          <p:spPr>
            <a:xfrm>
              <a:off x="2552700" y="2971800"/>
              <a:ext cx="1600200" cy="457200"/>
            </a:xfrm>
            <a:prstGeom prst="rect">
              <a:avLst/>
            </a:prstGeom>
            <a:solidFill>
              <a:srgbClr val="B9C9F0"/>
            </a:solidFill>
            <a:ln>
              <a:noFill/>
            </a:ln>
          </p:spPr>
        </p:sp>
        <p:sp>
          <p:nvSpPr>
            <p:cNvPr id="23" name="node09.text"/>
            <p:cNvSpPr/>
            <p:nvPr/>
          </p:nvSpPr>
          <p:spPr>
            <a:xfrm>
              <a:off x="2705100" y="3086100"/>
              <a:ext cx="1295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Order entry</a:t>
              </a:r>
              <a:endParaRPr lang="en-US" sz="1200" spc="0" kern="0" b="0" i="0" dirty="0">
                <a:solidFill>
                  <a:srgbClr val="070154"/>
                </a:solidFill>
                <a:latin typeface="IBM Plex Sans"/>
                <a:ea typeface="IBM Plex Sans"/>
                <a:cs typeface="IBM Plex Sans"/>
              </a:endParaRPr>
            </a:p>
          </p:txBody>
        </p:sp>
      </p:grpSp>
      <p:grpSp>
        <p:nvGrpSpPr>
          <p:cNvPr id="86" name="node10"/>
          <p:cNvGrpSpPr/>
          <p:nvPr/>
        </p:nvGrpSpPr>
        <p:grpSpPr>
          <a:xfrm>
            <a:off x="2552700" y="3657600"/>
            <a:ext cx="1600200" cy="457200"/>
            <a:chOff x="2552700" y="3657600"/>
            <a:chExt cx="1600200" cy="457200"/>
          </a:xfrm>
        </p:grpSpPr>
        <p:sp>
          <p:nvSpPr>
            <p:cNvPr id="24" name="node10.surface"/>
            <p:cNvSpPr/>
            <p:nvPr/>
          </p:nvSpPr>
          <p:spPr>
            <a:xfrm>
              <a:off x="2552700" y="3657600"/>
              <a:ext cx="1600200" cy="457200"/>
            </a:xfrm>
            <a:prstGeom prst="rect">
              <a:avLst/>
            </a:prstGeom>
            <a:solidFill>
              <a:srgbClr val="0047FF"/>
            </a:solidFill>
            <a:ln>
              <a:noFill/>
            </a:ln>
          </p:spPr>
        </p:sp>
        <p:sp>
          <p:nvSpPr>
            <p:cNvPr id="25" name="node10.text"/>
            <p:cNvSpPr/>
            <p:nvPr/>
          </p:nvSpPr>
          <p:spPr>
            <a:xfrm>
              <a:off x="2705100" y="3771900"/>
              <a:ext cx="1295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Care planning</a:t>
              </a:r>
              <a:endParaRPr lang="en-US" sz="1200" spc="0" kern="0" b="0" i="0" dirty="0">
                <a:solidFill>
                  <a:srgbClr val="FFFFFF"/>
                </a:solidFill>
                <a:latin typeface="IBM Plex Sans"/>
                <a:ea typeface="IBM Plex Sans"/>
                <a:cs typeface="IBM Plex Sans"/>
              </a:endParaRPr>
            </a:p>
          </p:txBody>
        </p:sp>
      </p:grpSp>
      <p:grpSp>
        <p:nvGrpSpPr>
          <p:cNvPr id="87" name="node11"/>
          <p:cNvGrpSpPr/>
          <p:nvPr/>
        </p:nvGrpSpPr>
        <p:grpSpPr>
          <a:xfrm>
            <a:off x="2552700" y="4343400"/>
            <a:ext cx="1600200" cy="457200"/>
            <a:chOff x="2552700" y="4343400"/>
            <a:chExt cx="1600200" cy="457200"/>
          </a:xfrm>
        </p:grpSpPr>
        <p:sp>
          <p:nvSpPr>
            <p:cNvPr id="26" name="node11.surface"/>
            <p:cNvSpPr/>
            <p:nvPr/>
          </p:nvSpPr>
          <p:spPr>
            <a:xfrm>
              <a:off x="2552700" y="4343400"/>
              <a:ext cx="1600200" cy="457200"/>
            </a:xfrm>
            <a:prstGeom prst="rect">
              <a:avLst/>
            </a:prstGeom>
            <a:solidFill>
              <a:srgbClr val="7C9BFF"/>
            </a:solidFill>
            <a:ln>
              <a:noFill/>
            </a:ln>
          </p:spPr>
        </p:sp>
        <p:sp>
          <p:nvSpPr>
            <p:cNvPr id="27" name="node11.text"/>
            <p:cNvSpPr/>
            <p:nvPr/>
          </p:nvSpPr>
          <p:spPr>
            <a:xfrm>
              <a:off x="2705100" y="4457700"/>
              <a:ext cx="1295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Bedside devices</a:t>
              </a:r>
              <a:endParaRPr lang="en-US" sz="1200" spc="0" kern="0" b="0" i="0" dirty="0">
                <a:solidFill>
                  <a:srgbClr val="070154"/>
                </a:solidFill>
                <a:latin typeface="IBM Plex Sans"/>
                <a:ea typeface="IBM Plex Sans"/>
                <a:cs typeface="IBM Plex Sans"/>
              </a:endParaRPr>
            </a:p>
          </p:txBody>
        </p:sp>
      </p:grpSp>
      <p:grpSp>
        <p:nvGrpSpPr>
          <p:cNvPr id="88" name="node12"/>
          <p:cNvGrpSpPr/>
          <p:nvPr/>
        </p:nvGrpSpPr>
        <p:grpSpPr>
          <a:xfrm>
            <a:off x="2552700" y="5029200"/>
            <a:ext cx="1600200" cy="457200"/>
            <a:chOff x="2552700" y="5029200"/>
            <a:chExt cx="1600200" cy="457200"/>
          </a:xfrm>
        </p:grpSpPr>
        <p:sp>
          <p:nvSpPr>
            <p:cNvPr id="28" name="node12.surface"/>
            <p:cNvSpPr/>
            <p:nvPr/>
          </p:nvSpPr>
          <p:spPr>
            <a:xfrm>
              <a:off x="2552700" y="5029200"/>
              <a:ext cx="1600200" cy="457200"/>
            </a:xfrm>
            <a:prstGeom prst="rect">
              <a:avLst/>
            </a:prstGeom>
            <a:solidFill>
              <a:srgbClr val="0047FF"/>
            </a:solidFill>
            <a:ln>
              <a:noFill/>
            </a:ln>
          </p:spPr>
        </p:sp>
        <p:sp>
          <p:nvSpPr>
            <p:cNvPr id="29" name="node12.text"/>
            <p:cNvSpPr/>
            <p:nvPr/>
          </p:nvSpPr>
          <p:spPr>
            <a:xfrm>
              <a:off x="2705100" y="5143500"/>
              <a:ext cx="1295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Virtual care</a:t>
              </a:r>
              <a:endParaRPr lang="en-US" sz="1200" spc="0" kern="0" b="0" i="0" dirty="0">
                <a:solidFill>
                  <a:srgbClr val="FFFFFF"/>
                </a:solidFill>
                <a:latin typeface="IBM Plex Sans"/>
                <a:ea typeface="IBM Plex Sans"/>
                <a:cs typeface="IBM Plex Sans"/>
              </a:endParaRPr>
            </a:p>
          </p:txBody>
        </p:sp>
      </p:grpSp>
      <p:grpSp>
        <p:nvGrpSpPr>
          <p:cNvPr id="89" name="node13"/>
          <p:cNvGrpSpPr/>
          <p:nvPr/>
        </p:nvGrpSpPr>
        <p:grpSpPr>
          <a:xfrm>
            <a:off x="4381500" y="1600200"/>
            <a:ext cx="1600200" cy="457200"/>
            <a:chOff x="4381500" y="1600200"/>
            <a:chExt cx="1600200" cy="457200"/>
          </a:xfrm>
        </p:grpSpPr>
        <p:sp>
          <p:nvSpPr>
            <p:cNvPr id="30" name="node13.surface"/>
            <p:cNvSpPr/>
            <p:nvPr/>
          </p:nvSpPr>
          <p:spPr>
            <a:xfrm>
              <a:off x="4381500" y="1600200"/>
              <a:ext cx="1600200" cy="457200"/>
            </a:xfrm>
            <a:prstGeom prst="rect">
              <a:avLst/>
            </a:prstGeom>
            <a:solidFill>
              <a:srgbClr val="05013F"/>
            </a:solidFill>
            <a:ln>
              <a:noFill/>
            </a:ln>
          </p:spPr>
        </p:sp>
        <p:sp>
          <p:nvSpPr>
            <p:cNvPr id="31" name="node13.text"/>
            <p:cNvSpPr/>
            <p:nvPr/>
          </p:nvSpPr>
          <p:spPr>
            <a:xfrm>
              <a:off x="4533900" y="1752600"/>
              <a:ext cx="12954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FFFFF"/>
                  </a:solidFill>
                  <a:latin typeface="IBM Plex Mono Medium"/>
                  <a:ea typeface="IBM Plex Mono Medium"/>
                  <a:cs typeface="IBM Plex Mono Medium"/>
                </a:rPr>
                <a:t>REVENUE</a:t>
              </a:r>
              <a:endParaRPr lang="en-US" sz="900" spc="54" kern="0" b="0" i="0" dirty="0">
                <a:solidFill>
                  <a:srgbClr val="FFFFFF"/>
                </a:solidFill>
                <a:latin typeface="IBM Plex Mono Medium"/>
                <a:ea typeface="IBM Plex Mono Medium"/>
                <a:cs typeface="IBM Plex Mono Medium"/>
              </a:endParaRPr>
            </a:p>
          </p:txBody>
        </p:sp>
      </p:grpSp>
      <p:grpSp>
        <p:nvGrpSpPr>
          <p:cNvPr id="90" name="node14"/>
          <p:cNvGrpSpPr/>
          <p:nvPr/>
        </p:nvGrpSpPr>
        <p:grpSpPr>
          <a:xfrm>
            <a:off x="4381500" y="2286000"/>
            <a:ext cx="1600200" cy="457200"/>
            <a:chOff x="4381500" y="2286000"/>
            <a:chExt cx="1600200" cy="457200"/>
          </a:xfrm>
        </p:grpSpPr>
        <p:sp>
          <p:nvSpPr>
            <p:cNvPr id="32" name="node14.surface"/>
            <p:cNvSpPr/>
            <p:nvPr/>
          </p:nvSpPr>
          <p:spPr>
            <a:xfrm>
              <a:off x="4381500" y="2286000"/>
              <a:ext cx="1600200" cy="457200"/>
            </a:xfrm>
            <a:prstGeom prst="rect">
              <a:avLst/>
            </a:prstGeom>
            <a:solidFill>
              <a:srgbClr val="7C9BFF"/>
            </a:solidFill>
            <a:ln>
              <a:noFill/>
            </a:ln>
          </p:spPr>
        </p:sp>
        <p:sp>
          <p:nvSpPr>
            <p:cNvPr id="33" name="node14.text"/>
            <p:cNvSpPr/>
            <p:nvPr/>
          </p:nvSpPr>
          <p:spPr>
            <a:xfrm>
              <a:off x="4533900" y="2400300"/>
              <a:ext cx="1295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Charge capture</a:t>
              </a:r>
              <a:endParaRPr lang="en-US" sz="1200" spc="0" kern="0" b="0" i="0" dirty="0">
                <a:solidFill>
                  <a:srgbClr val="070154"/>
                </a:solidFill>
                <a:latin typeface="IBM Plex Sans"/>
                <a:ea typeface="IBM Plex Sans"/>
                <a:cs typeface="IBM Plex Sans"/>
              </a:endParaRPr>
            </a:p>
          </p:txBody>
        </p:sp>
      </p:grpSp>
      <p:grpSp>
        <p:nvGrpSpPr>
          <p:cNvPr id="91" name="node15"/>
          <p:cNvGrpSpPr/>
          <p:nvPr/>
        </p:nvGrpSpPr>
        <p:grpSpPr>
          <a:xfrm>
            <a:off x="4381500" y="2971800"/>
            <a:ext cx="1600200" cy="457200"/>
            <a:chOff x="4381500" y="2971800"/>
            <a:chExt cx="1600200" cy="457200"/>
          </a:xfrm>
        </p:grpSpPr>
        <p:sp>
          <p:nvSpPr>
            <p:cNvPr id="34" name="node15.surface"/>
            <p:cNvSpPr/>
            <p:nvPr/>
          </p:nvSpPr>
          <p:spPr>
            <a:xfrm>
              <a:off x="4381500" y="2971800"/>
              <a:ext cx="1600200" cy="457200"/>
            </a:xfrm>
            <a:prstGeom prst="rect">
              <a:avLst/>
            </a:prstGeom>
            <a:solidFill>
              <a:srgbClr val="B9C9F0"/>
            </a:solidFill>
            <a:ln>
              <a:noFill/>
            </a:ln>
          </p:spPr>
        </p:sp>
        <p:sp>
          <p:nvSpPr>
            <p:cNvPr id="35" name="node15.text"/>
            <p:cNvSpPr/>
            <p:nvPr/>
          </p:nvSpPr>
          <p:spPr>
            <a:xfrm>
              <a:off x="4533900" y="3086100"/>
              <a:ext cx="1295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Claims</a:t>
              </a:r>
              <a:endParaRPr lang="en-US" sz="1200" spc="0" kern="0" b="0" i="0" dirty="0">
                <a:solidFill>
                  <a:srgbClr val="070154"/>
                </a:solidFill>
                <a:latin typeface="IBM Plex Sans"/>
                <a:ea typeface="IBM Plex Sans"/>
                <a:cs typeface="IBM Plex Sans"/>
              </a:endParaRPr>
            </a:p>
          </p:txBody>
        </p:sp>
      </p:grpSp>
      <p:grpSp>
        <p:nvGrpSpPr>
          <p:cNvPr id="92" name="node16"/>
          <p:cNvGrpSpPr/>
          <p:nvPr/>
        </p:nvGrpSpPr>
        <p:grpSpPr>
          <a:xfrm>
            <a:off x="4381500" y="3657600"/>
            <a:ext cx="1600200" cy="457200"/>
            <a:chOff x="4381500" y="3657600"/>
            <a:chExt cx="1600200" cy="457200"/>
          </a:xfrm>
        </p:grpSpPr>
        <p:sp>
          <p:nvSpPr>
            <p:cNvPr id="36" name="node16.surface"/>
            <p:cNvSpPr/>
            <p:nvPr/>
          </p:nvSpPr>
          <p:spPr>
            <a:xfrm>
              <a:off x="4381500" y="3657600"/>
              <a:ext cx="1600200" cy="457200"/>
            </a:xfrm>
            <a:prstGeom prst="rect">
              <a:avLst/>
            </a:prstGeom>
            <a:solidFill>
              <a:srgbClr val="070154"/>
            </a:solidFill>
            <a:ln>
              <a:noFill/>
            </a:ln>
          </p:spPr>
        </p:sp>
        <p:sp>
          <p:nvSpPr>
            <p:cNvPr id="37" name="node16.text"/>
            <p:cNvSpPr/>
            <p:nvPr/>
          </p:nvSpPr>
          <p:spPr>
            <a:xfrm>
              <a:off x="4533900" y="3771900"/>
              <a:ext cx="1295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Denials</a:t>
              </a:r>
              <a:endParaRPr lang="en-US" sz="1200" spc="0" kern="0" b="0" i="0" dirty="0">
                <a:solidFill>
                  <a:srgbClr val="FFFFFF"/>
                </a:solidFill>
                <a:latin typeface="IBM Plex Sans"/>
                <a:ea typeface="IBM Plex Sans"/>
                <a:cs typeface="IBM Plex Sans"/>
              </a:endParaRPr>
            </a:p>
          </p:txBody>
        </p:sp>
      </p:grpSp>
      <p:grpSp>
        <p:nvGrpSpPr>
          <p:cNvPr id="93" name="node17"/>
          <p:cNvGrpSpPr/>
          <p:nvPr/>
        </p:nvGrpSpPr>
        <p:grpSpPr>
          <a:xfrm>
            <a:off x="4381500" y="4343400"/>
            <a:ext cx="1600200" cy="457200"/>
            <a:chOff x="4381500" y="4343400"/>
            <a:chExt cx="1600200" cy="457200"/>
          </a:xfrm>
        </p:grpSpPr>
        <p:sp>
          <p:nvSpPr>
            <p:cNvPr id="38" name="node17.surface"/>
            <p:cNvSpPr/>
            <p:nvPr/>
          </p:nvSpPr>
          <p:spPr>
            <a:xfrm>
              <a:off x="4381500" y="4343400"/>
              <a:ext cx="1600200" cy="457200"/>
            </a:xfrm>
            <a:prstGeom prst="rect">
              <a:avLst/>
            </a:prstGeom>
            <a:solidFill>
              <a:srgbClr val="0047FF"/>
            </a:solidFill>
            <a:ln>
              <a:noFill/>
            </a:ln>
          </p:spPr>
        </p:sp>
        <p:sp>
          <p:nvSpPr>
            <p:cNvPr id="39" name="node17.text"/>
            <p:cNvSpPr/>
            <p:nvPr/>
          </p:nvSpPr>
          <p:spPr>
            <a:xfrm>
              <a:off x="4533900" y="4457700"/>
              <a:ext cx="1295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Patient billing</a:t>
              </a:r>
              <a:endParaRPr lang="en-US" sz="1200" spc="0" kern="0" b="0" i="0" dirty="0">
                <a:solidFill>
                  <a:srgbClr val="FFFFFF"/>
                </a:solidFill>
                <a:latin typeface="IBM Plex Sans"/>
                <a:ea typeface="IBM Plex Sans"/>
                <a:cs typeface="IBM Plex Sans"/>
              </a:endParaRPr>
            </a:p>
          </p:txBody>
        </p:sp>
      </p:grpSp>
      <p:grpSp>
        <p:nvGrpSpPr>
          <p:cNvPr id="94" name="node18"/>
          <p:cNvGrpSpPr/>
          <p:nvPr/>
        </p:nvGrpSpPr>
        <p:grpSpPr>
          <a:xfrm>
            <a:off x="4381500" y="5029200"/>
            <a:ext cx="1600200" cy="457200"/>
            <a:chOff x="4381500" y="5029200"/>
            <a:chExt cx="1600200" cy="457200"/>
          </a:xfrm>
        </p:grpSpPr>
        <p:sp>
          <p:nvSpPr>
            <p:cNvPr id="40" name="node18.surface"/>
            <p:cNvSpPr/>
            <p:nvPr/>
          </p:nvSpPr>
          <p:spPr>
            <a:xfrm>
              <a:off x="4381500" y="5029200"/>
              <a:ext cx="1600200" cy="457200"/>
            </a:xfrm>
            <a:prstGeom prst="rect">
              <a:avLst/>
            </a:prstGeom>
            <a:solidFill>
              <a:srgbClr val="E8EEF8"/>
            </a:solidFill>
            <a:ln>
              <a:noFill/>
            </a:ln>
          </p:spPr>
        </p:sp>
        <p:sp>
          <p:nvSpPr>
            <p:cNvPr id="41" name="node18.text"/>
            <p:cNvSpPr/>
            <p:nvPr/>
          </p:nvSpPr>
          <p:spPr>
            <a:xfrm>
              <a:off x="4533900" y="5143500"/>
              <a:ext cx="1295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Contracts</a:t>
              </a:r>
              <a:endParaRPr lang="en-US" sz="1200" spc="0" kern="0" b="0" i="0" dirty="0">
                <a:solidFill>
                  <a:srgbClr val="070154"/>
                </a:solidFill>
                <a:latin typeface="IBM Plex Sans"/>
                <a:ea typeface="IBM Plex Sans"/>
                <a:cs typeface="IBM Plex Sans"/>
              </a:endParaRPr>
            </a:p>
          </p:txBody>
        </p:sp>
      </p:grpSp>
      <p:grpSp>
        <p:nvGrpSpPr>
          <p:cNvPr id="95" name="node19"/>
          <p:cNvGrpSpPr/>
          <p:nvPr/>
        </p:nvGrpSpPr>
        <p:grpSpPr>
          <a:xfrm>
            <a:off x="6210300" y="1600200"/>
            <a:ext cx="1600200" cy="457200"/>
            <a:chOff x="6210300" y="1600200"/>
            <a:chExt cx="1600200" cy="457200"/>
          </a:xfrm>
        </p:grpSpPr>
        <p:sp>
          <p:nvSpPr>
            <p:cNvPr id="42" name="node19.surface"/>
            <p:cNvSpPr/>
            <p:nvPr/>
          </p:nvSpPr>
          <p:spPr>
            <a:xfrm>
              <a:off x="6210300" y="1600200"/>
              <a:ext cx="1600200" cy="457200"/>
            </a:xfrm>
            <a:prstGeom prst="rect">
              <a:avLst/>
            </a:prstGeom>
            <a:solidFill>
              <a:srgbClr val="05013F"/>
            </a:solidFill>
            <a:ln>
              <a:noFill/>
            </a:ln>
          </p:spPr>
        </p:sp>
        <p:sp>
          <p:nvSpPr>
            <p:cNvPr id="43" name="node19.text"/>
            <p:cNvSpPr/>
            <p:nvPr/>
          </p:nvSpPr>
          <p:spPr>
            <a:xfrm>
              <a:off x="6362700" y="1752600"/>
              <a:ext cx="12954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FFFFF"/>
                  </a:solidFill>
                  <a:latin typeface="IBM Plex Mono Medium"/>
                  <a:ea typeface="IBM Plex Mono Medium"/>
                  <a:cs typeface="IBM Plex Mono Medium"/>
                </a:rPr>
                <a:t>DATA</a:t>
              </a:r>
              <a:endParaRPr lang="en-US" sz="900" spc="54" kern="0" b="0" i="0" dirty="0">
                <a:solidFill>
                  <a:srgbClr val="FFFFFF"/>
                </a:solidFill>
                <a:latin typeface="IBM Plex Mono Medium"/>
                <a:ea typeface="IBM Plex Mono Medium"/>
                <a:cs typeface="IBM Plex Mono Medium"/>
              </a:endParaRPr>
            </a:p>
          </p:txBody>
        </p:sp>
      </p:grpSp>
      <p:grpSp>
        <p:nvGrpSpPr>
          <p:cNvPr id="96" name="node20"/>
          <p:cNvGrpSpPr/>
          <p:nvPr/>
        </p:nvGrpSpPr>
        <p:grpSpPr>
          <a:xfrm>
            <a:off x="6210300" y="2286000"/>
            <a:ext cx="1600200" cy="457200"/>
            <a:chOff x="6210300" y="2286000"/>
            <a:chExt cx="1600200" cy="457200"/>
          </a:xfrm>
        </p:grpSpPr>
        <p:sp>
          <p:nvSpPr>
            <p:cNvPr id="44" name="node20.surface"/>
            <p:cNvSpPr/>
            <p:nvPr/>
          </p:nvSpPr>
          <p:spPr>
            <a:xfrm>
              <a:off x="6210300" y="2286000"/>
              <a:ext cx="1600200" cy="457200"/>
            </a:xfrm>
            <a:prstGeom prst="rect">
              <a:avLst/>
            </a:prstGeom>
            <a:solidFill>
              <a:srgbClr val="7C9BFF"/>
            </a:solidFill>
            <a:ln>
              <a:noFill/>
            </a:ln>
          </p:spPr>
        </p:sp>
        <p:sp>
          <p:nvSpPr>
            <p:cNvPr id="45" name="node20.text"/>
            <p:cNvSpPr/>
            <p:nvPr/>
          </p:nvSpPr>
          <p:spPr>
            <a:xfrm>
              <a:off x="6362700" y="2400300"/>
              <a:ext cx="1295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Reporting</a:t>
              </a:r>
              <a:endParaRPr lang="en-US" sz="1200" spc="0" kern="0" b="0" i="0" dirty="0">
                <a:solidFill>
                  <a:srgbClr val="070154"/>
                </a:solidFill>
                <a:latin typeface="IBM Plex Sans"/>
                <a:ea typeface="IBM Plex Sans"/>
                <a:cs typeface="IBM Plex Sans"/>
              </a:endParaRPr>
            </a:p>
          </p:txBody>
        </p:sp>
      </p:grpSp>
      <p:grpSp>
        <p:nvGrpSpPr>
          <p:cNvPr id="97" name="node21"/>
          <p:cNvGrpSpPr/>
          <p:nvPr/>
        </p:nvGrpSpPr>
        <p:grpSpPr>
          <a:xfrm>
            <a:off x="6210300" y="2971800"/>
            <a:ext cx="1600200" cy="457200"/>
            <a:chOff x="6210300" y="2971800"/>
            <a:chExt cx="1600200" cy="457200"/>
          </a:xfrm>
        </p:grpSpPr>
        <p:sp>
          <p:nvSpPr>
            <p:cNvPr id="46" name="node21.surface"/>
            <p:cNvSpPr/>
            <p:nvPr/>
          </p:nvSpPr>
          <p:spPr>
            <a:xfrm>
              <a:off x="6210300" y="2971800"/>
              <a:ext cx="1600200" cy="457200"/>
            </a:xfrm>
            <a:prstGeom prst="rect">
              <a:avLst/>
            </a:prstGeom>
            <a:solidFill>
              <a:srgbClr val="070154"/>
            </a:solidFill>
            <a:ln>
              <a:noFill/>
            </a:ln>
          </p:spPr>
        </p:sp>
        <p:sp>
          <p:nvSpPr>
            <p:cNvPr id="47" name="node21.text"/>
            <p:cNvSpPr/>
            <p:nvPr/>
          </p:nvSpPr>
          <p:spPr>
            <a:xfrm>
              <a:off x="6362700" y="3086100"/>
              <a:ext cx="1295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Master data</a:t>
              </a:r>
              <a:endParaRPr lang="en-US" sz="1200" spc="0" kern="0" b="0" i="0" dirty="0">
                <a:solidFill>
                  <a:srgbClr val="FFFFFF"/>
                </a:solidFill>
                <a:latin typeface="IBM Plex Sans"/>
                <a:ea typeface="IBM Plex Sans"/>
                <a:cs typeface="IBM Plex Sans"/>
              </a:endParaRPr>
            </a:p>
          </p:txBody>
        </p:sp>
      </p:grpSp>
      <p:grpSp>
        <p:nvGrpSpPr>
          <p:cNvPr id="98" name="node22"/>
          <p:cNvGrpSpPr/>
          <p:nvPr/>
        </p:nvGrpSpPr>
        <p:grpSpPr>
          <a:xfrm>
            <a:off x="6210300" y="3657600"/>
            <a:ext cx="1600200" cy="457200"/>
            <a:chOff x="6210300" y="3657600"/>
            <a:chExt cx="1600200" cy="457200"/>
          </a:xfrm>
        </p:grpSpPr>
        <p:sp>
          <p:nvSpPr>
            <p:cNvPr id="48" name="node22.surface"/>
            <p:cNvSpPr/>
            <p:nvPr/>
          </p:nvSpPr>
          <p:spPr>
            <a:xfrm>
              <a:off x="6210300" y="3657600"/>
              <a:ext cx="1600200" cy="457200"/>
            </a:xfrm>
            <a:prstGeom prst="rect">
              <a:avLst/>
            </a:prstGeom>
            <a:solidFill>
              <a:srgbClr val="0047FF"/>
            </a:solidFill>
            <a:ln>
              <a:noFill/>
            </a:ln>
          </p:spPr>
        </p:sp>
        <p:sp>
          <p:nvSpPr>
            <p:cNvPr id="49" name="node22.text"/>
            <p:cNvSpPr/>
            <p:nvPr/>
          </p:nvSpPr>
          <p:spPr>
            <a:xfrm>
              <a:off x="6362700" y="3771900"/>
              <a:ext cx="1295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Data quality</a:t>
              </a:r>
              <a:endParaRPr lang="en-US" sz="1200" spc="0" kern="0" b="0" i="0" dirty="0">
                <a:solidFill>
                  <a:srgbClr val="FFFFFF"/>
                </a:solidFill>
                <a:latin typeface="IBM Plex Sans"/>
                <a:ea typeface="IBM Plex Sans"/>
                <a:cs typeface="IBM Plex Sans"/>
              </a:endParaRPr>
            </a:p>
          </p:txBody>
        </p:sp>
      </p:grpSp>
      <p:grpSp>
        <p:nvGrpSpPr>
          <p:cNvPr id="99" name="node23"/>
          <p:cNvGrpSpPr/>
          <p:nvPr/>
        </p:nvGrpSpPr>
        <p:grpSpPr>
          <a:xfrm>
            <a:off x="6210300" y="4343400"/>
            <a:ext cx="1600200" cy="457200"/>
            <a:chOff x="6210300" y="4343400"/>
            <a:chExt cx="1600200" cy="457200"/>
          </a:xfrm>
        </p:grpSpPr>
        <p:sp>
          <p:nvSpPr>
            <p:cNvPr id="50" name="node23.surface"/>
            <p:cNvSpPr/>
            <p:nvPr/>
          </p:nvSpPr>
          <p:spPr>
            <a:xfrm>
              <a:off x="6210300" y="4343400"/>
              <a:ext cx="1600200" cy="457200"/>
            </a:xfrm>
            <a:prstGeom prst="rect">
              <a:avLst/>
            </a:prstGeom>
            <a:solidFill>
              <a:srgbClr val="070154"/>
            </a:solidFill>
            <a:ln>
              <a:noFill/>
            </a:ln>
          </p:spPr>
        </p:sp>
        <p:sp>
          <p:nvSpPr>
            <p:cNvPr id="51" name="node23.text"/>
            <p:cNvSpPr/>
            <p:nvPr/>
          </p:nvSpPr>
          <p:spPr>
            <a:xfrm>
              <a:off x="6362700" y="4457700"/>
              <a:ext cx="1295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Interoperability</a:t>
              </a:r>
              <a:endParaRPr lang="en-US" sz="1200" spc="0" kern="0" b="0" i="0" dirty="0">
                <a:solidFill>
                  <a:srgbClr val="FFFFFF"/>
                </a:solidFill>
                <a:latin typeface="IBM Plex Sans"/>
                <a:ea typeface="IBM Plex Sans"/>
                <a:cs typeface="IBM Plex Sans"/>
              </a:endParaRPr>
            </a:p>
          </p:txBody>
        </p:sp>
      </p:grpSp>
      <p:grpSp>
        <p:nvGrpSpPr>
          <p:cNvPr id="100" name="node24"/>
          <p:cNvGrpSpPr/>
          <p:nvPr/>
        </p:nvGrpSpPr>
        <p:grpSpPr>
          <a:xfrm>
            <a:off x="6210300" y="5029200"/>
            <a:ext cx="1600200" cy="457200"/>
            <a:chOff x="6210300" y="5029200"/>
            <a:chExt cx="1600200" cy="457200"/>
          </a:xfrm>
        </p:grpSpPr>
        <p:sp>
          <p:nvSpPr>
            <p:cNvPr id="52" name="node24.surface"/>
            <p:cNvSpPr/>
            <p:nvPr/>
          </p:nvSpPr>
          <p:spPr>
            <a:xfrm>
              <a:off x="6210300" y="5029200"/>
              <a:ext cx="1600200" cy="457200"/>
            </a:xfrm>
            <a:prstGeom prst="rect">
              <a:avLst/>
            </a:prstGeom>
            <a:solidFill>
              <a:srgbClr val="7C9BFF"/>
            </a:solidFill>
            <a:ln>
              <a:noFill/>
            </a:ln>
          </p:spPr>
        </p:sp>
        <p:sp>
          <p:nvSpPr>
            <p:cNvPr id="53" name="node24.text"/>
            <p:cNvSpPr/>
            <p:nvPr/>
          </p:nvSpPr>
          <p:spPr>
            <a:xfrm>
              <a:off x="6362700" y="5143500"/>
              <a:ext cx="1295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Governance</a:t>
              </a:r>
              <a:endParaRPr lang="en-US" sz="1200" spc="0" kern="0" b="0" i="0" dirty="0">
                <a:solidFill>
                  <a:srgbClr val="070154"/>
                </a:solidFill>
                <a:latin typeface="IBM Plex Sans"/>
                <a:ea typeface="IBM Plex Sans"/>
                <a:cs typeface="IBM Plex Sans"/>
              </a:endParaRPr>
            </a:p>
          </p:txBody>
        </p:sp>
      </p:grpSp>
      <p:grpSp>
        <p:nvGrpSpPr>
          <p:cNvPr id="101" name="node25"/>
          <p:cNvGrpSpPr/>
          <p:nvPr/>
        </p:nvGrpSpPr>
        <p:grpSpPr>
          <a:xfrm>
            <a:off x="723900" y="5715000"/>
            <a:ext cx="7086600" cy="228600"/>
            <a:chOff x="723900" y="5715000"/>
            <a:chExt cx="7086600" cy="228600"/>
          </a:xfrm>
        </p:grpSpPr>
        <p:sp>
          <p:nvSpPr>
            <p:cNvPr id="54" name="node25.title"/>
            <p:cNvSpPr/>
            <p:nvPr/>
          </p:nvSpPr>
          <p:spPr>
            <a:xfrm>
              <a:off x="723900" y="5715000"/>
              <a:ext cx="7086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PRIORITY</a:t>
              </a:r>
              <a:endParaRPr lang="en-US" sz="900" spc="54" kern="0" b="0" i="0" dirty="0">
                <a:solidFill>
                  <a:srgbClr val="50658E"/>
                </a:solidFill>
                <a:latin typeface="IBM Plex Mono Medium"/>
                <a:ea typeface="IBM Plex Mono Medium"/>
                <a:cs typeface="IBM Plex Mono Medium"/>
              </a:endParaRPr>
            </a:p>
          </p:txBody>
        </p:sp>
        <p:sp>
          <p:nvSpPr>
            <p:cNvPr id="55" name="node25.items.slot-001.swatch"/>
            <p:cNvSpPr/>
            <p:nvPr/>
          </p:nvSpPr>
          <p:spPr>
            <a:xfrm>
              <a:off x="1553468" y="5765800"/>
              <a:ext cx="228600" cy="127000"/>
            </a:xfrm>
            <a:prstGeom prst="rect">
              <a:avLst/>
            </a:prstGeom>
            <a:solidFill>
              <a:srgbClr val="E8EEF8"/>
            </a:solidFill>
            <a:ln>
              <a:noFill/>
            </a:ln>
          </p:spPr>
        </p:sp>
        <p:sp>
          <p:nvSpPr>
            <p:cNvPr id="56" name="node25.items.slot-001.text"/>
            <p:cNvSpPr/>
            <p:nvPr/>
          </p:nvSpPr>
          <p:spPr>
            <a:xfrm>
              <a:off x="1845568" y="5715000"/>
              <a:ext cx="415925"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None</a:t>
              </a:r>
              <a:endParaRPr lang="en-US" sz="1200" spc="0" kern="0" b="0" i="0" dirty="0">
                <a:solidFill>
                  <a:srgbClr val="070154"/>
                </a:solidFill>
                <a:latin typeface="IBM Plex Sans"/>
                <a:ea typeface="IBM Plex Sans"/>
                <a:cs typeface="IBM Plex Sans"/>
              </a:endParaRPr>
            </a:p>
          </p:txBody>
        </p:sp>
        <p:sp>
          <p:nvSpPr>
            <p:cNvPr id="57" name="node25.items.slot-002.swatch"/>
            <p:cNvSpPr/>
            <p:nvPr/>
          </p:nvSpPr>
          <p:spPr>
            <a:xfrm>
              <a:off x="2490093" y="5765800"/>
              <a:ext cx="228600" cy="127000"/>
            </a:xfrm>
            <a:prstGeom prst="rect">
              <a:avLst/>
            </a:prstGeom>
            <a:solidFill>
              <a:srgbClr val="B9C9F0"/>
            </a:solidFill>
            <a:ln>
              <a:noFill/>
            </a:ln>
          </p:spPr>
        </p:sp>
        <p:sp>
          <p:nvSpPr>
            <p:cNvPr id="58" name="node25.items.slot-002.text"/>
            <p:cNvSpPr/>
            <p:nvPr/>
          </p:nvSpPr>
          <p:spPr>
            <a:xfrm>
              <a:off x="2782193" y="5715000"/>
              <a:ext cx="330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Low</a:t>
              </a:r>
              <a:endParaRPr lang="en-US" sz="1200" spc="0" kern="0" b="0" i="0" dirty="0">
                <a:solidFill>
                  <a:srgbClr val="070154"/>
                </a:solidFill>
                <a:latin typeface="IBM Plex Sans"/>
                <a:ea typeface="IBM Plex Sans"/>
                <a:cs typeface="IBM Plex Sans"/>
              </a:endParaRPr>
            </a:p>
          </p:txBody>
        </p:sp>
        <p:sp>
          <p:nvSpPr>
            <p:cNvPr id="59" name="node25.items.slot-003.swatch"/>
            <p:cNvSpPr/>
            <p:nvPr/>
          </p:nvSpPr>
          <p:spPr>
            <a:xfrm>
              <a:off x="3340993" y="5765800"/>
              <a:ext cx="228600" cy="127000"/>
            </a:xfrm>
            <a:prstGeom prst="rect">
              <a:avLst/>
            </a:prstGeom>
            <a:solidFill>
              <a:srgbClr val="7C9BFF"/>
            </a:solidFill>
            <a:ln>
              <a:noFill/>
            </a:ln>
          </p:spPr>
        </p:sp>
        <p:sp>
          <p:nvSpPr>
            <p:cNvPr id="60" name="node25.items.slot-003.text"/>
            <p:cNvSpPr/>
            <p:nvPr/>
          </p:nvSpPr>
          <p:spPr>
            <a:xfrm>
              <a:off x="3633093" y="5715000"/>
              <a:ext cx="606425"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Medium</a:t>
              </a:r>
              <a:endParaRPr lang="en-US" sz="1200" spc="0" kern="0" b="0" i="0" dirty="0">
                <a:solidFill>
                  <a:srgbClr val="070154"/>
                </a:solidFill>
                <a:latin typeface="IBM Plex Sans"/>
                <a:ea typeface="IBM Plex Sans"/>
                <a:cs typeface="IBM Plex Sans"/>
              </a:endParaRPr>
            </a:p>
          </p:txBody>
        </p:sp>
        <p:sp>
          <p:nvSpPr>
            <p:cNvPr id="61" name="node25.items.slot-004.swatch"/>
            <p:cNvSpPr/>
            <p:nvPr/>
          </p:nvSpPr>
          <p:spPr>
            <a:xfrm>
              <a:off x="4468118" y="5765800"/>
              <a:ext cx="228600" cy="127000"/>
            </a:xfrm>
            <a:prstGeom prst="rect">
              <a:avLst/>
            </a:prstGeom>
            <a:solidFill>
              <a:srgbClr val="0047FF"/>
            </a:solidFill>
            <a:ln>
              <a:noFill/>
            </a:ln>
          </p:spPr>
        </p:sp>
        <p:sp>
          <p:nvSpPr>
            <p:cNvPr id="62" name="node25.items.slot-004.text"/>
            <p:cNvSpPr/>
            <p:nvPr/>
          </p:nvSpPr>
          <p:spPr>
            <a:xfrm>
              <a:off x="4760218" y="5715000"/>
              <a:ext cx="365125"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High</a:t>
              </a:r>
              <a:endParaRPr lang="en-US" sz="1200" spc="0" kern="0" b="0" i="0" dirty="0">
                <a:solidFill>
                  <a:srgbClr val="070154"/>
                </a:solidFill>
                <a:latin typeface="IBM Plex Sans"/>
                <a:ea typeface="IBM Plex Sans"/>
                <a:cs typeface="IBM Plex Sans"/>
              </a:endParaRPr>
            </a:p>
          </p:txBody>
        </p:sp>
        <p:sp>
          <p:nvSpPr>
            <p:cNvPr id="63" name="node25.items.slot-005.swatch"/>
            <p:cNvSpPr/>
            <p:nvPr/>
          </p:nvSpPr>
          <p:spPr>
            <a:xfrm>
              <a:off x="5353943" y="5765800"/>
              <a:ext cx="228600" cy="127000"/>
            </a:xfrm>
            <a:prstGeom prst="rect">
              <a:avLst/>
            </a:prstGeom>
            <a:solidFill>
              <a:srgbClr val="070154"/>
            </a:solidFill>
            <a:ln>
              <a:noFill/>
            </a:ln>
          </p:spPr>
        </p:sp>
        <p:sp>
          <p:nvSpPr>
            <p:cNvPr id="64" name="node25.items.slot-005.text"/>
            <p:cNvSpPr/>
            <p:nvPr/>
          </p:nvSpPr>
          <p:spPr>
            <a:xfrm>
              <a:off x="5646043" y="5715000"/>
              <a:ext cx="312738"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Top</a:t>
              </a:r>
              <a:endParaRPr lang="en-US" sz="1200" spc="0" kern="0" b="0" i="0" dirty="0">
                <a:solidFill>
                  <a:srgbClr val="070154"/>
                </a:solidFill>
                <a:latin typeface="IBM Plex Sans"/>
                <a:ea typeface="IBM Plex Sans"/>
                <a:cs typeface="IBM Plex Sans"/>
              </a:endParaRPr>
            </a:p>
          </p:txBody>
        </p:sp>
      </p:grpSp>
      <p:grpSp>
        <p:nvGrpSpPr>
          <p:cNvPr id="102" name="node26"/>
          <p:cNvGrpSpPr/>
          <p:nvPr/>
        </p:nvGrpSpPr>
        <p:grpSpPr>
          <a:xfrm>
            <a:off x="8039100" y="1600200"/>
            <a:ext cx="3429000" cy="1219200"/>
            <a:chOff x="8039100" y="1600200"/>
            <a:chExt cx="3429000" cy="1219200"/>
          </a:xfrm>
        </p:grpSpPr>
        <p:sp>
          <p:nvSpPr>
            <p:cNvPr id="65" name="node26.container"/>
            <p:cNvSpPr/>
            <p:nvPr/>
          </p:nvSpPr>
          <p:spPr>
            <a:xfrm>
              <a:off x="8039100" y="1600200"/>
              <a:ext cx="3429000" cy="1219200"/>
            </a:xfrm>
            <a:prstGeom prst="rect">
              <a:avLst/>
            </a:prstGeom>
            <a:solidFill>
              <a:srgbClr val="E8EEF8"/>
            </a:solidFill>
            <a:ln>
              <a:noFill/>
            </a:ln>
          </p:spPr>
        </p:sp>
        <p:sp>
          <p:nvSpPr>
            <p:cNvPr id="66" name="node26.label"/>
            <p:cNvSpPr/>
            <p:nvPr/>
          </p:nvSpPr>
          <p:spPr>
            <a:xfrm>
              <a:off x="8191500" y="1752600"/>
              <a:ext cx="3124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HIGHEST PRIORITY</a:t>
              </a:r>
              <a:endParaRPr lang="en-US" sz="900" spc="54" kern="0" b="0" i="0" dirty="0">
                <a:solidFill>
                  <a:srgbClr val="0047FF"/>
                </a:solidFill>
                <a:latin typeface="IBM Plex Mono Medium"/>
                <a:ea typeface="IBM Plex Mono Medium"/>
                <a:cs typeface="IBM Plex Mono Medium"/>
              </a:endParaRPr>
            </a:p>
          </p:txBody>
        </p:sp>
        <p:sp>
          <p:nvSpPr>
            <p:cNvPr id="67" name="node26.title"/>
            <p:cNvSpPr/>
            <p:nvPr/>
          </p:nvSpPr>
          <p:spPr>
            <a:xfrm>
              <a:off x="8191500" y="1943100"/>
              <a:ext cx="3124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Medium"/>
                  <a:ea typeface="IBM Plex Mono Medium"/>
                  <a:cs typeface="IBM Plex Mono Medium"/>
                </a:rPr>
                <a:t>DENIALS AND MASTER DATA</a:t>
              </a:r>
              <a:endParaRPr lang="en-US" sz="900" spc="54" kern="0" b="0" i="0" dirty="0">
                <a:solidFill>
                  <a:srgbClr val="070154"/>
                </a:solidFill>
                <a:latin typeface="IBM Plex Mono Medium"/>
                <a:ea typeface="IBM Plex Mono Medium"/>
                <a:cs typeface="IBM Plex Mono Medium"/>
              </a:endParaRPr>
            </a:p>
          </p:txBody>
        </p:sp>
        <p:sp>
          <p:nvSpPr>
            <p:cNvPr id="68" name="node26.body.item-001.paragraph"/>
            <p:cNvSpPr/>
            <p:nvPr/>
          </p:nvSpPr>
          <p:spPr>
            <a:xfrm>
              <a:off x="8191500" y="2209800"/>
              <a:ext cx="31242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Both sit at the top and feed each other: bad data drives denials.</a:t>
              </a:r>
              <a:endParaRPr lang="en-US" sz="1200" spc="0" kern="0" b="0" i="0" dirty="0">
                <a:solidFill>
                  <a:srgbClr val="50658E"/>
                </a:solidFill>
                <a:latin typeface="IBM Plex Sans"/>
                <a:ea typeface="IBM Plex Sans"/>
                <a:cs typeface="IBM Plex Sans"/>
              </a:endParaRPr>
            </a:p>
          </p:txBody>
        </p:sp>
      </p:grpSp>
      <p:grpSp>
        <p:nvGrpSpPr>
          <p:cNvPr id="103" name="node27"/>
          <p:cNvGrpSpPr/>
          <p:nvPr/>
        </p:nvGrpSpPr>
        <p:grpSpPr>
          <a:xfrm>
            <a:off x="8039100" y="2971800"/>
            <a:ext cx="3429000" cy="1219200"/>
            <a:chOff x="8039100" y="2971800"/>
            <a:chExt cx="3429000" cy="1219200"/>
          </a:xfrm>
        </p:grpSpPr>
        <p:sp>
          <p:nvSpPr>
            <p:cNvPr id="69" name="node27.container"/>
            <p:cNvSpPr/>
            <p:nvPr/>
          </p:nvSpPr>
          <p:spPr>
            <a:xfrm>
              <a:off x="8039100" y="2971800"/>
              <a:ext cx="3429000" cy="1219200"/>
            </a:xfrm>
            <a:prstGeom prst="rect">
              <a:avLst/>
            </a:prstGeom>
            <a:solidFill>
              <a:srgbClr val="E8EEF8"/>
            </a:solidFill>
            <a:ln>
              <a:noFill/>
            </a:ln>
          </p:spPr>
        </p:sp>
        <p:sp>
          <p:nvSpPr>
            <p:cNvPr id="70" name="node27.label"/>
            <p:cNvSpPr/>
            <p:nvPr/>
          </p:nvSpPr>
          <p:spPr>
            <a:xfrm>
              <a:off x="8191500" y="3124200"/>
              <a:ext cx="3124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QUICK WIN</a:t>
              </a:r>
              <a:endParaRPr lang="en-US" sz="900" spc="54" kern="0" b="0" i="0" dirty="0">
                <a:solidFill>
                  <a:srgbClr val="0047FF"/>
                </a:solidFill>
                <a:latin typeface="IBM Plex Mono Medium"/>
                <a:ea typeface="IBM Plex Mono Medium"/>
                <a:cs typeface="IBM Plex Mono Medium"/>
              </a:endParaRPr>
            </a:p>
          </p:txBody>
        </p:sp>
        <p:sp>
          <p:nvSpPr>
            <p:cNvPr id="71" name="node27.title"/>
            <p:cNvSpPr/>
            <p:nvPr/>
          </p:nvSpPr>
          <p:spPr>
            <a:xfrm>
              <a:off x="8191500" y="3314700"/>
              <a:ext cx="3124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Medium"/>
                  <a:ea typeface="IBM Plex Mono Medium"/>
                  <a:cs typeface="IBM Plex Mono Medium"/>
                </a:rPr>
                <a:t>SELF-SCHEDULING</a:t>
              </a:r>
              <a:endParaRPr lang="en-US" sz="900" spc="54" kern="0" b="0" i="0" dirty="0">
                <a:solidFill>
                  <a:srgbClr val="070154"/>
                </a:solidFill>
                <a:latin typeface="IBM Plex Mono Medium"/>
                <a:ea typeface="IBM Plex Mono Medium"/>
                <a:cs typeface="IBM Plex Mono Medium"/>
              </a:endParaRPr>
            </a:p>
          </p:txBody>
        </p:sp>
        <p:sp>
          <p:nvSpPr>
            <p:cNvPr id="72" name="node27.body.item-001.paragraph"/>
            <p:cNvSpPr/>
            <p:nvPr/>
          </p:nvSpPr>
          <p:spPr>
            <a:xfrm>
              <a:off x="8191500" y="3581400"/>
              <a:ext cx="31242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Highest access need and the lowest build effort in the map.</a:t>
              </a:r>
              <a:endParaRPr lang="en-US" sz="1200" spc="0" kern="0" b="0" i="0" dirty="0">
                <a:solidFill>
                  <a:srgbClr val="50658E"/>
                </a:solidFill>
                <a:latin typeface="IBM Plex Sans"/>
                <a:ea typeface="IBM Plex Sans"/>
                <a:cs typeface="IBM Plex Sans"/>
              </a:endParaRPr>
            </a:p>
          </p:txBody>
        </p:sp>
      </p:grpSp>
      <p:grpSp>
        <p:nvGrpSpPr>
          <p:cNvPr id="104" name="node28"/>
          <p:cNvGrpSpPr/>
          <p:nvPr/>
        </p:nvGrpSpPr>
        <p:grpSpPr>
          <a:xfrm>
            <a:off x="8039100" y="4343400"/>
            <a:ext cx="3429000" cy="1219200"/>
            <a:chOff x="8039100" y="4343400"/>
            <a:chExt cx="3429000" cy="1219200"/>
          </a:xfrm>
        </p:grpSpPr>
        <p:sp>
          <p:nvSpPr>
            <p:cNvPr id="73" name="node28.container"/>
            <p:cNvSpPr/>
            <p:nvPr/>
          </p:nvSpPr>
          <p:spPr>
            <a:xfrm>
              <a:off x="8039100" y="4343400"/>
              <a:ext cx="3429000" cy="1219200"/>
            </a:xfrm>
            <a:prstGeom prst="rect">
              <a:avLst/>
            </a:prstGeom>
            <a:solidFill>
              <a:srgbClr val="E8EEF8"/>
            </a:solidFill>
            <a:ln>
              <a:noFill/>
            </a:ln>
          </p:spPr>
        </p:sp>
        <p:sp>
          <p:nvSpPr>
            <p:cNvPr id="74" name="node28.label"/>
            <p:cNvSpPr/>
            <p:nvPr/>
          </p:nvSpPr>
          <p:spPr>
            <a:xfrm>
              <a:off x="8191500" y="4495800"/>
              <a:ext cx="3124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HOLD</a:t>
              </a:r>
              <a:endParaRPr lang="en-US" sz="900" spc="54" kern="0" b="0" i="0" dirty="0">
                <a:solidFill>
                  <a:srgbClr val="0047FF"/>
                </a:solidFill>
                <a:latin typeface="IBM Plex Mono Medium"/>
                <a:ea typeface="IBM Plex Mono Medium"/>
                <a:cs typeface="IBM Plex Mono Medium"/>
              </a:endParaRPr>
            </a:p>
          </p:txBody>
        </p:sp>
        <p:sp>
          <p:nvSpPr>
            <p:cNvPr id="75" name="node28.title"/>
            <p:cNvSpPr/>
            <p:nvPr/>
          </p:nvSpPr>
          <p:spPr>
            <a:xfrm>
              <a:off x="8191500" y="4686300"/>
              <a:ext cx="3124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Medium"/>
                  <a:ea typeface="IBM Plex Mono Medium"/>
                  <a:cs typeface="IBM Plex Mono Medium"/>
                </a:rPr>
                <a:t>CONTRACTS AND CLAIMS</a:t>
              </a:r>
              <a:endParaRPr lang="en-US" sz="900" spc="54" kern="0" b="0" i="0" dirty="0">
                <a:solidFill>
                  <a:srgbClr val="070154"/>
                </a:solidFill>
                <a:latin typeface="IBM Plex Mono Medium"/>
                <a:ea typeface="IBM Plex Mono Medium"/>
                <a:cs typeface="IBM Plex Mono Medium"/>
              </a:endParaRPr>
            </a:p>
          </p:txBody>
        </p:sp>
        <p:sp>
          <p:nvSpPr>
            <p:cNvPr id="76" name="node28.body.item-001.paragraph"/>
            <p:cNvSpPr/>
            <p:nvPr/>
          </p:nvSpPr>
          <p:spPr>
            <a:xfrm>
              <a:off x="8191500" y="4953000"/>
              <a:ext cx="31242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Already working; revisit after the revenue cycle program.</a:t>
              </a:r>
              <a:endParaRPr lang="en-US" sz="1200" spc="0" kern="0" b="0" i="0" dirty="0">
                <a:solidFill>
                  <a:srgbClr val="50658E"/>
                </a:solidFill>
                <a:latin typeface="IBM Plex Sans"/>
                <a:ea typeface="IBM Plex Sans"/>
                <a:cs typeface="IBM Plex Sans"/>
              </a:endParaRPr>
            </a:p>
          </p:txBody>
        </p:sp>
      </p:gr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ource-217">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OUR APPROACH · PHASE 2</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Reusable patterns speed up the platform build</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West Monroe engineering patterns, Northfield delivery plan.</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58</a:t>
            </a:fld>
            <a:endParaRPr lang="en-US" sz="700" spc="0" kern="0" b="0" i="0" dirty="0">
              <a:solidFill>
                <a:srgbClr val="070154"/>
              </a:solidFill>
              <a:latin typeface="IBM Plex Mono SemiBold"/>
              <a:ea typeface="IBM Plex Mono SemiBold"/>
              <a:cs typeface="IBM Plex Mono SemiBold"/>
            </a:endParaRPr>
          </a:p>
        </p:txBody>
      </p:sp>
      <p:grpSp>
        <p:nvGrpSpPr>
          <p:cNvPr id="67" name="node01"/>
          <p:cNvGrpSpPr/>
          <p:nvPr/>
        </p:nvGrpSpPr>
        <p:grpSpPr>
          <a:xfrm>
            <a:off x="723900" y="1600200"/>
            <a:ext cx="2514600" cy="1143000"/>
            <a:chOff x="723900" y="1600200"/>
            <a:chExt cx="2514600" cy="1143000"/>
          </a:xfrm>
        </p:grpSpPr>
        <p:sp>
          <p:nvSpPr>
            <p:cNvPr id="7" name="node01.container"/>
            <p:cNvSpPr/>
            <p:nvPr/>
          </p:nvSpPr>
          <p:spPr>
            <a:xfrm>
              <a:off x="723900" y="1600200"/>
              <a:ext cx="2514600" cy="1143000"/>
            </a:xfrm>
            <a:prstGeom prst="rect">
              <a:avLst/>
            </a:prstGeom>
            <a:solidFill>
              <a:srgbClr val="E8EEF8"/>
            </a:solidFill>
            <a:ln>
              <a:noFill/>
            </a:ln>
          </p:spPr>
        </p:sp>
        <p:sp>
          <p:nvSpPr>
            <p:cNvPr id="8" name="node01.label"/>
            <p:cNvSpPr/>
            <p:nvPr/>
          </p:nvSpPr>
          <p:spPr>
            <a:xfrm>
              <a:off x="838200" y="1714500"/>
              <a:ext cx="2286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PREBUILT INGESTION</a:t>
              </a:r>
              <a:endParaRPr lang="en-US" sz="900" spc="54" kern="0" b="0" i="0" dirty="0">
                <a:solidFill>
                  <a:srgbClr val="0047FF"/>
                </a:solidFill>
                <a:latin typeface="IBM Plex Mono Medium"/>
                <a:ea typeface="IBM Plex Mono Medium"/>
                <a:cs typeface="IBM Plex Mono Medium"/>
              </a:endParaRPr>
            </a:p>
          </p:txBody>
        </p:sp>
        <p:sp>
          <p:nvSpPr>
            <p:cNvPr id="9" name="node01.body.item-001.paragraph"/>
            <p:cNvSpPr/>
            <p:nvPr/>
          </p:nvSpPr>
          <p:spPr>
            <a:xfrm>
              <a:off x="838200" y="1905000"/>
              <a:ext cx="2286000" cy="685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Standard pipelines land data from varied sources in one common model.</a:t>
              </a:r>
              <a:endParaRPr lang="en-US" sz="1200" spc="0" kern="0" b="0" i="0" dirty="0">
                <a:solidFill>
                  <a:srgbClr val="50658E"/>
                </a:solidFill>
                <a:latin typeface="IBM Plex Sans"/>
                <a:ea typeface="IBM Plex Sans"/>
                <a:cs typeface="IBM Plex Sans"/>
              </a:endParaRPr>
            </a:p>
          </p:txBody>
        </p:sp>
      </p:grpSp>
      <p:grpSp>
        <p:nvGrpSpPr>
          <p:cNvPr id="68" name="node02"/>
          <p:cNvGrpSpPr/>
          <p:nvPr/>
        </p:nvGrpSpPr>
        <p:grpSpPr>
          <a:xfrm>
            <a:off x="3695700" y="1600200"/>
            <a:ext cx="4800600" cy="1143000"/>
            <a:chOff x="3695700" y="1600200"/>
            <a:chExt cx="4800600" cy="1143000"/>
          </a:xfrm>
        </p:grpSpPr>
        <p:sp>
          <p:nvSpPr>
            <p:cNvPr id="10" name="node02.container"/>
            <p:cNvSpPr/>
            <p:nvPr/>
          </p:nvSpPr>
          <p:spPr>
            <a:xfrm>
              <a:off x="3695700" y="1600200"/>
              <a:ext cx="4800600" cy="1143000"/>
            </a:xfrm>
            <a:prstGeom prst="rect">
              <a:avLst/>
            </a:prstGeom>
            <a:solidFill>
              <a:srgbClr val="E8EEF8"/>
            </a:solidFill>
            <a:ln>
              <a:noFill/>
            </a:ln>
          </p:spPr>
        </p:sp>
        <p:sp>
          <p:nvSpPr>
            <p:cNvPr id="11" name="node02.label"/>
            <p:cNvSpPr/>
            <p:nvPr/>
          </p:nvSpPr>
          <p:spPr>
            <a:xfrm>
              <a:off x="3810000" y="1714500"/>
              <a:ext cx="4572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CONFIGURATION-DRIVEN PIPELINES</a:t>
              </a:r>
              <a:endParaRPr lang="en-US" sz="900" spc="54" kern="0" b="0" i="0" dirty="0">
                <a:solidFill>
                  <a:srgbClr val="0047FF"/>
                </a:solidFill>
                <a:latin typeface="IBM Plex Mono Medium"/>
                <a:ea typeface="IBM Plex Mono Medium"/>
                <a:cs typeface="IBM Plex Mono Medium"/>
              </a:endParaRPr>
            </a:p>
          </p:txBody>
        </p:sp>
        <p:sp>
          <p:nvSpPr>
            <p:cNvPr id="12" name="node02.body.item-001.paragraph"/>
            <p:cNvSpPr/>
            <p:nvPr/>
          </p:nvSpPr>
          <p:spPr>
            <a:xfrm>
              <a:off x="3810000" y="1905000"/>
              <a:ext cx="45720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Pipelines are built and changed through configuration, so new feeds take hours rather than weeks, and every change is reviewed.</a:t>
              </a:r>
              <a:endParaRPr lang="en-US" sz="1200" spc="0" kern="0" b="0" i="0" dirty="0">
                <a:solidFill>
                  <a:srgbClr val="50658E"/>
                </a:solidFill>
                <a:latin typeface="IBM Plex Sans"/>
                <a:ea typeface="IBM Plex Sans"/>
                <a:cs typeface="IBM Plex Sans"/>
              </a:endParaRPr>
            </a:p>
          </p:txBody>
        </p:sp>
      </p:grpSp>
      <p:grpSp>
        <p:nvGrpSpPr>
          <p:cNvPr id="69" name="node03"/>
          <p:cNvGrpSpPr/>
          <p:nvPr/>
        </p:nvGrpSpPr>
        <p:grpSpPr>
          <a:xfrm>
            <a:off x="8953500" y="1600200"/>
            <a:ext cx="2514600" cy="1143000"/>
            <a:chOff x="8953500" y="1600200"/>
            <a:chExt cx="2514600" cy="1143000"/>
          </a:xfrm>
        </p:grpSpPr>
        <p:sp>
          <p:nvSpPr>
            <p:cNvPr id="13" name="node03.container"/>
            <p:cNvSpPr/>
            <p:nvPr/>
          </p:nvSpPr>
          <p:spPr>
            <a:xfrm>
              <a:off x="8953500" y="1600200"/>
              <a:ext cx="2514600" cy="1143000"/>
            </a:xfrm>
            <a:prstGeom prst="rect">
              <a:avLst/>
            </a:prstGeom>
            <a:solidFill>
              <a:srgbClr val="E8EEF8"/>
            </a:solidFill>
            <a:ln>
              <a:noFill/>
            </a:ln>
          </p:spPr>
        </p:sp>
        <p:sp>
          <p:nvSpPr>
            <p:cNvPr id="14" name="node03.label"/>
            <p:cNvSpPr/>
            <p:nvPr/>
          </p:nvSpPr>
          <p:spPr>
            <a:xfrm>
              <a:off x="9067800" y="1714500"/>
              <a:ext cx="2286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METADATA-DRIVEN TRACKING</a:t>
              </a:r>
              <a:endParaRPr lang="en-US" sz="900" spc="54" kern="0" b="0" i="0" dirty="0">
                <a:solidFill>
                  <a:srgbClr val="0047FF"/>
                </a:solidFill>
                <a:latin typeface="IBM Plex Mono Medium"/>
                <a:ea typeface="IBM Plex Mono Medium"/>
                <a:cs typeface="IBM Plex Mono Medium"/>
              </a:endParaRPr>
            </a:p>
          </p:txBody>
        </p:sp>
        <p:sp>
          <p:nvSpPr>
            <p:cNvPr id="15" name="node03.body.item-001.paragraph"/>
            <p:cNvSpPr/>
            <p:nvPr/>
          </p:nvSpPr>
          <p:spPr>
            <a:xfrm>
              <a:off x="9067800" y="1905000"/>
              <a:ext cx="2286000" cy="685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Parameters define what, where and when data moves, and log every run.</a:t>
              </a:r>
              <a:endParaRPr lang="en-US" sz="1200" spc="0" kern="0" b="0" i="0" dirty="0">
                <a:solidFill>
                  <a:srgbClr val="50658E"/>
                </a:solidFill>
                <a:latin typeface="IBM Plex Sans"/>
                <a:ea typeface="IBM Plex Sans"/>
                <a:cs typeface="IBM Plex Sans"/>
              </a:endParaRPr>
            </a:p>
          </p:txBody>
        </p:sp>
      </p:grpSp>
      <p:grpSp>
        <p:nvGrpSpPr>
          <p:cNvPr id="70" name="node04"/>
          <p:cNvGrpSpPr/>
          <p:nvPr/>
        </p:nvGrpSpPr>
        <p:grpSpPr>
          <a:xfrm>
            <a:off x="723900" y="2971800"/>
            <a:ext cx="2514600" cy="1143000"/>
            <a:chOff x="723900" y="2971800"/>
            <a:chExt cx="2514600" cy="1143000"/>
          </a:xfrm>
        </p:grpSpPr>
        <p:sp>
          <p:nvSpPr>
            <p:cNvPr id="16" name="node04.container"/>
            <p:cNvSpPr/>
            <p:nvPr/>
          </p:nvSpPr>
          <p:spPr>
            <a:xfrm>
              <a:off x="723900" y="2971800"/>
              <a:ext cx="2514600" cy="1143000"/>
            </a:xfrm>
            <a:prstGeom prst="rect">
              <a:avLst/>
            </a:prstGeom>
            <a:solidFill>
              <a:srgbClr val="E8EEF8"/>
            </a:solidFill>
            <a:ln>
              <a:noFill/>
            </a:ln>
          </p:spPr>
        </p:sp>
        <p:sp>
          <p:nvSpPr>
            <p:cNvPr id="17" name="node04.label"/>
            <p:cNvSpPr/>
            <p:nvPr/>
          </p:nvSpPr>
          <p:spPr>
            <a:xfrm>
              <a:off x="838200" y="3086100"/>
              <a:ext cx="2286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AI-ASSISTED DATA MODELING</a:t>
              </a:r>
              <a:endParaRPr lang="en-US" sz="900" spc="54" kern="0" b="0" i="0" dirty="0">
                <a:solidFill>
                  <a:srgbClr val="0047FF"/>
                </a:solidFill>
                <a:latin typeface="IBM Plex Mono Medium"/>
                <a:ea typeface="IBM Plex Mono Medium"/>
                <a:cs typeface="IBM Plex Mono Medium"/>
              </a:endParaRPr>
            </a:p>
          </p:txBody>
        </p:sp>
        <p:sp>
          <p:nvSpPr>
            <p:cNvPr id="18" name="node04.body.item-001.paragraph"/>
            <p:cNvSpPr/>
            <p:nvPr/>
          </p:nvSpPr>
          <p:spPr>
            <a:xfrm>
              <a:off x="838200" y="3276600"/>
              <a:ext cx="2286000" cy="685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Pairs with a modeling accelerator to speed up and standardize design.</a:t>
              </a:r>
              <a:endParaRPr lang="en-US" sz="1200" spc="0" kern="0" b="0" i="0" dirty="0">
                <a:solidFill>
                  <a:srgbClr val="50658E"/>
                </a:solidFill>
                <a:latin typeface="IBM Plex Sans"/>
                <a:ea typeface="IBM Plex Sans"/>
                <a:cs typeface="IBM Plex Sans"/>
              </a:endParaRPr>
            </a:p>
          </p:txBody>
        </p:sp>
      </p:grpSp>
      <p:grpSp>
        <p:nvGrpSpPr>
          <p:cNvPr id="71" name="node05"/>
          <p:cNvGrpSpPr/>
          <p:nvPr/>
        </p:nvGrpSpPr>
        <p:grpSpPr>
          <a:xfrm>
            <a:off x="8953500" y="2971800"/>
            <a:ext cx="2514600" cy="1143000"/>
            <a:chOff x="8953500" y="2971800"/>
            <a:chExt cx="2514600" cy="1143000"/>
          </a:xfrm>
        </p:grpSpPr>
        <p:sp>
          <p:nvSpPr>
            <p:cNvPr id="19" name="node05.container"/>
            <p:cNvSpPr/>
            <p:nvPr/>
          </p:nvSpPr>
          <p:spPr>
            <a:xfrm>
              <a:off x="8953500" y="2971800"/>
              <a:ext cx="2514600" cy="1143000"/>
            </a:xfrm>
            <a:prstGeom prst="rect">
              <a:avLst/>
            </a:prstGeom>
            <a:solidFill>
              <a:srgbClr val="E8EEF8"/>
            </a:solidFill>
            <a:ln>
              <a:noFill/>
            </a:ln>
          </p:spPr>
        </p:sp>
        <p:sp>
          <p:nvSpPr>
            <p:cNvPr id="20" name="node05.label"/>
            <p:cNvSpPr/>
            <p:nvPr/>
          </p:nvSpPr>
          <p:spPr>
            <a:xfrm>
              <a:off x="9067800" y="3086100"/>
              <a:ext cx="2286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ANALYTICS TOOL INTEGRATION</a:t>
              </a:r>
              <a:endParaRPr lang="en-US" sz="900" spc="54" kern="0" b="0" i="0" dirty="0">
                <a:solidFill>
                  <a:srgbClr val="0047FF"/>
                </a:solidFill>
                <a:latin typeface="IBM Plex Mono Medium"/>
                <a:ea typeface="IBM Plex Mono Medium"/>
                <a:cs typeface="IBM Plex Mono Medium"/>
              </a:endParaRPr>
            </a:p>
          </p:txBody>
        </p:sp>
        <p:sp>
          <p:nvSpPr>
            <p:cNvPr id="21" name="node05.body.item-001.paragraph"/>
            <p:cNvSpPr/>
            <p:nvPr/>
          </p:nvSpPr>
          <p:spPr>
            <a:xfrm>
              <a:off x="9067800" y="3276600"/>
              <a:ext cx="22860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Insight reaches users inside the BI workflow they already use.</a:t>
              </a:r>
              <a:endParaRPr lang="en-US" sz="1200" spc="0" kern="0" b="0" i="0" dirty="0">
                <a:solidFill>
                  <a:srgbClr val="50658E"/>
                </a:solidFill>
                <a:latin typeface="IBM Plex Sans"/>
                <a:ea typeface="IBM Plex Sans"/>
                <a:cs typeface="IBM Plex Sans"/>
              </a:endParaRPr>
            </a:p>
          </p:txBody>
        </p:sp>
      </p:grpSp>
      <p:grpSp>
        <p:nvGrpSpPr>
          <p:cNvPr id="72" name="node06"/>
          <p:cNvGrpSpPr/>
          <p:nvPr/>
        </p:nvGrpSpPr>
        <p:grpSpPr>
          <a:xfrm>
            <a:off x="723900" y="4343400"/>
            <a:ext cx="2514600" cy="1143000"/>
            <a:chOff x="723900" y="4343400"/>
            <a:chExt cx="2514600" cy="1143000"/>
          </a:xfrm>
        </p:grpSpPr>
        <p:sp>
          <p:nvSpPr>
            <p:cNvPr id="22" name="node06.container"/>
            <p:cNvSpPr/>
            <p:nvPr/>
          </p:nvSpPr>
          <p:spPr>
            <a:xfrm>
              <a:off x="723900" y="4343400"/>
              <a:ext cx="2514600" cy="1143000"/>
            </a:xfrm>
            <a:prstGeom prst="rect">
              <a:avLst/>
            </a:prstGeom>
            <a:solidFill>
              <a:srgbClr val="E8EEF8"/>
            </a:solidFill>
            <a:ln>
              <a:noFill/>
            </a:ln>
          </p:spPr>
        </p:sp>
        <p:sp>
          <p:nvSpPr>
            <p:cNvPr id="23" name="node06.label"/>
            <p:cNvSpPr/>
            <p:nvPr/>
          </p:nvSpPr>
          <p:spPr>
            <a:xfrm>
              <a:off x="838200" y="4457700"/>
              <a:ext cx="2286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LOW-CODE AND NOTEBOOKS</a:t>
              </a:r>
              <a:endParaRPr lang="en-US" sz="900" spc="54" kern="0" b="0" i="0" dirty="0">
                <a:solidFill>
                  <a:srgbClr val="0047FF"/>
                </a:solidFill>
                <a:latin typeface="IBM Plex Mono Medium"/>
                <a:ea typeface="IBM Plex Mono Medium"/>
                <a:cs typeface="IBM Plex Mono Medium"/>
              </a:endParaRPr>
            </a:p>
          </p:txBody>
        </p:sp>
        <p:sp>
          <p:nvSpPr>
            <p:cNvPr id="24" name="node06.body.item-001.paragraph"/>
            <p:cNvSpPr/>
            <p:nvPr/>
          </p:nvSpPr>
          <p:spPr>
            <a:xfrm>
              <a:off x="838200" y="4648200"/>
              <a:ext cx="2286000" cy="685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Blended GUI and notebook steps orchestrate data movement end to end.</a:t>
              </a:r>
              <a:endParaRPr lang="en-US" sz="1200" spc="0" kern="0" b="0" i="0" dirty="0">
                <a:solidFill>
                  <a:srgbClr val="50658E"/>
                </a:solidFill>
                <a:latin typeface="IBM Plex Sans"/>
                <a:ea typeface="IBM Plex Sans"/>
                <a:cs typeface="IBM Plex Sans"/>
              </a:endParaRPr>
            </a:p>
          </p:txBody>
        </p:sp>
      </p:grpSp>
      <p:grpSp>
        <p:nvGrpSpPr>
          <p:cNvPr id="73" name="node07"/>
          <p:cNvGrpSpPr/>
          <p:nvPr/>
        </p:nvGrpSpPr>
        <p:grpSpPr>
          <a:xfrm>
            <a:off x="3695700" y="4343400"/>
            <a:ext cx="4800600" cy="1143000"/>
            <a:chOff x="3695700" y="4343400"/>
            <a:chExt cx="4800600" cy="1143000"/>
          </a:xfrm>
        </p:grpSpPr>
        <p:sp>
          <p:nvSpPr>
            <p:cNvPr id="25" name="node07.container"/>
            <p:cNvSpPr/>
            <p:nvPr/>
          </p:nvSpPr>
          <p:spPr>
            <a:xfrm>
              <a:off x="3695700" y="4343400"/>
              <a:ext cx="4800600" cy="1143000"/>
            </a:xfrm>
            <a:prstGeom prst="rect">
              <a:avLst/>
            </a:prstGeom>
            <a:solidFill>
              <a:srgbClr val="E8EEF8"/>
            </a:solidFill>
            <a:ln>
              <a:noFill/>
            </a:ln>
          </p:spPr>
        </p:sp>
        <p:sp>
          <p:nvSpPr>
            <p:cNvPr id="26" name="node07.label"/>
            <p:cNvSpPr/>
            <p:nvPr/>
          </p:nvSpPr>
          <p:spPr>
            <a:xfrm>
              <a:off x="3810000" y="4457700"/>
              <a:ext cx="4572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REUSABLE ASSETS</a:t>
              </a:r>
              <a:endParaRPr lang="en-US" sz="900" spc="54" kern="0" b="0" i="0" dirty="0">
                <a:solidFill>
                  <a:srgbClr val="0047FF"/>
                </a:solidFill>
                <a:latin typeface="IBM Plex Mono Medium"/>
                <a:ea typeface="IBM Plex Mono Medium"/>
                <a:cs typeface="IBM Plex Mono Medium"/>
              </a:endParaRPr>
            </a:p>
          </p:txBody>
        </p:sp>
        <p:sp>
          <p:nvSpPr>
            <p:cNvPr id="27" name="node07.body.item-001.paragraph"/>
            <p:cNvSpPr/>
            <p:nvPr/>
          </p:nvSpPr>
          <p:spPr>
            <a:xfrm>
              <a:off x="3810000" y="4648200"/>
              <a:ext cx="45720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Northfield keeps the pipelines, templates and tests to support future migrations, so each wave starts further ahead.</a:t>
              </a:r>
              <a:endParaRPr lang="en-US" sz="1200" spc="0" kern="0" b="0" i="0" dirty="0">
                <a:solidFill>
                  <a:srgbClr val="50658E"/>
                </a:solidFill>
                <a:latin typeface="IBM Plex Sans"/>
                <a:ea typeface="IBM Plex Sans"/>
                <a:cs typeface="IBM Plex Sans"/>
              </a:endParaRPr>
            </a:p>
          </p:txBody>
        </p:sp>
      </p:grpSp>
      <p:grpSp>
        <p:nvGrpSpPr>
          <p:cNvPr id="74" name="node08"/>
          <p:cNvGrpSpPr/>
          <p:nvPr/>
        </p:nvGrpSpPr>
        <p:grpSpPr>
          <a:xfrm>
            <a:off x="8953500" y="4343400"/>
            <a:ext cx="2514600" cy="1143000"/>
            <a:chOff x="8953500" y="4343400"/>
            <a:chExt cx="2514600" cy="1143000"/>
          </a:xfrm>
        </p:grpSpPr>
        <p:sp>
          <p:nvSpPr>
            <p:cNvPr id="28" name="node08.container"/>
            <p:cNvSpPr/>
            <p:nvPr/>
          </p:nvSpPr>
          <p:spPr>
            <a:xfrm>
              <a:off x="8953500" y="4343400"/>
              <a:ext cx="2514600" cy="1143000"/>
            </a:xfrm>
            <a:prstGeom prst="rect">
              <a:avLst/>
            </a:prstGeom>
            <a:solidFill>
              <a:srgbClr val="E8EEF8"/>
            </a:solidFill>
            <a:ln>
              <a:noFill/>
            </a:ln>
          </p:spPr>
        </p:sp>
        <p:sp>
          <p:nvSpPr>
            <p:cNvPr id="29" name="node08.label"/>
            <p:cNvSpPr/>
            <p:nvPr/>
          </p:nvSpPr>
          <p:spPr>
            <a:xfrm>
              <a:off x="9067800" y="4457700"/>
              <a:ext cx="2286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FAMILIAR TECHNOLOGY STACK</a:t>
              </a:r>
              <a:endParaRPr lang="en-US" sz="900" spc="54" kern="0" b="0" i="0" dirty="0">
                <a:solidFill>
                  <a:srgbClr val="0047FF"/>
                </a:solidFill>
                <a:latin typeface="IBM Plex Mono Medium"/>
                <a:ea typeface="IBM Plex Mono Medium"/>
                <a:cs typeface="IBM Plex Mono Medium"/>
              </a:endParaRPr>
            </a:p>
          </p:txBody>
        </p:sp>
        <p:sp>
          <p:nvSpPr>
            <p:cNvPr id="30" name="node08.body.item-001.paragraph"/>
            <p:cNvSpPr/>
            <p:nvPr/>
          </p:nvSpPr>
          <p:spPr>
            <a:xfrm>
              <a:off x="9067800" y="4648200"/>
              <a:ext cx="2286000" cy="685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Existing cloud skills carry over, so the move to the new tooling is smooth.</a:t>
              </a:r>
              <a:endParaRPr lang="en-US" sz="1200" spc="0" kern="0" b="0" i="0" dirty="0">
                <a:solidFill>
                  <a:srgbClr val="50658E"/>
                </a:solidFill>
                <a:latin typeface="IBM Plex Sans"/>
                <a:ea typeface="IBM Plex Sans"/>
                <a:cs typeface="IBM Plex Sans"/>
              </a:endParaRPr>
            </a:p>
          </p:txBody>
        </p:sp>
      </p:grpSp>
      <p:grpSp>
        <p:nvGrpSpPr>
          <p:cNvPr id="76" name="node09"/>
          <p:cNvGrpSpPr/>
          <p:nvPr/>
        </p:nvGrpSpPr>
        <p:grpSpPr>
          <a:xfrm>
            <a:off x="3467100" y="2971800"/>
            <a:ext cx="5257800" cy="1143000"/>
            <a:chOff x="3467100" y="2971800"/>
            <a:chExt cx="5257800" cy="1143000"/>
          </a:xfrm>
        </p:grpSpPr>
        <p:sp>
          <p:nvSpPr>
            <p:cNvPr id="31" name="node09.container"/>
            <p:cNvSpPr/>
            <p:nvPr/>
          </p:nvSpPr>
          <p:spPr>
            <a:xfrm>
              <a:off x="3467100" y="2971800"/>
              <a:ext cx="5257800" cy="1143000"/>
            </a:xfrm>
            <a:prstGeom prst="rect">
              <a:avLst/>
            </a:prstGeom>
            <a:solidFill>
              <a:srgbClr val="070154"/>
            </a:solidFill>
            <a:ln>
              <a:noFill/>
            </a:ln>
          </p:spPr>
        </p:sp>
        <p:grpSp>
          <p:nvGrpSpPr>
            <p:cNvPr id="75" name="node09.icon"/>
            <p:cNvGrpSpPr/>
            <p:nvPr/>
          </p:nvGrpSpPr>
          <p:grpSpPr>
            <a:xfrm>
              <a:off x="3619500" y="3124200"/>
              <a:ext cx="457200" cy="457200"/>
              <a:chOff x="3619500" y="3124200"/>
              <a:chExt cx="457200" cy="457200"/>
            </a:xfrm>
          </p:grpSpPr>
          <p:pic>
            <p:nvPicPr>
              <p:cNvPr id="32" name="node09.icon.image" descr="icon/ai-processor/white; canonical SHA256=849d14ddb6cf46d03590b6b597cf9066cd8e15e0fd96ff91467bdf83ef3b1ca9">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619500" y="3124200"/>
                <a:ext cx="457200" cy="457200"/>
              </a:xfrm>
              <a:prstGeom prst="rect">
                <a:avLst/>
              </a:prstGeom>
            </p:spPr>
          </p:pic>
        </p:grpSp>
        <p:sp>
          <p:nvSpPr>
            <p:cNvPr id="33" name="node09.title"/>
            <p:cNvSpPr/>
            <p:nvPr/>
          </p:nvSpPr>
          <p:spPr>
            <a:xfrm>
              <a:off x="4229100" y="3124200"/>
              <a:ext cx="4343400" cy="3810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FFFFFF"/>
                  </a:solidFill>
                  <a:latin typeface="IBM Plex Sans SemiBold"/>
                  <a:ea typeface="IBM Plex Sans SemiBold"/>
                  <a:cs typeface="IBM Plex Sans SemiBold"/>
                </a:rPr>
                <a:t>Benefits with AI support</a:t>
              </a:r>
              <a:endParaRPr lang="en-US" sz="2400" spc="-36" kern="0" b="0" i="0" dirty="0">
                <a:solidFill>
                  <a:srgbClr val="FFFFFF"/>
                </a:solidFill>
                <a:latin typeface="IBM Plex Sans SemiBold"/>
                <a:ea typeface="IBM Plex Sans SemiBold"/>
                <a:cs typeface="IBM Plex Sans SemiBold"/>
              </a:endParaRPr>
            </a:p>
          </p:txBody>
        </p:sp>
        <p:sp>
          <p:nvSpPr>
            <p:cNvPr id="34" name="node09.body.item-001.paragraph"/>
            <p:cNvSpPr/>
            <p:nvPr/>
          </p:nvSpPr>
          <p:spPr>
            <a:xfrm>
              <a:off x="4229100" y="3657600"/>
              <a:ext cx="43434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CED7E6"/>
                  </a:solidFill>
                  <a:latin typeface="IBM Plex Sans"/>
                  <a:ea typeface="IBM Plex Sans"/>
                  <a:cs typeface="IBM Plex Sans"/>
                </a:rPr>
                <a:t>Faster build, less rework and consistent controls.</a:t>
              </a:r>
              <a:endParaRPr lang="en-US" sz="1400" spc="0" kern="0" b="0" i="0" dirty="0">
                <a:solidFill>
                  <a:srgbClr val="CED7E6"/>
                </a:solidFill>
                <a:latin typeface="IBM Plex Sans"/>
                <a:ea typeface="IBM Plex Sans"/>
                <a:cs typeface="IBM Plex Sans"/>
              </a:endParaRPr>
            </a:p>
          </p:txBody>
        </p:sp>
      </p:grpSp>
      <p:grpSp>
        <p:nvGrpSpPr>
          <p:cNvPr id="77" name="node10"/>
          <p:cNvGrpSpPr/>
          <p:nvPr/>
        </p:nvGrpSpPr>
        <p:grpSpPr>
          <a:xfrm>
            <a:off x="1981200" y="2743200"/>
            <a:ext cx="1985721" cy="228600"/>
            <a:chOff x="1981200" y="2743200"/>
            <a:chExt cx="1985721" cy="228600"/>
          </a:xfrm>
        </p:grpSpPr>
        <p:sp>
          <p:nvSpPr>
            <p:cNvPr id="35" name="node10.segment-1"/>
            <p:cNvSpPr/>
            <p:nvPr/>
          </p:nvSpPr>
          <p:spPr>
            <a:xfrm>
              <a:off x="1981200" y="2743200"/>
              <a:ext cx="0" cy="114300"/>
            </a:xfrm>
            <a:custGeom>
              <a:avLst/>
              <a:gdLst/>
              <a:ahLst/>
              <a:cxnLst/>
              <a:rect l="l" t="t" r="r" b="b"/>
              <a:pathLst>
                <a:path h="114300">
                  <a:moveTo>
                    <a:pt x="0" y="0"/>
                  </a:moveTo>
                  <a:lnTo>
                    <a:pt x="0" y="114300"/>
                  </a:lnTo>
                </a:path>
              </a:pathLst>
            </a:custGeom>
            <a:ln w="12700">
              <a:solidFill>
                <a:srgbClr val="070154"/>
              </a:solidFill>
              <a:prstDash val="solid"/>
            </a:ln>
          </p:spPr>
        </p:sp>
        <p:sp>
          <p:nvSpPr>
            <p:cNvPr id="36" name="node10.segment-2"/>
            <p:cNvSpPr/>
            <p:nvPr/>
          </p:nvSpPr>
          <p:spPr>
            <a:xfrm>
              <a:off x="1981200" y="2857500"/>
              <a:ext cx="1943100" cy="0"/>
            </a:xfrm>
            <a:custGeom>
              <a:avLst/>
              <a:gdLst/>
              <a:ahLst/>
              <a:cxnLst/>
              <a:rect l="l" t="t" r="r" b="b"/>
              <a:pathLst>
                <a:path w="1943100">
                  <a:moveTo>
                    <a:pt x="0" y="0"/>
                  </a:moveTo>
                  <a:lnTo>
                    <a:pt x="1943100" y="0"/>
                  </a:lnTo>
                </a:path>
              </a:pathLst>
            </a:custGeom>
            <a:ln w="12700">
              <a:solidFill>
                <a:srgbClr val="070154"/>
              </a:solidFill>
              <a:prstDash val="solid"/>
            </a:ln>
          </p:spPr>
        </p:sp>
        <p:sp>
          <p:nvSpPr>
            <p:cNvPr id="37" name="node10.segment-3"/>
            <p:cNvSpPr/>
            <p:nvPr/>
          </p:nvSpPr>
          <p:spPr>
            <a:xfrm>
              <a:off x="3924300" y="2857500"/>
              <a:ext cx="0" cy="114300"/>
            </a:xfrm>
            <a:custGeom>
              <a:avLst/>
              <a:gdLst/>
              <a:ahLst/>
              <a:cxnLst/>
              <a:rect l="l" t="t" r="r" b="b"/>
              <a:pathLst>
                <a:path h="114300">
                  <a:moveTo>
                    <a:pt x="0" y="0"/>
                  </a:moveTo>
                  <a:lnTo>
                    <a:pt x="0" y="114300"/>
                  </a:lnTo>
                </a:path>
              </a:pathLst>
            </a:custGeom>
            <a:ln w="12700">
              <a:solidFill>
                <a:srgbClr val="070154"/>
              </a:solidFill>
              <a:prstDash val="solid"/>
            </a:ln>
          </p:spPr>
        </p:sp>
        <p:sp>
          <p:nvSpPr>
            <p:cNvPr id="38" name="node10.head-end.0"/>
            <p:cNvSpPr/>
            <p:nvPr/>
          </p:nvSpPr>
          <p:spPr>
            <a:xfrm>
              <a:off x="3881679" y="2893783"/>
              <a:ext cx="42621" cy="78017"/>
            </a:xfrm>
            <a:custGeom>
              <a:avLst/>
              <a:gdLst/>
              <a:ahLst/>
              <a:cxnLst/>
              <a:rect l="l" t="t" r="r" b="b"/>
              <a:pathLst>
                <a:path w="42621" h="78017">
                  <a:moveTo>
                    <a:pt x="42621" y="78017"/>
                  </a:moveTo>
                  <a:lnTo>
                    <a:pt x="0" y="0"/>
                  </a:lnTo>
                </a:path>
              </a:pathLst>
            </a:custGeom>
            <a:ln w="12700">
              <a:solidFill>
                <a:srgbClr val="070154"/>
              </a:solidFill>
              <a:prstDash val="solid"/>
            </a:ln>
          </p:spPr>
        </p:sp>
        <p:sp>
          <p:nvSpPr>
            <p:cNvPr id="39" name="node10.head-end.1"/>
            <p:cNvSpPr/>
            <p:nvPr/>
          </p:nvSpPr>
          <p:spPr>
            <a:xfrm>
              <a:off x="3924300" y="2893783"/>
              <a:ext cx="42621" cy="78017"/>
            </a:xfrm>
            <a:custGeom>
              <a:avLst/>
              <a:gdLst/>
              <a:ahLst/>
              <a:cxnLst/>
              <a:rect l="l" t="t" r="r" b="b"/>
              <a:pathLst>
                <a:path w="42621" h="78017">
                  <a:moveTo>
                    <a:pt x="0" y="78017"/>
                  </a:moveTo>
                  <a:lnTo>
                    <a:pt x="42621" y="0"/>
                  </a:lnTo>
                </a:path>
              </a:pathLst>
            </a:custGeom>
            <a:ln w="12700">
              <a:solidFill>
                <a:srgbClr val="070154"/>
              </a:solidFill>
              <a:prstDash val="solid"/>
            </a:ln>
          </p:spPr>
        </p:sp>
      </p:grpSp>
      <p:grpSp>
        <p:nvGrpSpPr>
          <p:cNvPr id="78" name="node11"/>
          <p:cNvGrpSpPr/>
          <p:nvPr/>
        </p:nvGrpSpPr>
        <p:grpSpPr>
          <a:xfrm>
            <a:off x="8225079" y="2743200"/>
            <a:ext cx="1985721" cy="228600"/>
            <a:chOff x="8225079" y="2743200"/>
            <a:chExt cx="1985721" cy="228600"/>
          </a:xfrm>
        </p:grpSpPr>
        <p:sp>
          <p:nvSpPr>
            <p:cNvPr id="40" name="node11.segment-1"/>
            <p:cNvSpPr/>
            <p:nvPr/>
          </p:nvSpPr>
          <p:spPr>
            <a:xfrm>
              <a:off x="10210800" y="2743200"/>
              <a:ext cx="0" cy="114300"/>
            </a:xfrm>
            <a:custGeom>
              <a:avLst/>
              <a:gdLst/>
              <a:ahLst/>
              <a:cxnLst/>
              <a:rect l="l" t="t" r="r" b="b"/>
              <a:pathLst>
                <a:path h="114300">
                  <a:moveTo>
                    <a:pt x="0" y="0"/>
                  </a:moveTo>
                  <a:lnTo>
                    <a:pt x="0" y="114300"/>
                  </a:lnTo>
                </a:path>
              </a:pathLst>
            </a:custGeom>
            <a:ln w="12700">
              <a:solidFill>
                <a:srgbClr val="070154"/>
              </a:solidFill>
              <a:prstDash val="solid"/>
            </a:ln>
          </p:spPr>
        </p:sp>
        <p:sp>
          <p:nvSpPr>
            <p:cNvPr id="41" name="node11.segment-2"/>
            <p:cNvSpPr/>
            <p:nvPr/>
          </p:nvSpPr>
          <p:spPr>
            <a:xfrm>
              <a:off x="8267700" y="2857500"/>
              <a:ext cx="1943100" cy="0"/>
            </a:xfrm>
            <a:custGeom>
              <a:avLst/>
              <a:gdLst/>
              <a:ahLst/>
              <a:cxnLst/>
              <a:rect l="l" t="t" r="r" b="b"/>
              <a:pathLst>
                <a:path w="1943100">
                  <a:moveTo>
                    <a:pt x="1943100" y="0"/>
                  </a:moveTo>
                  <a:lnTo>
                    <a:pt x="0" y="0"/>
                  </a:lnTo>
                </a:path>
              </a:pathLst>
            </a:custGeom>
            <a:ln w="12700">
              <a:solidFill>
                <a:srgbClr val="070154"/>
              </a:solidFill>
              <a:prstDash val="solid"/>
            </a:ln>
          </p:spPr>
        </p:sp>
        <p:sp>
          <p:nvSpPr>
            <p:cNvPr id="42" name="node11.segment-3"/>
            <p:cNvSpPr/>
            <p:nvPr/>
          </p:nvSpPr>
          <p:spPr>
            <a:xfrm>
              <a:off x="8267700" y="2857500"/>
              <a:ext cx="0" cy="114300"/>
            </a:xfrm>
            <a:custGeom>
              <a:avLst/>
              <a:gdLst/>
              <a:ahLst/>
              <a:cxnLst/>
              <a:rect l="l" t="t" r="r" b="b"/>
              <a:pathLst>
                <a:path h="114300">
                  <a:moveTo>
                    <a:pt x="0" y="0"/>
                  </a:moveTo>
                  <a:lnTo>
                    <a:pt x="0" y="114300"/>
                  </a:lnTo>
                </a:path>
              </a:pathLst>
            </a:custGeom>
            <a:ln w="12700">
              <a:solidFill>
                <a:srgbClr val="070154"/>
              </a:solidFill>
              <a:prstDash val="solid"/>
            </a:ln>
          </p:spPr>
        </p:sp>
        <p:sp>
          <p:nvSpPr>
            <p:cNvPr id="43" name="node11.head-end.0"/>
            <p:cNvSpPr/>
            <p:nvPr/>
          </p:nvSpPr>
          <p:spPr>
            <a:xfrm>
              <a:off x="8225079" y="2893783"/>
              <a:ext cx="42621" cy="78017"/>
            </a:xfrm>
            <a:custGeom>
              <a:avLst/>
              <a:gdLst/>
              <a:ahLst/>
              <a:cxnLst/>
              <a:rect l="l" t="t" r="r" b="b"/>
              <a:pathLst>
                <a:path w="42621" h="78017">
                  <a:moveTo>
                    <a:pt x="42621" y="78017"/>
                  </a:moveTo>
                  <a:lnTo>
                    <a:pt x="0" y="0"/>
                  </a:lnTo>
                </a:path>
              </a:pathLst>
            </a:custGeom>
            <a:ln w="12700">
              <a:solidFill>
                <a:srgbClr val="070154"/>
              </a:solidFill>
              <a:prstDash val="solid"/>
            </a:ln>
          </p:spPr>
        </p:sp>
        <p:sp>
          <p:nvSpPr>
            <p:cNvPr id="44" name="node11.head-end.1"/>
            <p:cNvSpPr/>
            <p:nvPr/>
          </p:nvSpPr>
          <p:spPr>
            <a:xfrm>
              <a:off x="8267700" y="2893783"/>
              <a:ext cx="42621" cy="78017"/>
            </a:xfrm>
            <a:custGeom>
              <a:avLst/>
              <a:gdLst/>
              <a:ahLst/>
              <a:cxnLst/>
              <a:rect l="l" t="t" r="r" b="b"/>
              <a:pathLst>
                <a:path w="42621" h="78017">
                  <a:moveTo>
                    <a:pt x="0" y="78017"/>
                  </a:moveTo>
                  <a:lnTo>
                    <a:pt x="42621" y="0"/>
                  </a:lnTo>
                </a:path>
              </a:pathLst>
            </a:custGeom>
            <a:ln w="12700">
              <a:solidFill>
                <a:srgbClr val="070154"/>
              </a:solidFill>
              <a:prstDash val="solid"/>
            </a:ln>
          </p:spPr>
        </p:sp>
      </p:grpSp>
      <p:grpSp>
        <p:nvGrpSpPr>
          <p:cNvPr id="79" name="node12"/>
          <p:cNvGrpSpPr/>
          <p:nvPr/>
        </p:nvGrpSpPr>
        <p:grpSpPr>
          <a:xfrm>
            <a:off x="1981200" y="4114800"/>
            <a:ext cx="1985721" cy="228600"/>
            <a:chOff x="1981200" y="4114800"/>
            <a:chExt cx="1985721" cy="228600"/>
          </a:xfrm>
        </p:grpSpPr>
        <p:sp>
          <p:nvSpPr>
            <p:cNvPr id="45" name="node12.segment-1"/>
            <p:cNvSpPr/>
            <p:nvPr/>
          </p:nvSpPr>
          <p:spPr>
            <a:xfrm>
              <a:off x="1981200" y="4229100"/>
              <a:ext cx="0" cy="114300"/>
            </a:xfrm>
            <a:custGeom>
              <a:avLst/>
              <a:gdLst/>
              <a:ahLst/>
              <a:cxnLst/>
              <a:rect l="l" t="t" r="r" b="b"/>
              <a:pathLst>
                <a:path h="114300">
                  <a:moveTo>
                    <a:pt x="0" y="114300"/>
                  </a:moveTo>
                  <a:lnTo>
                    <a:pt x="0" y="0"/>
                  </a:lnTo>
                </a:path>
              </a:pathLst>
            </a:custGeom>
            <a:ln w="12700">
              <a:solidFill>
                <a:srgbClr val="070154"/>
              </a:solidFill>
              <a:prstDash val="solid"/>
            </a:ln>
          </p:spPr>
        </p:sp>
        <p:sp>
          <p:nvSpPr>
            <p:cNvPr id="46" name="node12.segment-2"/>
            <p:cNvSpPr/>
            <p:nvPr/>
          </p:nvSpPr>
          <p:spPr>
            <a:xfrm>
              <a:off x="1981200" y="4229100"/>
              <a:ext cx="1943100" cy="0"/>
            </a:xfrm>
            <a:custGeom>
              <a:avLst/>
              <a:gdLst/>
              <a:ahLst/>
              <a:cxnLst/>
              <a:rect l="l" t="t" r="r" b="b"/>
              <a:pathLst>
                <a:path w="1943100">
                  <a:moveTo>
                    <a:pt x="0" y="0"/>
                  </a:moveTo>
                  <a:lnTo>
                    <a:pt x="1943100" y="0"/>
                  </a:lnTo>
                </a:path>
              </a:pathLst>
            </a:custGeom>
            <a:ln w="12700">
              <a:solidFill>
                <a:srgbClr val="070154"/>
              </a:solidFill>
              <a:prstDash val="solid"/>
            </a:ln>
          </p:spPr>
        </p:sp>
        <p:sp>
          <p:nvSpPr>
            <p:cNvPr id="47" name="node12.segment-3"/>
            <p:cNvSpPr/>
            <p:nvPr/>
          </p:nvSpPr>
          <p:spPr>
            <a:xfrm>
              <a:off x="3924300" y="4114800"/>
              <a:ext cx="0" cy="114300"/>
            </a:xfrm>
            <a:custGeom>
              <a:avLst/>
              <a:gdLst/>
              <a:ahLst/>
              <a:cxnLst/>
              <a:rect l="l" t="t" r="r" b="b"/>
              <a:pathLst>
                <a:path h="114300">
                  <a:moveTo>
                    <a:pt x="0" y="114300"/>
                  </a:moveTo>
                  <a:lnTo>
                    <a:pt x="0" y="0"/>
                  </a:lnTo>
                </a:path>
              </a:pathLst>
            </a:custGeom>
            <a:ln w="12700">
              <a:solidFill>
                <a:srgbClr val="070154"/>
              </a:solidFill>
              <a:prstDash val="solid"/>
            </a:ln>
          </p:spPr>
        </p:sp>
        <p:sp>
          <p:nvSpPr>
            <p:cNvPr id="48" name="node12.head-end.0"/>
            <p:cNvSpPr/>
            <p:nvPr/>
          </p:nvSpPr>
          <p:spPr>
            <a:xfrm>
              <a:off x="3924300" y="4114800"/>
              <a:ext cx="42621" cy="78017"/>
            </a:xfrm>
            <a:custGeom>
              <a:avLst/>
              <a:gdLst/>
              <a:ahLst/>
              <a:cxnLst/>
              <a:rect l="l" t="t" r="r" b="b"/>
              <a:pathLst>
                <a:path w="42621" h="78017">
                  <a:moveTo>
                    <a:pt x="0" y="0"/>
                  </a:moveTo>
                  <a:lnTo>
                    <a:pt x="42621" y="78017"/>
                  </a:lnTo>
                </a:path>
              </a:pathLst>
            </a:custGeom>
            <a:ln w="12700">
              <a:solidFill>
                <a:srgbClr val="070154"/>
              </a:solidFill>
              <a:prstDash val="solid"/>
            </a:ln>
          </p:spPr>
        </p:sp>
        <p:sp>
          <p:nvSpPr>
            <p:cNvPr id="49" name="node12.head-end.1"/>
            <p:cNvSpPr/>
            <p:nvPr/>
          </p:nvSpPr>
          <p:spPr>
            <a:xfrm>
              <a:off x="3881679" y="4114800"/>
              <a:ext cx="42621" cy="78017"/>
            </a:xfrm>
            <a:custGeom>
              <a:avLst/>
              <a:gdLst/>
              <a:ahLst/>
              <a:cxnLst/>
              <a:rect l="l" t="t" r="r" b="b"/>
              <a:pathLst>
                <a:path w="42621" h="78017">
                  <a:moveTo>
                    <a:pt x="42621" y="0"/>
                  </a:moveTo>
                  <a:lnTo>
                    <a:pt x="0" y="78017"/>
                  </a:lnTo>
                </a:path>
              </a:pathLst>
            </a:custGeom>
            <a:ln w="12700">
              <a:solidFill>
                <a:srgbClr val="070154"/>
              </a:solidFill>
              <a:prstDash val="solid"/>
            </a:ln>
          </p:spPr>
        </p:sp>
      </p:grpSp>
      <p:grpSp>
        <p:nvGrpSpPr>
          <p:cNvPr id="80" name="node13"/>
          <p:cNvGrpSpPr/>
          <p:nvPr/>
        </p:nvGrpSpPr>
        <p:grpSpPr>
          <a:xfrm>
            <a:off x="8225079" y="4114800"/>
            <a:ext cx="1985721" cy="228600"/>
            <a:chOff x="8225079" y="4114800"/>
            <a:chExt cx="1985721" cy="228600"/>
          </a:xfrm>
        </p:grpSpPr>
        <p:sp>
          <p:nvSpPr>
            <p:cNvPr id="50" name="node13.segment-1"/>
            <p:cNvSpPr/>
            <p:nvPr/>
          </p:nvSpPr>
          <p:spPr>
            <a:xfrm>
              <a:off x="10210800" y="4229100"/>
              <a:ext cx="0" cy="114300"/>
            </a:xfrm>
            <a:custGeom>
              <a:avLst/>
              <a:gdLst/>
              <a:ahLst/>
              <a:cxnLst/>
              <a:rect l="l" t="t" r="r" b="b"/>
              <a:pathLst>
                <a:path h="114300">
                  <a:moveTo>
                    <a:pt x="0" y="114300"/>
                  </a:moveTo>
                  <a:lnTo>
                    <a:pt x="0" y="0"/>
                  </a:lnTo>
                </a:path>
              </a:pathLst>
            </a:custGeom>
            <a:ln w="12700">
              <a:solidFill>
                <a:srgbClr val="070154"/>
              </a:solidFill>
              <a:prstDash val="solid"/>
            </a:ln>
          </p:spPr>
        </p:sp>
        <p:sp>
          <p:nvSpPr>
            <p:cNvPr id="51" name="node13.segment-2"/>
            <p:cNvSpPr/>
            <p:nvPr/>
          </p:nvSpPr>
          <p:spPr>
            <a:xfrm>
              <a:off x="8267700" y="4229100"/>
              <a:ext cx="1943100" cy="0"/>
            </a:xfrm>
            <a:custGeom>
              <a:avLst/>
              <a:gdLst/>
              <a:ahLst/>
              <a:cxnLst/>
              <a:rect l="l" t="t" r="r" b="b"/>
              <a:pathLst>
                <a:path w="1943100">
                  <a:moveTo>
                    <a:pt x="1943100" y="0"/>
                  </a:moveTo>
                  <a:lnTo>
                    <a:pt x="0" y="0"/>
                  </a:lnTo>
                </a:path>
              </a:pathLst>
            </a:custGeom>
            <a:ln w="12700">
              <a:solidFill>
                <a:srgbClr val="070154"/>
              </a:solidFill>
              <a:prstDash val="solid"/>
            </a:ln>
          </p:spPr>
        </p:sp>
        <p:sp>
          <p:nvSpPr>
            <p:cNvPr id="52" name="node13.segment-3"/>
            <p:cNvSpPr/>
            <p:nvPr/>
          </p:nvSpPr>
          <p:spPr>
            <a:xfrm>
              <a:off x="8267700" y="4114800"/>
              <a:ext cx="0" cy="114300"/>
            </a:xfrm>
            <a:custGeom>
              <a:avLst/>
              <a:gdLst/>
              <a:ahLst/>
              <a:cxnLst/>
              <a:rect l="l" t="t" r="r" b="b"/>
              <a:pathLst>
                <a:path h="114300">
                  <a:moveTo>
                    <a:pt x="0" y="114300"/>
                  </a:moveTo>
                  <a:lnTo>
                    <a:pt x="0" y="0"/>
                  </a:lnTo>
                </a:path>
              </a:pathLst>
            </a:custGeom>
            <a:ln w="12700">
              <a:solidFill>
                <a:srgbClr val="070154"/>
              </a:solidFill>
              <a:prstDash val="solid"/>
            </a:ln>
          </p:spPr>
        </p:sp>
        <p:sp>
          <p:nvSpPr>
            <p:cNvPr id="53" name="node13.head-end.0"/>
            <p:cNvSpPr/>
            <p:nvPr/>
          </p:nvSpPr>
          <p:spPr>
            <a:xfrm>
              <a:off x="8267700" y="4114800"/>
              <a:ext cx="42621" cy="78017"/>
            </a:xfrm>
            <a:custGeom>
              <a:avLst/>
              <a:gdLst/>
              <a:ahLst/>
              <a:cxnLst/>
              <a:rect l="l" t="t" r="r" b="b"/>
              <a:pathLst>
                <a:path w="42621" h="78017">
                  <a:moveTo>
                    <a:pt x="0" y="0"/>
                  </a:moveTo>
                  <a:lnTo>
                    <a:pt x="42621" y="78017"/>
                  </a:lnTo>
                </a:path>
              </a:pathLst>
            </a:custGeom>
            <a:ln w="12700">
              <a:solidFill>
                <a:srgbClr val="070154"/>
              </a:solidFill>
              <a:prstDash val="solid"/>
            </a:ln>
          </p:spPr>
        </p:sp>
        <p:sp>
          <p:nvSpPr>
            <p:cNvPr id="54" name="node13.head-end.1"/>
            <p:cNvSpPr/>
            <p:nvPr/>
          </p:nvSpPr>
          <p:spPr>
            <a:xfrm>
              <a:off x="8225079" y="4114800"/>
              <a:ext cx="42621" cy="78017"/>
            </a:xfrm>
            <a:custGeom>
              <a:avLst/>
              <a:gdLst/>
              <a:ahLst/>
              <a:cxnLst/>
              <a:rect l="l" t="t" r="r" b="b"/>
              <a:pathLst>
                <a:path w="42621" h="78017">
                  <a:moveTo>
                    <a:pt x="42621" y="0"/>
                  </a:moveTo>
                  <a:lnTo>
                    <a:pt x="0" y="78017"/>
                  </a:lnTo>
                </a:path>
              </a:pathLst>
            </a:custGeom>
            <a:ln w="12700">
              <a:solidFill>
                <a:srgbClr val="070154"/>
              </a:solidFill>
              <a:prstDash val="solid"/>
            </a:ln>
          </p:spPr>
        </p:sp>
      </p:grpSp>
      <p:grpSp>
        <p:nvGrpSpPr>
          <p:cNvPr id="81" name="node14"/>
          <p:cNvGrpSpPr/>
          <p:nvPr/>
        </p:nvGrpSpPr>
        <p:grpSpPr>
          <a:xfrm>
            <a:off x="3238500" y="3500679"/>
            <a:ext cx="228600" cy="85242"/>
            <a:chOff x="3238500" y="3500679"/>
            <a:chExt cx="228600" cy="85242"/>
          </a:xfrm>
        </p:grpSpPr>
        <p:sp>
          <p:nvSpPr>
            <p:cNvPr id="55" name="node14.segment-1"/>
            <p:cNvSpPr/>
            <p:nvPr/>
          </p:nvSpPr>
          <p:spPr>
            <a:xfrm>
              <a:off x="3238500" y="3543300"/>
              <a:ext cx="228600" cy="0"/>
            </a:xfrm>
            <a:custGeom>
              <a:avLst/>
              <a:gdLst/>
              <a:ahLst/>
              <a:cxnLst/>
              <a:rect l="l" t="t" r="r" b="b"/>
              <a:pathLst>
                <a:path w="228600">
                  <a:moveTo>
                    <a:pt x="0" y="0"/>
                  </a:moveTo>
                  <a:lnTo>
                    <a:pt x="228600" y="0"/>
                  </a:lnTo>
                </a:path>
              </a:pathLst>
            </a:custGeom>
            <a:ln w="12700">
              <a:solidFill>
                <a:srgbClr val="070154"/>
              </a:solidFill>
              <a:prstDash val="solid"/>
            </a:ln>
          </p:spPr>
        </p:sp>
        <p:sp>
          <p:nvSpPr>
            <p:cNvPr id="56" name="node14.head-end.0"/>
            <p:cNvSpPr/>
            <p:nvPr/>
          </p:nvSpPr>
          <p:spPr>
            <a:xfrm>
              <a:off x="3389083" y="3543300"/>
              <a:ext cx="78017" cy="42621"/>
            </a:xfrm>
            <a:custGeom>
              <a:avLst/>
              <a:gdLst/>
              <a:ahLst/>
              <a:cxnLst/>
              <a:rect l="l" t="t" r="r" b="b"/>
              <a:pathLst>
                <a:path w="78017" h="42621">
                  <a:moveTo>
                    <a:pt x="78017" y="0"/>
                  </a:moveTo>
                  <a:lnTo>
                    <a:pt x="0" y="42621"/>
                  </a:lnTo>
                </a:path>
              </a:pathLst>
            </a:custGeom>
            <a:ln w="12700">
              <a:solidFill>
                <a:srgbClr val="070154"/>
              </a:solidFill>
              <a:prstDash val="solid"/>
            </a:ln>
          </p:spPr>
        </p:sp>
        <p:sp>
          <p:nvSpPr>
            <p:cNvPr id="57" name="node14.head-end.1"/>
            <p:cNvSpPr/>
            <p:nvPr/>
          </p:nvSpPr>
          <p:spPr>
            <a:xfrm>
              <a:off x="3389083" y="3500679"/>
              <a:ext cx="78017" cy="42621"/>
            </a:xfrm>
            <a:custGeom>
              <a:avLst/>
              <a:gdLst/>
              <a:ahLst/>
              <a:cxnLst/>
              <a:rect l="l" t="t" r="r" b="b"/>
              <a:pathLst>
                <a:path w="78017" h="42621">
                  <a:moveTo>
                    <a:pt x="78017" y="42621"/>
                  </a:moveTo>
                  <a:lnTo>
                    <a:pt x="0" y="0"/>
                  </a:lnTo>
                </a:path>
              </a:pathLst>
            </a:custGeom>
            <a:ln w="12700">
              <a:solidFill>
                <a:srgbClr val="070154"/>
              </a:solidFill>
              <a:prstDash val="solid"/>
            </a:ln>
          </p:spPr>
        </p:sp>
      </p:grpSp>
      <p:grpSp>
        <p:nvGrpSpPr>
          <p:cNvPr id="82" name="node15"/>
          <p:cNvGrpSpPr/>
          <p:nvPr/>
        </p:nvGrpSpPr>
        <p:grpSpPr>
          <a:xfrm>
            <a:off x="8724900" y="3500679"/>
            <a:ext cx="228600" cy="85242"/>
            <a:chOff x="8724900" y="3500679"/>
            <a:chExt cx="228600" cy="85242"/>
          </a:xfrm>
        </p:grpSpPr>
        <p:sp>
          <p:nvSpPr>
            <p:cNvPr id="58" name="node15.segment-1"/>
            <p:cNvSpPr/>
            <p:nvPr/>
          </p:nvSpPr>
          <p:spPr>
            <a:xfrm>
              <a:off x="8724900" y="3543300"/>
              <a:ext cx="228600" cy="0"/>
            </a:xfrm>
            <a:custGeom>
              <a:avLst/>
              <a:gdLst/>
              <a:ahLst/>
              <a:cxnLst/>
              <a:rect l="l" t="t" r="r" b="b"/>
              <a:pathLst>
                <a:path w="228600">
                  <a:moveTo>
                    <a:pt x="228600" y="0"/>
                  </a:moveTo>
                  <a:lnTo>
                    <a:pt x="0" y="0"/>
                  </a:lnTo>
                </a:path>
              </a:pathLst>
            </a:custGeom>
            <a:ln w="12700">
              <a:solidFill>
                <a:srgbClr val="070154"/>
              </a:solidFill>
              <a:prstDash val="solid"/>
            </a:ln>
          </p:spPr>
        </p:sp>
        <p:sp>
          <p:nvSpPr>
            <p:cNvPr id="59" name="node15.head-end.0"/>
            <p:cNvSpPr/>
            <p:nvPr/>
          </p:nvSpPr>
          <p:spPr>
            <a:xfrm>
              <a:off x="8724900" y="3500679"/>
              <a:ext cx="78017" cy="42621"/>
            </a:xfrm>
            <a:custGeom>
              <a:avLst/>
              <a:gdLst/>
              <a:ahLst/>
              <a:cxnLst/>
              <a:rect l="l" t="t" r="r" b="b"/>
              <a:pathLst>
                <a:path w="78017" h="42621">
                  <a:moveTo>
                    <a:pt x="0" y="42621"/>
                  </a:moveTo>
                  <a:lnTo>
                    <a:pt x="78017" y="0"/>
                  </a:lnTo>
                </a:path>
              </a:pathLst>
            </a:custGeom>
            <a:ln w="12700">
              <a:solidFill>
                <a:srgbClr val="070154"/>
              </a:solidFill>
              <a:prstDash val="solid"/>
            </a:ln>
          </p:spPr>
        </p:sp>
        <p:sp>
          <p:nvSpPr>
            <p:cNvPr id="60" name="node15.head-end.1"/>
            <p:cNvSpPr/>
            <p:nvPr/>
          </p:nvSpPr>
          <p:spPr>
            <a:xfrm>
              <a:off x="8724900" y="3543300"/>
              <a:ext cx="78017" cy="42621"/>
            </a:xfrm>
            <a:custGeom>
              <a:avLst/>
              <a:gdLst/>
              <a:ahLst/>
              <a:cxnLst/>
              <a:rect l="l" t="t" r="r" b="b"/>
              <a:pathLst>
                <a:path w="78017" h="42621">
                  <a:moveTo>
                    <a:pt x="0" y="0"/>
                  </a:moveTo>
                  <a:lnTo>
                    <a:pt x="78017" y="42621"/>
                  </a:lnTo>
                </a:path>
              </a:pathLst>
            </a:custGeom>
            <a:ln w="12700">
              <a:solidFill>
                <a:srgbClr val="070154"/>
              </a:solidFill>
              <a:prstDash val="solid"/>
            </a:ln>
          </p:spPr>
        </p:sp>
      </p:grpSp>
      <p:grpSp>
        <p:nvGrpSpPr>
          <p:cNvPr id="83" name="node16"/>
          <p:cNvGrpSpPr/>
          <p:nvPr/>
        </p:nvGrpSpPr>
        <p:grpSpPr>
          <a:xfrm>
            <a:off x="6053379" y="2743200"/>
            <a:ext cx="85242" cy="228600"/>
            <a:chOff x="6053379" y="2743200"/>
            <a:chExt cx="85242" cy="228600"/>
          </a:xfrm>
        </p:grpSpPr>
        <p:sp>
          <p:nvSpPr>
            <p:cNvPr id="61" name="node16.segment-1"/>
            <p:cNvSpPr/>
            <p:nvPr/>
          </p:nvSpPr>
          <p:spPr>
            <a:xfrm>
              <a:off x="6096000" y="2743200"/>
              <a:ext cx="0" cy="228600"/>
            </a:xfrm>
            <a:custGeom>
              <a:avLst/>
              <a:gdLst/>
              <a:ahLst/>
              <a:cxnLst/>
              <a:rect l="l" t="t" r="r" b="b"/>
              <a:pathLst>
                <a:path h="228600">
                  <a:moveTo>
                    <a:pt x="0" y="0"/>
                  </a:moveTo>
                  <a:lnTo>
                    <a:pt x="0" y="228600"/>
                  </a:lnTo>
                </a:path>
              </a:pathLst>
            </a:custGeom>
            <a:ln w="12700">
              <a:solidFill>
                <a:srgbClr val="070154"/>
              </a:solidFill>
              <a:prstDash val="solid"/>
            </a:ln>
          </p:spPr>
        </p:sp>
        <p:sp>
          <p:nvSpPr>
            <p:cNvPr id="62" name="node16.head-end.0"/>
            <p:cNvSpPr/>
            <p:nvPr/>
          </p:nvSpPr>
          <p:spPr>
            <a:xfrm>
              <a:off x="6053379" y="2893783"/>
              <a:ext cx="42621" cy="78017"/>
            </a:xfrm>
            <a:custGeom>
              <a:avLst/>
              <a:gdLst/>
              <a:ahLst/>
              <a:cxnLst/>
              <a:rect l="l" t="t" r="r" b="b"/>
              <a:pathLst>
                <a:path w="42621" h="78017">
                  <a:moveTo>
                    <a:pt x="42621" y="78017"/>
                  </a:moveTo>
                  <a:lnTo>
                    <a:pt x="0" y="0"/>
                  </a:lnTo>
                </a:path>
              </a:pathLst>
            </a:custGeom>
            <a:ln w="12700">
              <a:solidFill>
                <a:srgbClr val="070154"/>
              </a:solidFill>
              <a:prstDash val="solid"/>
            </a:ln>
          </p:spPr>
        </p:sp>
        <p:sp>
          <p:nvSpPr>
            <p:cNvPr id="63" name="node16.head-end.1"/>
            <p:cNvSpPr/>
            <p:nvPr/>
          </p:nvSpPr>
          <p:spPr>
            <a:xfrm>
              <a:off x="6096000" y="2893783"/>
              <a:ext cx="42621" cy="78017"/>
            </a:xfrm>
            <a:custGeom>
              <a:avLst/>
              <a:gdLst/>
              <a:ahLst/>
              <a:cxnLst/>
              <a:rect l="l" t="t" r="r" b="b"/>
              <a:pathLst>
                <a:path w="42621" h="78017">
                  <a:moveTo>
                    <a:pt x="0" y="78017"/>
                  </a:moveTo>
                  <a:lnTo>
                    <a:pt x="42621" y="0"/>
                  </a:lnTo>
                </a:path>
              </a:pathLst>
            </a:custGeom>
            <a:ln w="12700">
              <a:solidFill>
                <a:srgbClr val="070154"/>
              </a:solidFill>
              <a:prstDash val="solid"/>
            </a:ln>
          </p:spPr>
        </p:sp>
      </p:grpSp>
      <p:grpSp>
        <p:nvGrpSpPr>
          <p:cNvPr id="84" name="node17"/>
          <p:cNvGrpSpPr/>
          <p:nvPr/>
        </p:nvGrpSpPr>
        <p:grpSpPr>
          <a:xfrm>
            <a:off x="6053379" y="4114800"/>
            <a:ext cx="85242" cy="228600"/>
            <a:chOff x="6053379" y="4114800"/>
            <a:chExt cx="85242" cy="228600"/>
          </a:xfrm>
        </p:grpSpPr>
        <p:sp>
          <p:nvSpPr>
            <p:cNvPr id="64" name="node17.segment-1"/>
            <p:cNvSpPr/>
            <p:nvPr/>
          </p:nvSpPr>
          <p:spPr>
            <a:xfrm>
              <a:off x="6096000" y="4114800"/>
              <a:ext cx="0" cy="228600"/>
            </a:xfrm>
            <a:custGeom>
              <a:avLst/>
              <a:gdLst/>
              <a:ahLst/>
              <a:cxnLst/>
              <a:rect l="l" t="t" r="r" b="b"/>
              <a:pathLst>
                <a:path h="228600">
                  <a:moveTo>
                    <a:pt x="0" y="228600"/>
                  </a:moveTo>
                  <a:lnTo>
                    <a:pt x="0" y="0"/>
                  </a:lnTo>
                </a:path>
              </a:pathLst>
            </a:custGeom>
            <a:ln w="12700">
              <a:solidFill>
                <a:srgbClr val="070154"/>
              </a:solidFill>
              <a:prstDash val="solid"/>
            </a:ln>
          </p:spPr>
        </p:sp>
        <p:sp>
          <p:nvSpPr>
            <p:cNvPr id="65" name="node17.head-end.0"/>
            <p:cNvSpPr/>
            <p:nvPr/>
          </p:nvSpPr>
          <p:spPr>
            <a:xfrm>
              <a:off x="6096000" y="4114800"/>
              <a:ext cx="42621" cy="78017"/>
            </a:xfrm>
            <a:custGeom>
              <a:avLst/>
              <a:gdLst/>
              <a:ahLst/>
              <a:cxnLst/>
              <a:rect l="l" t="t" r="r" b="b"/>
              <a:pathLst>
                <a:path w="42621" h="78017">
                  <a:moveTo>
                    <a:pt x="0" y="0"/>
                  </a:moveTo>
                  <a:lnTo>
                    <a:pt x="42621" y="78017"/>
                  </a:lnTo>
                </a:path>
              </a:pathLst>
            </a:custGeom>
            <a:ln w="12700">
              <a:solidFill>
                <a:srgbClr val="070154"/>
              </a:solidFill>
              <a:prstDash val="solid"/>
            </a:ln>
          </p:spPr>
        </p:sp>
        <p:sp>
          <p:nvSpPr>
            <p:cNvPr id="66" name="node17.head-end.1"/>
            <p:cNvSpPr/>
            <p:nvPr/>
          </p:nvSpPr>
          <p:spPr>
            <a:xfrm>
              <a:off x="6053379" y="4114800"/>
              <a:ext cx="42621" cy="78017"/>
            </a:xfrm>
            <a:custGeom>
              <a:avLst/>
              <a:gdLst/>
              <a:ahLst/>
              <a:cxnLst/>
              <a:rect l="l" t="t" r="r" b="b"/>
              <a:pathLst>
                <a:path w="42621" h="78017">
                  <a:moveTo>
                    <a:pt x="42621" y="0"/>
                  </a:moveTo>
                  <a:lnTo>
                    <a:pt x="0" y="78017"/>
                  </a:lnTo>
                </a:path>
              </a:pathLst>
            </a:custGeom>
            <a:ln w="12700">
              <a:solidFill>
                <a:srgbClr val="070154"/>
              </a:solidFill>
              <a:prstDash val="solid"/>
            </a:ln>
          </p:spPr>
        </p:sp>
      </p:gr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ource-221">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CHANGE IMPACT: FRONT-DESK SCHEDULERS</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11430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Front-desk schedulers are hit hardest on process, technology and role</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Northfield Health System change impact assessment, Sep 2026.</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59</a:t>
            </a:fld>
            <a:endParaRPr lang="en-US" sz="700" spc="0" kern="0" b="0" i="0" dirty="0">
              <a:solidFill>
                <a:srgbClr val="070154"/>
              </a:solidFill>
              <a:latin typeface="IBM Plex Mono SemiBold"/>
              <a:ea typeface="IBM Plex Mono SemiBold"/>
              <a:cs typeface="IBM Plex Mono SemiBold"/>
            </a:endParaRPr>
          </a:p>
        </p:txBody>
      </p:sp>
      <p:grpSp>
        <p:nvGrpSpPr>
          <p:cNvPr id="39" name="node01"/>
          <p:cNvGrpSpPr/>
          <p:nvPr/>
        </p:nvGrpSpPr>
        <p:grpSpPr>
          <a:xfrm>
            <a:off x="723900" y="2057400"/>
            <a:ext cx="10744200" cy="2743200"/>
            <a:chOff x="723900" y="2057400"/>
            <a:chExt cx="10744200" cy="2743200"/>
          </a:xfrm>
        </p:grpSpPr>
        <p:grpSp>
          <p:nvGrpSpPr>
            <p:cNvPr id="35" name="node01.item-001"/>
            <p:cNvGrpSpPr/>
            <p:nvPr/>
          </p:nvGrpSpPr>
          <p:grpSpPr>
            <a:xfrm>
              <a:off x="723900" y="2057400"/>
              <a:ext cx="2514600" cy="2743200"/>
              <a:chOff x="723900" y="2057400"/>
              <a:chExt cx="2514600" cy="2743200"/>
            </a:xfrm>
          </p:grpSpPr>
          <p:sp>
            <p:nvSpPr>
              <p:cNvPr id="7" name="node01.item-001.container"/>
              <p:cNvSpPr/>
              <p:nvPr/>
            </p:nvSpPr>
            <p:spPr>
              <a:xfrm>
                <a:off x="723900" y="2057400"/>
                <a:ext cx="2514600" cy="2743200"/>
              </a:xfrm>
              <a:prstGeom prst="rect">
                <a:avLst/>
              </a:prstGeom>
              <a:solidFill>
                <a:srgbClr val="E8EEF8"/>
              </a:solidFill>
              <a:ln>
                <a:noFill/>
              </a:ln>
            </p:spPr>
          </p:sp>
          <p:sp>
            <p:nvSpPr>
              <p:cNvPr id="8" name="node01.item-001.label"/>
              <p:cNvSpPr/>
              <p:nvPr/>
            </p:nvSpPr>
            <p:spPr>
              <a:xfrm>
                <a:off x="876300" y="2209800"/>
                <a:ext cx="2209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HIGH IMPACT</a:t>
                </a:r>
                <a:endParaRPr lang="en-US" sz="900" spc="54" kern="0" b="0" i="0" dirty="0">
                  <a:solidFill>
                    <a:srgbClr val="0047FF"/>
                  </a:solidFill>
                  <a:latin typeface="IBM Plex Mono Medium"/>
                  <a:ea typeface="IBM Plex Mono Medium"/>
                  <a:cs typeface="IBM Plex Mono Medium"/>
                </a:endParaRPr>
              </a:p>
            </p:txBody>
          </p:sp>
          <p:sp>
            <p:nvSpPr>
              <p:cNvPr id="9" name="node01.item-001.number"/>
              <p:cNvSpPr/>
              <p:nvPr/>
            </p:nvSpPr>
            <p:spPr>
              <a:xfrm>
                <a:off x="876300" y="24003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01</a:t>
                </a:r>
                <a:endParaRPr lang="en-US" sz="1800" spc="0" kern="0" b="0" i="0" dirty="0">
                  <a:solidFill>
                    <a:srgbClr val="0047FF"/>
                  </a:solidFill>
                  <a:latin typeface="IBM Plex Mono SemiBold"/>
                  <a:ea typeface="IBM Plex Mono SemiBold"/>
                  <a:cs typeface="IBM Plex Mono SemiBold"/>
                </a:endParaRPr>
              </a:p>
            </p:txBody>
          </p:sp>
          <p:sp>
            <p:nvSpPr>
              <p:cNvPr id="10" name="node01.item-001.title"/>
              <p:cNvSpPr/>
              <p:nvPr/>
            </p:nvSpPr>
            <p:spPr>
              <a:xfrm>
                <a:off x="1276350" y="2400300"/>
                <a:ext cx="180975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047FF"/>
                    </a:solidFill>
                    <a:latin typeface="IBM Plex Sans SemiBold"/>
                    <a:ea typeface="IBM Plex Sans SemiBold"/>
                    <a:cs typeface="IBM Plex Sans SemiBold"/>
                  </a:rPr>
                  <a:t>Process</a:t>
                </a:r>
                <a:endParaRPr lang="en-US" sz="1800" spc="-18" kern="0" b="0" i="0" dirty="0">
                  <a:solidFill>
                    <a:srgbClr val="0047FF"/>
                  </a:solidFill>
                  <a:latin typeface="IBM Plex Sans SemiBold"/>
                  <a:ea typeface="IBM Plex Sans SemiBold"/>
                  <a:cs typeface="IBM Plex Sans SemiBold"/>
                </a:endParaRPr>
              </a:p>
            </p:txBody>
          </p:sp>
          <p:sp>
            <p:nvSpPr>
              <p:cNvPr id="11" name="node01.item-001.body.item-001.paragraph"/>
              <p:cNvSpPr/>
              <p:nvPr/>
            </p:nvSpPr>
            <p:spPr>
              <a:xfrm>
                <a:off x="876300" y="2819400"/>
                <a:ext cx="2209800" cy="9144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Walk-in and phone booking merge into one scheduling workflow with new double-booking rules.</a:t>
                </a:r>
                <a:endParaRPr lang="en-US" sz="1200" spc="0" kern="0" b="0" i="0" dirty="0">
                  <a:solidFill>
                    <a:srgbClr val="50658E"/>
                  </a:solidFill>
                  <a:latin typeface="IBM Plex Sans"/>
                  <a:ea typeface="IBM Plex Sans"/>
                  <a:cs typeface="IBM Plex Sans"/>
                </a:endParaRPr>
              </a:p>
            </p:txBody>
          </p:sp>
          <p:sp>
            <p:nvSpPr>
              <p:cNvPr id="12" name="node01.item-001.body.item-002.paragraph"/>
              <p:cNvSpPr/>
              <p:nvPr/>
            </p:nvSpPr>
            <p:spPr>
              <a:xfrm>
                <a:off x="876300" y="3771900"/>
                <a:ext cx="22098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Support: Redesign sessions with five clinics.</a:t>
                </a:r>
                <a:endParaRPr lang="en-US" sz="1200" spc="0" kern="0" b="0" i="0" dirty="0">
                  <a:solidFill>
                    <a:srgbClr val="50658E"/>
                  </a:solidFill>
                  <a:latin typeface="IBM Plex Sans"/>
                  <a:ea typeface="IBM Plex Sans"/>
                  <a:cs typeface="IBM Plex Sans"/>
                </a:endParaRPr>
              </a:p>
            </p:txBody>
          </p:sp>
        </p:grpSp>
        <p:grpSp>
          <p:nvGrpSpPr>
            <p:cNvPr id="36" name="node01.item-002"/>
            <p:cNvGrpSpPr/>
            <p:nvPr/>
          </p:nvGrpSpPr>
          <p:grpSpPr>
            <a:xfrm>
              <a:off x="3467100" y="2057400"/>
              <a:ext cx="2514600" cy="2743200"/>
              <a:chOff x="3467100" y="2057400"/>
              <a:chExt cx="2514600" cy="2743200"/>
            </a:xfrm>
          </p:grpSpPr>
          <p:sp>
            <p:nvSpPr>
              <p:cNvPr id="13" name="node01.item-002.container"/>
              <p:cNvSpPr/>
              <p:nvPr/>
            </p:nvSpPr>
            <p:spPr>
              <a:xfrm>
                <a:off x="3467100" y="2057400"/>
                <a:ext cx="2514600" cy="2743200"/>
              </a:xfrm>
              <a:prstGeom prst="rect">
                <a:avLst/>
              </a:prstGeom>
              <a:solidFill>
                <a:srgbClr val="E8EEF8"/>
              </a:solidFill>
              <a:ln>
                <a:noFill/>
              </a:ln>
            </p:spPr>
          </p:sp>
          <p:sp>
            <p:nvSpPr>
              <p:cNvPr id="14" name="node01.item-002.label"/>
              <p:cNvSpPr/>
              <p:nvPr/>
            </p:nvSpPr>
            <p:spPr>
              <a:xfrm>
                <a:off x="3619500" y="2209800"/>
                <a:ext cx="2209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HIGH IMPACT</a:t>
                </a:r>
                <a:endParaRPr lang="en-US" sz="900" spc="54" kern="0" b="0" i="0" dirty="0">
                  <a:solidFill>
                    <a:srgbClr val="0047FF"/>
                  </a:solidFill>
                  <a:latin typeface="IBM Plex Mono Medium"/>
                  <a:ea typeface="IBM Plex Mono Medium"/>
                  <a:cs typeface="IBM Plex Mono Medium"/>
                </a:endParaRPr>
              </a:p>
            </p:txBody>
          </p:sp>
          <p:sp>
            <p:nvSpPr>
              <p:cNvPr id="15" name="node01.item-002.number"/>
              <p:cNvSpPr/>
              <p:nvPr/>
            </p:nvSpPr>
            <p:spPr>
              <a:xfrm>
                <a:off x="3619500" y="24003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02</a:t>
                </a:r>
                <a:endParaRPr lang="en-US" sz="1800" spc="0" kern="0" b="0" i="0" dirty="0">
                  <a:solidFill>
                    <a:srgbClr val="0047FF"/>
                  </a:solidFill>
                  <a:latin typeface="IBM Plex Mono SemiBold"/>
                  <a:ea typeface="IBM Plex Mono SemiBold"/>
                  <a:cs typeface="IBM Plex Mono SemiBold"/>
                </a:endParaRPr>
              </a:p>
            </p:txBody>
          </p:sp>
          <p:sp>
            <p:nvSpPr>
              <p:cNvPr id="16" name="node01.item-002.title"/>
              <p:cNvSpPr/>
              <p:nvPr/>
            </p:nvSpPr>
            <p:spPr>
              <a:xfrm>
                <a:off x="4019550" y="2400300"/>
                <a:ext cx="180975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047FF"/>
                    </a:solidFill>
                    <a:latin typeface="IBM Plex Sans SemiBold"/>
                    <a:ea typeface="IBM Plex Sans SemiBold"/>
                    <a:cs typeface="IBM Plex Sans SemiBold"/>
                  </a:rPr>
                  <a:t>Technology</a:t>
                </a:r>
                <a:endParaRPr lang="en-US" sz="1800" spc="-18" kern="0" b="0" i="0" dirty="0">
                  <a:solidFill>
                    <a:srgbClr val="0047FF"/>
                  </a:solidFill>
                  <a:latin typeface="IBM Plex Sans SemiBold"/>
                  <a:ea typeface="IBM Plex Sans SemiBold"/>
                  <a:cs typeface="IBM Plex Sans SemiBold"/>
                </a:endParaRPr>
              </a:p>
            </p:txBody>
          </p:sp>
          <p:sp>
            <p:nvSpPr>
              <p:cNvPr id="17" name="node01.item-002.body.item-001.paragraph"/>
              <p:cNvSpPr/>
              <p:nvPr/>
            </p:nvSpPr>
            <p:spPr>
              <a:xfrm>
                <a:off x="3619500" y="2819400"/>
                <a:ext cx="2209800" cy="685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Three legacy schedule screens are replaced by a single web platform with new login.</a:t>
                </a:r>
                <a:endParaRPr lang="en-US" sz="1200" spc="0" kern="0" b="0" i="0" dirty="0">
                  <a:solidFill>
                    <a:srgbClr val="50658E"/>
                  </a:solidFill>
                  <a:latin typeface="IBM Plex Sans"/>
                  <a:ea typeface="IBM Plex Sans"/>
                  <a:cs typeface="IBM Plex Sans"/>
                </a:endParaRPr>
              </a:p>
            </p:txBody>
          </p:sp>
          <p:sp>
            <p:nvSpPr>
              <p:cNvPr id="18" name="node01.item-002.body.item-002.paragraph"/>
              <p:cNvSpPr/>
              <p:nvPr/>
            </p:nvSpPr>
            <p:spPr>
              <a:xfrm>
                <a:off x="3619500" y="3543300"/>
                <a:ext cx="22098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Support: Sandbox practice from week 6.</a:t>
                </a:r>
                <a:endParaRPr lang="en-US" sz="1200" spc="0" kern="0" b="0" i="0" dirty="0">
                  <a:solidFill>
                    <a:srgbClr val="50658E"/>
                  </a:solidFill>
                  <a:latin typeface="IBM Plex Sans"/>
                  <a:ea typeface="IBM Plex Sans"/>
                  <a:cs typeface="IBM Plex Sans"/>
                </a:endParaRPr>
              </a:p>
            </p:txBody>
          </p:sp>
        </p:grpSp>
        <p:grpSp>
          <p:nvGrpSpPr>
            <p:cNvPr id="37" name="node01.item-003"/>
            <p:cNvGrpSpPr/>
            <p:nvPr/>
          </p:nvGrpSpPr>
          <p:grpSpPr>
            <a:xfrm>
              <a:off x="6210300" y="2057400"/>
              <a:ext cx="2514600" cy="2743200"/>
              <a:chOff x="6210300" y="2057400"/>
              <a:chExt cx="2514600" cy="2743200"/>
            </a:xfrm>
          </p:grpSpPr>
          <p:sp>
            <p:nvSpPr>
              <p:cNvPr id="19" name="node01.item-003.container"/>
              <p:cNvSpPr/>
              <p:nvPr/>
            </p:nvSpPr>
            <p:spPr>
              <a:xfrm>
                <a:off x="6210300" y="2057400"/>
                <a:ext cx="2514600" cy="2743200"/>
              </a:xfrm>
              <a:prstGeom prst="rect">
                <a:avLst/>
              </a:prstGeom>
              <a:solidFill>
                <a:srgbClr val="E8EEF8"/>
              </a:solidFill>
              <a:ln>
                <a:noFill/>
              </a:ln>
            </p:spPr>
          </p:sp>
          <p:sp>
            <p:nvSpPr>
              <p:cNvPr id="20" name="node01.item-003.label"/>
              <p:cNvSpPr/>
              <p:nvPr/>
            </p:nvSpPr>
            <p:spPr>
              <a:xfrm>
                <a:off x="6362700" y="2209800"/>
                <a:ext cx="2209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HIGH IMPACT</a:t>
                </a:r>
                <a:endParaRPr lang="en-US" sz="900" spc="54" kern="0" b="0" i="0" dirty="0">
                  <a:solidFill>
                    <a:srgbClr val="0047FF"/>
                  </a:solidFill>
                  <a:latin typeface="IBM Plex Mono Medium"/>
                  <a:ea typeface="IBM Plex Mono Medium"/>
                  <a:cs typeface="IBM Plex Mono Medium"/>
                </a:endParaRPr>
              </a:p>
            </p:txBody>
          </p:sp>
          <p:sp>
            <p:nvSpPr>
              <p:cNvPr id="21" name="node01.item-003.number"/>
              <p:cNvSpPr/>
              <p:nvPr/>
            </p:nvSpPr>
            <p:spPr>
              <a:xfrm>
                <a:off x="6362700" y="24003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03</a:t>
                </a:r>
                <a:endParaRPr lang="en-US" sz="1800" spc="0" kern="0" b="0" i="0" dirty="0">
                  <a:solidFill>
                    <a:srgbClr val="0047FF"/>
                  </a:solidFill>
                  <a:latin typeface="IBM Plex Mono SemiBold"/>
                  <a:ea typeface="IBM Plex Mono SemiBold"/>
                  <a:cs typeface="IBM Plex Mono SemiBold"/>
                </a:endParaRPr>
              </a:p>
            </p:txBody>
          </p:sp>
          <p:sp>
            <p:nvSpPr>
              <p:cNvPr id="22" name="node01.item-003.title"/>
              <p:cNvSpPr/>
              <p:nvPr/>
            </p:nvSpPr>
            <p:spPr>
              <a:xfrm>
                <a:off x="6762750" y="2400300"/>
                <a:ext cx="180975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047FF"/>
                    </a:solidFill>
                    <a:latin typeface="IBM Plex Sans SemiBold"/>
                    <a:ea typeface="IBM Plex Sans SemiBold"/>
                    <a:cs typeface="IBM Plex Sans SemiBold"/>
                  </a:rPr>
                  <a:t>Role</a:t>
                </a:r>
                <a:endParaRPr lang="en-US" sz="1800" spc="-18" kern="0" b="0" i="0" dirty="0">
                  <a:solidFill>
                    <a:srgbClr val="0047FF"/>
                  </a:solidFill>
                  <a:latin typeface="IBM Plex Sans SemiBold"/>
                  <a:ea typeface="IBM Plex Sans SemiBold"/>
                  <a:cs typeface="IBM Plex Sans SemiBold"/>
                </a:endParaRPr>
              </a:p>
            </p:txBody>
          </p:sp>
          <p:sp>
            <p:nvSpPr>
              <p:cNvPr id="23" name="node01.item-003.body.item-001.paragraph"/>
              <p:cNvSpPr/>
              <p:nvPr/>
            </p:nvSpPr>
            <p:spPr>
              <a:xfrm>
                <a:off x="6362700" y="2819400"/>
                <a:ext cx="2209800" cy="685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Schedulers own referral holds and waitlist outreach that used to sit with nurses.</a:t>
                </a:r>
                <a:endParaRPr lang="en-US" sz="1200" spc="0" kern="0" b="0" i="0" dirty="0">
                  <a:solidFill>
                    <a:srgbClr val="50658E"/>
                  </a:solidFill>
                  <a:latin typeface="IBM Plex Sans"/>
                  <a:ea typeface="IBM Plex Sans"/>
                  <a:cs typeface="IBM Plex Sans"/>
                </a:endParaRPr>
              </a:p>
            </p:txBody>
          </p:sp>
          <p:sp>
            <p:nvSpPr>
              <p:cNvPr id="24" name="node01.item-003.body.item-002.paragraph"/>
              <p:cNvSpPr/>
              <p:nvPr/>
            </p:nvSpPr>
            <p:spPr>
              <a:xfrm>
                <a:off x="6362700" y="3543300"/>
                <a:ext cx="22098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Support: Updated role cards and job aids.</a:t>
                </a:r>
                <a:endParaRPr lang="en-US" sz="1200" spc="0" kern="0" b="0" i="0" dirty="0">
                  <a:solidFill>
                    <a:srgbClr val="50658E"/>
                  </a:solidFill>
                  <a:latin typeface="IBM Plex Sans"/>
                  <a:ea typeface="IBM Plex Sans"/>
                  <a:cs typeface="IBM Plex Sans"/>
                </a:endParaRPr>
              </a:p>
            </p:txBody>
          </p:sp>
        </p:grpSp>
        <p:grpSp>
          <p:nvGrpSpPr>
            <p:cNvPr id="38" name="node01.item-004"/>
            <p:cNvGrpSpPr/>
            <p:nvPr/>
          </p:nvGrpSpPr>
          <p:grpSpPr>
            <a:xfrm>
              <a:off x="8953500" y="2057400"/>
              <a:ext cx="2514600" cy="2743200"/>
              <a:chOff x="8953500" y="2057400"/>
              <a:chExt cx="2514600" cy="2743200"/>
            </a:xfrm>
          </p:grpSpPr>
          <p:sp>
            <p:nvSpPr>
              <p:cNvPr id="25" name="node01.item-004.container"/>
              <p:cNvSpPr/>
              <p:nvPr/>
            </p:nvSpPr>
            <p:spPr>
              <a:xfrm>
                <a:off x="8953500" y="2057400"/>
                <a:ext cx="2514600" cy="2743200"/>
              </a:xfrm>
              <a:prstGeom prst="rect">
                <a:avLst/>
              </a:prstGeom>
              <a:solidFill>
                <a:srgbClr val="E8EEF8"/>
              </a:solidFill>
              <a:ln>
                <a:noFill/>
              </a:ln>
            </p:spPr>
          </p:sp>
          <p:sp>
            <p:nvSpPr>
              <p:cNvPr id="26" name="node01.item-004.label"/>
              <p:cNvSpPr/>
              <p:nvPr/>
            </p:nvSpPr>
            <p:spPr>
              <a:xfrm>
                <a:off x="9105900" y="2209800"/>
                <a:ext cx="2209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MEDIUM IMPACT</a:t>
                </a:r>
                <a:endParaRPr lang="en-US" sz="900" spc="54" kern="0" b="0" i="0" dirty="0">
                  <a:solidFill>
                    <a:srgbClr val="0047FF"/>
                  </a:solidFill>
                  <a:latin typeface="IBM Plex Mono Medium"/>
                  <a:ea typeface="IBM Plex Mono Medium"/>
                  <a:cs typeface="IBM Plex Mono Medium"/>
                </a:endParaRPr>
              </a:p>
            </p:txBody>
          </p:sp>
          <p:sp>
            <p:nvSpPr>
              <p:cNvPr id="27" name="node01.item-004.number"/>
              <p:cNvSpPr/>
              <p:nvPr/>
            </p:nvSpPr>
            <p:spPr>
              <a:xfrm>
                <a:off x="9105900" y="24003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04</a:t>
                </a:r>
                <a:endParaRPr lang="en-US" sz="1800" spc="0" kern="0" b="0" i="0" dirty="0">
                  <a:solidFill>
                    <a:srgbClr val="0047FF"/>
                  </a:solidFill>
                  <a:latin typeface="IBM Plex Mono SemiBold"/>
                  <a:ea typeface="IBM Plex Mono SemiBold"/>
                  <a:cs typeface="IBM Plex Mono SemiBold"/>
                </a:endParaRPr>
              </a:p>
            </p:txBody>
          </p:sp>
          <p:sp>
            <p:nvSpPr>
              <p:cNvPr id="28" name="node01.item-004.title"/>
              <p:cNvSpPr/>
              <p:nvPr/>
            </p:nvSpPr>
            <p:spPr>
              <a:xfrm>
                <a:off x="9505950" y="2400300"/>
                <a:ext cx="180975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047FF"/>
                    </a:solidFill>
                    <a:latin typeface="IBM Plex Sans SemiBold"/>
                    <a:ea typeface="IBM Plex Sans SemiBold"/>
                    <a:cs typeface="IBM Plex Sans SemiBold"/>
                  </a:rPr>
                  <a:t>Skills</a:t>
                </a:r>
                <a:endParaRPr lang="en-US" sz="1800" spc="-18" kern="0" b="0" i="0" dirty="0">
                  <a:solidFill>
                    <a:srgbClr val="0047FF"/>
                  </a:solidFill>
                  <a:latin typeface="IBM Plex Sans SemiBold"/>
                  <a:ea typeface="IBM Plex Sans SemiBold"/>
                  <a:cs typeface="IBM Plex Sans SemiBold"/>
                </a:endParaRPr>
              </a:p>
            </p:txBody>
          </p:sp>
          <p:sp>
            <p:nvSpPr>
              <p:cNvPr id="29" name="node01.item-004.body.item-001.paragraph"/>
              <p:cNvSpPr/>
              <p:nvPr/>
            </p:nvSpPr>
            <p:spPr>
              <a:xfrm>
                <a:off x="9105900" y="2819400"/>
                <a:ext cx="2209800" cy="685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Template building and rules-based overbooking are new skills for the team.</a:t>
                </a:r>
                <a:endParaRPr lang="en-US" sz="1200" spc="0" kern="0" b="0" i="0" dirty="0">
                  <a:solidFill>
                    <a:srgbClr val="50658E"/>
                  </a:solidFill>
                  <a:latin typeface="IBM Plex Sans"/>
                  <a:ea typeface="IBM Plex Sans"/>
                  <a:cs typeface="IBM Plex Sans"/>
                </a:endParaRPr>
              </a:p>
            </p:txBody>
          </p:sp>
          <p:sp>
            <p:nvSpPr>
              <p:cNvPr id="30" name="node01.item-004.body.item-002.paragraph"/>
              <p:cNvSpPr/>
              <p:nvPr/>
            </p:nvSpPr>
            <p:spPr>
              <a:xfrm>
                <a:off x="9105900" y="3543300"/>
                <a:ext cx="22098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Support: Eight hours of role-based training.</a:t>
                </a:r>
                <a:endParaRPr lang="en-US" sz="1200" spc="0" kern="0" b="0" i="0" dirty="0">
                  <a:solidFill>
                    <a:srgbClr val="50658E"/>
                  </a:solidFill>
                  <a:latin typeface="IBM Plex Sans"/>
                  <a:ea typeface="IBM Plex Sans"/>
                  <a:cs typeface="IBM Plex Sans"/>
                </a:endParaRPr>
              </a:p>
            </p:txBody>
          </p:sp>
        </p:grpSp>
      </p:grpSp>
      <p:grpSp>
        <p:nvGrpSpPr>
          <p:cNvPr id="40" name="node02"/>
          <p:cNvGrpSpPr/>
          <p:nvPr/>
        </p:nvGrpSpPr>
        <p:grpSpPr>
          <a:xfrm>
            <a:off x="723900" y="5029200"/>
            <a:ext cx="5257800" cy="685800"/>
            <a:chOff x="723900" y="5029200"/>
            <a:chExt cx="5257800" cy="685800"/>
          </a:xfrm>
        </p:grpSpPr>
        <p:sp>
          <p:nvSpPr>
            <p:cNvPr id="31" name="node02.container"/>
            <p:cNvSpPr/>
            <p:nvPr/>
          </p:nvSpPr>
          <p:spPr>
            <a:xfrm>
              <a:off x="730250" y="5035550"/>
              <a:ext cx="5245100" cy="673100"/>
            </a:xfrm>
            <a:prstGeom prst="rect">
              <a:avLst/>
            </a:prstGeom>
            <a:solidFill>
              <a:srgbClr val="FFFFFF"/>
            </a:solidFill>
            <a:ln w="12700">
              <a:solidFill>
                <a:srgbClr val="CED7E6"/>
              </a:solidFill>
              <a:prstDash val="solid"/>
            </a:ln>
          </p:spPr>
        </p:sp>
        <p:sp>
          <p:nvSpPr>
            <p:cNvPr id="32" name="node02.title"/>
            <p:cNvSpPr/>
            <p:nvPr/>
          </p:nvSpPr>
          <p:spPr>
            <a:xfrm>
              <a:off x="876300" y="5181600"/>
              <a:ext cx="49530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Scale: 142 schedulers, nine sites</a:t>
              </a:r>
              <a:endParaRPr lang="en-US" sz="1800" spc="-18" kern="0" b="0" i="0" dirty="0">
                <a:solidFill>
                  <a:srgbClr val="070154"/>
                </a:solidFill>
                <a:latin typeface="IBM Plex Sans SemiBold"/>
                <a:ea typeface="IBM Plex Sans SemiBold"/>
                <a:cs typeface="IBM Plex Sans SemiBold"/>
              </a:endParaRPr>
            </a:p>
          </p:txBody>
        </p:sp>
      </p:grpSp>
      <p:grpSp>
        <p:nvGrpSpPr>
          <p:cNvPr id="41" name="node03"/>
          <p:cNvGrpSpPr/>
          <p:nvPr/>
        </p:nvGrpSpPr>
        <p:grpSpPr>
          <a:xfrm>
            <a:off x="6210300" y="5029200"/>
            <a:ext cx="5257800" cy="685800"/>
            <a:chOff x="6210300" y="5029200"/>
            <a:chExt cx="5257800" cy="685800"/>
          </a:xfrm>
        </p:grpSpPr>
        <p:sp>
          <p:nvSpPr>
            <p:cNvPr id="33" name="node03.container"/>
            <p:cNvSpPr/>
            <p:nvPr/>
          </p:nvSpPr>
          <p:spPr>
            <a:xfrm>
              <a:off x="6216650" y="5035550"/>
              <a:ext cx="5245100" cy="673100"/>
            </a:xfrm>
            <a:prstGeom prst="rect">
              <a:avLst/>
            </a:prstGeom>
            <a:solidFill>
              <a:srgbClr val="FFFFFF"/>
            </a:solidFill>
            <a:ln w="12700">
              <a:solidFill>
                <a:srgbClr val="CED7E6"/>
              </a:solidFill>
              <a:prstDash val="solid"/>
            </a:ln>
          </p:spPr>
        </p:sp>
        <p:sp>
          <p:nvSpPr>
            <p:cNvPr id="34" name="node03.title"/>
            <p:cNvSpPr/>
            <p:nvPr/>
          </p:nvSpPr>
          <p:spPr>
            <a:xfrm>
              <a:off x="6362700" y="5181600"/>
              <a:ext cx="49530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Limit: 61 work part time</a:t>
              </a:r>
              <a:endParaRPr lang="en-US" sz="1800" spc="-18" kern="0" b="0" i="0" dirty="0">
                <a:solidFill>
                  <a:srgbClr val="070154"/>
                </a:solidFill>
                <a:latin typeface="IBM Plex Sans SemiBold"/>
                <a:ea typeface="IBM Plex Sans SemiBold"/>
                <a:cs typeface="IBM Plex Sans SemiBold"/>
              </a:endParaRPr>
            </a:p>
          </p:txBody>
        </p:sp>
      </p:gr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ource-224">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INVESTMENT AND VALUE</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Each month of delay gives up $217K of value</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Sample figures for layout only; replace with current program data before use.</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60</a:t>
            </a:fld>
            <a:endParaRPr lang="en-US" sz="700" spc="0" kern="0" b="0" i="0" dirty="0">
              <a:solidFill>
                <a:srgbClr val="070154"/>
              </a:solidFill>
              <a:latin typeface="IBM Plex Mono SemiBold"/>
              <a:ea typeface="IBM Plex Mono SemiBold"/>
              <a:cs typeface="IBM Plex Mono SemiBold"/>
            </a:endParaRPr>
          </a:p>
        </p:txBody>
      </p:sp>
      <p:grpSp>
        <p:nvGrpSpPr>
          <p:cNvPr id="26" name="node01"/>
          <p:cNvGrpSpPr/>
          <p:nvPr/>
        </p:nvGrpSpPr>
        <p:grpSpPr>
          <a:xfrm>
            <a:off x="723900" y="1600200"/>
            <a:ext cx="3429000" cy="152400"/>
            <a:chOff x="723900" y="1600200"/>
            <a:chExt cx="3429000" cy="152400"/>
          </a:xfrm>
        </p:grpSpPr>
        <p:sp>
          <p:nvSpPr>
            <p:cNvPr id="7" name="node01.text"/>
            <p:cNvSpPr/>
            <p:nvPr/>
          </p:nvSpPr>
          <p:spPr>
            <a:xfrm>
              <a:off x="723900" y="1600200"/>
              <a:ext cx="3429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VALUE FORGONE EACH MONTH</a:t>
              </a:r>
              <a:endParaRPr lang="en-US" sz="900" spc="54" kern="0" b="0" i="0" dirty="0">
                <a:solidFill>
                  <a:srgbClr val="50658E"/>
                </a:solidFill>
                <a:latin typeface="IBM Plex Mono Medium"/>
                <a:ea typeface="IBM Plex Mono Medium"/>
                <a:cs typeface="IBM Plex Mono Medium"/>
              </a:endParaRPr>
            </a:p>
          </p:txBody>
        </p:sp>
      </p:grpSp>
      <p:grpSp>
        <p:nvGrpSpPr>
          <p:cNvPr id="27" name="node02"/>
          <p:cNvGrpSpPr/>
          <p:nvPr/>
        </p:nvGrpSpPr>
        <p:grpSpPr>
          <a:xfrm>
            <a:off x="723900" y="1905000"/>
            <a:ext cx="3429000" cy="611950"/>
            <a:chOff x="723900" y="1905000"/>
            <a:chExt cx="3429000" cy="611950"/>
          </a:xfrm>
        </p:grpSpPr>
        <p:sp>
          <p:nvSpPr>
            <p:cNvPr id="8" name="node02.text"/>
            <p:cNvSpPr/>
            <p:nvPr/>
          </p:nvSpPr>
          <p:spPr>
            <a:xfrm>
              <a:off x="723900" y="1905000"/>
              <a:ext cx="3429000" cy="611950"/>
            </a:xfrm>
            <a:prstGeom prst="rect">
              <a:avLst/>
            </a:prstGeom>
            <a:noFill/>
            <a:ln/>
          </p:spPr>
          <p:txBody>
            <a:bodyPr wrap="square" lIns="0" tIns="0" rIns="0" bIns="0" rtlCol="0" anchor="t"/>
            <a:lstStyle/>
            <a:p>
              <a:pPr algn="l" indent="0" marL="0">
                <a:lnSpc>
                  <a:spcPts val="4800"/>
                </a:lnSpc>
                <a:buNone/>
              </a:pPr>
              <a:r>
                <a:rPr lang="en-US" sz="4800" spc="-96" kern="0" b="0" i="0" dirty="0">
                  <a:solidFill>
                    <a:srgbClr val="070154"/>
                  </a:solidFill>
                  <a:latin typeface="IBM Plex Mono SemiBold"/>
                  <a:ea typeface="IBM Plex Mono SemiBold"/>
                  <a:cs typeface="IBM Plex Mono SemiBold"/>
                </a:rPr>
                <a:t>$217K</a:t>
              </a:r>
              <a:endParaRPr lang="en-US" sz="4800" spc="-96" kern="0" b="0" i="0" dirty="0">
                <a:solidFill>
                  <a:srgbClr val="070154"/>
                </a:solidFill>
                <a:latin typeface="IBM Plex Mono SemiBold"/>
                <a:ea typeface="IBM Plex Mono SemiBold"/>
                <a:cs typeface="IBM Plex Mono SemiBold"/>
              </a:endParaRPr>
            </a:p>
          </p:txBody>
        </p:sp>
      </p:grpSp>
      <p:grpSp>
        <p:nvGrpSpPr>
          <p:cNvPr id="28" name="node03"/>
          <p:cNvGrpSpPr/>
          <p:nvPr/>
        </p:nvGrpSpPr>
        <p:grpSpPr>
          <a:xfrm>
            <a:off x="723900" y="2743200"/>
            <a:ext cx="3429000" cy="266700"/>
            <a:chOff x="723900" y="2743200"/>
            <a:chExt cx="3429000" cy="266700"/>
          </a:xfrm>
        </p:grpSpPr>
        <p:sp>
          <p:nvSpPr>
            <p:cNvPr id="9" name="node03.text"/>
            <p:cNvSpPr/>
            <p:nvPr/>
          </p:nvSpPr>
          <p:spPr>
            <a:xfrm>
              <a:off x="723900" y="2743200"/>
              <a:ext cx="34290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$2.6M a year, divided by 12</a:t>
              </a:r>
              <a:endParaRPr lang="en-US" sz="1400" spc="0" kern="0" b="0" i="0" dirty="0">
                <a:solidFill>
                  <a:srgbClr val="50658E"/>
                </a:solidFill>
                <a:latin typeface="IBM Plex Sans"/>
                <a:ea typeface="IBM Plex Sans"/>
                <a:cs typeface="IBM Plex Sans"/>
              </a:endParaRPr>
            </a:p>
          </p:txBody>
        </p:sp>
      </p:grpSp>
      <p:sp>
        <p:nvSpPr>
          <p:cNvPr id="10" name="node04"/>
          <p:cNvSpPr/>
          <p:nvPr/>
        </p:nvSpPr>
        <p:spPr>
          <a:xfrm>
            <a:off x="723900" y="3429000"/>
            <a:ext cx="3429000" cy="9525"/>
          </a:xfrm>
          <a:prstGeom prst="rect">
            <a:avLst/>
          </a:prstGeom>
          <a:solidFill>
            <a:srgbClr val="CED7E6"/>
          </a:solidFill>
          <a:ln>
            <a:noFill/>
          </a:ln>
        </p:spPr>
      </p:sp>
      <p:grpSp>
        <p:nvGrpSpPr>
          <p:cNvPr id="29" name="node05"/>
          <p:cNvGrpSpPr/>
          <p:nvPr/>
        </p:nvGrpSpPr>
        <p:grpSpPr>
          <a:xfrm>
            <a:off x="723900" y="3581400"/>
            <a:ext cx="1828800" cy="228600"/>
            <a:chOff x="723900" y="3581400"/>
            <a:chExt cx="1828800" cy="228600"/>
          </a:xfrm>
        </p:grpSpPr>
        <p:sp>
          <p:nvSpPr>
            <p:cNvPr id="11" name="node05.text"/>
            <p:cNvSpPr/>
            <p:nvPr/>
          </p:nvSpPr>
          <p:spPr>
            <a:xfrm>
              <a:off x="723900" y="3581400"/>
              <a:ext cx="1828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Six-month delay costs</a:t>
              </a:r>
              <a:endParaRPr lang="en-US" sz="1200" spc="0" kern="0" b="0" i="0" dirty="0">
                <a:solidFill>
                  <a:srgbClr val="50658E"/>
                </a:solidFill>
                <a:latin typeface="IBM Plex Sans"/>
                <a:ea typeface="IBM Plex Sans"/>
                <a:cs typeface="IBM Plex Sans"/>
              </a:endParaRPr>
            </a:p>
          </p:txBody>
        </p:sp>
      </p:grpSp>
      <p:grpSp>
        <p:nvGrpSpPr>
          <p:cNvPr id="30" name="node06"/>
          <p:cNvGrpSpPr/>
          <p:nvPr/>
        </p:nvGrpSpPr>
        <p:grpSpPr>
          <a:xfrm>
            <a:off x="2552700" y="3543300"/>
            <a:ext cx="1600200" cy="304800"/>
            <a:chOff x="2552700" y="3543300"/>
            <a:chExt cx="1600200" cy="304800"/>
          </a:xfrm>
        </p:grpSpPr>
        <p:sp>
          <p:nvSpPr>
            <p:cNvPr id="12" name="node06.text"/>
            <p:cNvSpPr/>
            <p:nvPr/>
          </p:nvSpPr>
          <p:spPr>
            <a:xfrm>
              <a:off x="2552700" y="3543300"/>
              <a:ext cx="16002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$1.3M</a:t>
              </a:r>
              <a:endParaRPr lang="en-US" sz="1800" spc="-18" kern="0" b="0" i="0" dirty="0">
                <a:solidFill>
                  <a:srgbClr val="070154"/>
                </a:solidFill>
                <a:latin typeface="IBM Plex Sans SemiBold"/>
                <a:ea typeface="IBM Plex Sans SemiBold"/>
                <a:cs typeface="IBM Plex Sans SemiBold"/>
              </a:endParaRPr>
            </a:p>
          </p:txBody>
        </p:sp>
      </p:grpSp>
      <p:sp>
        <p:nvSpPr>
          <p:cNvPr id="13" name="node07"/>
          <p:cNvSpPr/>
          <p:nvPr/>
        </p:nvSpPr>
        <p:spPr>
          <a:xfrm>
            <a:off x="723900" y="4114800"/>
            <a:ext cx="3429000" cy="9525"/>
          </a:xfrm>
          <a:prstGeom prst="rect">
            <a:avLst/>
          </a:prstGeom>
          <a:solidFill>
            <a:srgbClr val="CED7E6"/>
          </a:solidFill>
          <a:ln>
            <a:noFill/>
          </a:ln>
        </p:spPr>
      </p:sp>
      <p:grpSp>
        <p:nvGrpSpPr>
          <p:cNvPr id="31" name="node08"/>
          <p:cNvGrpSpPr/>
          <p:nvPr/>
        </p:nvGrpSpPr>
        <p:grpSpPr>
          <a:xfrm>
            <a:off x="723900" y="4267200"/>
            <a:ext cx="1828800" cy="228600"/>
            <a:chOff x="723900" y="4267200"/>
            <a:chExt cx="1828800" cy="228600"/>
          </a:xfrm>
        </p:grpSpPr>
        <p:sp>
          <p:nvSpPr>
            <p:cNvPr id="14" name="node08.text"/>
            <p:cNvSpPr/>
            <p:nvPr/>
          </p:nvSpPr>
          <p:spPr>
            <a:xfrm>
              <a:off x="723900" y="4267200"/>
              <a:ext cx="1828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Payback moves to</a:t>
              </a:r>
              <a:endParaRPr lang="en-US" sz="1200" spc="0" kern="0" b="0" i="0" dirty="0">
                <a:solidFill>
                  <a:srgbClr val="50658E"/>
                </a:solidFill>
                <a:latin typeface="IBM Plex Sans"/>
                <a:ea typeface="IBM Plex Sans"/>
                <a:cs typeface="IBM Plex Sans"/>
              </a:endParaRPr>
            </a:p>
          </p:txBody>
        </p:sp>
      </p:grpSp>
      <p:grpSp>
        <p:nvGrpSpPr>
          <p:cNvPr id="32" name="node09"/>
          <p:cNvGrpSpPr/>
          <p:nvPr/>
        </p:nvGrpSpPr>
        <p:grpSpPr>
          <a:xfrm>
            <a:off x="2552700" y="4229100"/>
            <a:ext cx="1600200" cy="304800"/>
            <a:chOff x="2552700" y="4229100"/>
            <a:chExt cx="1600200" cy="304800"/>
          </a:xfrm>
        </p:grpSpPr>
        <p:sp>
          <p:nvSpPr>
            <p:cNvPr id="15" name="node09.text"/>
            <p:cNvSpPr/>
            <p:nvPr/>
          </p:nvSpPr>
          <p:spPr>
            <a:xfrm>
              <a:off x="2552700" y="4229100"/>
              <a:ext cx="16002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month 37</a:t>
              </a:r>
              <a:endParaRPr lang="en-US" sz="1800" spc="-18" kern="0" b="0" i="0" dirty="0">
                <a:solidFill>
                  <a:srgbClr val="070154"/>
                </a:solidFill>
                <a:latin typeface="IBM Plex Sans SemiBold"/>
                <a:ea typeface="IBM Plex Sans SemiBold"/>
                <a:cs typeface="IBM Plex Sans SemiBold"/>
              </a:endParaRPr>
            </a:p>
          </p:txBody>
        </p:sp>
      </p:grpSp>
      <p:sp>
        <p:nvSpPr>
          <p:cNvPr id="16" name="node10"/>
          <p:cNvSpPr/>
          <p:nvPr/>
        </p:nvSpPr>
        <p:spPr>
          <a:xfrm>
            <a:off x="723900" y="4800600"/>
            <a:ext cx="3429000" cy="9525"/>
          </a:xfrm>
          <a:prstGeom prst="rect">
            <a:avLst/>
          </a:prstGeom>
          <a:solidFill>
            <a:srgbClr val="CED7E6"/>
          </a:solidFill>
          <a:ln>
            <a:noFill/>
          </a:ln>
        </p:spPr>
      </p:sp>
      <p:grpSp>
        <p:nvGrpSpPr>
          <p:cNvPr id="33" name="node11"/>
          <p:cNvGrpSpPr/>
          <p:nvPr/>
        </p:nvGrpSpPr>
        <p:grpSpPr>
          <a:xfrm>
            <a:off x="723900" y="4953000"/>
            <a:ext cx="1828800" cy="228600"/>
            <a:chOff x="723900" y="4953000"/>
            <a:chExt cx="1828800" cy="228600"/>
          </a:xfrm>
        </p:grpSpPr>
        <p:sp>
          <p:nvSpPr>
            <p:cNvPr id="17" name="node11.text"/>
            <p:cNvSpPr/>
            <p:nvPr/>
          </p:nvSpPr>
          <p:spPr>
            <a:xfrm>
              <a:off x="723900" y="4953000"/>
              <a:ext cx="1828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A year of delay costs</a:t>
              </a:r>
              <a:endParaRPr lang="en-US" sz="1200" spc="0" kern="0" b="0" i="0" dirty="0">
                <a:solidFill>
                  <a:srgbClr val="50658E"/>
                </a:solidFill>
                <a:latin typeface="IBM Plex Sans"/>
                <a:ea typeface="IBM Plex Sans"/>
                <a:cs typeface="IBM Plex Sans"/>
              </a:endParaRPr>
            </a:p>
          </p:txBody>
        </p:sp>
      </p:grpSp>
      <p:grpSp>
        <p:nvGrpSpPr>
          <p:cNvPr id="34" name="node12"/>
          <p:cNvGrpSpPr/>
          <p:nvPr/>
        </p:nvGrpSpPr>
        <p:grpSpPr>
          <a:xfrm>
            <a:off x="2552700" y="4914900"/>
            <a:ext cx="1600200" cy="304800"/>
            <a:chOff x="2552700" y="4914900"/>
            <a:chExt cx="1600200" cy="304800"/>
          </a:xfrm>
        </p:grpSpPr>
        <p:sp>
          <p:nvSpPr>
            <p:cNvPr id="18" name="node12.text"/>
            <p:cNvSpPr/>
            <p:nvPr/>
          </p:nvSpPr>
          <p:spPr>
            <a:xfrm>
              <a:off x="2552700" y="4914900"/>
              <a:ext cx="16002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$2.6M</a:t>
              </a:r>
              <a:endParaRPr lang="en-US" sz="1800" spc="-18" kern="0" b="0" i="0" dirty="0">
                <a:solidFill>
                  <a:srgbClr val="070154"/>
                </a:solidFill>
                <a:latin typeface="IBM Plex Sans SemiBold"/>
                <a:ea typeface="IBM Plex Sans SemiBold"/>
                <a:cs typeface="IBM Plex Sans SemiBold"/>
              </a:endParaRPr>
            </a:p>
          </p:txBody>
        </p:sp>
      </p:grpSp>
      <p:grpSp>
        <p:nvGrpSpPr>
          <p:cNvPr id="35" name="node13"/>
          <p:cNvGrpSpPr/>
          <p:nvPr/>
        </p:nvGrpSpPr>
        <p:grpSpPr>
          <a:xfrm>
            <a:off x="4381500" y="1600200"/>
            <a:ext cx="7086600" cy="3200400"/>
            <a:chOff x="4381500" y="1600200"/>
            <a:chExt cx="7086600" cy="3200400"/>
          </a:xfrm>
        </p:grpSpPr>
        <p:sp>
          <p:nvSpPr>
            <p:cNvPr id="19" name="node13.title"/>
            <p:cNvSpPr/>
            <p:nvPr/>
          </p:nvSpPr>
          <p:spPr>
            <a:xfrm>
              <a:off x="4381500" y="1600200"/>
              <a:ext cx="70866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Avoidable cost if nothing changes</a:t>
              </a:r>
              <a:endParaRPr lang="en-US" sz="1800" spc="-18" kern="0" b="0" i="0" dirty="0">
                <a:solidFill>
                  <a:srgbClr val="070154"/>
                </a:solidFill>
                <a:latin typeface="IBM Plex Sans SemiBold"/>
                <a:ea typeface="IBM Plex Sans SemiBold"/>
                <a:cs typeface="IBM Plex Sans SemiBold"/>
              </a:endParaRPr>
            </a:p>
          </p:txBody>
        </p:sp>
        <p:sp>
          <p:nvSpPr>
            <p:cNvPr id="20" name="node13.units"/>
            <p:cNvSpPr/>
            <p:nvPr/>
          </p:nvSpPr>
          <p:spPr>
            <a:xfrm>
              <a:off x="4381500" y="1905000"/>
              <a:ext cx="7086600" cy="190500"/>
            </a:xfrm>
            <a:prstGeom prst="rect">
              <a:avLst/>
            </a:prstGeom>
            <a:noFill/>
            <a:ln/>
          </p:spPr>
          <p:txBody>
            <a:bodyPr wrap="square" lIns="0" tIns="0" rIns="0" bIns="0" rtlCol="0" anchor="t"/>
            <a:lstStyle/>
            <a:p>
              <a:pPr algn="l" indent="0" marL="0">
                <a:lnSpc>
                  <a:spcPts val="1200"/>
                </a:lnSpc>
                <a:buNone/>
              </a:pPr>
              <a:r>
                <a:rPr lang="en-US" sz="900" spc="60" kern="0" b="0" i="0" dirty="0">
                  <a:solidFill>
                    <a:srgbClr val="50658E"/>
                  </a:solidFill>
                  <a:latin typeface="IBM Plex Mono Medium"/>
                  <a:ea typeface="IBM Plex Mono Medium"/>
                  <a:cs typeface="IBM Plex Mono Medium"/>
                </a:rPr>
                <a:t>$M A YEAR</a:t>
              </a:r>
              <a:endParaRPr lang="en-US" sz="900" spc="60" kern="0" b="0" i="0" dirty="0">
                <a:solidFill>
                  <a:srgbClr val="50658E"/>
                </a:solidFill>
                <a:latin typeface="IBM Plex Mono Medium"/>
                <a:ea typeface="IBM Plex Mono Medium"/>
                <a:cs typeface="IBM Plex Mono Medium"/>
              </a:endParaRPr>
            </a:p>
          </p:txBody>
        </p:sp>
        <p:graphicFrame>
          <p:nvGraphicFramePr>
            <p:cNvPr id="21" name="node13.native" descr=""/>
            <p:cNvGraphicFramePr/>
            <p:nvPr/>
          </p:nvGraphicFramePr>
          <p:xfrm>
            <a:off x="4381500" y="2209800"/>
            <a:ext cx="7086600" cy="2590800"/>
          </p:xfrm>
          <a:graphic xmlns:a="http://schemas.openxmlformats.org/drawingml/2006/main">
            <a:graphicData uri="http://schemas.openxmlformats.org/drawingml/2006/chart">
              <c:chart xmlns:c="http://schemas.openxmlformats.org/drawingml/2006/chart" r:id="rId1"/>
            </a:graphicData>
          </a:graphic>
        </p:graphicFrame>
      </p:grpSp>
      <p:grpSp>
        <p:nvGrpSpPr>
          <p:cNvPr id="36" name="node14"/>
          <p:cNvGrpSpPr/>
          <p:nvPr/>
        </p:nvGrpSpPr>
        <p:grpSpPr>
          <a:xfrm>
            <a:off x="4381500" y="5029200"/>
            <a:ext cx="7086600" cy="495300"/>
            <a:chOff x="4381500" y="5029200"/>
            <a:chExt cx="7086600" cy="495300"/>
          </a:xfrm>
        </p:grpSpPr>
        <p:sp>
          <p:nvSpPr>
            <p:cNvPr id="22" name="node14.source-001.bullet"/>
            <p:cNvSpPr/>
            <p:nvPr/>
          </p:nvSpPr>
          <p:spPr>
            <a:xfrm>
              <a:off x="4381500" y="5118100"/>
              <a:ext cx="38100" cy="38100"/>
            </a:xfrm>
            <a:prstGeom prst="rect">
              <a:avLst/>
            </a:prstGeom>
            <a:solidFill>
              <a:srgbClr val="070154"/>
            </a:solidFill>
            <a:ln>
              <a:noFill/>
            </a:ln>
          </p:spPr>
        </p:sp>
        <p:sp>
          <p:nvSpPr>
            <p:cNvPr id="23" name="node14.source-001.text"/>
            <p:cNvSpPr/>
            <p:nvPr/>
          </p:nvSpPr>
          <p:spPr>
            <a:xfrm>
              <a:off x="4533900" y="5029200"/>
              <a:ext cx="6934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Manual close hours grow 6% a year with volume</a:t>
              </a:r>
              <a:endParaRPr lang="en-US" sz="1200" spc="0" kern="0" b="0" i="0" dirty="0">
                <a:solidFill>
                  <a:srgbClr val="070154"/>
                </a:solidFill>
                <a:latin typeface="IBM Plex Sans"/>
                <a:ea typeface="IBM Plex Sans"/>
                <a:cs typeface="IBM Plex Sans"/>
              </a:endParaRPr>
            </a:p>
          </p:txBody>
        </p:sp>
        <p:sp>
          <p:nvSpPr>
            <p:cNvPr id="24" name="node14.source-002.bullet"/>
            <p:cNvSpPr/>
            <p:nvPr/>
          </p:nvSpPr>
          <p:spPr>
            <a:xfrm>
              <a:off x="4381500" y="5384800"/>
              <a:ext cx="38100" cy="38100"/>
            </a:xfrm>
            <a:prstGeom prst="rect">
              <a:avLst/>
            </a:prstGeom>
            <a:solidFill>
              <a:srgbClr val="070154"/>
            </a:solidFill>
            <a:ln>
              <a:noFill/>
            </a:ln>
          </p:spPr>
        </p:sp>
        <p:sp>
          <p:nvSpPr>
            <p:cNvPr id="25" name="node14.source-002.text"/>
            <p:cNvSpPr/>
            <p:nvPr/>
          </p:nvSpPr>
          <p:spPr>
            <a:xfrm>
              <a:off x="4533900" y="5295900"/>
              <a:ext cx="6934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Denied claims keep writing off 9.1% of billed revenue</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ource-227">
    <p:spTree>
      <p:nvGrpSpPr>
        <p:cNvPr id="1" name=""/>
        <p:cNvGrpSpPr/>
        <p:nvPr/>
      </p:nvGrpSpPr>
      <p:grpSpPr>
        <a:xfrm>
          <a:off x="0" y="0"/>
          <a:ext cx="0" cy="0"/>
          <a:chOff x="0" y="0"/>
          <a:chExt cx="0" cy="0"/>
        </a:xfrm>
      </p:grpSpPr>
      <p:sp>
        <p:nvSpPr>
          <p:cNvPr id="3" name="eyebrow"/>
          <p:cNvSpPr/>
          <p:nvPr/>
        </p:nvSpPr>
        <p:spPr>
          <a:xfrm>
            <a:off x="723900" y="457200"/>
            <a:ext cx="34290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INTELLIO ASSETS</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3429000" cy="13716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Twenty-four accelerators by segment and phase</a:t>
            </a:r>
            <a:endParaRPr lang="en-US" sz="2400" spc="-36"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61</a:t>
            </a:fld>
            <a:endParaRPr lang="en-US" sz="700" spc="0" kern="0" b="0" i="0" dirty="0">
              <a:solidFill>
                <a:srgbClr val="070154"/>
              </a:solidFill>
              <a:latin typeface="IBM Plex Mono SemiBold"/>
              <a:ea typeface="IBM Plex Mono SemiBold"/>
              <a:cs typeface="IBM Plex Mono SemiBold"/>
            </a:endParaRPr>
          </a:p>
        </p:txBody>
      </p:sp>
      <p:grpSp>
        <p:nvGrpSpPr>
          <p:cNvPr id="80" name="node01"/>
          <p:cNvGrpSpPr/>
          <p:nvPr/>
        </p:nvGrpSpPr>
        <p:grpSpPr>
          <a:xfrm>
            <a:off x="723900" y="2286000"/>
            <a:ext cx="3429000" cy="800100"/>
            <a:chOff x="723900" y="2286000"/>
            <a:chExt cx="3429000" cy="800100"/>
          </a:xfrm>
        </p:grpSpPr>
        <p:sp>
          <p:nvSpPr>
            <p:cNvPr id="6" name="node01.text"/>
            <p:cNvSpPr/>
            <p:nvPr/>
          </p:nvSpPr>
          <p:spPr>
            <a:xfrm>
              <a:off x="723900" y="2286000"/>
              <a:ext cx="3429000" cy="8001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Read down a column to follow one phase through the PDLC, or across a row to see everything available in a segment.</a:t>
              </a:r>
              <a:endParaRPr lang="en-US" sz="1400" spc="0" kern="0" b="0" i="0" dirty="0">
                <a:solidFill>
                  <a:srgbClr val="50658E"/>
                </a:solidFill>
                <a:latin typeface="IBM Plex Sans"/>
                <a:ea typeface="IBM Plex Sans"/>
                <a:cs typeface="IBM Plex Sans"/>
              </a:endParaRPr>
            </a:p>
          </p:txBody>
        </p:sp>
      </p:grpSp>
      <p:grpSp>
        <p:nvGrpSpPr>
          <p:cNvPr id="81" name="node02"/>
          <p:cNvGrpSpPr/>
          <p:nvPr/>
        </p:nvGrpSpPr>
        <p:grpSpPr>
          <a:xfrm>
            <a:off x="723900" y="3657600"/>
            <a:ext cx="3429000" cy="1828800"/>
            <a:chOff x="723900" y="3657600"/>
            <a:chExt cx="3429000" cy="1828800"/>
          </a:xfrm>
        </p:grpSpPr>
        <p:sp>
          <p:nvSpPr>
            <p:cNvPr id="7" name="node02.container"/>
            <p:cNvSpPr/>
            <p:nvPr/>
          </p:nvSpPr>
          <p:spPr>
            <a:xfrm>
              <a:off x="723900" y="3657600"/>
              <a:ext cx="3429000" cy="1828800"/>
            </a:xfrm>
            <a:prstGeom prst="rect">
              <a:avLst/>
            </a:prstGeom>
            <a:solidFill>
              <a:srgbClr val="E8EEF8"/>
            </a:solidFill>
            <a:ln>
              <a:noFill/>
            </a:ln>
          </p:spPr>
        </p:sp>
        <p:sp>
          <p:nvSpPr>
            <p:cNvPr id="8" name="node02.edge"/>
            <p:cNvSpPr/>
            <p:nvPr/>
          </p:nvSpPr>
          <p:spPr>
            <a:xfrm>
              <a:off x="723900" y="3657600"/>
              <a:ext cx="38100" cy="1828800"/>
            </a:xfrm>
            <a:prstGeom prst="rect">
              <a:avLst/>
            </a:prstGeom>
            <a:solidFill>
              <a:srgbClr val="070154"/>
            </a:solidFill>
            <a:ln>
              <a:noFill/>
            </a:ln>
          </p:spPr>
        </p:sp>
        <p:sp>
          <p:nvSpPr>
            <p:cNvPr id="9" name="node02.label"/>
            <p:cNvSpPr/>
            <p:nvPr/>
          </p:nvSpPr>
          <p:spPr>
            <a:xfrm>
              <a:off x="914400" y="3810000"/>
              <a:ext cx="30861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HOW TO USE</a:t>
              </a:r>
              <a:endParaRPr lang="en-US" sz="900" spc="54" kern="0" b="0" i="0" dirty="0">
                <a:solidFill>
                  <a:srgbClr val="0047FF"/>
                </a:solidFill>
                <a:latin typeface="IBM Plex Mono Medium"/>
                <a:ea typeface="IBM Plex Mono Medium"/>
                <a:cs typeface="IBM Plex Mono Medium"/>
              </a:endParaRPr>
            </a:p>
          </p:txBody>
        </p:sp>
        <p:sp>
          <p:nvSpPr>
            <p:cNvPr id="10" name="node02.title"/>
            <p:cNvSpPr/>
            <p:nvPr/>
          </p:nvSpPr>
          <p:spPr>
            <a:xfrm>
              <a:off x="914400" y="4000500"/>
              <a:ext cx="30861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Two accelerators each</a:t>
              </a:r>
              <a:endParaRPr lang="en-US" sz="1800" spc="-18" kern="0" b="0" i="0" dirty="0">
                <a:solidFill>
                  <a:srgbClr val="070154"/>
                </a:solidFill>
                <a:latin typeface="IBM Plex Sans SemiBold"/>
                <a:ea typeface="IBM Plex Sans SemiBold"/>
                <a:cs typeface="IBM Plex Sans SemiBold"/>
              </a:endParaRPr>
            </a:p>
          </p:txBody>
        </p:sp>
        <p:sp>
          <p:nvSpPr>
            <p:cNvPr id="11" name="node02.body.item-001.bullets.item-001.marker"/>
            <p:cNvSpPr/>
            <p:nvPr/>
          </p:nvSpPr>
          <p:spPr>
            <a:xfrm>
              <a:off x="914400" y="4508500"/>
              <a:ext cx="38100" cy="38100"/>
            </a:xfrm>
            <a:prstGeom prst="rect">
              <a:avLst/>
            </a:prstGeom>
            <a:solidFill>
              <a:srgbClr val="070154"/>
            </a:solidFill>
            <a:ln>
              <a:noFill/>
            </a:ln>
          </p:spPr>
        </p:sp>
        <p:sp>
          <p:nvSpPr>
            <p:cNvPr id="12" name="node02.body.item-001.bullets.item-001.text"/>
            <p:cNvSpPr/>
            <p:nvPr/>
          </p:nvSpPr>
          <p:spPr>
            <a:xfrm>
              <a:off x="1066800" y="4419600"/>
              <a:ext cx="29337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Start with the first in every cell</a:t>
              </a:r>
              <a:endParaRPr lang="en-US" sz="1200" spc="0" kern="0" b="0" i="0" dirty="0">
                <a:solidFill>
                  <a:srgbClr val="070154"/>
                </a:solidFill>
                <a:latin typeface="IBM Plex Sans"/>
                <a:ea typeface="IBM Plex Sans"/>
                <a:cs typeface="IBM Plex Sans"/>
              </a:endParaRPr>
            </a:p>
          </p:txBody>
        </p:sp>
        <p:sp>
          <p:nvSpPr>
            <p:cNvPr id="13" name="node02.body.item-001.bullets.item-002.marker"/>
            <p:cNvSpPr/>
            <p:nvPr/>
          </p:nvSpPr>
          <p:spPr>
            <a:xfrm>
              <a:off x="914400" y="4775200"/>
              <a:ext cx="38100" cy="38100"/>
            </a:xfrm>
            <a:prstGeom prst="rect">
              <a:avLst/>
            </a:prstGeom>
            <a:solidFill>
              <a:srgbClr val="070154"/>
            </a:solidFill>
            <a:ln>
              <a:noFill/>
            </a:ln>
          </p:spPr>
        </p:sp>
        <p:sp>
          <p:nvSpPr>
            <p:cNvPr id="14" name="node02.body.item-001.bullets.item-002.text"/>
            <p:cNvSpPr/>
            <p:nvPr/>
          </p:nvSpPr>
          <p:spPr>
            <a:xfrm>
              <a:off x="1066800" y="4686300"/>
              <a:ext cx="29337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Add the second as scope grows</a:t>
              </a:r>
              <a:endParaRPr lang="en-US" sz="1200" spc="0" kern="0" b="0" i="0" dirty="0">
                <a:solidFill>
                  <a:srgbClr val="070154"/>
                </a:solidFill>
                <a:latin typeface="IBM Plex Sans"/>
                <a:ea typeface="IBM Plex Sans"/>
                <a:cs typeface="IBM Plex Sans"/>
              </a:endParaRPr>
            </a:p>
          </p:txBody>
        </p:sp>
        <p:sp>
          <p:nvSpPr>
            <p:cNvPr id="15" name="node02.body.item-001.bullets.item-003.marker"/>
            <p:cNvSpPr/>
            <p:nvPr/>
          </p:nvSpPr>
          <p:spPr>
            <a:xfrm>
              <a:off x="914400" y="5041900"/>
              <a:ext cx="38100" cy="38100"/>
            </a:xfrm>
            <a:prstGeom prst="rect">
              <a:avLst/>
            </a:prstGeom>
            <a:solidFill>
              <a:srgbClr val="070154"/>
            </a:solidFill>
            <a:ln>
              <a:noFill/>
            </a:ln>
          </p:spPr>
        </p:sp>
        <p:sp>
          <p:nvSpPr>
            <p:cNvPr id="16" name="node02.body.item-001.bullets.item-003.text"/>
            <p:cNvSpPr/>
            <p:nvPr/>
          </p:nvSpPr>
          <p:spPr>
            <a:xfrm>
              <a:off x="1066800" y="4953000"/>
              <a:ext cx="29337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Both ship with playbooks</a:t>
              </a:r>
              <a:endParaRPr lang="en-US" sz="1200" spc="0" kern="0" b="0" i="0" dirty="0">
                <a:solidFill>
                  <a:srgbClr val="070154"/>
                </a:solidFill>
                <a:latin typeface="IBM Plex Sans"/>
                <a:ea typeface="IBM Plex Sans"/>
                <a:cs typeface="IBM Plex Sans"/>
              </a:endParaRPr>
            </a:p>
          </p:txBody>
        </p:sp>
      </p:grpSp>
      <p:grpSp>
        <p:nvGrpSpPr>
          <p:cNvPr id="82" name="node03"/>
          <p:cNvGrpSpPr/>
          <p:nvPr/>
        </p:nvGrpSpPr>
        <p:grpSpPr>
          <a:xfrm>
            <a:off x="5524500" y="457200"/>
            <a:ext cx="1828800" cy="457200"/>
            <a:chOff x="5524500" y="457200"/>
            <a:chExt cx="1828800" cy="457200"/>
          </a:xfrm>
        </p:grpSpPr>
        <p:sp>
          <p:nvSpPr>
            <p:cNvPr id="17" name="node03.surface"/>
            <p:cNvSpPr/>
            <p:nvPr/>
          </p:nvSpPr>
          <p:spPr>
            <a:xfrm>
              <a:off x="5524500" y="457200"/>
              <a:ext cx="1828800" cy="457200"/>
            </a:xfrm>
            <a:custGeom>
              <a:avLst/>
              <a:gdLst/>
              <a:ahLst/>
              <a:cxnLst/>
              <a:rect l="l" t="t" r="r" b="b"/>
              <a:pathLst>
                <a:path w="1828800" h="457200">
                  <a:moveTo>
                    <a:pt x="0" y="0"/>
                  </a:moveTo>
                  <a:lnTo>
                    <a:pt x="1676400" y="0"/>
                  </a:lnTo>
                  <a:lnTo>
                    <a:pt x="1828800" y="228600"/>
                  </a:lnTo>
                  <a:lnTo>
                    <a:pt x="1676400" y="457200"/>
                  </a:lnTo>
                  <a:lnTo>
                    <a:pt x="0" y="457200"/>
                  </a:lnTo>
                  <a:close/>
                </a:path>
              </a:pathLst>
            </a:custGeom>
            <a:solidFill>
              <a:srgbClr val="070154"/>
            </a:solidFill>
            <a:ln>
              <a:noFill/>
            </a:ln>
          </p:spPr>
        </p:sp>
        <p:sp>
          <p:nvSpPr>
            <p:cNvPr id="18" name="node03.text"/>
            <p:cNvSpPr/>
            <p:nvPr/>
          </p:nvSpPr>
          <p:spPr>
            <a:xfrm>
              <a:off x="5676900" y="552450"/>
              <a:ext cx="14478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FFFFFF"/>
                  </a:solidFill>
                  <a:latin typeface="IBM Plex Sans"/>
                  <a:ea typeface="IBM Plex Sans"/>
                  <a:cs typeface="IBM Plex Sans"/>
                </a:rPr>
                <a:t>Rationalize</a:t>
              </a:r>
              <a:endParaRPr lang="en-US" sz="1400" spc="0" kern="0" b="0" i="0" dirty="0">
                <a:solidFill>
                  <a:srgbClr val="FFFFFF"/>
                </a:solidFill>
                <a:latin typeface="IBM Plex Sans"/>
                <a:ea typeface="IBM Plex Sans"/>
                <a:cs typeface="IBM Plex Sans"/>
              </a:endParaRPr>
            </a:p>
          </p:txBody>
        </p:sp>
      </p:grpSp>
      <p:grpSp>
        <p:nvGrpSpPr>
          <p:cNvPr id="83" name="node04"/>
          <p:cNvGrpSpPr/>
          <p:nvPr/>
        </p:nvGrpSpPr>
        <p:grpSpPr>
          <a:xfrm>
            <a:off x="7581900" y="457200"/>
            <a:ext cx="1828800" cy="457200"/>
            <a:chOff x="7581900" y="457200"/>
            <a:chExt cx="1828800" cy="457200"/>
          </a:xfrm>
        </p:grpSpPr>
        <p:sp>
          <p:nvSpPr>
            <p:cNvPr id="19" name="node04.surface"/>
            <p:cNvSpPr/>
            <p:nvPr/>
          </p:nvSpPr>
          <p:spPr>
            <a:xfrm>
              <a:off x="7581900" y="457200"/>
              <a:ext cx="1828800" cy="457200"/>
            </a:xfrm>
            <a:custGeom>
              <a:avLst/>
              <a:gdLst/>
              <a:ahLst/>
              <a:cxnLst/>
              <a:rect l="l" t="t" r="r" b="b"/>
              <a:pathLst>
                <a:path w="1828800" h="457200">
                  <a:moveTo>
                    <a:pt x="0" y="0"/>
                  </a:moveTo>
                  <a:lnTo>
                    <a:pt x="1676400" y="0"/>
                  </a:lnTo>
                  <a:lnTo>
                    <a:pt x="1828800" y="228600"/>
                  </a:lnTo>
                  <a:lnTo>
                    <a:pt x="1676400" y="457200"/>
                  </a:lnTo>
                  <a:lnTo>
                    <a:pt x="0" y="457200"/>
                  </a:lnTo>
                  <a:lnTo>
                    <a:pt x="152400" y="228600"/>
                  </a:lnTo>
                  <a:close/>
                </a:path>
              </a:pathLst>
            </a:custGeom>
            <a:solidFill>
              <a:srgbClr val="CED7E6"/>
            </a:solidFill>
            <a:ln>
              <a:noFill/>
            </a:ln>
          </p:spPr>
        </p:sp>
        <p:sp>
          <p:nvSpPr>
            <p:cNvPr id="20" name="node04.text"/>
            <p:cNvSpPr/>
            <p:nvPr/>
          </p:nvSpPr>
          <p:spPr>
            <a:xfrm>
              <a:off x="7886700" y="552450"/>
              <a:ext cx="12954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070154"/>
                  </a:solidFill>
                  <a:latin typeface="IBM Plex Sans"/>
                  <a:ea typeface="IBM Plex Sans"/>
                  <a:cs typeface="IBM Plex Sans"/>
                </a:rPr>
                <a:t>Build</a:t>
              </a:r>
              <a:endParaRPr lang="en-US" sz="1400" spc="0" kern="0" b="0" i="0" dirty="0">
                <a:solidFill>
                  <a:srgbClr val="070154"/>
                </a:solidFill>
                <a:latin typeface="IBM Plex Sans"/>
                <a:ea typeface="IBM Plex Sans"/>
                <a:cs typeface="IBM Plex Sans"/>
              </a:endParaRPr>
            </a:p>
          </p:txBody>
        </p:sp>
      </p:grpSp>
      <p:grpSp>
        <p:nvGrpSpPr>
          <p:cNvPr id="84" name="node05"/>
          <p:cNvGrpSpPr/>
          <p:nvPr/>
        </p:nvGrpSpPr>
        <p:grpSpPr>
          <a:xfrm>
            <a:off x="9639300" y="457200"/>
            <a:ext cx="1828800" cy="457200"/>
            <a:chOff x="9639300" y="457200"/>
            <a:chExt cx="1828800" cy="457200"/>
          </a:xfrm>
        </p:grpSpPr>
        <p:sp>
          <p:nvSpPr>
            <p:cNvPr id="21" name="node05.surface"/>
            <p:cNvSpPr/>
            <p:nvPr/>
          </p:nvSpPr>
          <p:spPr>
            <a:xfrm>
              <a:off x="9639300" y="457200"/>
              <a:ext cx="1828800" cy="457200"/>
            </a:xfrm>
            <a:custGeom>
              <a:avLst/>
              <a:gdLst/>
              <a:ahLst/>
              <a:cxnLst/>
              <a:rect l="l" t="t" r="r" b="b"/>
              <a:pathLst>
                <a:path w="1828800" h="457200">
                  <a:moveTo>
                    <a:pt x="0" y="0"/>
                  </a:moveTo>
                  <a:lnTo>
                    <a:pt x="1676400" y="0"/>
                  </a:lnTo>
                  <a:lnTo>
                    <a:pt x="1828800" y="228600"/>
                  </a:lnTo>
                  <a:lnTo>
                    <a:pt x="1676400" y="457200"/>
                  </a:lnTo>
                  <a:lnTo>
                    <a:pt x="0" y="457200"/>
                  </a:lnTo>
                  <a:lnTo>
                    <a:pt x="152400" y="228600"/>
                  </a:lnTo>
                  <a:close/>
                </a:path>
              </a:pathLst>
            </a:custGeom>
            <a:solidFill>
              <a:srgbClr val="E8EEF8"/>
            </a:solidFill>
            <a:ln>
              <a:noFill/>
            </a:ln>
          </p:spPr>
        </p:sp>
        <p:sp>
          <p:nvSpPr>
            <p:cNvPr id="22" name="node05.text"/>
            <p:cNvSpPr/>
            <p:nvPr/>
          </p:nvSpPr>
          <p:spPr>
            <a:xfrm>
              <a:off x="9944100" y="552450"/>
              <a:ext cx="12954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070154"/>
                  </a:solidFill>
                  <a:latin typeface="IBM Plex Sans"/>
                  <a:ea typeface="IBM Plex Sans"/>
                  <a:cs typeface="IBM Plex Sans"/>
                </a:rPr>
                <a:t>Sustain</a:t>
              </a:r>
              <a:endParaRPr lang="en-US" sz="1400" spc="0" kern="0" b="0" i="0" dirty="0">
                <a:solidFill>
                  <a:srgbClr val="070154"/>
                </a:solidFill>
                <a:latin typeface="IBM Plex Sans"/>
                <a:ea typeface="IBM Plex Sans"/>
                <a:cs typeface="IBM Plex Sans"/>
              </a:endParaRPr>
            </a:p>
          </p:txBody>
        </p:sp>
      </p:grpSp>
      <p:grpSp>
        <p:nvGrpSpPr>
          <p:cNvPr id="85" name="node06"/>
          <p:cNvGrpSpPr/>
          <p:nvPr/>
        </p:nvGrpSpPr>
        <p:grpSpPr>
          <a:xfrm>
            <a:off x="4381500" y="1143000"/>
            <a:ext cx="914400" cy="838200"/>
            <a:chOff x="4381500" y="1143000"/>
            <a:chExt cx="914400" cy="838200"/>
          </a:xfrm>
        </p:grpSpPr>
        <p:sp>
          <p:nvSpPr>
            <p:cNvPr id="23" name="node06.surface"/>
            <p:cNvSpPr/>
            <p:nvPr/>
          </p:nvSpPr>
          <p:spPr>
            <a:xfrm>
              <a:off x="4381500" y="1143000"/>
              <a:ext cx="914400" cy="838200"/>
            </a:xfrm>
            <a:prstGeom prst="rect">
              <a:avLst/>
            </a:prstGeom>
            <a:solidFill>
              <a:srgbClr val="05013F"/>
            </a:solidFill>
            <a:ln>
              <a:noFill/>
            </a:ln>
          </p:spPr>
        </p:sp>
        <p:sp>
          <p:nvSpPr>
            <p:cNvPr id="24" name="node06.text"/>
            <p:cNvSpPr/>
            <p:nvPr/>
          </p:nvSpPr>
          <p:spPr>
            <a:xfrm>
              <a:off x="4457700" y="1447800"/>
              <a:ext cx="7620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Identify</a:t>
              </a:r>
              <a:endParaRPr lang="en-US" sz="1200" spc="0" kern="0" b="0" i="0" dirty="0">
                <a:solidFill>
                  <a:srgbClr val="FFFFFF"/>
                </a:solidFill>
                <a:latin typeface="IBM Plex Sans"/>
                <a:ea typeface="IBM Plex Sans"/>
                <a:cs typeface="IBM Plex Sans"/>
              </a:endParaRPr>
            </a:p>
          </p:txBody>
        </p:sp>
      </p:grpSp>
      <p:grpSp>
        <p:nvGrpSpPr>
          <p:cNvPr id="86" name="node07"/>
          <p:cNvGrpSpPr/>
          <p:nvPr/>
        </p:nvGrpSpPr>
        <p:grpSpPr>
          <a:xfrm>
            <a:off x="5524500" y="1143000"/>
            <a:ext cx="1828800" cy="381000"/>
            <a:chOff x="5524500" y="1143000"/>
            <a:chExt cx="1828800" cy="381000"/>
          </a:xfrm>
        </p:grpSpPr>
        <p:sp>
          <p:nvSpPr>
            <p:cNvPr id="25" name="node07.surface"/>
            <p:cNvSpPr/>
            <p:nvPr/>
          </p:nvSpPr>
          <p:spPr>
            <a:xfrm>
              <a:off x="5524500" y="1143000"/>
              <a:ext cx="1828800" cy="381000"/>
            </a:xfrm>
            <a:prstGeom prst="rect">
              <a:avLst/>
            </a:prstGeom>
            <a:solidFill>
              <a:srgbClr val="070154"/>
            </a:solidFill>
            <a:ln>
              <a:noFill/>
            </a:ln>
          </p:spPr>
        </p:sp>
        <p:sp>
          <p:nvSpPr>
            <p:cNvPr id="26" name="node07.text"/>
            <p:cNvSpPr/>
            <p:nvPr/>
          </p:nvSpPr>
          <p:spPr>
            <a:xfrm>
              <a:off x="5676900" y="1219200"/>
              <a:ext cx="15240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Portfolio Analyzer</a:t>
              </a:r>
              <a:endParaRPr lang="en-US" sz="1200" spc="0" kern="0" b="0" i="0" dirty="0">
                <a:solidFill>
                  <a:srgbClr val="FFFFFF"/>
                </a:solidFill>
                <a:latin typeface="IBM Plex Sans"/>
                <a:ea typeface="IBM Plex Sans"/>
                <a:cs typeface="IBM Plex Sans"/>
              </a:endParaRPr>
            </a:p>
          </p:txBody>
        </p:sp>
      </p:grpSp>
      <p:grpSp>
        <p:nvGrpSpPr>
          <p:cNvPr id="87" name="node08"/>
          <p:cNvGrpSpPr/>
          <p:nvPr/>
        </p:nvGrpSpPr>
        <p:grpSpPr>
          <a:xfrm>
            <a:off x="5524500" y="1600200"/>
            <a:ext cx="1828800" cy="381000"/>
            <a:chOff x="5524500" y="1600200"/>
            <a:chExt cx="1828800" cy="381000"/>
          </a:xfrm>
        </p:grpSpPr>
        <p:sp>
          <p:nvSpPr>
            <p:cNvPr id="27" name="node08.surface"/>
            <p:cNvSpPr/>
            <p:nvPr/>
          </p:nvSpPr>
          <p:spPr>
            <a:xfrm>
              <a:off x="5524500" y="1600200"/>
              <a:ext cx="1828800" cy="381000"/>
            </a:xfrm>
            <a:prstGeom prst="rect">
              <a:avLst/>
            </a:prstGeom>
            <a:solidFill>
              <a:srgbClr val="070154"/>
            </a:solidFill>
            <a:ln>
              <a:noFill/>
            </a:ln>
          </p:spPr>
        </p:sp>
        <p:sp>
          <p:nvSpPr>
            <p:cNvPr id="28" name="node08.text"/>
            <p:cNvSpPr/>
            <p:nvPr/>
          </p:nvSpPr>
          <p:spPr>
            <a:xfrm>
              <a:off x="5676900" y="1676400"/>
              <a:ext cx="15240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Dependency Mapper</a:t>
              </a:r>
              <a:endParaRPr lang="en-US" sz="1200" spc="0" kern="0" b="0" i="0" dirty="0">
                <a:solidFill>
                  <a:srgbClr val="FFFFFF"/>
                </a:solidFill>
                <a:latin typeface="IBM Plex Sans"/>
                <a:ea typeface="IBM Plex Sans"/>
                <a:cs typeface="IBM Plex Sans"/>
              </a:endParaRPr>
            </a:p>
          </p:txBody>
        </p:sp>
      </p:grpSp>
      <p:grpSp>
        <p:nvGrpSpPr>
          <p:cNvPr id="88" name="node09"/>
          <p:cNvGrpSpPr/>
          <p:nvPr/>
        </p:nvGrpSpPr>
        <p:grpSpPr>
          <a:xfrm>
            <a:off x="7581900" y="1143000"/>
            <a:ext cx="1828800" cy="381000"/>
            <a:chOff x="7581900" y="1143000"/>
            <a:chExt cx="1828800" cy="381000"/>
          </a:xfrm>
        </p:grpSpPr>
        <p:sp>
          <p:nvSpPr>
            <p:cNvPr id="29" name="node09.surface"/>
            <p:cNvSpPr/>
            <p:nvPr/>
          </p:nvSpPr>
          <p:spPr>
            <a:xfrm>
              <a:off x="7581900" y="1143000"/>
              <a:ext cx="1828800" cy="381000"/>
            </a:xfrm>
            <a:prstGeom prst="rect">
              <a:avLst/>
            </a:prstGeom>
            <a:solidFill>
              <a:srgbClr val="CED7E6"/>
            </a:solidFill>
            <a:ln>
              <a:noFill/>
            </a:ln>
          </p:spPr>
        </p:sp>
        <p:sp>
          <p:nvSpPr>
            <p:cNvPr id="30" name="node09.text"/>
            <p:cNvSpPr/>
            <p:nvPr/>
          </p:nvSpPr>
          <p:spPr>
            <a:xfrm>
              <a:off x="7734300" y="1219200"/>
              <a:ext cx="15240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Code Scanner</a:t>
              </a:r>
              <a:endParaRPr lang="en-US" sz="1200" spc="0" kern="0" b="0" i="0" dirty="0">
                <a:solidFill>
                  <a:srgbClr val="070154"/>
                </a:solidFill>
                <a:latin typeface="IBM Plex Sans"/>
                <a:ea typeface="IBM Plex Sans"/>
                <a:cs typeface="IBM Plex Sans"/>
              </a:endParaRPr>
            </a:p>
          </p:txBody>
        </p:sp>
      </p:grpSp>
      <p:grpSp>
        <p:nvGrpSpPr>
          <p:cNvPr id="89" name="node10"/>
          <p:cNvGrpSpPr/>
          <p:nvPr/>
        </p:nvGrpSpPr>
        <p:grpSpPr>
          <a:xfrm>
            <a:off x="7581900" y="1600200"/>
            <a:ext cx="1828800" cy="381000"/>
            <a:chOff x="7581900" y="1600200"/>
            <a:chExt cx="1828800" cy="381000"/>
          </a:xfrm>
        </p:grpSpPr>
        <p:sp>
          <p:nvSpPr>
            <p:cNvPr id="31" name="node10.surface"/>
            <p:cNvSpPr/>
            <p:nvPr/>
          </p:nvSpPr>
          <p:spPr>
            <a:xfrm>
              <a:off x="7581900" y="1600200"/>
              <a:ext cx="1828800" cy="381000"/>
            </a:xfrm>
            <a:prstGeom prst="rect">
              <a:avLst/>
            </a:prstGeom>
            <a:solidFill>
              <a:srgbClr val="CED7E6"/>
            </a:solidFill>
            <a:ln>
              <a:noFill/>
            </a:ln>
          </p:spPr>
        </p:sp>
        <p:sp>
          <p:nvSpPr>
            <p:cNvPr id="32" name="node10.text"/>
            <p:cNvSpPr/>
            <p:nvPr/>
          </p:nvSpPr>
          <p:spPr>
            <a:xfrm>
              <a:off x="7734300" y="1676400"/>
              <a:ext cx="15240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Interface Profiler</a:t>
              </a:r>
              <a:endParaRPr lang="en-US" sz="1200" spc="0" kern="0" b="0" i="0" dirty="0">
                <a:solidFill>
                  <a:srgbClr val="070154"/>
                </a:solidFill>
                <a:latin typeface="IBM Plex Sans"/>
                <a:ea typeface="IBM Plex Sans"/>
                <a:cs typeface="IBM Plex Sans"/>
              </a:endParaRPr>
            </a:p>
          </p:txBody>
        </p:sp>
      </p:grpSp>
      <p:grpSp>
        <p:nvGrpSpPr>
          <p:cNvPr id="90" name="node11"/>
          <p:cNvGrpSpPr/>
          <p:nvPr/>
        </p:nvGrpSpPr>
        <p:grpSpPr>
          <a:xfrm>
            <a:off x="9639300" y="1143000"/>
            <a:ext cx="1828800" cy="381000"/>
            <a:chOff x="9639300" y="1143000"/>
            <a:chExt cx="1828800" cy="381000"/>
          </a:xfrm>
        </p:grpSpPr>
        <p:sp>
          <p:nvSpPr>
            <p:cNvPr id="33" name="node11.surface"/>
            <p:cNvSpPr/>
            <p:nvPr/>
          </p:nvSpPr>
          <p:spPr>
            <a:xfrm>
              <a:off x="9639300" y="1143000"/>
              <a:ext cx="1828800" cy="381000"/>
            </a:xfrm>
            <a:prstGeom prst="rect">
              <a:avLst/>
            </a:prstGeom>
            <a:solidFill>
              <a:srgbClr val="E8EEF8"/>
            </a:solidFill>
            <a:ln>
              <a:noFill/>
            </a:ln>
          </p:spPr>
        </p:sp>
        <p:sp>
          <p:nvSpPr>
            <p:cNvPr id="34" name="node11.text"/>
            <p:cNvSpPr/>
            <p:nvPr/>
          </p:nvSpPr>
          <p:spPr>
            <a:xfrm>
              <a:off x="9791700" y="1219200"/>
              <a:ext cx="15240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Estate Monitor</a:t>
              </a:r>
              <a:endParaRPr lang="en-US" sz="1200" spc="0" kern="0" b="0" i="0" dirty="0">
                <a:solidFill>
                  <a:srgbClr val="070154"/>
                </a:solidFill>
                <a:latin typeface="IBM Plex Sans"/>
                <a:ea typeface="IBM Plex Sans"/>
                <a:cs typeface="IBM Plex Sans"/>
              </a:endParaRPr>
            </a:p>
          </p:txBody>
        </p:sp>
      </p:grpSp>
      <p:grpSp>
        <p:nvGrpSpPr>
          <p:cNvPr id="91" name="node12"/>
          <p:cNvGrpSpPr/>
          <p:nvPr/>
        </p:nvGrpSpPr>
        <p:grpSpPr>
          <a:xfrm>
            <a:off x="9639300" y="1600200"/>
            <a:ext cx="1828800" cy="381000"/>
            <a:chOff x="9639300" y="1600200"/>
            <a:chExt cx="1828800" cy="381000"/>
          </a:xfrm>
        </p:grpSpPr>
        <p:sp>
          <p:nvSpPr>
            <p:cNvPr id="35" name="node12.surface"/>
            <p:cNvSpPr/>
            <p:nvPr/>
          </p:nvSpPr>
          <p:spPr>
            <a:xfrm>
              <a:off x="9639300" y="1600200"/>
              <a:ext cx="1828800" cy="381000"/>
            </a:xfrm>
            <a:prstGeom prst="rect">
              <a:avLst/>
            </a:prstGeom>
            <a:solidFill>
              <a:srgbClr val="E8EEF8"/>
            </a:solidFill>
            <a:ln>
              <a:noFill/>
            </a:ln>
          </p:spPr>
        </p:sp>
        <p:sp>
          <p:nvSpPr>
            <p:cNvPr id="36" name="node12.text"/>
            <p:cNvSpPr/>
            <p:nvPr/>
          </p:nvSpPr>
          <p:spPr>
            <a:xfrm>
              <a:off x="9791700" y="1676400"/>
              <a:ext cx="15240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Drift Alerts</a:t>
              </a:r>
              <a:endParaRPr lang="en-US" sz="1200" spc="0" kern="0" b="0" i="0" dirty="0">
                <a:solidFill>
                  <a:srgbClr val="070154"/>
                </a:solidFill>
                <a:latin typeface="IBM Plex Sans"/>
                <a:ea typeface="IBM Plex Sans"/>
                <a:cs typeface="IBM Plex Sans"/>
              </a:endParaRPr>
            </a:p>
          </p:txBody>
        </p:sp>
      </p:grpSp>
      <p:grpSp>
        <p:nvGrpSpPr>
          <p:cNvPr id="92" name="node13"/>
          <p:cNvGrpSpPr/>
          <p:nvPr/>
        </p:nvGrpSpPr>
        <p:grpSpPr>
          <a:xfrm>
            <a:off x="4381500" y="2286000"/>
            <a:ext cx="914400" cy="838200"/>
            <a:chOff x="4381500" y="2286000"/>
            <a:chExt cx="914400" cy="838200"/>
          </a:xfrm>
        </p:grpSpPr>
        <p:sp>
          <p:nvSpPr>
            <p:cNvPr id="37" name="node13.surface"/>
            <p:cNvSpPr/>
            <p:nvPr/>
          </p:nvSpPr>
          <p:spPr>
            <a:xfrm>
              <a:off x="4381500" y="2286000"/>
              <a:ext cx="914400" cy="838200"/>
            </a:xfrm>
            <a:prstGeom prst="rect">
              <a:avLst/>
            </a:prstGeom>
            <a:solidFill>
              <a:srgbClr val="05013F"/>
            </a:solidFill>
            <a:ln>
              <a:noFill/>
            </a:ln>
          </p:spPr>
        </p:sp>
        <p:sp>
          <p:nvSpPr>
            <p:cNvPr id="38" name="node13.text"/>
            <p:cNvSpPr/>
            <p:nvPr/>
          </p:nvSpPr>
          <p:spPr>
            <a:xfrm>
              <a:off x="4457700" y="2590800"/>
              <a:ext cx="7620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Define</a:t>
              </a:r>
              <a:endParaRPr lang="en-US" sz="1200" spc="0" kern="0" b="0" i="0" dirty="0">
                <a:solidFill>
                  <a:srgbClr val="FFFFFF"/>
                </a:solidFill>
                <a:latin typeface="IBM Plex Sans"/>
                <a:ea typeface="IBM Plex Sans"/>
                <a:cs typeface="IBM Plex Sans"/>
              </a:endParaRPr>
            </a:p>
          </p:txBody>
        </p:sp>
      </p:grpSp>
      <p:grpSp>
        <p:nvGrpSpPr>
          <p:cNvPr id="93" name="node14"/>
          <p:cNvGrpSpPr/>
          <p:nvPr/>
        </p:nvGrpSpPr>
        <p:grpSpPr>
          <a:xfrm>
            <a:off x="5524500" y="2286000"/>
            <a:ext cx="1828800" cy="381000"/>
            <a:chOff x="5524500" y="2286000"/>
            <a:chExt cx="1828800" cy="381000"/>
          </a:xfrm>
        </p:grpSpPr>
        <p:sp>
          <p:nvSpPr>
            <p:cNvPr id="39" name="node14.surface"/>
            <p:cNvSpPr/>
            <p:nvPr/>
          </p:nvSpPr>
          <p:spPr>
            <a:xfrm>
              <a:off x="5524500" y="2286000"/>
              <a:ext cx="1828800" cy="381000"/>
            </a:xfrm>
            <a:prstGeom prst="rect">
              <a:avLst/>
            </a:prstGeom>
            <a:solidFill>
              <a:srgbClr val="070154"/>
            </a:solidFill>
            <a:ln>
              <a:noFill/>
            </a:ln>
          </p:spPr>
        </p:sp>
        <p:sp>
          <p:nvSpPr>
            <p:cNvPr id="40" name="node14.text"/>
            <p:cNvSpPr/>
            <p:nvPr/>
          </p:nvSpPr>
          <p:spPr>
            <a:xfrm>
              <a:off x="5676900" y="2362200"/>
              <a:ext cx="15240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Disposition Modeler</a:t>
              </a:r>
              <a:endParaRPr lang="en-US" sz="1200" spc="0" kern="0" b="0" i="0" dirty="0">
                <a:solidFill>
                  <a:srgbClr val="FFFFFF"/>
                </a:solidFill>
                <a:latin typeface="IBM Plex Sans"/>
                <a:ea typeface="IBM Plex Sans"/>
                <a:cs typeface="IBM Plex Sans"/>
              </a:endParaRPr>
            </a:p>
          </p:txBody>
        </p:sp>
      </p:grpSp>
      <p:grpSp>
        <p:nvGrpSpPr>
          <p:cNvPr id="94" name="node15"/>
          <p:cNvGrpSpPr/>
          <p:nvPr/>
        </p:nvGrpSpPr>
        <p:grpSpPr>
          <a:xfrm>
            <a:off x="5524500" y="2743200"/>
            <a:ext cx="1828800" cy="381000"/>
            <a:chOff x="5524500" y="2743200"/>
            <a:chExt cx="1828800" cy="381000"/>
          </a:xfrm>
        </p:grpSpPr>
        <p:sp>
          <p:nvSpPr>
            <p:cNvPr id="41" name="node15.surface"/>
            <p:cNvSpPr/>
            <p:nvPr/>
          </p:nvSpPr>
          <p:spPr>
            <a:xfrm>
              <a:off x="5524500" y="2743200"/>
              <a:ext cx="1828800" cy="381000"/>
            </a:xfrm>
            <a:prstGeom prst="rect">
              <a:avLst/>
            </a:prstGeom>
            <a:solidFill>
              <a:srgbClr val="070154"/>
            </a:solidFill>
            <a:ln>
              <a:noFill/>
            </a:ln>
          </p:spPr>
        </p:sp>
        <p:sp>
          <p:nvSpPr>
            <p:cNvPr id="42" name="node15.text"/>
            <p:cNvSpPr/>
            <p:nvPr/>
          </p:nvSpPr>
          <p:spPr>
            <a:xfrm>
              <a:off x="5676900" y="2819400"/>
              <a:ext cx="15240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Risk Scorer</a:t>
              </a:r>
              <a:endParaRPr lang="en-US" sz="1200" spc="0" kern="0" b="0" i="0" dirty="0">
                <a:solidFill>
                  <a:srgbClr val="FFFFFF"/>
                </a:solidFill>
                <a:latin typeface="IBM Plex Sans"/>
                <a:ea typeface="IBM Plex Sans"/>
                <a:cs typeface="IBM Plex Sans"/>
              </a:endParaRPr>
            </a:p>
          </p:txBody>
        </p:sp>
      </p:grpSp>
      <p:grpSp>
        <p:nvGrpSpPr>
          <p:cNvPr id="95" name="node16"/>
          <p:cNvGrpSpPr/>
          <p:nvPr/>
        </p:nvGrpSpPr>
        <p:grpSpPr>
          <a:xfrm>
            <a:off x="7581900" y="2286000"/>
            <a:ext cx="1828800" cy="381000"/>
            <a:chOff x="7581900" y="2286000"/>
            <a:chExt cx="1828800" cy="381000"/>
          </a:xfrm>
        </p:grpSpPr>
        <p:sp>
          <p:nvSpPr>
            <p:cNvPr id="43" name="node16.surface"/>
            <p:cNvSpPr/>
            <p:nvPr/>
          </p:nvSpPr>
          <p:spPr>
            <a:xfrm>
              <a:off x="7581900" y="2286000"/>
              <a:ext cx="1828800" cy="381000"/>
            </a:xfrm>
            <a:prstGeom prst="rect">
              <a:avLst/>
            </a:prstGeom>
            <a:solidFill>
              <a:srgbClr val="CED7E6"/>
            </a:solidFill>
            <a:ln>
              <a:noFill/>
            </a:ln>
          </p:spPr>
        </p:sp>
        <p:sp>
          <p:nvSpPr>
            <p:cNvPr id="44" name="node16.text"/>
            <p:cNvSpPr/>
            <p:nvPr/>
          </p:nvSpPr>
          <p:spPr>
            <a:xfrm>
              <a:off x="7734300" y="2362200"/>
              <a:ext cx="15240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Migration Planner</a:t>
              </a:r>
              <a:endParaRPr lang="en-US" sz="1200" spc="0" kern="0" b="0" i="0" dirty="0">
                <a:solidFill>
                  <a:srgbClr val="070154"/>
                </a:solidFill>
                <a:latin typeface="IBM Plex Sans"/>
                <a:ea typeface="IBM Plex Sans"/>
                <a:cs typeface="IBM Plex Sans"/>
              </a:endParaRPr>
            </a:p>
          </p:txBody>
        </p:sp>
      </p:grpSp>
      <p:grpSp>
        <p:nvGrpSpPr>
          <p:cNvPr id="96" name="node17"/>
          <p:cNvGrpSpPr/>
          <p:nvPr/>
        </p:nvGrpSpPr>
        <p:grpSpPr>
          <a:xfrm>
            <a:off x="7581900" y="2743200"/>
            <a:ext cx="1828800" cy="381000"/>
            <a:chOff x="7581900" y="2743200"/>
            <a:chExt cx="1828800" cy="381000"/>
          </a:xfrm>
        </p:grpSpPr>
        <p:sp>
          <p:nvSpPr>
            <p:cNvPr id="45" name="node17.surface"/>
            <p:cNvSpPr/>
            <p:nvPr/>
          </p:nvSpPr>
          <p:spPr>
            <a:xfrm>
              <a:off x="7581900" y="2743200"/>
              <a:ext cx="1828800" cy="381000"/>
            </a:xfrm>
            <a:prstGeom prst="rect">
              <a:avLst/>
            </a:prstGeom>
            <a:solidFill>
              <a:srgbClr val="CED7E6"/>
            </a:solidFill>
            <a:ln>
              <a:noFill/>
            </a:ln>
          </p:spPr>
        </p:sp>
        <p:sp>
          <p:nvSpPr>
            <p:cNvPr id="46" name="node17.text"/>
            <p:cNvSpPr/>
            <p:nvPr/>
          </p:nvSpPr>
          <p:spPr>
            <a:xfrm>
              <a:off x="7734300" y="2819400"/>
              <a:ext cx="15240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Cutover Playbooks</a:t>
              </a:r>
              <a:endParaRPr lang="en-US" sz="1200" spc="0" kern="0" b="0" i="0" dirty="0">
                <a:solidFill>
                  <a:srgbClr val="070154"/>
                </a:solidFill>
                <a:latin typeface="IBM Plex Sans"/>
                <a:ea typeface="IBM Plex Sans"/>
                <a:cs typeface="IBM Plex Sans"/>
              </a:endParaRPr>
            </a:p>
          </p:txBody>
        </p:sp>
      </p:grpSp>
      <p:grpSp>
        <p:nvGrpSpPr>
          <p:cNvPr id="97" name="node18"/>
          <p:cNvGrpSpPr/>
          <p:nvPr/>
        </p:nvGrpSpPr>
        <p:grpSpPr>
          <a:xfrm>
            <a:off x="9639300" y="2286000"/>
            <a:ext cx="1828800" cy="381000"/>
            <a:chOff x="9639300" y="2286000"/>
            <a:chExt cx="1828800" cy="381000"/>
          </a:xfrm>
        </p:grpSpPr>
        <p:sp>
          <p:nvSpPr>
            <p:cNvPr id="47" name="node18.surface"/>
            <p:cNvSpPr/>
            <p:nvPr/>
          </p:nvSpPr>
          <p:spPr>
            <a:xfrm>
              <a:off x="9639300" y="2286000"/>
              <a:ext cx="1828800" cy="381000"/>
            </a:xfrm>
            <a:prstGeom prst="rect">
              <a:avLst/>
            </a:prstGeom>
            <a:solidFill>
              <a:srgbClr val="E8EEF8"/>
            </a:solidFill>
            <a:ln>
              <a:noFill/>
            </a:ln>
          </p:spPr>
        </p:sp>
        <p:sp>
          <p:nvSpPr>
            <p:cNvPr id="48" name="node18.text"/>
            <p:cNvSpPr/>
            <p:nvPr/>
          </p:nvSpPr>
          <p:spPr>
            <a:xfrm>
              <a:off x="9791700" y="2362200"/>
              <a:ext cx="15240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Service Playbooks</a:t>
              </a:r>
              <a:endParaRPr lang="en-US" sz="1200" spc="0" kern="0" b="0" i="0" dirty="0">
                <a:solidFill>
                  <a:srgbClr val="070154"/>
                </a:solidFill>
                <a:latin typeface="IBM Plex Sans"/>
                <a:ea typeface="IBM Plex Sans"/>
                <a:cs typeface="IBM Plex Sans"/>
              </a:endParaRPr>
            </a:p>
          </p:txBody>
        </p:sp>
      </p:grpSp>
      <p:grpSp>
        <p:nvGrpSpPr>
          <p:cNvPr id="98" name="node19"/>
          <p:cNvGrpSpPr/>
          <p:nvPr/>
        </p:nvGrpSpPr>
        <p:grpSpPr>
          <a:xfrm>
            <a:off x="9639300" y="2743200"/>
            <a:ext cx="1828800" cy="381000"/>
            <a:chOff x="9639300" y="2743200"/>
            <a:chExt cx="1828800" cy="381000"/>
          </a:xfrm>
        </p:grpSpPr>
        <p:sp>
          <p:nvSpPr>
            <p:cNvPr id="49" name="node19.surface"/>
            <p:cNvSpPr/>
            <p:nvPr/>
          </p:nvSpPr>
          <p:spPr>
            <a:xfrm>
              <a:off x="9639300" y="2743200"/>
              <a:ext cx="1828800" cy="381000"/>
            </a:xfrm>
            <a:prstGeom prst="rect">
              <a:avLst/>
            </a:prstGeom>
            <a:solidFill>
              <a:srgbClr val="E8EEF8"/>
            </a:solidFill>
            <a:ln>
              <a:noFill/>
            </a:ln>
          </p:spPr>
        </p:sp>
        <p:sp>
          <p:nvSpPr>
            <p:cNvPr id="50" name="node19.text"/>
            <p:cNvSpPr/>
            <p:nvPr/>
          </p:nvSpPr>
          <p:spPr>
            <a:xfrm>
              <a:off x="9791700" y="2819400"/>
              <a:ext cx="15240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SLO Designer</a:t>
              </a:r>
              <a:endParaRPr lang="en-US" sz="1200" spc="0" kern="0" b="0" i="0" dirty="0">
                <a:solidFill>
                  <a:srgbClr val="070154"/>
                </a:solidFill>
                <a:latin typeface="IBM Plex Sans"/>
                <a:ea typeface="IBM Plex Sans"/>
                <a:cs typeface="IBM Plex Sans"/>
              </a:endParaRPr>
            </a:p>
          </p:txBody>
        </p:sp>
      </p:grpSp>
      <p:grpSp>
        <p:nvGrpSpPr>
          <p:cNvPr id="99" name="node20"/>
          <p:cNvGrpSpPr/>
          <p:nvPr/>
        </p:nvGrpSpPr>
        <p:grpSpPr>
          <a:xfrm>
            <a:off x="4381500" y="3429000"/>
            <a:ext cx="914400" cy="838200"/>
            <a:chOff x="4381500" y="3429000"/>
            <a:chExt cx="914400" cy="838200"/>
          </a:xfrm>
        </p:grpSpPr>
        <p:sp>
          <p:nvSpPr>
            <p:cNvPr id="51" name="node20.surface"/>
            <p:cNvSpPr/>
            <p:nvPr/>
          </p:nvSpPr>
          <p:spPr>
            <a:xfrm>
              <a:off x="4381500" y="3429000"/>
              <a:ext cx="914400" cy="838200"/>
            </a:xfrm>
            <a:prstGeom prst="rect">
              <a:avLst/>
            </a:prstGeom>
            <a:solidFill>
              <a:srgbClr val="05013F"/>
            </a:solidFill>
            <a:ln>
              <a:noFill/>
            </a:ln>
          </p:spPr>
        </p:sp>
        <p:sp>
          <p:nvSpPr>
            <p:cNvPr id="52" name="node20.text"/>
            <p:cNvSpPr/>
            <p:nvPr/>
          </p:nvSpPr>
          <p:spPr>
            <a:xfrm>
              <a:off x="4457700" y="3733800"/>
              <a:ext cx="7620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Build</a:t>
              </a:r>
              <a:endParaRPr lang="en-US" sz="1200" spc="0" kern="0" b="0" i="0" dirty="0">
                <a:solidFill>
                  <a:srgbClr val="FFFFFF"/>
                </a:solidFill>
                <a:latin typeface="IBM Plex Sans"/>
                <a:ea typeface="IBM Plex Sans"/>
                <a:cs typeface="IBM Plex Sans"/>
              </a:endParaRPr>
            </a:p>
          </p:txBody>
        </p:sp>
      </p:grpSp>
      <p:grpSp>
        <p:nvGrpSpPr>
          <p:cNvPr id="100" name="node21"/>
          <p:cNvGrpSpPr/>
          <p:nvPr/>
        </p:nvGrpSpPr>
        <p:grpSpPr>
          <a:xfrm>
            <a:off x="5524500" y="3429000"/>
            <a:ext cx="1828800" cy="381000"/>
            <a:chOff x="5524500" y="3429000"/>
            <a:chExt cx="1828800" cy="381000"/>
          </a:xfrm>
        </p:grpSpPr>
        <p:sp>
          <p:nvSpPr>
            <p:cNvPr id="53" name="node21.surface"/>
            <p:cNvSpPr/>
            <p:nvPr/>
          </p:nvSpPr>
          <p:spPr>
            <a:xfrm>
              <a:off x="5524500" y="3429000"/>
              <a:ext cx="1828800" cy="381000"/>
            </a:xfrm>
            <a:prstGeom prst="rect">
              <a:avLst/>
            </a:prstGeom>
            <a:solidFill>
              <a:srgbClr val="070154"/>
            </a:solidFill>
            <a:ln>
              <a:noFill/>
            </a:ln>
          </p:spPr>
        </p:sp>
        <p:sp>
          <p:nvSpPr>
            <p:cNvPr id="54" name="node21.text"/>
            <p:cNvSpPr/>
            <p:nvPr/>
          </p:nvSpPr>
          <p:spPr>
            <a:xfrm>
              <a:off x="5676900" y="3505200"/>
              <a:ext cx="15240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Target Blueprints</a:t>
              </a:r>
              <a:endParaRPr lang="en-US" sz="1200" spc="0" kern="0" b="0" i="0" dirty="0">
                <a:solidFill>
                  <a:srgbClr val="FFFFFF"/>
                </a:solidFill>
                <a:latin typeface="IBM Plex Sans"/>
                <a:ea typeface="IBM Plex Sans"/>
                <a:cs typeface="IBM Plex Sans"/>
              </a:endParaRPr>
            </a:p>
          </p:txBody>
        </p:sp>
      </p:grpSp>
      <p:grpSp>
        <p:nvGrpSpPr>
          <p:cNvPr id="101" name="node22"/>
          <p:cNvGrpSpPr/>
          <p:nvPr/>
        </p:nvGrpSpPr>
        <p:grpSpPr>
          <a:xfrm>
            <a:off x="5524500" y="3886200"/>
            <a:ext cx="1828800" cy="381000"/>
            <a:chOff x="5524500" y="3886200"/>
            <a:chExt cx="1828800" cy="381000"/>
          </a:xfrm>
        </p:grpSpPr>
        <p:sp>
          <p:nvSpPr>
            <p:cNvPr id="55" name="node22.surface"/>
            <p:cNvSpPr/>
            <p:nvPr/>
          </p:nvSpPr>
          <p:spPr>
            <a:xfrm>
              <a:off x="5524500" y="3886200"/>
              <a:ext cx="1828800" cy="381000"/>
            </a:xfrm>
            <a:prstGeom prst="rect">
              <a:avLst/>
            </a:prstGeom>
            <a:solidFill>
              <a:srgbClr val="070154"/>
            </a:solidFill>
            <a:ln>
              <a:noFill/>
            </a:ln>
          </p:spPr>
        </p:sp>
        <p:sp>
          <p:nvSpPr>
            <p:cNvPr id="56" name="node22.text"/>
            <p:cNvSpPr/>
            <p:nvPr/>
          </p:nvSpPr>
          <p:spPr>
            <a:xfrm>
              <a:off x="5676900" y="3962400"/>
              <a:ext cx="15240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Architecture Linter</a:t>
              </a:r>
              <a:endParaRPr lang="en-US" sz="1200" spc="0" kern="0" b="0" i="0" dirty="0">
                <a:solidFill>
                  <a:srgbClr val="FFFFFF"/>
                </a:solidFill>
                <a:latin typeface="IBM Plex Sans"/>
                <a:ea typeface="IBM Plex Sans"/>
                <a:cs typeface="IBM Plex Sans"/>
              </a:endParaRPr>
            </a:p>
          </p:txBody>
        </p:sp>
      </p:grpSp>
      <p:grpSp>
        <p:nvGrpSpPr>
          <p:cNvPr id="102" name="node23"/>
          <p:cNvGrpSpPr/>
          <p:nvPr/>
        </p:nvGrpSpPr>
        <p:grpSpPr>
          <a:xfrm>
            <a:off x="7581900" y="3429000"/>
            <a:ext cx="1828800" cy="381000"/>
            <a:chOff x="7581900" y="3429000"/>
            <a:chExt cx="1828800" cy="381000"/>
          </a:xfrm>
        </p:grpSpPr>
        <p:sp>
          <p:nvSpPr>
            <p:cNvPr id="57" name="node23.surface"/>
            <p:cNvSpPr/>
            <p:nvPr/>
          </p:nvSpPr>
          <p:spPr>
            <a:xfrm>
              <a:off x="7581900" y="3429000"/>
              <a:ext cx="1828800" cy="381000"/>
            </a:xfrm>
            <a:prstGeom prst="rect">
              <a:avLst/>
            </a:prstGeom>
            <a:solidFill>
              <a:srgbClr val="CED7E6"/>
            </a:solidFill>
            <a:ln>
              <a:noFill/>
            </a:ln>
          </p:spPr>
        </p:sp>
        <p:sp>
          <p:nvSpPr>
            <p:cNvPr id="58" name="node23.text"/>
            <p:cNvSpPr/>
            <p:nvPr/>
          </p:nvSpPr>
          <p:spPr>
            <a:xfrm>
              <a:off x="7734300" y="3505200"/>
              <a:ext cx="15240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Replatform Kit</a:t>
              </a:r>
              <a:endParaRPr lang="en-US" sz="1200" spc="0" kern="0" b="0" i="0" dirty="0">
                <a:solidFill>
                  <a:srgbClr val="070154"/>
                </a:solidFill>
                <a:latin typeface="IBM Plex Sans"/>
                <a:ea typeface="IBM Plex Sans"/>
                <a:cs typeface="IBM Plex Sans"/>
              </a:endParaRPr>
            </a:p>
          </p:txBody>
        </p:sp>
      </p:grpSp>
      <p:grpSp>
        <p:nvGrpSpPr>
          <p:cNvPr id="103" name="node24"/>
          <p:cNvGrpSpPr/>
          <p:nvPr/>
        </p:nvGrpSpPr>
        <p:grpSpPr>
          <a:xfrm>
            <a:off x="7581900" y="3886200"/>
            <a:ext cx="1828800" cy="381000"/>
            <a:chOff x="7581900" y="3886200"/>
            <a:chExt cx="1828800" cy="381000"/>
          </a:xfrm>
        </p:grpSpPr>
        <p:sp>
          <p:nvSpPr>
            <p:cNvPr id="59" name="node24.surface"/>
            <p:cNvSpPr/>
            <p:nvPr/>
          </p:nvSpPr>
          <p:spPr>
            <a:xfrm>
              <a:off x="7581900" y="3886200"/>
              <a:ext cx="1828800" cy="381000"/>
            </a:xfrm>
            <a:prstGeom prst="rect">
              <a:avLst/>
            </a:prstGeom>
            <a:solidFill>
              <a:srgbClr val="CED7E6"/>
            </a:solidFill>
            <a:ln>
              <a:noFill/>
            </a:ln>
          </p:spPr>
        </p:sp>
        <p:sp>
          <p:nvSpPr>
            <p:cNvPr id="60" name="node24.text"/>
            <p:cNvSpPr/>
            <p:nvPr/>
          </p:nvSpPr>
          <p:spPr>
            <a:xfrm>
              <a:off x="7734300" y="3962400"/>
              <a:ext cx="15240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Test Harness</a:t>
              </a:r>
              <a:endParaRPr lang="en-US" sz="1200" spc="0" kern="0" b="0" i="0" dirty="0">
                <a:solidFill>
                  <a:srgbClr val="070154"/>
                </a:solidFill>
                <a:latin typeface="IBM Plex Sans"/>
                <a:ea typeface="IBM Plex Sans"/>
                <a:cs typeface="IBM Plex Sans"/>
              </a:endParaRPr>
            </a:p>
          </p:txBody>
        </p:sp>
      </p:grpSp>
      <p:grpSp>
        <p:nvGrpSpPr>
          <p:cNvPr id="104" name="node25"/>
          <p:cNvGrpSpPr/>
          <p:nvPr/>
        </p:nvGrpSpPr>
        <p:grpSpPr>
          <a:xfrm>
            <a:off x="9639300" y="3429000"/>
            <a:ext cx="1828800" cy="381000"/>
            <a:chOff x="9639300" y="3429000"/>
            <a:chExt cx="1828800" cy="381000"/>
          </a:xfrm>
        </p:grpSpPr>
        <p:sp>
          <p:nvSpPr>
            <p:cNvPr id="61" name="node25.surface"/>
            <p:cNvSpPr/>
            <p:nvPr/>
          </p:nvSpPr>
          <p:spPr>
            <a:xfrm>
              <a:off x="9639300" y="3429000"/>
              <a:ext cx="1828800" cy="381000"/>
            </a:xfrm>
            <a:prstGeom prst="rect">
              <a:avLst/>
            </a:prstGeom>
            <a:solidFill>
              <a:srgbClr val="E8EEF8"/>
            </a:solidFill>
            <a:ln>
              <a:noFill/>
            </a:ln>
          </p:spPr>
        </p:sp>
        <p:sp>
          <p:nvSpPr>
            <p:cNvPr id="62" name="node25.text"/>
            <p:cNvSpPr/>
            <p:nvPr/>
          </p:nvSpPr>
          <p:spPr>
            <a:xfrm>
              <a:off x="9791700" y="3505200"/>
              <a:ext cx="15240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Release Factory</a:t>
              </a:r>
              <a:endParaRPr lang="en-US" sz="1200" spc="0" kern="0" b="0" i="0" dirty="0">
                <a:solidFill>
                  <a:srgbClr val="070154"/>
                </a:solidFill>
                <a:latin typeface="IBM Plex Sans"/>
                <a:ea typeface="IBM Plex Sans"/>
                <a:cs typeface="IBM Plex Sans"/>
              </a:endParaRPr>
            </a:p>
          </p:txBody>
        </p:sp>
      </p:grpSp>
      <p:grpSp>
        <p:nvGrpSpPr>
          <p:cNvPr id="105" name="node26"/>
          <p:cNvGrpSpPr/>
          <p:nvPr/>
        </p:nvGrpSpPr>
        <p:grpSpPr>
          <a:xfrm>
            <a:off x="9639300" y="3886200"/>
            <a:ext cx="1828800" cy="381000"/>
            <a:chOff x="9639300" y="3886200"/>
            <a:chExt cx="1828800" cy="381000"/>
          </a:xfrm>
        </p:grpSpPr>
        <p:sp>
          <p:nvSpPr>
            <p:cNvPr id="63" name="node26.surface"/>
            <p:cNvSpPr/>
            <p:nvPr/>
          </p:nvSpPr>
          <p:spPr>
            <a:xfrm>
              <a:off x="9639300" y="3886200"/>
              <a:ext cx="1828800" cy="381000"/>
            </a:xfrm>
            <a:prstGeom prst="rect">
              <a:avLst/>
            </a:prstGeom>
            <a:solidFill>
              <a:srgbClr val="E8EEF8"/>
            </a:solidFill>
            <a:ln>
              <a:noFill/>
            </a:ln>
          </p:spPr>
        </p:sp>
        <p:sp>
          <p:nvSpPr>
            <p:cNvPr id="64" name="node26.text"/>
            <p:cNvSpPr/>
            <p:nvPr/>
          </p:nvSpPr>
          <p:spPr>
            <a:xfrm>
              <a:off x="9791700" y="3962400"/>
              <a:ext cx="15240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Runbook Automator</a:t>
              </a:r>
              <a:endParaRPr lang="en-US" sz="1200" spc="0" kern="0" b="0" i="0" dirty="0">
                <a:solidFill>
                  <a:srgbClr val="070154"/>
                </a:solidFill>
                <a:latin typeface="IBM Plex Sans"/>
                <a:ea typeface="IBM Plex Sans"/>
                <a:cs typeface="IBM Plex Sans"/>
              </a:endParaRPr>
            </a:p>
          </p:txBody>
        </p:sp>
      </p:grpSp>
      <p:grpSp>
        <p:nvGrpSpPr>
          <p:cNvPr id="106" name="node27"/>
          <p:cNvGrpSpPr/>
          <p:nvPr/>
        </p:nvGrpSpPr>
        <p:grpSpPr>
          <a:xfrm>
            <a:off x="4381500" y="4572000"/>
            <a:ext cx="914400" cy="838200"/>
            <a:chOff x="4381500" y="4572000"/>
            <a:chExt cx="914400" cy="838200"/>
          </a:xfrm>
        </p:grpSpPr>
        <p:sp>
          <p:nvSpPr>
            <p:cNvPr id="65" name="node27.surface"/>
            <p:cNvSpPr/>
            <p:nvPr/>
          </p:nvSpPr>
          <p:spPr>
            <a:xfrm>
              <a:off x="4381500" y="4572000"/>
              <a:ext cx="914400" cy="838200"/>
            </a:xfrm>
            <a:prstGeom prst="rect">
              <a:avLst/>
            </a:prstGeom>
            <a:solidFill>
              <a:srgbClr val="05013F"/>
            </a:solidFill>
            <a:ln>
              <a:noFill/>
            </a:ln>
          </p:spPr>
        </p:sp>
        <p:sp>
          <p:nvSpPr>
            <p:cNvPr id="66" name="node27.text"/>
            <p:cNvSpPr/>
            <p:nvPr/>
          </p:nvSpPr>
          <p:spPr>
            <a:xfrm>
              <a:off x="4457700" y="4876800"/>
              <a:ext cx="7620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Optimize</a:t>
              </a:r>
              <a:endParaRPr lang="en-US" sz="1200" spc="0" kern="0" b="0" i="0" dirty="0">
                <a:solidFill>
                  <a:srgbClr val="FFFFFF"/>
                </a:solidFill>
                <a:latin typeface="IBM Plex Sans"/>
                <a:ea typeface="IBM Plex Sans"/>
                <a:cs typeface="IBM Plex Sans"/>
              </a:endParaRPr>
            </a:p>
          </p:txBody>
        </p:sp>
      </p:grpSp>
      <p:grpSp>
        <p:nvGrpSpPr>
          <p:cNvPr id="107" name="node28"/>
          <p:cNvGrpSpPr/>
          <p:nvPr/>
        </p:nvGrpSpPr>
        <p:grpSpPr>
          <a:xfrm>
            <a:off x="5524500" y="4572000"/>
            <a:ext cx="1828800" cy="381000"/>
            <a:chOff x="5524500" y="4572000"/>
            <a:chExt cx="1828800" cy="381000"/>
          </a:xfrm>
        </p:grpSpPr>
        <p:sp>
          <p:nvSpPr>
            <p:cNvPr id="67" name="node28.surface"/>
            <p:cNvSpPr/>
            <p:nvPr/>
          </p:nvSpPr>
          <p:spPr>
            <a:xfrm>
              <a:off x="5524500" y="4572000"/>
              <a:ext cx="1828800" cy="381000"/>
            </a:xfrm>
            <a:prstGeom prst="rect">
              <a:avLst/>
            </a:prstGeom>
            <a:solidFill>
              <a:srgbClr val="070154"/>
            </a:solidFill>
            <a:ln>
              <a:noFill/>
            </a:ln>
          </p:spPr>
        </p:sp>
        <p:sp>
          <p:nvSpPr>
            <p:cNvPr id="68" name="node28.text"/>
            <p:cNvSpPr/>
            <p:nvPr/>
          </p:nvSpPr>
          <p:spPr>
            <a:xfrm>
              <a:off x="5676900" y="4648200"/>
              <a:ext cx="15240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Value Tracker</a:t>
              </a:r>
              <a:endParaRPr lang="en-US" sz="1200" spc="0" kern="0" b="0" i="0" dirty="0">
                <a:solidFill>
                  <a:srgbClr val="FFFFFF"/>
                </a:solidFill>
                <a:latin typeface="IBM Plex Sans"/>
                <a:ea typeface="IBM Plex Sans"/>
                <a:cs typeface="IBM Plex Sans"/>
              </a:endParaRPr>
            </a:p>
          </p:txBody>
        </p:sp>
      </p:grpSp>
      <p:grpSp>
        <p:nvGrpSpPr>
          <p:cNvPr id="108" name="node29"/>
          <p:cNvGrpSpPr/>
          <p:nvPr/>
        </p:nvGrpSpPr>
        <p:grpSpPr>
          <a:xfrm>
            <a:off x="5524500" y="5029200"/>
            <a:ext cx="1828800" cy="381000"/>
            <a:chOff x="5524500" y="5029200"/>
            <a:chExt cx="1828800" cy="381000"/>
          </a:xfrm>
        </p:grpSpPr>
        <p:sp>
          <p:nvSpPr>
            <p:cNvPr id="69" name="node29.surface"/>
            <p:cNvSpPr/>
            <p:nvPr/>
          </p:nvSpPr>
          <p:spPr>
            <a:xfrm>
              <a:off x="5524500" y="5029200"/>
              <a:ext cx="1828800" cy="381000"/>
            </a:xfrm>
            <a:prstGeom prst="rect">
              <a:avLst/>
            </a:prstGeom>
            <a:solidFill>
              <a:srgbClr val="070154"/>
            </a:solidFill>
            <a:ln>
              <a:noFill/>
            </a:ln>
          </p:spPr>
        </p:sp>
        <p:sp>
          <p:nvSpPr>
            <p:cNvPr id="70" name="node29.text"/>
            <p:cNvSpPr/>
            <p:nvPr/>
          </p:nvSpPr>
          <p:spPr>
            <a:xfrm>
              <a:off x="5676900" y="5105400"/>
              <a:ext cx="15240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Benefit Dashboard</a:t>
              </a:r>
              <a:endParaRPr lang="en-US" sz="1200" spc="0" kern="0" b="0" i="0" dirty="0">
                <a:solidFill>
                  <a:srgbClr val="FFFFFF"/>
                </a:solidFill>
                <a:latin typeface="IBM Plex Sans"/>
                <a:ea typeface="IBM Plex Sans"/>
                <a:cs typeface="IBM Plex Sans"/>
              </a:endParaRPr>
            </a:p>
          </p:txBody>
        </p:sp>
      </p:grpSp>
      <p:grpSp>
        <p:nvGrpSpPr>
          <p:cNvPr id="109" name="node30"/>
          <p:cNvGrpSpPr/>
          <p:nvPr/>
        </p:nvGrpSpPr>
        <p:grpSpPr>
          <a:xfrm>
            <a:off x="7581900" y="4572000"/>
            <a:ext cx="1828800" cy="381000"/>
            <a:chOff x="7581900" y="4572000"/>
            <a:chExt cx="1828800" cy="381000"/>
          </a:xfrm>
        </p:grpSpPr>
        <p:sp>
          <p:nvSpPr>
            <p:cNvPr id="71" name="node30.surface"/>
            <p:cNvSpPr/>
            <p:nvPr/>
          </p:nvSpPr>
          <p:spPr>
            <a:xfrm>
              <a:off x="7581900" y="4572000"/>
              <a:ext cx="1828800" cy="381000"/>
            </a:xfrm>
            <a:prstGeom prst="rect">
              <a:avLst/>
            </a:prstGeom>
            <a:solidFill>
              <a:srgbClr val="CED7E6"/>
            </a:solidFill>
            <a:ln>
              <a:noFill/>
            </a:ln>
          </p:spPr>
        </p:sp>
        <p:sp>
          <p:nvSpPr>
            <p:cNvPr id="72" name="node30.text"/>
            <p:cNvSpPr/>
            <p:nvPr/>
          </p:nvSpPr>
          <p:spPr>
            <a:xfrm>
              <a:off x="7734300" y="4648200"/>
              <a:ext cx="15240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Data Mover</a:t>
              </a:r>
              <a:endParaRPr lang="en-US" sz="1200" spc="0" kern="0" b="0" i="0" dirty="0">
                <a:solidFill>
                  <a:srgbClr val="070154"/>
                </a:solidFill>
                <a:latin typeface="IBM Plex Sans"/>
                <a:ea typeface="IBM Plex Sans"/>
                <a:cs typeface="IBM Plex Sans"/>
              </a:endParaRPr>
            </a:p>
          </p:txBody>
        </p:sp>
      </p:grpSp>
      <p:grpSp>
        <p:nvGrpSpPr>
          <p:cNvPr id="110" name="node31"/>
          <p:cNvGrpSpPr/>
          <p:nvPr/>
        </p:nvGrpSpPr>
        <p:grpSpPr>
          <a:xfrm>
            <a:off x="7581900" y="5029200"/>
            <a:ext cx="1828800" cy="381000"/>
            <a:chOff x="7581900" y="5029200"/>
            <a:chExt cx="1828800" cy="381000"/>
          </a:xfrm>
        </p:grpSpPr>
        <p:sp>
          <p:nvSpPr>
            <p:cNvPr id="73" name="node31.surface"/>
            <p:cNvSpPr/>
            <p:nvPr/>
          </p:nvSpPr>
          <p:spPr>
            <a:xfrm>
              <a:off x="7581900" y="5029200"/>
              <a:ext cx="1828800" cy="381000"/>
            </a:xfrm>
            <a:prstGeom prst="rect">
              <a:avLst/>
            </a:prstGeom>
            <a:solidFill>
              <a:srgbClr val="CED7E6"/>
            </a:solidFill>
            <a:ln>
              <a:noFill/>
            </a:ln>
          </p:spPr>
        </p:sp>
        <p:sp>
          <p:nvSpPr>
            <p:cNvPr id="74" name="node31.text"/>
            <p:cNvSpPr/>
            <p:nvPr/>
          </p:nvSpPr>
          <p:spPr>
            <a:xfrm>
              <a:off x="7734300" y="5105400"/>
              <a:ext cx="15240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Reconciler</a:t>
              </a:r>
              <a:endParaRPr lang="en-US" sz="1200" spc="0" kern="0" b="0" i="0" dirty="0">
                <a:solidFill>
                  <a:srgbClr val="070154"/>
                </a:solidFill>
                <a:latin typeface="IBM Plex Sans"/>
                <a:ea typeface="IBM Plex Sans"/>
                <a:cs typeface="IBM Plex Sans"/>
              </a:endParaRPr>
            </a:p>
          </p:txBody>
        </p:sp>
      </p:grpSp>
      <p:grpSp>
        <p:nvGrpSpPr>
          <p:cNvPr id="111" name="node32"/>
          <p:cNvGrpSpPr/>
          <p:nvPr/>
        </p:nvGrpSpPr>
        <p:grpSpPr>
          <a:xfrm>
            <a:off x="9639300" y="4572000"/>
            <a:ext cx="1828800" cy="381000"/>
            <a:chOff x="9639300" y="4572000"/>
            <a:chExt cx="1828800" cy="381000"/>
          </a:xfrm>
        </p:grpSpPr>
        <p:sp>
          <p:nvSpPr>
            <p:cNvPr id="75" name="node32.surface"/>
            <p:cNvSpPr/>
            <p:nvPr/>
          </p:nvSpPr>
          <p:spPr>
            <a:xfrm>
              <a:off x="9639300" y="4572000"/>
              <a:ext cx="1828800" cy="381000"/>
            </a:xfrm>
            <a:prstGeom prst="rect">
              <a:avLst/>
            </a:prstGeom>
            <a:solidFill>
              <a:srgbClr val="E8EEF8"/>
            </a:solidFill>
            <a:ln>
              <a:noFill/>
            </a:ln>
          </p:spPr>
        </p:sp>
        <p:sp>
          <p:nvSpPr>
            <p:cNvPr id="76" name="node32.text"/>
            <p:cNvSpPr/>
            <p:nvPr/>
          </p:nvSpPr>
          <p:spPr>
            <a:xfrm>
              <a:off x="9791700" y="4648200"/>
              <a:ext cx="15240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FinOps Optimizer</a:t>
              </a:r>
              <a:endParaRPr lang="en-US" sz="1200" spc="0" kern="0" b="0" i="0" dirty="0">
                <a:solidFill>
                  <a:srgbClr val="070154"/>
                </a:solidFill>
                <a:latin typeface="IBM Plex Sans"/>
                <a:ea typeface="IBM Plex Sans"/>
                <a:cs typeface="IBM Plex Sans"/>
              </a:endParaRPr>
            </a:p>
          </p:txBody>
        </p:sp>
      </p:grpSp>
      <p:grpSp>
        <p:nvGrpSpPr>
          <p:cNvPr id="112" name="node33"/>
          <p:cNvGrpSpPr/>
          <p:nvPr/>
        </p:nvGrpSpPr>
        <p:grpSpPr>
          <a:xfrm>
            <a:off x="9639300" y="5029200"/>
            <a:ext cx="1828800" cy="381000"/>
            <a:chOff x="9639300" y="5029200"/>
            <a:chExt cx="1828800" cy="381000"/>
          </a:xfrm>
        </p:grpSpPr>
        <p:sp>
          <p:nvSpPr>
            <p:cNvPr id="77" name="node33.surface"/>
            <p:cNvSpPr/>
            <p:nvPr/>
          </p:nvSpPr>
          <p:spPr>
            <a:xfrm>
              <a:off x="9639300" y="5029200"/>
              <a:ext cx="1828800" cy="381000"/>
            </a:xfrm>
            <a:prstGeom prst="rect">
              <a:avLst/>
            </a:prstGeom>
            <a:solidFill>
              <a:srgbClr val="E8EEF8"/>
            </a:solidFill>
            <a:ln>
              <a:noFill/>
            </a:ln>
          </p:spPr>
        </p:sp>
        <p:sp>
          <p:nvSpPr>
            <p:cNvPr id="78" name="node33.text"/>
            <p:cNvSpPr/>
            <p:nvPr/>
          </p:nvSpPr>
          <p:spPr>
            <a:xfrm>
              <a:off x="9791700" y="5105400"/>
              <a:ext cx="15240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Capacity Forecaster</a:t>
              </a:r>
              <a:endParaRPr lang="en-US" sz="1200" spc="0" kern="0" b="0" i="0" dirty="0">
                <a:solidFill>
                  <a:srgbClr val="070154"/>
                </a:solidFill>
                <a:latin typeface="IBM Plex Sans"/>
                <a:ea typeface="IBM Plex Sans"/>
                <a:cs typeface="IBM Plex Sans"/>
              </a:endParaRPr>
            </a:p>
          </p:txBody>
        </p:sp>
      </p:grpSp>
      <p:grpSp>
        <p:nvGrpSpPr>
          <p:cNvPr id="113" name="node34"/>
          <p:cNvGrpSpPr/>
          <p:nvPr/>
        </p:nvGrpSpPr>
        <p:grpSpPr>
          <a:xfrm>
            <a:off x="723900" y="5562600"/>
            <a:ext cx="3429000" cy="304800"/>
            <a:chOff x="723900" y="5562600"/>
            <a:chExt cx="3429000" cy="304800"/>
          </a:xfrm>
        </p:grpSpPr>
        <p:sp>
          <p:nvSpPr>
            <p:cNvPr id="79" name="node34.text"/>
            <p:cNvSpPr/>
            <p:nvPr/>
          </p:nvSpPr>
          <p:spPr>
            <a:xfrm>
              <a:off x="723900" y="5562600"/>
              <a:ext cx="3429000" cy="3048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Sample names for layout only; replace with the current catalog before use.</a:t>
              </a:r>
              <a:endParaRPr lang="en-US" sz="900" spc="0" kern="0" b="0" i="0" dirty="0">
                <a:solidFill>
                  <a:srgbClr val="50658E"/>
                </a:solidFill>
                <a:latin typeface="IBM Plex Sans"/>
                <a:ea typeface="IBM Plex Sans"/>
                <a:cs typeface="IBM Plex Sans"/>
              </a:endParaRPr>
            </a:p>
          </p:txBody>
        </p:sp>
      </p:gr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ource-230">
    <p:spTree>
      <p:nvGrpSpPr>
        <p:cNvPr id="1" name=""/>
        <p:cNvGrpSpPr/>
        <p:nvPr/>
      </p:nvGrpSpPr>
      <p:grpSpPr>
        <a:xfrm>
          <a:off x="0" y="0"/>
          <a:ext cx="0" cy="0"/>
          <a:chOff x="0" y="0"/>
          <a:chExt cx="0" cy="0"/>
        </a:xfrm>
      </p:grpSpPr>
      <p:sp>
        <p:nvSpPr>
          <p:cNvPr id="3" name="eyebrow"/>
          <p:cNvSpPr/>
          <p:nvPr/>
        </p:nvSpPr>
        <p:spPr>
          <a:xfrm>
            <a:off x="723900" y="457200"/>
            <a:ext cx="70866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STAKEHOLDER INTERVIEWS</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7086600" cy="11430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Four stakeholders need a sponsor push</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70866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Sample names for layout only; replace with engagement stakeholders before use.</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62</a:t>
            </a:fld>
            <a:endParaRPr lang="en-US" sz="700" spc="0" kern="0" b="0" i="0" dirty="0">
              <a:solidFill>
                <a:srgbClr val="070154"/>
              </a:solidFill>
              <a:latin typeface="IBM Plex Mono SemiBold"/>
              <a:ea typeface="IBM Plex Mono SemiBold"/>
              <a:cs typeface="IBM Plex Mono SemiBold"/>
            </a:endParaRPr>
          </a:p>
        </p:txBody>
      </p:sp>
      <p:grpSp>
        <p:nvGrpSpPr>
          <p:cNvPr id="49" name="node01"/>
          <p:cNvGrpSpPr/>
          <p:nvPr/>
        </p:nvGrpSpPr>
        <p:grpSpPr>
          <a:xfrm>
            <a:off x="723900" y="2057400"/>
            <a:ext cx="3429000" cy="1676400"/>
            <a:chOff x="723900" y="2057400"/>
            <a:chExt cx="3429000" cy="1676400"/>
          </a:xfrm>
        </p:grpSpPr>
        <p:sp>
          <p:nvSpPr>
            <p:cNvPr id="7" name="node01.container"/>
            <p:cNvSpPr/>
            <p:nvPr/>
          </p:nvSpPr>
          <p:spPr>
            <a:xfrm>
              <a:off x="730250" y="2063750"/>
              <a:ext cx="3416300" cy="1663700"/>
            </a:xfrm>
            <a:prstGeom prst="rect">
              <a:avLst/>
            </a:prstGeom>
            <a:solidFill>
              <a:srgbClr val="FFFFFF"/>
            </a:solidFill>
            <a:ln w="12700">
              <a:solidFill>
                <a:srgbClr val="CED7E6"/>
              </a:solidFill>
              <a:prstDash val="solid"/>
            </a:ln>
          </p:spPr>
        </p:sp>
        <p:sp>
          <p:nvSpPr>
            <p:cNvPr id="8" name="node01.edge"/>
            <p:cNvSpPr/>
            <p:nvPr/>
          </p:nvSpPr>
          <p:spPr>
            <a:xfrm>
              <a:off x="723900" y="2057400"/>
              <a:ext cx="38100" cy="1676400"/>
            </a:xfrm>
            <a:prstGeom prst="rect">
              <a:avLst/>
            </a:prstGeom>
            <a:solidFill>
              <a:srgbClr val="0047FF"/>
            </a:solidFill>
            <a:ln>
              <a:noFill/>
            </a:ln>
          </p:spPr>
        </p:sp>
        <p:sp>
          <p:nvSpPr>
            <p:cNvPr id="9" name="node01.label"/>
            <p:cNvSpPr/>
            <p:nvPr/>
          </p:nvSpPr>
          <p:spPr>
            <a:xfrm>
              <a:off x="914400" y="2209800"/>
              <a:ext cx="30861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BLOCKED · 34 DAYS</a:t>
              </a:r>
              <a:endParaRPr lang="en-US" sz="900" spc="54" kern="0" b="0" i="0" dirty="0">
                <a:solidFill>
                  <a:srgbClr val="0047FF"/>
                </a:solidFill>
                <a:latin typeface="IBM Plex Mono Medium"/>
                <a:ea typeface="IBM Plex Mono Medium"/>
                <a:cs typeface="IBM Plex Mono Medium"/>
              </a:endParaRPr>
            </a:p>
          </p:txBody>
        </p:sp>
        <p:sp>
          <p:nvSpPr>
            <p:cNvPr id="10" name="node01.title"/>
            <p:cNvSpPr/>
            <p:nvPr/>
          </p:nvSpPr>
          <p:spPr>
            <a:xfrm>
              <a:off x="914400" y="2400300"/>
              <a:ext cx="30861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Chief Medical Officer · Clinical ops</a:t>
              </a:r>
              <a:endParaRPr lang="en-US" sz="1200" spc="0" kern="0" b="0" i="0" dirty="0">
                <a:solidFill>
                  <a:srgbClr val="070154"/>
                </a:solidFill>
                <a:latin typeface="IBM Plex Sans"/>
                <a:ea typeface="IBM Plex Sans"/>
                <a:cs typeface="IBM Plex Sans"/>
              </a:endParaRPr>
            </a:p>
          </p:txBody>
        </p:sp>
        <p:sp>
          <p:nvSpPr>
            <p:cNvPr id="11" name="node01.body.item-001.bullets.item-001.marker"/>
            <p:cNvSpPr/>
            <p:nvPr/>
          </p:nvSpPr>
          <p:spPr>
            <a:xfrm>
              <a:off x="914400" y="2832100"/>
              <a:ext cx="38100" cy="38100"/>
            </a:xfrm>
            <a:prstGeom prst="rect">
              <a:avLst/>
            </a:prstGeom>
            <a:solidFill>
              <a:srgbClr val="070154"/>
            </a:solidFill>
            <a:ln>
              <a:noFill/>
            </a:ln>
          </p:spPr>
        </p:sp>
        <p:sp>
          <p:nvSpPr>
            <p:cNvPr id="12" name="node01.body.item-001.bullets.item-001.text"/>
            <p:cNvSpPr/>
            <p:nvPr/>
          </p:nvSpPr>
          <p:spPr>
            <a:xfrm>
              <a:off x="1066800" y="2743200"/>
              <a:ext cx="29337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Ask: CEO office holds 45 minutes</a:t>
              </a:r>
              <a:endParaRPr lang="en-US" sz="1200" spc="0" kern="0" b="0" i="0" dirty="0">
                <a:solidFill>
                  <a:srgbClr val="070154"/>
                </a:solidFill>
                <a:latin typeface="IBM Plex Sans"/>
                <a:ea typeface="IBM Plex Sans"/>
                <a:cs typeface="IBM Plex Sans"/>
              </a:endParaRPr>
            </a:p>
          </p:txBody>
        </p:sp>
        <p:sp>
          <p:nvSpPr>
            <p:cNvPr id="13" name="node01.body.item-001.bullets.item-002.marker"/>
            <p:cNvSpPr/>
            <p:nvPr/>
          </p:nvSpPr>
          <p:spPr>
            <a:xfrm>
              <a:off x="914400" y="3098800"/>
              <a:ext cx="38100" cy="38100"/>
            </a:xfrm>
            <a:prstGeom prst="rect">
              <a:avLst/>
            </a:prstGeom>
            <a:solidFill>
              <a:srgbClr val="070154"/>
            </a:solidFill>
            <a:ln>
              <a:noFill/>
            </a:ln>
          </p:spPr>
        </p:sp>
        <p:sp>
          <p:nvSpPr>
            <p:cNvPr id="14" name="node01.body.item-001.bullets.item-002.text"/>
            <p:cNvSpPr/>
            <p:nvPr/>
          </p:nvSpPr>
          <p:spPr>
            <a:xfrm>
              <a:off x="1066800" y="3009900"/>
              <a:ext cx="29337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Open: who owns documentation standards</a:t>
              </a:r>
              <a:endParaRPr lang="en-US" sz="1200" spc="0" kern="0" b="0" i="0" dirty="0">
                <a:solidFill>
                  <a:srgbClr val="070154"/>
                </a:solidFill>
                <a:latin typeface="IBM Plex Sans"/>
                <a:ea typeface="IBM Plex Sans"/>
                <a:cs typeface="IBM Plex Sans"/>
              </a:endParaRPr>
            </a:p>
          </p:txBody>
        </p:sp>
      </p:grpSp>
      <p:grpSp>
        <p:nvGrpSpPr>
          <p:cNvPr id="50" name="node02"/>
          <p:cNvGrpSpPr/>
          <p:nvPr/>
        </p:nvGrpSpPr>
        <p:grpSpPr>
          <a:xfrm>
            <a:off x="4381500" y="2057400"/>
            <a:ext cx="3429000" cy="1676400"/>
            <a:chOff x="4381500" y="2057400"/>
            <a:chExt cx="3429000" cy="1676400"/>
          </a:xfrm>
        </p:grpSpPr>
        <p:sp>
          <p:nvSpPr>
            <p:cNvPr id="15" name="node02.container"/>
            <p:cNvSpPr/>
            <p:nvPr/>
          </p:nvSpPr>
          <p:spPr>
            <a:xfrm>
              <a:off x="4381500" y="2057400"/>
              <a:ext cx="3429000" cy="1676400"/>
            </a:xfrm>
            <a:prstGeom prst="rect">
              <a:avLst/>
            </a:prstGeom>
            <a:solidFill>
              <a:srgbClr val="E8EEF8"/>
            </a:solidFill>
            <a:ln>
              <a:noFill/>
            </a:ln>
          </p:spPr>
        </p:sp>
        <p:sp>
          <p:nvSpPr>
            <p:cNvPr id="16" name="node02.label"/>
            <p:cNvSpPr/>
            <p:nvPr/>
          </p:nvSpPr>
          <p:spPr>
            <a:xfrm>
              <a:off x="4533900" y="2209800"/>
              <a:ext cx="3124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NO RESPONSE · 21 DAYS</a:t>
              </a:r>
              <a:endParaRPr lang="en-US" sz="900" spc="54" kern="0" b="0" i="0" dirty="0">
                <a:solidFill>
                  <a:srgbClr val="0047FF"/>
                </a:solidFill>
                <a:latin typeface="IBM Plex Mono Medium"/>
                <a:ea typeface="IBM Plex Mono Medium"/>
                <a:cs typeface="IBM Plex Mono Medium"/>
              </a:endParaRPr>
            </a:p>
          </p:txBody>
        </p:sp>
        <p:sp>
          <p:nvSpPr>
            <p:cNvPr id="17" name="node02.title"/>
            <p:cNvSpPr/>
            <p:nvPr/>
          </p:nvSpPr>
          <p:spPr>
            <a:xfrm>
              <a:off x="4533900" y="2400300"/>
              <a:ext cx="3124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Patient Access Supervisors</a:t>
              </a:r>
              <a:endParaRPr lang="en-US" sz="1200" spc="0" kern="0" b="0" i="0" dirty="0">
                <a:solidFill>
                  <a:srgbClr val="070154"/>
                </a:solidFill>
                <a:latin typeface="IBM Plex Sans"/>
                <a:ea typeface="IBM Plex Sans"/>
                <a:cs typeface="IBM Plex Sans"/>
              </a:endParaRPr>
            </a:p>
          </p:txBody>
        </p:sp>
        <p:sp>
          <p:nvSpPr>
            <p:cNvPr id="18" name="node02.body.item-001.bullets.item-001.marker"/>
            <p:cNvSpPr/>
            <p:nvPr/>
          </p:nvSpPr>
          <p:spPr>
            <a:xfrm>
              <a:off x="4533900" y="2832100"/>
              <a:ext cx="38100" cy="38100"/>
            </a:xfrm>
            <a:prstGeom prst="rect">
              <a:avLst/>
            </a:prstGeom>
            <a:solidFill>
              <a:srgbClr val="070154"/>
            </a:solidFill>
            <a:ln>
              <a:noFill/>
            </a:ln>
          </p:spPr>
        </p:sp>
        <p:sp>
          <p:nvSpPr>
            <p:cNvPr id="19" name="node02.body.item-001.bullets.item-001.text"/>
            <p:cNvSpPr/>
            <p:nvPr/>
          </p:nvSpPr>
          <p:spPr>
            <a:xfrm>
              <a:off x="4686300" y="27432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Ask: COO releases team for 60 minutes</a:t>
              </a:r>
              <a:endParaRPr lang="en-US" sz="1200" spc="0" kern="0" b="0" i="0" dirty="0">
                <a:solidFill>
                  <a:srgbClr val="070154"/>
                </a:solidFill>
                <a:latin typeface="IBM Plex Sans"/>
                <a:ea typeface="IBM Plex Sans"/>
                <a:cs typeface="IBM Plex Sans"/>
              </a:endParaRPr>
            </a:p>
          </p:txBody>
        </p:sp>
        <p:sp>
          <p:nvSpPr>
            <p:cNvPr id="20" name="node02.body.item-001.bullets.item-002.marker"/>
            <p:cNvSpPr/>
            <p:nvPr/>
          </p:nvSpPr>
          <p:spPr>
            <a:xfrm>
              <a:off x="4533900" y="3098800"/>
              <a:ext cx="38100" cy="38100"/>
            </a:xfrm>
            <a:prstGeom prst="rect">
              <a:avLst/>
            </a:prstGeom>
            <a:solidFill>
              <a:srgbClr val="070154"/>
            </a:solidFill>
            <a:ln>
              <a:noFill/>
            </a:ln>
          </p:spPr>
        </p:sp>
        <p:sp>
          <p:nvSpPr>
            <p:cNvPr id="21" name="node02.body.item-001.bullets.item-002.text"/>
            <p:cNvSpPr/>
            <p:nvPr/>
          </p:nvSpPr>
          <p:spPr>
            <a:xfrm>
              <a:off x="4686300" y="30099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Open: where registration errors are found</a:t>
              </a:r>
              <a:endParaRPr lang="en-US" sz="1200" spc="0" kern="0" b="0" i="0" dirty="0">
                <a:solidFill>
                  <a:srgbClr val="070154"/>
                </a:solidFill>
                <a:latin typeface="IBM Plex Sans"/>
                <a:ea typeface="IBM Plex Sans"/>
                <a:cs typeface="IBM Plex Sans"/>
              </a:endParaRPr>
            </a:p>
          </p:txBody>
        </p:sp>
      </p:grpSp>
      <p:grpSp>
        <p:nvGrpSpPr>
          <p:cNvPr id="51" name="node03"/>
          <p:cNvGrpSpPr/>
          <p:nvPr/>
        </p:nvGrpSpPr>
        <p:grpSpPr>
          <a:xfrm>
            <a:off x="723900" y="3886200"/>
            <a:ext cx="3429000" cy="1828800"/>
            <a:chOff x="723900" y="3886200"/>
            <a:chExt cx="3429000" cy="1828800"/>
          </a:xfrm>
        </p:grpSpPr>
        <p:sp>
          <p:nvSpPr>
            <p:cNvPr id="22" name="node03.container"/>
            <p:cNvSpPr/>
            <p:nvPr/>
          </p:nvSpPr>
          <p:spPr>
            <a:xfrm>
              <a:off x="723900" y="3886200"/>
              <a:ext cx="3429000" cy="1828800"/>
            </a:xfrm>
            <a:prstGeom prst="rect">
              <a:avLst/>
            </a:prstGeom>
            <a:solidFill>
              <a:srgbClr val="E8EEF8"/>
            </a:solidFill>
            <a:ln>
              <a:noFill/>
            </a:ln>
          </p:spPr>
        </p:sp>
        <p:sp>
          <p:nvSpPr>
            <p:cNvPr id="23" name="node03.label"/>
            <p:cNvSpPr/>
            <p:nvPr/>
          </p:nvSpPr>
          <p:spPr>
            <a:xfrm>
              <a:off x="876300" y="4038600"/>
              <a:ext cx="3124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RESCHEDULED · 12 DAYS</a:t>
              </a:r>
              <a:endParaRPr lang="en-US" sz="900" spc="54" kern="0" b="0" i="0" dirty="0">
                <a:solidFill>
                  <a:srgbClr val="0047FF"/>
                </a:solidFill>
                <a:latin typeface="IBM Plex Mono Medium"/>
                <a:ea typeface="IBM Plex Mono Medium"/>
                <a:cs typeface="IBM Plex Mono Medium"/>
              </a:endParaRPr>
            </a:p>
          </p:txBody>
        </p:sp>
        <p:sp>
          <p:nvSpPr>
            <p:cNvPr id="24" name="node03.title"/>
            <p:cNvSpPr/>
            <p:nvPr/>
          </p:nvSpPr>
          <p:spPr>
            <a:xfrm>
              <a:off x="876300" y="4229100"/>
              <a:ext cx="3124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VP Supply Chain · Finance</a:t>
              </a:r>
              <a:endParaRPr lang="en-US" sz="1200" spc="0" kern="0" b="0" i="0" dirty="0">
                <a:solidFill>
                  <a:srgbClr val="070154"/>
                </a:solidFill>
                <a:latin typeface="IBM Plex Sans"/>
                <a:ea typeface="IBM Plex Sans"/>
                <a:cs typeface="IBM Plex Sans"/>
              </a:endParaRPr>
            </a:p>
          </p:txBody>
        </p:sp>
        <p:sp>
          <p:nvSpPr>
            <p:cNvPr id="25" name="node03.body.item-001.bullets.item-001.marker"/>
            <p:cNvSpPr/>
            <p:nvPr/>
          </p:nvSpPr>
          <p:spPr>
            <a:xfrm>
              <a:off x="876300" y="4660900"/>
              <a:ext cx="38100" cy="38100"/>
            </a:xfrm>
            <a:prstGeom prst="rect">
              <a:avLst/>
            </a:prstGeom>
            <a:solidFill>
              <a:srgbClr val="070154"/>
            </a:solidFill>
            <a:ln>
              <a:noFill/>
            </a:ln>
          </p:spPr>
        </p:sp>
        <p:sp>
          <p:nvSpPr>
            <p:cNvPr id="26" name="node03.body.item-001.bullets.item-001.text"/>
            <p:cNvSpPr/>
            <p:nvPr/>
          </p:nvSpPr>
          <p:spPr>
            <a:xfrm>
              <a:off x="1028700" y="45720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Ask: shared Thursday slot</a:t>
              </a:r>
              <a:endParaRPr lang="en-US" sz="1200" spc="0" kern="0" b="0" i="0" dirty="0">
                <a:solidFill>
                  <a:srgbClr val="070154"/>
                </a:solidFill>
                <a:latin typeface="IBM Plex Sans"/>
                <a:ea typeface="IBM Plex Sans"/>
                <a:cs typeface="IBM Plex Sans"/>
              </a:endParaRPr>
            </a:p>
          </p:txBody>
        </p:sp>
        <p:sp>
          <p:nvSpPr>
            <p:cNvPr id="27" name="node03.body.item-001.bullets.item-002.marker"/>
            <p:cNvSpPr/>
            <p:nvPr/>
          </p:nvSpPr>
          <p:spPr>
            <a:xfrm>
              <a:off x="876300" y="4927600"/>
              <a:ext cx="38100" cy="38100"/>
            </a:xfrm>
            <a:prstGeom prst="rect">
              <a:avLst/>
            </a:prstGeom>
            <a:solidFill>
              <a:srgbClr val="070154"/>
            </a:solidFill>
            <a:ln>
              <a:noFill/>
            </a:ln>
          </p:spPr>
        </p:sp>
        <p:sp>
          <p:nvSpPr>
            <p:cNvPr id="28" name="node03.body.item-001.bullets.item-002.text"/>
            <p:cNvSpPr/>
            <p:nvPr/>
          </p:nvSpPr>
          <p:spPr>
            <a:xfrm>
              <a:off x="1028700" y="48387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Open: spend outside contracts</a:t>
              </a:r>
              <a:endParaRPr lang="en-US" sz="1200" spc="0" kern="0" b="0" i="0" dirty="0">
                <a:solidFill>
                  <a:srgbClr val="070154"/>
                </a:solidFill>
                <a:latin typeface="IBM Plex Sans"/>
                <a:ea typeface="IBM Plex Sans"/>
                <a:cs typeface="IBM Plex Sans"/>
              </a:endParaRPr>
            </a:p>
          </p:txBody>
        </p:sp>
      </p:grpSp>
      <p:grpSp>
        <p:nvGrpSpPr>
          <p:cNvPr id="52" name="node04"/>
          <p:cNvGrpSpPr/>
          <p:nvPr/>
        </p:nvGrpSpPr>
        <p:grpSpPr>
          <a:xfrm>
            <a:off x="4381500" y="3886200"/>
            <a:ext cx="3429000" cy="1828800"/>
            <a:chOff x="4381500" y="3886200"/>
            <a:chExt cx="3429000" cy="1828800"/>
          </a:xfrm>
        </p:grpSpPr>
        <p:sp>
          <p:nvSpPr>
            <p:cNvPr id="29" name="node04.container"/>
            <p:cNvSpPr/>
            <p:nvPr/>
          </p:nvSpPr>
          <p:spPr>
            <a:xfrm>
              <a:off x="4381500" y="3886200"/>
              <a:ext cx="3429000" cy="1828800"/>
            </a:xfrm>
            <a:prstGeom prst="rect">
              <a:avLst/>
            </a:prstGeom>
            <a:solidFill>
              <a:srgbClr val="E8EEF8"/>
            </a:solidFill>
            <a:ln>
              <a:noFill/>
            </a:ln>
          </p:spPr>
        </p:sp>
        <p:sp>
          <p:nvSpPr>
            <p:cNvPr id="30" name="node04.label"/>
            <p:cNvSpPr/>
            <p:nvPr/>
          </p:nvSpPr>
          <p:spPr>
            <a:xfrm>
              <a:off x="4533900" y="4038600"/>
              <a:ext cx="3124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RESCHEDULED · 9 DAYS</a:t>
              </a:r>
              <a:endParaRPr lang="en-US" sz="900" spc="54" kern="0" b="0" i="0" dirty="0">
                <a:solidFill>
                  <a:srgbClr val="0047FF"/>
                </a:solidFill>
                <a:latin typeface="IBM Plex Mono Medium"/>
                <a:ea typeface="IBM Plex Mono Medium"/>
                <a:cs typeface="IBM Plex Mono Medium"/>
              </a:endParaRPr>
            </a:p>
          </p:txBody>
        </p:sp>
        <p:sp>
          <p:nvSpPr>
            <p:cNvPr id="31" name="node04.title"/>
            <p:cNvSpPr/>
            <p:nvPr/>
          </p:nvSpPr>
          <p:spPr>
            <a:xfrm>
              <a:off x="4533900" y="4229100"/>
              <a:ext cx="3124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Chief Digital Officer · IT</a:t>
              </a:r>
              <a:endParaRPr lang="en-US" sz="1200" spc="0" kern="0" b="0" i="0" dirty="0">
                <a:solidFill>
                  <a:srgbClr val="070154"/>
                </a:solidFill>
                <a:latin typeface="IBM Plex Sans"/>
                <a:ea typeface="IBM Plex Sans"/>
                <a:cs typeface="IBM Plex Sans"/>
              </a:endParaRPr>
            </a:p>
          </p:txBody>
        </p:sp>
        <p:sp>
          <p:nvSpPr>
            <p:cNvPr id="32" name="node04.body.item-001.bullets.item-001.marker"/>
            <p:cNvSpPr/>
            <p:nvPr/>
          </p:nvSpPr>
          <p:spPr>
            <a:xfrm>
              <a:off x="4533900" y="4660900"/>
              <a:ext cx="38100" cy="38100"/>
            </a:xfrm>
            <a:prstGeom prst="rect">
              <a:avLst/>
            </a:prstGeom>
            <a:solidFill>
              <a:srgbClr val="070154"/>
            </a:solidFill>
            <a:ln>
              <a:noFill/>
            </a:ln>
          </p:spPr>
        </p:sp>
        <p:sp>
          <p:nvSpPr>
            <p:cNvPr id="33" name="node04.body.item-001.bullets.item-001.text"/>
            <p:cNvSpPr/>
            <p:nvPr/>
          </p:nvSpPr>
          <p:spPr>
            <a:xfrm>
              <a:off x="4686300" y="45720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Ask: sponsor note on priority</a:t>
              </a:r>
              <a:endParaRPr lang="en-US" sz="1200" spc="0" kern="0" b="0" i="0" dirty="0">
                <a:solidFill>
                  <a:srgbClr val="070154"/>
                </a:solidFill>
                <a:latin typeface="IBM Plex Sans"/>
                <a:ea typeface="IBM Plex Sans"/>
                <a:cs typeface="IBM Plex Sans"/>
              </a:endParaRPr>
            </a:p>
          </p:txBody>
        </p:sp>
        <p:sp>
          <p:nvSpPr>
            <p:cNvPr id="34" name="node04.body.item-001.bullets.item-002.marker"/>
            <p:cNvSpPr/>
            <p:nvPr/>
          </p:nvSpPr>
          <p:spPr>
            <a:xfrm>
              <a:off x="4533900" y="4927600"/>
              <a:ext cx="38100" cy="38100"/>
            </a:xfrm>
            <a:prstGeom prst="rect">
              <a:avLst/>
            </a:prstGeom>
            <a:solidFill>
              <a:srgbClr val="070154"/>
            </a:solidFill>
            <a:ln>
              <a:noFill/>
            </a:ln>
          </p:spPr>
        </p:sp>
        <p:sp>
          <p:nvSpPr>
            <p:cNvPr id="35" name="node04.body.item-001.bullets.item-002.text"/>
            <p:cNvSpPr/>
            <p:nvPr/>
          </p:nvSpPr>
          <p:spPr>
            <a:xfrm>
              <a:off x="4686300" y="48387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Open: platform roadmap fit</a:t>
              </a:r>
              <a:endParaRPr lang="en-US" sz="1200" spc="0" kern="0" b="0" i="0" dirty="0">
                <a:solidFill>
                  <a:srgbClr val="070154"/>
                </a:solidFill>
                <a:latin typeface="IBM Plex Sans"/>
                <a:ea typeface="IBM Plex Sans"/>
                <a:cs typeface="IBM Plex Sans"/>
              </a:endParaRPr>
            </a:p>
          </p:txBody>
        </p:sp>
      </p:grpSp>
      <p:grpSp>
        <p:nvGrpSpPr>
          <p:cNvPr id="53" name="node05"/>
          <p:cNvGrpSpPr/>
          <p:nvPr/>
        </p:nvGrpSpPr>
        <p:grpSpPr>
          <a:xfrm>
            <a:off x="8039100" y="457200"/>
            <a:ext cx="3429000" cy="954850"/>
            <a:chOff x="8039100" y="457200"/>
            <a:chExt cx="3429000" cy="954850"/>
          </a:xfrm>
        </p:grpSpPr>
        <p:sp>
          <p:nvSpPr>
            <p:cNvPr id="36" name="node05.value"/>
            <p:cNvSpPr/>
            <p:nvPr/>
          </p:nvSpPr>
          <p:spPr>
            <a:xfrm>
              <a:off x="8039100" y="457200"/>
              <a:ext cx="3429000" cy="611950"/>
            </a:xfrm>
            <a:prstGeom prst="rect">
              <a:avLst/>
            </a:prstGeom>
            <a:noFill/>
            <a:ln/>
          </p:spPr>
          <p:txBody>
            <a:bodyPr wrap="square" lIns="0" tIns="0" rIns="0" bIns="0" rtlCol="0" anchor="t"/>
            <a:lstStyle/>
            <a:p>
              <a:pPr algn="l" indent="0" marL="0">
                <a:lnSpc>
                  <a:spcPts val="4800"/>
                </a:lnSpc>
                <a:buNone/>
              </a:pPr>
              <a:r>
                <a:rPr lang="en-US" sz="4800" spc="-96" kern="0" b="0" i="0" dirty="0">
                  <a:solidFill>
                    <a:srgbClr val="070154"/>
                  </a:solidFill>
                  <a:latin typeface="IBM Plex Mono SemiBold"/>
                  <a:ea typeface="IBM Plex Mono SemiBold"/>
                  <a:cs typeface="IBM Plex Mono SemiBold"/>
                </a:rPr>
                <a:t>19 days</a:t>
              </a:r>
              <a:endParaRPr lang="en-US" sz="4800" spc="-96" kern="0" b="0" i="0" dirty="0">
                <a:solidFill>
                  <a:srgbClr val="070154"/>
                </a:solidFill>
                <a:latin typeface="IBM Plex Mono SemiBold"/>
                <a:ea typeface="IBM Plex Mono SemiBold"/>
                <a:cs typeface="IBM Plex Mono SemiBold"/>
              </a:endParaRPr>
            </a:p>
          </p:txBody>
        </p:sp>
        <p:sp>
          <p:nvSpPr>
            <p:cNvPr id="37" name="node05.label"/>
            <p:cNvSpPr/>
            <p:nvPr/>
          </p:nvSpPr>
          <p:spPr>
            <a:xfrm>
              <a:off x="8039100" y="1145350"/>
              <a:ext cx="34290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average wait across the four</a:t>
              </a:r>
              <a:endParaRPr lang="en-US" sz="1400" spc="0" kern="0" b="0" i="0" dirty="0">
                <a:solidFill>
                  <a:srgbClr val="50658E"/>
                </a:solidFill>
                <a:latin typeface="IBM Plex Sans"/>
                <a:ea typeface="IBM Plex Sans"/>
                <a:cs typeface="IBM Plex Sans"/>
              </a:endParaRPr>
            </a:p>
          </p:txBody>
        </p:sp>
      </p:grpSp>
      <p:grpSp>
        <p:nvGrpSpPr>
          <p:cNvPr id="54" name="node06"/>
          <p:cNvGrpSpPr/>
          <p:nvPr/>
        </p:nvGrpSpPr>
        <p:grpSpPr>
          <a:xfrm>
            <a:off x="8039100" y="1600200"/>
            <a:ext cx="3429000" cy="1907350"/>
            <a:chOff x="8039100" y="1600200"/>
            <a:chExt cx="3429000" cy="1907350"/>
          </a:xfrm>
        </p:grpSpPr>
        <p:sp>
          <p:nvSpPr>
            <p:cNvPr id="38" name="node06.container"/>
            <p:cNvSpPr/>
            <p:nvPr/>
          </p:nvSpPr>
          <p:spPr>
            <a:xfrm>
              <a:off x="8039100" y="1600200"/>
              <a:ext cx="3429000" cy="1907350"/>
            </a:xfrm>
            <a:prstGeom prst="rect">
              <a:avLst/>
            </a:prstGeom>
            <a:solidFill>
              <a:srgbClr val="F900D3"/>
            </a:solidFill>
            <a:ln>
              <a:noFill/>
            </a:ln>
          </p:spPr>
        </p:sp>
        <p:sp>
          <p:nvSpPr>
            <p:cNvPr id="39" name="node06.eyebrow"/>
            <p:cNvSpPr/>
            <p:nvPr/>
          </p:nvSpPr>
          <p:spPr>
            <a:xfrm>
              <a:off x="8267700" y="1828800"/>
              <a:ext cx="29718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70154"/>
                  </a:solidFill>
                  <a:latin typeface="IBM Plex Mono SemiBold"/>
                  <a:ea typeface="IBM Plex Mono SemiBold"/>
                  <a:cs typeface="IBM Plex Mono SemiBold"/>
                </a:rPr>
                <a:t>RISK IF UNRESOLVED</a:t>
              </a:r>
              <a:endParaRPr lang="en-US" sz="1000" spc="80" kern="0" b="0" i="0" dirty="0">
                <a:solidFill>
                  <a:srgbClr val="070154"/>
                </a:solidFill>
                <a:latin typeface="IBM Plex Mono SemiBold"/>
                <a:ea typeface="IBM Plex Mono SemiBold"/>
                <a:cs typeface="IBM Plex Mono SemiBold"/>
              </a:endParaRPr>
            </a:p>
          </p:txBody>
        </p:sp>
        <p:sp>
          <p:nvSpPr>
            <p:cNvPr id="40" name="node06.metric.value"/>
            <p:cNvSpPr/>
            <p:nvPr/>
          </p:nvSpPr>
          <p:spPr>
            <a:xfrm>
              <a:off x="8267700" y="2057400"/>
              <a:ext cx="2971800" cy="611950"/>
            </a:xfrm>
            <a:prstGeom prst="rect">
              <a:avLst/>
            </a:prstGeom>
            <a:noFill/>
            <a:ln/>
          </p:spPr>
          <p:txBody>
            <a:bodyPr wrap="square" lIns="0" tIns="0" rIns="0" bIns="0" rtlCol="0" anchor="t"/>
            <a:lstStyle/>
            <a:p>
              <a:pPr algn="l" indent="0" marL="0">
                <a:lnSpc>
                  <a:spcPts val="4800"/>
                </a:lnSpc>
                <a:buNone/>
              </a:pPr>
              <a:r>
                <a:rPr lang="en-US" sz="4800" spc="-96" kern="0" b="0" i="0" dirty="0">
                  <a:solidFill>
                    <a:srgbClr val="FFFFFF"/>
                  </a:solidFill>
                  <a:latin typeface="IBM Plex Mono SemiBold"/>
                  <a:ea typeface="IBM Plex Mono SemiBold"/>
                  <a:cs typeface="IBM Plex Mono SemiBold"/>
                </a:rPr>
                <a:t>2</a:t>
              </a:r>
              <a:endParaRPr lang="en-US" sz="4800" spc="-96" kern="0" b="0" i="0" dirty="0">
                <a:solidFill>
                  <a:srgbClr val="FFFFFF"/>
                </a:solidFill>
                <a:latin typeface="IBM Plex Mono SemiBold"/>
                <a:ea typeface="IBM Plex Mono SemiBold"/>
                <a:cs typeface="IBM Plex Mono SemiBold"/>
              </a:endParaRPr>
            </a:p>
          </p:txBody>
        </p:sp>
        <p:sp>
          <p:nvSpPr>
            <p:cNvPr id="41" name="node06.metric.label"/>
            <p:cNvSpPr/>
            <p:nvPr/>
          </p:nvSpPr>
          <p:spPr>
            <a:xfrm>
              <a:off x="8267700" y="2745550"/>
              <a:ext cx="29718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findings stay unvalidated at the readout on Nov 3.</a:t>
              </a:r>
              <a:endParaRPr lang="en-US" sz="1400" spc="0" kern="0" b="0" i="0" dirty="0">
                <a:solidFill>
                  <a:srgbClr val="070154"/>
                </a:solidFill>
                <a:latin typeface="IBM Plex Sans"/>
                <a:ea typeface="IBM Plex Sans"/>
                <a:cs typeface="IBM Plex Sans"/>
              </a:endParaRPr>
            </a:p>
          </p:txBody>
        </p:sp>
      </p:grpSp>
      <p:grpSp>
        <p:nvGrpSpPr>
          <p:cNvPr id="55" name="node07"/>
          <p:cNvGrpSpPr/>
          <p:nvPr/>
        </p:nvGrpSpPr>
        <p:grpSpPr>
          <a:xfrm>
            <a:off x="8039100" y="3886200"/>
            <a:ext cx="3429000" cy="152400"/>
            <a:chOff x="8039100" y="3886200"/>
            <a:chExt cx="3429000" cy="152400"/>
          </a:xfrm>
        </p:grpSpPr>
        <p:sp>
          <p:nvSpPr>
            <p:cNvPr id="42" name="node07.label"/>
            <p:cNvSpPr/>
            <p:nvPr/>
          </p:nvSpPr>
          <p:spPr>
            <a:xfrm>
              <a:off x="8039100" y="3886200"/>
              <a:ext cx="3429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ASKS THIS WEEK</a:t>
              </a:r>
              <a:endParaRPr lang="en-US" sz="900" spc="54" kern="0" b="0" i="0" dirty="0">
                <a:solidFill>
                  <a:srgbClr val="0047FF"/>
                </a:solidFill>
                <a:latin typeface="IBM Plex Mono Medium"/>
                <a:ea typeface="IBM Plex Mono Medium"/>
                <a:cs typeface="IBM Plex Mono Medium"/>
              </a:endParaRPr>
            </a:p>
          </p:txBody>
        </p:sp>
      </p:grpSp>
      <p:grpSp>
        <p:nvGrpSpPr>
          <p:cNvPr id="56" name="node08"/>
          <p:cNvGrpSpPr/>
          <p:nvPr/>
        </p:nvGrpSpPr>
        <p:grpSpPr>
          <a:xfrm>
            <a:off x="8039100" y="4191000"/>
            <a:ext cx="3429000" cy="762000"/>
            <a:chOff x="8039100" y="4191000"/>
            <a:chExt cx="3429000" cy="762000"/>
          </a:xfrm>
        </p:grpSpPr>
        <p:sp>
          <p:nvSpPr>
            <p:cNvPr id="43" name="node08.source-001.bullet"/>
            <p:cNvSpPr/>
            <p:nvPr/>
          </p:nvSpPr>
          <p:spPr>
            <a:xfrm>
              <a:off x="8039100" y="4279900"/>
              <a:ext cx="38100" cy="38100"/>
            </a:xfrm>
            <a:prstGeom prst="rect">
              <a:avLst/>
            </a:prstGeom>
            <a:solidFill>
              <a:srgbClr val="070154"/>
            </a:solidFill>
            <a:ln>
              <a:noFill/>
            </a:ln>
          </p:spPr>
        </p:sp>
        <p:sp>
          <p:nvSpPr>
            <p:cNvPr id="44" name="node08.source-001.text"/>
            <p:cNvSpPr/>
            <p:nvPr/>
          </p:nvSpPr>
          <p:spPr>
            <a:xfrm>
              <a:off x="8191500" y="41910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CEO office: 45 minutes for the CMO</a:t>
              </a:r>
              <a:endParaRPr lang="en-US" sz="1200" spc="0" kern="0" b="0" i="0" dirty="0">
                <a:solidFill>
                  <a:srgbClr val="070154"/>
                </a:solidFill>
                <a:latin typeface="IBM Plex Sans"/>
                <a:ea typeface="IBM Plex Sans"/>
                <a:cs typeface="IBM Plex Sans"/>
              </a:endParaRPr>
            </a:p>
          </p:txBody>
        </p:sp>
        <p:sp>
          <p:nvSpPr>
            <p:cNvPr id="45" name="node08.source-002.bullet"/>
            <p:cNvSpPr/>
            <p:nvPr/>
          </p:nvSpPr>
          <p:spPr>
            <a:xfrm>
              <a:off x="8039100" y="4546600"/>
              <a:ext cx="38100" cy="38100"/>
            </a:xfrm>
            <a:prstGeom prst="rect">
              <a:avLst/>
            </a:prstGeom>
            <a:solidFill>
              <a:srgbClr val="070154"/>
            </a:solidFill>
            <a:ln>
              <a:noFill/>
            </a:ln>
          </p:spPr>
        </p:sp>
        <p:sp>
          <p:nvSpPr>
            <p:cNvPr id="46" name="node08.source-002.text"/>
            <p:cNvSpPr/>
            <p:nvPr/>
          </p:nvSpPr>
          <p:spPr>
            <a:xfrm>
              <a:off x="8191500" y="44577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COO: release registrars for 60 minutes</a:t>
              </a:r>
              <a:endParaRPr lang="en-US" sz="1200" spc="0" kern="0" b="0" i="0" dirty="0">
                <a:solidFill>
                  <a:srgbClr val="070154"/>
                </a:solidFill>
                <a:latin typeface="IBM Plex Sans"/>
                <a:ea typeface="IBM Plex Sans"/>
                <a:cs typeface="IBM Plex Sans"/>
              </a:endParaRPr>
            </a:p>
          </p:txBody>
        </p:sp>
        <p:sp>
          <p:nvSpPr>
            <p:cNvPr id="47" name="node08.source-003.bullet"/>
            <p:cNvSpPr/>
            <p:nvPr/>
          </p:nvSpPr>
          <p:spPr>
            <a:xfrm>
              <a:off x="8039100" y="4813300"/>
              <a:ext cx="38100" cy="38100"/>
            </a:xfrm>
            <a:prstGeom prst="rect">
              <a:avLst/>
            </a:prstGeom>
            <a:solidFill>
              <a:srgbClr val="070154"/>
            </a:solidFill>
            <a:ln>
              <a:noFill/>
            </a:ln>
          </p:spPr>
        </p:sp>
        <p:sp>
          <p:nvSpPr>
            <p:cNvPr id="48" name="node08.source-003.text"/>
            <p:cNvSpPr/>
            <p:nvPr/>
          </p:nvSpPr>
          <p:spPr>
            <a:xfrm>
              <a:off x="8191500" y="47244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CFO: route the board chair request</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ource-231">
    <p:spTree>
      <p:nvGrpSpPr>
        <p:cNvPr id="1" name=""/>
        <p:cNvGrpSpPr/>
        <p:nvPr/>
      </p:nvGrpSpPr>
      <p:grpSpPr>
        <a:xfrm>
          <a:off x="0" y="0"/>
          <a:ext cx="0" cy="0"/>
          <a:chOff x="0" y="0"/>
          <a:chExt cx="0" cy="0"/>
        </a:xfrm>
      </p:grpSpPr>
      <p:sp>
        <p:nvSpPr>
          <p:cNvPr id="3" name="eyebrow"/>
          <p:cNvSpPr/>
          <p:nvPr/>
        </p:nvSpPr>
        <p:spPr>
          <a:xfrm>
            <a:off x="723900" y="457200"/>
            <a:ext cx="70866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STAKEHOLDER INTERVIEWS</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7086600" cy="11430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Three stakeholders have waited more than ten days</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70866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Sample names for layout only; replace with engagement stakeholders before use.</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FFFFFF"/>
                </a:solidFill>
                <a:latin typeface="IBM Plex Mono SemiBold"/>
                <a:ea typeface="IBM Plex Mono SemiBold"/>
                <a:cs typeface="IBM Plex Mono SemiBold"/>
              </a:rPr>
              <a:t>63</a:t>
            </a:fld>
            <a:endParaRPr lang="en-US" sz="700" spc="0" kern="0" b="0" i="0" dirty="0">
              <a:solidFill>
                <a:srgbClr val="FFFFFF"/>
              </a:solidFill>
              <a:latin typeface="IBM Plex Mono SemiBold"/>
              <a:ea typeface="IBM Plex Mono SemiBold"/>
              <a:cs typeface="IBM Plex Mono SemiBold"/>
            </a:endParaRPr>
          </a:p>
        </p:txBody>
      </p:sp>
      <p:grpSp>
        <p:nvGrpSpPr>
          <p:cNvPr id="25" name="node01"/>
          <p:cNvGrpSpPr/>
          <p:nvPr/>
        </p:nvGrpSpPr>
        <p:grpSpPr>
          <a:xfrm>
            <a:off x="723900" y="2057400"/>
            <a:ext cx="7086600" cy="3403600"/>
            <a:chOff x="723900" y="2057400"/>
            <a:chExt cx="7086600" cy="3403600"/>
          </a:xfrm>
        </p:grpSpPr>
        <p:graphicFrame>
          <p:nvGraphicFramePr>
            <p:cNvPr id="7" name="node01.native"/>
            <p:cNvGraphicFramePr>
              <a:graphicFrameLocks noGrp="1"/>
            </p:cNvGraphicFramePr>
            <p:nvPr>
              <p:extLst>
                <p:ext uri="{D42A27DB-BD31-4B8C-83A1-F6EECF244321}">
                  <p14:modId xmlns:p14="http://schemas.microsoft.com/office/powerpoint/2010/main" val="1579011935"/>
                </p:ext>
              </p:extLst>
            </p:nvPr>
          </p:nvGraphicFramePr>
          <p:xfrm>
            <a:off x="723900" y="2057400"/>
            <a:ext cx="7086600" cy="3403600"/>
          </p:xfrm>
          <a:graphic>
            <a:graphicData uri="http://schemas.openxmlformats.org/drawingml/2006/table">
              <a:tbl>
                <a:tblPr/>
                <a:tblGrid>
                  <a:gridCol w="2286000"/>
                  <a:gridCol w="1524000"/>
                  <a:gridCol w="609600"/>
                  <a:gridCol w="2667000"/>
                </a:tblGrid>
                <a:tr h="355600">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STAKEHOLDER</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STATUS</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r"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DAYS</a:t>
                        </a:r>
                        <a:endParaRPr lang="en-US" sz="900" spc="54" kern="0" b="0" i="0" dirty="0">
                          <a:solidFill>
                            <a:srgbClr val="FFFFFF"/>
                          </a:solidFill>
                          <a:latin typeface="IBM Plex Mono SemiBold"/>
                          <a:ea typeface="IBM Plex Mono SemiBold"/>
                          <a:cs typeface="IBM Plex Mono SemiBold"/>
                        </a:endParaRPr>
                      </a:p>
                    </a:txBody>
                    <a:tcPr marL="76200" marR="762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REASON</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r>
                <a:tr h="508000">
                  <a:tc>
                    <a:txBody>
                      <a:bodyPr wrap="square" anchor="ctr" lIns="0" rIns="0" tIns="0" bIns="0">
                        <a:noAutofit/>
                      </a:bodyPr>
                      <a:lstStyle/>
                      <a:p>
                        <a:pPr algn="l" marL="0" indent="0">
                          <a:lnSpc>
                            <a:spcPts val="1800"/>
                          </a:lnSpc>
                          <a:spcBef>
                            <a:spcPts val="0"/>
                          </a:spcBef>
                          <a:spcAft>
                            <a:spcPts val="20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Chief Medical Officer</a:t>
                        </a:r>
                        <a:endParaRPr lang="en-US" sz="1200" spc="0" kern="0" b="0" i="0" dirty="0">
                          <a:solidFill>
                            <a:srgbClr val="070154"/>
                          </a:solidFill>
                          <a:latin typeface="IBM Plex Sans SemiBold"/>
                          <a:ea typeface="IBM Plex Sans SemiBold"/>
                          <a:cs typeface="IBM Plex Sans SemiBold"/>
                        </a:endParaRPr>
                      </a:p>
                      <a:p>
                        <a:pPr algn="l" marL="0" indent="0">
                          <a:lnSpc>
                            <a:spcPts val="1800"/>
                          </a:lnSpc>
                          <a:spcBef>
                            <a:spcPts val="0"/>
                          </a:spcBef>
                          <a:spcAft>
                            <a:spcPts val="0"/>
                          </a:spcAft>
                          <a:buNone/>
                          <a:defRPr lang="en-US" sz="1200" spc="0" kern="0" b="0" i="0" dirty="0">
                            <a:solidFill>
                              <a:srgbClr val="50658E"/>
                            </a:solidFill>
                            <a:latin typeface="IBM Plex Sans"/>
                            <a:ea typeface="IBM Plex Sans"/>
                            <a:cs typeface="IBM Plex Sans"/>
                          </a:defRPr>
                        </a:pPr>
                        <a:r>
                          <a:rPr lang="en-US" sz="1200" spc="0" kern="0" b="0" i="0" dirty="0">
                            <a:solidFill>
                              <a:srgbClr val="50658E"/>
                            </a:solidFill>
                            <a:latin typeface="IBM Plex Sans"/>
                            <a:ea typeface="IBM Plex Sans"/>
                            <a:cs typeface="IBM Plex Sans"/>
                          </a:rPr>
                          <a:t xml:space="preserve">Clinical ops</a:t>
                        </a:r>
                        <a:endParaRPr lang="en-US" sz="1200" spc="0" kern="0" b="0" i="0" dirty="0">
                          <a:solidFill>
                            <a:srgbClr val="50658E"/>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Blocked</a:t>
                        </a:r>
                        <a:endParaRPr lang="en-US" sz="1200" spc="0" kern="0" b="0" i="0" dirty="0">
                          <a:solidFill>
                            <a:srgbClr val="070154"/>
                          </a:solidFill>
                          <a:latin typeface="IBM Plex Sans"/>
                          <a:ea typeface="IBM Plex Sans"/>
                          <a:cs typeface="IBM Plex Sans"/>
                        </a:endParaRPr>
                      </a:p>
                    </a:txBody>
                    <a:tcPr marL="330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34</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Calendar blocked by assistant</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508000">
                  <a:tc>
                    <a:txBody>
                      <a:bodyPr wrap="square" anchor="ctr" lIns="0" rIns="0" tIns="0" bIns="0">
                        <a:noAutofit/>
                      </a:bodyPr>
                      <a:lstStyle/>
                      <a:p>
                        <a:pPr algn="l" marL="0" indent="0">
                          <a:lnSpc>
                            <a:spcPts val="1800"/>
                          </a:lnSpc>
                          <a:spcBef>
                            <a:spcPts val="0"/>
                          </a:spcBef>
                          <a:spcAft>
                            <a:spcPts val="20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Patient Access Supervisors</a:t>
                        </a:r>
                        <a:endParaRPr lang="en-US" sz="1200" spc="0" kern="0" b="0" i="0" dirty="0">
                          <a:solidFill>
                            <a:srgbClr val="070154"/>
                          </a:solidFill>
                          <a:latin typeface="IBM Plex Sans SemiBold"/>
                          <a:ea typeface="IBM Plex Sans SemiBold"/>
                          <a:cs typeface="IBM Plex Sans SemiBold"/>
                        </a:endParaRPr>
                      </a:p>
                      <a:p>
                        <a:pPr algn="l" marL="0" indent="0">
                          <a:lnSpc>
                            <a:spcPts val="1800"/>
                          </a:lnSpc>
                          <a:spcBef>
                            <a:spcPts val="0"/>
                          </a:spcBef>
                          <a:spcAft>
                            <a:spcPts val="0"/>
                          </a:spcAft>
                          <a:buNone/>
                          <a:defRPr lang="en-US" sz="1200" spc="0" kern="0" b="0" i="0" dirty="0">
                            <a:solidFill>
                              <a:srgbClr val="50658E"/>
                            </a:solidFill>
                            <a:latin typeface="IBM Plex Sans"/>
                            <a:ea typeface="IBM Plex Sans"/>
                            <a:cs typeface="IBM Plex Sans"/>
                          </a:defRPr>
                        </a:pPr>
                        <a:r>
                          <a:rPr lang="en-US" sz="1200" spc="0" kern="0" b="0" i="0" dirty="0">
                            <a:solidFill>
                              <a:srgbClr val="50658E"/>
                            </a:solidFill>
                            <a:latin typeface="IBM Plex Sans"/>
                            <a:ea typeface="IBM Plex Sans"/>
                            <a:cs typeface="IBM Plex Sans"/>
                          </a:rPr>
                          <a:t xml:space="preserve">Patient access</a:t>
                        </a:r>
                        <a:endParaRPr lang="en-US" sz="1200" spc="0" kern="0" b="0" i="0" dirty="0">
                          <a:solidFill>
                            <a:srgbClr val="50658E"/>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No response</a:t>
                        </a:r>
                        <a:endParaRPr lang="en-US" sz="1200" spc="0" kern="0" b="0" i="0" dirty="0">
                          <a:solidFill>
                            <a:srgbClr val="070154"/>
                          </a:solidFill>
                          <a:latin typeface="IBM Plex Sans"/>
                          <a:ea typeface="IBM Plex Sans"/>
                          <a:cs typeface="IBM Plex Sans"/>
                        </a:endParaRPr>
                      </a:p>
                    </a:txBody>
                    <a:tcPr marL="330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21</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No reply to three emails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508000">
                  <a:tc>
                    <a:txBody>
                      <a:bodyPr wrap="square" anchor="ctr" lIns="0" rIns="0" tIns="0" bIns="0">
                        <a:noAutofit/>
                      </a:bodyPr>
                      <a:lstStyle/>
                      <a:p>
                        <a:pPr algn="l" marL="0" indent="0">
                          <a:lnSpc>
                            <a:spcPts val="1800"/>
                          </a:lnSpc>
                          <a:spcBef>
                            <a:spcPts val="0"/>
                          </a:spcBef>
                          <a:spcAft>
                            <a:spcPts val="20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VP Supply Chain</a:t>
                        </a:r>
                        <a:endParaRPr lang="en-US" sz="1200" spc="0" kern="0" b="0" i="0" dirty="0">
                          <a:solidFill>
                            <a:srgbClr val="070154"/>
                          </a:solidFill>
                          <a:latin typeface="IBM Plex Sans SemiBold"/>
                          <a:ea typeface="IBM Plex Sans SemiBold"/>
                          <a:cs typeface="IBM Plex Sans SemiBold"/>
                        </a:endParaRPr>
                      </a:p>
                      <a:p>
                        <a:pPr algn="l" marL="0" indent="0">
                          <a:lnSpc>
                            <a:spcPts val="1800"/>
                          </a:lnSpc>
                          <a:spcBef>
                            <a:spcPts val="0"/>
                          </a:spcBef>
                          <a:spcAft>
                            <a:spcPts val="0"/>
                          </a:spcAft>
                          <a:buNone/>
                          <a:defRPr lang="en-US" sz="1200" spc="0" kern="0" b="0" i="0" dirty="0">
                            <a:solidFill>
                              <a:srgbClr val="50658E"/>
                            </a:solidFill>
                            <a:latin typeface="IBM Plex Sans"/>
                            <a:ea typeface="IBM Plex Sans"/>
                            <a:cs typeface="IBM Plex Sans"/>
                          </a:defRPr>
                        </a:pPr>
                        <a:r>
                          <a:rPr lang="en-US" sz="1200" spc="0" kern="0" b="0" i="0" dirty="0">
                            <a:solidFill>
                              <a:srgbClr val="50658E"/>
                            </a:solidFill>
                            <a:latin typeface="IBM Plex Sans"/>
                            <a:ea typeface="IBM Plex Sans"/>
                            <a:cs typeface="IBM Plex Sans"/>
                          </a:rPr>
                          <a:t xml:space="preserve">Finance</a:t>
                        </a:r>
                        <a:endParaRPr lang="en-US" sz="1200" spc="0" kern="0" b="0" i="0" dirty="0">
                          <a:solidFill>
                            <a:srgbClr val="50658E"/>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Rescheduled</a:t>
                        </a:r>
                        <a:endParaRPr lang="en-US" sz="1200" spc="0" kern="0" b="0" i="0" dirty="0">
                          <a:solidFill>
                            <a:srgbClr val="070154"/>
                          </a:solidFill>
                          <a:latin typeface="IBM Plex Sans"/>
                          <a:ea typeface="IBM Plex Sans"/>
                          <a:cs typeface="IBM Plex Sans"/>
                        </a:endParaRPr>
                      </a:p>
                    </a:txBody>
                    <a:tcPr marL="330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12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Rescheduled twice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508000">
                  <a:tc>
                    <a:txBody>
                      <a:bodyPr wrap="square" anchor="ctr" lIns="0" rIns="0" tIns="0" bIns="0">
                        <a:noAutofit/>
                      </a:bodyPr>
                      <a:lstStyle/>
                      <a:p>
                        <a:pPr algn="l" marL="0" indent="0">
                          <a:lnSpc>
                            <a:spcPts val="1800"/>
                          </a:lnSpc>
                          <a:spcBef>
                            <a:spcPts val="0"/>
                          </a:spcBef>
                          <a:spcAft>
                            <a:spcPts val="20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Chief Digital Officer</a:t>
                        </a:r>
                        <a:endParaRPr lang="en-US" sz="1200" spc="0" kern="0" b="0" i="0" dirty="0">
                          <a:solidFill>
                            <a:srgbClr val="070154"/>
                          </a:solidFill>
                          <a:latin typeface="IBM Plex Sans SemiBold"/>
                          <a:ea typeface="IBM Plex Sans SemiBold"/>
                          <a:cs typeface="IBM Plex Sans SemiBold"/>
                        </a:endParaRPr>
                      </a:p>
                      <a:p>
                        <a:pPr algn="l" marL="0" indent="0">
                          <a:lnSpc>
                            <a:spcPts val="1800"/>
                          </a:lnSpc>
                          <a:spcBef>
                            <a:spcPts val="0"/>
                          </a:spcBef>
                          <a:spcAft>
                            <a:spcPts val="0"/>
                          </a:spcAft>
                          <a:buNone/>
                          <a:defRPr lang="en-US" sz="1200" spc="0" kern="0" b="0" i="0" dirty="0">
                            <a:solidFill>
                              <a:srgbClr val="50658E"/>
                            </a:solidFill>
                            <a:latin typeface="IBM Plex Sans"/>
                            <a:ea typeface="IBM Plex Sans"/>
                            <a:cs typeface="IBM Plex Sans"/>
                          </a:defRPr>
                        </a:pPr>
                        <a:r>
                          <a:rPr lang="en-US" sz="1200" spc="0" kern="0" b="0" i="0" dirty="0">
                            <a:solidFill>
                              <a:srgbClr val="50658E"/>
                            </a:solidFill>
                            <a:latin typeface="IBM Plex Sans"/>
                            <a:ea typeface="IBM Plex Sans"/>
                            <a:cs typeface="IBM Plex Sans"/>
                          </a:rPr>
                          <a:t xml:space="preserve">IT</a:t>
                        </a:r>
                        <a:endParaRPr lang="en-US" sz="1200" spc="0" kern="0" b="0" i="0" dirty="0">
                          <a:solidFill>
                            <a:srgbClr val="50658E"/>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Rescheduled</a:t>
                        </a:r>
                        <a:endParaRPr lang="en-US" sz="1200" spc="0" kern="0" b="0" i="0" dirty="0">
                          <a:solidFill>
                            <a:srgbClr val="070154"/>
                          </a:solidFill>
                          <a:latin typeface="IBM Plex Sans"/>
                          <a:ea typeface="IBM Plex Sans"/>
                          <a:cs typeface="IBM Plex Sans"/>
                        </a:endParaRPr>
                      </a:p>
                    </a:txBody>
                    <a:tcPr marL="330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9</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Rescheduled; sponsor note due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508000">
                  <a:tc>
                    <a:txBody>
                      <a:bodyPr wrap="square" anchor="ctr" lIns="0" rIns="0" tIns="0" bIns="0">
                        <a:noAutofit/>
                      </a:bodyPr>
                      <a:lstStyle/>
                      <a:p>
                        <a:pPr algn="l" marL="0" indent="0">
                          <a:lnSpc>
                            <a:spcPts val="1800"/>
                          </a:lnSpc>
                          <a:spcBef>
                            <a:spcPts val="0"/>
                          </a:spcBef>
                          <a:spcAft>
                            <a:spcPts val="20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Board finance chair</a:t>
                        </a:r>
                        <a:endParaRPr lang="en-US" sz="1200" spc="0" kern="0" b="0" i="0" dirty="0">
                          <a:solidFill>
                            <a:srgbClr val="070154"/>
                          </a:solidFill>
                          <a:latin typeface="IBM Plex Sans SemiBold"/>
                          <a:ea typeface="IBM Plex Sans SemiBold"/>
                          <a:cs typeface="IBM Plex Sans SemiBold"/>
                        </a:endParaRPr>
                      </a:p>
                      <a:p>
                        <a:pPr algn="l" marL="0" indent="0">
                          <a:lnSpc>
                            <a:spcPts val="1800"/>
                          </a:lnSpc>
                          <a:spcBef>
                            <a:spcPts val="0"/>
                          </a:spcBef>
                          <a:spcAft>
                            <a:spcPts val="0"/>
                          </a:spcAft>
                          <a:buNone/>
                          <a:defRPr lang="en-US" sz="1200" spc="0" kern="0" b="0" i="0" dirty="0">
                            <a:solidFill>
                              <a:srgbClr val="50658E"/>
                            </a:solidFill>
                            <a:latin typeface="IBM Plex Sans"/>
                            <a:ea typeface="IBM Plex Sans"/>
                            <a:cs typeface="IBM Plex Sans"/>
                          </a:defRPr>
                        </a:pPr>
                        <a:r>
                          <a:rPr lang="en-US" sz="1200" spc="0" kern="0" b="0" i="0" dirty="0">
                            <a:solidFill>
                              <a:srgbClr val="50658E"/>
                            </a:solidFill>
                            <a:latin typeface="IBM Plex Sans"/>
                            <a:ea typeface="IBM Plex Sans"/>
                            <a:cs typeface="IBM Plex Sans"/>
                          </a:rPr>
                          <a:t xml:space="preserve">Finance</a:t>
                        </a:r>
                        <a:endParaRPr lang="en-US" sz="1200" spc="0" kern="0" b="0" i="0" dirty="0">
                          <a:solidFill>
                            <a:srgbClr val="50658E"/>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Awaiting date</a:t>
                        </a:r>
                        <a:endParaRPr lang="en-US" sz="1200" spc="0" kern="0" b="0" i="0" dirty="0">
                          <a:solidFill>
                            <a:srgbClr val="070154"/>
                          </a:solidFill>
                          <a:latin typeface="IBM Plex Sans"/>
                          <a:ea typeface="IBM Plex Sans"/>
                          <a:cs typeface="IBM Plex Sans"/>
                        </a:endParaRPr>
                      </a:p>
                    </a:txBody>
                    <a:tcPr marL="330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7</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Awaiting CFO routing</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508000">
                  <a:tc>
                    <a:txBody>
                      <a:bodyPr wrap="square" anchor="ctr" lIns="0" rIns="0" tIns="0" bIns="0">
                        <a:noAutofit/>
                      </a:bodyPr>
                      <a:lstStyle/>
                      <a:p>
                        <a:pPr algn="l" marL="0" indent="0">
                          <a:lnSpc>
                            <a:spcPts val="1800"/>
                          </a:lnSpc>
                          <a:spcBef>
                            <a:spcPts val="0"/>
                          </a:spcBef>
                          <a:spcAft>
                            <a:spcPts val="20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Dir., Revenue Integrity</a:t>
                        </a:r>
                        <a:endParaRPr lang="en-US" sz="1200" spc="0" kern="0" b="0" i="0" dirty="0">
                          <a:solidFill>
                            <a:srgbClr val="070154"/>
                          </a:solidFill>
                          <a:latin typeface="IBM Plex Sans SemiBold"/>
                          <a:ea typeface="IBM Plex Sans SemiBold"/>
                          <a:cs typeface="IBM Plex Sans SemiBold"/>
                        </a:endParaRPr>
                      </a:p>
                      <a:p>
                        <a:pPr algn="l" marL="0" indent="0">
                          <a:lnSpc>
                            <a:spcPts val="1800"/>
                          </a:lnSpc>
                          <a:spcBef>
                            <a:spcPts val="0"/>
                          </a:spcBef>
                          <a:spcAft>
                            <a:spcPts val="0"/>
                          </a:spcAft>
                          <a:buNone/>
                          <a:defRPr lang="en-US" sz="1200" spc="0" kern="0" b="0" i="0" dirty="0">
                            <a:solidFill>
                              <a:srgbClr val="50658E"/>
                            </a:solidFill>
                            <a:latin typeface="IBM Plex Sans"/>
                            <a:ea typeface="IBM Plex Sans"/>
                            <a:cs typeface="IBM Plex Sans"/>
                          </a:defRPr>
                        </a:pPr>
                        <a:r>
                          <a:rPr lang="en-US" sz="1200" spc="0" kern="0" b="0" i="0" dirty="0">
                            <a:solidFill>
                              <a:srgbClr val="50658E"/>
                            </a:solidFill>
                            <a:latin typeface="IBM Plex Sans"/>
                            <a:ea typeface="IBM Plex Sans"/>
                            <a:cs typeface="IBM Plex Sans"/>
                          </a:rPr>
                          <a:t xml:space="preserve">Revenue cycle</a:t>
                        </a:r>
                        <a:endParaRPr lang="en-US" sz="1200" spc="0" kern="0" b="0" i="0" dirty="0">
                          <a:solidFill>
                            <a:srgbClr val="50658E"/>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Awaiting date</a:t>
                        </a:r>
                        <a:endParaRPr lang="en-US" sz="1200" spc="0" kern="0" b="0" i="0" dirty="0">
                          <a:solidFill>
                            <a:srgbClr val="070154"/>
                          </a:solidFill>
                          <a:latin typeface="IBM Plex Sans"/>
                          <a:ea typeface="IBM Plex Sans"/>
                          <a:cs typeface="IBM Plex Sans"/>
                        </a:endParaRPr>
                      </a:p>
                    </a:txBody>
                    <a:tcPr marL="330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5</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Rescheduled once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bl>
            </a:graphicData>
          </a:graphic>
        </p:graphicFrame>
        <p:sp>
          <p:nvSpPr>
            <p:cNvPr id="8" name="node01.row.item-001.s.status-mark"/>
            <p:cNvSpPr/>
            <p:nvPr/>
          </p:nvSpPr>
          <p:spPr>
            <a:xfrm>
              <a:off x="3168650" y="2622550"/>
              <a:ext cx="88900" cy="88900"/>
            </a:xfrm>
            <a:prstGeom prst="rect">
              <a:avLst/>
            </a:prstGeom>
            <a:solidFill>
              <a:srgbClr val="F52C00"/>
            </a:solidFill>
            <a:ln w="12700">
              <a:solidFill>
                <a:srgbClr val="070154"/>
              </a:solidFill>
              <a:prstDash val="solid"/>
            </a:ln>
          </p:spPr>
        </p:sp>
        <p:sp>
          <p:nvSpPr>
            <p:cNvPr id="9" name="node01.row.item-002.s.status-mark"/>
            <p:cNvSpPr/>
            <p:nvPr/>
          </p:nvSpPr>
          <p:spPr>
            <a:xfrm>
              <a:off x="3168650" y="3130550"/>
              <a:ext cx="88900" cy="88900"/>
            </a:xfrm>
            <a:prstGeom prst="rect">
              <a:avLst/>
            </a:prstGeom>
            <a:solidFill>
              <a:srgbClr val="F52C00"/>
            </a:solidFill>
            <a:ln w="12700">
              <a:solidFill>
                <a:srgbClr val="070154"/>
              </a:solidFill>
              <a:prstDash val="solid"/>
            </a:ln>
          </p:spPr>
        </p:sp>
        <p:sp>
          <p:nvSpPr>
            <p:cNvPr id="10" name="node01.row.item-003.s.status-mark"/>
            <p:cNvSpPr/>
            <p:nvPr/>
          </p:nvSpPr>
          <p:spPr>
            <a:xfrm>
              <a:off x="3168650" y="3638550"/>
              <a:ext cx="88900" cy="88900"/>
            </a:xfrm>
            <a:prstGeom prst="rect">
              <a:avLst/>
            </a:prstGeom>
            <a:solidFill>
              <a:srgbClr val="FFC700"/>
            </a:solidFill>
            <a:ln w="12700">
              <a:solidFill>
                <a:srgbClr val="070154"/>
              </a:solidFill>
              <a:prstDash val="solid"/>
            </a:ln>
          </p:spPr>
        </p:sp>
        <p:sp>
          <p:nvSpPr>
            <p:cNvPr id="11" name="node01.row.item-004.s.status-mark"/>
            <p:cNvSpPr/>
            <p:nvPr/>
          </p:nvSpPr>
          <p:spPr>
            <a:xfrm>
              <a:off x="3168650" y="4146550"/>
              <a:ext cx="88900" cy="88900"/>
            </a:xfrm>
            <a:prstGeom prst="rect">
              <a:avLst/>
            </a:prstGeom>
            <a:solidFill>
              <a:srgbClr val="FFC700"/>
            </a:solidFill>
            <a:ln w="12700">
              <a:solidFill>
                <a:srgbClr val="070154"/>
              </a:solidFill>
              <a:prstDash val="solid"/>
            </a:ln>
          </p:spPr>
        </p:sp>
        <p:sp>
          <p:nvSpPr>
            <p:cNvPr id="12" name="node01.row.item-005.s.status-mark"/>
            <p:cNvSpPr/>
            <p:nvPr/>
          </p:nvSpPr>
          <p:spPr>
            <a:xfrm>
              <a:off x="3168650" y="4654550"/>
              <a:ext cx="88900" cy="88900"/>
            </a:xfrm>
            <a:prstGeom prst="rect">
              <a:avLst/>
            </a:prstGeom>
            <a:solidFill>
              <a:srgbClr val="0047FF"/>
            </a:solidFill>
            <a:ln w="12700">
              <a:solidFill>
                <a:srgbClr val="070154"/>
              </a:solidFill>
              <a:prstDash val="solid"/>
            </a:ln>
          </p:spPr>
        </p:sp>
        <p:sp>
          <p:nvSpPr>
            <p:cNvPr id="13" name="node01.row.item-006.s.status-mark"/>
            <p:cNvSpPr/>
            <p:nvPr/>
          </p:nvSpPr>
          <p:spPr>
            <a:xfrm>
              <a:off x="3168650" y="5162550"/>
              <a:ext cx="88900" cy="88900"/>
            </a:xfrm>
            <a:prstGeom prst="rect">
              <a:avLst/>
            </a:prstGeom>
            <a:solidFill>
              <a:srgbClr val="0047FF"/>
            </a:solidFill>
            <a:ln w="12700">
              <a:solidFill>
                <a:srgbClr val="070154"/>
              </a:solidFill>
              <a:prstDash val="solid"/>
            </a:ln>
          </p:spPr>
        </p:sp>
      </p:grpSp>
      <p:grpSp>
        <p:nvGrpSpPr>
          <p:cNvPr id="26" name="node02"/>
          <p:cNvGrpSpPr/>
          <p:nvPr/>
        </p:nvGrpSpPr>
        <p:grpSpPr>
          <a:xfrm>
            <a:off x="8953500" y="1600200"/>
            <a:ext cx="2514600" cy="152400"/>
            <a:chOff x="8953500" y="1600200"/>
            <a:chExt cx="2514600" cy="152400"/>
          </a:xfrm>
        </p:grpSpPr>
        <p:sp>
          <p:nvSpPr>
            <p:cNvPr id="14" name="node02.text"/>
            <p:cNvSpPr/>
            <p:nvPr/>
          </p:nvSpPr>
          <p:spPr>
            <a:xfrm>
              <a:off x="8953500" y="16002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CED7E6"/>
                  </a:solidFill>
                  <a:latin typeface="IBM Plex Mono Medium"/>
                  <a:ea typeface="IBM Plex Mono Medium"/>
                  <a:cs typeface="IBM Plex Mono Medium"/>
                </a:rPr>
                <a:t>ESCALATION ASKS</a:t>
              </a:r>
              <a:endParaRPr lang="en-US" sz="900" spc="54" kern="0" b="0" i="0" dirty="0">
                <a:solidFill>
                  <a:srgbClr val="CED7E6"/>
                </a:solidFill>
                <a:latin typeface="IBM Plex Mono Medium"/>
                <a:ea typeface="IBM Plex Mono Medium"/>
                <a:cs typeface="IBM Plex Mono Medium"/>
              </a:endParaRPr>
            </a:p>
          </p:txBody>
        </p:sp>
      </p:grpSp>
      <p:grpSp>
        <p:nvGrpSpPr>
          <p:cNvPr id="27" name="node03"/>
          <p:cNvGrpSpPr/>
          <p:nvPr/>
        </p:nvGrpSpPr>
        <p:grpSpPr>
          <a:xfrm>
            <a:off x="8953500" y="1905000"/>
            <a:ext cx="2514600" cy="611950"/>
            <a:chOff x="8953500" y="1905000"/>
            <a:chExt cx="2514600" cy="611950"/>
          </a:xfrm>
        </p:grpSpPr>
        <p:sp>
          <p:nvSpPr>
            <p:cNvPr id="15" name="node03.text"/>
            <p:cNvSpPr/>
            <p:nvPr/>
          </p:nvSpPr>
          <p:spPr>
            <a:xfrm>
              <a:off x="8953500" y="1905000"/>
              <a:ext cx="2514600" cy="611950"/>
            </a:xfrm>
            <a:prstGeom prst="rect">
              <a:avLst/>
            </a:prstGeom>
            <a:noFill/>
            <a:ln/>
          </p:spPr>
          <p:txBody>
            <a:bodyPr wrap="square" lIns="0" tIns="0" rIns="0" bIns="0" rtlCol="0" anchor="t"/>
            <a:lstStyle/>
            <a:p>
              <a:pPr algn="l" indent="0" marL="0">
                <a:lnSpc>
                  <a:spcPts val="4800"/>
                </a:lnSpc>
                <a:buNone/>
              </a:pPr>
              <a:r>
                <a:rPr lang="en-US" sz="4800" spc="-96" kern="0" b="0" i="0" dirty="0">
                  <a:solidFill>
                    <a:srgbClr val="FFFFFF"/>
                  </a:solidFill>
                  <a:latin typeface="IBM Plex Mono SemiBold"/>
                  <a:ea typeface="IBM Plex Mono SemiBold"/>
                  <a:cs typeface="IBM Plex Mono SemiBold"/>
                </a:rPr>
                <a:t>3</a:t>
              </a:r>
              <a:endParaRPr lang="en-US" sz="4800" spc="-96" kern="0" b="0" i="0" dirty="0">
                <a:solidFill>
                  <a:srgbClr val="FFFFFF"/>
                </a:solidFill>
                <a:latin typeface="IBM Plex Mono SemiBold"/>
                <a:ea typeface="IBM Plex Mono SemiBold"/>
                <a:cs typeface="IBM Plex Mono SemiBold"/>
              </a:endParaRPr>
            </a:p>
          </p:txBody>
        </p:sp>
      </p:grpSp>
      <p:grpSp>
        <p:nvGrpSpPr>
          <p:cNvPr id="28" name="node04"/>
          <p:cNvGrpSpPr/>
          <p:nvPr/>
        </p:nvGrpSpPr>
        <p:grpSpPr>
          <a:xfrm>
            <a:off x="8953500" y="2743200"/>
            <a:ext cx="2514600" cy="228600"/>
            <a:chOff x="8953500" y="2743200"/>
            <a:chExt cx="2514600" cy="228600"/>
          </a:xfrm>
        </p:grpSpPr>
        <p:sp>
          <p:nvSpPr>
            <p:cNvPr id="16" name="node04.text"/>
            <p:cNvSpPr/>
            <p:nvPr/>
          </p:nvSpPr>
          <p:spPr>
            <a:xfrm>
              <a:off x="8953500" y="2743200"/>
              <a:ext cx="2514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CED7E6"/>
                  </a:solidFill>
                  <a:latin typeface="IBM Plex Sans"/>
                  <a:ea typeface="IBM Plex Sans"/>
                  <a:cs typeface="IBM Plex Sans"/>
                </a:rPr>
                <a:t>sponsor actions needed this week</a:t>
              </a:r>
              <a:endParaRPr lang="en-US" sz="1200" spc="0" kern="0" b="0" i="0" dirty="0">
                <a:solidFill>
                  <a:srgbClr val="CED7E6"/>
                </a:solidFill>
                <a:latin typeface="IBM Plex Sans"/>
                <a:ea typeface="IBM Plex Sans"/>
                <a:cs typeface="IBM Plex Sans"/>
              </a:endParaRPr>
            </a:p>
          </p:txBody>
        </p:sp>
      </p:grpSp>
      <p:sp>
        <p:nvSpPr>
          <p:cNvPr id="17" name="node05"/>
          <p:cNvSpPr/>
          <p:nvPr/>
        </p:nvSpPr>
        <p:spPr>
          <a:xfrm>
            <a:off x="8953500" y="3200400"/>
            <a:ext cx="2514600" cy="9525"/>
          </a:xfrm>
          <a:prstGeom prst="rect">
            <a:avLst/>
          </a:prstGeom>
          <a:solidFill>
            <a:srgbClr val="50658E"/>
          </a:solidFill>
          <a:ln>
            <a:noFill/>
          </a:ln>
        </p:spPr>
      </p:sp>
      <p:grpSp>
        <p:nvGrpSpPr>
          <p:cNvPr id="29" name="node06"/>
          <p:cNvGrpSpPr/>
          <p:nvPr/>
        </p:nvGrpSpPr>
        <p:grpSpPr>
          <a:xfrm>
            <a:off x="8953500" y="3429000"/>
            <a:ext cx="2514600" cy="1447800"/>
            <a:chOff x="8953500" y="3429000"/>
            <a:chExt cx="2514600" cy="1447800"/>
          </a:xfrm>
        </p:grpSpPr>
        <p:sp>
          <p:nvSpPr>
            <p:cNvPr id="18" name="node06.source-001.bullet"/>
            <p:cNvSpPr/>
            <p:nvPr/>
          </p:nvSpPr>
          <p:spPr>
            <a:xfrm>
              <a:off x="8953500" y="3517900"/>
              <a:ext cx="38100" cy="38100"/>
            </a:xfrm>
            <a:prstGeom prst="rect">
              <a:avLst/>
            </a:prstGeom>
            <a:solidFill>
              <a:srgbClr val="FFFFFF"/>
            </a:solidFill>
            <a:ln>
              <a:noFill/>
            </a:ln>
          </p:spPr>
        </p:sp>
        <p:sp>
          <p:nvSpPr>
            <p:cNvPr id="19" name="node06.source-001.text"/>
            <p:cNvSpPr/>
            <p:nvPr/>
          </p:nvSpPr>
          <p:spPr>
            <a:xfrm>
              <a:off x="9105900" y="3429000"/>
              <a:ext cx="23622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CEO office to hold 45 minutes for the CMO</a:t>
              </a:r>
              <a:endParaRPr lang="en-US" sz="1200" spc="0" kern="0" b="0" i="0" dirty="0">
                <a:solidFill>
                  <a:srgbClr val="FFFFFF"/>
                </a:solidFill>
                <a:latin typeface="IBM Plex Sans"/>
                <a:ea typeface="IBM Plex Sans"/>
                <a:cs typeface="IBM Plex Sans"/>
              </a:endParaRPr>
            </a:p>
          </p:txBody>
        </p:sp>
        <p:sp>
          <p:nvSpPr>
            <p:cNvPr id="20" name="node06.source-002.bullet"/>
            <p:cNvSpPr/>
            <p:nvPr/>
          </p:nvSpPr>
          <p:spPr>
            <a:xfrm>
              <a:off x="8953500" y="4013200"/>
              <a:ext cx="38100" cy="38100"/>
            </a:xfrm>
            <a:prstGeom prst="rect">
              <a:avLst/>
            </a:prstGeom>
            <a:solidFill>
              <a:srgbClr val="FFFFFF"/>
            </a:solidFill>
            <a:ln>
              <a:noFill/>
            </a:ln>
          </p:spPr>
        </p:sp>
        <p:sp>
          <p:nvSpPr>
            <p:cNvPr id="21" name="node06.source-002.text"/>
            <p:cNvSpPr/>
            <p:nvPr/>
          </p:nvSpPr>
          <p:spPr>
            <a:xfrm>
              <a:off x="9105900" y="3924300"/>
              <a:ext cx="23622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COO to release registrars for 60 minutes</a:t>
              </a:r>
              <a:endParaRPr lang="en-US" sz="1200" spc="0" kern="0" b="0" i="0" dirty="0">
                <a:solidFill>
                  <a:srgbClr val="FFFFFF"/>
                </a:solidFill>
                <a:latin typeface="IBM Plex Sans"/>
                <a:ea typeface="IBM Plex Sans"/>
                <a:cs typeface="IBM Plex Sans"/>
              </a:endParaRPr>
            </a:p>
          </p:txBody>
        </p:sp>
        <p:sp>
          <p:nvSpPr>
            <p:cNvPr id="22" name="node06.source-003.bullet"/>
            <p:cNvSpPr/>
            <p:nvPr/>
          </p:nvSpPr>
          <p:spPr>
            <a:xfrm>
              <a:off x="8953500" y="4508500"/>
              <a:ext cx="38100" cy="38100"/>
            </a:xfrm>
            <a:prstGeom prst="rect">
              <a:avLst/>
            </a:prstGeom>
            <a:solidFill>
              <a:srgbClr val="FFFFFF"/>
            </a:solidFill>
            <a:ln>
              <a:noFill/>
            </a:ln>
          </p:spPr>
        </p:sp>
        <p:sp>
          <p:nvSpPr>
            <p:cNvPr id="23" name="node06.source-003.text"/>
            <p:cNvSpPr/>
            <p:nvPr/>
          </p:nvSpPr>
          <p:spPr>
            <a:xfrm>
              <a:off x="9105900" y="4419600"/>
              <a:ext cx="23622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CFO to route the board chair request</a:t>
              </a:r>
              <a:endParaRPr lang="en-US" sz="1200" spc="0" kern="0" b="0" i="0" dirty="0">
                <a:solidFill>
                  <a:srgbClr val="FFFFFF"/>
                </a:solidFill>
                <a:latin typeface="IBM Plex Sans"/>
                <a:ea typeface="IBM Plex Sans"/>
                <a:cs typeface="IBM Plex Sans"/>
              </a:endParaRPr>
            </a:p>
          </p:txBody>
        </p:sp>
      </p:grpSp>
      <p:grpSp>
        <p:nvGrpSpPr>
          <p:cNvPr id="30" name="node07"/>
          <p:cNvGrpSpPr/>
          <p:nvPr/>
        </p:nvGrpSpPr>
        <p:grpSpPr>
          <a:xfrm>
            <a:off x="8953500" y="5029200"/>
            <a:ext cx="2514600" cy="457200"/>
            <a:chOff x="8953500" y="5029200"/>
            <a:chExt cx="2514600" cy="457200"/>
          </a:xfrm>
        </p:grpSpPr>
        <p:sp>
          <p:nvSpPr>
            <p:cNvPr id="24" name="node07.text"/>
            <p:cNvSpPr/>
            <p:nvPr/>
          </p:nvSpPr>
          <p:spPr>
            <a:xfrm>
              <a:off x="8953500" y="5029200"/>
              <a:ext cx="25146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CED7E6"/>
                  </a:solidFill>
                  <a:latin typeface="IBM Plex Sans"/>
                  <a:ea typeface="IBM Plex Sans"/>
                  <a:cs typeface="IBM Plex Sans"/>
                </a:rPr>
                <a:t>Until then: clinical and front-end findings rest on documents only.</a:t>
              </a:r>
              <a:endParaRPr lang="en-US" sz="1200" spc="0" kern="0" b="0" i="0" dirty="0">
                <a:solidFill>
                  <a:srgbClr val="CED7E6"/>
                </a:solidFill>
                <a:latin typeface="IBM Plex Sans"/>
                <a:ea typeface="IBM Plex Sans"/>
                <a:cs typeface="IBM Plex Sans"/>
              </a:endParaRPr>
            </a:p>
          </p:txBody>
        </p:sp>
      </p:gr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ource-236">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STAKEHOLDER INTERVIEWS</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Revenue cycle sees denials start at authorization</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Sample names for layout only; replace with engagement stakeholders before use.</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64</a:t>
            </a:fld>
            <a:endParaRPr lang="en-US" sz="700" spc="0" kern="0" b="0" i="0" dirty="0">
              <a:solidFill>
                <a:srgbClr val="070154"/>
              </a:solidFill>
              <a:latin typeface="IBM Plex Mono SemiBold"/>
              <a:ea typeface="IBM Plex Mono SemiBold"/>
              <a:cs typeface="IBM Plex Mono SemiBold"/>
            </a:endParaRPr>
          </a:p>
        </p:txBody>
      </p:sp>
      <p:grpSp>
        <p:nvGrpSpPr>
          <p:cNvPr id="54" name="node01"/>
          <p:cNvGrpSpPr/>
          <p:nvPr/>
        </p:nvGrpSpPr>
        <p:grpSpPr>
          <a:xfrm>
            <a:off x="723900" y="1600200"/>
            <a:ext cx="2514600" cy="152400"/>
            <a:chOff x="723900" y="1600200"/>
            <a:chExt cx="2514600" cy="152400"/>
          </a:xfrm>
        </p:grpSpPr>
        <p:sp>
          <p:nvSpPr>
            <p:cNvPr id="7" name="node01.text"/>
            <p:cNvSpPr/>
            <p:nvPr/>
          </p:nvSpPr>
          <p:spPr>
            <a:xfrm>
              <a:off x="723900" y="16002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STAKEHOLDER</a:t>
              </a:r>
              <a:endParaRPr lang="en-US" sz="900" spc="54" kern="0" b="0" i="0" dirty="0">
                <a:solidFill>
                  <a:srgbClr val="50658E"/>
                </a:solidFill>
                <a:latin typeface="IBM Plex Mono Medium"/>
                <a:ea typeface="IBM Plex Mono Medium"/>
                <a:cs typeface="IBM Plex Mono Medium"/>
              </a:endParaRPr>
            </a:p>
          </p:txBody>
        </p:sp>
      </p:grpSp>
      <p:grpSp>
        <p:nvGrpSpPr>
          <p:cNvPr id="55" name="node02"/>
          <p:cNvGrpSpPr/>
          <p:nvPr/>
        </p:nvGrpSpPr>
        <p:grpSpPr>
          <a:xfrm>
            <a:off x="723900" y="1828800"/>
            <a:ext cx="2514600" cy="304800"/>
            <a:chOff x="723900" y="1828800"/>
            <a:chExt cx="2514600" cy="304800"/>
          </a:xfrm>
        </p:grpSpPr>
        <p:sp>
          <p:nvSpPr>
            <p:cNvPr id="8" name="node02.text"/>
            <p:cNvSpPr/>
            <p:nvPr/>
          </p:nvSpPr>
          <p:spPr>
            <a:xfrm>
              <a:off x="723900" y="1828800"/>
              <a:ext cx="25146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J. Alvarez</a:t>
              </a:r>
              <a:endParaRPr lang="en-US" sz="1800" spc="-18" kern="0" b="0" i="0" dirty="0">
                <a:solidFill>
                  <a:srgbClr val="070154"/>
                </a:solidFill>
                <a:latin typeface="IBM Plex Sans SemiBold"/>
                <a:ea typeface="IBM Plex Sans SemiBold"/>
                <a:cs typeface="IBM Plex Sans SemiBold"/>
              </a:endParaRPr>
            </a:p>
          </p:txBody>
        </p:sp>
      </p:grpSp>
      <p:grpSp>
        <p:nvGrpSpPr>
          <p:cNvPr id="56" name="node03"/>
          <p:cNvGrpSpPr/>
          <p:nvPr/>
        </p:nvGrpSpPr>
        <p:grpSpPr>
          <a:xfrm>
            <a:off x="723900" y="2133600"/>
            <a:ext cx="2514600" cy="228600"/>
            <a:chOff x="723900" y="2133600"/>
            <a:chExt cx="2514600" cy="228600"/>
          </a:xfrm>
        </p:grpSpPr>
        <p:sp>
          <p:nvSpPr>
            <p:cNvPr id="9" name="node03.text"/>
            <p:cNvSpPr/>
            <p:nvPr/>
          </p:nvSpPr>
          <p:spPr>
            <a:xfrm>
              <a:off x="723900" y="2133600"/>
              <a:ext cx="2514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VP Revenue Cycle</a:t>
              </a:r>
              <a:endParaRPr lang="en-US" sz="1200" spc="0" kern="0" b="0" i="0" dirty="0">
                <a:solidFill>
                  <a:srgbClr val="50658E"/>
                </a:solidFill>
                <a:latin typeface="IBM Plex Sans"/>
                <a:ea typeface="IBM Plex Sans"/>
                <a:cs typeface="IBM Plex Sans"/>
              </a:endParaRPr>
            </a:p>
          </p:txBody>
        </p:sp>
      </p:grpSp>
      <p:grpSp>
        <p:nvGrpSpPr>
          <p:cNvPr id="57" name="node04"/>
          <p:cNvGrpSpPr/>
          <p:nvPr/>
        </p:nvGrpSpPr>
        <p:grpSpPr>
          <a:xfrm>
            <a:off x="3467100" y="1600200"/>
            <a:ext cx="2514600" cy="152400"/>
            <a:chOff x="3467100" y="1600200"/>
            <a:chExt cx="2514600" cy="152400"/>
          </a:xfrm>
        </p:grpSpPr>
        <p:sp>
          <p:nvSpPr>
            <p:cNvPr id="10" name="node04.text"/>
            <p:cNvSpPr/>
            <p:nvPr/>
          </p:nvSpPr>
          <p:spPr>
            <a:xfrm>
              <a:off x="3467100" y="16002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DEPARTMENT AND DATE</a:t>
              </a:r>
              <a:endParaRPr lang="en-US" sz="900" spc="54" kern="0" b="0" i="0" dirty="0">
                <a:solidFill>
                  <a:srgbClr val="50658E"/>
                </a:solidFill>
                <a:latin typeface="IBM Plex Mono Medium"/>
                <a:ea typeface="IBM Plex Mono Medium"/>
                <a:cs typeface="IBM Plex Mono Medium"/>
              </a:endParaRPr>
            </a:p>
          </p:txBody>
        </p:sp>
      </p:grpSp>
      <p:grpSp>
        <p:nvGrpSpPr>
          <p:cNvPr id="58" name="node05"/>
          <p:cNvGrpSpPr/>
          <p:nvPr/>
        </p:nvGrpSpPr>
        <p:grpSpPr>
          <a:xfrm>
            <a:off x="3467100" y="1828800"/>
            <a:ext cx="2514600" cy="228600"/>
            <a:chOff x="3467100" y="1828800"/>
            <a:chExt cx="2514600" cy="228600"/>
          </a:xfrm>
        </p:grpSpPr>
        <p:sp>
          <p:nvSpPr>
            <p:cNvPr id="11" name="node05.text"/>
            <p:cNvSpPr/>
            <p:nvPr/>
          </p:nvSpPr>
          <p:spPr>
            <a:xfrm>
              <a:off x="3467100" y="1828800"/>
              <a:ext cx="2514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Revenue cycle</a:t>
              </a:r>
              <a:endParaRPr lang="en-US" sz="1200" spc="0" kern="0" b="0" i="0" dirty="0">
                <a:solidFill>
                  <a:srgbClr val="070154"/>
                </a:solidFill>
                <a:latin typeface="IBM Plex Sans"/>
                <a:ea typeface="IBM Plex Sans"/>
                <a:cs typeface="IBM Plex Sans"/>
              </a:endParaRPr>
            </a:p>
          </p:txBody>
        </p:sp>
      </p:grpSp>
      <p:grpSp>
        <p:nvGrpSpPr>
          <p:cNvPr id="59" name="node06"/>
          <p:cNvGrpSpPr/>
          <p:nvPr/>
        </p:nvGrpSpPr>
        <p:grpSpPr>
          <a:xfrm>
            <a:off x="3467100" y="2133600"/>
            <a:ext cx="2514600" cy="228600"/>
            <a:chOff x="3467100" y="2133600"/>
            <a:chExt cx="2514600" cy="228600"/>
          </a:xfrm>
        </p:grpSpPr>
        <p:sp>
          <p:nvSpPr>
            <p:cNvPr id="12" name="node06.text"/>
            <p:cNvSpPr/>
            <p:nvPr/>
          </p:nvSpPr>
          <p:spPr>
            <a:xfrm>
              <a:off x="3467100" y="2133600"/>
              <a:ext cx="2514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Sep 8, 60 minutes</a:t>
              </a:r>
              <a:endParaRPr lang="en-US" sz="1200" spc="0" kern="0" b="0" i="0" dirty="0">
                <a:solidFill>
                  <a:srgbClr val="50658E"/>
                </a:solidFill>
                <a:latin typeface="IBM Plex Sans"/>
                <a:ea typeface="IBM Plex Sans"/>
                <a:cs typeface="IBM Plex Sans"/>
              </a:endParaRPr>
            </a:p>
          </p:txBody>
        </p:sp>
      </p:grpSp>
      <p:grpSp>
        <p:nvGrpSpPr>
          <p:cNvPr id="60" name="node07"/>
          <p:cNvGrpSpPr/>
          <p:nvPr/>
        </p:nvGrpSpPr>
        <p:grpSpPr>
          <a:xfrm>
            <a:off x="6210300" y="1600200"/>
            <a:ext cx="2514600" cy="152400"/>
            <a:chOff x="6210300" y="1600200"/>
            <a:chExt cx="2514600" cy="152400"/>
          </a:xfrm>
        </p:grpSpPr>
        <p:sp>
          <p:nvSpPr>
            <p:cNvPr id="13" name="node07.text"/>
            <p:cNvSpPr/>
            <p:nvPr/>
          </p:nvSpPr>
          <p:spPr>
            <a:xfrm>
              <a:off x="6210300" y="16002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FORMAT</a:t>
              </a:r>
              <a:endParaRPr lang="en-US" sz="900" spc="54" kern="0" b="0" i="0" dirty="0">
                <a:solidFill>
                  <a:srgbClr val="50658E"/>
                </a:solidFill>
                <a:latin typeface="IBM Plex Mono Medium"/>
                <a:ea typeface="IBM Plex Mono Medium"/>
                <a:cs typeface="IBM Plex Mono Medium"/>
              </a:endParaRPr>
            </a:p>
          </p:txBody>
        </p:sp>
      </p:grpSp>
      <p:grpSp>
        <p:nvGrpSpPr>
          <p:cNvPr id="61" name="node08"/>
          <p:cNvGrpSpPr/>
          <p:nvPr/>
        </p:nvGrpSpPr>
        <p:grpSpPr>
          <a:xfrm>
            <a:off x="6210300" y="1828800"/>
            <a:ext cx="2514600" cy="228600"/>
            <a:chOff x="6210300" y="1828800"/>
            <a:chExt cx="2514600" cy="228600"/>
          </a:xfrm>
        </p:grpSpPr>
        <p:sp>
          <p:nvSpPr>
            <p:cNvPr id="14" name="node08.text"/>
            <p:cNvSpPr/>
            <p:nvPr/>
          </p:nvSpPr>
          <p:spPr>
            <a:xfrm>
              <a:off x="6210300" y="1828800"/>
              <a:ext cx="2514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Onsite, Main campus</a:t>
              </a:r>
              <a:endParaRPr lang="en-US" sz="1200" spc="0" kern="0" b="0" i="0" dirty="0">
                <a:solidFill>
                  <a:srgbClr val="070154"/>
                </a:solidFill>
                <a:latin typeface="IBM Plex Sans"/>
                <a:ea typeface="IBM Plex Sans"/>
                <a:cs typeface="IBM Plex Sans"/>
              </a:endParaRPr>
            </a:p>
          </p:txBody>
        </p:sp>
      </p:grpSp>
      <p:grpSp>
        <p:nvGrpSpPr>
          <p:cNvPr id="62" name="node09"/>
          <p:cNvGrpSpPr/>
          <p:nvPr/>
        </p:nvGrpSpPr>
        <p:grpSpPr>
          <a:xfrm>
            <a:off x="8953500" y="1600200"/>
            <a:ext cx="2514600" cy="152400"/>
            <a:chOff x="8953500" y="1600200"/>
            <a:chExt cx="2514600" cy="152400"/>
          </a:xfrm>
        </p:grpSpPr>
        <p:sp>
          <p:nvSpPr>
            <p:cNvPr id="15" name="node09.text"/>
            <p:cNvSpPr/>
            <p:nvPr/>
          </p:nvSpPr>
          <p:spPr>
            <a:xfrm>
              <a:off x="8953500" y="16002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INTERVIEWERS</a:t>
              </a:r>
              <a:endParaRPr lang="en-US" sz="900" spc="54" kern="0" b="0" i="0" dirty="0">
                <a:solidFill>
                  <a:srgbClr val="50658E"/>
                </a:solidFill>
                <a:latin typeface="IBM Plex Mono Medium"/>
                <a:ea typeface="IBM Plex Mono Medium"/>
                <a:cs typeface="IBM Plex Mono Medium"/>
              </a:endParaRPr>
            </a:p>
          </p:txBody>
        </p:sp>
      </p:grpSp>
      <p:grpSp>
        <p:nvGrpSpPr>
          <p:cNvPr id="63" name="node10"/>
          <p:cNvGrpSpPr/>
          <p:nvPr/>
        </p:nvGrpSpPr>
        <p:grpSpPr>
          <a:xfrm>
            <a:off x="8953500" y="1828800"/>
            <a:ext cx="2514600" cy="228600"/>
            <a:chOff x="8953500" y="1828800"/>
            <a:chExt cx="2514600" cy="228600"/>
          </a:xfrm>
        </p:grpSpPr>
        <p:sp>
          <p:nvSpPr>
            <p:cNvPr id="16" name="node10.text"/>
            <p:cNvSpPr/>
            <p:nvPr/>
          </p:nvSpPr>
          <p:spPr>
            <a:xfrm>
              <a:off x="8953500" y="1828800"/>
              <a:ext cx="2514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K. Ortiz, W. Lee</a:t>
              </a:r>
              <a:endParaRPr lang="en-US" sz="1200" spc="0" kern="0" b="0" i="0" dirty="0">
                <a:solidFill>
                  <a:srgbClr val="070154"/>
                </a:solidFill>
                <a:latin typeface="IBM Plex Sans"/>
                <a:ea typeface="IBM Plex Sans"/>
                <a:cs typeface="IBM Plex Sans"/>
              </a:endParaRPr>
            </a:p>
          </p:txBody>
        </p:sp>
      </p:grpSp>
      <p:sp>
        <p:nvSpPr>
          <p:cNvPr id="17" name="node11"/>
          <p:cNvSpPr/>
          <p:nvPr/>
        </p:nvSpPr>
        <p:spPr>
          <a:xfrm>
            <a:off x="723900" y="2514600"/>
            <a:ext cx="10744200" cy="9525"/>
          </a:xfrm>
          <a:prstGeom prst="rect">
            <a:avLst/>
          </a:prstGeom>
          <a:solidFill>
            <a:srgbClr val="CED7E6"/>
          </a:solidFill>
          <a:ln>
            <a:noFill/>
          </a:ln>
        </p:spPr>
      </p:sp>
      <p:grpSp>
        <p:nvGrpSpPr>
          <p:cNvPr id="64" name="node12"/>
          <p:cNvGrpSpPr/>
          <p:nvPr/>
        </p:nvGrpSpPr>
        <p:grpSpPr>
          <a:xfrm>
            <a:off x="723900" y="2667000"/>
            <a:ext cx="3429000" cy="533400"/>
            <a:chOff x="723900" y="2667000"/>
            <a:chExt cx="3429000" cy="533400"/>
          </a:xfrm>
        </p:grpSpPr>
        <p:sp>
          <p:nvSpPr>
            <p:cNvPr id="18" name="node12.label"/>
            <p:cNvSpPr/>
            <p:nvPr/>
          </p:nvSpPr>
          <p:spPr>
            <a:xfrm>
              <a:off x="723900" y="2667000"/>
              <a:ext cx="3429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TOPIC 1</a:t>
              </a:r>
              <a:endParaRPr lang="en-US" sz="900" spc="54" kern="0" b="0" i="0" dirty="0">
                <a:solidFill>
                  <a:srgbClr val="0047FF"/>
                </a:solidFill>
                <a:latin typeface="IBM Plex Mono Medium"/>
                <a:ea typeface="IBM Plex Mono Medium"/>
                <a:cs typeface="IBM Plex Mono Medium"/>
              </a:endParaRPr>
            </a:p>
          </p:txBody>
        </p:sp>
        <p:sp>
          <p:nvSpPr>
            <p:cNvPr id="19" name="node12.title"/>
            <p:cNvSpPr/>
            <p:nvPr/>
          </p:nvSpPr>
          <p:spPr>
            <a:xfrm>
              <a:off x="723900" y="2895600"/>
              <a:ext cx="34290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Denials</a:t>
              </a:r>
              <a:endParaRPr lang="en-US" sz="1800" spc="-18" kern="0" b="0" i="0" dirty="0">
                <a:solidFill>
                  <a:srgbClr val="070154"/>
                </a:solidFill>
                <a:latin typeface="IBM Plex Sans SemiBold"/>
                <a:ea typeface="IBM Plex Sans SemiBold"/>
                <a:cs typeface="IBM Plex Sans SemiBold"/>
              </a:endParaRPr>
            </a:p>
          </p:txBody>
        </p:sp>
      </p:grpSp>
      <p:grpSp>
        <p:nvGrpSpPr>
          <p:cNvPr id="65" name="node13"/>
          <p:cNvGrpSpPr/>
          <p:nvPr/>
        </p:nvGrpSpPr>
        <p:grpSpPr>
          <a:xfrm>
            <a:off x="723900" y="3352800"/>
            <a:ext cx="3429000" cy="495300"/>
            <a:chOff x="723900" y="3352800"/>
            <a:chExt cx="3429000" cy="495300"/>
          </a:xfrm>
        </p:grpSpPr>
        <p:sp>
          <p:nvSpPr>
            <p:cNvPr id="20" name="node13.source-001.bullet"/>
            <p:cNvSpPr/>
            <p:nvPr/>
          </p:nvSpPr>
          <p:spPr>
            <a:xfrm>
              <a:off x="723900" y="3441700"/>
              <a:ext cx="38100" cy="38100"/>
            </a:xfrm>
            <a:prstGeom prst="rect">
              <a:avLst/>
            </a:prstGeom>
            <a:solidFill>
              <a:srgbClr val="070154"/>
            </a:solidFill>
            <a:ln>
              <a:noFill/>
            </a:ln>
          </p:spPr>
        </p:sp>
        <p:sp>
          <p:nvSpPr>
            <p:cNvPr id="21" name="node13.source-001.text"/>
            <p:cNvSpPr/>
            <p:nvPr/>
          </p:nvSpPr>
          <p:spPr>
            <a:xfrm>
              <a:off x="876300" y="33528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Authorization gaps cause 40% of denials</a:t>
              </a:r>
              <a:endParaRPr lang="en-US" sz="1200" spc="0" kern="0" b="0" i="0" dirty="0">
                <a:solidFill>
                  <a:srgbClr val="070154"/>
                </a:solidFill>
                <a:latin typeface="IBM Plex Sans"/>
                <a:ea typeface="IBM Plex Sans"/>
                <a:cs typeface="IBM Plex Sans"/>
              </a:endParaRPr>
            </a:p>
          </p:txBody>
        </p:sp>
        <p:sp>
          <p:nvSpPr>
            <p:cNvPr id="22" name="node13.source-002.bullet"/>
            <p:cNvSpPr/>
            <p:nvPr/>
          </p:nvSpPr>
          <p:spPr>
            <a:xfrm>
              <a:off x="723900" y="3708400"/>
              <a:ext cx="38100" cy="38100"/>
            </a:xfrm>
            <a:prstGeom prst="rect">
              <a:avLst/>
            </a:prstGeom>
            <a:solidFill>
              <a:srgbClr val="070154"/>
            </a:solidFill>
            <a:ln>
              <a:noFill/>
            </a:ln>
          </p:spPr>
        </p:sp>
        <p:sp>
          <p:nvSpPr>
            <p:cNvPr id="23" name="node13.source-002.text"/>
            <p:cNvSpPr/>
            <p:nvPr/>
          </p:nvSpPr>
          <p:spPr>
            <a:xfrm>
              <a:off x="876300" y="36195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Appeals take 45 days</a:t>
              </a:r>
              <a:endParaRPr lang="en-US" sz="1200" spc="0" kern="0" b="0" i="0" dirty="0">
                <a:solidFill>
                  <a:srgbClr val="070154"/>
                </a:solidFill>
                <a:latin typeface="IBM Plex Sans"/>
                <a:ea typeface="IBM Plex Sans"/>
                <a:cs typeface="IBM Plex Sans"/>
              </a:endParaRPr>
            </a:p>
          </p:txBody>
        </p:sp>
      </p:grpSp>
      <p:grpSp>
        <p:nvGrpSpPr>
          <p:cNvPr id="66" name="node14"/>
          <p:cNvGrpSpPr/>
          <p:nvPr/>
        </p:nvGrpSpPr>
        <p:grpSpPr>
          <a:xfrm>
            <a:off x="4381500" y="2667000"/>
            <a:ext cx="3429000" cy="533400"/>
            <a:chOff x="4381500" y="2667000"/>
            <a:chExt cx="3429000" cy="533400"/>
          </a:xfrm>
        </p:grpSpPr>
        <p:sp>
          <p:nvSpPr>
            <p:cNvPr id="24" name="node14.label"/>
            <p:cNvSpPr/>
            <p:nvPr/>
          </p:nvSpPr>
          <p:spPr>
            <a:xfrm>
              <a:off x="4381500" y="2667000"/>
              <a:ext cx="3429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TOPIC 2</a:t>
              </a:r>
              <a:endParaRPr lang="en-US" sz="900" spc="54" kern="0" b="0" i="0" dirty="0">
                <a:solidFill>
                  <a:srgbClr val="0047FF"/>
                </a:solidFill>
                <a:latin typeface="IBM Plex Mono Medium"/>
                <a:ea typeface="IBM Plex Mono Medium"/>
                <a:cs typeface="IBM Plex Mono Medium"/>
              </a:endParaRPr>
            </a:p>
          </p:txBody>
        </p:sp>
        <p:sp>
          <p:nvSpPr>
            <p:cNvPr id="25" name="node14.title"/>
            <p:cNvSpPr/>
            <p:nvPr/>
          </p:nvSpPr>
          <p:spPr>
            <a:xfrm>
              <a:off x="4381500" y="2895600"/>
              <a:ext cx="34290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Registration</a:t>
              </a:r>
              <a:endParaRPr lang="en-US" sz="1800" spc="-18" kern="0" b="0" i="0" dirty="0">
                <a:solidFill>
                  <a:srgbClr val="070154"/>
                </a:solidFill>
                <a:latin typeface="IBM Plex Sans SemiBold"/>
                <a:ea typeface="IBM Plex Sans SemiBold"/>
                <a:cs typeface="IBM Plex Sans SemiBold"/>
              </a:endParaRPr>
            </a:p>
          </p:txBody>
        </p:sp>
      </p:grpSp>
      <p:grpSp>
        <p:nvGrpSpPr>
          <p:cNvPr id="67" name="node15"/>
          <p:cNvGrpSpPr/>
          <p:nvPr/>
        </p:nvGrpSpPr>
        <p:grpSpPr>
          <a:xfrm>
            <a:off x="4381500" y="3352800"/>
            <a:ext cx="3429000" cy="495300"/>
            <a:chOff x="4381500" y="3352800"/>
            <a:chExt cx="3429000" cy="495300"/>
          </a:xfrm>
        </p:grpSpPr>
        <p:sp>
          <p:nvSpPr>
            <p:cNvPr id="26" name="node15.source-001.bullet"/>
            <p:cNvSpPr/>
            <p:nvPr/>
          </p:nvSpPr>
          <p:spPr>
            <a:xfrm>
              <a:off x="4381500" y="3441700"/>
              <a:ext cx="38100" cy="38100"/>
            </a:xfrm>
            <a:prstGeom prst="rect">
              <a:avLst/>
            </a:prstGeom>
            <a:solidFill>
              <a:srgbClr val="070154"/>
            </a:solidFill>
            <a:ln>
              <a:noFill/>
            </a:ln>
          </p:spPr>
        </p:sp>
        <p:sp>
          <p:nvSpPr>
            <p:cNvPr id="27" name="node15.source-001.text"/>
            <p:cNvSpPr/>
            <p:nvPr/>
          </p:nvSpPr>
          <p:spPr>
            <a:xfrm>
              <a:off x="4533900" y="33528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Front-desk errors found at billing</a:t>
              </a:r>
              <a:endParaRPr lang="en-US" sz="1200" spc="0" kern="0" b="0" i="0" dirty="0">
                <a:solidFill>
                  <a:srgbClr val="070154"/>
                </a:solidFill>
                <a:latin typeface="IBM Plex Sans"/>
                <a:ea typeface="IBM Plex Sans"/>
                <a:cs typeface="IBM Plex Sans"/>
              </a:endParaRPr>
            </a:p>
          </p:txBody>
        </p:sp>
        <p:sp>
          <p:nvSpPr>
            <p:cNvPr id="28" name="node15.source-002.bullet"/>
            <p:cNvSpPr/>
            <p:nvPr/>
          </p:nvSpPr>
          <p:spPr>
            <a:xfrm>
              <a:off x="4381500" y="3708400"/>
              <a:ext cx="38100" cy="38100"/>
            </a:xfrm>
            <a:prstGeom prst="rect">
              <a:avLst/>
            </a:prstGeom>
            <a:solidFill>
              <a:srgbClr val="070154"/>
            </a:solidFill>
            <a:ln>
              <a:noFill/>
            </a:ln>
          </p:spPr>
        </p:sp>
        <p:sp>
          <p:nvSpPr>
            <p:cNvPr id="29" name="node15.source-002.text"/>
            <p:cNvSpPr/>
            <p:nvPr/>
          </p:nvSpPr>
          <p:spPr>
            <a:xfrm>
              <a:off x="4533900" y="36195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No eligibility check at check-in</a:t>
              </a:r>
              <a:endParaRPr lang="en-US" sz="1200" spc="0" kern="0" b="0" i="0" dirty="0">
                <a:solidFill>
                  <a:srgbClr val="070154"/>
                </a:solidFill>
                <a:latin typeface="IBM Plex Sans"/>
                <a:ea typeface="IBM Plex Sans"/>
                <a:cs typeface="IBM Plex Sans"/>
              </a:endParaRPr>
            </a:p>
          </p:txBody>
        </p:sp>
      </p:grpSp>
      <p:grpSp>
        <p:nvGrpSpPr>
          <p:cNvPr id="68" name="node16"/>
          <p:cNvGrpSpPr/>
          <p:nvPr/>
        </p:nvGrpSpPr>
        <p:grpSpPr>
          <a:xfrm>
            <a:off x="8039100" y="2667000"/>
            <a:ext cx="3429000" cy="533400"/>
            <a:chOff x="8039100" y="2667000"/>
            <a:chExt cx="3429000" cy="533400"/>
          </a:xfrm>
        </p:grpSpPr>
        <p:sp>
          <p:nvSpPr>
            <p:cNvPr id="30" name="node16.label"/>
            <p:cNvSpPr/>
            <p:nvPr/>
          </p:nvSpPr>
          <p:spPr>
            <a:xfrm>
              <a:off x="8039100" y="2667000"/>
              <a:ext cx="3429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TOPIC 3</a:t>
              </a:r>
              <a:endParaRPr lang="en-US" sz="900" spc="54" kern="0" b="0" i="0" dirty="0">
                <a:solidFill>
                  <a:srgbClr val="0047FF"/>
                </a:solidFill>
                <a:latin typeface="IBM Plex Mono Medium"/>
                <a:ea typeface="IBM Plex Mono Medium"/>
                <a:cs typeface="IBM Plex Mono Medium"/>
              </a:endParaRPr>
            </a:p>
          </p:txBody>
        </p:sp>
        <p:sp>
          <p:nvSpPr>
            <p:cNvPr id="31" name="node16.title"/>
            <p:cNvSpPr/>
            <p:nvPr/>
          </p:nvSpPr>
          <p:spPr>
            <a:xfrm>
              <a:off x="8039100" y="2895600"/>
              <a:ext cx="34290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Tooling</a:t>
              </a:r>
              <a:endParaRPr lang="en-US" sz="1800" spc="-18" kern="0" b="0" i="0" dirty="0">
                <a:solidFill>
                  <a:srgbClr val="070154"/>
                </a:solidFill>
                <a:latin typeface="IBM Plex Sans SemiBold"/>
                <a:ea typeface="IBM Plex Sans SemiBold"/>
                <a:cs typeface="IBM Plex Sans SemiBold"/>
              </a:endParaRPr>
            </a:p>
          </p:txBody>
        </p:sp>
      </p:grpSp>
      <p:grpSp>
        <p:nvGrpSpPr>
          <p:cNvPr id="69" name="node17"/>
          <p:cNvGrpSpPr/>
          <p:nvPr/>
        </p:nvGrpSpPr>
        <p:grpSpPr>
          <a:xfrm>
            <a:off x="8039100" y="3352800"/>
            <a:ext cx="3429000" cy="495300"/>
            <a:chOff x="8039100" y="3352800"/>
            <a:chExt cx="3429000" cy="495300"/>
          </a:xfrm>
        </p:grpSpPr>
        <p:sp>
          <p:nvSpPr>
            <p:cNvPr id="32" name="node17.source-001.bullet"/>
            <p:cNvSpPr/>
            <p:nvPr/>
          </p:nvSpPr>
          <p:spPr>
            <a:xfrm>
              <a:off x="8039100" y="3441700"/>
              <a:ext cx="38100" cy="38100"/>
            </a:xfrm>
            <a:prstGeom prst="rect">
              <a:avLst/>
            </a:prstGeom>
            <a:solidFill>
              <a:srgbClr val="070154"/>
            </a:solidFill>
            <a:ln>
              <a:noFill/>
            </a:ln>
          </p:spPr>
        </p:sp>
        <p:sp>
          <p:nvSpPr>
            <p:cNvPr id="33" name="node17.source-001.text"/>
            <p:cNvSpPr/>
            <p:nvPr/>
          </p:nvSpPr>
          <p:spPr>
            <a:xfrm>
              <a:off x="8191500" y="33528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Three work queues, no single view</a:t>
              </a:r>
              <a:endParaRPr lang="en-US" sz="1200" spc="0" kern="0" b="0" i="0" dirty="0">
                <a:solidFill>
                  <a:srgbClr val="070154"/>
                </a:solidFill>
                <a:latin typeface="IBM Plex Sans"/>
                <a:ea typeface="IBM Plex Sans"/>
                <a:cs typeface="IBM Plex Sans"/>
              </a:endParaRPr>
            </a:p>
          </p:txBody>
        </p:sp>
        <p:sp>
          <p:nvSpPr>
            <p:cNvPr id="34" name="node17.source-002.bullet"/>
            <p:cNvSpPr/>
            <p:nvPr/>
          </p:nvSpPr>
          <p:spPr>
            <a:xfrm>
              <a:off x="8039100" y="3708400"/>
              <a:ext cx="38100" cy="38100"/>
            </a:xfrm>
            <a:prstGeom prst="rect">
              <a:avLst/>
            </a:prstGeom>
            <a:solidFill>
              <a:srgbClr val="070154"/>
            </a:solidFill>
            <a:ln>
              <a:noFill/>
            </a:ln>
          </p:spPr>
        </p:sp>
        <p:sp>
          <p:nvSpPr>
            <p:cNvPr id="35" name="node17.source-002.text"/>
            <p:cNvSpPr/>
            <p:nvPr/>
          </p:nvSpPr>
          <p:spPr>
            <a:xfrm>
              <a:off x="8191500" y="36195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Reports rebuilt by hand each month</a:t>
              </a:r>
              <a:endParaRPr lang="en-US" sz="1200" spc="0" kern="0" b="0" i="0" dirty="0">
                <a:solidFill>
                  <a:srgbClr val="070154"/>
                </a:solidFill>
                <a:latin typeface="IBM Plex Sans"/>
                <a:ea typeface="IBM Plex Sans"/>
                <a:cs typeface="IBM Plex Sans"/>
              </a:endParaRPr>
            </a:p>
          </p:txBody>
        </p:sp>
      </p:grpSp>
      <p:sp>
        <p:nvSpPr>
          <p:cNvPr id="36" name="node18"/>
          <p:cNvSpPr/>
          <p:nvPr/>
        </p:nvSpPr>
        <p:spPr>
          <a:xfrm>
            <a:off x="723900" y="4038600"/>
            <a:ext cx="10744200" cy="9525"/>
          </a:xfrm>
          <a:prstGeom prst="rect">
            <a:avLst/>
          </a:prstGeom>
          <a:solidFill>
            <a:srgbClr val="CED7E6"/>
          </a:solidFill>
          <a:ln>
            <a:noFill/>
          </a:ln>
        </p:spPr>
      </p:sp>
      <p:grpSp>
        <p:nvGrpSpPr>
          <p:cNvPr id="70" name="node19"/>
          <p:cNvGrpSpPr/>
          <p:nvPr/>
        </p:nvGrpSpPr>
        <p:grpSpPr>
          <a:xfrm>
            <a:off x="723900" y="4191000"/>
            <a:ext cx="4343400" cy="1524000"/>
            <a:chOff x="723900" y="4191000"/>
            <a:chExt cx="4343400" cy="1524000"/>
          </a:xfrm>
        </p:grpSpPr>
        <p:sp>
          <p:nvSpPr>
            <p:cNvPr id="37" name="node19.quote-mark"/>
            <p:cNvSpPr/>
            <p:nvPr/>
          </p:nvSpPr>
          <p:spPr>
            <a:xfrm>
              <a:off x="723900" y="4191000"/>
              <a:ext cx="4343400" cy="1143000"/>
            </a:xfrm>
            <a:prstGeom prst="rect">
              <a:avLst/>
            </a:prstGeom>
            <a:noFill/>
            <a:ln/>
          </p:spPr>
          <p:txBody>
            <a:bodyPr wrap="square" lIns="0" tIns="0" rIns="0" bIns="0" rtlCol="0" anchor="t"/>
            <a:lstStyle/>
            <a:p>
              <a:pPr algn="l" indent="0" marL="0">
                <a:lnSpc>
                  <a:spcPts val="3000"/>
                </a:lnSpc>
                <a:buNone/>
              </a:pPr>
              <a:r>
                <a:rPr lang="en-US" sz="6000" spc="-90" kern="0" b="0" i="0" dirty="0">
                  <a:solidFill>
                    <a:srgbClr val="0047FF"/>
                  </a:solidFill>
                  <a:latin typeface="IBM Plex Sans SemiBold"/>
                  <a:ea typeface="IBM Plex Sans SemiBold"/>
                  <a:cs typeface="IBM Plex Sans SemiBold"/>
                </a:rPr>
                <a:t>“</a:t>
              </a:r>
              <a:endParaRPr lang="en-US" sz="6000" spc="-90" kern="0" b="0" i="0" dirty="0">
                <a:solidFill>
                  <a:srgbClr val="0047FF"/>
                </a:solidFill>
                <a:latin typeface="IBM Plex Sans SemiBold"/>
                <a:ea typeface="IBM Plex Sans SemiBold"/>
                <a:cs typeface="IBM Plex Sans SemiBold"/>
              </a:endParaRPr>
            </a:p>
          </p:txBody>
        </p:sp>
        <p:sp>
          <p:nvSpPr>
            <p:cNvPr id="38" name="node19.quote"/>
            <p:cNvSpPr/>
            <p:nvPr/>
          </p:nvSpPr>
          <p:spPr>
            <a:xfrm>
              <a:off x="723900" y="4686300"/>
              <a:ext cx="4343400" cy="7620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We find it at billing, three weeks late.</a:t>
              </a:r>
              <a:endParaRPr lang="en-US" sz="2400" spc="-36" kern="0" b="0" i="0" dirty="0">
                <a:solidFill>
                  <a:srgbClr val="070154"/>
                </a:solidFill>
                <a:latin typeface="IBM Plex Sans SemiBold"/>
                <a:ea typeface="IBM Plex Sans SemiBold"/>
                <a:cs typeface="IBM Plex Sans SemiBold"/>
              </a:endParaRPr>
            </a:p>
          </p:txBody>
        </p:sp>
        <p:sp>
          <p:nvSpPr>
            <p:cNvPr id="39" name="node19.by"/>
            <p:cNvSpPr/>
            <p:nvPr/>
          </p:nvSpPr>
          <p:spPr>
            <a:xfrm>
              <a:off x="723900" y="5562600"/>
              <a:ext cx="43434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VP REVENUE CYCLE</a:t>
              </a:r>
              <a:endParaRPr lang="en-US" sz="900" spc="54" kern="0" b="0" i="0" dirty="0">
                <a:solidFill>
                  <a:srgbClr val="50658E"/>
                </a:solidFill>
                <a:latin typeface="IBM Plex Mono Medium"/>
                <a:ea typeface="IBM Plex Mono Medium"/>
                <a:cs typeface="IBM Plex Mono Medium"/>
              </a:endParaRPr>
            </a:p>
          </p:txBody>
        </p:sp>
      </p:grpSp>
      <p:grpSp>
        <p:nvGrpSpPr>
          <p:cNvPr id="71" name="node20"/>
          <p:cNvGrpSpPr/>
          <p:nvPr/>
        </p:nvGrpSpPr>
        <p:grpSpPr>
          <a:xfrm>
            <a:off x="5295900" y="4267200"/>
            <a:ext cx="2514600" cy="152400"/>
            <a:chOff x="5295900" y="4267200"/>
            <a:chExt cx="2514600" cy="152400"/>
          </a:xfrm>
        </p:grpSpPr>
        <p:sp>
          <p:nvSpPr>
            <p:cNvPr id="40" name="node20.label"/>
            <p:cNvSpPr/>
            <p:nvPr/>
          </p:nvSpPr>
          <p:spPr>
            <a:xfrm>
              <a:off x="5295900" y="42672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PAIN AND OPPORTUNITY</a:t>
              </a:r>
              <a:endParaRPr lang="en-US" sz="900" spc="54" kern="0" b="0" i="0" dirty="0">
                <a:solidFill>
                  <a:srgbClr val="0047FF"/>
                </a:solidFill>
                <a:latin typeface="IBM Plex Mono Medium"/>
                <a:ea typeface="IBM Plex Mono Medium"/>
                <a:cs typeface="IBM Plex Mono Medium"/>
              </a:endParaRPr>
            </a:p>
          </p:txBody>
        </p:sp>
      </p:grpSp>
      <p:grpSp>
        <p:nvGrpSpPr>
          <p:cNvPr id="72" name="node21"/>
          <p:cNvGrpSpPr/>
          <p:nvPr/>
        </p:nvGrpSpPr>
        <p:grpSpPr>
          <a:xfrm>
            <a:off x="5295900" y="4572000"/>
            <a:ext cx="2514600" cy="762000"/>
            <a:chOff x="5295900" y="4572000"/>
            <a:chExt cx="2514600" cy="762000"/>
          </a:xfrm>
        </p:grpSpPr>
        <p:sp>
          <p:nvSpPr>
            <p:cNvPr id="41" name="node21.source-001.bullet"/>
            <p:cNvSpPr/>
            <p:nvPr/>
          </p:nvSpPr>
          <p:spPr>
            <a:xfrm>
              <a:off x="5295900" y="4660900"/>
              <a:ext cx="38100" cy="38100"/>
            </a:xfrm>
            <a:prstGeom prst="rect">
              <a:avLst/>
            </a:prstGeom>
            <a:solidFill>
              <a:srgbClr val="070154"/>
            </a:solidFill>
            <a:ln>
              <a:noFill/>
            </a:ln>
          </p:spPr>
        </p:sp>
        <p:sp>
          <p:nvSpPr>
            <p:cNvPr id="42" name="node21.source-001.text"/>
            <p:cNvSpPr/>
            <p:nvPr/>
          </p:nvSpPr>
          <p:spPr>
            <a:xfrm>
              <a:off x="5448300" y="45720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Pain: manual rework</a:t>
              </a:r>
              <a:endParaRPr lang="en-US" sz="1200" spc="0" kern="0" b="0" i="0" dirty="0">
                <a:solidFill>
                  <a:srgbClr val="070154"/>
                </a:solidFill>
                <a:latin typeface="IBM Plex Sans"/>
                <a:ea typeface="IBM Plex Sans"/>
                <a:cs typeface="IBM Plex Sans"/>
              </a:endParaRPr>
            </a:p>
          </p:txBody>
        </p:sp>
        <p:sp>
          <p:nvSpPr>
            <p:cNvPr id="43" name="node21.source-002.bullet"/>
            <p:cNvSpPr/>
            <p:nvPr/>
          </p:nvSpPr>
          <p:spPr>
            <a:xfrm>
              <a:off x="5295900" y="4927600"/>
              <a:ext cx="38100" cy="38100"/>
            </a:xfrm>
            <a:prstGeom prst="rect">
              <a:avLst/>
            </a:prstGeom>
            <a:solidFill>
              <a:srgbClr val="070154"/>
            </a:solidFill>
            <a:ln>
              <a:noFill/>
            </a:ln>
          </p:spPr>
        </p:sp>
        <p:sp>
          <p:nvSpPr>
            <p:cNvPr id="44" name="node21.source-002.text"/>
            <p:cNvSpPr/>
            <p:nvPr/>
          </p:nvSpPr>
          <p:spPr>
            <a:xfrm>
              <a:off x="5448300" y="48387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Pain: no shared view</a:t>
              </a:r>
              <a:endParaRPr lang="en-US" sz="1200" spc="0" kern="0" b="0" i="0" dirty="0">
                <a:solidFill>
                  <a:srgbClr val="070154"/>
                </a:solidFill>
                <a:latin typeface="IBM Plex Sans"/>
                <a:ea typeface="IBM Plex Sans"/>
                <a:cs typeface="IBM Plex Sans"/>
              </a:endParaRPr>
            </a:p>
          </p:txBody>
        </p:sp>
        <p:sp>
          <p:nvSpPr>
            <p:cNvPr id="45" name="node21.source-003.bullet"/>
            <p:cNvSpPr/>
            <p:nvPr/>
          </p:nvSpPr>
          <p:spPr>
            <a:xfrm>
              <a:off x="5295900" y="5194300"/>
              <a:ext cx="38100" cy="38100"/>
            </a:xfrm>
            <a:prstGeom prst="rect">
              <a:avLst/>
            </a:prstGeom>
            <a:solidFill>
              <a:srgbClr val="070154"/>
            </a:solidFill>
            <a:ln>
              <a:noFill/>
            </a:ln>
          </p:spPr>
        </p:sp>
        <p:sp>
          <p:nvSpPr>
            <p:cNvPr id="46" name="node21.source-003.text"/>
            <p:cNvSpPr/>
            <p:nvPr/>
          </p:nvSpPr>
          <p:spPr>
            <a:xfrm>
              <a:off x="5448300" y="51054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Idea: one work queue</a:t>
              </a:r>
              <a:endParaRPr lang="en-US" sz="1200" spc="0" kern="0" b="0" i="0" dirty="0">
                <a:solidFill>
                  <a:srgbClr val="070154"/>
                </a:solidFill>
                <a:latin typeface="IBM Plex Sans"/>
                <a:ea typeface="IBM Plex Sans"/>
                <a:cs typeface="IBM Plex Sans"/>
              </a:endParaRPr>
            </a:p>
          </p:txBody>
        </p:sp>
      </p:grpSp>
      <p:grpSp>
        <p:nvGrpSpPr>
          <p:cNvPr id="73" name="node22"/>
          <p:cNvGrpSpPr/>
          <p:nvPr/>
        </p:nvGrpSpPr>
        <p:grpSpPr>
          <a:xfrm>
            <a:off x="8039100" y="4267200"/>
            <a:ext cx="3429000" cy="152400"/>
            <a:chOff x="8039100" y="4267200"/>
            <a:chExt cx="3429000" cy="152400"/>
          </a:xfrm>
        </p:grpSpPr>
        <p:sp>
          <p:nvSpPr>
            <p:cNvPr id="47" name="node22.label"/>
            <p:cNvSpPr/>
            <p:nvPr/>
          </p:nvSpPr>
          <p:spPr>
            <a:xfrm>
              <a:off x="8039100" y="4267200"/>
              <a:ext cx="3429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FOLLOW-UPS AND QUESTIONS</a:t>
              </a:r>
              <a:endParaRPr lang="en-US" sz="900" spc="54" kern="0" b="0" i="0" dirty="0">
                <a:solidFill>
                  <a:srgbClr val="0047FF"/>
                </a:solidFill>
                <a:latin typeface="IBM Plex Mono Medium"/>
                <a:ea typeface="IBM Plex Mono Medium"/>
                <a:cs typeface="IBM Plex Mono Medium"/>
              </a:endParaRPr>
            </a:p>
          </p:txBody>
        </p:sp>
      </p:grpSp>
      <p:grpSp>
        <p:nvGrpSpPr>
          <p:cNvPr id="74" name="node23"/>
          <p:cNvGrpSpPr/>
          <p:nvPr/>
        </p:nvGrpSpPr>
        <p:grpSpPr>
          <a:xfrm>
            <a:off x="8039100" y="4572000"/>
            <a:ext cx="3429000" cy="762000"/>
            <a:chOff x="8039100" y="4572000"/>
            <a:chExt cx="3429000" cy="762000"/>
          </a:xfrm>
        </p:grpSpPr>
        <p:sp>
          <p:nvSpPr>
            <p:cNvPr id="48" name="node23.source-001.bullet"/>
            <p:cNvSpPr/>
            <p:nvPr/>
          </p:nvSpPr>
          <p:spPr>
            <a:xfrm>
              <a:off x="8039100" y="4660900"/>
              <a:ext cx="38100" cy="38100"/>
            </a:xfrm>
            <a:prstGeom prst="rect">
              <a:avLst/>
            </a:prstGeom>
            <a:solidFill>
              <a:srgbClr val="070154"/>
            </a:solidFill>
            <a:ln>
              <a:noFill/>
            </a:ln>
          </p:spPr>
        </p:sp>
        <p:sp>
          <p:nvSpPr>
            <p:cNvPr id="49" name="node23.source-001.text"/>
            <p:cNvSpPr/>
            <p:nvPr/>
          </p:nvSpPr>
          <p:spPr>
            <a:xfrm>
              <a:off x="8191500" y="45720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Denial extract: received</a:t>
              </a:r>
              <a:endParaRPr lang="en-US" sz="1200" spc="0" kern="0" b="0" i="0" dirty="0">
                <a:solidFill>
                  <a:srgbClr val="070154"/>
                </a:solidFill>
                <a:latin typeface="IBM Plex Sans"/>
                <a:ea typeface="IBM Plex Sans"/>
                <a:cs typeface="IBM Plex Sans"/>
              </a:endParaRPr>
            </a:p>
          </p:txBody>
        </p:sp>
        <p:sp>
          <p:nvSpPr>
            <p:cNvPr id="50" name="node23.source-002.bullet"/>
            <p:cNvSpPr/>
            <p:nvPr/>
          </p:nvSpPr>
          <p:spPr>
            <a:xfrm>
              <a:off x="8039100" y="4927600"/>
              <a:ext cx="38100" cy="38100"/>
            </a:xfrm>
            <a:prstGeom prst="rect">
              <a:avLst/>
            </a:prstGeom>
            <a:solidFill>
              <a:srgbClr val="070154"/>
            </a:solidFill>
            <a:ln>
              <a:noFill/>
            </a:ln>
          </p:spPr>
        </p:sp>
        <p:sp>
          <p:nvSpPr>
            <p:cNvPr id="51" name="node23.source-002.text"/>
            <p:cNvSpPr/>
            <p:nvPr/>
          </p:nvSpPr>
          <p:spPr>
            <a:xfrm>
              <a:off x="8191500" y="48387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Appeal staffing: pending Oct 6</a:t>
              </a:r>
              <a:endParaRPr lang="en-US" sz="1200" spc="0" kern="0" b="0" i="0" dirty="0">
                <a:solidFill>
                  <a:srgbClr val="070154"/>
                </a:solidFill>
                <a:latin typeface="IBM Plex Sans"/>
                <a:ea typeface="IBM Plex Sans"/>
                <a:cs typeface="IBM Plex Sans"/>
              </a:endParaRPr>
            </a:p>
          </p:txBody>
        </p:sp>
        <p:sp>
          <p:nvSpPr>
            <p:cNvPr id="52" name="node23.source-003.bullet"/>
            <p:cNvSpPr/>
            <p:nvPr/>
          </p:nvSpPr>
          <p:spPr>
            <a:xfrm>
              <a:off x="8039100" y="5194300"/>
              <a:ext cx="38100" cy="38100"/>
            </a:xfrm>
            <a:prstGeom prst="rect">
              <a:avLst/>
            </a:prstGeom>
            <a:solidFill>
              <a:srgbClr val="070154"/>
            </a:solidFill>
            <a:ln>
              <a:noFill/>
            </a:ln>
          </p:spPr>
        </p:sp>
        <p:sp>
          <p:nvSpPr>
            <p:cNvPr id="53" name="node23.source-003.text"/>
            <p:cNvSpPr/>
            <p:nvPr/>
          </p:nvSpPr>
          <p:spPr>
            <a:xfrm>
              <a:off x="8191500" y="51054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Open: who owns payer contracts?</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ource-237">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STAKEHOLDER INTERVIEWS</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Five findings from the revenue cycle interview</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Sample names for layout only; replace with engagement stakeholders before use.</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65</a:t>
            </a:fld>
            <a:endParaRPr lang="en-US" sz="700" spc="0" kern="0" b="0" i="0" dirty="0">
              <a:solidFill>
                <a:srgbClr val="070154"/>
              </a:solidFill>
              <a:latin typeface="IBM Plex Mono SemiBold"/>
              <a:ea typeface="IBM Plex Mono SemiBold"/>
              <a:cs typeface="IBM Plex Mono SemiBold"/>
            </a:endParaRPr>
          </a:p>
        </p:txBody>
      </p:sp>
      <p:grpSp>
        <p:nvGrpSpPr>
          <p:cNvPr id="38" name="node01"/>
          <p:cNvGrpSpPr/>
          <p:nvPr/>
        </p:nvGrpSpPr>
        <p:grpSpPr>
          <a:xfrm>
            <a:off x="723900" y="1600200"/>
            <a:ext cx="685800" cy="685800"/>
            <a:chOff x="723900" y="1600200"/>
            <a:chExt cx="685800" cy="685800"/>
          </a:xfrm>
        </p:grpSpPr>
        <p:pic>
          <p:nvPicPr>
            <p:cNvPr id="7" name="node01.image" descr="photo-headshot-face; canonical SHA256=296801383ca36ace437e526edbbf16a0e387072468b87185313e9502001ef07c">    </p:cNvPr>
            <p:cNvPicPr>
              <a:picLocks noChangeAspect="1"/>
            </p:cNvPicPr>
            <p:nvPr/>
          </p:nvPicPr>
          <p:blipFill>
            <a:blip r:embed="rId1"/>
            <a:srcRect l="0" r="0" t="0" b="0"/>
            <a:stretch/>
          </p:blipFill>
          <p:spPr>
            <a:xfrm>
              <a:off x="723900" y="1600200"/>
              <a:ext cx="685800" cy="685800"/>
            </a:xfrm>
            <a:prstGeom prst="rect">
              <a:avLst/>
            </a:prstGeom>
          </p:spPr>
        </p:pic>
      </p:grpSp>
      <p:grpSp>
        <p:nvGrpSpPr>
          <p:cNvPr id="39" name="node02"/>
          <p:cNvGrpSpPr/>
          <p:nvPr/>
        </p:nvGrpSpPr>
        <p:grpSpPr>
          <a:xfrm>
            <a:off x="1638300" y="1600200"/>
            <a:ext cx="2286000" cy="304800"/>
            <a:chOff x="1638300" y="1600200"/>
            <a:chExt cx="2286000" cy="304800"/>
          </a:xfrm>
        </p:grpSpPr>
        <p:sp>
          <p:nvSpPr>
            <p:cNvPr id="8" name="node02.text"/>
            <p:cNvSpPr/>
            <p:nvPr/>
          </p:nvSpPr>
          <p:spPr>
            <a:xfrm>
              <a:off x="1638300" y="1600200"/>
              <a:ext cx="22860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J. Alvarez</a:t>
              </a:r>
              <a:endParaRPr lang="en-US" sz="1800" spc="-18" kern="0" b="0" i="0" dirty="0">
                <a:solidFill>
                  <a:srgbClr val="070154"/>
                </a:solidFill>
                <a:latin typeface="IBM Plex Sans SemiBold"/>
                <a:ea typeface="IBM Plex Sans SemiBold"/>
                <a:cs typeface="IBM Plex Sans SemiBold"/>
              </a:endParaRPr>
            </a:p>
          </p:txBody>
        </p:sp>
      </p:grpSp>
      <p:grpSp>
        <p:nvGrpSpPr>
          <p:cNvPr id="40" name="node03"/>
          <p:cNvGrpSpPr/>
          <p:nvPr/>
        </p:nvGrpSpPr>
        <p:grpSpPr>
          <a:xfrm>
            <a:off x="1638300" y="1905000"/>
            <a:ext cx="2286000" cy="228600"/>
            <a:chOff x="1638300" y="1905000"/>
            <a:chExt cx="2286000" cy="228600"/>
          </a:xfrm>
        </p:grpSpPr>
        <p:sp>
          <p:nvSpPr>
            <p:cNvPr id="9" name="node03.text"/>
            <p:cNvSpPr/>
            <p:nvPr/>
          </p:nvSpPr>
          <p:spPr>
            <a:xfrm>
              <a:off x="1638300" y="1905000"/>
              <a:ext cx="2286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VP Revenue Cycle</a:t>
              </a:r>
              <a:endParaRPr lang="en-US" sz="1200" spc="0" kern="0" b="0" i="0" dirty="0">
                <a:solidFill>
                  <a:srgbClr val="50658E"/>
                </a:solidFill>
                <a:latin typeface="IBM Plex Sans"/>
                <a:ea typeface="IBM Plex Sans"/>
                <a:cs typeface="IBM Plex Sans"/>
              </a:endParaRPr>
            </a:p>
          </p:txBody>
        </p:sp>
      </p:grpSp>
      <p:grpSp>
        <p:nvGrpSpPr>
          <p:cNvPr id="41" name="node04"/>
          <p:cNvGrpSpPr/>
          <p:nvPr/>
        </p:nvGrpSpPr>
        <p:grpSpPr>
          <a:xfrm>
            <a:off x="4152900" y="1600200"/>
            <a:ext cx="2514600" cy="152400"/>
            <a:chOff x="4152900" y="1600200"/>
            <a:chExt cx="2514600" cy="152400"/>
          </a:xfrm>
        </p:grpSpPr>
        <p:sp>
          <p:nvSpPr>
            <p:cNvPr id="10" name="node04.text"/>
            <p:cNvSpPr/>
            <p:nvPr/>
          </p:nvSpPr>
          <p:spPr>
            <a:xfrm>
              <a:off x="4152900" y="16002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DEPARTMENT AND DATE</a:t>
              </a:r>
              <a:endParaRPr lang="en-US" sz="900" spc="54" kern="0" b="0" i="0" dirty="0">
                <a:solidFill>
                  <a:srgbClr val="50658E"/>
                </a:solidFill>
                <a:latin typeface="IBM Plex Mono Medium"/>
                <a:ea typeface="IBM Plex Mono Medium"/>
                <a:cs typeface="IBM Plex Mono Medium"/>
              </a:endParaRPr>
            </a:p>
          </p:txBody>
        </p:sp>
      </p:grpSp>
      <p:grpSp>
        <p:nvGrpSpPr>
          <p:cNvPr id="42" name="node05"/>
          <p:cNvGrpSpPr/>
          <p:nvPr/>
        </p:nvGrpSpPr>
        <p:grpSpPr>
          <a:xfrm>
            <a:off x="4152900" y="1828800"/>
            <a:ext cx="2514600" cy="228600"/>
            <a:chOff x="4152900" y="1828800"/>
            <a:chExt cx="2514600" cy="228600"/>
          </a:xfrm>
        </p:grpSpPr>
        <p:sp>
          <p:nvSpPr>
            <p:cNvPr id="11" name="node05.text"/>
            <p:cNvSpPr/>
            <p:nvPr/>
          </p:nvSpPr>
          <p:spPr>
            <a:xfrm>
              <a:off x="4152900" y="1828800"/>
              <a:ext cx="2514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Revenue cycle · Sep 8</a:t>
              </a:r>
              <a:endParaRPr lang="en-US" sz="1200" spc="0" kern="0" b="0" i="0" dirty="0">
                <a:solidFill>
                  <a:srgbClr val="070154"/>
                </a:solidFill>
                <a:latin typeface="IBM Plex Sans"/>
                <a:ea typeface="IBM Plex Sans"/>
                <a:cs typeface="IBM Plex Sans"/>
              </a:endParaRPr>
            </a:p>
          </p:txBody>
        </p:sp>
      </p:grpSp>
      <p:grpSp>
        <p:nvGrpSpPr>
          <p:cNvPr id="43" name="node06"/>
          <p:cNvGrpSpPr/>
          <p:nvPr/>
        </p:nvGrpSpPr>
        <p:grpSpPr>
          <a:xfrm>
            <a:off x="6896100" y="1600200"/>
            <a:ext cx="1600200" cy="152400"/>
            <a:chOff x="6896100" y="1600200"/>
            <a:chExt cx="1600200" cy="152400"/>
          </a:xfrm>
        </p:grpSpPr>
        <p:sp>
          <p:nvSpPr>
            <p:cNvPr id="12" name="node06.text"/>
            <p:cNvSpPr/>
            <p:nvPr/>
          </p:nvSpPr>
          <p:spPr>
            <a:xfrm>
              <a:off x="6896100" y="1600200"/>
              <a:ext cx="1600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INTERVIEWERS</a:t>
              </a:r>
              <a:endParaRPr lang="en-US" sz="900" spc="54" kern="0" b="0" i="0" dirty="0">
                <a:solidFill>
                  <a:srgbClr val="50658E"/>
                </a:solidFill>
                <a:latin typeface="IBM Plex Mono Medium"/>
                <a:ea typeface="IBM Plex Mono Medium"/>
                <a:cs typeface="IBM Plex Mono Medium"/>
              </a:endParaRPr>
            </a:p>
          </p:txBody>
        </p:sp>
      </p:grpSp>
      <p:grpSp>
        <p:nvGrpSpPr>
          <p:cNvPr id="44" name="node07"/>
          <p:cNvGrpSpPr/>
          <p:nvPr/>
        </p:nvGrpSpPr>
        <p:grpSpPr>
          <a:xfrm>
            <a:off x="6896100" y="1828800"/>
            <a:ext cx="1600200" cy="228600"/>
            <a:chOff x="6896100" y="1828800"/>
            <a:chExt cx="1600200" cy="228600"/>
          </a:xfrm>
        </p:grpSpPr>
        <p:sp>
          <p:nvSpPr>
            <p:cNvPr id="13" name="node07.text"/>
            <p:cNvSpPr/>
            <p:nvPr/>
          </p:nvSpPr>
          <p:spPr>
            <a:xfrm>
              <a:off x="6896100" y="1828800"/>
              <a:ext cx="1600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K. Ortiz, W. Lee</a:t>
              </a:r>
              <a:endParaRPr lang="en-US" sz="1200" spc="0" kern="0" b="0" i="0" dirty="0">
                <a:solidFill>
                  <a:srgbClr val="070154"/>
                </a:solidFill>
                <a:latin typeface="IBM Plex Sans"/>
                <a:ea typeface="IBM Plex Sans"/>
                <a:cs typeface="IBM Plex Sans"/>
              </a:endParaRPr>
            </a:p>
          </p:txBody>
        </p:sp>
      </p:grpSp>
      <p:sp>
        <p:nvSpPr>
          <p:cNvPr id="14" name="node08"/>
          <p:cNvSpPr/>
          <p:nvPr/>
        </p:nvSpPr>
        <p:spPr>
          <a:xfrm>
            <a:off x="723900" y="2514600"/>
            <a:ext cx="7772400" cy="9525"/>
          </a:xfrm>
          <a:prstGeom prst="rect">
            <a:avLst/>
          </a:prstGeom>
          <a:solidFill>
            <a:srgbClr val="CED7E6"/>
          </a:solidFill>
          <a:ln>
            <a:noFill/>
          </a:ln>
        </p:spPr>
      </p:sp>
      <p:grpSp>
        <p:nvGrpSpPr>
          <p:cNvPr id="45" name="node09"/>
          <p:cNvGrpSpPr/>
          <p:nvPr/>
        </p:nvGrpSpPr>
        <p:grpSpPr>
          <a:xfrm>
            <a:off x="723900" y="2667000"/>
            <a:ext cx="7772400" cy="2895600"/>
            <a:chOff x="723900" y="2667000"/>
            <a:chExt cx="7772400" cy="2895600"/>
          </a:xfrm>
        </p:grpSpPr>
        <p:sp>
          <p:nvSpPr>
            <p:cNvPr id="15" name="node09.source-001.number"/>
            <p:cNvSpPr/>
            <p:nvPr/>
          </p:nvSpPr>
          <p:spPr>
            <a:xfrm>
              <a:off x="723900" y="2667000"/>
              <a:ext cx="381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047FF"/>
                  </a:solidFill>
                  <a:latin typeface="IBM Plex Mono SemiBold"/>
                  <a:ea typeface="IBM Plex Mono SemiBold"/>
                  <a:cs typeface="IBM Plex Mono SemiBold"/>
                </a:rPr>
                <a:t>01</a:t>
              </a:r>
              <a:endParaRPr lang="en-US" sz="1200" spc="0" kern="0" b="0" i="0" dirty="0">
                <a:solidFill>
                  <a:srgbClr val="0047FF"/>
                </a:solidFill>
                <a:latin typeface="IBM Plex Mono SemiBold"/>
                <a:ea typeface="IBM Plex Mono SemiBold"/>
                <a:cs typeface="IBM Plex Mono SemiBold"/>
              </a:endParaRPr>
            </a:p>
          </p:txBody>
        </p:sp>
        <p:sp>
          <p:nvSpPr>
            <p:cNvPr id="16" name="node09.source-001.title"/>
            <p:cNvSpPr/>
            <p:nvPr/>
          </p:nvSpPr>
          <p:spPr>
            <a:xfrm>
              <a:off x="1257300" y="2667000"/>
              <a:ext cx="7239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Denials start at authorization</a:t>
              </a:r>
              <a:endParaRPr lang="en-US" sz="1200" spc="0" kern="0" b="0" i="0" dirty="0">
                <a:solidFill>
                  <a:srgbClr val="070154"/>
                </a:solidFill>
                <a:latin typeface="IBM Plex Sans SemiBold"/>
                <a:ea typeface="IBM Plex Sans SemiBold"/>
                <a:cs typeface="IBM Plex Sans SemiBold"/>
              </a:endParaRPr>
            </a:p>
          </p:txBody>
        </p:sp>
        <p:sp>
          <p:nvSpPr>
            <p:cNvPr id="17" name="node09.source-001.text"/>
            <p:cNvSpPr/>
            <p:nvPr/>
          </p:nvSpPr>
          <p:spPr>
            <a:xfrm>
              <a:off x="1257300" y="2895600"/>
              <a:ext cx="7239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40% of denials trace to missing authorizations. So what: fix intake first.</a:t>
              </a:r>
              <a:endParaRPr lang="en-US" sz="1200" spc="0" kern="0" b="0" i="0" dirty="0">
                <a:solidFill>
                  <a:srgbClr val="50658E"/>
                </a:solidFill>
                <a:latin typeface="IBM Plex Sans"/>
                <a:ea typeface="IBM Plex Sans"/>
                <a:cs typeface="IBM Plex Sans"/>
              </a:endParaRPr>
            </a:p>
          </p:txBody>
        </p:sp>
        <p:sp>
          <p:nvSpPr>
            <p:cNvPr id="18" name="node09.source-002.number"/>
            <p:cNvSpPr/>
            <p:nvPr/>
          </p:nvSpPr>
          <p:spPr>
            <a:xfrm>
              <a:off x="723900" y="3276600"/>
              <a:ext cx="381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047FF"/>
                  </a:solidFill>
                  <a:latin typeface="IBM Plex Mono SemiBold"/>
                  <a:ea typeface="IBM Plex Mono SemiBold"/>
                  <a:cs typeface="IBM Plex Mono SemiBold"/>
                </a:rPr>
                <a:t>02</a:t>
              </a:r>
              <a:endParaRPr lang="en-US" sz="1200" spc="0" kern="0" b="0" i="0" dirty="0">
                <a:solidFill>
                  <a:srgbClr val="0047FF"/>
                </a:solidFill>
                <a:latin typeface="IBM Plex Mono SemiBold"/>
                <a:ea typeface="IBM Plex Mono SemiBold"/>
                <a:cs typeface="IBM Plex Mono SemiBold"/>
              </a:endParaRPr>
            </a:p>
          </p:txBody>
        </p:sp>
        <p:sp>
          <p:nvSpPr>
            <p:cNvPr id="19" name="node09.source-002.title"/>
            <p:cNvSpPr/>
            <p:nvPr/>
          </p:nvSpPr>
          <p:spPr>
            <a:xfrm>
              <a:off x="1257300" y="3276600"/>
              <a:ext cx="7239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Errors surface at billing</a:t>
              </a:r>
              <a:endParaRPr lang="en-US" sz="1200" spc="0" kern="0" b="0" i="0" dirty="0">
                <a:solidFill>
                  <a:srgbClr val="070154"/>
                </a:solidFill>
                <a:latin typeface="IBM Plex Sans SemiBold"/>
                <a:ea typeface="IBM Plex Sans SemiBold"/>
                <a:cs typeface="IBM Plex Sans SemiBold"/>
              </a:endParaRPr>
            </a:p>
          </p:txBody>
        </p:sp>
        <p:sp>
          <p:nvSpPr>
            <p:cNvPr id="20" name="node09.source-002.text"/>
            <p:cNvSpPr/>
            <p:nvPr/>
          </p:nvSpPr>
          <p:spPr>
            <a:xfrm>
              <a:off x="1257300" y="3505200"/>
              <a:ext cx="7239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Front-desk errors are found three weeks late. So what: add check-in checks.</a:t>
              </a:r>
              <a:endParaRPr lang="en-US" sz="1200" spc="0" kern="0" b="0" i="0" dirty="0">
                <a:solidFill>
                  <a:srgbClr val="50658E"/>
                </a:solidFill>
                <a:latin typeface="IBM Plex Sans"/>
                <a:ea typeface="IBM Plex Sans"/>
                <a:cs typeface="IBM Plex Sans"/>
              </a:endParaRPr>
            </a:p>
          </p:txBody>
        </p:sp>
        <p:sp>
          <p:nvSpPr>
            <p:cNvPr id="21" name="node09.source-003.number"/>
            <p:cNvSpPr/>
            <p:nvPr/>
          </p:nvSpPr>
          <p:spPr>
            <a:xfrm>
              <a:off x="723900" y="3886200"/>
              <a:ext cx="381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047FF"/>
                  </a:solidFill>
                  <a:latin typeface="IBM Plex Mono SemiBold"/>
                  <a:ea typeface="IBM Plex Mono SemiBold"/>
                  <a:cs typeface="IBM Plex Mono SemiBold"/>
                </a:rPr>
                <a:t>03</a:t>
              </a:r>
              <a:endParaRPr lang="en-US" sz="1200" spc="0" kern="0" b="0" i="0" dirty="0">
                <a:solidFill>
                  <a:srgbClr val="0047FF"/>
                </a:solidFill>
                <a:latin typeface="IBM Plex Mono SemiBold"/>
                <a:ea typeface="IBM Plex Mono SemiBold"/>
                <a:cs typeface="IBM Plex Mono SemiBold"/>
              </a:endParaRPr>
            </a:p>
          </p:txBody>
        </p:sp>
        <p:sp>
          <p:nvSpPr>
            <p:cNvPr id="22" name="node09.source-003.title"/>
            <p:cNvSpPr/>
            <p:nvPr/>
          </p:nvSpPr>
          <p:spPr>
            <a:xfrm>
              <a:off x="1257300" y="3886200"/>
              <a:ext cx="7239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Three queues, no shared view</a:t>
              </a:r>
              <a:endParaRPr lang="en-US" sz="1200" spc="0" kern="0" b="0" i="0" dirty="0">
                <a:solidFill>
                  <a:srgbClr val="070154"/>
                </a:solidFill>
                <a:latin typeface="IBM Plex Sans SemiBold"/>
                <a:ea typeface="IBM Plex Sans SemiBold"/>
                <a:cs typeface="IBM Plex Sans SemiBold"/>
              </a:endParaRPr>
            </a:p>
          </p:txBody>
        </p:sp>
        <p:sp>
          <p:nvSpPr>
            <p:cNvPr id="23" name="node09.source-003.text"/>
            <p:cNvSpPr/>
            <p:nvPr/>
          </p:nvSpPr>
          <p:spPr>
            <a:xfrm>
              <a:off x="1257300" y="4114800"/>
              <a:ext cx="7239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Teams work denials in separate queues. So what: build one queue by payer.</a:t>
              </a:r>
              <a:endParaRPr lang="en-US" sz="1200" spc="0" kern="0" b="0" i="0" dirty="0">
                <a:solidFill>
                  <a:srgbClr val="50658E"/>
                </a:solidFill>
                <a:latin typeface="IBM Plex Sans"/>
                <a:ea typeface="IBM Plex Sans"/>
                <a:cs typeface="IBM Plex Sans"/>
              </a:endParaRPr>
            </a:p>
          </p:txBody>
        </p:sp>
        <p:sp>
          <p:nvSpPr>
            <p:cNvPr id="24" name="node09.source-004.number"/>
            <p:cNvSpPr/>
            <p:nvPr/>
          </p:nvSpPr>
          <p:spPr>
            <a:xfrm>
              <a:off x="723900" y="4495800"/>
              <a:ext cx="381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047FF"/>
                  </a:solidFill>
                  <a:latin typeface="IBM Plex Mono SemiBold"/>
                  <a:ea typeface="IBM Plex Mono SemiBold"/>
                  <a:cs typeface="IBM Plex Mono SemiBold"/>
                </a:rPr>
                <a:t>04</a:t>
              </a:r>
              <a:endParaRPr lang="en-US" sz="1200" spc="0" kern="0" b="0" i="0" dirty="0">
                <a:solidFill>
                  <a:srgbClr val="0047FF"/>
                </a:solidFill>
                <a:latin typeface="IBM Plex Mono SemiBold"/>
                <a:ea typeface="IBM Plex Mono SemiBold"/>
                <a:cs typeface="IBM Plex Mono SemiBold"/>
              </a:endParaRPr>
            </a:p>
          </p:txBody>
        </p:sp>
        <p:sp>
          <p:nvSpPr>
            <p:cNvPr id="25" name="node09.source-004.title"/>
            <p:cNvSpPr/>
            <p:nvPr/>
          </p:nvSpPr>
          <p:spPr>
            <a:xfrm>
              <a:off x="1257300" y="4495800"/>
              <a:ext cx="7239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Appeals average 45 days</a:t>
              </a:r>
              <a:endParaRPr lang="en-US" sz="1200" spc="0" kern="0" b="0" i="0" dirty="0">
                <a:solidFill>
                  <a:srgbClr val="070154"/>
                </a:solidFill>
                <a:latin typeface="IBM Plex Sans SemiBold"/>
                <a:ea typeface="IBM Plex Sans SemiBold"/>
                <a:cs typeface="IBM Plex Sans SemiBold"/>
              </a:endParaRPr>
            </a:p>
          </p:txBody>
        </p:sp>
        <p:sp>
          <p:nvSpPr>
            <p:cNvPr id="26" name="node09.source-004.text"/>
            <p:cNvSpPr/>
            <p:nvPr/>
          </p:nvSpPr>
          <p:spPr>
            <a:xfrm>
              <a:off x="1257300" y="4724400"/>
              <a:ext cx="7239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Two analysts hold the appeal know-how. So what: cross-train and staff the tail.</a:t>
              </a:r>
              <a:endParaRPr lang="en-US" sz="1200" spc="0" kern="0" b="0" i="0" dirty="0">
                <a:solidFill>
                  <a:srgbClr val="50658E"/>
                </a:solidFill>
                <a:latin typeface="IBM Plex Sans"/>
                <a:ea typeface="IBM Plex Sans"/>
                <a:cs typeface="IBM Plex Sans"/>
              </a:endParaRPr>
            </a:p>
          </p:txBody>
        </p:sp>
        <p:sp>
          <p:nvSpPr>
            <p:cNvPr id="27" name="node09.source-005.number"/>
            <p:cNvSpPr/>
            <p:nvPr/>
          </p:nvSpPr>
          <p:spPr>
            <a:xfrm>
              <a:off x="723900" y="5105400"/>
              <a:ext cx="381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047FF"/>
                  </a:solidFill>
                  <a:latin typeface="IBM Plex Mono SemiBold"/>
                  <a:ea typeface="IBM Plex Mono SemiBold"/>
                  <a:cs typeface="IBM Plex Mono SemiBold"/>
                </a:rPr>
                <a:t>05</a:t>
              </a:r>
              <a:endParaRPr lang="en-US" sz="1200" spc="0" kern="0" b="0" i="0" dirty="0">
                <a:solidFill>
                  <a:srgbClr val="0047FF"/>
                </a:solidFill>
                <a:latin typeface="IBM Plex Mono SemiBold"/>
                <a:ea typeface="IBM Plex Mono SemiBold"/>
                <a:cs typeface="IBM Plex Mono SemiBold"/>
              </a:endParaRPr>
            </a:p>
          </p:txBody>
        </p:sp>
        <p:sp>
          <p:nvSpPr>
            <p:cNvPr id="28" name="node09.source-005.title"/>
            <p:cNvSpPr/>
            <p:nvPr/>
          </p:nvSpPr>
          <p:spPr>
            <a:xfrm>
              <a:off x="1257300" y="5105400"/>
              <a:ext cx="7239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Reports are hand-built</a:t>
              </a:r>
              <a:endParaRPr lang="en-US" sz="1200" spc="0" kern="0" b="0" i="0" dirty="0">
                <a:solidFill>
                  <a:srgbClr val="070154"/>
                </a:solidFill>
                <a:latin typeface="IBM Plex Sans SemiBold"/>
                <a:ea typeface="IBM Plex Sans SemiBold"/>
                <a:cs typeface="IBM Plex Sans SemiBold"/>
              </a:endParaRPr>
            </a:p>
          </p:txBody>
        </p:sp>
        <p:sp>
          <p:nvSpPr>
            <p:cNvPr id="29" name="node09.source-005.text"/>
            <p:cNvSpPr/>
            <p:nvPr/>
          </p:nvSpPr>
          <p:spPr>
            <a:xfrm>
              <a:off x="1257300" y="5334000"/>
              <a:ext cx="7239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Monthly reports restart in spreadsheets. So what: automate the denial extract.</a:t>
              </a:r>
              <a:endParaRPr lang="en-US" sz="1200" spc="0" kern="0" b="0" i="0" dirty="0">
                <a:solidFill>
                  <a:srgbClr val="50658E"/>
                </a:solidFill>
                <a:latin typeface="IBM Plex Sans"/>
                <a:ea typeface="IBM Plex Sans"/>
                <a:cs typeface="IBM Plex Sans"/>
              </a:endParaRPr>
            </a:p>
          </p:txBody>
        </p:sp>
      </p:grpSp>
      <p:sp>
        <p:nvSpPr>
          <p:cNvPr id="30" name="node10"/>
          <p:cNvSpPr/>
          <p:nvPr/>
        </p:nvSpPr>
        <p:spPr>
          <a:xfrm>
            <a:off x="8724900" y="1600200"/>
            <a:ext cx="2743200" cy="9525"/>
          </a:xfrm>
          <a:prstGeom prst="rect">
            <a:avLst/>
          </a:prstGeom>
          <a:solidFill>
            <a:srgbClr val="CED7E6"/>
          </a:solidFill>
          <a:ln>
            <a:noFill/>
          </a:ln>
        </p:spPr>
      </p:sp>
      <p:grpSp>
        <p:nvGrpSpPr>
          <p:cNvPr id="46" name="node11"/>
          <p:cNvGrpSpPr/>
          <p:nvPr/>
        </p:nvGrpSpPr>
        <p:grpSpPr>
          <a:xfrm>
            <a:off x="8724900" y="1752600"/>
            <a:ext cx="2743200" cy="1524000"/>
            <a:chOff x="8724900" y="1752600"/>
            <a:chExt cx="2743200" cy="1524000"/>
          </a:xfrm>
        </p:grpSpPr>
        <p:sp>
          <p:nvSpPr>
            <p:cNvPr id="31" name="node11.quote-mark"/>
            <p:cNvSpPr/>
            <p:nvPr/>
          </p:nvSpPr>
          <p:spPr>
            <a:xfrm>
              <a:off x="8724900" y="1752600"/>
              <a:ext cx="2743200" cy="1143000"/>
            </a:xfrm>
            <a:prstGeom prst="rect">
              <a:avLst/>
            </a:prstGeom>
            <a:noFill/>
            <a:ln/>
          </p:spPr>
          <p:txBody>
            <a:bodyPr wrap="square" lIns="0" tIns="0" rIns="0" bIns="0" rtlCol="0" anchor="t"/>
            <a:lstStyle/>
            <a:p>
              <a:pPr algn="l" indent="0" marL="0">
                <a:lnSpc>
                  <a:spcPts val="3000"/>
                </a:lnSpc>
                <a:buNone/>
              </a:pPr>
              <a:r>
                <a:rPr lang="en-US" sz="6000" spc="-90" kern="0" b="0" i="0" dirty="0">
                  <a:solidFill>
                    <a:srgbClr val="0047FF"/>
                  </a:solidFill>
                  <a:latin typeface="IBM Plex Sans SemiBold"/>
                  <a:ea typeface="IBM Plex Sans SemiBold"/>
                  <a:cs typeface="IBM Plex Sans SemiBold"/>
                </a:rPr>
                <a:t>“</a:t>
              </a:r>
              <a:endParaRPr lang="en-US" sz="6000" spc="-90" kern="0" b="0" i="0" dirty="0">
                <a:solidFill>
                  <a:srgbClr val="0047FF"/>
                </a:solidFill>
                <a:latin typeface="IBM Plex Sans SemiBold"/>
                <a:ea typeface="IBM Plex Sans SemiBold"/>
                <a:cs typeface="IBM Plex Sans SemiBold"/>
              </a:endParaRPr>
            </a:p>
          </p:txBody>
        </p:sp>
        <p:sp>
          <p:nvSpPr>
            <p:cNvPr id="32" name="node11.quote"/>
            <p:cNvSpPr/>
            <p:nvPr/>
          </p:nvSpPr>
          <p:spPr>
            <a:xfrm>
              <a:off x="8724900" y="2247900"/>
              <a:ext cx="2743200" cy="7620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We find it at billing, three weeks late.</a:t>
              </a:r>
              <a:endParaRPr lang="en-US" sz="2400" spc="-36" kern="0" b="0" i="0" dirty="0">
                <a:solidFill>
                  <a:srgbClr val="070154"/>
                </a:solidFill>
                <a:latin typeface="IBM Plex Sans SemiBold"/>
                <a:ea typeface="IBM Plex Sans SemiBold"/>
                <a:cs typeface="IBM Plex Sans SemiBold"/>
              </a:endParaRPr>
            </a:p>
          </p:txBody>
        </p:sp>
        <p:sp>
          <p:nvSpPr>
            <p:cNvPr id="33" name="node11.by"/>
            <p:cNvSpPr/>
            <p:nvPr/>
          </p:nvSpPr>
          <p:spPr>
            <a:xfrm>
              <a:off x="8724900" y="3124200"/>
              <a:ext cx="2743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J. ALVAREZ</a:t>
              </a:r>
              <a:endParaRPr lang="en-US" sz="900" spc="54" kern="0" b="0" i="0" dirty="0">
                <a:solidFill>
                  <a:srgbClr val="50658E"/>
                </a:solidFill>
                <a:latin typeface="IBM Plex Mono Medium"/>
                <a:ea typeface="IBM Plex Mono Medium"/>
                <a:cs typeface="IBM Plex Mono Medium"/>
              </a:endParaRPr>
            </a:p>
          </p:txBody>
        </p:sp>
      </p:grpSp>
      <p:grpSp>
        <p:nvGrpSpPr>
          <p:cNvPr id="47" name="node12"/>
          <p:cNvGrpSpPr/>
          <p:nvPr/>
        </p:nvGrpSpPr>
        <p:grpSpPr>
          <a:xfrm>
            <a:off x="8724900" y="3962400"/>
            <a:ext cx="2743200" cy="1727200"/>
            <a:chOff x="8724900" y="3962400"/>
            <a:chExt cx="2743200" cy="1727200"/>
          </a:xfrm>
        </p:grpSpPr>
        <p:graphicFrame>
          <p:nvGraphicFramePr>
            <p:cNvPr id="34" name="node12.native"/>
            <p:cNvGraphicFramePr>
              <a:graphicFrameLocks noGrp="1"/>
            </p:cNvGraphicFramePr>
            <p:nvPr>
              <p:extLst>
                <p:ext uri="{D42A27DB-BD31-4B8C-83A1-F6EECF244321}">
                  <p14:modId xmlns:p14="http://schemas.microsoft.com/office/powerpoint/2010/main" val="1579011935"/>
                </p:ext>
              </p:extLst>
            </p:nvPr>
          </p:nvGraphicFramePr>
          <p:xfrm>
            <a:off x="8724900" y="3962400"/>
            <a:ext cx="2743200" cy="1727200"/>
          </p:xfrm>
          <a:graphic>
            <a:graphicData uri="http://schemas.openxmlformats.org/drawingml/2006/table">
              <a:tbl>
                <a:tblPr/>
                <a:tblGrid>
                  <a:gridCol w="1600200"/>
                  <a:gridCol w="1143000"/>
                </a:tblGrid>
                <a:tr h="355600">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FOLLOW-UP</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STATUS</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r>
                <a:tr h="4572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Denial extract</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Received</a:t>
                        </a:r>
                        <a:endParaRPr lang="en-US" sz="1200" spc="0" kern="0" b="0" i="0" dirty="0">
                          <a:solidFill>
                            <a:srgbClr val="070154"/>
                          </a:solidFill>
                          <a:latin typeface="IBM Plex Sans"/>
                          <a:ea typeface="IBM Plex Sans"/>
                          <a:cs typeface="IBM Plex Sans"/>
                        </a:endParaRPr>
                      </a:p>
                    </a:txBody>
                    <a:tcPr marL="330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4572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Appeal staffing</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Pending</a:t>
                        </a:r>
                        <a:endParaRPr lang="en-US" sz="1200" spc="0" kern="0" b="0" i="0" dirty="0">
                          <a:solidFill>
                            <a:srgbClr val="070154"/>
                          </a:solidFill>
                          <a:latin typeface="IBM Plex Sans"/>
                          <a:ea typeface="IBM Plex Sans"/>
                          <a:cs typeface="IBM Plex Sans"/>
                        </a:endParaRPr>
                      </a:p>
                    </a:txBody>
                    <a:tcPr marL="330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4572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Contract owner</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Open</a:t>
                        </a:r>
                        <a:endParaRPr lang="en-US" sz="1200" spc="0" kern="0" b="0" i="0" dirty="0">
                          <a:solidFill>
                            <a:srgbClr val="070154"/>
                          </a:solidFill>
                          <a:latin typeface="IBM Plex Sans"/>
                          <a:ea typeface="IBM Plex Sans"/>
                          <a:cs typeface="IBM Plex Sans"/>
                        </a:endParaRPr>
                      </a:p>
                    </a:txBody>
                    <a:tcPr marL="330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bl>
            </a:graphicData>
          </a:graphic>
        </p:graphicFrame>
        <p:sp>
          <p:nvSpPr>
            <p:cNvPr id="35" name="node12.row.item-001.s.status-mark"/>
            <p:cNvSpPr/>
            <p:nvPr/>
          </p:nvSpPr>
          <p:spPr>
            <a:xfrm>
              <a:off x="10483850" y="4502150"/>
              <a:ext cx="88900" cy="88900"/>
            </a:xfrm>
            <a:prstGeom prst="rect">
              <a:avLst/>
            </a:prstGeom>
            <a:solidFill>
              <a:srgbClr val="070154"/>
            </a:solidFill>
            <a:ln w="12700">
              <a:solidFill>
                <a:srgbClr val="070154"/>
              </a:solidFill>
              <a:prstDash val="solid"/>
            </a:ln>
          </p:spPr>
        </p:sp>
        <p:sp>
          <p:nvSpPr>
            <p:cNvPr id="36" name="node12.row.item-002.s.status-mark"/>
            <p:cNvSpPr/>
            <p:nvPr/>
          </p:nvSpPr>
          <p:spPr>
            <a:xfrm>
              <a:off x="10483850" y="4959350"/>
              <a:ext cx="88900" cy="88900"/>
            </a:xfrm>
            <a:prstGeom prst="rect">
              <a:avLst/>
            </a:prstGeom>
            <a:solidFill>
              <a:srgbClr val="0047FF"/>
            </a:solidFill>
            <a:ln w="12700">
              <a:solidFill>
                <a:srgbClr val="070154"/>
              </a:solidFill>
              <a:prstDash val="solid"/>
            </a:ln>
          </p:spPr>
        </p:sp>
        <p:sp>
          <p:nvSpPr>
            <p:cNvPr id="37" name="node12.row.item-003.s.status-mark"/>
            <p:cNvSpPr/>
            <p:nvPr/>
          </p:nvSpPr>
          <p:spPr>
            <a:xfrm>
              <a:off x="10483850" y="5416550"/>
              <a:ext cx="88900" cy="88900"/>
            </a:xfrm>
            <a:prstGeom prst="rect">
              <a:avLst/>
            </a:prstGeom>
            <a:solidFill>
              <a:srgbClr val="FFFFFF"/>
            </a:solidFill>
            <a:ln w="12700">
              <a:solidFill>
                <a:srgbClr val="070154"/>
              </a:solidFill>
              <a:prstDash val="solid"/>
            </a:ln>
          </p:spPr>
        </p:sp>
      </p:gr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ource-239">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STAKEHOLDER INTERVIEWS</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Patient access leads agree on registration as the first fix</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Sample names for layout only; replace with engagement stakeholders before use.</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66</a:t>
            </a:fld>
            <a:endParaRPr lang="en-US" sz="700" spc="0" kern="0" b="0" i="0" dirty="0">
              <a:solidFill>
                <a:srgbClr val="070154"/>
              </a:solidFill>
              <a:latin typeface="IBM Plex Mono SemiBold"/>
              <a:ea typeface="IBM Plex Mono SemiBold"/>
              <a:cs typeface="IBM Plex Mono SemiBold"/>
            </a:endParaRPr>
          </a:p>
        </p:txBody>
      </p:sp>
      <p:grpSp>
        <p:nvGrpSpPr>
          <p:cNvPr id="52" name="node01"/>
          <p:cNvGrpSpPr/>
          <p:nvPr/>
        </p:nvGrpSpPr>
        <p:grpSpPr>
          <a:xfrm>
            <a:off x="723900" y="1600200"/>
            <a:ext cx="10744200" cy="228600"/>
            <a:chOff x="723900" y="1600200"/>
            <a:chExt cx="10744200" cy="228600"/>
          </a:xfrm>
        </p:grpSpPr>
        <p:sp>
          <p:nvSpPr>
            <p:cNvPr id="7" name="node01.text"/>
            <p:cNvSpPr/>
            <p:nvPr/>
          </p:nvSpPr>
          <p:spPr>
            <a:xfrm>
              <a:off x="723900" y="1600200"/>
              <a:ext cx="10744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Group session · Sep 25 · Onsite, Main campus · 90 min · K. Ortiz, A. Cole</a:t>
              </a:r>
              <a:endParaRPr lang="en-US" sz="1200" spc="0" kern="0" b="0" i="0" dirty="0">
                <a:solidFill>
                  <a:srgbClr val="50658E"/>
                </a:solidFill>
                <a:latin typeface="IBM Plex Sans"/>
                <a:ea typeface="IBM Plex Sans"/>
                <a:cs typeface="IBM Plex Sans"/>
              </a:endParaRPr>
            </a:p>
          </p:txBody>
        </p:sp>
      </p:grpSp>
      <p:grpSp>
        <p:nvGrpSpPr>
          <p:cNvPr id="53" name="node02"/>
          <p:cNvGrpSpPr/>
          <p:nvPr/>
        </p:nvGrpSpPr>
        <p:grpSpPr>
          <a:xfrm>
            <a:off x="723900" y="2057400"/>
            <a:ext cx="3429000" cy="1828800"/>
            <a:chOff x="723900" y="2057400"/>
            <a:chExt cx="3429000" cy="1828800"/>
          </a:xfrm>
        </p:grpSpPr>
        <p:sp>
          <p:nvSpPr>
            <p:cNvPr id="8" name="node02.container"/>
            <p:cNvSpPr/>
            <p:nvPr/>
          </p:nvSpPr>
          <p:spPr>
            <a:xfrm>
              <a:off x="723900" y="2057400"/>
              <a:ext cx="3429000" cy="1828800"/>
            </a:xfrm>
            <a:prstGeom prst="rect">
              <a:avLst/>
            </a:prstGeom>
            <a:solidFill>
              <a:srgbClr val="E8EEF8"/>
            </a:solidFill>
            <a:ln>
              <a:noFill/>
            </a:ln>
          </p:spPr>
        </p:sp>
        <p:sp>
          <p:nvSpPr>
            <p:cNvPr id="9" name="node02.label"/>
            <p:cNvSpPr/>
            <p:nvPr/>
          </p:nvSpPr>
          <p:spPr>
            <a:xfrm>
              <a:off x="876300" y="2209800"/>
              <a:ext cx="3124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DIRECTOR, PATIENT ACCESS</a:t>
              </a:r>
              <a:endParaRPr lang="en-US" sz="900" spc="54" kern="0" b="0" i="0" dirty="0">
                <a:solidFill>
                  <a:srgbClr val="0047FF"/>
                </a:solidFill>
                <a:latin typeface="IBM Plex Mono Medium"/>
                <a:ea typeface="IBM Plex Mono Medium"/>
                <a:cs typeface="IBM Plex Mono Medium"/>
              </a:endParaRPr>
            </a:p>
          </p:txBody>
        </p:sp>
        <p:sp>
          <p:nvSpPr>
            <p:cNvPr id="10" name="node02.title"/>
            <p:cNvSpPr/>
            <p:nvPr/>
          </p:nvSpPr>
          <p:spPr>
            <a:xfrm>
              <a:off x="876300" y="2400300"/>
              <a:ext cx="31242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M. Chen</a:t>
              </a:r>
              <a:endParaRPr lang="en-US" sz="1800" spc="-18" kern="0" b="0" i="0" dirty="0">
                <a:solidFill>
                  <a:srgbClr val="070154"/>
                </a:solidFill>
                <a:latin typeface="IBM Plex Sans SemiBold"/>
                <a:ea typeface="IBM Plex Sans SemiBold"/>
                <a:cs typeface="IBM Plex Sans SemiBold"/>
              </a:endParaRPr>
            </a:p>
          </p:txBody>
        </p:sp>
        <p:sp>
          <p:nvSpPr>
            <p:cNvPr id="11" name="node02.body.item-001.bullets.item-001.marker"/>
            <p:cNvSpPr/>
            <p:nvPr/>
          </p:nvSpPr>
          <p:spPr>
            <a:xfrm>
              <a:off x="876300" y="2908300"/>
              <a:ext cx="38100" cy="38100"/>
            </a:xfrm>
            <a:prstGeom prst="rect">
              <a:avLst/>
            </a:prstGeom>
            <a:solidFill>
              <a:srgbClr val="070154"/>
            </a:solidFill>
            <a:ln>
              <a:noFill/>
            </a:ln>
          </p:spPr>
        </p:sp>
        <p:sp>
          <p:nvSpPr>
            <p:cNvPr id="12" name="node02.body.item-001.bullets.item-001.text"/>
            <p:cNvSpPr/>
            <p:nvPr/>
          </p:nvSpPr>
          <p:spPr>
            <a:xfrm>
              <a:off x="1028700" y="28194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Errors begin at the front desk</a:t>
              </a:r>
              <a:endParaRPr lang="en-US" sz="1200" spc="0" kern="0" b="0" i="0" dirty="0">
                <a:solidFill>
                  <a:srgbClr val="070154"/>
                </a:solidFill>
                <a:latin typeface="IBM Plex Sans"/>
                <a:ea typeface="IBM Plex Sans"/>
                <a:cs typeface="IBM Plex Sans"/>
              </a:endParaRPr>
            </a:p>
          </p:txBody>
        </p:sp>
        <p:sp>
          <p:nvSpPr>
            <p:cNvPr id="13" name="node02.body.item-001.bullets.item-002.marker"/>
            <p:cNvSpPr/>
            <p:nvPr/>
          </p:nvSpPr>
          <p:spPr>
            <a:xfrm>
              <a:off x="876300" y="3175000"/>
              <a:ext cx="38100" cy="38100"/>
            </a:xfrm>
            <a:prstGeom prst="rect">
              <a:avLst/>
            </a:prstGeom>
            <a:solidFill>
              <a:srgbClr val="070154"/>
            </a:solidFill>
            <a:ln>
              <a:noFill/>
            </a:ln>
          </p:spPr>
        </p:sp>
        <p:sp>
          <p:nvSpPr>
            <p:cNvPr id="14" name="node02.body.item-001.bullets.item-002.text"/>
            <p:cNvSpPr/>
            <p:nvPr/>
          </p:nvSpPr>
          <p:spPr>
            <a:xfrm>
              <a:off x="1028700" y="30861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Three scheduling tools in use</a:t>
              </a:r>
              <a:endParaRPr lang="en-US" sz="1200" spc="0" kern="0" b="0" i="0" dirty="0">
                <a:solidFill>
                  <a:srgbClr val="070154"/>
                </a:solidFill>
                <a:latin typeface="IBM Plex Sans"/>
                <a:ea typeface="IBM Plex Sans"/>
                <a:cs typeface="IBM Plex Sans"/>
              </a:endParaRPr>
            </a:p>
          </p:txBody>
        </p:sp>
        <p:sp>
          <p:nvSpPr>
            <p:cNvPr id="15" name="node02.body.item-001.bullets.item-003.marker"/>
            <p:cNvSpPr/>
            <p:nvPr/>
          </p:nvSpPr>
          <p:spPr>
            <a:xfrm>
              <a:off x="876300" y="3441700"/>
              <a:ext cx="38100" cy="38100"/>
            </a:xfrm>
            <a:prstGeom prst="rect">
              <a:avLst/>
            </a:prstGeom>
            <a:solidFill>
              <a:srgbClr val="070154"/>
            </a:solidFill>
            <a:ln>
              <a:noFill/>
            </a:ln>
          </p:spPr>
        </p:sp>
        <p:sp>
          <p:nvSpPr>
            <p:cNvPr id="16" name="node02.body.item-001.bullets.item-003.text"/>
            <p:cNvSpPr/>
            <p:nvPr/>
          </p:nvSpPr>
          <p:spPr>
            <a:xfrm>
              <a:off x="1028700" y="33528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Wants real-time eligibility</a:t>
              </a:r>
              <a:endParaRPr lang="en-US" sz="1200" spc="0" kern="0" b="0" i="0" dirty="0">
                <a:solidFill>
                  <a:srgbClr val="070154"/>
                </a:solidFill>
                <a:latin typeface="IBM Plex Sans"/>
                <a:ea typeface="IBM Plex Sans"/>
                <a:cs typeface="IBM Plex Sans"/>
              </a:endParaRPr>
            </a:p>
          </p:txBody>
        </p:sp>
      </p:grpSp>
      <p:grpSp>
        <p:nvGrpSpPr>
          <p:cNvPr id="54" name="node03"/>
          <p:cNvGrpSpPr/>
          <p:nvPr/>
        </p:nvGrpSpPr>
        <p:grpSpPr>
          <a:xfrm>
            <a:off x="4381500" y="2057400"/>
            <a:ext cx="3429000" cy="1828800"/>
            <a:chOff x="4381500" y="2057400"/>
            <a:chExt cx="3429000" cy="1828800"/>
          </a:xfrm>
        </p:grpSpPr>
        <p:sp>
          <p:nvSpPr>
            <p:cNvPr id="17" name="node03.container"/>
            <p:cNvSpPr/>
            <p:nvPr/>
          </p:nvSpPr>
          <p:spPr>
            <a:xfrm>
              <a:off x="4381500" y="2057400"/>
              <a:ext cx="3429000" cy="1828800"/>
            </a:xfrm>
            <a:prstGeom prst="rect">
              <a:avLst/>
            </a:prstGeom>
            <a:solidFill>
              <a:srgbClr val="E8EEF8"/>
            </a:solidFill>
            <a:ln>
              <a:noFill/>
            </a:ln>
          </p:spPr>
        </p:sp>
        <p:sp>
          <p:nvSpPr>
            <p:cNvPr id="18" name="node03.label"/>
            <p:cNvSpPr/>
            <p:nvPr/>
          </p:nvSpPr>
          <p:spPr>
            <a:xfrm>
              <a:off x="4533900" y="2209800"/>
              <a:ext cx="3124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PATIENT ACCESS SUPERVISOR</a:t>
              </a:r>
              <a:endParaRPr lang="en-US" sz="900" spc="54" kern="0" b="0" i="0" dirty="0">
                <a:solidFill>
                  <a:srgbClr val="0047FF"/>
                </a:solidFill>
                <a:latin typeface="IBM Plex Mono Medium"/>
                <a:ea typeface="IBM Plex Mono Medium"/>
                <a:cs typeface="IBM Plex Mono Medium"/>
              </a:endParaRPr>
            </a:p>
          </p:txBody>
        </p:sp>
        <p:sp>
          <p:nvSpPr>
            <p:cNvPr id="19" name="node03.title"/>
            <p:cNvSpPr/>
            <p:nvPr/>
          </p:nvSpPr>
          <p:spPr>
            <a:xfrm>
              <a:off x="4533900" y="2400300"/>
              <a:ext cx="31242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B. Kowalski</a:t>
              </a:r>
              <a:endParaRPr lang="en-US" sz="1800" spc="-18" kern="0" b="0" i="0" dirty="0">
                <a:solidFill>
                  <a:srgbClr val="070154"/>
                </a:solidFill>
                <a:latin typeface="IBM Plex Sans SemiBold"/>
                <a:ea typeface="IBM Plex Sans SemiBold"/>
                <a:cs typeface="IBM Plex Sans SemiBold"/>
              </a:endParaRPr>
            </a:p>
          </p:txBody>
        </p:sp>
        <p:sp>
          <p:nvSpPr>
            <p:cNvPr id="20" name="node03.body.item-001.bullets.item-001.marker"/>
            <p:cNvSpPr/>
            <p:nvPr/>
          </p:nvSpPr>
          <p:spPr>
            <a:xfrm>
              <a:off x="4533900" y="2908300"/>
              <a:ext cx="38100" cy="38100"/>
            </a:xfrm>
            <a:prstGeom prst="rect">
              <a:avLst/>
            </a:prstGeom>
            <a:solidFill>
              <a:srgbClr val="070154"/>
            </a:solidFill>
            <a:ln>
              <a:noFill/>
            </a:ln>
          </p:spPr>
        </p:sp>
        <p:sp>
          <p:nvSpPr>
            <p:cNvPr id="21" name="node03.body.item-001.bullets.item-001.text"/>
            <p:cNvSpPr/>
            <p:nvPr/>
          </p:nvSpPr>
          <p:spPr>
            <a:xfrm>
              <a:off x="4686300" y="28194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Staff re-key data twice</a:t>
              </a:r>
              <a:endParaRPr lang="en-US" sz="1200" spc="0" kern="0" b="0" i="0" dirty="0">
                <a:solidFill>
                  <a:srgbClr val="070154"/>
                </a:solidFill>
                <a:latin typeface="IBM Plex Sans"/>
                <a:ea typeface="IBM Plex Sans"/>
                <a:cs typeface="IBM Plex Sans"/>
              </a:endParaRPr>
            </a:p>
          </p:txBody>
        </p:sp>
        <p:sp>
          <p:nvSpPr>
            <p:cNvPr id="22" name="node03.body.item-001.bullets.item-002.marker"/>
            <p:cNvSpPr/>
            <p:nvPr/>
          </p:nvSpPr>
          <p:spPr>
            <a:xfrm>
              <a:off x="4533900" y="3175000"/>
              <a:ext cx="38100" cy="38100"/>
            </a:xfrm>
            <a:prstGeom prst="rect">
              <a:avLst/>
            </a:prstGeom>
            <a:solidFill>
              <a:srgbClr val="070154"/>
            </a:solidFill>
            <a:ln>
              <a:noFill/>
            </a:ln>
          </p:spPr>
        </p:sp>
        <p:sp>
          <p:nvSpPr>
            <p:cNvPr id="23" name="node03.body.item-001.bullets.item-002.text"/>
            <p:cNvSpPr/>
            <p:nvPr/>
          </p:nvSpPr>
          <p:spPr>
            <a:xfrm>
              <a:off x="4686300" y="30861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Turnover is highest at intake</a:t>
              </a:r>
              <a:endParaRPr lang="en-US" sz="1200" spc="0" kern="0" b="0" i="0" dirty="0">
                <a:solidFill>
                  <a:srgbClr val="070154"/>
                </a:solidFill>
                <a:latin typeface="IBM Plex Sans"/>
                <a:ea typeface="IBM Plex Sans"/>
                <a:cs typeface="IBM Plex Sans"/>
              </a:endParaRPr>
            </a:p>
          </p:txBody>
        </p:sp>
        <p:sp>
          <p:nvSpPr>
            <p:cNvPr id="24" name="node03.body.item-001.bullets.item-003.marker"/>
            <p:cNvSpPr/>
            <p:nvPr/>
          </p:nvSpPr>
          <p:spPr>
            <a:xfrm>
              <a:off x="4533900" y="3441700"/>
              <a:ext cx="38100" cy="38100"/>
            </a:xfrm>
            <a:prstGeom prst="rect">
              <a:avLst/>
            </a:prstGeom>
            <a:solidFill>
              <a:srgbClr val="070154"/>
            </a:solidFill>
            <a:ln>
              <a:noFill/>
            </a:ln>
          </p:spPr>
        </p:sp>
        <p:sp>
          <p:nvSpPr>
            <p:cNvPr id="25" name="node03.body.item-001.bullets.item-003.text"/>
            <p:cNvSpPr/>
            <p:nvPr/>
          </p:nvSpPr>
          <p:spPr>
            <a:xfrm>
              <a:off x="4686300" y="33528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Prior-auth data is slow to arrive</a:t>
              </a:r>
              <a:endParaRPr lang="en-US" sz="1200" spc="0" kern="0" b="0" i="0" dirty="0">
                <a:solidFill>
                  <a:srgbClr val="070154"/>
                </a:solidFill>
                <a:latin typeface="IBM Plex Sans"/>
                <a:ea typeface="IBM Plex Sans"/>
                <a:cs typeface="IBM Plex Sans"/>
              </a:endParaRPr>
            </a:p>
          </p:txBody>
        </p:sp>
      </p:grpSp>
      <p:grpSp>
        <p:nvGrpSpPr>
          <p:cNvPr id="55" name="node04"/>
          <p:cNvGrpSpPr/>
          <p:nvPr/>
        </p:nvGrpSpPr>
        <p:grpSpPr>
          <a:xfrm>
            <a:off x="8039100" y="2057400"/>
            <a:ext cx="3429000" cy="1828800"/>
            <a:chOff x="8039100" y="2057400"/>
            <a:chExt cx="3429000" cy="1828800"/>
          </a:xfrm>
        </p:grpSpPr>
        <p:sp>
          <p:nvSpPr>
            <p:cNvPr id="26" name="node04.container"/>
            <p:cNvSpPr/>
            <p:nvPr/>
          </p:nvSpPr>
          <p:spPr>
            <a:xfrm>
              <a:off x="8039100" y="2057400"/>
              <a:ext cx="3429000" cy="1828800"/>
            </a:xfrm>
            <a:prstGeom prst="rect">
              <a:avLst/>
            </a:prstGeom>
            <a:solidFill>
              <a:srgbClr val="E8EEF8"/>
            </a:solidFill>
            <a:ln>
              <a:noFill/>
            </a:ln>
          </p:spPr>
        </p:sp>
        <p:sp>
          <p:nvSpPr>
            <p:cNvPr id="27" name="node04.label"/>
            <p:cNvSpPr/>
            <p:nvPr/>
          </p:nvSpPr>
          <p:spPr>
            <a:xfrm>
              <a:off x="8191500" y="2209800"/>
              <a:ext cx="3124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SCHEDULING LEAD</a:t>
              </a:r>
              <a:endParaRPr lang="en-US" sz="900" spc="54" kern="0" b="0" i="0" dirty="0">
                <a:solidFill>
                  <a:srgbClr val="0047FF"/>
                </a:solidFill>
                <a:latin typeface="IBM Plex Mono Medium"/>
                <a:ea typeface="IBM Plex Mono Medium"/>
                <a:cs typeface="IBM Plex Mono Medium"/>
              </a:endParaRPr>
            </a:p>
          </p:txBody>
        </p:sp>
        <p:sp>
          <p:nvSpPr>
            <p:cNvPr id="28" name="node04.title"/>
            <p:cNvSpPr/>
            <p:nvPr/>
          </p:nvSpPr>
          <p:spPr>
            <a:xfrm>
              <a:off x="8191500" y="2400300"/>
              <a:ext cx="31242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U. Lindgren</a:t>
              </a:r>
              <a:endParaRPr lang="en-US" sz="1800" spc="-18" kern="0" b="0" i="0" dirty="0">
                <a:solidFill>
                  <a:srgbClr val="070154"/>
                </a:solidFill>
                <a:latin typeface="IBM Plex Sans SemiBold"/>
                <a:ea typeface="IBM Plex Sans SemiBold"/>
                <a:cs typeface="IBM Plex Sans SemiBold"/>
              </a:endParaRPr>
            </a:p>
          </p:txBody>
        </p:sp>
        <p:sp>
          <p:nvSpPr>
            <p:cNvPr id="29" name="node04.body.item-001.bullets.item-001.marker"/>
            <p:cNvSpPr/>
            <p:nvPr/>
          </p:nvSpPr>
          <p:spPr>
            <a:xfrm>
              <a:off x="8191500" y="2908300"/>
              <a:ext cx="38100" cy="38100"/>
            </a:xfrm>
            <a:prstGeom prst="rect">
              <a:avLst/>
            </a:prstGeom>
            <a:solidFill>
              <a:srgbClr val="070154"/>
            </a:solidFill>
            <a:ln>
              <a:noFill/>
            </a:ln>
          </p:spPr>
        </p:sp>
        <p:sp>
          <p:nvSpPr>
            <p:cNvPr id="30" name="node04.body.item-001.bullets.item-001.text"/>
            <p:cNvSpPr/>
            <p:nvPr/>
          </p:nvSpPr>
          <p:spPr>
            <a:xfrm>
              <a:off x="8343900" y="28194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Templates differ by clinic</a:t>
              </a:r>
              <a:endParaRPr lang="en-US" sz="1200" spc="0" kern="0" b="0" i="0" dirty="0">
                <a:solidFill>
                  <a:srgbClr val="070154"/>
                </a:solidFill>
                <a:latin typeface="IBM Plex Sans"/>
                <a:ea typeface="IBM Plex Sans"/>
                <a:cs typeface="IBM Plex Sans"/>
              </a:endParaRPr>
            </a:p>
          </p:txBody>
        </p:sp>
        <p:sp>
          <p:nvSpPr>
            <p:cNvPr id="31" name="node04.body.item-001.bullets.item-002.marker"/>
            <p:cNvSpPr/>
            <p:nvPr/>
          </p:nvSpPr>
          <p:spPr>
            <a:xfrm>
              <a:off x="8191500" y="3175000"/>
              <a:ext cx="38100" cy="38100"/>
            </a:xfrm>
            <a:prstGeom prst="rect">
              <a:avLst/>
            </a:prstGeom>
            <a:solidFill>
              <a:srgbClr val="070154"/>
            </a:solidFill>
            <a:ln>
              <a:noFill/>
            </a:ln>
          </p:spPr>
        </p:sp>
        <p:sp>
          <p:nvSpPr>
            <p:cNvPr id="32" name="node04.body.item-001.bullets.item-002.text"/>
            <p:cNvSpPr/>
            <p:nvPr/>
          </p:nvSpPr>
          <p:spPr>
            <a:xfrm>
              <a:off x="8343900" y="30861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Cancellations are not tracked</a:t>
              </a:r>
              <a:endParaRPr lang="en-US" sz="1200" spc="0" kern="0" b="0" i="0" dirty="0">
                <a:solidFill>
                  <a:srgbClr val="070154"/>
                </a:solidFill>
                <a:latin typeface="IBM Plex Sans"/>
                <a:ea typeface="IBM Plex Sans"/>
                <a:cs typeface="IBM Plex Sans"/>
              </a:endParaRPr>
            </a:p>
          </p:txBody>
        </p:sp>
        <p:sp>
          <p:nvSpPr>
            <p:cNvPr id="33" name="node04.body.item-001.bullets.item-003.marker"/>
            <p:cNvSpPr/>
            <p:nvPr/>
          </p:nvSpPr>
          <p:spPr>
            <a:xfrm>
              <a:off x="8191500" y="3441700"/>
              <a:ext cx="38100" cy="38100"/>
            </a:xfrm>
            <a:prstGeom prst="rect">
              <a:avLst/>
            </a:prstGeom>
            <a:solidFill>
              <a:srgbClr val="070154"/>
            </a:solidFill>
            <a:ln>
              <a:noFill/>
            </a:ln>
          </p:spPr>
        </p:sp>
        <p:sp>
          <p:nvSpPr>
            <p:cNvPr id="34" name="node04.body.item-001.bullets.item-003.text"/>
            <p:cNvSpPr/>
            <p:nvPr/>
          </p:nvSpPr>
          <p:spPr>
            <a:xfrm>
              <a:off x="8343900" y="33528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Open to a shared scheduling tool</a:t>
              </a:r>
              <a:endParaRPr lang="en-US" sz="1200" spc="0" kern="0" b="0" i="0" dirty="0">
                <a:solidFill>
                  <a:srgbClr val="070154"/>
                </a:solidFill>
                <a:latin typeface="IBM Plex Sans"/>
                <a:ea typeface="IBM Plex Sans"/>
                <a:cs typeface="IBM Plex Sans"/>
              </a:endParaRPr>
            </a:p>
          </p:txBody>
        </p:sp>
      </p:grpSp>
      <p:sp>
        <p:nvSpPr>
          <p:cNvPr id="35" name="node05"/>
          <p:cNvSpPr/>
          <p:nvPr/>
        </p:nvSpPr>
        <p:spPr>
          <a:xfrm>
            <a:off x="723900" y="4114800"/>
            <a:ext cx="10744200" cy="9525"/>
          </a:xfrm>
          <a:prstGeom prst="rect">
            <a:avLst/>
          </a:prstGeom>
          <a:solidFill>
            <a:srgbClr val="CED7E6"/>
          </a:solidFill>
          <a:ln>
            <a:noFill/>
          </a:ln>
        </p:spPr>
      </p:sp>
      <p:grpSp>
        <p:nvGrpSpPr>
          <p:cNvPr id="56" name="node06"/>
          <p:cNvGrpSpPr/>
          <p:nvPr/>
        </p:nvGrpSpPr>
        <p:grpSpPr>
          <a:xfrm>
            <a:off x="723900" y="4343400"/>
            <a:ext cx="3429000" cy="954850"/>
            <a:chOff x="723900" y="4343400"/>
            <a:chExt cx="3429000" cy="954850"/>
          </a:xfrm>
        </p:grpSpPr>
        <p:sp>
          <p:nvSpPr>
            <p:cNvPr id="36" name="node06.value"/>
            <p:cNvSpPr/>
            <p:nvPr/>
          </p:nvSpPr>
          <p:spPr>
            <a:xfrm>
              <a:off x="723900" y="4343400"/>
              <a:ext cx="3429000" cy="611950"/>
            </a:xfrm>
            <a:prstGeom prst="rect">
              <a:avLst/>
            </a:prstGeom>
            <a:noFill/>
            <a:ln/>
          </p:spPr>
          <p:txBody>
            <a:bodyPr wrap="square" lIns="0" tIns="0" rIns="0" bIns="0" rtlCol="0" anchor="t"/>
            <a:lstStyle/>
            <a:p>
              <a:pPr algn="l" indent="0" marL="0">
                <a:lnSpc>
                  <a:spcPts val="4800"/>
                </a:lnSpc>
                <a:buNone/>
              </a:pPr>
              <a:r>
                <a:rPr lang="en-US" sz="4800" spc="-96" kern="0" b="0" i="0" dirty="0">
                  <a:solidFill>
                    <a:srgbClr val="070154"/>
                  </a:solidFill>
                  <a:latin typeface="IBM Plex Mono SemiBold"/>
                  <a:ea typeface="IBM Plex Mono SemiBold"/>
                  <a:cs typeface="IBM Plex Mono SemiBold"/>
                </a:rPr>
                <a:t>3 of 3</a:t>
              </a:r>
              <a:endParaRPr lang="en-US" sz="4800" spc="-96" kern="0" b="0" i="0" dirty="0">
                <a:solidFill>
                  <a:srgbClr val="070154"/>
                </a:solidFill>
                <a:latin typeface="IBM Plex Mono SemiBold"/>
                <a:ea typeface="IBM Plex Mono SemiBold"/>
                <a:cs typeface="IBM Plex Mono SemiBold"/>
              </a:endParaRPr>
            </a:p>
          </p:txBody>
        </p:sp>
        <p:sp>
          <p:nvSpPr>
            <p:cNvPr id="37" name="node06.label"/>
            <p:cNvSpPr/>
            <p:nvPr/>
          </p:nvSpPr>
          <p:spPr>
            <a:xfrm>
              <a:off x="723900" y="5031550"/>
              <a:ext cx="34290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name registration quality as the first fix</a:t>
              </a:r>
              <a:endParaRPr lang="en-US" sz="1400" spc="0" kern="0" b="0" i="0" dirty="0">
                <a:solidFill>
                  <a:srgbClr val="50658E"/>
                </a:solidFill>
                <a:latin typeface="IBM Plex Sans"/>
                <a:ea typeface="IBM Plex Sans"/>
                <a:cs typeface="IBM Plex Sans"/>
              </a:endParaRPr>
            </a:p>
          </p:txBody>
        </p:sp>
      </p:grpSp>
      <p:grpSp>
        <p:nvGrpSpPr>
          <p:cNvPr id="57" name="node07"/>
          <p:cNvGrpSpPr/>
          <p:nvPr/>
        </p:nvGrpSpPr>
        <p:grpSpPr>
          <a:xfrm>
            <a:off x="4381500" y="4343400"/>
            <a:ext cx="3429000" cy="152400"/>
            <a:chOff x="4381500" y="4343400"/>
            <a:chExt cx="3429000" cy="152400"/>
          </a:xfrm>
        </p:grpSpPr>
        <p:sp>
          <p:nvSpPr>
            <p:cNvPr id="38" name="node07.label"/>
            <p:cNvSpPr/>
            <p:nvPr/>
          </p:nvSpPr>
          <p:spPr>
            <a:xfrm>
              <a:off x="4381500" y="4343400"/>
              <a:ext cx="3429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OPPORTUNITIES</a:t>
              </a:r>
              <a:endParaRPr lang="en-US" sz="900" spc="54" kern="0" b="0" i="0" dirty="0">
                <a:solidFill>
                  <a:srgbClr val="0047FF"/>
                </a:solidFill>
                <a:latin typeface="IBM Plex Mono Medium"/>
                <a:ea typeface="IBM Plex Mono Medium"/>
                <a:cs typeface="IBM Plex Mono Medium"/>
              </a:endParaRPr>
            </a:p>
          </p:txBody>
        </p:sp>
      </p:grpSp>
      <p:grpSp>
        <p:nvGrpSpPr>
          <p:cNvPr id="58" name="node08"/>
          <p:cNvGrpSpPr/>
          <p:nvPr/>
        </p:nvGrpSpPr>
        <p:grpSpPr>
          <a:xfrm>
            <a:off x="4381500" y="4648200"/>
            <a:ext cx="3429000" cy="762000"/>
            <a:chOff x="4381500" y="4648200"/>
            <a:chExt cx="3429000" cy="762000"/>
          </a:xfrm>
        </p:grpSpPr>
        <p:sp>
          <p:nvSpPr>
            <p:cNvPr id="39" name="node08.source-001.bullet"/>
            <p:cNvSpPr/>
            <p:nvPr/>
          </p:nvSpPr>
          <p:spPr>
            <a:xfrm>
              <a:off x="4381500" y="4737100"/>
              <a:ext cx="38100" cy="38100"/>
            </a:xfrm>
            <a:prstGeom prst="rect">
              <a:avLst/>
            </a:prstGeom>
            <a:solidFill>
              <a:srgbClr val="070154"/>
            </a:solidFill>
            <a:ln>
              <a:noFill/>
            </a:ln>
          </p:spPr>
        </p:sp>
        <p:sp>
          <p:nvSpPr>
            <p:cNvPr id="40" name="node08.source-001.text"/>
            <p:cNvSpPr/>
            <p:nvPr/>
          </p:nvSpPr>
          <p:spPr>
            <a:xfrm>
              <a:off x="4533900" y="46482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Check eligibility at check-in</a:t>
              </a:r>
              <a:endParaRPr lang="en-US" sz="1200" spc="0" kern="0" b="0" i="0" dirty="0">
                <a:solidFill>
                  <a:srgbClr val="070154"/>
                </a:solidFill>
                <a:latin typeface="IBM Plex Sans"/>
                <a:ea typeface="IBM Plex Sans"/>
                <a:cs typeface="IBM Plex Sans"/>
              </a:endParaRPr>
            </a:p>
          </p:txBody>
        </p:sp>
        <p:sp>
          <p:nvSpPr>
            <p:cNvPr id="41" name="node08.source-002.bullet"/>
            <p:cNvSpPr/>
            <p:nvPr/>
          </p:nvSpPr>
          <p:spPr>
            <a:xfrm>
              <a:off x="4381500" y="5003800"/>
              <a:ext cx="38100" cy="38100"/>
            </a:xfrm>
            <a:prstGeom prst="rect">
              <a:avLst/>
            </a:prstGeom>
            <a:solidFill>
              <a:srgbClr val="070154"/>
            </a:solidFill>
            <a:ln>
              <a:noFill/>
            </a:ln>
          </p:spPr>
        </p:sp>
        <p:sp>
          <p:nvSpPr>
            <p:cNvPr id="42" name="node08.source-002.text"/>
            <p:cNvSpPr/>
            <p:nvPr/>
          </p:nvSpPr>
          <p:spPr>
            <a:xfrm>
              <a:off x="4533900" y="49149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One scheduling template set</a:t>
              </a:r>
              <a:endParaRPr lang="en-US" sz="1200" spc="0" kern="0" b="0" i="0" dirty="0">
                <a:solidFill>
                  <a:srgbClr val="070154"/>
                </a:solidFill>
                <a:latin typeface="IBM Plex Sans"/>
                <a:ea typeface="IBM Plex Sans"/>
                <a:cs typeface="IBM Plex Sans"/>
              </a:endParaRPr>
            </a:p>
          </p:txBody>
        </p:sp>
        <p:sp>
          <p:nvSpPr>
            <p:cNvPr id="43" name="node08.source-003.bullet"/>
            <p:cNvSpPr/>
            <p:nvPr/>
          </p:nvSpPr>
          <p:spPr>
            <a:xfrm>
              <a:off x="4381500" y="5270500"/>
              <a:ext cx="38100" cy="38100"/>
            </a:xfrm>
            <a:prstGeom prst="rect">
              <a:avLst/>
            </a:prstGeom>
            <a:solidFill>
              <a:srgbClr val="070154"/>
            </a:solidFill>
            <a:ln>
              <a:noFill/>
            </a:ln>
          </p:spPr>
        </p:sp>
        <p:sp>
          <p:nvSpPr>
            <p:cNvPr id="44" name="node08.source-003.text"/>
            <p:cNvSpPr/>
            <p:nvPr/>
          </p:nvSpPr>
          <p:spPr>
            <a:xfrm>
              <a:off x="4533900" y="51816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Shared error dashboard</a:t>
              </a:r>
              <a:endParaRPr lang="en-US" sz="1200" spc="0" kern="0" b="0" i="0" dirty="0">
                <a:solidFill>
                  <a:srgbClr val="070154"/>
                </a:solidFill>
                <a:latin typeface="IBM Plex Sans"/>
                <a:ea typeface="IBM Plex Sans"/>
                <a:cs typeface="IBM Plex Sans"/>
              </a:endParaRPr>
            </a:p>
          </p:txBody>
        </p:sp>
      </p:grpSp>
      <p:grpSp>
        <p:nvGrpSpPr>
          <p:cNvPr id="59" name="node09"/>
          <p:cNvGrpSpPr/>
          <p:nvPr/>
        </p:nvGrpSpPr>
        <p:grpSpPr>
          <a:xfrm>
            <a:off x="8039100" y="4343400"/>
            <a:ext cx="3429000" cy="152400"/>
            <a:chOff x="8039100" y="4343400"/>
            <a:chExt cx="3429000" cy="152400"/>
          </a:xfrm>
        </p:grpSpPr>
        <p:sp>
          <p:nvSpPr>
            <p:cNvPr id="45" name="node09.label"/>
            <p:cNvSpPr/>
            <p:nvPr/>
          </p:nvSpPr>
          <p:spPr>
            <a:xfrm>
              <a:off x="8039100" y="4343400"/>
              <a:ext cx="3429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FOLLOW-UPS AND OPEN QUESTIONS</a:t>
              </a:r>
              <a:endParaRPr lang="en-US" sz="900" spc="54" kern="0" b="0" i="0" dirty="0">
                <a:solidFill>
                  <a:srgbClr val="0047FF"/>
                </a:solidFill>
                <a:latin typeface="IBM Plex Mono Medium"/>
                <a:ea typeface="IBM Plex Mono Medium"/>
                <a:cs typeface="IBM Plex Mono Medium"/>
              </a:endParaRPr>
            </a:p>
          </p:txBody>
        </p:sp>
      </p:grpSp>
      <p:grpSp>
        <p:nvGrpSpPr>
          <p:cNvPr id="60" name="node10"/>
          <p:cNvGrpSpPr/>
          <p:nvPr/>
        </p:nvGrpSpPr>
        <p:grpSpPr>
          <a:xfrm>
            <a:off x="8039100" y="4648200"/>
            <a:ext cx="3429000" cy="762000"/>
            <a:chOff x="8039100" y="4648200"/>
            <a:chExt cx="3429000" cy="762000"/>
          </a:xfrm>
        </p:grpSpPr>
        <p:sp>
          <p:nvSpPr>
            <p:cNvPr id="46" name="node10.source-001.bullet"/>
            <p:cNvSpPr/>
            <p:nvPr/>
          </p:nvSpPr>
          <p:spPr>
            <a:xfrm>
              <a:off x="8039100" y="4737100"/>
              <a:ext cx="38100" cy="38100"/>
            </a:xfrm>
            <a:prstGeom prst="rect">
              <a:avLst/>
            </a:prstGeom>
            <a:solidFill>
              <a:srgbClr val="070154"/>
            </a:solidFill>
            <a:ln>
              <a:noFill/>
            </a:ln>
          </p:spPr>
        </p:sp>
        <p:sp>
          <p:nvSpPr>
            <p:cNvPr id="47" name="node10.source-001.text"/>
            <p:cNvSpPr/>
            <p:nvPr/>
          </p:nvSpPr>
          <p:spPr>
            <a:xfrm>
              <a:off x="8191500" y="46482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Registration error log: received</a:t>
              </a:r>
              <a:endParaRPr lang="en-US" sz="1200" spc="0" kern="0" b="0" i="0" dirty="0">
                <a:solidFill>
                  <a:srgbClr val="070154"/>
                </a:solidFill>
                <a:latin typeface="IBM Plex Sans"/>
                <a:ea typeface="IBM Plex Sans"/>
                <a:cs typeface="IBM Plex Sans"/>
              </a:endParaRPr>
            </a:p>
          </p:txBody>
        </p:sp>
        <p:sp>
          <p:nvSpPr>
            <p:cNvPr id="48" name="node10.source-002.bullet"/>
            <p:cNvSpPr/>
            <p:nvPr/>
          </p:nvSpPr>
          <p:spPr>
            <a:xfrm>
              <a:off x="8039100" y="5003800"/>
              <a:ext cx="38100" cy="38100"/>
            </a:xfrm>
            <a:prstGeom prst="rect">
              <a:avLst/>
            </a:prstGeom>
            <a:solidFill>
              <a:srgbClr val="070154"/>
            </a:solidFill>
            <a:ln>
              <a:noFill/>
            </a:ln>
          </p:spPr>
        </p:sp>
        <p:sp>
          <p:nvSpPr>
            <p:cNvPr id="49" name="node10.source-002.text"/>
            <p:cNvSpPr/>
            <p:nvPr/>
          </p:nvSpPr>
          <p:spPr>
            <a:xfrm>
              <a:off x="8191500" y="49149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Prior-auth data: overdue 3 days</a:t>
              </a:r>
              <a:endParaRPr lang="en-US" sz="1200" spc="0" kern="0" b="0" i="0" dirty="0">
                <a:solidFill>
                  <a:srgbClr val="070154"/>
                </a:solidFill>
                <a:latin typeface="IBM Plex Sans"/>
                <a:ea typeface="IBM Plex Sans"/>
                <a:cs typeface="IBM Plex Sans"/>
              </a:endParaRPr>
            </a:p>
          </p:txBody>
        </p:sp>
        <p:sp>
          <p:nvSpPr>
            <p:cNvPr id="50" name="node10.source-003.bullet"/>
            <p:cNvSpPr/>
            <p:nvPr/>
          </p:nvSpPr>
          <p:spPr>
            <a:xfrm>
              <a:off x="8039100" y="5270500"/>
              <a:ext cx="38100" cy="38100"/>
            </a:xfrm>
            <a:prstGeom prst="rect">
              <a:avLst/>
            </a:prstGeom>
            <a:solidFill>
              <a:srgbClr val="070154"/>
            </a:solidFill>
            <a:ln>
              <a:noFill/>
            </a:ln>
          </p:spPr>
        </p:sp>
        <p:sp>
          <p:nvSpPr>
            <p:cNvPr id="51" name="node10.source-003.text"/>
            <p:cNvSpPr/>
            <p:nvPr/>
          </p:nvSpPr>
          <p:spPr>
            <a:xfrm>
              <a:off x="8191500" y="51816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Open: who owns template changes?</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ource-240">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STAKEHOLDER INTERVIEWS</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Revenue cycle sees denials start at authorization</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Sample names for layout only; replace with engagement stakeholders before use.</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67</a:t>
            </a:fld>
            <a:endParaRPr lang="en-US" sz="700" spc="0" kern="0" b="0" i="0" dirty="0">
              <a:solidFill>
                <a:srgbClr val="070154"/>
              </a:solidFill>
              <a:latin typeface="IBM Plex Mono SemiBold"/>
              <a:ea typeface="IBM Plex Mono SemiBold"/>
              <a:cs typeface="IBM Plex Mono SemiBold"/>
            </a:endParaRPr>
          </a:p>
        </p:txBody>
      </p:sp>
      <p:grpSp>
        <p:nvGrpSpPr>
          <p:cNvPr id="29" name="node01"/>
          <p:cNvGrpSpPr/>
          <p:nvPr/>
        </p:nvGrpSpPr>
        <p:grpSpPr>
          <a:xfrm>
            <a:off x="723900" y="1600200"/>
            <a:ext cx="1143000" cy="1371600"/>
            <a:chOff x="723900" y="1600200"/>
            <a:chExt cx="1143000" cy="1371600"/>
          </a:xfrm>
        </p:grpSpPr>
        <p:pic>
          <p:nvPicPr>
            <p:cNvPr id="7" name="node01.image" descr="photo-headshot; canonical SHA256=296801383ca36ace437e526edbbf16a0e387072468b87185313e9502001ef07c">    </p:cNvPr>
            <p:cNvPicPr>
              <a:picLocks noChangeAspect="1"/>
            </p:cNvPicPr>
            <p:nvPr/>
          </p:nvPicPr>
          <p:blipFill>
            <a:blip r:embed="rId1"/>
            <a:srcRect l="0" r="0" t="872" b="3093"/>
            <a:stretch/>
          </p:blipFill>
          <p:spPr>
            <a:xfrm>
              <a:off x="723900" y="1600200"/>
              <a:ext cx="1143000" cy="1371600"/>
            </a:xfrm>
            <a:prstGeom prst="rect">
              <a:avLst/>
            </a:prstGeom>
          </p:spPr>
        </p:pic>
      </p:grpSp>
      <p:grpSp>
        <p:nvGrpSpPr>
          <p:cNvPr id="30" name="node02"/>
          <p:cNvGrpSpPr/>
          <p:nvPr/>
        </p:nvGrpSpPr>
        <p:grpSpPr>
          <a:xfrm>
            <a:off x="2095500" y="1600200"/>
            <a:ext cx="5080000" cy="304800"/>
            <a:chOff x="2095500" y="1600200"/>
            <a:chExt cx="5080000" cy="304800"/>
          </a:xfrm>
        </p:grpSpPr>
        <p:sp>
          <p:nvSpPr>
            <p:cNvPr id="8" name="node02.text"/>
            <p:cNvSpPr/>
            <p:nvPr/>
          </p:nvSpPr>
          <p:spPr>
            <a:xfrm>
              <a:off x="2095500" y="1600200"/>
              <a:ext cx="50800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J. Alvarez</a:t>
              </a:r>
              <a:endParaRPr lang="en-US" sz="1800" spc="-18" kern="0" b="0" i="0" dirty="0">
                <a:solidFill>
                  <a:srgbClr val="070154"/>
                </a:solidFill>
                <a:latin typeface="IBM Plex Sans SemiBold"/>
                <a:ea typeface="IBM Plex Sans SemiBold"/>
                <a:cs typeface="IBM Plex Sans SemiBold"/>
              </a:endParaRPr>
            </a:p>
          </p:txBody>
        </p:sp>
      </p:grpSp>
      <p:grpSp>
        <p:nvGrpSpPr>
          <p:cNvPr id="31" name="node03"/>
          <p:cNvGrpSpPr/>
          <p:nvPr/>
        </p:nvGrpSpPr>
        <p:grpSpPr>
          <a:xfrm>
            <a:off x="2095500" y="1905000"/>
            <a:ext cx="5080000" cy="228600"/>
            <a:chOff x="2095500" y="1905000"/>
            <a:chExt cx="5080000" cy="228600"/>
          </a:xfrm>
        </p:grpSpPr>
        <p:sp>
          <p:nvSpPr>
            <p:cNvPr id="9" name="node03.text"/>
            <p:cNvSpPr/>
            <p:nvPr/>
          </p:nvSpPr>
          <p:spPr>
            <a:xfrm>
              <a:off x="2095500" y="1905000"/>
              <a:ext cx="5080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VP Revenue Cycle</a:t>
              </a:r>
              <a:endParaRPr lang="en-US" sz="1200" spc="0" kern="0" b="0" i="0" dirty="0">
                <a:solidFill>
                  <a:srgbClr val="50658E"/>
                </a:solidFill>
                <a:latin typeface="IBM Plex Sans"/>
                <a:ea typeface="IBM Plex Sans"/>
                <a:cs typeface="IBM Plex Sans"/>
              </a:endParaRPr>
            </a:p>
          </p:txBody>
        </p:sp>
      </p:grpSp>
      <p:grpSp>
        <p:nvGrpSpPr>
          <p:cNvPr id="32" name="node04"/>
          <p:cNvGrpSpPr/>
          <p:nvPr/>
        </p:nvGrpSpPr>
        <p:grpSpPr>
          <a:xfrm>
            <a:off x="2095500" y="2362200"/>
            <a:ext cx="2667000" cy="152400"/>
            <a:chOff x="2095500" y="2362200"/>
            <a:chExt cx="2667000" cy="152400"/>
          </a:xfrm>
        </p:grpSpPr>
        <p:sp>
          <p:nvSpPr>
            <p:cNvPr id="10" name="node04.text"/>
            <p:cNvSpPr/>
            <p:nvPr/>
          </p:nvSpPr>
          <p:spPr>
            <a:xfrm>
              <a:off x="2095500" y="2362200"/>
              <a:ext cx="2667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DEPARTMENT</a:t>
              </a:r>
              <a:endParaRPr lang="en-US" sz="900" spc="54" kern="0" b="0" i="0" dirty="0">
                <a:solidFill>
                  <a:srgbClr val="50658E"/>
                </a:solidFill>
                <a:latin typeface="IBM Plex Mono Medium"/>
                <a:ea typeface="IBM Plex Mono Medium"/>
                <a:cs typeface="IBM Plex Mono Medium"/>
              </a:endParaRPr>
            </a:p>
          </p:txBody>
        </p:sp>
      </p:grpSp>
      <p:grpSp>
        <p:nvGrpSpPr>
          <p:cNvPr id="33" name="node05"/>
          <p:cNvGrpSpPr/>
          <p:nvPr/>
        </p:nvGrpSpPr>
        <p:grpSpPr>
          <a:xfrm>
            <a:off x="2095500" y="2590800"/>
            <a:ext cx="2667000" cy="228600"/>
            <a:chOff x="2095500" y="2590800"/>
            <a:chExt cx="2667000" cy="228600"/>
          </a:xfrm>
        </p:grpSpPr>
        <p:sp>
          <p:nvSpPr>
            <p:cNvPr id="11" name="node05.text"/>
            <p:cNvSpPr/>
            <p:nvPr/>
          </p:nvSpPr>
          <p:spPr>
            <a:xfrm>
              <a:off x="2095500" y="2590800"/>
              <a:ext cx="2667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Revenue cycle</a:t>
              </a:r>
              <a:endParaRPr lang="en-US" sz="1200" spc="0" kern="0" b="0" i="0" dirty="0">
                <a:solidFill>
                  <a:srgbClr val="070154"/>
                </a:solidFill>
                <a:latin typeface="IBM Plex Sans"/>
                <a:ea typeface="IBM Plex Sans"/>
                <a:cs typeface="IBM Plex Sans"/>
              </a:endParaRPr>
            </a:p>
          </p:txBody>
        </p:sp>
      </p:grpSp>
      <p:grpSp>
        <p:nvGrpSpPr>
          <p:cNvPr id="34" name="node06"/>
          <p:cNvGrpSpPr/>
          <p:nvPr/>
        </p:nvGrpSpPr>
        <p:grpSpPr>
          <a:xfrm>
            <a:off x="5219700" y="2362200"/>
            <a:ext cx="2667000" cy="152400"/>
            <a:chOff x="5219700" y="2362200"/>
            <a:chExt cx="2667000" cy="152400"/>
          </a:xfrm>
        </p:grpSpPr>
        <p:sp>
          <p:nvSpPr>
            <p:cNvPr id="12" name="node06.text"/>
            <p:cNvSpPr/>
            <p:nvPr/>
          </p:nvSpPr>
          <p:spPr>
            <a:xfrm>
              <a:off x="5219700" y="2362200"/>
              <a:ext cx="2667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DATE AND FORMAT</a:t>
              </a:r>
              <a:endParaRPr lang="en-US" sz="900" spc="54" kern="0" b="0" i="0" dirty="0">
                <a:solidFill>
                  <a:srgbClr val="50658E"/>
                </a:solidFill>
                <a:latin typeface="IBM Plex Mono Medium"/>
                <a:ea typeface="IBM Plex Mono Medium"/>
                <a:cs typeface="IBM Plex Mono Medium"/>
              </a:endParaRPr>
            </a:p>
          </p:txBody>
        </p:sp>
      </p:grpSp>
      <p:grpSp>
        <p:nvGrpSpPr>
          <p:cNvPr id="35" name="node07"/>
          <p:cNvGrpSpPr/>
          <p:nvPr/>
        </p:nvGrpSpPr>
        <p:grpSpPr>
          <a:xfrm>
            <a:off x="5219700" y="2590800"/>
            <a:ext cx="2667000" cy="228600"/>
            <a:chOff x="5219700" y="2590800"/>
            <a:chExt cx="2667000" cy="228600"/>
          </a:xfrm>
        </p:grpSpPr>
        <p:sp>
          <p:nvSpPr>
            <p:cNvPr id="13" name="node07.text"/>
            <p:cNvSpPr/>
            <p:nvPr/>
          </p:nvSpPr>
          <p:spPr>
            <a:xfrm>
              <a:off x="5219700" y="2590800"/>
              <a:ext cx="2667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Sep 8 · Onsite · 60 min</a:t>
              </a:r>
              <a:endParaRPr lang="en-US" sz="1200" spc="0" kern="0" b="0" i="0" dirty="0">
                <a:solidFill>
                  <a:srgbClr val="070154"/>
                </a:solidFill>
                <a:latin typeface="IBM Plex Sans"/>
                <a:ea typeface="IBM Plex Sans"/>
                <a:cs typeface="IBM Plex Sans"/>
              </a:endParaRPr>
            </a:p>
          </p:txBody>
        </p:sp>
      </p:grpSp>
      <p:grpSp>
        <p:nvGrpSpPr>
          <p:cNvPr id="36" name="node08"/>
          <p:cNvGrpSpPr/>
          <p:nvPr/>
        </p:nvGrpSpPr>
        <p:grpSpPr>
          <a:xfrm>
            <a:off x="8115300" y="2362200"/>
            <a:ext cx="3352800" cy="152400"/>
            <a:chOff x="8115300" y="2362200"/>
            <a:chExt cx="3352800" cy="152400"/>
          </a:xfrm>
        </p:grpSpPr>
        <p:sp>
          <p:nvSpPr>
            <p:cNvPr id="14" name="node08.text"/>
            <p:cNvSpPr/>
            <p:nvPr/>
          </p:nvSpPr>
          <p:spPr>
            <a:xfrm>
              <a:off x="8115300" y="2362200"/>
              <a:ext cx="3352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INTERVIEWERS</a:t>
              </a:r>
              <a:endParaRPr lang="en-US" sz="900" spc="54" kern="0" b="0" i="0" dirty="0">
                <a:solidFill>
                  <a:srgbClr val="50658E"/>
                </a:solidFill>
                <a:latin typeface="IBM Plex Mono Medium"/>
                <a:ea typeface="IBM Plex Mono Medium"/>
                <a:cs typeface="IBM Plex Mono Medium"/>
              </a:endParaRPr>
            </a:p>
          </p:txBody>
        </p:sp>
      </p:grpSp>
      <p:grpSp>
        <p:nvGrpSpPr>
          <p:cNvPr id="37" name="node09"/>
          <p:cNvGrpSpPr/>
          <p:nvPr/>
        </p:nvGrpSpPr>
        <p:grpSpPr>
          <a:xfrm>
            <a:off x="8115300" y="2590800"/>
            <a:ext cx="3352800" cy="228600"/>
            <a:chOff x="8115300" y="2590800"/>
            <a:chExt cx="3352800" cy="228600"/>
          </a:xfrm>
        </p:grpSpPr>
        <p:sp>
          <p:nvSpPr>
            <p:cNvPr id="15" name="node09.text"/>
            <p:cNvSpPr/>
            <p:nvPr/>
          </p:nvSpPr>
          <p:spPr>
            <a:xfrm>
              <a:off x="8115300" y="2590800"/>
              <a:ext cx="3352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K. Ortiz, W. Lee</a:t>
              </a:r>
              <a:endParaRPr lang="en-US" sz="1200" spc="0" kern="0" b="0" i="0" dirty="0">
                <a:solidFill>
                  <a:srgbClr val="070154"/>
                </a:solidFill>
                <a:latin typeface="IBM Plex Sans"/>
                <a:ea typeface="IBM Plex Sans"/>
                <a:cs typeface="IBM Plex Sans"/>
              </a:endParaRPr>
            </a:p>
          </p:txBody>
        </p:sp>
      </p:grpSp>
      <p:sp>
        <p:nvSpPr>
          <p:cNvPr id="16" name="node10"/>
          <p:cNvSpPr/>
          <p:nvPr/>
        </p:nvSpPr>
        <p:spPr>
          <a:xfrm>
            <a:off x="723900" y="3200400"/>
            <a:ext cx="10744200" cy="9525"/>
          </a:xfrm>
          <a:prstGeom prst="rect">
            <a:avLst/>
          </a:prstGeom>
          <a:solidFill>
            <a:srgbClr val="CED7E6"/>
          </a:solidFill>
          <a:ln>
            <a:noFill/>
          </a:ln>
        </p:spPr>
      </p:sp>
      <p:grpSp>
        <p:nvGrpSpPr>
          <p:cNvPr id="38" name="node11"/>
          <p:cNvGrpSpPr/>
          <p:nvPr/>
        </p:nvGrpSpPr>
        <p:grpSpPr>
          <a:xfrm>
            <a:off x="723900" y="3352800"/>
            <a:ext cx="10744200" cy="2286000"/>
            <a:chOff x="723900" y="3352800"/>
            <a:chExt cx="10744200" cy="2286000"/>
          </a:xfrm>
        </p:grpSpPr>
        <p:sp>
          <p:nvSpPr>
            <p:cNvPr id="17" name="node11.source-001.number"/>
            <p:cNvSpPr/>
            <p:nvPr/>
          </p:nvSpPr>
          <p:spPr>
            <a:xfrm>
              <a:off x="723900" y="3352800"/>
              <a:ext cx="381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047FF"/>
                  </a:solidFill>
                  <a:latin typeface="IBM Plex Mono SemiBold"/>
                  <a:ea typeface="IBM Plex Mono SemiBold"/>
                  <a:cs typeface="IBM Plex Mono SemiBold"/>
                </a:rPr>
                <a:t>01</a:t>
              </a:r>
              <a:endParaRPr lang="en-US" sz="1200" spc="0" kern="0" b="0" i="0" dirty="0">
                <a:solidFill>
                  <a:srgbClr val="0047FF"/>
                </a:solidFill>
                <a:latin typeface="IBM Plex Mono SemiBold"/>
                <a:ea typeface="IBM Plex Mono SemiBold"/>
                <a:cs typeface="IBM Plex Mono SemiBold"/>
              </a:endParaRPr>
            </a:p>
          </p:txBody>
        </p:sp>
        <p:sp>
          <p:nvSpPr>
            <p:cNvPr id="18" name="node11.source-001.title"/>
            <p:cNvSpPr/>
            <p:nvPr/>
          </p:nvSpPr>
          <p:spPr>
            <a:xfrm>
              <a:off x="1257300" y="3352800"/>
              <a:ext cx="10210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Denials start at authorization</a:t>
              </a:r>
              <a:endParaRPr lang="en-US" sz="1200" spc="0" kern="0" b="0" i="0" dirty="0">
                <a:solidFill>
                  <a:srgbClr val="070154"/>
                </a:solidFill>
                <a:latin typeface="IBM Plex Sans SemiBold"/>
                <a:ea typeface="IBM Plex Sans SemiBold"/>
                <a:cs typeface="IBM Plex Sans SemiBold"/>
              </a:endParaRPr>
            </a:p>
          </p:txBody>
        </p:sp>
        <p:sp>
          <p:nvSpPr>
            <p:cNvPr id="19" name="node11.source-001.text"/>
            <p:cNvSpPr/>
            <p:nvPr/>
          </p:nvSpPr>
          <p:spPr>
            <a:xfrm>
              <a:off x="1257300" y="3581400"/>
              <a:ext cx="10210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40% of denials trace to missing authorizations. So what: fix intake before appeals.</a:t>
              </a:r>
              <a:endParaRPr lang="en-US" sz="1200" spc="0" kern="0" b="0" i="0" dirty="0">
                <a:solidFill>
                  <a:srgbClr val="50658E"/>
                </a:solidFill>
                <a:latin typeface="IBM Plex Sans"/>
                <a:ea typeface="IBM Plex Sans"/>
                <a:cs typeface="IBM Plex Sans"/>
              </a:endParaRPr>
            </a:p>
          </p:txBody>
        </p:sp>
        <p:sp>
          <p:nvSpPr>
            <p:cNvPr id="20" name="node11.source-002.number"/>
            <p:cNvSpPr/>
            <p:nvPr/>
          </p:nvSpPr>
          <p:spPr>
            <a:xfrm>
              <a:off x="723900" y="3962400"/>
              <a:ext cx="381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047FF"/>
                  </a:solidFill>
                  <a:latin typeface="IBM Plex Mono SemiBold"/>
                  <a:ea typeface="IBM Plex Mono SemiBold"/>
                  <a:cs typeface="IBM Plex Mono SemiBold"/>
                </a:rPr>
                <a:t>02</a:t>
              </a:r>
              <a:endParaRPr lang="en-US" sz="1200" spc="0" kern="0" b="0" i="0" dirty="0">
                <a:solidFill>
                  <a:srgbClr val="0047FF"/>
                </a:solidFill>
                <a:latin typeface="IBM Plex Mono SemiBold"/>
                <a:ea typeface="IBM Plex Mono SemiBold"/>
                <a:cs typeface="IBM Plex Mono SemiBold"/>
              </a:endParaRPr>
            </a:p>
          </p:txBody>
        </p:sp>
        <p:sp>
          <p:nvSpPr>
            <p:cNvPr id="21" name="node11.source-002.title"/>
            <p:cNvSpPr/>
            <p:nvPr/>
          </p:nvSpPr>
          <p:spPr>
            <a:xfrm>
              <a:off x="1257300" y="3962400"/>
              <a:ext cx="10210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Errors surface at billing</a:t>
              </a:r>
              <a:endParaRPr lang="en-US" sz="1200" spc="0" kern="0" b="0" i="0" dirty="0">
                <a:solidFill>
                  <a:srgbClr val="070154"/>
                </a:solidFill>
                <a:latin typeface="IBM Plex Sans SemiBold"/>
                <a:ea typeface="IBM Plex Sans SemiBold"/>
                <a:cs typeface="IBM Plex Sans SemiBold"/>
              </a:endParaRPr>
            </a:p>
          </p:txBody>
        </p:sp>
        <p:sp>
          <p:nvSpPr>
            <p:cNvPr id="22" name="node11.source-002.text"/>
            <p:cNvSpPr/>
            <p:nvPr/>
          </p:nvSpPr>
          <p:spPr>
            <a:xfrm>
              <a:off x="1257300" y="4191000"/>
              <a:ext cx="10210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Front-desk errors are found about three weeks after the visit. So what: add a check-in step.</a:t>
              </a:r>
              <a:endParaRPr lang="en-US" sz="1200" spc="0" kern="0" b="0" i="0" dirty="0">
                <a:solidFill>
                  <a:srgbClr val="50658E"/>
                </a:solidFill>
                <a:latin typeface="IBM Plex Sans"/>
                <a:ea typeface="IBM Plex Sans"/>
                <a:cs typeface="IBM Plex Sans"/>
              </a:endParaRPr>
            </a:p>
          </p:txBody>
        </p:sp>
        <p:sp>
          <p:nvSpPr>
            <p:cNvPr id="23" name="node11.source-003.number"/>
            <p:cNvSpPr/>
            <p:nvPr/>
          </p:nvSpPr>
          <p:spPr>
            <a:xfrm>
              <a:off x="723900" y="4572000"/>
              <a:ext cx="381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047FF"/>
                  </a:solidFill>
                  <a:latin typeface="IBM Plex Mono SemiBold"/>
                  <a:ea typeface="IBM Plex Mono SemiBold"/>
                  <a:cs typeface="IBM Plex Mono SemiBold"/>
                </a:rPr>
                <a:t>03</a:t>
              </a:r>
              <a:endParaRPr lang="en-US" sz="1200" spc="0" kern="0" b="0" i="0" dirty="0">
                <a:solidFill>
                  <a:srgbClr val="0047FF"/>
                </a:solidFill>
                <a:latin typeface="IBM Plex Mono SemiBold"/>
                <a:ea typeface="IBM Plex Mono SemiBold"/>
                <a:cs typeface="IBM Plex Mono SemiBold"/>
              </a:endParaRPr>
            </a:p>
          </p:txBody>
        </p:sp>
        <p:sp>
          <p:nvSpPr>
            <p:cNvPr id="24" name="node11.source-003.title"/>
            <p:cNvSpPr/>
            <p:nvPr/>
          </p:nvSpPr>
          <p:spPr>
            <a:xfrm>
              <a:off x="1257300" y="4572000"/>
              <a:ext cx="10210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Three work queues, no single view</a:t>
              </a:r>
              <a:endParaRPr lang="en-US" sz="1200" spc="0" kern="0" b="0" i="0" dirty="0">
                <a:solidFill>
                  <a:srgbClr val="070154"/>
                </a:solidFill>
                <a:latin typeface="IBM Plex Sans SemiBold"/>
                <a:ea typeface="IBM Plex Sans SemiBold"/>
                <a:cs typeface="IBM Plex Sans SemiBold"/>
              </a:endParaRPr>
            </a:p>
          </p:txBody>
        </p:sp>
        <p:sp>
          <p:nvSpPr>
            <p:cNvPr id="25" name="node11.source-003.text"/>
            <p:cNvSpPr/>
            <p:nvPr/>
          </p:nvSpPr>
          <p:spPr>
            <a:xfrm>
              <a:off x="1257300" y="4800600"/>
              <a:ext cx="10210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Teams hide backlog in separate queues and hand-built reports. So what: one queue by payer.</a:t>
              </a:r>
              <a:endParaRPr lang="en-US" sz="1200" spc="0" kern="0" b="0" i="0" dirty="0">
                <a:solidFill>
                  <a:srgbClr val="50658E"/>
                </a:solidFill>
                <a:latin typeface="IBM Plex Sans"/>
                <a:ea typeface="IBM Plex Sans"/>
                <a:cs typeface="IBM Plex Sans"/>
              </a:endParaRPr>
            </a:p>
          </p:txBody>
        </p:sp>
        <p:sp>
          <p:nvSpPr>
            <p:cNvPr id="26" name="node11.source-004.number"/>
            <p:cNvSpPr/>
            <p:nvPr/>
          </p:nvSpPr>
          <p:spPr>
            <a:xfrm>
              <a:off x="723900" y="5181600"/>
              <a:ext cx="381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047FF"/>
                  </a:solidFill>
                  <a:latin typeface="IBM Plex Mono SemiBold"/>
                  <a:ea typeface="IBM Plex Mono SemiBold"/>
                  <a:cs typeface="IBM Plex Mono SemiBold"/>
                </a:rPr>
                <a:t>04</a:t>
              </a:r>
              <a:endParaRPr lang="en-US" sz="1200" spc="0" kern="0" b="0" i="0" dirty="0">
                <a:solidFill>
                  <a:srgbClr val="0047FF"/>
                </a:solidFill>
                <a:latin typeface="IBM Plex Mono SemiBold"/>
                <a:ea typeface="IBM Plex Mono SemiBold"/>
                <a:cs typeface="IBM Plex Mono SemiBold"/>
              </a:endParaRPr>
            </a:p>
          </p:txBody>
        </p:sp>
        <p:sp>
          <p:nvSpPr>
            <p:cNvPr id="27" name="node11.source-004.title"/>
            <p:cNvSpPr/>
            <p:nvPr/>
          </p:nvSpPr>
          <p:spPr>
            <a:xfrm>
              <a:off x="1257300" y="5181600"/>
              <a:ext cx="10210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Appeals depend on two analysts</a:t>
              </a:r>
              <a:endParaRPr lang="en-US" sz="1200" spc="0" kern="0" b="0" i="0" dirty="0">
                <a:solidFill>
                  <a:srgbClr val="070154"/>
                </a:solidFill>
                <a:latin typeface="IBM Plex Sans SemiBold"/>
                <a:ea typeface="IBM Plex Sans SemiBold"/>
                <a:cs typeface="IBM Plex Sans SemiBold"/>
              </a:endParaRPr>
            </a:p>
          </p:txBody>
        </p:sp>
        <p:sp>
          <p:nvSpPr>
            <p:cNvPr id="28" name="node11.source-004.text"/>
            <p:cNvSpPr/>
            <p:nvPr/>
          </p:nvSpPr>
          <p:spPr>
            <a:xfrm>
              <a:off x="1257300" y="5410200"/>
              <a:ext cx="10210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Appeals average 45 days and the know-how sits with two people. So what: cross-train now.</a:t>
              </a:r>
              <a:endParaRPr lang="en-US" sz="1200" spc="0" kern="0" b="0" i="0" dirty="0">
                <a:solidFill>
                  <a:srgbClr val="50658E"/>
                </a:solidFill>
                <a:latin typeface="IBM Plex Sans"/>
                <a:ea typeface="IBM Plex Sans"/>
                <a:cs typeface="IBM Plex Sans"/>
              </a:endParaRPr>
            </a:p>
          </p:txBody>
        </p:sp>
      </p:gr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ource-241">
    <p:spTree>
      <p:nvGrpSpPr>
        <p:cNvPr id="1" name=""/>
        <p:cNvGrpSpPr/>
        <p:nvPr/>
      </p:nvGrpSpPr>
      <p:grpSpPr>
        <a:xfrm>
          <a:off x="0" y="0"/>
          <a:ext cx="0" cy="0"/>
          <a:chOff x="0" y="0"/>
          <a:chExt cx="0" cy="0"/>
        </a:xfrm>
      </p:grpSpPr>
      <p:sp>
        <p:nvSpPr>
          <p:cNvPr id="3" name="eyebrow"/>
          <p:cNvSpPr/>
          <p:nvPr/>
        </p:nvSpPr>
        <p:spPr>
          <a:xfrm>
            <a:off x="4381500" y="457200"/>
            <a:ext cx="70866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STAKEHOLDER INTERVIEWS</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4381500" y="685800"/>
            <a:ext cx="70866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Denials start at authorization</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4381500" y="5829300"/>
            <a:ext cx="70866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Sample names for layout only; replace with engagement stakeholders before use.</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68</a:t>
            </a:fld>
            <a:endParaRPr lang="en-US" sz="700" spc="0" kern="0" b="0" i="0" dirty="0">
              <a:solidFill>
                <a:srgbClr val="070154"/>
              </a:solidFill>
              <a:latin typeface="IBM Plex Mono SemiBold"/>
              <a:ea typeface="IBM Plex Mono SemiBold"/>
              <a:cs typeface="IBM Plex Mono SemiBold"/>
            </a:endParaRPr>
          </a:p>
        </p:txBody>
      </p:sp>
      <p:grpSp>
        <p:nvGrpSpPr>
          <p:cNvPr id="37" name="node01"/>
          <p:cNvGrpSpPr/>
          <p:nvPr/>
        </p:nvGrpSpPr>
        <p:grpSpPr>
          <a:xfrm>
            <a:off x="723900" y="457200"/>
            <a:ext cx="3429000" cy="2057400"/>
            <a:chOff x="723900" y="457200"/>
            <a:chExt cx="3429000" cy="2057400"/>
          </a:xfrm>
        </p:grpSpPr>
        <p:pic>
          <p:nvPicPr>
            <p:cNvPr id="7" name="node01.image" descr="photo-headshot; canonical SHA256=296801383ca36ace437e526edbbf16a0e387072468b87185313e9502001ef07c">    </p:cNvPr>
            <p:cNvPicPr>
              <a:picLocks noChangeAspect="1"/>
            </p:cNvPicPr>
            <p:nvPr/>
          </p:nvPicPr>
          <p:blipFill>
            <a:blip r:embed="rId1"/>
            <a:srcRect l="0" r="0" t="11436" b="40547"/>
            <a:stretch/>
          </p:blipFill>
          <p:spPr>
            <a:xfrm>
              <a:off x="723900" y="457200"/>
              <a:ext cx="3429000" cy="2057400"/>
            </a:xfrm>
            <a:prstGeom prst="rect">
              <a:avLst/>
            </a:prstGeom>
          </p:spPr>
        </p:pic>
      </p:grpSp>
      <p:grpSp>
        <p:nvGrpSpPr>
          <p:cNvPr id="38" name="node02"/>
          <p:cNvGrpSpPr/>
          <p:nvPr/>
        </p:nvGrpSpPr>
        <p:grpSpPr>
          <a:xfrm>
            <a:off x="723900" y="2667000"/>
            <a:ext cx="3429000" cy="304800"/>
            <a:chOff x="723900" y="2667000"/>
            <a:chExt cx="3429000" cy="304800"/>
          </a:xfrm>
        </p:grpSpPr>
        <p:sp>
          <p:nvSpPr>
            <p:cNvPr id="8" name="node02.text"/>
            <p:cNvSpPr/>
            <p:nvPr/>
          </p:nvSpPr>
          <p:spPr>
            <a:xfrm>
              <a:off x="723900" y="2667000"/>
              <a:ext cx="34290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J. Alvarez</a:t>
              </a:r>
              <a:endParaRPr lang="en-US" sz="1800" spc="-18" kern="0" b="0" i="0" dirty="0">
                <a:solidFill>
                  <a:srgbClr val="070154"/>
                </a:solidFill>
                <a:latin typeface="IBM Plex Sans SemiBold"/>
                <a:ea typeface="IBM Plex Sans SemiBold"/>
                <a:cs typeface="IBM Plex Sans SemiBold"/>
              </a:endParaRPr>
            </a:p>
          </p:txBody>
        </p:sp>
      </p:grpSp>
      <p:grpSp>
        <p:nvGrpSpPr>
          <p:cNvPr id="39" name="node03"/>
          <p:cNvGrpSpPr/>
          <p:nvPr/>
        </p:nvGrpSpPr>
        <p:grpSpPr>
          <a:xfrm>
            <a:off x="723900" y="2971800"/>
            <a:ext cx="3429000" cy="228600"/>
            <a:chOff x="723900" y="2971800"/>
            <a:chExt cx="3429000" cy="228600"/>
          </a:xfrm>
        </p:grpSpPr>
        <p:sp>
          <p:nvSpPr>
            <p:cNvPr id="9" name="node03.text"/>
            <p:cNvSpPr/>
            <p:nvPr/>
          </p:nvSpPr>
          <p:spPr>
            <a:xfrm>
              <a:off x="723900" y="2971800"/>
              <a:ext cx="3429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VP Revenue Cycle</a:t>
              </a:r>
              <a:endParaRPr lang="en-US" sz="1200" spc="0" kern="0" b="0" i="0" dirty="0">
                <a:solidFill>
                  <a:srgbClr val="50658E"/>
                </a:solidFill>
                <a:latin typeface="IBM Plex Sans"/>
                <a:ea typeface="IBM Plex Sans"/>
                <a:cs typeface="IBM Plex Sans"/>
              </a:endParaRPr>
            </a:p>
          </p:txBody>
        </p:sp>
      </p:grpSp>
      <p:sp>
        <p:nvSpPr>
          <p:cNvPr id="10" name="node04"/>
          <p:cNvSpPr/>
          <p:nvPr/>
        </p:nvSpPr>
        <p:spPr>
          <a:xfrm>
            <a:off x="723900" y="3352800"/>
            <a:ext cx="3429000" cy="9525"/>
          </a:xfrm>
          <a:prstGeom prst="rect">
            <a:avLst/>
          </a:prstGeom>
          <a:solidFill>
            <a:srgbClr val="CED7E6"/>
          </a:solidFill>
          <a:ln>
            <a:noFill/>
          </a:ln>
        </p:spPr>
      </p:sp>
      <p:grpSp>
        <p:nvGrpSpPr>
          <p:cNvPr id="40" name="node05"/>
          <p:cNvGrpSpPr/>
          <p:nvPr/>
        </p:nvGrpSpPr>
        <p:grpSpPr>
          <a:xfrm>
            <a:off x="723900" y="3505200"/>
            <a:ext cx="3429000" cy="152400"/>
            <a:chOff x="723900" y="3505200"/>
            <a:chExt cx="3429000" cy="152400"/>
          </a:xfrm>
        </p:grpSpPr>
        <p:sp>
          <p:nvSpPr>
            <p:cNvPr id="11" name="node05.text"/>
            <p:cNvSpPr/>
            <p:nvPr/>
          </p:nvSpPr>
          <p:spPr>
            <a:xfrm>
              <a:off x="723900" y="3505200"/>
              <a:ext cx="3429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DEPARTMENT</a:t>
              </a:r>
              <a:endParaRPr lang="en-US" sz="900" spc="54" kern="0" b="0" i="0" dirty="0">
                <a:solidFill>
                  <a:srgbClr val="50658E"/>
                </a:solidFill>
                <a:latin typeface="IBM Plex Mono Medium"/>
                <a:ea typeface="IBM Plex Mono Medium"/>
                <a:cs typeface="IBM Plex Mono Medium"/>
              </a:endParaRPr>
            </a:p>
          </p:txBody>
        </p:sp>
      </p:grpSp>
      <p:grpSp>
        <p:nvGrpSpPr>
          <p:cNvPr id="41" name="node06"/>
          <p:cNvGrpSpPr/>
          <p:nvPr/>
        </p:nvGrpSpPr>
        <p:grpSpPr>
          <a:xfrm>
            <a:off x="723900" y="3733800"/>
            <a:ext cx="3429000" cy="228600"/>
            <a:chOff x="723900" y="3733800"/>
            <a:chExt cx="3429000" cy="228600"/>
          </a:xfrm>
        </p:grpSpPr>
        <p:sp>
          <p:nvSpPr>
            <p:cNvPr id="12" name="node06.text"/>
            <p:cNvSpPr/>
            <p:nvPr/>
          </p:nvSpPr>
          <p:spPr>
            <a:xfrm>
              <a:off x="723900" y="3733800"/>
              <a:ext cx="3429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Revenue cycle</a:t>
              </a:r>
              <a:endParaRPr lang="en-US" sz="1200" spc="0" kern="0" b="0" i="0" dirty="0">
                <a:solidFill>
                  <a:srgbClr val="070154"/>
                </a:solidFill>
                <a:latin typeface="IBM Plex Sans"/>
                <a:ea typeface="IBM Plex Sans"/>
                <a:cs typeface="IBM Plex Sans"/>
              </a:endParaRPr>
            </a:p>
          </p:txBody>
        </p:sp>
      </p:grpSp>
      <p:grpSp>
        <p:nvGrpSpPr>
          <p:cNvPr id="42" name="node07"/>
          <p:cNvGrpSpPr/>
          <p:nvPr/>
        </p:nvGrpSpPr>
        <p:grpSpPr>
          <a:xfrm>
            <a:off x="723900" y="4114800"/>
            <a:ext cx="3429000" cy="152400"/>
            <a:chOff x="723900" y="4114800"/>
            <a:chExt cx="3429000" cy="152400"/>
          </a:xfrm>
        </p:grpSpPr>
        <p:sp>
          <p:nvSpPr>
            <p:cNvPr id="13" name="node07.text"/>
            <p:cNvSpPr/>
            <p:nvPr/>
          </p:nvSpPr>
          <p:spPr>
            <a:xfrm>
              <a:off x="723900" y="4114800"/>
              <a:ext cx="3429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DATE AND FORMAT</a:t>
              </a:r>
              <a:endParaRPr lang="en-US" sz="900" spc="54" kern="0" b="0" i="0" dirty="0">
                <a:solidFill>
                  <a:srgbClr val="50658E"/>
                </a:solidFill>
                <a:latin typeface="IBM Plex Mono Medium"/>
                <a:ea typeface="IBM Plex Mono Medium"/>
                <a:cs typeface="IBM Plex Mono Medium"/>
              </a:endParaRPr>
            </a:p>
          </p:txBody>
        </p:sp>
      </p:grpSp>
      <p:grpSp>
        <p:nvGrpSpPr>
          <p:cNvPr id="43" name="node08"/>
          <p:cNvGrpSpPr/>
          <p:nvPr/>
        </p:nvGrpSpPr>
        <p:grpSpPr>
          <a:xfrm>
            <a:off x="723900" y="4343400"/>
            <a:ext cx="3429000" cy="228600"/>
            <a:chOff x="723900" y="4343400"/>
            <a:chExt cx="3429000" cy="228600"/>
          </a:xfrm>
        </p:grpSpPr>
        <p:sp>
          <p:nvSpPr>
            <p:cNvPr id="14" name="node08.text"/>
            <p:cNvSpPr/>
            <p:nvPr/>
          </p:nvSpPr>
          <p:spPr>
            <a:xfrm>
              <a:off x="723900" y="4343400"/>
              <a:ext cx="3429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Sep 8 · Onsite · 60 min</a:t>
              </a:r>
              <a:endParaRPr lang="en-US" sz="1200" spc="0" kern="0" b="0" i="0" dirty="0">
                <a:solidFill>
                  <a:srgbClr val="070154"/>
                </a:solidFill>
                <a:latin typeface="IBM Plex Sans"/>
                <a:ea typeface="IBM Plex Sans"/>
                <a:cs typeface="IBM Plex Sans"/>
              </a:endParaRPr>
            </a:p>
          </p:txBody>
        </p:sp>
      </p:grpSp>
      <p:grpSp>
        <p:nvGrpSpPr>
          <p:cNvPr id="44" name="node09"/>
          <p:cNvGrpSpPr/>
          <p:nvPr/>
        </p:nvGrpSpPr>
        <p:grpSpPr>
          <a:xfrm>
            <a:off x="723900" y="4724400"/>
            <a:ext cx="3429000" cy="152400"/>
            <a:chOff x="723900" y="4724400"/>
            <a:chExt cx="3429000" cy="152400"/>
          </a:xfrm>
        </p:grpSpPr>
        <p:sp>
          <p:nvSpPr>
            <p:cNvPr id="15" name="node09.text"/>
            <p:cNvSpPr/>
            <p:nvPr/>
          </p:nvSpPr>
          <p:spPr>
            <a:xfrm>
              <a:off x="723900" y="4724400"/>
              <a:ext cx="3429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INTERVIEWERS</a:t>
              </a:r>
              <a:endParaRPr lang="en-US" sz="900" spc="54" kern="0" b="0" i="0" dirty="0">
                <a:solidFill>
                  <a:srgbClr val="50658E"/>
                </a:solidFill>
                <a:latin typeface="IBM Plex Mono Medium"/>
                <a:ea typeface="IBM Plex Mono Medium"/>
                <a:cs typeface="IBM Plex Mono Medium"/>
              </a:endParaRPr>
            </a:p>
          </p:txBody>
        </p:sp>
      </p:grpSp>
      <p:grpSp>
        <p:nvGrpSpPr>
          <p:cNvPr id="45" name="node10"/>
          <p:cNvGrpSpPr/>
          <p:nvPr/>
        </p:nvGrpSpPr>
        <p:grpSpPr>
          <a:xfrm>
            <a:off x="723900" y="4953000"/>
            <a:ext cx="3429000" cy="228600"/>
            <a:chOff x="723900" y="4953000"/>
            <a:chExt cx="3429000" cy="228600"/>
          </a:xfrm>
        </p:grpSpPr>
        <p:sp>
          <p:nvSpPr>
            <p:cNvPr id="16" name="node10.text"/>
            <p:cNvSpPr/>
            <p:nvPr/>
          </p:nvSpPr>
          <p:spPr>
            <a:xfrm>
              <a:off x="723900" y="4953000"/>
              <a:ext cx="3429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K. Ortiz, W. Lee</a:t>
              </a:r>
              <a:endParaRPr lang="en-US" sz="1200" spc="0" kern="0" b="0" i="0" dirty="0">
                <a:solidFill>
                  <a:srgbClr val="070154"/>
                </a:solidFill>
                <a:latin typeface="IBM Plex Sans"/>
                <a:ea typeface="IBM Plex Sans"/>
                <a:cs typeface="IBM Plex Sans"/>
              </a:endParaRPr>
            </a:p>
          </p:txBody>
        </p:sp>
      </p:grpSp>
      <p:grpSp>
        <p:nvGrpSpPr>
          <p:cNvPr id="46" name="node11"/>
          <p:cNvGrpSpPr/>
          <p:nvPr/>
        </p:nvGrpSpPr>
        <p:grpSpPr>
          <a:xfrm>
            <a:off x="4381500" y="1600200"/>
            <a:ext cx="7086600" cy="3124200"/>
            <a:chOff x="4381500" y="1600200"/>
            <a:chExt cx="7086600" cy="3124200"/>
          </a:xfrm>
        </p:grpSpPr>
        <p:sp>
          <p:nvSpPr>
            <p:cNvPr id="17" name="node11.source-001.number"/>
            <p:cNvSpPr/>
            <p:nvPr/>
          </p:nvSpPr>
          <p:spPr>
            <a:xfrm>
              <a:off x="4381500" y="1600200"/>
              <a:ext cx="381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047FF"/>
                  </a:solidFill>
                  <a:latin typeface="IBM Plex Mono SemiBold"/>
                  <a:ea typeface="IBM Plex Mono SemiBold"/>
                  <a:cs typeface="IBM Plex Mono SemiBold"/>
                </a:rPr>
                <a:t>01</a:t>
              </a:r>
              <a:endParaRPr lang="en-US" sz="1200" spc="0" kern="0" b="0" i="0" dirty="0">
                <a:solidFill>
                  <a:srgbClr val="0047FF"/>
                </a:solidFill>
                <a:latin typeface="IBM Plex Mono SemiBold"/>
                <a:ea typeface="IBM Plex Mono SemiBold"/>
                <a:cs typeface="IBM Plex Mono SemiBold"/>
              </a:endParaRPr>
            </a:p>
          </p:txBody>
        </p:sp>
        <p:sp>
          <p:nvSpPr>
            <p:cNvPr id="18" name="node11.source-001.title"/>
            <p:cNvSpPr/>
            <p:nvPr/>
          </p:nvSpPr>
          <p:spPr>
            <a:xfrm>
              <a:off x="4914900" y="1600200"/>
              <a:ext cx="6553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Denials start at authorization</a:t>
              </a:r>
              <a:endParaRPr lang="en-US" sz="1200" spc="0" kern="0" b="0" i="0" dirty="0">
                <a:solidFill>
                  <a:srgbClr val="070154"/>
                </a:solidFill>
                <a:latin typeface="IBM Plex Sans SemiBold"/>
                <a:ea typeface="IBM Plex Sans SemiBold"/>
                <a:cs typeface="IBM Plex Sans SemiBold"/>
              </a:endParaRPr>
            </a:p>
          </p:txBody>
        </p:sp>
        <p:sp>
          <p:nvSpPr>
            <p:cNvPr id="19" name="node11.source-001.text"/>
            <p:cNvSpPr/>
            <p:nvPr/>
          </p:nvSpPr>
          <p:spPr>
            <a:xfrm>
              <a:off x="4914900" y="1828800"/>
              <a:ext cx="6553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Evidence: 40% of denials trace to authorization gaps. Implication: fix intake, not appeals.</a:t>
              </a:r>
              <a:endParaRPr lang="en-US" sz="1200" spc="0" kern="0" b="0" i="0" dirty="0">
                <a:solidFill>
                  <a:srgbClr val="50658E"/>
                </a:solidFill>
                <a:latin typeface="IBM Plex Sans"/>
                <a:ea typeface="IBM Plex Sans"/>
                <a:cs typeface="IBM Plex Sans"/>
              </a:endParaRPr>
            </a:p>
          </p:txBody>
        </p:sp>
        <p:sp>
          <p:nvSpPr>
            <p:cNvPr id="20" name="node11.source-002.number"/>
            <p:cNvSpPr/>
            <p:nvPr/>
          </p:nvSpPr>
          <p:spPr>
            <a:xfrm>
              <a:off x="4381500" y="2209800"/>
              <a:ext cx="381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047FF"/>
                  </a:solidFill>
                  <a:latin typeface="IBM Plex Mono SemiBold"/>
                  <a:ea typeface="IBM Plex Mono SemiBold"/>
                  <a:cs typeface="IBM Plex Mono SemiBold"/>
                </a:rPr>
                <a:t>02</a:t>
              </a:r>
              <a:endParaRPr lang="en-US" sz="1200" spc="0" kern="0" b="0" i="0" dirty="0">
                <a:solidFill>
                  <a:srgbClr val="0047FF"/>
                </a:solidFill>
                <a:latin typeface="IBM Plex Mono SemiBold"/>
                <a:ea typeface="IBM Plex Mono SemiBold"/>
                <a:cs typeface="IBM Plex Mono SemiBold"/>
              </a:endParaRPr>
            </a:p>
          </p:txBody>
        </p:sp>
        <p:sp>
          <p:nvSpPr>
            <p:cNvPr id="21" name="node11.source-002.title"/>
            <p:cNvSpPr/>
            <p:nvPr/>
          </p:nvSpPr>
          <p:spPr>
            <a:xfrm>
              <a:off x="4914900" y="2209800"/>
              <a:ext cx="6553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Errors surface late</a:t>
              </a:r>
              <a:endParaRPr lang="en-US" sz="1200" spc="0" kern="0" b="0" i="0" dirty="0">
                <a:solidFill>
                  <a:srgbClr val="070154"/>
                </a:solidFill>
                <a:latin typeface="IBM Plex Sans SemiBold"/>
                <a:ea typeface="IBM Plex Sans SemiBold"/>
                <a:cs typeface="IBM Plex Sans SemiBold"/>
              </a:endParaRPr>
            </a:p>
          </p:txBody>
        </p:sp>
        <p:sp>
          <p:nvSpPr>
            <p:cNvPr id="22" name="node11.source-002.text"/>
            <p:cNvSpPr/>
            <p:nvPr/>
          </p:nvSpPr>
          <p:spPr>
            <a:xfrm>
              <a:off x="4914900" y="2438400"/>
              <a:ext cx="65532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Evidence: front-desk errors found at billing, three weeks on. Implication: add a check-in eligibility step.</a:t>
              </a:r>
              <a:endParaRPr lang="en-US" sz="1200" spc="0" kern="0" b="0" i="0" dirty="0">
                <a:solidFill>
                  <a:srgbClr val="50658E"/>
                </a:solidFill>
                <a:latin typeface="IBM Plex Sans"/>
                <a:ea typeface="IBM Plex Sans"/>
                <a:cs typeface="IBM Plex Sans"/>
              </a:endParaRPr>
            </a:p>
          </p:txBody>
        </p:sp>
        <p:sp>
          <p:nvSpPr>
            <p:cNvPr id="23" name="node11.source-003.number"/>
            <p:cNvSpPr/>
            <p:nvPr/>
          </p:nvSpPr>
          <p:spPr>
            <a:xfrm>
              <a:off x="4381500" y="3048000"/>
              <a:ext cx="381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047FF"/>
                  </a:solidFill>
                  <a:latin typeface="IBM Plex Mono SemiBold"/>
                  <a:ea typeface="IBM Plex Mono SemiBold"/>
                  <a:cs typeface="IBM Plex Mono SemiBold"/>
                </a:rPr>
                <a:t>03</a:t>
              </a:r>
              <a:endParaRPr lang="en-US" sz="1200" spc="0" kern="0" b="0" i="0" dirty="0">
                <a:solidFill>
                  <a:srgbClr val="0047FF"/>
                </a:solidFill>
                <a:latin typeface="IBM Plex Mono SemiBold"/>
                <a:ea typeface="IBM Plex Mono SemiBold"/>
                <a:cs typeface="IBM Plex Mono SemiBold"/>
              </a:endParaRPr>
            </a:p>
          </p:txBody>
        </p:sp>
        <p:sp>
          <p:nvSpPr>
            <p:cNvPr id="24" name="node11.source-003.title"/>
            <p:cNvSpPr/>
            <p:nvPr/>
          </p:nvSpPr>
          <p:spPr>
            <a:xfrm>
              <a:off x="4914900" y="3048000"/>
              <a:ext cx="6553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No single work view</a:t>
              </a:r>
              <a:endParaRPr lang="en-US" sz="1200" spc="0" kern="0" b="0" i="0" dirty="0">
                <a:solidFill>
                  <a:srgbClr val="070154"/>
                </a:solidFill>
                <a:latin typeface="IBM Plex Sans SemiBold"/>
                <a:ea typeface="IBM Plex Sans SemiBold"/>
                <a:cs typeface="IBM Plex Sans SemiBold"/>
              </a:endParaRPr>
            </a:p>
          </p:txBody>
        </p:sp>
        <p:sp>
          <p:nvSpPr>
            <p:cNvPr id="25" name="node11.source-003.text"/>
            <p:cNvSpPr/>
            <p:nvPr/>
          </p:nvSpPr>
          <p:spPr>
            <a:xfrm>
              <a:off x="4914900" y="3276600"/>
              <a:ext cx="6553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Evidence: three queues, reports rebuilt by hand monthly. Implication: one queue by payer.</a:t>
              </a:r>
              <a:endParaRPr lang="en-US" sz="1200" spc="0" kern="0" b="0" i="0" dirty="0">
                <a:solidFill>
                  <a:srgbClr val="50658E"/>
                </a:solidFill>
                <a:latin typeface="IBM Plex Sans"/>
                <a:ea typeface="IBM Plex Sans"/>
                <a:cs typeface="IBM Plex Sans"/>
              </a:endParaRPr>
            </a:p>
          </p:txBody>
        </p:sp>
        <p:sp>
          <p:nvSpPr>
            <p:cNvPr id="26" name="node11.source-004.number"/>
            <p:cNvSpPr/>
            <p:nvPr/>
          </p:nvSpPr>
          <p:spPr>
            <a:xfrm>
              <a:off x="4381500" y="3657600"/>
              <a:ext cx="381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047FF"/>
                  </a:solidFill>
                  <a:latin typeface="IBM Plex Mono SemiBold"/>
                  <a:ea typeface="IBM Plex Mono SemiBold"/>
                  <a:cs typeface="IBM Plex Mono SemiBold"/>
                </a:rPr>
                <a:t>04</a:t>
              </a:r>
              <a:endParaRPr lang="en-US" sz="1200" spc="0" kern="0" b="0" i="0" dirty="0">
                <a:solidFill>
                  <a:srgbClr val="0047FF"/>
                </a:solidFill>
                <a:latin typeface="IBM Plex Mono SemiBold"/>
                <a:ea typeface="IBM Plex Mono SemiBold"/>
                <a:cs typeface="IBM Plex Mono SemiBold"/>
              </a:endParaRPr>
            </a:p>
          </p:txBody>
        </p:sp>
        <p:sp>
          <p:nvSpPr>
            <p:cNvPr id="27" name="node11.source-004.title"/>
            <p:cNvSpPr/>
            <p:nvPr/>
          </p:nvSpPr>
          <p:spPr>
            <a:xfrm>
              <a:off x="4914900" y="3657600"/>
              <a:ext cx="6553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Appeal know-how is concentrated</a:t>
              </a:r>
              <a:endParaRPr lang="en-US" sz="1200" spc="0" kern="0" b="0" i="0" dirty="0">
                <a:solidFill>
                  <a:srgbClr val="070154"/>
                </a:solidFill>
                <a:latin typeface="IBM Plex Sans SemiBold"/>
                <a:ea typeface="IBM Plex Sans SemiBold"/>
                <a:cs typeface="IBM Plex Sans SemiBold"/>
              </a:endParaRPr>
            </a:p>
          </p:txBody>
        </p:sp>
        <p:sp>
          <p:nvSpPr>
            <p:cNvPr id="28" name="node11.source-004.text"/>
            <p:cNvSpPr/>
            <p:nvPr/>
          </p:nvSpPr>
          <p:spPr>
            <a:xfrm>
              <a:off x="4914900" y="3886200"/>
              <a:ext cx="6553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Evidence: two analysts hold the practice behind 45-day appeals. Implication: cross-train first.</a:t>
              </a:r>
              <a:endParaRPr lang="en-US" sz="1200" spc="0" kern="0" b="0" i="0" dirty="0">
                <a:solidFill>
                  <a:srgbClr val="50658E"/>
                </a:solidFill>
                <a:latin typeface="IBM Plex Sans"/>
                <a:ea typeface="IBM Plex Sans"/>
                <a:cs typeface="IBM Plex Sans"/>
              </a:endParaRPr>
            </a:p>
          </p:txBody>
        </p:sp>
        <p:sp>
          <p:nvSpPr>
            <p:cNvPr id="29" name="node11.source-005.number"/>
            <p:cNvSpPr/>
            <p:nvPr/>
          </p:nvSpPr>
          <p:spPr>
            <a:xfrm>
              <a:off x="4381500" y="4267200"/>
              <a:ext cx="381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047FF"/>
                  </a:solidFill>
                  <a:latin typeface="IBM Plex Mono SemiBold"/>
                  <a:ea typeface="IBM Plex Mono SemiBold"/>
                  <a:cs typeface="IBM Plex Mono SemiBold"/>
                </a:rPr>
                <a:t>05</a:t>
              </a:r>
              <a:endParaRPr lang="en-US" sz="1200" spc="0" kern="0" b="0" i="0" dirty="0">
                <a:solidFill>
                  <a:srgbClr val="0047FF"/>
                </a:solidFill>
                <a:latin typeface="IBM Plex Mono SemiBold"/>
                <a:ea typeface="IBM Plex Mono SemiBold"/>
                <a:cs typeface="IBM Plex Mono SemiBold"/>
              </a:endParaRPr>
            </a:p>
          </p:txBody>
        </p:sp>
        <p:sp>
          <p:nvSpPr>
            <p:cNvPr id="30" name="node11.source-005.title"/>
            <p:cNvSpPr/>
            <p:nvPr/>
          </p:nvSpPr>
          <p:spPr>
            <a:xfrm>
              <a:off x="4914900" y="4267200"/>
              <a:ext cx="6553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Payer contracts have no owner</a:t>
              </a:r>
              <a:endParaRPr lang="en-US" sz="1200" spc="0" kern="0" b="0" i="0" dirty="0">
                <a:solidFill>
                  <a:srgbClr val="070154"/>
                </a:solidFill>
                <a:latin typeface="IBM Plex Sans SemiBold"/>
                <a:ea typeface="IBM Plex Sans SemiBold"/>
                <a:cs typeface="IBM Plex Sans SemiBold"/>
              </a:endParaRPr>
            </a:p>
          </p:txBody>
        </p:sp>
        <p:sp>
          <p:nvSpPr>
            <p:cNvPr id="31" name="node11.source-005.text"/>
            <p:cNvSpPr/>
            <p:nvPr/>
          </p:nvSpPr>
          <p:spPr>
            <a:xfrm>
              <a:off x="4914900" y="4495800"/>
              <a:ext cx="6553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Evidence: nobody could name one owner. Implication: assign an owner before redesign.</a:t>
              </a:r>
              <a:endParaRPr lang="en-US" sz="1200" spc="0" kern="0" b="0" i="0" dirty="0">
                <a:solidFill>
                  <a:srgbClr val="50658E"/>
                </a:solidFill>
                <a:latin typeface="IBM Plex Sans"/>
                <a:ea typeface="IBM Plex Sans"/>
                <a:cs typeface="IBM Plex Sans"/>
              </a:endParaRPr>
            </a:p>
          </p:txBody>
        </p:sp>
      </p:grpSp>
      <p:grpSp>
        <p:nvGrpSpPr>
          <p:cNvPr id="47" name="node12"/>
          <p:cNvGrpSpPr/>
          <p:nvPr/>
        </p:nvGrpSpPr>
        <p:grpSpPr>
          <a:xfrm>
            <a:off x="4381500" y="4838700"/>
            <a:ext cx="7086600" cy="152400"/>
            <a:chOff x="4381500" y="4838700"/>
            <a:chExt cx="7086600" cy="152400"/>
          </a:xfrm>
        </p:grpSpPr>
        <p:sp>
          <p:nvSpPr>
            <p:cNvPr id="32" name="node12.label"/>
            <p:cNvSpPr/>
            <p:nvPr/>
          </p:nvSpPr>
          <p:spPr>
            <a:xfrm>
              <a:off x="4381500" y="4838700"/>
              <a:ext cx="7086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FOLLOW-UPS AND QUESTIONS</a:t>
              </a:r>
              <a:endParaRPr lang="en-US" sz="900" spc="54" kern="0" b="0" i="0" dirty="0">
                <a:solidFill>
                  <a:srgbClr val="0047FF"/>
                </a:solidFill>
                <a:latin typeface="IBM Plex Mono Medium"/>
                <a:ea typeface="IBM Plex Mono Medium"/>
                <a:cs typeface="IBM Plex Mono Medium"/>
              </a:endParaRPr>
            </a:p>
          </p:txBody>
        </p:sp>
      </p:grpSp>
      <p:grpSp>
        <p:nvGrpSpPr>
          <p:cNvPr id="48" name="node13"/>
          <p:cNvGrpSpPr/>
          <p:nvPr/>
        </p:nvGrpSpPr>
        <p:grpSpPr>
          <a:xfrm>
            <a:off x="4381500" y="5143500"/>
            <a:ext cx="7086600" cy="495300"/>
            <a:chOff x="4381500" y="5143500"/>
            <a:chExt cx="7086600" cy="495300"/>
          </a:xfrm>
        </p:grpSpPr>
        <p:sp>
          <p:nvSpPr>
            <p:cNvPr id="33" name="node13.source-001.bullet"/>
            <p:cNvSpPr/>
            <p:nvPr/>
          </p:nvSpPr>
          <p:spPr>
            <a:xfrm>
              <a:off x="4381500" y="5232400"/>
              <a:ext cx="38100" cy="38100"/>
            </a:xfrm>
            <a:prstGeom prst="rect">
              <a:avLst/>
            </a:prstGeom>
            <a:solidFill>
              <a:srgbClr val="070154"/>
            </a:solidFill>
            <a:ln>
              <a:noFill/>
            </a:ln>
          </p:spPr>
        </p:sp>
        <p:sp>
          <p:nvSpPr>
            <p:cNvPr id="34" name="node13.source-001.text"/>
            <p:cNvSpPr/>
            <p:nvPr/>
          </p:nvSpPr>
          <p:spPr>
            <a:xfrm>
              <a:off x="4533900" y="5143500"/>
              <a:ext cx="6934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 xml:space="preserve">Received:</a:t>
              </a:r>
              <a:r>
                <a:rPr lang="en-US" sz="1200" spc="0" kern="0" b="0" i="0" dirty="0">
                  <a:solidFill>
                    <a:srgbClr val="50658E"/>
                  </a:solidFill>
                  <a:latin typeface="IBM Plex Sans"/>
                  <a:ea typeface="IBM Plex Sans"/>
                  <a:cs typeface="IBM Plex Sans"/>
                </a:rPr>
                <a:t xml:space="preserve"> denial extract; appeal staffing due Oct 6</a:t>
              </a:r>
              <a:endParaRPr lang="en-US" sz="1200" spc="0" kern="0" b="0" i="0" dirty="0">
                <a:solidFill>
                  <a:srgbClr val="070154"/>
                </a:solidFill>
                <a:latin typeface="IBM Plex Sans"/>
                <a:ea typeface="IBM Plex Sans"/>
                <a:cs typeface="IBM Plex Sans"/>
              </a:endParaRPr>
            </a:p>
          </p:txBody>
        </p:sp>
        <p:sp>
          <p:nvSpPr>
            <p:cNvPr id="35" name="node13.source-002.bullet"/>
            <p:cNvSpPr/>
            <p:nvPr/>
          </p:nvSpPr>
          <p:spPr>
            <a:xfrm>
              <a:off x="4381500" y="5499100"/>
              <a:ext cx="38100" cy="38100"/>
            </a:xfrm>
            <a:prstGeom prst="rect">
              <a:avLst/>
            </a:prstGeom>
            <a:solidFill>
              <a:srgbClr val="070154"/>
            </a:solidFill>
            <a:ln>
              <a:noFill/>
            </a:ln>
          </p:spPr>
        </p:sp>
        <p:sp>
          <p:nvSpPr>
            <p:cNvPr id="36" name="node13.source-002.text"/>
            <p:cNvSpPr/>
            <p:nvPr/>
          </p:nvSpPr>
          <p:spPr>
            <a:xfrm>
              <a:off x="4533900" y="5410200"/>
              <a:ext cx="6934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 xml:space="preserve">Open:</a:t>
              </a:r>
              <a:r>
                <a:rPr lang="en-US" sz="1200" spc="0" kern="0" b="0" i="0" dirty="0">
                  <a:solidFill>
                    <a:srgbClr val="50658E"/>
                  </a:solidFill>
                  <a:latin typeface="IBM Plex Sans"/>
                  <a:ea typeface="IBM Plex Sans"/>
                  <a:cs typeface="IBM Plex Sans"/>
                </a:rPr>
                <a:t xml:space="preserve"> who owns payer contracts?</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ource-242">
    <p:spTree>
      <p:nvGrpSpPr>
        <p:cNvPr id="1" name=""/>
        <p:cNvGrpSpPr/>
        <p:nvPr/>
      </p:nvGrpSpPr>
      <p:grpSpPr>
        <a:xfrm>
          <a:off x="0" y="0"/>
          <a:ext cx="0" cy="0"/>
          <a:chOff x="0" y="0"/>
          <a:chExt cx="0" cy="0"/>
        </a:xfrm>
      </p:grpSpPr>
      <p:sp>
        <p:nvSpPr>
          <p:cNvPr id="3" name="eyebrow"/>
          <p:cNvSpPr/>
          <p:nvPr/>
        </p:nvSpPr>
        <p:spPr>
          <a:xfrm>
            <a:off x="723900" y="457200"/>
            <a:ext cx="70866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STAKEHOLDER INTERVIEWS</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7086600" cy="11430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J. Alvarez, VP Revenue Cycle: Sep 8 interview</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70866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Sample names for layout only; replace with engagement stakeholders before use.</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69</a:t>
            </a:fld>
            <a:endParaRPr lang="en-US" sz="700" spc="0" kern="0" b="0" i="0" dirty="0">
              <a:solidFill>
                <a:srgbClr val="070154"/>
              </a:solidFill>
              <a:latin typeface="IBM Plex Mono SemiBold"/>
              <a:ea typeface="IBM Plex Mono SemiBold"/>
              <a:cs typeface="IBM Plex Mono SemiBold"/>
            </a:endParaRPr>
          </a:p>
        </p:txBody>
      </p:sp>
      <p:grpSp>
        <p:nvGrpSpPr>
          <p:cNvPr id="29" name="node01"/>
          <p:cNvGrpSpPr/>
          <p:nvPr/>
        </p:nvGrpSpPr>
        <p:grpSpPr>
          <a:xfrm>
            <a:off x="723900" y="2057400"/>
            <a:ext cx="2133600" cy="152400"/>
            <a:chOff x="723900" y="2057400"/>
            <a:chExt cx="2133600" cy="152400"/>
          </a:xfrm>
        </p:grpSpPr>
        <p:sp>
          <p:nvSpPr>
            <p:cNvPr id="7" name="node01.text"/>
            <p:cNvSpPr/>
            <p:nvPr/>
          </p:nvSpPr>
          <p:spPr>
            <a:xfrm>
              <a:off x="723900" y="2057400"/>
              <a:ext cx="2133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DEPARTMENT</a:t>
              </a:r>
              <a:endParaRPr lang="en-US" sz="900" spc="54" kern="0" b="0" i="0" dirty="0">
                <a:solidFill>
                  <a:srgbClr val="50658E"/>
                </a:solidFill>
                <a:latin typeface="IBM Plex Mono Medium"/>
                <a:ea typeface="IBM Plex Mono Medium"/>
                <a:cs typeface="IBM Plex Mono Medium"/>
              </a:endParaRPr>
            </a:p>
          </p:txBody>
        </p:sp>
      </p:grpSp>
      <p:grpSp>
        <p:nvGrpSpPr>
          <p:cNvPr id="30" name="node02"/>
          <p:cNvGrpSpPr/>
          <p:nvPr/>
        </p:nvGrpSpPr>
        <p:grpSpPr>
          <a:xfrm>
            <a:off x="723900" y="2286000"/>
            <a:ext cx="2133600" cy="228600"/>
            <a:chOff x="723900" y="2286000"/>
            <a:chExt cx="2133600" cy="228600"/>
          </a:xfrm>
        </p:grpSpPr>
        <p:sp>
          <p:nvSpPr>
            <p:cNvPr id="8" name="node02.text"/>
            <p:cNvSpPr/>
            <p:nvPr/>
          </p:nvSpPr>
          <p:spPr>
            <a:xfrm>
              <a:off x="723900" y="2286000"/>
              <a:ext cx="2133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Revenue cycle</a:t>
              </a:r>
              <a:endParaRPr lang="en-US" sz="1200" spc="0" kern="0" b="0" i="0" dirty="0">
                <a:solidFill>
                  <a:srgbClr val="070154"/>
                </a:solidFill>
                <a:latin typeface="IBM Plex Sans"/>
                <a:ea typeface="IBM Plex Sans"/>
                <a:cs typeface="IBM Plex Sans"/>
              </a:endParaRPr>
            </a:p>
          </p:txBody>
        </p:sp>
      </p:grpSp>
      <p:grpSp>
        <p:nvGrpSpPr>
          <p:cNvPr id="31" name="node03"/>
          <p:cNvGrpSpPr/>
          <p:nvPr/>
        </p:nvGrpSpPr>
        <p:grpSpPr>
          <a:xfrm>
            <a:off x="3086100" y="2057400"/>
            <a:ext cx="2133600" cy="152400"/>
            <a:chOff x="3086100" y="2057400"/>
            <a:chExt cx="2133600" cy="152400"/>
          </a:xfrm>
        </p:grpSpPr>
        <p:sp>
          <p:nvSpPr>
            <p:cNvPr id="9" name="node03.text"/>
            <p:cNvSpPr/>
            <p:nvPr/>
          </p:nvSpPr>
          <p:spPr>
            <a:xfrm>
              <a:off x="3086100" y="2057400"/>
              <a:ext cx="2133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DATE AND FORMAT</a:t>
              </a:r>
              <a:endParaRPr lang="en-US" sz="900" spc="54" kern="0" b="0" i="0" dirty="0">
                <a:solidFill>
                  <a:srgbClr val="50658E"/>
                </a:solidFill>
                <a:latin typeface="IBM Plex Mono Medium"/>
                <a:ea typeface="IBM Plex Mono Medium"/>
                <a:cs typeface="IBM Plex Mono Medium"/>
              </a:endParaRPr>
            </a:p>
          </p:txBody>
        </p:sp>
      </p:grpSp>
      <p:grpSp>
        <p:nvGrpSpPr>
          <p:cNvPr id="32" name="node04"/>
          <p:cNvGrpSpPr/>
          <p:nvPr/>
        </p:nvGrpSpPr>
        <p:grpSpPr>
          <a:xfrm>
            <a:off x="3086100" y="2286000"/>
            <a:ext cx="2133600" cy="228600"/>
            <a:chOff x="3086100" y="2286000"/>
            <a:chExt cx="2133600" cy="228600"/>
          </a:xfrm>
        </p:grpSpPr>
        <p:sp>
          <p:nvSpPr>
            <p:cNvPr id="10" name="node04.text"/>
            <p:cNvSpPr/>
            <p:nvPr/>
          </p:nvSpPr>
          <p:spPr>
            <a:xfrm>
              <a:off x="3086100" y="2286000"/>
              <a:ext cx="2133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Sep 8 · Onsite · 60 min</a:t>
              </a:r>
              <a:endParaRPr lang="en-US" sz="1200" spc="0" kern="0" b="0" i="0" dirty="0">
                <a:solidFill>
                  <a:srgbClr val="070154"/>
                </a:solidFill>
                <a:latin typeface="IBM Plex Sans"/>
                <a:ea typeface="IBM Plex Sans"/>
                <a:cs typeface="IBM Plex Sans"/>
              </a:endParaRPr>
            </a:p>
          </p:txBody>
        </p:sp>
      </p:grpSp>
      <p:grpSp>
        <p:nvGrpSpPr>
          <p:cNvPr id="33" name="node05"/>
          <p:cNvGrpSpPr/>
          <p:nvPr/>
        </p:nvGrpSpPr>
        <p:grpSpPr>
          <a:xfrm>
            <a:off x="5448300" y="2057400"/>
            <a:ext cx="2362200" cy="152400"/>
            <a:chOff x="5448300" y="2057400"/>
            <a:chExt cx="2362200" cy="152400"/>
          </a:xfrm>
        </p:grpSpPr>
        <p:sp>
          <p:nvSpPr>
            <p:cNvPr id="11" name="node05.text"/>
            <p:cNvSpPr/>
            <p:nvPr/>
          </p:nvSpPr>
          <p:spPr>
            <a:xfrm>
              <a:off x="5448300" y="2057400"/>
              <a:ext cx="2362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INTERVIEWERS</a:t>
              </a:r>
              <a:endParaRPr lang="en-US" sz="900" spc="54" kern="0" b="0" i="0" dirty="0">
                <a:solidFill>
                  <a:srgbClr val="50658E"/>
                </a:solidFill>
                <a:latin typeface="IBM Plex Mono Medium"/>
                <a:ea typeface="IBM Plex Mono Medium"/>
                <a:cs typeface="IBM Plex Mono Medium"/>
              </a:endParaRPr>
            </a:p>
          </p:txBody>
        </p:sp>
      </p:grpSp>
      <p:grpSp>
        <p:nvGrpSpPr>
          <p:cNvPr id="34" name="node06"/>
          <p:cNvGrpSpPr/>
          <p:nvPr/>
        </p:nvGrpSpPr>
        <p:grpSpPr>
          <a:xfrm>
            <a:off x="5448300" y="2286000"/>
            <a:ext cx="2362200" cy="228600"/>
            <a:chOff x="5448300" y="2286000"/>
            <a:chExt cx="2362200" cy="228600"/>
          </a:xfrm>
        </p:grpSpPr>
        <p:sp>
          <p:nvSpPr>
            <p:cNvPr id="12" name="node06.text"/>
            <p:cNvSpPr/>
            <p:nvPr/>
          </p:nvSpPr>
          <p:spPr>
            <a:xfrm>
              <a:off x="5448300" y="22860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K. Ortiz, W. Lee</a:t>
              </a:r>
              <a:endParaRPr lang="en-US" sz="1200" spc="0" kern="0" b="0" i="0" dirty="0">
                <a:solidFill>
                  <a:srgbClr val="070154"/>
                </a:solidFill>
                <a:latin typeface="IBM Plex Sans"/>
                <a:ea typeface="IBM Plex Sans"/>
                <a:cs typeface="IBM Plex Sans"/>
              </a:endParaRPr>
            </a:p>
          </p:txBody>
        </p:sp>
      </p:grpSp>
      <p:grpSp>
        <p:nvGrpSpPr>
          <p:cNvPr id="35" name="node07"/>
          <p:cNvGrpSpPr/>
          <p:nvPr/>
        </p:nvGrpSpPr>
        <p:grpSpPr>
          <a:xfrm>
            <a:off x="723900" y="2743200"/>
            <a:ext cx="7086600" cy="2946400"/>
            <a:chOff x="723900" y="2743200"/>
            <a:chExt cx="7086600" cy="2946400"/>
          </a:xfrm>
        </p:grpSpPr>
        <p:graphicFrame>
          <p:nvGraphicFramePr>
            <p:cNvPr id="13" name="node07.native"/>
            <p:cNvGraphicFramePr>
              <a:graphicFrameLocks noGrp="1"/>
            </p:cNvGraphicFramePr>
            <p:nvPr>
              <p:extLst>
                <p:ext uri="{D42A27DB-BD31-4B8C-83A1-F6EECF244321}">
                  <p14:modId xmlns:p14="http://schemas.microsoft.com/office/powerpoint/2010/main" val="1579011935"/>
                </p:ext>
              </p:extLst>
            </p:nvPr>
          </p:nvGraphicFramePr>
          <p:xfrm>
            <a:off x="723900" y="2743200"/>
            <a:ext cx="7086600" cy="2946400"/>
          </p:xfrm>
          <a:graphic>
            <a:graphicData uri="http://schemas.openxmlformats.org/drawingml/2006/table">
              <a:tbl>
                <a:tblPr/>
                <a:tblGrid>
                  <a:gridCol w="1371600"/>
                  <a:gridCol w="2895600"/>
                  <a:gridCol w="2819400"/>
                </a:tblGrid>
                <a:tr h="355600">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TOPIC</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KEY POINT</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PAIN POINT OR OPPORTUNITY</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r>
                <a:tr h="6477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Denials</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40% of denials trace to authorization gaps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Rework after day 30 is manual</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6477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Registration</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Front-desk errors surface at billing</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No eligibility check at check-in</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6477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Tooling</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Three work queues, no single view</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Reports rebuilt by hand monthly</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6477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Appeals</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Appeals average 45 days to resolve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Two analysts hold the know-how</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bl>
            </a:graphicData>
          </a:graphic>
        </p:graphicFrame>
      </p:grpSp>
      <p:grpSp>
        <p:nvGrpSpPr>
          <p:cNvPr id="36" name="node08"/>
          <p:cNvGrpSpPr/>
          <p:nvPr/>
        </p:nvGrpSpPr>
        <p:grpSpPr>
          <a:xfrm>
            <a:off x="8039100" y="457200"/>
            <a:ext cx="3429000" cy="1524000"/>
            <a:chOff x="8039100" y="457200"/>
            <a:chExt cx="3429000" cy="1524000"/>
          </a:xfrm>
        </p:grpSpPr>
        <p:sp>
          <p:nvSpPr>
            <p:cNvPr id="14" name="node08.quote-mark"/>
            <p:cNvSpPr/>
            <p:nvPr/>
          </p:nvSpPr>
          <p:spPr>
            <a:xfrm>
              <a:off x="8039100" y="457200"/>
              <a:ext cx="3429000" cy="1143000"/>
            </a:xfrm>
            <a:prstGeom prst="rect">
              <a:avLst/>
            </a:prstGeom>
            <a:noFill/>
            <a:ln/>
          </p:spPr>
          <p:txBody>
            <a:bodyPr wrap="square" lIns="0" tIns="0" rIns="0" bIns="0" rtlCol="0" anchor="t"/>
            <a:lstStyle/>
            <a:p>
              <a:pPr algn="l" indent="0" marL="0">
                <a:lnSpc>
                  <a:spcPts val="3000"/>
                </a:lnSpc>
                <a:buNone/>
              </a:pPr>
              <a:r>
                <a:rPr lang="en-US" sz="6000" spc="-90" kern="0" b="0" i="0" dirty="0">
                  <a:solidFill>
                    <a:srgbClr val="0047FF"/>
                  </a:solidFill>
                  <a:latin typeface="IBM Plex Sans SemiBold"/>
                  <a:ea typeface="IBM Plex Sans SemiBold"/>
                  <a:cs typeface="IBM Plex Sans SemiBold"/>
                </a:rPr>
                <a:t>“</a:t>
              </a:r>
              <a:endParaRPr lang="en-US" sz="6000" spc="-90" kern="0" b="0" i="0" dirty="0">
                <a:solidFill>
                  <a:srgbClr val="0047FF"/>
                </a:solidFill>
                <a:latin typeface="IBM Plex Sans SemiBold"/>
                <a:ea typeface="IBM Plex Sans SemiBold"/>
                <a:cs typeface="IBM Plex Sans SemiBold"/>
              </a:endParaRPr>
            </a:p>
          </p:txBody>
        </p:sp>
        <p:sp>
          <p:nvSpPr>
            <p:cNvPr id="15" name="node08.quote"/>
            <p:cNvSpPr/>
            <p:nvPr/>
          </p:nvSpPr>
          <p:spPr>
            <a:xfrm>
              <a:off x="8039100" y="952500"/>
              <a:ext cx="3429000" cy="7620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We find it at billing, three weeks late.</a:t>
              </a:r>
              <a:endParaRPr lang="en-US" sz="2400" spc="-36" kern="0" b="0" i="0" dirty="0">
                <a:solidFill>
                  <a:srgbClr val="070154"/>
                </a:solidFill>
                <a:latin typeface="IBM Plex Sans SemiBold"/>
                <a:ea typeface="IBM Plex Sans SemiBold"/>
                <a:cs typeface="IBM Plex Sans SemiBold"/>
              </a:endParaRPr>
            </a:p>
          </p:txBody>
        </p:sp>
        <p:sp>
          <p:nvSpPr>
            <p:cNvPr id="16" name="node08.by"/>
            <p:cNvSpPr/>
            <p:nvPr/>
          </p:nvSpPr>
          <p:spPr>
            <a:xfrm>
              <a:off x="8039100" y="1828800"/>
              <a:ext cx="3429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J. ALVAREZ</a:t>
              </a:r>
              <a:endParaRPr lang="en-US" sz="900" spc="54" kern="0" b="0" i="0" dirty="0">
                <a:solidFill>
                  <a:srgbClr val="50658E"/>
                </a:solidFill>
                <a:latin typeface="IBM Plex Mono Medium"/>
                <a:ea typeface="IBM Plex Mono Medium"/>
                <a:cs typeface="IBM Plex Mono Medium"/>
              </a:endParaRPr>
            </a:p>
          </p:txBody>
        </p:sp>
      </p:grpSp>
      <p:grpSp>
        <p:nvGrpSpPr>
          <p:cNvPr id="37" name="node09"/>
          <p:cNvGrpSpPr/>
          <p:nvPr/>
        </p:nvGrpSpPr>
        <p:grpSpPr>
          <a:xfrm>
            <a:off x="8039100" y="2514600"/>
            <a:ext cx="3429000" cy="152400"/>
            <a:chOff x="8039100" y="2514600"/>
            <a:chExt cx="3429000" cy="152400"/>
          </a:xfrm>
        </p:grpSpPr>
        <p:sp>
          <p:nvSpPr>
            <p:cNvPr id="17" name="node09.label"/>
            <p:cNvSpPr/>
            <p:nvPr/>
          </p:nvSpPr>
          <p:spPr>
            <a:xfrm>
              <a:off x="8039100" y="2514600"/>
              <a:ext cx="3429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OPPORTUNITIES</a:t>
              </a:r>
              <a:endParaRPr lang="en-US" sz="900" spc="54" kern="0" b="0" i="0" dirty="0">
                <a:solidFill>
                  <a:srgbClr val="0047FF"/>
                </a:solidFill>
                <a:latin typeface="IBM Plex Mono Medium"/>
                <a:ea typeface="IBM Plex Mono Medium"/>
                <a:cs typeface="IBM Plex Mono Medium"/>
              </a:endParaRPr>
            </a:p>
          </p:txBody>
        </p:sp>
      </p:grpSp>
      <p:grpSp>
        <p:nvGrpSpPr>
          <p:cNvPr id="38" name="node10"/>
          <p:cNvGrpSpPr/>
          <p:nvPr/>
        </p:nvGrpSpPr>
        <p:grpSpPr>
          <a:xfrm>
            <a:off x="8039100" y="2819400"/>
            <a:ext cx="3429000" cy="495300"/>
            <a:chOff x="8039100" y="2819400"/>
            <a:chExt cx="3429000" cy="495300"/>
          </a:xfrm>
        </p:grpSpPr>
        <p:sp>
          <p:nvSpPr>
            <p:cNvPr id="18" name="node10.source-001.bullet"/>
            <p:cNvSpPr/>
            <p:nvPr/>
          </p:nvSpPr>
          <p:spPr>
            <a:xfrm>
              <a:off x="8039100" y="2908300"/>
              <a:ext cx="38100" cy="38100"/>
            </a:xfrm>
            <a:prstGeom prst="rect">
              <a:avLst/>
            </a:prstGeom>
            <a:solidFill>
              <a:srgbClr val="070154"/>
            </a:solidFill>
            <a:ln>
              <a:noFill/>
            </a:ln>
          </p:spPr>
        </p:sp>
        <p:sp>
          <p:nvSpPr>
            <p:cNvPr id="19" name="node10.source-001.text"/>
            <p:cNvSpPr/>
            <p:nvPr/>
          </p:nvSpPr>
          <p:spPr>
            <a:xfrm>
              <a:off x="8191500" y="28194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One work queue by payer</a:t>
              </a:r>
              <a:endParaRPr lang="en-US" sz="1200" spc="0" kern="0" b="0" i="0" dirty="0">
                <a:solidFill>
                  <a:srgbClr val="070154"/>
                </a:solidFill>
                <a:latin typeface="IBM Plex Sans"/>
                <a:ea typeface="IBM Plex Sans"/>
                <a:cs typeface="IBM Plex Sans"/>
              </a:endParaRPr>
            </a:p>
          </p:txBody>
        </p:sp>
        <p:sp>
          <p:nvSpPr>
            <p:cNvPr id="20" name="node10.source-002.bullet"/>
            <p:cNvSpPr/>
            <p:nvPr/>
          </p:nvSpPr>
          <p:spPr>
            <a:xfrm>
              <a:off x="8039100" y="3175000"/>
              <a:ext cx="38100" cy="38100"/>
            </a:xfrm>
            <a:prstGeom prst="rect">
              <a:avLst/>
            </a:prstGeom>
            <a:solidFill>
              <a:srgbClr val="070154"/>
            </a:solidFill>
            <a:ln>
              <a:noFill/>
            </a:ln>
          </p:spPr>
        </p:sp>
        <p:sp>
          <p:nvSpPr>
            <p:cNvPr id="21" name="node10.source-002.text"/>
            <p:cNvSpPr/>
            <p:nvPr/>
          </p:nvSpPr>
          <p:spPr>
            <a:xfrm>
              <a:off x="8191500" y="30861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Eligibility check at check-in</a:t>
              </a:r>
              <a:endParaRPr lang="en-US" sz="1200" spc="0" kern="0" b="0" i="0" dirty="0">
                <a:solidFill>
                  <a:srgbClr val="070154"/>
                </a:solidFill>
                <a:latin typeface="IBM Plex Sans"/>
                <a:ea typeface="IBM Plex Sans"/>
                <a:cs typeface="IBM Plex Sans"/>
              </a:endParaRPr>
            </a:p>
          </p:txBody>
        </p:sp>
      </p:grpSp>
      <p:grpSp>
        <p:nvGrpSpPr>
          <p:cNvPr id="39" name="node11"/>
          <p:cNvGrpSpPr/>
          <p:nvPr/>
        </p:nvGrpSpPr>
        <p:grpSpPr>
          <a:xfrm>
            <a:off x="8039100" y="3657600"/>
            <a:ext cx="3429000" cy="152400"/>
            <a:chOff x="8039100" y="3657600"/>
            <a:chExt cx="3429000" cy="152400"/>
          </a:xfrm>
        </p:grpSpPr>
        <p:sp>
          <p:nvSpPr>
            <p:cNvPr id="22" name="node11.label"/>
            <p:cNvSpPr/>
            <p:nvPr/>
          </p:nvSpPr>
          <p:spPr>
            <a:xfrm>
              <a:off x="8039100" y="3657600"/>
              <a:ext cx="3429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FOLLOW-UPS AND QUESTIONS</a:t>
              </a:r>
              <a:endParaRPr lang="en-US" sz="900" spc="54" kern="0" b="0" i="0" dirty="0">
                <a:solidFill>
                  <a:srgbClr val="0047FF"/>
                </a:solidFill>
                <a:latin typeface="IBM Plex Mono Medium"/>
                <a:ea typeface="IBM Plex Mono Medium"/>
                <a:cs typeface="IBM Plex Mono Medium"/>
              </a:endParaRPr>
            </a:p>
          </p:txBody>
        </p:sp>
      </p:grpSp>
      <p:grpSp>
        <p:nvGrpSpPr>
          <p:cNvPr id="40" name="node12"/>
          <p:cNvGrpSpPr/>
          <p:nvPr/>
        </p:nvGrpSpPr>
        <p:grpSpPr>
          <a:xfrm>
            <a:off x="8039100" y="3962400"/>
            <a:ext cx="3429000" cy="762000"/>
            <a:chOff x="8039100" y="3962400"/>
            <a:chExt cx="3429000" cy="762000"/>
          </a:xfrm>
        </p:grpSpPr>
        <p:sp>
          <p:nvSpPr>
            <p:cNvPr id="23" name="node12.source-001.bullet"/>
            <p:cNvSpPr/>
            <p:nvPr/>
          </p:nvSpPr>
          <p:spPr>
            <a:xfrm>
              <a:off x="8039100" y="4051300"/>
              <a:ext cx="38100" cy="38100"/>
            </a:xfrm>
            <a:prstGeom prst="rect">
              <a:avLst/>
            </a:prstGeom>
            <a:solidFill>
              <a:srgbClr val="070154"/>
            </a:solidFill>
            <a:ln>
              <a:noFill/>
            </a:ln>
          </p:spPr>
        </p:sp>
        <p:sp>
          <p:nvSpPr>
            <p:cNvPr id="24" name="node12.source-001.text"/>
            <p:cNvSpPr/>
            <p:nvPr/>
          </p:nvSpPr>
          <p:spPr>
            <a:xfrm>
              <a:off x="8191500" y="39624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 xml:space="preserve">Denial extract:</a:t>
              </a:r>
              <a:r>
                <a:rPr lang="en-US" sz="1200" spc="0" kern="0" b="0" i="0" dirty="0">
                  <a:solidFill>
                    <a:srgbClr val="50658E"/>
                  </a:solidFill>
                  <a:latin typeface="IBM Plex Sans"/>
                  <a:ea typeface="IBM Plex Sans"/>
                  <a:cs typeface="IBM Plex Sans"/>
                </a:rPr>
                <a:t xml:space="preserve"> received Sep 22</a:t>
              </a:r>
              <a:endParaRPr lang="en-US" sz="1200" spc="0" kern="0" b="0" i="0" dirty="0">
                <a:solidFill>
                  <a:srgbClr val="070154"/>
                </a:solidFill>
                <a:latin typeface="IBM Plex Sans"/>
                <a:ea typeface="IBM Plex Sans"/>
                <a:cs typeface="IBM Plex Sans"/>
              </a:endParaRPr>
            </a:p>
          </p:txBody>
        </p:sp>
        <p:sp>
          <p:nvSpPr>
            <p:cNvPr id="25" name="node12.source-002.bullet"/>
            <p:cNvSpPr/>
            <p:nvPr/>
          </p:nvSpPr>
          <p:spPr>
            <a:xfrm>
              <a:off x="8039100" y="4318000"/>
              <a:ext cx="38100" cy="38100"/>
            </a:xfrm>
            <a:prstGeom prst="rect">
              <a:avLst/>
            </a:prstGeom>
            <a:solidFill>
              <a:srgbClr val="070154"/>
            </a:solidFill>
            <a:ln>
              <a:noFill/>
            </a:ln>
          </p:spPr>
        </p:sp>
        <p:sp>
          <p:nvSpPr>
            <p:cNvPr id="26" name="node12.source-002.text"/>
            <p:cNvSpPr/>
            <p:nvPr/>
          </p:nvSpPr>
          <p:spPr>
            <a:xfrm>
              <a:off x="8191500" y="42291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 xml:space="preserve">Appeal staffing:</a:t>
              </a:r>
              <a:r>
                <a:rPr lang="en-US" sz="1200" spc="0" kern="0" b="0" i="0" dirty="0">
                  <a:solidFill>
                    <a:srgbClr val="50658E"/>
                  </a:solidFill>
                  <a:latin typeface="IBM Plex Sans"/>
                  <a:ea typeface="IBM Plex Sans"/>
                  <a:cs typeface="IBM Plex Sans"/>
                </a:rPr>
                <a:t xml:space="preserve"> pending, due Oct 6</a:t>
              </a:r>
              <a:endParaRPr lang="en-US" sz="1200" spc="0" kern="0" b="0" i="0" dirty="0">
                <a:solidFill>
                  <a:srgbClr val="070154"/>
                </a:solidFill>
                <a:latin typeface="IBM Plex Sans"/>
                <a:ea typeface="IBM Plex Sans"/>
                <a:cs typeface="IBM Plex Sans"/>
              </a:endParaRPr>
            </a:p>
          </p:txBody>
        </p:sp>
        <p:sp>
          <p:nvSpPr>
            <p:cNvPr id="27" name="node12.source-003.bullet"/>
            <p:cNvSpPr/>
            <p:nvPr/>
          </p:nvSpPr>
          <p:spPr>
            <a:xfrm>
              <a:off x="8039100" y="4584700"/>
              <a:ext cx="38100" cy="38100"/>
            </a:xfrm>
            <a:prstGeom prst="rect">
              <a:avLst/>
            </a:prstGeom>
            <a:solidFill>
              <a:srgbClr val="070154"/>
            </a:solidFill>
            <a:ln>
              <a:noFill/>
            </a:ln>
          </p:spPr>
        </p:sp>
        <p:sp>
          <p:nvSpPr>
            <p:cNvPr id="28" name="node12.source-003.text"/>
            <p:cNvSpPr/>
            <p:nvPr/>
          </p:nvSpPr>
          <p:spPr>
            <a:xfrm>
              <a:off x="8191500" y="44958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 xml:space="preserve">Open:</a:t>
              </a:r>
              <a:r>
                <a:rPr lang="en-US" sz="1200" spc="0" kern="0" b="0" i="0" dirty="0">
                  <a:solidFill>
                    <a:srgbClr val="50658E"/>
                  </a:solidFill>
                  <a:latin typeface="IBM Plex Sans"/>
                  <a:ea typeface="IBM Plex Sans"/>
                  <a:cs typeface="IBM Plex Sans"/>
                </a:rPr>
                <a:t xml:space="preserve"> who owns payer contracts?</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ource-247">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STAKEHOLDER INTERVIEWS</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11430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Fifteen more interviews run in three waves through October</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Sample names for layout only; replace with engagement stakeholders before use.</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70</a:t>
            </a:fld>
            <a:endParaRPr lang="en-US" sz="700" spc="0" kern="0" b="0" i="0" dirty="0">
              <a:solidFill>
                <a:srgbClr val="070154"/>
              </a:solidFill>
              <a:latin typeface="IBM Plex Mono SemiBold"/>
              <a:ea typeface="IBM Plex Mono SemiBold"/>
              <a:cs typeface="IBM Plex Mono SemiBold"/>
            </a:endParaRPr>
          </a:p>
        </p:txBody>
      </p:sp>
      <p:grpSp>
        <p:nvGrpSpPr>
          <p:cNvPr id="79" name="node01"/>
          <p:cNvGrpSpPr/>
          <p:nvPr/>
        </p:nvGrpSpPr>
        <p:grpSpPr>
          <a:xfrm>
            <a:off x="723900" y="2057400"/>
            <a:ext cx="3429000" cy="3657600"/>
            <a:chOff x="723900" y="2057400"/>
            <a:chExt cx="3429000" cy="3657600"/>
          </a:xfrm>
        </p:grpSpPr>
        <p:sp>
          <p:nvSpPr>
            <p:cNvPr id="7" name="node01.container"/>
            <p:cNvSpPr/>
            <p:nvPr/>
          </p:nvSpPr>
          <p:spPr>
            <a:xfrm>
              <a:off x="730250" y="2063750"/>
              <a:ext cx="3416300" cy="3644900"/>
            </a:xfrm>
            <a:prstGeom prst="rect">
              <a:avLst/>
            </a:prstGeom>
            <a:solidFill>
              <a:srgbClr val="FFFFFF"/>
            </a:solidFill>
            <a:ln w="12700">
              <a:solidFill>
                <a:srgbClr val="CED7E6"/>
              </a:solidFill>
              <a:prstDash val="solid"/>
            </a:ln>
          </p:spPr>
        </p:sp>
        <p:sp>
          <p:nvSpPr>
            <p:cNvPr id="8" name="node01.band"/>
            <p:cNvSpPr/>
            <p:nvPr/>
          </p:nvSpPr>
          <p:spPr>
            <a:xfrm>
              <a:off x="723900" y="2057400"/>
              <a:ext cx="3429000" cy="800100"/>
            </a:xfrm>
            <a:prstGeom prst="rect">
              <a:avLst/>
            </a:prstGeom>
            <a:solidFill>
              <a:srgbClr val="070154"/>
            </a:solidFill>
            <a:ln>
              <a:noFill/>
            </a:ln>
          </p:spPr>
        </p:sp>
        <p:sp>
          <p:nvSpPr>
            <p:cNvPr id="9" name="node01.label"/>
            <p:cNvSpPr/>
            <p:nvPr/>
          </p:nvSpPr>
          <p:spPr>
            <a:xfrm>
              <a:off x="876300" y="2209800"/>
              <a:ext cx="3124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900D3"/>
                  </a:solidFill>
                  <a:latin typeface="IBM Plex Mono Medium"/>
                  <a:ea typeface="IBM Plex Mono Medium"/>
                  <a:cs typeface="IBM Plex Mono Medium"/>
                </a:rPr>
                <a:t>BY OCT 16</a:t>
              </a:r>
              <a:endParaRPr lang="en-US" sz="900" spc="54" kern="0" b="0" i="0" dirty="0">
                <a:solidFill>
                  <a:srgbClr val="F900D3"/>
                </a:solidFill>
                <a:latin typeface="IBM Plex Mono Medium"/>
                <a:ea typeface="IBM Plex Mono Medium"/>
                <a:cs typeface="IBM Plex Mono Medium"/>
              </a:endParaRPr>
            </a:p>
          </p:txBody>
        </p:sp>
        <p:sp>
          <p:nvSpPr>
            <p:cNvPr id="10" name="node01.title"/>
            <p:cNvSpPr/>
            <p:nvPr/>
          </p:nvSpPr>
          <p:spPr>
            <a:xfrm>
              <a:off x="876300" y="2400300"/>
              <a:ext cx="31242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FFFFFF"/>
                  </a:solidFill>
                  <a:latin typeface="IBM Plex Sans SemiBold"/>
                  <a:ea typeface="IBM Plex Sans SemiBold"/>
                  <a:cs typeface="IBM Plex Sans SemiBold"/>
                </a:rPr>
                <a:t>Wave 1 · Executives</a:t>
              </a:r>
              <a:endParaRPr lang="en-US" sz="1800" spc="-18" kern="0" b="0" i="0" dirty="0">
                <a:solidFill>
                  <a:srgbClr val="FFFFFF"/>
                </a:solidFill>
                <a:latin typeface="IBM Plex Sans SemiBold"/>
                <a:ea typeface="IBM Plex Sans SemiBold"/>
                <a:cs typeface="IBM Plex Sans SemiBold"/>
              </a:endParaRPr>
            </a:p>
          </p:txBody>
        </p:sp>
        <p:sp>
          <p:nvSpPr>
            <p:cNvPr id="11" name="node01.body.item-001.bullets.item-001.marker"/>
            <p:cNvSpPr/>
            <p:nvPr/>
          </p:nvSpPr>
          <p:spPr>
            <a:xfrm>
              <a:off x="876300" y="2946400"/>
              <a:ext cx="38100" cy="38100"/>
            </a:xfrm>
            <a:prstGeom prst="rect">
              <a:avLst/>
            </a:prstGeom>
            <a:solidFill>
              <a:srgbClr val="070154"/>
            </a:solidFill>
            <a:ln>
              <a:noFill/>
            </a:ln>
          </p:spPr>
        </p:sp>
        <p:sp>
          <p:nvSpPr>
            <p:cNvPr id="12" name="node01.body.item-001.bullets.item-001.text"/>
            <p:cNvSpPr/>
            <p:nvPr/>
          </p:nvSpPr>
          <p:spPr>
            <a:xfrm>
              <a:off x="1028700" y="28575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Chief Nursing Officer</a:t>
              </a:r>
              <a:endParaRPr lang="en-US" sz="1200" spc="0" kern="0" b="0" i="0" dirty="0">
                <a:solidFill>
                  <a:srgbClr val="070154"/>
                </a:solidFill>
                <a:latin typeface="IBM Plex Sans"/>
                <a:ea typeface="IBM Plex Sans"/>
                <a:cs typeface="IBM Plex Sans"/>
              </a:endParaRPr>
            </a:p>
          </p:txBody>
        </p:sp>
        <p:sp>
          <p:nvSpPr>
            <p:cNvPr id="13" name="node01.body.item-001.bullets.item-001.sub.item-001.marker"/>
            <p:cNvSpPr/>
            <p:nvPr/>
          </p:nvSpPr>
          <p:spPr>
            <a:xfrm>
              <a:off x="1028700" y="3213100"/>
              <a:ext cx="38100" cy="38100"/>
            </a:xfrm>
            <a:prstGeom prst="rect">
              <a:avLst/>
            </a:prstGeom>
            <a:solidFill>
              <a:srgbClr val="070154"/>
            </a:solidFill>
            <a:ln>
              <a:noFill/>
            </a:ln>
          </p:spPr>
        </p:sp>
        <p:sp>
          <p:nvSpPr>
            <p:cNvPr id="14" name="node01.body.item-001.bullets.item-001.sub.item-001.text"/>
            <p:cNvSpPr/>
            <p:nvPr/>
          </p:nvSpPr>
          <p:spPr>
            <a:xfrm>
              <a:off x="1181100" y="3124200"/>
              <a:ext cx="281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Oct 7 · Clinical priorities</a:t>
              </a:r>
              <a:endParaRPr lang="en-US" sz="1200" spc="0" kern="0" b="0" i="0" dirty="0">
                <a:solidFill>
                  <a:srgbClr val="070154"/>
                </a:solidFill>
                <a:latin typeface="IBM Plex Sans"/>
                <a:ea typeface="IBM Plex Sans"/>
                <a:cs typeface="IBM Plex Sans"/>
              </a:endParaRPr>
            </a:p>
          </p:txBody>
        </p:sp>
        <p:sp>
          <p:nvSpPr>
            <p:cNvPr id="15" name="node01.body.item-001.bullets.item-002.marker"/>
            <p:cNvSpPr/>
            <p:nvPr/>
          </p:nvSpPr>
          <p:spPr>
            <a:xfrm>
              <a:off x="876300" y="3479800"/>
              <a:ext cx="38100" cy="38100"/>
            </a:xfrm>
            <a:prstGeom prst="rect">
              <a:avLst/>
            </a:prstGeom>
            <a:solidFill>
              <a:srgbClr val="070154"/>
            </a:solidFill>
            <a:ln>
              <a:noFill/>
            </a:ln>
          </p:spPr>
        </p:sp>
        <p:sp>
          <p:nvSpPr>
            <p:cNvPr id="16" name="node01.body.item-001.bullets.item-002.text"/>
            <p:cNvSpPr/>
            <p:nvPr/>
          </p:nvSpPr>
          <p:spPr>
            <a:xfrm>
              <a:off x="1028700" y="33909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Chief Operating Officer</a:t>
              </a:r>
              <a:endParaRPr lang="en-US" sz="1200" spc="0" kern="0" b="0" i="0" dirty="0">
                <a:solidFill>
                  <a:srgbClr val="070154"/>
                </a:solidFill>
                <a:latin typeface="IBM Plex Sans"/>
                <a:ea typeface="IBM Plex Sans"/>
                <a:cs typeface="IBM Plex Sans"/>
              </a:endParaRPr>
            </a:p>
          </p:txBody>
        </p:sp>
        <p:sp>
          <p:nvSpPr>
            <p:cNvPr id="17" name="node01.body.item-001.bullets.item-002.sub.item-001.marker"/>
            <p:cNvSpPr/>
            <p:nvPr/>
          </p:nvSpPr>
          <p:spPr>
            <a:xfrm>
              <a:off x="1028700" y="3746500"/>
              <a:ext cx="38100" cy="38100"/>
            </a:xfrm>
            <a:prstGeom prst="rect">
              <a:avLst/>
            </a:prstGeom>
            <a:solidFill>
              <a:srgbClr val="070154"/>
            </a:solidFill>
            <a:ln>
              <a:noFill/>
            </a:ln>
          </p:spPr>
        </p:sp>
        <p:sp>
          <p:nvSpPr>
            <p:cNvPr id="18" name="node01.body.item-001.bullets.item-002.sub.item-001.text"/>
            <p:cNvSpPr/>
            <p:nvPr/>
          </p:nvSpPr>
          <p:spPr>
            <a:xfrm>
              <a:off x="1181100" y="3657600"/>
              <a:ext cx="281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Oct 8 · Operating model</a:t>
              </a:r>
              <a:endParaRPr lang="en-US" sz="1200" spc="0" kern="0" b="0" i="0" dirty="0">
                <a:solidFill>
                  <a:srgbClr val="070154"/>
                </a:solidFill>
                <a:latin typeface="IBM Plex Sans"/>
                <a:ea typeface="IBM Plex Sans"/>
                <a:cs typeface="IBM Plex Sans"/>
              </a:endParaRPr>
            </a:p>
          </p:txBody>
        </p:sp>
        <p:sp>
          <p:nvSpPr>
            <p:cNvPr id="19" name="node01.body.item-001.bullets.item-003.marker"/>
            <p:cNvSpPr/>
            <p:nvPr/>
          </p:nvSpPr>
          <p:spPr>
            <a:xfrm>
              <a:off x="876300" y="4013200"/>
              <a:ext cx="38100" cy="38100"/>
            </a:xfrm>
            <a:prstGeom prst="rect">
              <a:avLst/>
            </a:prstGeom>
            <a:solidFill>
              <a:srgbClr val="070154"/>
            </a:solidFill>
            <a:ln>
              <a:noFill/>
            </a:ln>
          </p:spPr>
        </p:sp>
        <p:sp>
          <p:nvSpPr>
            <p:cNvPr id="20" name="node01.body.item-001.bullets.item-003.text"/>
            <p:cNvSpPr/>
            <p:nvPr/>
          </p:nvSpPr>
          <p:spPr>
            <a:xfrm>
              <a:off x="1028700" y="39243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VP Supply Chain</a:t>
              </a:r>
              <a:endParaRPr lang="en-US" sz="1200" spc="0" kern="0" b="0" i="0" dirty="0">
                <a:solidFill>
                  <a:srgbClr val="070154"/>
                </a:solidFill>
                <a:latin typeface="IBM Plex Sans"/>
                <a:ea typeface="IBM Plex Sans"/>
                <a:cs typeface="IBM Plex Sans"/>
              </a:endParaRPr>
            </a:p>
          </p:txBody>
        </p:sp>
        <p:sp>
          <p:nvSpPr>
            <p:cNvPr id="21" name="node01.body.item-001.bullets.item-003.sub.item-001.marker"/>
            <p:cNvSpPr/>
            <p:nvPr/>
          </p:nvSpPr>
          <p:spPr>
            <a:xfrm>
              <a:off x="1028700" y="4279900"/>
              <a:ext cx="38100" cy="38100"/>
            </a:xfrm>
            <a:prstGeom prst="rect">
              <a:avLst/>
            </a:prstGeom>
            <a:solidFill>
              <a:srgbClr val="070154"/>
            </a:solidFill>
            <a:ln>
              <a:noFill/>
            </a:ln>
          </p:spPr>
        </p:sp>
        <p:sp>
          <p:nvSpPr>
            <p:cNvPr id="22" name="node01.body.item-001.bullets.item-003.sub.item-001.text"/>
            <p:cNvSpPr/>
            <p:nvPr/>
          </p:nvSpPr>
          <p:spPr>
            <a:xfrm>
              <a:off x="1181100" y="4191000"/>
              <a:ext cx="281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Oct 9 · Spend scope</a:t>
              </a:r>
              <a:endParaRPr lang="en-US" sz="1200" spc="0" kern="0" b="0" i="0" dirty="0">
                <a:solidFill>
                  <a:srgbClr val="070154"/>
                </a:solidFill>
                <a:latin typeface="IBM Plex Sans"/>
                <a:ea typeface="IBM Plex Sans"/>
                <a:cs typeface="IBM Plex Sans"/>
              </a:endParaRPr>
            </a:p>
          </p:txBody>
        </p:sp>
        <p:sp>
          <p:nvSpPr>
            <p:cNvPr id="23" name="node01.body.item-001.bullets.item-004.marker"/>
            <p:cNvSpPr/>
            <p:nvPr/>
          </p:nvSpPr>
          <p:spPr>
            <a:xfrm>
              <a:off x="876300" y="4546600"/>
              <a:ext cx="38100" cy="38100"/>
            </a:xfrm>
            <a:prstGeom prst="rect">
              <a:avLst/>
            </a:prstGeom>
            <a:solidFill>
              <a:srgbClr val="070154"/>
            </a:solidFill>
            <a:ln>
              <a:noFill/>
            </a:ln>
          </p:spPr>
        </p:sp>
        <p:sp>
          <p:nvSpPr>
            <p:cNvPr id="24" name="node01.body.item-001.bullets.item-004.text"/>
            <p:cNvSpPr/>
            <p:nvPr/>
          </p:nvSpPr>
          <p:spPr>
            <a:xfrm>
              <a:off x="1028700" y="44577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Chief Digital Officer</a:t>
              </a:r>
              <a:endParaRPr lang="en-US" sz="1200" spc="0" kern="0" b="0" i="0" dirty="0">
                <a:solidFill>
                  <a:srgbClr val="070154"/>
                </a:solidFill>
                <a:latin typeface="IBM Plex Sans"/>
                <a:ea typeface="IBM Plex Sans"/>
                <a:cs typeface="IBM Plex Sans"/>
              </a:endParaRPr>
            </a:p>
          </p:txBody>
        </p:sp>
        <p:sp>
          <p:nvSpPr>
            <p:cNvPr id="25" name="node01.body.item-001.bullets.item-004.sub.item-001.marker"/>
            <p:cNvSpPr/>
            <p:nvPr/>
          </p:nvSpPr>
          <p:spPr>
            <a:xfrm>
              <a:off x="1028700" y="4813300"/>
              <a:ext cx="38100" cy="38100"/>
            </a:xfrm>
            <a:prstGeom prst="rect">
              <a:avLst/>
            </a:prstGeom>
            <a:solidFill>
              <a:srgbClr val="070154"/>
            </a:solidFill>
            <a:ln>
              <a:noFill/>
            </a:ln>
          </p:spPr>
        </p:sp>
        <p:sp>
          <p:nvSpPr>
            <p:cNvPr id="26" name="node01.body.item-001.bullets.item-004.sub.item-001.text"/>
            <p:cNvSpPr/>
            <p:nvPr/>
          </p:nvSpPr>
          <p:spPr>
            <a:xfrm>
              <a:off x="1181100" y="4724400"/>
              <a:ext cx="281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Oct 13 · Roadmap fit</a:t>
              </a:r>
              <a:endParaRPr lang="en-US" sz="1200" spc="0" kern="0" b="0" i="0" dirty="0">
                <a:solidFill>
                  <a:srgbClr val="070154"/>
                </a:solidFill>
                <a:latin typeface="IBM Plex Sans"/>
                <a:ea typeface="IBM Plex Sans"/>
                <a:cs typeface="IBM Plex Sans"/>
              </a:endParaRPr>
            </a:p>
          </p:txBody>
        </p:sp>
        <p:sp>
          <p:nvSpPr>
            <p:cNvPr id="27" name="node01.body.item-001.bullets.item-005.marker"/>
            <p:cNvSpPr/>
            <p:nvPr/>
          </p:nvSpPr>
          <p:spPr>
            <a:xfrm>
              <a:off x="876300" y="5080000"/>
              <a:ext cx="38100" cy="38100"/>
            </a:xfrm>
            <a:prstGeom prst="rect">
              <a:avLst/>
            </a:prstGeom>
            <a:solidFill>
              <a:srgbClr val="070154"/>
            </a:solidFill>
            <a:ln>
              <a:noFill/>
            </a:ln>
          </p:spPr>
        </p:sp>
        <p:sp>
          <p:nvSpPr>
            <p:cNvPr id="28" name="node01.body.item-001.bullets.item-005.text"/>
            <p:cNvSpPr/>
            <p:nvPr/>
          </p:nvSpPr>
          <p:spPr>
            <a:xfrm>
              <a:off x="1028700" y="49911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Board finance chair</a:t>
              </a:r>
              <a:endParaRPr lang="en-US" sz="1200" spc="0" kern="0" b="0" i="0" dirty="0">
                <a:solidFill>
                  <a:srgbClr val="070154"/>
                </a:solidFill>
                <a:latin typeface="IBM Plex Sans"/>
                <a:ea typeface="IBM Plex Sans"/>
                <a:cs typeface="IBM Plex Sans"/>
              </a:endParaRPr>
            </a:p>
          </p:txBody>
        </p:sp>
        <p:sp>
          <p:nvSpPr>
            <p:cNvPr id="29" name="node01.body.item-001.bullets.item-005.sub.item-001.marker"/>
            <p:cNvSpPr/>
            <p:nvPr/>
          </p:nvSpPr>
          <p:spPr>
            <a:xfrm>
              <a:off x="1028700" y="5346700"/>
              <a:ext cx="38100" cy="38100"/>
            </a:xfrm>
            <a:prstGeom prst="rect">
              <a:avLst/>
            </a:prstGeom>
            <a:solidFill>
              <a:srgbClr val="070154"/>
            </a:solidFill>
            <a:ln>
              <a:noFill/>
            </a:ln>
          </p:spPr>
        </p:sp>
        <p:sp>
          <p:nvSpPr>
            <p:cNvPr id="30" name="node01.body.item-001.bullets.item-005.sub.item-001.text"/>
            <p:cNvSpPr/>
            <p:nvPr/>
          </p:nvSpPr>
          <p:spPr>
            <a:xfrm>
              <a:off x="1181100" y="5257800"/>
              <a:ext cx="281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Oct 15 · Funding view</a:t>
              </a:r>
              <a:endParaRPr lang="en-US" sz="1200" spc="0" kern="0" b="0" i="0" dirty="0">
                <a:solidFill>
                  <a:srgbClr val="070154"/>
                </a:solidFill>
                <a:latin typeface="IBM Plex Sans"/>
                <a:ea typeface="IBM Plex Sans"/>
                <a:cs typeface="IBM Plex Sans"/>
              </a:endParaRPr>
            </a:p>
          </p:txBody>
        </p:sp>
      </p:grpSp>
      <p:grpSp>
        <p:nvGrpSpPr>
          <p:cNvPr id="80" name="node02"/>
          <p:cNvGrpSpPr/>
          <p:nvPr/>
        </p:nvGrpSpPr>
        <p:grpSpPr>
          <a:xfrm>
            <a:off x="4381500" y="2057400"/>
            <a:ext cx="3429000" cy="3657600"/>
            <a:chOff x="4381500" y="2057400"/>
            <a:chExt cx="3429000" cy="3657600"/>
          </a:xfrm>
        </p:grpSpPr>
        <p:sp>
          <p:nvSpPr>
            <p:cNvPr id="31" name="node02.container"/>
            <p:cNvSpPr/>
            <p:nvPr/>
          </p:nvSpPr>
          <p:spPr>
            <a:xfrm>
              <a:off x="4387850" y="2063750"/>
              <a:ext cx="3416300" cy="3644900"/>
            </a:xfrm>
            <a:prstGeom prst="rect">
              <a:avLst/>
            </a:prstGeom>
            <a:solidFill>
              <a:srgbClr val="FFFFFF"/>
            </a:solidFill>
            <a:ln w="12700">
              <a:solidFill>
                <a:srgbClr val="CED7E6"/>
              </a:solidFill>
              <a:prstDash val="solid"/>
            </a:ln>
          </p:spPr>
        </p:sp>
        <p:sp>
          <p:nvSpPr>
            <p:cNvPr id="32" name="node02.band"/>
            <p:cNvSpPr/>
            <p:nvPr/>
          </p:nvSpPr>
          <p:spPr>
            <a:xfrm>
              <a:off x="4381500" y="2057400"/>
              <a:ext cx="3429000" cy="800100"/>
            </a:xfrm>
            <a:prstGeom prst="rect">
              <a:avLst/>
            </a:prstGeom>
            <a:solidFill>
              <a:srgbClr val="070154"/>
            </a:solidFill>
            <a:ln>
              <a:noFill/>
            </a:ln>
          </p:spPr>
        </p:sp>
        <p:sp>
          <p:nvSpPr>
            <p:cNvPr id="33" name="node02.label"/>
            <p:cNvSpPr/>
            <p:nvPr/>
          </p:nvSpPr>
          <p:spPr>
            <a:xfrm>
              <a:off x="4533900" y="2209800"/>
              <a:ext cx="3124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900D3"/>
                  </a:solidFill>
                  <a:latin typeface="IBM Plex Mono Medium"/>
                  <a:ea typeface="IBM Plex Mono Medium"/>
                  <a:cs typeface="IBM Plex Mono Medium"/>
                </a:rPr>
                <a:t>BY OCT 23</a:t>
              </a:r>
              <a:endParaRPr lang="en-US" sz="900" spc="54" kern="0" b="0" i="0" dirty="0">
                <a:solidFill>
                  <a:srgbClr val="F900D3"/>
                </a:solidFill>
                <a:latin typeface="IBM Plex Mono Medium"/>
                <a:ea typeface="IBM Plex Mono Medium"/>
                <a:cs typeface="IBM Plex Mono Medium"/>
              </a:endParaRPr>
            </a:p>
          </p:txBody>
        </p:sp>
        <p:sp>
          <p:nvSpPr>
            <p:cNvPr id="34" name="node02.title"/>
            <p:cNvSpPr/>
            <p:nvPr/>
          </p:nvSpPr>
          <p:spPr>
            <a:xfrm>
              <a:off x="4533900" y="2400300"/>
              <a:ext cx="31242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FFFFFF"/>
                  </a:solidFill>
                  <a:latin typeface="IBM Plex Sans SemiBold"/>
                  <a:ea typeface="IBM Plex Sans SemiBold"/>
                  <a:cs typeface="IBM Plex Sans SemiBold"/>
                </a:rPr>
                <a:t>Wave 2 · Operational leaders</a:t>
              </a:r>
              <a:endParaRPr lang="en-US" sz="1800" spc="-18" kern="0" b="0" i="0" dirty="0">
                <a:solidFill>
                  <a:srgbClr val="FFFFFF"/>
                </a:solidFill>
                <a:latin typeface="IBM Plex Sans SemiBold"/>
                <a:ea typeface="IBM Plex Sans SemiBold"/>
                <a:cs typeface="IBM Plex Sans SemiBold"/>
              </a:endParaRPr>
            </a:p>
          </p:txBody>
        </p:sp>
        <p:sp>
          <p:nvSpPr>
            <p:cNvPr id="35" name="node02.body.item-001.bullets.item-001.marker"/>
            <p:cNvSpPr/>
            <p:nvPr/>
          </p:nvSpPr>
          <p:spPr>
            <a:xfrm>
              <a:off x="4533900" y="2946400"/>
              <a:ext cx="38100" cy="38100"/>
            </a:xfrm>
            <a:prstGeom prst="rect">
              <a:avLst/>
            </a:prstGeom>
            <a:solidFill>
              <a:srgbClr val="070154"/>
            </a:solidFill>
            <a:ln>
              <a:noFill/>
            </a:ln>
          </p:spPr>
        </p:sp>
        <p:sp>
          <p:nvSpPr>
            <p:cNvPr id="36" name="node02.body.item-001.bullets.item-001.text"/>
            <p:cNvSpPr/>
            <p:nvPr/>
          </p:nvSpPr>
          <p:spPr>
            <a:xfrm>
              <a:off x="4686300" y="28575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Director, Scheduling</a:t>
              </a:r>
              <a:endParaRPr lang="en-US" sz="1200" spc="0" kern="0" b="0" i="0" dirty="0">
                <a:solidFill>
                  <a:srgbClr val="070154"/>
                </a:solidFill>
                <a:latin typeface="IBM Plex Sans"/>
                <a:ea typeface="IBM Plex Sans"/>
                <a:cs typeface="IBM Plex Sans"/>
              </a:endParaRPr>
            </a:p>
          </p:txBody>
        </p:sp>
        <p:sp>
          <p:nvSpPr>
            <p:cNvPr id="37" name="node02.body.item-001.bullets.item-001.sub.item-001.marker"/>
            <p:cNvSpPr/>
            <p:nvPr/>
          </p:nvSpPr>
          <p:spPr>
            <a:xfrm>
              <a:off x="4686300" y="3213100"/>
              <a:ext cx="38100" cy="38100"/>
            </a:xfrm>
            <a:prstGeom prst="rect">
              <a:avLst/>
            </a:prstGeom>
            <a:solidFill>
              <a:srgbClr val="070154"/>
            </a:solidFill>
            <a:ln>
              <a:noFill/>
            </a:ln>
          </p:spPr>
        </p:sp>
        <p:sp>
          <p:nvSpPr>
            <p:cNvPr id="38" name="node02.body.item-001.bullets.item-001.sub.item-001.text"/>
            <p:cNvSpPr/>
            <p:nvPr/>
          </p:nvSpPr>
          <p:spPr>
            <a:xfrm>
              <a:off x="4838700" y="3124200"/>
              <a:ext cx="281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Oct 17 · Template rules</a:t>
              </a:r>
              <a:endParaRPr lang="en-US" sz="1200" spc="0" kern="0" b="0" i="0" dirty="0">
                <a:solidFill>
                  <a:srgbClr val="070154"/>
                </a:solidFill>
                <a:latin typeface="IBM Plex Sans"/>
                <a:ea typeface="IBM Plex Sans"/>
                <a:cs typeface="IBM Plex Sans"/>
              </a:endParaRPr>
            </a:p>
          </p:txBody>
        </p:sp>
        <p:sp>
          <p:nvSpPr>
            <p:cNvPr id="39" name="node02.body.item-001.bullets.item-002.marker"/>
            <p:cNvSpPr/>
            <p:nvPr/>
          </p:nvSpPr>
          <p:spPr>
            <a:xfrm>
              <a:off x="4533900" y="3479800"/>
              <a:ext cx="38100" cy="38100"/>
            </a:xfrm>
            <a:prstGeom prst="rect">
              <a:avLst/>
            </a:prstGeom>
            <a:solidFill>
              <a:srgbClr val="070154"/>
            </a:solidFill>
            <a:ln>
              <a:noFill/>
            </a:ln>
          </p:spPr>
        </p:sp>
        <p:sp>
          <p:nvSpPr>
            <p:cNvPr id="40" name="node02.body.item-001.bullets.item-002.text"/>
            <p:cNvSpPr/>
            <p:nvPr/>
          </p:nvSpPr>
          <p:spPr>
            <a:xfrm>
              <a:off x="4686300" y="33909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Director, Billing</a:t>
              </a:r>
              <a:endParaRPr lang="en-US" sz="1200" spc="0" kern="0" b="0" i="0" dirty="0">
                <a:solidFill>
                  <a:srgbClr val="070154"/>
                </a:solidFill>
                <a:latin typeface="IBM Plex Sans"/>
                <a:ea typeface="IBM Plex Sans"/>
                <a:cs typeface="IBM Plex Sans"/>
              </a:endParaRPr>
            </a:p>
          </p:txBody>
        </p:sp>
        <p:sp>
          <p:nvSpPr>
            <p:cNvPr id="41" name="node02.body.item-001.bullets.item-002.sub.item-001.marker"/>
            <p:cNvSpPr/>
            <p:nvPr/>
          </p:nvSpPr>
          <p:spPr>
            <a:xfrm>
              <a:off x="4686300" y="3746500"/>
              <a:ext cx="38100" cy="38100"/>
            </a:xfrm>
            <a:prstGeom prst="rect">
              <a:avLst/>
            </a:prstGeom>
            <a:solidFill>
              <a:srgbClr val="070154"/>
            </a:solidFill>
            <a:ln>
              <a:noFill/>
            </a:ln>
          </p:spPr>
        </p:sp>
        <p:sp>
          <p:nvSpPr>
            <p:cNvPr id="42" name="node02.body.item-001.bullets.item-002.sub.item-001.text"/>
            <p:cNvSpPr/>
            <p:nvPr/>
          </p:nvSpPr>
          <p:spPr>
            <a:xfrm>
              <a:off x="4838700" y="3657600"/>
              <a:ext cx="281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Oct 20 · Statement process</a:t>
              </a:r>
              <a:endParaRPr lang="en-US" sz="1200" spc="0" kern="0" b="0" i="0" dirty="0">
                <a:solidFill>
                  <a:srgbClr val="070154"/>
                </a:solidFill>
                <a:latin typeface="IBM Plex Sans"/>
                <a:ea typeface="IBM Plex Sans"/>
                <a:cs typeface="IBM Plex Sans"/>
              </a:endParaRPr>
            </a:p>
          </p:txBody>
        </p:sp>
        <p:sp>
          <p:nvSpPr>
            <p:cNvPr id="43" name="node02.body.item-001.bullets.item-003.marker"/>
            <p:cNvSpPr/>
            <p:nvPr/>
          </p:nvSpPr>
          <p:spPr>
            <a:xfrm>
              <a:off x="4533900" y="4013200"/>
              <a:ext cx="38100" cy="38100"/>
            </a:xfrm>
            <a:prstGeom prst="rect">
              <a:avLst/>
            </a:prstGeom>
            <a:solidFill>
              <a:srgbClr val="070154"/>
            </a:solidFill>
            <a:ln>
              <a:noFill/>
            </a:ln>
          </p:spPr>
        </p:sp>
        <p:sp>
          <p:nvSpPr>
            <p:cNvPr id="44" name="node02.body.item-001.bullets.item-003.text"/>
            <p:cNvSpPr/>
            <p:nvPr/>
          </p:nvSpPr>
          <p:spPr>
            <a:xfrm>
              <a:off x="4686300" y="39243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Mgr, Credentialing</a:t>
              </a:r>
              <a:endParaRPr lang="en-US" sz="1200" spc="0" kern="0" b="0" i="0" dirty="0">
                <a:solidFill>
                  <a:srgbClr val="070154"/>
                </a:solidFill>
                <a:latin typeface="IBM Plex Sans"/>
                <a:ea typeface="IBM Plex Sans"/>
                <a:cs typeface="IBM Plex Sans"/>
              </a:endParaRPr>
            </a:p>
          </p:txBody>
        </p:sp>
        <p:sp>
          <p:nvSpPr>
            <p:cNvPr id="45" name="node02.body.item-001.bullets.item-003.sub.item-001.marker"/>
            <p:cNvSpPr/>
            <p:nvPr/>
          </p:nvSpPr>
          <p:spPr>
            <a:xfrm>
              <a:off x="4686300" y="4279900"/>
              <a:ext cx="38100" cy="38100"/>
            </a:xfrm>
            <a:prstGeom prst="rect">
              <a:avLst/>
            </a:prstGeom>
            <a:solidFill>
              <a:srgbClr val="070154"/>
            </a:solidFill>
            <a:ln>
              <a:noFill/>
            </a:ln>
          </p:spPr>
        </p:sp>
        <p:sp>
          <p:nvSpPr>
            <p:cNvPr id="46" name="node02.body.item-001.bullets.item-003.sub.item-001.text"/>
            <p:cNvSpPr/>
            <p:nvPr/>
          </p:nvSpPr>
          <p:spPr>
            <a:xfrm>
              <a:off x="4838700" y="4191000"/>
              <a:ext cx="281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Oct 21 · Payer enrollment</a:t>
              </a:r>
              <a:endParaRPr lang="en-US" sz="1200" spc="0" kern="0" b="0" i="0" dirty="0">
                <a:solidFill>
                  <a:srgbClr val="070154"/>
                </a:solidFill>
                <a:latin typeface="IBM Plex Sans"/>
                <a:ea typeface="IBM Plex Sans"/>
                <a:cs typeface="IBM Plex Sans"/>
              </a:endParaRPr>
            </a:p>
          </p:txBody>
        </p:sp>
        <p:sp>
          <p:nvSpPr>
            <p:cNvPr id="47" name="node02.body.item-001.bullets.item-004.marker"/>
            <p:cNvSpPr/>
            <p:nvPr/>
          </p:nvSpPr>
          <p:spPr>
            <a:xfrm>
              <a:off x="4533900" y="4546600"/>
              <a:ext cx="38100" cy="38100"/>
            </a:xfrm>
            <a:prstGeom prst="rect">
              <a:avLst/>
            </a:prstGeom>
            <a:solidFill>
              <a:srgbClr val="070154"/>
            </a:solidFill>
            <a:ln>
              <a:noFill/>
            </a:ln>
          </p:spPr>
        </p:sp>
        <p:sp>
          <p:nvSpPr>
            <p:cNvPr id="48" name="node02.body.item-001.bullets.item-004.text"/>
            <p:cNvSpPr/>
            <p:nvPr/>
          </p:nvSpPr>
          <p:spPr>
            <a:xfrm>
              <a:off x="4686300" y="44577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Dir., Quality</a:t>
              </a:r>
              <a:endParaRPr lang="en-US" sz="1200" spc="0" kern="0" b="0" i="0" dirty="0">
                <a:solidFill>
                  <a:srgbClr val="070154"/>
                </a:solidFill>
                <a:latin typeface="IBM Plex Sans"/>
                <a:ea typeface="IBM Plex Sans"/>
                <a:cs typeface="IBM Plex Sans"/>
              </a:endParaRPr>
            </a:p>
          </p:txBody>
        </p:sp>
        <p:sp>
          <p:nvSpPr>
            <p:cNvPr id="49" name="node02.body.item-001.bullets.item-004.sub.item-001.marker"/>
            <p:cNvSpPr/>
            <p:nvPr/>
          </p:nvSpPr>
          <p:spPr>
            <a:xfrm>
              <a:off x="4686300" y="4813300"/>
              <a:ext cx="38100" cy="38100"/>
            </a:xfrm>
            <a:prstGeom prst="rect">
              <a:avLst/>
            </a:prstGeom>
            <a:solidFill>
              <a:srgbClr val="070154"/>
            </a:solidFill>
            <a:ln>
              <a:noFill/>
            </a:ln>
          </p:spPr>
        </p:sp>
        <p:sp>
          <p:nvSpPr>
            <p:cNvPr id="50" name="node02.body.item-001.bullets.item-004.sub.item-001.text"/>
            <p:cNvSpPr/>
            <p:nvPr/>
          </p:nvSpPr>
          <p:spPr>
            <a:xfrm>
              <a:off x="4838700" y="4724400"/>
              <a:ext cx="281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Oct 22 · Reporting load</a:t>
              </a:r>
              <a:endParaRPr lang="en-US" sz="1200" spc="0" kern="0" b="0" i="0" dirty="0">
                <a:solidFill>
                  <a:srgbClr val="070154"/>
                </a:solidFill>
                <a:latin typeface="IBM Plex Sans"/>
                <a:ea typeface="IBM Plex Sans"/>
                <a:cs typeface="IBM Plex Sans"/>
              </a:endParaRPr>
            </a:p>
          </p:txBody>
        </p:sp>
        <p:sp>
          <p:nvSpPr>
            <p:cNvPr id="51" name="node02.body.item-001.bullets.item-005.marker"/>
            <p:cNvSpPr/>
            <p:nvPr/>
          </p:nvSpPr>
          <p:spPr>
            <a:xfrm>
              <a:off x="4533900" y="5080000"/>
              <a:ext cx="38100" cy="38100"/>
            </a:xfrm>
            <a:prstGeom prst="rect">
              <a:avLst/>
            </a:prstGeom>
            <a:solidFill>
              <a:srgbClr val="070154"/>
            </a:solidFill>
            <a:ln>
              <a:noFill/>
            </a:ln>
          </p:spPr>
        </p:sp>
        <p:sp>
          <p:nvSpPr>
            <p:cNvPr id="52" name="node02.body.item-001.bullets.item-005.text"/>
            <p:cNvSpPr/>
            <p:nvPr/>
          </p:nvSpPr>
          <p:spPr>
            <a:xfrm>
              <a:off x="4686300" y="49911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Mgr, Cash Posting</a:t>
              </a:r>
              <a:endParaRPr lang="en-US" sz="1200" spc="0" kern="0" b="0" i="0" dirty="0">
                <a:solidFill>
                  <a:srgbClr val="070154"/>
                </a:solidFill>
                <a:latin typeface="IBM Plex Sans"/>
                <a:ea typeface="IBM Plex Sans"/>
                <a:cs typeface="IBM Plex Sans"/>
              </a:endParaRPr>
            </a:p>
          </p:txBody>
        </p:sp>
        <p:sp>
          <p:nvSpPr>
            <p:cNvPr id="53" name="node02.body.item-001.bullets.item-005.sub.item-001.marker"/>
            <p:cNvSpPr/>
            <p:nvPr/>
          </p:nvSpPr>
          <p:spPr>
            <a:xfrm>
              <a:off x="4686300" y="5346700"/>
              <a:ext cx="38100" cy="38100"/>
            </a:xfrm>
            <a:prstGeom prst="rect">
              <a:avLst/>
            </a:prstGeom>
            <a:solidFill>
              <a:srgbClr val="070154"/>
            </a:solidFill>
            <a:ln>
              <a:noFill/>
            </a:ln>
          </p:spPr>
        </p:sp>
        <p:sp>
          <p:nvSpPr>
            <p:cNvPr id="54" name="node02.body.item-001.bullets.item-005.sub.item-001.text"/>
            <p:cNvSpPr/>
            <p:nvPr/>
          </p:nvSpPr>
          <p:spPr>
            <a:xfrm>
              <a:off x="4838700" y="5257800"/>
              <a:ext cx="281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Oct 23 · Posting lag</a:t>
              </a:r>
              <a:endParaRPr lang="en-US" sz="1200" spc="0" kern="0" b="0" i="0" dirty="0">
                <a:solidFill>
                  <a:srgbClr val="070154"/>
                </a:solidFill>
                <a:latin typeface="IBM Plex Sans"/>
                <a:ea typeface="IBM Plex Sans"/>
                <a:cs typeface="IBM Plex Sans"/>
              </a:endParaRPr>
            </a:p>
          </p:txBody>
        </p:sp>
      </p:grpSp>
      <p:grpSp>
        <p:nvGrpSpPr>
          <p:cNvPr id="81" name="node03"/>
          <p:cNvGrpSpPr/>
          <p:nvPr/>
        </p:nvGrpSpPr>
        <p:grpSpPr>
          <a:xfrm>
            <a:off x="8039100" y="2057400"/>
            <a:ext cx="3429000" cy="3657600"/>
            <a:chOff x="8039100" y="2057400"/>
            <a:chExt cx="3429000" cy="3657600"/>
          </a:xfrm>
        </p:grpSpPr>
        <p:sp>
          <p:nvSpPr>
            <p:cNvPr id="55" name="node03.container"/>
            <p:cNvSpPr/>
            <p:nvPr/>
          </p:nvSpPr>
          <p:spPr>
            <a:xfrm>
              <a:off x="8045450" y="2063750"/>
              <a:ext cx="3416300" cy="3644900"/>
            </a:xfrm>
            <a:prstGeom prst="rect">
              <a:avLst/>
            </a:prstGeom>
            <a:solidFill>
              <a:srgbClr val="FFFFFF"/>
            </a:solidFill>
            <a:ln w="12700">
              <a:solidFill>
                <a:srgbClr val="CED7E6"/>
              </a:solidFill>
              <a:prstDash val="solid"/>
            </a:ln>
          </p:spPr>
        </p:sp>
        <p:sp>
          <p:nvSpPr>
            <p:cNvPr id="56" name="node03.band"/>
            <p:cNvSpPr/>
            <p:nvPr/>
          </p:nvSpPr>
          <p:spPr>
            <a:xfrm>
              <a:off x="8039100" y="2057400"/>
              <a:ext cx="3429000" cy="800100"/>
            </a:xfrm>
            <a:prstGeom prst="rect">
              <a:avLst/>
            </a:prstGeom>
            <a:solidFill>
              <a:srgbClr val="070154"/>
            </a:solidFill>
            <a:ln>
              <a:noFill/>
            </a:ln>
          </p:spPr>
        </p:sp>
        <p:sp>
          <p:nvSpPr>
            <p:cNvPr id="57" name="node03.label"/>
            <p:cNvSpPr/>
            <p:nvPr/>
          </p:nvSpPr>
          <p:spPr>
            <a:xfrm>
              <a:off x="8191500" y="2209800"/>
              <a:ext cx="3124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900D3"/>
                  </a:solidFill>
                  <a:latin typeface="IBM Plex Mono Medium"/>
                  <a:ea typeface="IBM Plex Mono Medium"/>
                  <a:cs typeface="IBM Plex Mono Medium"/>
                </a:rPr>
                <a:t>BY OCT 30</a:t>
              </a:r>
              <a:endParaRPr lang="en-US" sz="900" spc="54" kern="0" b="0" i="0" dirty="0">
                <a:solidFill>
                  <a:srgbClr val="F900D3"/>
                </a:solidFill>
                <a:latin typeface="IBM Plex Mono Medium"/>
                <a:ea typeface="IBM Plex Mono Medium"/>
                <a:cs typeface="IBM Plex Mono Medium"/>
              </a:endParaRPr>
            </a:p>
          </p:txBody>
        </p:sp>
        <p:sp>
          <p:nvSpPr>
            <p:cNvPr id="58" name="node03.title"/>
            <p:cNvSpPr/>
            <p:nvPr/>
          </p:nvSpPr>
          <p:spPr>
            <a:xfrm>
              <a:off x="8191500" y="2400300"/>
              <a:ext cx="31242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FFFFFF"/>
                  </a:solidFill>
                  <a:latin typeface="IBM Plex Sans SemiBold"/>
                  <a:ea typeface="IBM Plex Sans SemiBold"/>
                  <a:cs typeface="IBM Plex Sans SemiBold"/>
                </a:rPr>
                <a:t>Wave 3 · Front-line and SMEs</a:t>
              </a:r>
              <a:endParaRPr lang="en-US" sz="1800" spc="-18" kern="0" b="0" i="0" dirty="0">
                <a:solidFill>
                  <a:srgbClr val="FFFFFF"/>
                </a:solidFill>
                <a:latin typeface="IBM Plex Sans SemiBold"/>
                <a:ea typeface="IBM Plex Sans SemiBold"/>
                <a:cs typeface="IBM Plex Sans SemiBold"/>
              </a:endParaRPr>
            </a:p>
          </p:txBody>
        </p:sp>
        <p:sp>
          <p:nvSpPr>
            <p:cNvPr id="59" name="node03.body.item-001.bullets.item-001.marker"/>
            <p:cNvSpPr/>
            <p:nvPr/>
          </p:nvSpPr>
          <p:spPr>
            <a:xfrm>
              <a:off x="8191500" y="2946400"/>
              <a:ext cx="38100" cy="38100"/>
            </a:xfrm>
            <a:prstGeom prst="rect">
              <a:avLst/>
            </a:prstGeom>
            <a:solidFill>
              <a:srgbClr val="070154"/>
            </a:solidFill>
            <a:ln>
              <a:noFill/>
            </a:ln>
          </p:spPr>
        </p:sp>
        <p:sp>
          <p:nvSpPr>
            <p:cNvPr id="60" name="node03.body.item-001.bullets.item-001.text"/>
            <p:cNvSpPr/>
            <p:nvPr/>
          </p:nvSpPr>
          <p:spPr>
            <a:xfrm>
              <a:off x="8343900" y="28575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Registration leads (3)</a:t>
              </a:r>
              <a:endParaRPr lang="en-US" sz="1200" spc="0" kern="0" b="0" i="0" dirty="0">
                <a:solidFill>
                  <a:srgbClr val="070154"/>
                </a:solidFill>
                <a:latin typeface="IBM Plex Sans"/>
                <a:ea typeface="IBM Plex Sans"/>
                <a:cs typeface="IBM Plex Sans"/>
              </a:endParaRPr>
            </a:p>
          </p:txBody>
        </p:sp>
        <p:sp>
          <p:nvSpPr>
            <p:cNvPr id="61" name="node03.body.item-001.bullets.item-001.sub.item-001.marker"/>
            <p:cNvSpPr/>
            <p:nvPr/>
          </p:nvSpPr>
          <p:spPr>
            <a:xfrm>
              <a:off x="8343900" y="3213100"/>
              <a:ext cx="38100" cy="38100"/>
            </a:xfrm>
            <a:prstGeom prst="rect">
              <a:avLst/>
            </a:prstGeom>
            <a:solidFill>
              <a:srgbClr val="070154"/>
            </a:solidFill>
            <a:ln>
              <a:noFill/>
            </a:ln>
          </p:spPr>
        </p:sp>
        <p:sp>
          <p:nvSpPr>
            <p:cNvPr id="62" name="node03.body.item-001.bullets.item-001.sub.item-001.text"/>
            <p:cNvSpPr/>
            <p:nvPr/>
          </p:nvSpPr>
          <p:spPr>
            <a:xfrm>
              <a:off x="8496300" y="3124200"/>
              <a:ext cx="281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Oct 24 · Workflow walk</a:t>
              </a:r>
              <a:endParaRPr lang="en-US" sz="1200" spc="0" kern="0" b="0" i="0" dirty="0">
                <a:solidFill>
                  <a:srgbClr val="070154"/>
                </a:solidFill>
                <a:latin typeface="IBM Plex Sans"/>
                <a:ea typeface="IBM Plex Sans"/>
                <a:cs typeface="IBM Plex Sans"/>
              </a:endParaRPr>
            </a:p>
          </p:txBody>
        </p:sp>
        <p:sp>
          <p:nvSpPr>
            <p:cNvPr id="63" name="node03.body.item-001.bullets.item-002.marker"/>
            <p:cNvSpPr/>
            <p:nvPr/>
          </p:nvSpPr>
          <p:spPr>
            <a:xfrm>
              <a:off x="8191500" y="3479800"/>
              <a:ext cx="38100" cy="38100"/>
            </a:xfrm>
            <a:prstGeom prst="rect">
              <a:avLst/>
            </a:prstGeom>
            <a:solidFill>
              <a:srgbClr val="070154"/>
            </a:solidFill>
            <a:ln>
              <a:noFill/>
            </a:ln>
          </p:spPr>
        </p:sp>
        <p:sp>
          <p:nvSpPr>
            <p:cNvPr id="64" name="node03.body.item-001.bullets.item-002.text"/>
            <p:cNvSpPr/>
            <p:nvPr/>
          </p:nvSpPr>
          <p:spPr>
            <a:xfrm>
              <a:off x="8343900" y="33909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Coding specialists (4)</a:t>
              </a:r>
              <a:endParaRPr lang="en-US" sz="1200" spc="0" kern="0" b="0" i="0" dirty="0">
                <a:solidFill>
                  <a:srgbClr val="070154"/>
                </a:solidFill>
                <a:latin typeface="IBM Plex Sans"/>
                <a:ea typeface="IBM Plex Sans"/>
                <a:cs typeface="IBM Plex Sans"/>
              </a:endParaRPr>
            </a:p>
          </p:txBody>
        </p:sp>
        <p:sp>
          <p:nvSpPr>
            <p:cNvPr id="65" name="node03.body.item-001.bullets.item-002.sub.item-001.marker"/>
            <p:cNvSpPr/>
            <p:nvPr/>
          </p:nvSpPr>
          <p:spPr>
            <a:xfrm>
              <a:off x="8343900" y="3746500"/>
              <a:ext cx="38100" cy="38100"/>
            </a:xfrm>
            <a:prstGeom prst="rect">
              <a:avLst/>
            </a:prstGeom>
            <a:solidFill>
              <a:srgbClr val="070154"/>
            </a:solidFill>
            <a:ln>
              <a:noFill/>
            </a:ln>
          </p:spPr>
        </p:sp>
        <p:sp>
          <p:nvSpPr>
            <p:cNvPr id="66" name="node03.body.item-001.bullets.item-002.sub.item-001.text"/>
            <p:cNvSpPr/>
            <p:nvPr/>
          </p:nvSpPr>
          <p:spPr>
            <a:xfrm>
              <a:off x="8496300" y="3657600"/>
              <a:ext cx="281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Oct 27 · Query volume</a:t>
              </a:r>
              <a:endParaRPr lang="en-US" sz="1200" spc="0" kern="0" b="0" i="0" dirty="0">
                <a:solidFill>
                  <a:srgbClr val="070154"/>
                </a:solidFill>
                <a:latin typeface="IBM Plex Sans"/>
                <a:ea typeface="IBM Plex Sans"/>
                <a:cs typeface="IBM Plex Sans"/>
              </a:endParaRPr>
            </a:p>
          </p:txBody>
        </p:sp>
        <p:sp>
          <p:nvSpPr>
            <p:cNvPr id="67" name="node03.body.item-001.bullets.item-003.marker"/>
            <p:cNvSpPr/>
            <p:nvPr/>
          </p:nvSpPr>
          <p:spPr>
            <a:xfrm>
              <a:off x="8191500" y="4013200"/>
              <a:ext cx="38100" cy="38100"/>
            </a:xfrm>
            <a:prstGeom prst="rect">
              <a:avLst/>
            </a:prstGeom>
            <a:solidFill>
              <a:srgbClr val="070154"/>
            </a:solidFill>
            <a:ln>
              <a:noFill/>
            </a:ln>
          </p:spPr>
        </p:sp>
        <p:sp>
          <p:nvSpPr>
            <p:cNvPr id="68" name="node03.body.item-001.bullets.item-003.text"/>
            <p:cNvSpPr/>
            <p:nvPr/>
          </p:nvSpPr>
          <p:spPr>
            <a:xfrm>
              <a:off x="8343900" y="39243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Denials analysts (3)</a:t>
              </a:r>
              <a:endParaRPr lang="en-US" sz="1200" spc="0" kern="0" b="0" i="0" dirty="0">
                <a:solidFill>
                  <a:srgbClr val="070154"/>
                </a:solidFill>
                <a:latin typeface="IBM Plex Sans"/>
                <a:ea typeface="IBM Plex Sans"/>
                <a:cs typeface="IBM Plex Sans"/>
              </a:endParaRPr>
            </a:p>
          </p:txBody>
        </p:sp>
        <p:sp>
          <p:nvSpPr>
            <p:cNvPr id="69" name="node03.body.item-001.bullets.item-003.sub.item-001.marker"/>
            <p:cNvSpPr/>
            <p:nvPr/>
          </p:nvSpPr>
          <p:spPr>
            <a:xfrm>
              <a:off x="8343900" y="4279900"/>
              <a:ext cx="38100" cy="38100"/>
            </a:xfrm>
            <a:prstGeom prst="rect">
              <a:avLst/>
            </a:prstGeom>
            <a:solidFill>
              <a:srgbClr val="070154"/>
            </a:solidFill>
            <a:ln>
              <a:noFill/>
            </a:ln>
          </p:spPr>
        </p:sp>
        <p:sp>
          <p:nvSpPr>
            <p:cNvPr id="70" name="node03.body.item-001.bullets.item-003.sub.item-001.text"/>
            <p:cNvSpPr/>
            <p:nvPr/>
          </p:nvSpPr>
          <p:spPr>
            <a:xfrm>
              <a:off x="8496300" y="4191000"/>
              <a:ext cx="281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Oct 28 · Appeal tooling</a:t>
              </a:r>
              <a:endParaRPr lang="en-US" sz="1200" spc="0" kern="0" b="0" i="0" dirty="0">
                <a:solidFill>
                  <a:srgbClr val="070154"/>
                </a:solidFill>
                <a:latin typeface="IBM Plex Sans"/>
                <a:ea typeface="IBM Plex Sans"/>
                <a:cs typeface="IBM Plex Sans"/>
              </a:endParaRPr>
            </a:p>
          </p:txBody>
        </p:sp>
        <p:sp>
          <p:nvSpPr>
            <p:cNvPr id="71" name="node03.body.item-001.bullets.item-004.marker"/>
            <p:cNvSpPr/>
            <p:nvPr/>
          </p:nvSpPr>
          <p:spPr>
            <a:xfrm>
              <a:off x="8191500" y="4546600"/>
              <a:ext cx="38100" cy="38100"/>
            </a:xfrm>
            <a:prstGeom prst="rect">
              <a:avLst/>
            </a:prstGeom>
            <a:solidFill>
              <a:srgbClr val="070154"/>
            </a:solidFill>
            <a:ln>
              <a:noFill/>
            </a:ln>
          </p:spPr>
        </p:sp>
        <p:sp>
          <p:nvSpPr>
            <p:cNvPr id="72" name="node03.body.item-001.bullets.item-004.text"/>
            <p:cNvSpPr/>
            <p:nvPr/>
          </p:nvSpPr>
          <p:spPr>
            <a:xfrm>
              <a:off x="8343900" y="44577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Service desk lead</a:t>
              </a:r>
              <a:endParaRPr lang="en-US" sz="1200" spc="0" kern="0" b="0" i="0" dirty="0">
                <a:solidFill>
                  <a:srgbClr val="070154"/>
                </a:solidFill>
                <a:latin typeface="IBM Plex Sans"/>
                <a:ea typeface="IBM Plex Sans"/>
                <a:cs typeface="IBM Plex Sans"/>
              </a:endParaRPr>
            </a:p>
          </p:txBody>
        </p:sp>
        <p:sp>
          <p:nvSpPr>
            <p:cNvPr id="73" name="node03.body.item-001.bullets.item-004.sub.item-001.marker"/>
            <p:cNvSpPr/>
            <p:nvPr/>
          </p:nvSpPr>
          <p:spPr>
            <a:xfrm>
              <a:off x="8343900" y="4813300"/>
              <a:ext cx="38100" cy="38100"/>
            </a:xfrm>
            <a:prstGeom prst="rect">
              <a:avLst/>
            </a:prstGeom>
            <a:solidFill>
              <a:srgbClr val="070154"/>
            </a:solidFill>
            <a:ln>
              <a:noFill/>
            </a:ln>
          </p:spPr>
        </p:sp>
        <p:sp>
          <p:nvSpPr>
            <p:cNvPr id="74" name="node03.body.item-001.bullets.item-004.sub.item-001.text"/>
            <p:cNvSpPr/>
            <p:nvPr/>
          </p:nvSpPr>
          <p:spPr>
            <a:xfrm>
              <a:off x="8496300" y="4724400"/>
              <a:ext cx="281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Oct 29 · Incident trends</a:t>
              </a:r>
              <a:endParaRPr lang="en-US" sz="1200" spc="0" kern="0" b="0" i="0" dirty="0">
                <a:solidFill>
                  <a:srgbClr val="070154"/>
                </a:solidFill>
                <a:latin typeface="IBM Plex Sans"/>
                <a:ea typeface="IBM Plex Sans"/>
                <a:cs typeface="IBM Plex Sans"/>
              </a:endParaRPr>
            </a:p>
          </p:txBody>
        </p:sp>
        <p:sp>
          <p:nvSpPr>
            <p:cNvPr id="75" name="node03.body.item-001.bullets.item-005.marker"/>
            <p:cNvSpPr/>
            <p:nvPr/>
          </p:nvSpPr>
          <p:spPr>
            <a:xfrm>
              <a:off x="8191500" y="5080000"/>
              <a:ext cx="38100" cy="38100"/>
            </a:xfrm>
            <a:prstGeom prst="rect">
              <a:avLst/>
            </a:prstGeom>
            <a:solidFill>
              <a:srgbClr val="070154"/>
            </a:solidFill>
            <a:ln>
              <a:noFill/>
            </a:ln>
          </p:spPr>
        </p:sp>
        <p:sp>
          <p:nvSpPr>
            <p:cNvPr id="76" name="node03.body.item-001.bullets.item-005.text"/>
            <p:cNvSpPr/>
            <p:nvPr/>
          </p:nvSpPr>
          <p:spPr>
            <a:xfrm>
              <a:off x="8343900" y="49911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Unit clerks (3)</a:t>
              </a:r>
              <a:endParaRPr lang="en-US" sz="1200" spc="0" kern="0" b="0" i="0" dirty="0">
                <a:solidFill>
                  <a:srgbClr val="070154"/>
                </a:solidFill>
                <a:latin typeface="IBM Plex Sans"/>
                <a:ea typeface="IBM Plex Sans"/>
                <a:cs typeface="IBM Plex Sans"/>
              </a:endParaRPr>
            </a:p>
          </p:txBody>
        </p:sp>
        <p:sp>
          <p:nvSpPr>
            <p:cNvPr id="77" name="node03.body.item-001.bullets.item-005.sub.item-001.marker"/>
            <p:cNvSpPr/>
            <p:nvPr/>
          </p:nvSpPr>
          <p:spPr>
            <a:xfrm>
              <a:off x="8343900" y="5346700"/>
              <a:ext cx="38100" cy="38100"/>
            </a:xfrm>
            <a:prstGeom prst="rect">
              <a:avLst/>
            </a:prstGeom>
            <a:solidFill>
              <a:srgbClr val="070154"/>
            </a:solidFill>
            <a:ln>
              <a:noFill/>
            </a:ln>
          </p:spPr>
        </p:sp>
        <p:sp>
          <p:nvSpPr>
            <p:cNvPr id="78" name="node03.body.item-001.bullets.item-005.sub.item-001.text"/>
            <p:cNvSpPr/>
            <p:nvPr/>
          </p:nvSpPr>
          <p:spPr>
            <a:xfrm>
              <a:off x="8496300" y="5257800"/>
              <a:ext cx="281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Oct 30 · Charge capture</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ource-250">
    <p:spTree>
      <p:nvGrpSpPr>
        <p:cNvPr id="1" name=""/>
        <p:cNvGrpSpPr/>
        <p:nvPr/>
      </p:nvGrpSpPr>
      <p:grpSpPr>
        <a:xfrm>
          <a:off x="0" y="0"/>
          <a:ext cx="0" cy="0"/>
          <a:chOff x="0" y="0"/>
          <a:chExt cx="0" cy="0"/>
        </a:xfrm>
      </p:grpSpPr>
      <p:sp>
        <p:nvSpPr>
          <p:cNvPr id="3" name="eyebrow"/>
          <p:cNvSpPr/>
          <p:nvPr/>
        </p:nvSpPr>
        <p:spPr>
          <a:xfrm>
            <a:off x="4381500" y="457200"/>
            <a:ext cx="70866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STAKEHOLDER INTERVIEWS</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4381500" y="685800"/>
            <a:ext cx="7086600" cy="11430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Finance and compliance answered fastest</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4381500" y="5829300"/>
            <a:ext cx="70866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Sample names for layout only; replace with engagement stakeholders before use.</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71</a:t>
            </a:fld>
            <a:endParaRPr lang="en-US" sz="700" spc="0" kern="0" b="0" i="0" dirty="0">
              <a:solidFill>
                <a:srgbClr val="070154"/>
              </a:solidFill>
              <a:latin typeface="IBM Plex Mono SemiBold"/>
              <a:ea typeface="IBM Plex Mono SemiBold"/>
              <a:cs typeface="IBM Plex Mono SemiBold"/>
            </a:endParaRPr>
          </a:p>
        </p:txBody>
      </p:sp>
      <p:grpSp>
        <p:nvGrpSpPr>
          <p:cNvPr id="26" name="node01"/>
          <p:cNvGrpSpPr/>
          <p:nvPr/>
        </p:nvGrpSpPr>
        <p:grpSpPr>
          <a:xfrm>
            <a:off x="4381500" y="2057400"/>
            <a:ext cx="7086600" cy="3403600"/>
            <a:chOff x="4381500" y="2057400"/>
            <a:chExt cx="7086600" cy="3403600"/>
          </a:xfrm>
        </p:grpSpPr>
        <p:graphicFrame>
          <p:nvGraphicFramePr>
            <p:cNvPr id="7" name="node01.native"/>
            <p:cNvGraphicFramePr>
              <a:graphicFrameLocks noGrp="1"/>
            </p:cNvGraphicFramePr>
            <p:nvPr>
              <p:extLst>
                <p:ext uri="{D42A27DB-BD31-4B8C-83A1-F6EECF244321}">
                  <p14:modId xmlns:p14="http://schemas.microsoft.com/office/powerpoint/2010/main" val="1579011935"/>
                </p:ext>
              </p:extLst>
            </p:nvPr>
          </p:nvGraphicFramePr>
          <p:xfrm>
            <a:off x="4381500" y="2057400"/>
            <a:ext cx="7086600" cy="3403600"/>
          </p:xfrm>
          <a:graphic>
            <a:graphicData uri="http://schemas.openxmlformats.org/drawingml/2006/table">
              <a:tbl>
                <a:tblPr/>
                <a:tblGrid>
                  <a:gridCol w="2133600"/>
                  <a:gridCol w="1295400"/>
                  <a:gridCol w="838200"/>
                  <a:gridCol w="1676400"/>
                  <a:gridCol w="1143000"/>
                </a:tblGrid>
                <a:tr h="355600">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PERSON</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DEPARTMENT</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MET</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FOLLOW-UP REQUEST</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STATUS</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r>
                <a:tr h="508000">
                  <a:tc>
                    <a:txBody>
                      <a:bodyPr wrap="square" anchor="ctr" lIns="0" rIns="0" tIns="0" bIns="0">
                        <a:noAutofit/>
                      </a:bodyPr>
                      <a:lstStyle/>
                      <a:p>
                        <a:pPr algn="l" marL="0" indent="0">
                          <a:lnSpc>
                            <a:spcPts val="1800"/>
                          </a:lnSpc>
                          <a:spcBef>
                            <a:spcPts val="0"/>
                          </a:spcBef>
                          <a:spcAft>
                            <a:spcPts val="20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J. Alvarez</a:t>
                        </a:r>
                        <a:endParaRPr lang="en-US" sz="1200" spc="0" kern="0" b="0" i="0" dirty="0">
                          <a:solidFill>
                            <a:srgbClr val="070154"/>
                          </a:solidFill>
                          <a:latin typeface="IBM Plex Sans SemiBold"/>
                          <a:ea typeface="IBM Plex Sans SemiBold"/>
                          <a:cs typeface="IBM Plex Sans SemiBold"/>
                        </a:endParaRPr>
                      </a:p>
                      <a:p>
                        <a:pPr algn="l" marL="0" indent="0">
                          <a:lnSpc>
                            <a:spcPts val="1800"/>
                          </a:lnSpc>
                          <a:spcBef>
                            <a:spcPts val="0"/>
                          </a:spcBef>
                          <a:spcAft>
                            <a:spcPts val="0"/>
                          </a:spcAft>
                          <a:buNone/>
                          <a:defRPr lang="en-US" sz="1200" spc="0" kern="0" b="0" i="0" dirty="0">
                            <a:solidFill>
                              <a:srgbClr val="50658E"/>
                            </a:solidFill>
                            <a:latin typeface="IBM Plex Sans"/>
                            <a:ea typeface="IBM Plex Sans"/>
                            <a:cs typeface="IBM Plex Sans"/>
                          </a:defRPr>
                        </a:pPr>
                        <a:r>
                          <a:rPr lang="en-US" sz="1200" spc="0" kern="0" b="0" i="0" dirty="0">
                            <a:solidFill>
                              <a:srgbClr val="50658E"/>
                            </a:solidFill>
                            <a:latin typeface="IBM Plex Sans"/>
                            <a:ea typeface="IBM Plex Sans"/>
                            <a:cs typeface="IBM Plex Sans"/>
                          </a:rPr>
                          <a:t xml:space="preserve">VP Revenue Cycle</a:t>
                        </a:r>
                        <a:endParaRPr lang="en-US" sz="1200" spc="0" kern="0" b="0" i="0" dirty="0">
                          <a:solidFill>
                            <a:srgbClr val="50658E"/>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Revenue cycle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Sep 8</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Denial reason-code extract</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Received</a:t>
                        </a:r>
                        <a:endParaRPr lang="en-US" sz="1200" spc="0" kern="0" b="0" i="0" dirty="0">
                          <a:solidFill>
                            <a:srgbClr val="070154"/>
                          </a:solidFill>
                          <a:latin typeface="IBM Plex Sans"/>
                          <a:ea typeface="IBM Plex Sans"/>
                          <a:cs typeface="IBM Plex Sans"/>
                        </a:endParaRPr>
                      </a:p>
                    </a:txBody>
                    <a:tcPr marL="330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508000">
                  <a:tc>
                    <a:txBody>
                      <a:bodyPr wrap="square" anchor="ctr" lIns="0" rIns="0" tIns="0" bIns="0">
                        <a:noAutofit/>
                      </a:bodyPr>
                      <a:lstStyle/>
                      <a:p>
                        <a:pPr algn="l" marL="0" indent="0">
                          <a:lnSpc>
                            <a:spcPts val="1800"/>
                          </a:lnSpc>
                          <a:spcBef>
                            <a:spcPts val="0"/>
                          </a:spcBef>
                          <a:spcAft>
                            <a:spcPts val="20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M. Chen</a:t>
                        </a:r>
                        <a:endParaRPr lang="en-US" sz="1200" spc="0" kern="0" b="0" i="0" dirty="0">
                          <a:solidFill>
                            <a:srgbClr val="070154"/>
                          </a:solidFill>
                          <a:latin typeface="IBM Plex Sans SemiBold"/>
                          <a:ea typeface="IBM Plex Sans SemiBold"/>
                          <a:cs typeface="IBM Plex Sans SemiBold"/>
                        </a:endParaRPr>
                      </a:p>
                      <a:p>
                        <a:pPr algn="l" marL="0" indent="0">
                          <a:lnSpc>
                            <a:spcPts val="1800"/>
                          </a:lnSpc>
                          <a:spcBef>
                            <a:spcPts val="0"/>
                          </a:spcBef>
                          <a:spcAft>
                            <a:spcPts val="0"/>
                          </a:spcAft>
                          <a:buNone/>
                          <a:defRPr lang="en-US" sz="1200" spc="0" kern="0" b="0" i="0" dirty="0">
                            <a:solidFill>
                              <a:srgbClr val="50658E"/>
                            </a:solidFill>
                            <a:latin typeface="IBM Plex Sans"/>
                            <a:ea typeface="IBM Plex Sans"/>
                            <a:cs typeface="IBM Plex Sans"/>
                          </a:defRPr>
                        </a:pPr>
                        <a:r>
                          <a:rPr lang="en-US" sz="1200" spc="0" kern="0" b="0" i="0" dirty="0">
                            <a:solidFill>
                              <a:srgbClr val="50658E"/>
                            </a:solidFill>
                            <a:latin typeface="IBM Plex Sans"/>
                            <a:ea typeface="IBM Plex Sans"/>
                            <a:cs typeface="IBM Plex Sans"/>
                          </a:rPr>
                          <a:t xml:space="preserve">Director, Patient Access</a:t>
                        </a:r>
                        <a:endParaRPr lang="en-US" sz="1200" spc="0" kern="0" b="0" i="0" dirty="0">
                          <a:solidFill>
                            <a:srgbClr val="50658E"/>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Patient access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Sep 9</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Registration error log</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Received</a:t>
                        </a:r>
                        <a:endParaRPr lang="en-US" sz="1200" spc="0" kern="0" b="0" i="0" dirty="0">
                          <a:solidFill>
                            <a:srgbClr val="070154"/>
                          </a:solidFill>
                          <a:latin typeface="IBM Plex Sans"/>
                          <a:ea typeface="IBM Plex Sans"/>
                          <a:cs typeface="IBM Plex Sans"/>
                        </a:endParaRPr>
                      </a:p>
                    </a:txBody>
                    <a:tcPr marL="330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508000">
                  <a:tc>
                    <a:txBody>
                      <a:bodyPr wrap="square" anchor="ctr" lIns="0" rIns="0" tIns="0" bIns="0">
                        <a:noAutofit/>
                      </a:bodyPr>
                      <a:lstStyle/>
                      <a:p>
                        <a:pPr algn="l" marL="0" indent="0">
                          <a:lnSpc>
                            <a:spcPts val="1800"/>
                          </a:lnSpc>
                          <a:spcBef>
                            <a:spcPts val="0"/>
                          </a:spcBef>
                          <a:spcAft>
                            <a:spcPts val="20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R. Okafor</a:t>
                        </a:r>
                        <a:endParaRPr lang="en-US" sz="1200" spc="0" kern="0" b="0" i="0" dirty="0">
                          <a:solidFill>
                            <a:srgbClr val="070154"/>
                          </a:solidFill>
                          <a:latin typeface="IBM Plex Sans SemiBold"/>
                          <a:ea typeface="IBM Plex Sans SemiBold"/>
                          <a:cs typeface="IBM Plex Sans SemiBold"/>
                        </a:endParaRPr>
                      </a:p>
                      <a:p>
                        <a:pPr algn="l" marL="0" indent="0">
                          <a:lnSpc>
                            <a:spcPts val="1800"/>
                          </a:lnSpc>
                          <a:spcBef>
                            <a:spcPts val="0"/>
                          </a:spcBef>
                          <a:spcAft>
                            <a:spcPts val="0"/>
                          </a:spcAft>
                          <a:buNone/>
                          <a:defRPr lang="en-US" sz="1200" spc="0" kern="0" b="0" i="0" dirty="0">
                            <a:solidFill>
                              <a:srgbClr val="50658E"/>
                            </a:solidFill>
                            <a:latin typeface="IBM Plex Sans"/>
                            <a:ea typeface="IBM Plex Sans"/>
                            <a:cs typeface="IBM Plex Sans"/>
                          </a:defRPr>
                        </a:pPr>
                        <a:r>
                          <a:rPr lang="en-US" sz="1200" spc="0" kern="0" b="0" i="0" dirty="0">
                            <a:solidFill>
                              <a:srgbClr val="50658E"/>
                            </a:solidFill>
                            <a:latin typeface="IBM Plex Sans"/>
                            <a:ea typeface="IBM Plex Sans"/>
                            <a:cs typeface="IBM Plex Sans"/>
                          </a:rPr>
                          <a:t xml:space="preserve">Chief Information Officer</a:t>
                        </a:r>
                        <a:endParaRPr lang="en-US" sz="1200" spc="0" kern="0" b="0" i="0" dirty="0">
                          <a:solidFill>
                            <a:srgbClr val="50658E"/>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IT</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Sep 10</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Application inventory</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Pending</a:t>
                        </a:r>
                        <a:endParaRPr lang="en-US" sz="1200" spc="0" kern="0" b="0" i="0" dirty="0">
                          <a:solidFill>
                            <a:srgbClr val="070154"/>
                          </a:solidFill>
                          <a:latin typeface="IBM Plex Sans"/>
                          <a:ea typeface="IBM Plex Sans"/>
                          <a:cs typeface="IBM Plex Sans"/>
                        </a:endParaRPr>
                      </a:p>
                    </a:txBody>
                    <a:tcPr marL="330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508000">
                  <a:tc>
                    <a:txBody>
                      <a:bodyPr wrap="square" anchor="ctr" lIns="0" rIns="0" tIns="0" bIns="0">
                        <a:noAutofit/>
                      </a:bodyPr>
                      <a:lstStyle/>
                      <a:p>
                        <a:pPr algn="l" marL="0" indent="0">
                          <a:lnSpc>
                            <a:spcPts val="1800"/>
                          </a:lnSpc>
                          <a:spcBef>
                            <a:spcPts val="0"/>
                          </a:spcBef>
                          <a:spcAft>
                            <a:spcPts val="20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S. Patel</a:t>
                        </a:r>
                        <a:endParaRPr lang="en-US" sz="1200" spc="0" kern="0" b="0" i="0" dirty="0">
                          <a:solidFill>
                            <a:srgbClr val="070154"/>
                          </a:solidFill>
                          <a:latin typeface="IBM Plex Sans SemiBold"/>
                          <a:ea typeface="IBM Plex Sans SemiBold"/>
                          <a:cs typeface="IBM Plex Sans SemiBold"/>
                        </a:endParaRPr>
                      </a:p>
                      <a:p>
                        <a:pPr algn="l" marL="0" indent="0">
                          <a:lnSpc>
                            <a:spcPts val="1800"/>
                          </a:lnSpc>
                          <a:spcBef>
                            <a:spcPts val="0"/>
                          </a:spcBef>
                          <a:spcAft>
                            <a:spcPts val="0"/>
                          </a:spcAft>
                          <a:buNone/>
                          <a:defRPr lang="en-US" sz="1200" spc="0" kern="0" b="0" i="0" dirty="0">
                            <a:solidFill>
                              <a:srgbClr val="50658E"/>
                            </a:solidFill>
                            <a:latin typeface="IBM Plex Sans"/>
                            <a:ea typeface="IBM Plex Sans"/>
                            <a:cs typeface="IBM Plex Sans"/>
                          </a:defRPr>
                        </a:pPr>
                        <a:r>
                          <a:rPr lang="en-US" sz="1200" spc="0" kern="0" b="0" i="0" dirty="0">
                            <a:solidFill>
                              <a:srgbClr val="50658E"/>
                            </a:solidFill>
                            <a:latin typeface="IBM Plex Sans"/>
                            <a:ea typeface="IBM Plex Sans"/>
                            <a:cs typeface="IBM Plex Sans"/>
                          </a:rPr>
                          <a:t xml:space="preserve">Dir., Enterprise Apps</a:t>
                        </a:r>
                        <a:endParaRPr lang="en-US" sz="1200" spc="0" kern="0" b="0" i="0" dirty="0">
                          <a:solidFill>
                            <a:srgbClr val="50658E"/>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IT</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Sep 11</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Interface and integration map</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Pending</a:t>
                        </a:r>
                        <a:endParaRPr lang="en-US" sz="1200" spc="0" kern="0" b="0" i="0" dirty="0">
                          <a:solidFill>
                            <a:srgbClr val="070154"/>
                          </a:solidFill>
                          <a:latin typeface="IBM Plex Sans"/>
                          <a:ea typeface="IBM Plex Sans"/>
                          <a:cs typeface="IBM Plex Sans"/>
                        </a:endParaRPr>
                      </a:p>
                    </a:txBody>
                    <a:tcPr marL="330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508000">
                  <a:tc>
                    <a:txBody>
                      <a:bodyPr wrap="square" anchor="ctr" lIns="0" rIns="0" tIns="0" bIns="0">
                        <a:noAutofit/>
                      </a:bodyPr>
                      <a:lstStyle/>
                      <a:p>
                        <a:pPr algn="l" marL="0" indent="0">
                          <a:lnSpc>
                            <a:spcPts val="1800"/>
                          </a:lnSpc>
                          <a:spcBef>
                            <a:spcPts val="0"/>
                          </a:spcBef>
                          <a:spcAft>
                            <a:spcPts val="20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L. Brandt</a:t>
                        </a:r>
                        <a:endParaRPr lang="en-US" sz="1200" spc="0" kern="0" b="0" i="0" dirty="0">
                          <a:solidFill>
                            <a:srgbClr val="070154"/>
                          </a:solidFill>
                          <a:latin typeface="IBM Plex Sans SemiBold"/>
                          <a:ea typeface="IBM Plex Sans SemiBold"/>
                          <a:cs typeface="IBM Plex Sans SemiBold"/>
                        </a:endParaRPr>
                      </a:p>
                      <a:p>
                        <a:pPr algn="l" marL="0" indent="0">
                          <a:lnSpc>
                            <a:spcPts val="1800"/>
                          </a:lnSpc>
                          <a:spcBef>
                            <a:spcPts val="0"/>
                          </a:spcBef>
                          <a:spcAft>
                            <a:spcPts val="0"/>
                          </a:spcAft>
                          <a:buNone/>
                          <a:defRPr lang="en-US" sz="1200" spc="0" kern="0" b="0" i="0" dirty="0">
                            <a:solidFill>
                              <a:srgbClr val="50658E"/>
                            </a:solidFill>
                            <a:latin typeface="IBM Plex Sans"/>
                            <a:ea typeface="IBM Plex Sans"/>
                            <a:cs typeface="IBM Plex Sans"/>
                          </a:defRPr>
                        </a:pPr>
                        <a:r>
                          <a:rPr lang="en-US" sz="1200" spc="0" kern="0" b="0" i="0" dirty="0">
                            <a:solidFill>
                              <a:srgbClr val="50658E"/>
                            </a:solidFill>
                            <a:latin typeface="IBM Plex Sans"/>
                            <a:ea typeface="IBM Plex Sans"/>
                            <a:cs typeface="IBM Plex Sans"/>
                          </a:rPr>
                          <a:t xml:space="preserve">Chief Financial Officer</a:t>
                        </a:r>
                        <a:endParaRPr lang="en-US" sz="1200" spc="0" kern="0" b="0" i="0" dirty="0">
                          <a:solidFill>
                            <a:srgbClr val="50658E"/>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Finance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Sep 15</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FY26 budget by department</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Received</a:t>
                        </a:r>
                        <a:endParaRPr lang="en-US" sz="1200" spc="0" kern="0" b="0" i="0" dirty="0">
                          <a:solidFill>
                            <a:srgbClr val="070154"/>
                          </a:solidFill>
                          <a:latin typeface="IBM Plex Sans"/>
                          <a:ea typeface="IBM Plex Sans"/>
                          <a:cs typeface="IBM Plex Sans"/>
                        </a:endParaRPr>
                      </a:p>
                    </a:txBody>
                    <a:tcPr marL="330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508000">
                  <a:tc>
                    <a:txBody>
                      <a:bodyPr wrap="square" anchor="ctr" lIns="0" rIns="0" tIns="0" bIns="0">
                        <a:noAutofit/>
                      </a:bodyPr>
                      <a:lstStyle/>
                      <a:p>
                        <a:pPr algn="l" marL="0" indent="0">
                          <a:lnSpc>
                            <a:spcPts val="1800"/>
                          </a:lnSpc>
                          <a:spcBef>
                            <a:spcPts val="0"/>
                          </a:spcBef>
                          <a:spcAft>
                            <a:spcPts val="20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D. Moreau</a:t>
                        </a:r>
                        <a:endParaRPr lang="en-US" sz="1200" spc="0" kern="0" b="0" i="0" dirty="0">
                          <a:solidFill>
                            <a:srgbClr val="070154"/>
                          </a:solidFill>
                          <a:latin typeface="IBM Plex Sans SemiBold"/>
                          <a:ea typeface="IBM Plex Sans SemiBold"/>
                          <a:cs typeface="IBM Plex Sans SemiBold"/>
                        </a:endParaRPr>
                      </a:p>
                      <a:p>
                        <a:pPr algn="l" marL="0" indent="0">
                          <a:lnSpc>
                            <a:spcPts val="1800"/>
                          </a:lnSpc>
                          <a:spcBef>
                            <a:spcPts val="0"/>
                          </a:spcBef>
                          <a:spcAft>
                            <a:spcPts val="0"/>
                          </a:spcAft>
                          <a:buNone/>
                          <a:defRPr lang="en-US" sz="1200" spc="0" kern="0" b="0" i="0" dirty="0">
                            <a:solidFill>
                              <a:srgbClr val="50658E"/>
                            </a:solidFill>
                            <a:latin typeface="IBM Plex Sans"/>
                            <a:ea typeface="IBM Plex Sans"/>
                            <a:cs typeface="IBM Plex Sans"/>
                          </a:defRPr>
                        </a:pPr>
                        <a:r>
                          <a:rPr lang="en-US" sz="1200" spc="0" kern="0" b="0" i="0" dirty="0">
                            <a:solidFill>
                              <a:srgbClr val="50658E"/>
                            </a:solidFill>
                            <a:latin typeface="IBM Plex Sans"/>
                            <a:ea typeface="IBM Plex Sans"/>
                            <a:cs typeface="IBM Plex Sans"/>
                          </a:rPr>
                          <a:t xml:space="preserve">Controller</a:t>
                        </a:r>
                        <a:endParaRPr lang="en-US" sz="1200" spc="0" kern="0" b="0" i="0" dirty="0">
                          <a:solidFill>
                            <a:srgbClr val="50658E"/>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Finance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Sep 16</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Month-end close calendar</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Received</a:t>
                        </a:r>
                        <a:endParaRPr lang="en-US" sz="1200" spc="0" kern="0" b="0" i="0" dirty="0">
                          <a:solidFill>
                            <a:srgbClr val="070154"/>
                          </a:solidFill>
                          <a:latin typeface="IBM Plex Sans"/>
                          <a:ea typeface="IBM Plex Sans"/>
                          <a:cs typeface="IBM Plex Sans"/>
                        </a:endParaRPr>
                      </a:p>
                    </a:txBody>
                    <a:tcPr marL="330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bl>
            </a:graphicData>
          </a:graphic>
        </p:graphicFrame>
        <p:sp>
          <p:nvSpPr>
            <p:cNvPr id="8" name="node01.row.item-001.s.status-mark"/>
            <p:cNvSpPr/>
            <p:nvPr/>
          </p:nvSpPr>
          <p:spPr>
            <a:xfrm>
              <a:off x="10483850" y="2622550"/>
              <a:ext cx="88900" cy="88900"/>
            </a:xfrm>
            <a:prstGeom prst="rect">
              <a:avLst/>
            </a:prstGeom>
            <a:solidFill>
              <a:srgbClr val="1DD566"/>
            </a:solidFill>
            <a:ln w="12700">
              <a:solidFill>
                <a:srgbClr val="070154"/>
              </a:solidFill>
              <a:prstDash val="solid"/>
            </a:ln>
          </p:spPr>
        </p:sp>
        <p:sp>
          <p:nvSpPr>
            <p:cNvPr id="9" name="node01.row.item-002.s.status-mark"/>
            <p:cNvSpPr/>
            <p:nvPr/>
          </p:nvSpPr>
          <p:spPr>
            <a:xfrm>
              <a:off x="10483850" y="3130550"/>
              <a:ext cx="88900" cy="88900"/>
            </a:xfrm>
            <a:prstGeom prst="rect">
              <a:avLst/>
            </a:prstGeom>
            <a:solidFill>
              <a:srgbClr val="1DD566"/>
            </a:solidFill>
            <a:ln w="12700">
              <a:solidFill>
                <a:srgbClr val="070154"/>
              </a:solidFill>
              <a:prstDash val="solid"/>
            </a:ln>
          </p:spPr>
        </p:sp>
        <p:sp>
          <p:nvSpPr>
            <p:cNvPr id="10" name="node01.row.item-003.s.status-mark"/>
            <p:cNvSpPr/>
            <p:nvPr/>
          </p:nvSpPr>
          <p:spPr>
            <a:xfrm>
              <a:off x="10483850" y="3638550"/>
              <a:ext cx="88900" cy="88900"/>
            </a:xfrm>
            <a:prstGeom prst="rect">
              <a:avLst/>
            </a:prstGeom>
            <a:solidFill>
              <a:srgbClr val="FFC700"/>
            </a:solidFill>
            <a:ln w="12700">
              <a:solidFill>
                <a:srgbClr val="070154"/>
              </a:solidFill>
              <a:prstDash val="solid"/>
            </a:ln>
          </p:spPr>
        </p:sp>
        <p:sp>
          <p:nvSpPr>
            <p:cNvPr id="11" name="node01.row.item-004.s.status-mark"/>
            <p:cNvSpPr/>
            <p:nvPr/>
          </p:nvSpPr>
          <p:spPr>
            <a:xfrm>
              <a:off x="10483850" y="4146550"/>
              <a:ext cx="88900" cy="88900"/>
            </a:xfrm>
            <a:prstGeom prst="rect">
              <a:avLst/>
            </a:prstGeom>
            <a:solidFill>
              <a:srgbClr val="FFC700"/>
            </a:solidFill>
            <a:ln w="12700">
              <a:solidFill>
                <a:srgbClr val="070154"/>
              </a:solidFill>
              <a:prstDash val="solid"/>
            </a:ln>
          </p:spPr>
        </p:sp>
        <p:sp>
          <p:nvSpPr>
            <p:cNvPr id="12" name="node01.row.item-005.s.status-mark"/>
            <p:cNvSpPr/>
            <p:nvPr/>
          </p:nvSpPr>
          <p:spPr>
            <a:xfrm>
              <a:off x="10483850" y="4654550"/>
              <a:ext cx="88900" cy="88900"/>
            </a:xfrm>
            <a:prstGeom prst="rect">
              <a:avLst/>
            </a:prstGeom>
            <a:solidFill>
              <a:srgbClr val="1DD566"/>
            </a:solidFill>
            <a:ln w="12700">
              <a:solidFill>
                <a:srgbClr val="070154"/>
              </a:solidFill>
              <a:prstDash val="solid"/>
            </a:ln>
          </p:spPr>
        </p:sp>
        <p:sp>
          <p:nvSpPr>
            <p:cNvPr id="13" name="node01.row.item-006.s.status-mark"/>
            <p:cNvSpPr/>
            <p:nvPr/>
          </p:nvSpPr>
          <p:spPr>
            <a:xfrm>
              <a:off x="10483850" y="5162550"/>
              <a:ext cx="88900" cy="88900"/>
            </a:xfrm>
            <a:prstGeom prst="rect">
              <a:avLst/>
            </a:prstGeom>
            <a:solidFill>
              <a:srgbClr val="1DD566"/>
            </a:solidFill>
            <a:ln w="12700">
              <a:solidFill>
                <a:srgbClr val="070154"/>
              </a:solidFill>
              <a:prstDash val="solid"/>
            </a:ln>
          </p:spPr>
        </p:sp>
      </p:grpSp>
      <p:grpSp>
        <p:nvGrpSpPr>
          <p:cNvPr id="27" name="node02"/>
          <p:cNvGrpSpPr/>
          <p:nvPr/>
        </p:nvGrpSpPr>
        <p:grpSpPr>
          <a:xfrm>
            <a:off x="723900" y="685800"/>
            <a:ext cx="3429000" cy="1943100"/>
            <a:chOff x="723900" y="685800"/>
            <a:chExt cx="3429000" cy="1943100"/>
          </a:xfrm>
        </p:grpSpPr>
        <p:sp>
          <p:nvSpPr>
            <p:cNvPr id="14" name="node02.source-001.bullet"/>
            <p:cNvSpPr/>
            <p:nvPr/>
          </p:nvSpPr>
          <p:spPr>
            <a:xfrm>
              <a:off x="723900" y="774700"/>
              <a:ext cx="38100" cy="38100"/>
            </a:xfrm>
            <a:prstGeom prst="rect">
              <a:avLst/>
            </a:prstGeom>
            <a:solidFill>
              <a:srgbClr val="070154"/>
            </a:solidFill>
            <a:ln>
              <a:noFill/>
            </a:ln>
          </p:spPr>
        </p:sp>
        <p:sp>
          <p:nvSpPr>
            <p:cNvPr id="15" name="node02.source-001.text"/>
            <p:cNvSpPr/>
            <p:nvPr/>
          </p:nvSpPr>
          <p:spPr>
            <a:xfrm>
              <a:off x="876300" y="685800"/>
              <a:ext cx="32766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 xml:space="preserve">Finance and compliance.</a:t>
              </a:r>
              <a:r>
                <a:rPr lang="en-US" sz="1200" spc="0" kern="0" b="0" i="0" dirty="0">
                  <a:solidFill>
                    <a:srgbClr val="50658E"/>
                  </a:solidFill>
                  <a:latin typeface="IBM Plex Sans"/>
                  <a:ea typeface="IBM Plex Sans"/>
                  <a:cs typeface="IBM Plex Sans"/>
                </a:rPr>
                <a:t xml:space="preserve"> Every request met inside a week of the interview.</a:t>
              </a:r>
              <a:endParaRPr lang="en-US" sz="1200" spc="0" kern="0" b="0" i="0" dirty="0">
                <a:solidFill>
                  <a:srgbClr val="070154"/>
                </a:solidFill>
                <a:latin typeface="IBM Plex Sans"/>
                <a:ea typeface="IBM Plex Sans"/>
                <a:cs typeface="IBM Plex Sans"/>
              </a:endParaRPr>
            </a:p>
          </p:txBody>
        </p:sp>
        <p:sp>
          <p:nvSpPr>
            <p:cNvPr id="16" name="node02.source-002.bullet"/>
            <p:cNvSpPr/>
            <p:nvPr/>
          </p:nvSpPr>
          <p:spPr>
            <a:xfrm>
              <a:off x="723900" y="1270000"/>
              <a:ext cx="38100" cy="38100"/>
            </a:xfrm>
            <a:prstGeom prst="rect">
              <a:avLst/>
            </a:prstGeom>
            <a:solidFill>
              <a:srgbClr val="070154"/>
            </a:solidFill>
            <a:ln>
              <a:noFill/>
            </a:ln>
          </p:spPr>
        </p:sp>
        <p:sp>
          <p:nvSpPr>
            <p:cNvPr id="17" name="node02.source-002.text"/>
            <p:cNvSpPr/>
            <p:nvPr/>
          </p:nvSpPr>
          <p:spPr>
            <a:xfrm>
              <a:off x="876300" y="1181100"/>
              <a:ext cx="32766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 xml:space="preserve">Clinical operations.</a:t>
              </a:r>
              <a:r>
                <a:rPr lang="en-US" sz="1200" spc="0" kern="0" b="0" i="0" dirty="0">
                  <a:solidFill>
                    <a:srgbClr val="50658E"/>
                  </a:solidFill>
                  <a:latin typeface="IBM Plex Sans"/>
                  <a:ea typeface="IBM Plex Sans"/>
                  <a:cs typeface="IBM Plex Sans"/>
                </a:rPr>
                <a:t xml:space="preserve"> One request blocked pending CMO sponsor action.</a:t>
              </a:r>
              <a:endParaRPr lang="en-US" sz="1200" spc="0" kern="0" b="0" i="0" dirty="0">
                <a:solidFill>
                  <a:srgbClr val="070154"/>
                </a:solidFill>
                <a:latin typeface="IBM Plex Sans"/>
                <a:ea typeface="IBM Plex Sans"/>
                <a:cs typeface="IBM Plex Sans"/>
              </a:endParaRPr>
            </a:p>
          </p:txBody>
        </p:sp>
        <p:sp>
          <p:nvSpPr>
            <p:cNvPr id="18" name="node02.source-003.bullet"/>
            <p:cNvSpPr/>
            <p:nvPr/>
          </p:nvSpPr>
          <p:spPr>
            <a:xfrm>
              <a:off x="723900" y="1765300"/>
              <a:ext cx="38100" cy="38100"/>
            </a:xfrm>
            <a:prstGeom prst="rect">
              <a:avLst/>
            </a:prstGeom>
            <a:solidFill>
              <a:srgbClr val="070154"/>
            </a:solidFill>
            <a:ln>
              <a:noFill/>
            </a:ln>
          </p:spPr>
        </p:sp>
        <p:sp>
          <p:nvSpPr>
            <p:cNvPr id="19" name="node02.source-003.text"/>
            <p:cNvSpPr/>
            <p:nvPr/>
          </p:nvSpPr>
          <p:spPr>
            <a:xfrm>
              <a:off x="876300" y="1676400"/>
              <a:ext cx="32766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 xml:space="preserve">Patient access.</a:t>
              </a:r>
              <a:r>
                <a:rPr lang="en-US" sz="1200" spc="0" kern="0" b="0" i="0" dirty="0">
                  <a:solidFill>
                    <a:srgbClr val="50658E"/>
                  </a:solidFill>
                  <a:latin typeface="IBM Plex Sans"/>
                  <a:ea typeface="IBM Plex Sans"/>
                  <a:cs typeface="IBM Plex Sans"/>
                </a:rPr>
                <a:t xml:space="preserve"> Prior-authorization data is slow to arrive.</a:t>
              </a:r>
              <a:endParaRPr lang="en-US" sz="1200" spc="0" kern="0" b="0" i="0" dirty="0">
                <a:solidFill>
                  <a:srgbClr val="070154"/>
                </a:solidFill>
                <a:latin typeface="IBM Plex Sans"/>
                <a:ea typeface="IBM Plex Sans"/>
                <a:cs typeface="IBM Plex Sans"/>
              </a:endParaRPr>
            </a:p>
          </p:txBody>
        </p:sp>
        <p:sp>
          <p:nvSpPr>
            <p:cNvPr id="20" name="node02.source-004.bullet"/>
            <p:cNvSpPr/>
            <p:nvPr/>
          </p:nvSpPr>
          <p:spPr>
            <a:xfrm>
              <a:off x="723900" y="2260600"/>
              <a:ext cx="38100" cy="38100"/>
            </a:xfrm>
            <a:prstGeom prst="rect">
              <a:avLst/>
            </a:prstGeom>
            <a:solidFill>
              <a:srgbClr val="070154"/>
            </a:solidFill>
            <a:ln>
              <a:noFill/>
            </a:ln>
          </p:spPr>
        </p:sp>
        <p:sp>
          <p:nvSpPr>
            <p:cNvPr id="21" name="node02.source-004.text"/>
            <p:cNvSpPr/>
            <p:nvPr/>
          </p:nvSpPr>
          <p:spPr>
            <a:xfrm>
              <a:off x="876300" y="2171700"/>
              <a:ext cx="32766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 xml:space="preserve">IT.</a:t>
              </a:r>
              <a:r>
                <a:rPr lang="en-US" sz="1200" spc="0" kern="0" b="0" i="0" dirty="0">
                  <a:solidFill>
                    <a:srgbClr val="50658E"/>
                  </a:solidFill>
                  <a:latin typeface="IBM Plex Sans"/>
                  <a:ea typeface="IBM Plex Sans"/>
                  <a:cs typeface="IBM Plex Sans"/>
                </a:rPr>
                <a:t xml:space="preserve"> Two inventories are in progress, due next week.</a:t>
              </a:r>
              <a:endParaRPr lang="en-US" sz="1200" spc="0" kern="0" b="0" i="0" dirty="0">
                <a:solidFill>
                  <a:srgbClr val="070154"/>
                </a:solidFill>
                <a:latin typeface="IBM Plex Sans"/>
                <a:ea typeface="IBM Plex Sans"/>
                <a:cs typeface="IBM Plex Sans"/>
              </a:endParaRPr>
            </a:p>
          </p:txBody>
        </p:sp>
      </p:grpSp>
      <p:grpSp>
        <p:nvGrpSpPr>
          <p:cNvPr id="28" name="node03"/>
          <p:cNvGrpSpPr/>
          <p:nvPr/>
        </p:nvGrpSpPr>
        <p:grpSpPr>
          <a:xfrm>
            <a:off x="723900" y="3429000"/>
            <a:ext cx="3429000" cy="1640650"/>
            <a:chOff x="723900" y="3429000"/>
            <a:chExt cx="3429000" cy="1640650"/>
          </a:xfrm>
        </p:grpSpPr>
        <p:sp>
          <p:nvSpPr>
            <p:cNvPr id="22" name="node03.container"/>
            <p:cNvSpPr/>
            <p:nvPr/>
          </p:nvSpPr>
          <p:spPr>
            <a:xfrm>
              <a:off x="723900" y="3429000"/>
              <a:ext cx="3429000" cy="1640650"/>
            </a:xfrm>
            <a:prstGeom prst="rect">
              <a:avLst/>
            </a:prstGeom>
            <a:solidFill>
              <a:srgbClr val="F900D3"/>
            </a:solidFill>
            <a:ln>
              <a:noFill/>
            </a:ln>
          </p:spPr>
        </p:sp>
        <p:sp>
          <p:nvSpPr>
            <p:cNvPr id="23" name="node03.eyebrow"/>
            <p:cNvSpPr/>
            <p:nvPr/>
          </p:nvSpPr>
          <p:spPr>
            <a:xfrm>
              <a:off x="952500" y="3657600"/>
              <a:ext cx="29718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70154"/>
                  </a:solidFill>
                  <a:latin typeface="IBM Plex Mono SemiBold"/>
                  <a:ea typeface="IBM Plex Mono SemiBold"/>
                  <a:cs typeface="IBM Plex Mono SemiBold"/>
                </a:rPr>
                <a:t>REQUESTS MET</a:t>
              </a:r>
              <a:endParaRPr lang="en-US" sz="1000" spc="80" kern="0" b="0" i="0" dirty="0">
                <a:solidFill>
                  <a:srgbClr val="070154"/>
                </a:solidFill>
                <a:latin typeface="IBM Plex Mono SemiBold"/>
                <a:ea typeface="IBM Plex Mono SemiBold"/>
                <a:cs typeface="IBM Plex Mono SemiBold"/>
              </a:endParaRPr>
            </a:p>
          </p:txBody>
        </p:sp>
        <p:sp>
          <p:nvSpPr>
            <p:cNvPr id="24" name="node03.metric.value"/>
            <p:cNvSpPr/>
            <p:nvPr/>
          </p:nvSpPr>
          <p:spPr>
            <a:xfrm>
              <a:off x="952500" y="3886200"/>
              <a:ext cx="2971800" cy="611950"/>
            </a:xfrm>
            <a:prstGeom prst="rect">
              <a:avLst/>
            </a:prstGeom>
            <a:noFill/>
            <a:ln/>
          </p:spPr>
          <p:txBody>
            <a:bodyPr wrap="square" lIns="0" tIns="0" rIns="0" bIns="0" rtlCol="0" anchor="t"/>
            <a:lstStyle/>
            <a:p>
              <a:pPr algn="l" indent="0" marL="0">
                <a:lnSpc>
                  <a:spcPts val="4800"/>
                </a:lnSpc>
                <a:buNone/>
              </a:pPr>
              <a:r>
                <a:rPr lang="en-US" sz="4800" spc="-96" kern="0" b="0" i="0" dirty="0">
                  <a:solidFill>
                    <a:srgbClr val="FFFFFF"/>
                  </a:solidFill>
                  <a:latin typeface="IBM Plex Mono SemiBold"/>
                  <a:ea typeface="IBM Plex Mono SemiBold"/>
                  <a:cs typeface="IBM Plex Mono SemiBold"/>
                </a:rPr>
                <a:t>5 of 12</a:t>
              </a:r>
              <a:endParaRPr lang="en-US" sz="4800" spc="-96" kern="0" b="0" i="0" dirty="0">
                <a:solidFill>
                  <a:srgbClr val="FFFFFF"/>
                </a:solidFill>
                <a:latin typeface="IBM Plex Mono SemiBold"/>
                <a:ea typeface="IBM Plex Mono SemiBold"/>
                <a:cs typeface="IBM Plex Mono SemiBold"/>
              </a:endParaRPr>
            </a:p>
          </p:txBody>
        </p:sp>
        <p:sp>
          <p:nvSpPr>
            <p:cNvPr id="25" name="node03.metric.label"/>
            <p:cNvSpPr/>
            <p:nvPr/>
          </p:nvSpPr>
          <p:spPr>
            <a:xfrm>
              <a:off x="952500" y="4574350"/>
              <a:ext cx="29718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with four pending and three open.</a:t>
              </a:r>
              <a:endParaRPr lang="en-US" sz="1400" spc="0" kern="0" b="0" i="0" dirty="0">
                <a:solidFill>
                  <a:srgbClr val="070154"/>
                </a:solidFill>
                <a:latin typeface="IBM Plex Sans"/>
                <a:ea typeface="IBM Plex Sans"/>
                <a:cs typeface="IBM Plex Sans"/>
              </a:endParaRPr>
            </a:p>
          </p:txBody>
        </p:sp>
      </p:gr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ource-255">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STAKEHOLDER INTERVIEWS</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Leaders agree on the problem and differ on the order</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Sample names for layout only; replace with engagement stakeholders before use.</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72</a:t>
            </a:fld>
            <a:endParaRPr lang="en-US" sz="700" spc="0" kern="0" b="0" i="0" dirty="0">
              <a:solidFill>
                <a:srgbClr val="070154"/>
              </a:solidFill>
              <a:latin typeface="IBM Plex Mono SemiBold"/>
              <a:ea typeface="IBM Plex Mono SemiBold"/>
              <a:cs typeface="IBM Plex Mono SemiBold"/>
            </a:endParaRPr>
          </a:p>
        </p:txBody>
      </p:sp>
      <p:grpSp>
        <p:nvGrpSpPr>
          <p:cNvPr id="61" name="node01"/>
          <p:cNvGrpSpPr/>
          <p:nvPr/>
        </p:nvGrpSpPr>
        <p:grpSpPr>
          <a:xfrm>
            <a:off x="723900" y="1600200"/>
            <a:ext cx="3429000" cy="1828800"/>
            <a:chOff x="723900" y="1600200"/>
            <a:chExt cx="3429000" cy="1828800"/>
          </a:xfrm>
        </p:grpSpPr>
        <p:sp>
          <p:nvSpPr>
            <p:cNvPr id="7" name="node01.container"/>
            <p:cNvSpPr/>
            <p:nvPr/>
          </p:nvSpPr>
          <p:spPr>
            <a:xfrm>
              <a:off x="723900" y="1600200"/>
              <a:ext cx="3429000" cy="1828800"/>
            </a:xfrm>
            <a:prstGeom prst="rect">
              <a:avLst/>
            </a:prstGeom>
            <a:solidFill>
              <a:srgbClr val="E8EEF8"/>
            </a:solidFill>
            <a:ln>
              <a:noFill/>
            </a:ln>
          </p:spPr>
        </p:sp>
        <p:sp>
          <p:nvSpPr>
            <p:cNvPr id="8" name="node01.label"/>
            <p:cNvSpPr/>
            <p:nvPr/>
          </p:nvSpPr>
          <p:spPr>
            <a:xfrm>
              <a:off x="876300" y="1752600"/>
              <a:ext cx="3124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REVENUE CYCLE</a:t>
              </a:r>
              <a:endParaRPr lang="en-US" sz="900" spc="54" kern="0" b="0" i="0" dirty="0">
                <a:solidFill>
                  <a:srgbClr val="0047FF"/>
                </a:solidFill>
                <a:latin typeface="IBM Plex Mono Medium"/>
                <a:ea typeface="IBM Plex Mono Medium"/>
                <a:cs typeface="IBM Plex Mono Medium"/>
              </a:endParaRPr>
            </a:p>
          </p:txBody>
        </p:sp>
        <p:sp>
          <p:nvSpPr>
            <p:cNvPr id="9" name="node01.title"/>
            <p:cNvSpPr/>
            <p:nvPr/>
          </p:nvSpPr>
          <p:spPr>
            <a:xfrm>
              <a:off x="876300" y="1943100"/>
              <a:ext cx="3124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J. Alvarez, VP Revenue Cycle</a:t>
              </a:r>
              <a:endParaRPr lang="en-US" sz="1200" spc="0" kern="0" b="0" i="0" dirty="0">
                <a:solidFill>
                  <a:srgbClr val="070154"/>
                </a:solidFill>
                <a:latin typeface="IBM Plex Sans"/>
                <a:ea typeface="IBM Plex Sans"/>
                <a:cs typeface="IBM Plex Sans"/>
              </a:endParaRPr>
            </a:p>
          </p:txBody>
        </p:sp>
        <p:sp>
          <p:nvSpPr>
            <p:cNvPr id="10" name="node01.body.item-001.bullets.item-001.marker"/>
            <p:cNvSpPr/>
            <p:nvPr/>
          </p:nvSpPr>
          <p:spPr>
            <a:xfrm>
              <a:off x="876300" y="2374900"/>
              <a:ext cx="38100" cy="38100"/>
            </a:xfrm>
            <a:prstGeom prst="rect">
              <a:avLst/>
            </a:prstGeom>
            <a:solidFill>
              <a:srgbClr val="070154"/>
            </a:solidFill>
            <a:ln>
              <a:noFill/>
            </a:ln>
          </p:spPr>
        </p:sp>
        <p:sp>
          <p:nvSpPr>
            <p:cNvPr id="11" name="node01.body.item-001.bullets.item-001.text"/>
            <p:cNvSpPr/>
            <p:nvPr/>
          </p:nvSpPr>
          <p:spPr>
            <a:xfrm>
              <a:off x="1028700" y="22860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Denials rise on missing authorization</a:t>
              </a:r>
              <a:endParaRPr lang="en-US" sz="1200" spc="0" kern="0" b="0" i="0" dirty="0">
                <a:solidFill>
                  <a:srgbClr val="070154"/>
                </a:solidFill>
                <a:latin typeface="IBM Plex Sans"/>
                <a:ea typeface="IBM Plex Sans"/>
                <a:cs typeface="IBM Plex Sans"/>
              </a:endParaRPr>
            </a:p>
          </p:txBody>
        </p:sp>
        <p:sp>
          <p:nvSpPr>
            <p:cNvPr id="12" name="node01.body.item-001.bullets.item-002.marker"/>
            <p:cNvSpPr/>
            <p:nvPr/>
          </p:nvSpPr>
          <p:spPr>
            <a:xfrm>
              <a:off x="876300" y="2641600"/>
              <a:ext cx="38100" cy="38100"/>
            </a:xfrm>
            <a:prstGeom prst="rect">
              <a:avLst/>
            </a:prstGeom>
            <a:solidFill>
              <a:srgbClr val="070154"/>
            </a:solidFill>
            <a:ln>
              <a:noFill/>
            </a:ln>
          </p:spPr>
        </p:sp>
        <p:sp>
          <p:nvSpPr>
            <p:cNvPr id="13" name="node01.body.item-001.bullets.item-002.text"/>
            <p:cNvSpPr/>
            <p:nvPr/>
          </p:nvSpPr>
          <p:spPr>
            <a:xfrm>
              <a:off x="1028700" y="25527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Rework is manual after day 30</a:t>
              </a:r>
              <a:endParaRPr lang="en-US" sz="1200" spc="0" kern="0" b="0" i="0" dirty="0">
                <a:solidFill>
                  <a:srgbClr val="070154"/>
                </a:solidFill>
                <a:latin typeface="IBM Plex Sans"/>
                <a:ea typeface="IBM Plex Sans"/>
                <a:cs typeface="IBM Plex Sans"/>
              </a:endParaRPr>
            </a:p>
          </p:txBody>
        </p:sp>
        <p:sp>
          <p:nvSpPr>
            <p:cNvPr id="14" name="node01.body.item-001.bullets.item-003.marker"/>
            <p:cNvSpPr/>
            <p:nvPr/>
          </p:nvSpPr>
          <p:spPr>
            <a:xfrm>
              <a:off x="876300" y="2908300"/>
              <a:ext cx="38100" cy="38100"/>
            </a:xfrm>
            <a:prstGeom prst="rect">
              <a:avLst/>
            </a:prstGeom>
            <a:solidFill>
              <a:srgbClr val="070154"/>
            </a:solidFill>
            <a:ln>
              <a:noFill/>
            </a:ln>
          </p:spPr>
        </p:sp>
        <p:sp>
          <p:nvSpPr>
            <p:cNvPr id="15" name="node01.body.item-001.bullets.item-003.text"/>
            <p:cNvSpPr/>
            <p:nvPr/>
          </p:nvSpPr>
          <p:spPr>
            <a:xfrm>
              <a:off x="1028700" y="28194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Wants one work queue</a:t>
              </a:r>
              <a:endParaRPr lang="en-US" sz="1200" spc="0" kern="0" b="0" i="0" dirty="0">
                <a:solidFill>
                  <a:srgbClr val="070154"/>
                </a:solidFill>
                <a:latin typeface="IBM Plex Sans"/>
                <a:ea typeface="IBM Plex Sans"/>
                <a:cs typeface="IBM Plex Sans"/>
              </a:endParaRPr>
            </a:p>
          </p:txBody>
        </p:sp>
      </p:grpSp>
      <p:grpSp>
        <p:nvGrpSpPr>
          <p:cNvPr id="62" name="node02"/>
          <p:cNvGrpSpPr/>
          <p:nvPr/>
        </p:nvGrpSpPr>
        <p:grpSpPr>
          <a:xfrm>
            <a:off x="4381500" y="1600200"/>
            <a:ext cx="3429000" cy="1828800"/>
            <a:chOff x="4381500" y="1600200"/>
            <a:chExt cx="3429000" cy="1828800"/>
          </a:xfrm>
        </p:grpSpPr>
        <p:sp>
          <p:nvSpPr>
            <p:cNvPr id="16" name="node02.container"/>
            <p:cNvSpPr/>
            <p:nvPr/>
          </p:nvSpPr>
          <p:spPr>
            <a:xfrm>
              <a:off x="4381500" y="1600200"/>
              <a:ext cx="3429000" cy="1828800"/>
            </a:xfrm>
            <a:prstGeom prst="rect">
              <a:avLst/>
            </a:prstGeom>
            <a:solidFill>
              <a:srgbClr val="E8EEF8"/>
            </a:solidFill>
            <a:ln>
              <a:noFill/>
            </a:ln>
          </p:spPr>
        </p:sp>
        <p:sp>
          <p:nvSpPr>
            <p:cNvPr id="17" name="node02.label"/>
            <p:cNvSpPr/>
            <p:nvPr/>
          </p:nvSpPr>
          <p:spPr>
            <a:xfrm>
              <a:off x="4533900" y="1752600"/>
              <a:ext cx="3124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PATIENT ACCESS</a:t>
              </a:r>
              <a:endParaRPr lang="en-US" sz="900" spc="54" kern="0" b="0" i="0" dirty="0">
                <a:solidFill>
                  <a:srgbClr val="0047FF"/>
                </a:solidFill>
                <a:latin typeface="IBM Plex Mono Medium"/>
                <a:ea typeface="IBM Plex Mono Medium"/>
                <a:cs typeface="IBM Plex Mono Medium"/>
              </a:endParaRPr>
            </a:p>
          </p:txBody>
        </p:sp>
        <p:sp>
          <p:nvSpPr>
            <p:cNvPr id="18" name="node02.title"/>
            <p:cNvSpPr/>
            <p:nvPr/>
          </p:nvSpPr>
          <p:spPr>
            <a:xfrm>
              <a:off x="4533900" y="1943100"/>
              <a:ext cx="3124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M. Chen, Director</a:t>
              </a:r>
              <a:endParaRPr lang="en-US" sz="1200" spc="0" kern="0" b="0" i="0" dirty="0">
                <a:solidFill>
                  <a:srgbClr val="070154"/>
                </a:solidFill>
                <a:latin typeface="IBM Plex Sans"/>
                <a:ea typeface="IBM Plex Sans"/>
                <a:cs typeface="IBM Plex Sans"/>
              </a:endParaRPr>
            </a:p>
          </p:txBody>
        </p:sp>
        <p:sp>
          <p:nvSpPr>
            <p:cNvPr id="19" name="node02.body.item-001.bullets.item-001.marker"/>
            <p:cNvSpPr/>
            <p:nvPr/>
          </p:nvSpPr>
          <p:spPr>
            <a:xfrm>
              <a:off x="4533900" y="2374900"/>
              <a:ext cx="38100" cy="38100"/>
            </a:xfrm>
            <a:prstGeom prst="rect">
              <a:avLst/>
            </a:prstGeom>
            <a:solidFill>
              <a:srgbClr val="070154"/>
            </a:solidFill>
            <a:ln>
              <a:noFill/>
            </a:ln>
          </p:spPr>
        </p:sp>
        <p:sp>
          <p:nvSpPr>
            <p:cNvPr id="20" name="node02.body.item-001.bullets.item-001.text"/>
            <p:cNvSpPr/>
            <p:nvPr/>
          </p:nvSpPr>
          <p:spPr>
            <a:xfrm>
              <a:off x="4686300" y="22860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Registration errors start at the front desk</a:t>
              </a:r>
              <a:endParaRPr lang="en-US" sz="1200" spc="0" kern="0" b="0" i="0" dirty="0">
                <a:solidFill>
                  <a:srgbClr val="070154"/>
                </a:solidFill>
                <a:latin typeface="IBM Plex Sans"/>
                <a:ea typeface="IBM Plex Sans"/>
                <a:cs typeface="IBM Plex Sans"/>
              </a:endParaRPr>
            </a:p>
          </p:txBody>
        </p:sp>
        <p:sp>
          <p:nvSpPr>
            <p:cNvPr id="21" name="node02.body.item-001.bullets.item-002.marker"/>
            <p:cNvSpPr/>
            <p:nvPr/>
          </p:nvSpPr>
          <p:spPr>
            <a:xfrm>
              <a:off x="4533900" y="2641600"/>
              <a:ext cx="38100" cy="38100"/>
            </a:xfrm>
            <a:prstGeom prst="rect">
              <a:avLst/>
            </a:prstGeom>
            <a:solidFill>
              <a:srgbClr val="070154"/>
            </a:solidFill>
            <a:ln>
              <a:noFill/>
            </a:ln>
          </p:spPr>
        </p:sp>
        <p:sp>
          <p:nvSpPr>
            <p:cNvPr id="22" name="node02.body.item-001.bullets.item-002.text"/>
            <p:cNvSpPr/>
            <p:nvPr/>
          </p:nvSpPr>
          <p:spPr>
            <a:xfrm>
              <a:off x="4686300" y="25527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Three scheduling tools in use</a:t>
              </a:r>
              <a:endParaRPr lang="en-US" sz="1200" spc="0" kern="0" b="0" i="0" dirty="0">
                <a:solidFill>
                  <a:srgbClr val="070154"/>
                </a:solidFill>
                <a:latin typeface="IBM Plex Sans"/>
                <a:ea typeface="IBM Plex Sans"/>
                <a:cs typeface="IBM Plex Sans"/>
              </a:endParaRPr>
            </a:p>
          </p:txBody>
        </p:sp>
        <p:sp>
          <p:nvSpPr>
            <p:cNvPr id="23" name="node02.body.item-001.bullets.item-003.marker"/>
            <p:cNvSpPr/>
            <p:nvPr/>
          </p:nvSpPr>
          <p:spPr>
            <a:xfrm>
              <a:off x="4533900" y="2908300"/>
              <a:ext cx="38100" cy="38100"/>
            </a:xfrm>
            <a:prstGeom prst="rect">
              <a:avLst/>
            </a:prstGeom>
            <a:solidFill>
              <a:srgbClr val="070154"/>
            </a:solidFill>
            <a:ln>
              <a:noFill/>
            </a:ln>
          </p:spPr>
        </p:sp>
        <p:sp>
          <p:nvSpPr>
            <p:cNvPr id="24" name="node02.body.item-001.bullets.item-003.text"/>
            <p:cNvSpPr/>
            <p:nvPr/>
          </p:nvSpPr>
          <p:spPr>
            <a:xfrm>
              <a:off x="4686300" y="28194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Asks for real-time eligibility</a:t>
              </a:r>
              <a:endParaRPr lang="en-US" sz="1200" spc="0" kern="0" b="0" i="0" dirty="0">
                <a:solidFill>
                  <a:srgbClr val="070154"/>
                </a:solidFill>
                <a:latin typeface="IBM Plex Sans"/>
                <a:ea typeface="IBM Plex Sans"/>
                <a:cs typeface="IBM Plex Sans"/>
              </a:endParaRPr>
            </a:p>
          </p:txBody>
        </p:sp>
      </p:grpSp>
      <p:grpSp>
        <p:nvGrpSpPr>
          <p:cNvPr id="63" name="node03"/>
          <p:cNvGrpSpPr/>
          <p:nvPr/>
        </p:nvGrpSpPr>
        <p:grpSpPr>
          <a:xfrm>
            <a:off x="8039100" y="1600200"/>
            <a:ext cx="3429000" cy="1828800"/>
            <a:chOff x="8039100" y="1600200"/>
            <a:chExt cx="3429000" cy="1828800"/>
          </a:xfrm>
        </p:grpSpPr>
        <p:sp>
          <p:nvSpPr>
            <p:cNvPr id="25" name="node03.container"/>
            <p:cNvSpPr/>
            <p:nvPr/>
          </p:nvSpPr>
          <p:spPr>
            <a:xfrm>
              <a:off x="8039100" y="1600200"/>
              <a:ext cx="3429000" cy="1828800"/>
            </a:xfrm>
            <a:prstGeom prst="rect">
              <a:avLst/>
            </a:prstGeom>
            <a:solidFill>
              <a:srgbClr val="E8EEF8"/>
            </a:solidFill>
            <a:ln>
              <a:noFill/>
            </a:ln>
          </p:spPr>
        </p:sp>
        <p:sp>
          <p:nvSpPr>
            <p:cNvPr id="26" name="node03.label"/>
            <p:cNvSpPr/>
            <p:nvPr/>
          </p:nvSpPr>
          <p:spPr>
            <a:xfrm>
              <a:off x="8191500" y="1752600"/>
              <a:ext cx="3124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IT</a:t>
              </a:r>
              <a:endParaRPr lang="en-US" sz="900" spc="54" kern="0" b="0" i="0" dirty="0">
                <a:solidFill>
                  <a:srgbClr val="0047FF"/>
                </a:solidFill>
                <a:latin typeface="IBM Plex Mono Medium"/>
                <a:ea typeface="IBM Plex Mono Medium"/>
                <a:cs typeface="IBM Plex Mono Medium"/>
              </a:endParaRPr>
            </a:p>
          </p:txBody>
        </p:sp>
        <p:sp>
          <p:nvSpPr>
            <p:cNvPr id="27" name="node03.title"/>
            <p:cNvSpPr/>
            <p:nvPr/>
          </p:nvSpPr>
          <p:spPr>
            <a:xfrm>
              <a:off x="8191500" y="1943100"/>
              <a:ext cx="3124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 Okafor, CIO</a:t>
              </a:r>
              <a:endParaRPr lang="en-US" sz="1200" spc="0" kern="0" b="0" i="0" dirty="0">
                <a:solidFill>
                  <a:srgbClr val="070154"/>
                </a:solidFill>
                <a:latin typeface="IBM Plex Sans"/>
                <a:ea typeface="IBM Plex Sans"/>
                <a:cs typeface="IBM Plex Sans"/>
              </a:endParaRPr>
            </a:p>
          </p:txBody>
        </p:sp>
        <p:sp>
          <p:nvSpPr>
            <p:cNvPr id="28" name="node03.body.item-001.bullets.item-001.marker"/>
            <p:cNvSpPr/>
            <p:nvPr/>
          </p:nvSpPr>
          <p:spPr>
            <a:xfrm>
              <a:off x="8191500" y="2374900"/>
              <a:ext cx="38100" cy="38100"/>
            </a:xfrm>
            <a:prstGeom prst="rect">
              <a:avLst/>
            </a:prstGeom>
            <a:solidFill>
              <a:srgbClr val="070154"/>
            </a:solidFill>
            <a:ln>
              <a:noFill/>
            </a:ln>
          </p:spPr>
        </p:sp>
        <p:sp>
          <p:nvSpPr>
            <p:cNvPr id="29" name="node03.body.item-001.bullets.item-001.text"/>
            <p:cNvSpPr/>
            <p:nvPr/>
          </p:nvSpPr>
          <p:spPr>
            <a:xfrm>
              <a:off x="8343900" y="22860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Two platforms near end of support</a:t>
              </a:r>
              <a:endParaRPr lang="en-US" sz="1200" spc="0" kern="0" b="0" i="0" dirty="0">
                <a:solidFill>
                  <a:srgbClr val="070154"/>
                </a:solidFill>
                <a:latin typeface="IBM Plex Sans"/>
                <a:ea typeface="IBM Plex Sans"/>
                <a:cs typeface="IBM Plex Sans"/>
              </a:endParaRPr>
            </a:p>
          </p:txBody>
        </p:sp>
        <p:sp>
          <p:nvSpPr>
            <p:cNvPr id="30" name="node03.body.item-001.bullets.item-002.marker"/>
            <p:cNvSpPr/>
            <p:nvPr/>
          </p:nvSpPr>
          <p:spPr>
            <a:xfrm>
              <a:off x="8191500" y="2641600"/>
              <a:ext cx="38100" cy="38100"/>
            </a:xfrm>
            <a:prstGeom prst="rect">
              <a:avLst/>
            </a:prstGeom>
            <a:solidFill>
              <a:srgbClr val="070154"/>
            </a:solidFill>
            <a:ln>
              <a:noFill/>
            </a:ln>
          </p:spPr>
        </p:sp>
        <p:sp>
          <p:nvSpPr>
            <p:cNvPr id="31" name="node03.body.item-001.bullets.item-002.text"/>
            <p:cNvSpPr/>
            <p:nvPr/>
          </p:nvSpPr>
          <p:spPr>
            <a:xfrm>
              <a:off x="8343900" y="25527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Integration is the main risk</a:t>
              </a:r>
              <a:endParaRPr lang="en-US" sz="1200" spc="0" kern="0" b="0" i="0" dirty="0">
                <a:solidFill>
                  <a:srgbClr val="070154"/>
                </a:solidFill>
                <a:latin typeface="IBM Plex Sans"/>
                <a:ea typeface="IBM Plex Sans"/>
                <a:cs typeface="IBM Plex Sans"/>
              </a:endParaRPr>
            </a:p>
          </p:txBody>
        </p:sp>
        <p:sp>
          <p:nvSpPr>
            <p:cNvPr id="32" name="node03.body.item-001.bullets.item-003.marker"/>
            <p:cNvSpPr/>
            <p:nvPr/>
          </p:nvSpPr>
          <p:spPr>
            <a:xfrm>
              <a:off x="8191500" y="2908300"/>
              <a:ext cx="38100" cy="38100"/>
            </a:xfrm>
            <a:prstGeom prst="rect">
              <a:avLst/>
            </a:prstGeom>
            <a:solidFill>
              <a:srgbClr val="070154"/>
            </a:solidFill>
            <a:ln>
              <a:noFill/>
            </a:ln>
          </p:spPr>
        </p:sp>
        <p:sp>
          <p:nvSpPr>
            <p:cNvPr id="33" name="node03.body.item-001.bullets.item-003.text"/>
            <p:cNvSpPr/>
            <p:nvPr/>
          </p:nvSpPr>
          <p:spPr>
            <a:xfrm>
              <a:off x="8343900" y="28194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Prefers phased cutover</a:t>
              </a:r>
              <a:endParaRPr lang="en-US" sz="1200" spc="0" kern="0" b="0" i="0" dirty="0">
                <a:solidFill>
                  <a:srgbClr val="070154"/>
                </a:solidFill>
                <a:latin typeface="IBM Plex Sans"/>
                <a:ea typeface="IBM Plex Sans"/>
                <a:cs typeface="IBM Plex Sans"/>
              </a:endParaRPr>
            </a:p>
          </p:txBody>
        </p:sp>
      </p:grpSp>
      <p:grpSp>
        <p:nvGrpSpPr>
          <p:cNvPr id="64" name="node04"/>
          <p:cNvGrpSpPr/>
          <p:nvPr/>
        </p:nvGrpSpPr>
        <p:grpSpPr>
          <a:xfrm>
            <a:off x="723900" y="3657600"/>
            <a:ext cx="3429000" cy="1828800"/>
            <a:chOff x="723900" y="3657600"/>
            <a:chExt cx="3429000" cy="1828800"/>
          </a:xfrm>
        </p:grpSpPr>
        <p:sp>
          <p:nvSpPr>
            <p:cNvPr id="34" name="node04.container"/>
            <p:cNvSpPr/>
            <p:nvPr/>
          </p:nvSpPr>
          <p:spPr>
            <a:xfrm>
              <a:off x="723900" y="3657600"/>
              <a:ext cx="3429000" cy="1828800"/>
            </a:xfrm>
            <a:prstGeom prst="rect">
              <a:avLst/>
            </a:prstGeom>
            <a:solidFill>
              <a:srgbClr val="E8EEF8"/>
            </a:solidFill>
            <a:ln>
              <a:noFill/>
            </a:ln>
          </p:spPr>
        </p:sp>
        <p:sp>
          <p:nvSpPr>
            <p:cNvPr id="35" name="node04.label"/>
            <p:cNvSpPr/>
            <p:nvPr/>
          </p:nvSpPr>
          <p:spPr>
            <a:xfrm>
              <a:off x="876300" y="3810000"/>
              <a:ext cx="3124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FINANCE</a:t>
              </a:r>
              <a:endParaRPr lang="en-US" sz="900" spc="54" kern="0" b="0" i="0" dirty="0">
                <a:solidFill>
                  <a:srgbClr val="0047FF"/>
                </a:solidFill>
                <a:latin typeface="IBM Plex Mono Medium"/>
                <a:ea typeface="IBM Plex Mono Medium"/>
                <a:cs typeface="IBM Plex Mono Medium"/>
              </a:endParaRPr>
            </a:p>
          </p:txBody>
        </p:sp>
        <p:sp>
          <p:nvSpPr>
            <p:cNvPr id="36" name="node04.title"/>
            <p:cNvSpPr/>
            <p:nvPr/>
          </p:nvSpPr>
          <p:spPr>
            <a:xfrm>
              <a:off x="876300" y="4000500"/>
              <a:ext cx="3124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L. Brandt, CFO</a:t>
              </a:r>
              <a:endParaRPr lang="en-US" sz="1200" spc="0" kern="0" b="0" i="0" dirty="0">
                <a:solidFill>
                  <a:srgbClr val="070154"/>
                </a:solidFill>
                <a:latin typeface="IBM Plex Sans"/>
                <a:ea typeface="IBM Plex Sans"/>
                <a:cs typeface="IBM Plex Sans"/>
              </a:endParaRPr>
            </a:p>
          </p:txBody>
        </p:sp>
        <p:sp>
          <p:nvSpPr>
            <p:cNvPr id="37" name="node04.body.item-001.bullets.item-001.marker"/>
            <p:cNvSpPr/>
            <p:nvPr/>
          </p:nvSpPr>
          <p:spPr>
            <a:xfrm>
              <a:off x="876300" y="4432300"/>
              <a:ext cx="38100" cy="38100"/>
            </a:xfrm>
            <a:prstGeom prst="rect">
              <a:avLst/>
            </a:prstGeom>
            <a:solidFill>
              <a:srgbClr val="070154"/>
            </a:solidFill>
            <a:ln>
              <a:noFill/>
            </a:ln>
          </p:spPr>
        </p:sp>
        <p:sp>
          <p:nvSpPr>
            <p:cNvPr id="38" name="node04.body.item-001.bullets.item-001.text"/>
            <p:cNvSpPr/>
            <p:nvPr/>
          </p:nvSpPr>
          <p:spPr>
            <a:xfrm>
              <a:off x="1028700" y="43434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Close takes 12 days</a:t>
              </a:r>
              <a:endParaRPr lang="en-US" sz="1200" spc="0" kern="0" b="0" i="0" dirty="0">
                <a:solidFill>
                  <a:srgbClr val="070154"/>
                </a:solidFill>
                <a:latin typeface="IBM Plex Sans"/>
                <a:ea typeface="IBM Plex Sans"/>
                <a:cs typeface="IBM Plex Sans"/>
              </a:endParaRPr>
            </a:p>
          </p:txBody>
        </p:sp>
        <p:sp>
          <p:nvSpPr>
            <p:cNvPr id="39" name="node04.body.item-001.bullets.item-002.marker"/>
            <p:cNvSpPr/>
            <p:nvPr/>
          </p:nvSpPr>
          <p:spPr>
            <a:xfrm>
              <a:off x="876300" y="4699000"/>
              <a:ext cx="38100" cy="38100"/>
            </a:xfrm>
            <a:prstGeom prst="rect">
              <a:avLst/>
            </a:prstGeom>
            <a:solidFill>
              <a:srgbClr val="070154"/>
            </a:solidFill>
            <a:ln>
              <a:noFill/>
            </a:ln>
          </p:spPr>
        </p:sp>
        <p:sp>
          <p:nvSpPr>
            <p:cNvPr id="40" name="node04.body.item-001.bullets.item-002.text"/>
            <p:cNvSpPr/>
            <p:nvPr/>
          </p:nvSpPr>
          <p:spPr>
            <a:xfrm>
              <a:off x="1028700" y="46101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Sees denials as a cash lever</a:t>
              </a:r>
              <a:endParaRPr lang="en-US" sz="1200" spc="0" kern="0" b="0" i="0" dirty="0">
                <a:solidFill>
                  <a:srgbClr val="070154"/>
                </a:solidFill>
                <a:latin typeface="IBM Plex Sans"/>
                <a:ea typeface="IBM Plex Sans"/>
                <a:cs typeface="IBM Plex Sans"/>
              </a:endParaRPr>
            </a:p>
          </p:txBody>
        </p:sp>
        <p:sp>
          <p:nvSpPr>
            <p:cNvPr id="41" name="node04.body.item-001.bullets.item-003.marker"/>
            <p:cNvSpPr/>
            <p:nvPr/>
          </p:nvSpPr>
          <p:spPr>
            <a:xfrm>
              <a:off x="876300" y="4965700"/>
              <a:ext cx="38100" cy="38100"/>
            </a:xfrm>
            <a:prstGeom prst="rect">
              <a:avLst/>
            </a:prstGeom>
            <a:solidFill>
              <a:srgbClr val="070154"/>
            </a:solidFill>
            <a:ln>
              <a:noFill/>
            </a:ln>
          </p:spPr>
        </p:sp>
        <p:sp>
          <p:nvSpPr>
            <p:cNvPr id="42" name="node04.body.item-001.bullets.item-003.text"/>
            <p:cNvSpPr/>
            <p:nvPr/>
          </p:nvSpPr>
          <p:spPr>
            <a:xfrm>
              <a:off x="1028700" y="48768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Needs a case by January</a:t>
              </a:r>
              <a:endParaRPr lang="en-US" sz="1200" spc="0" kern="0" b="0" i="0" dirty="0">
                <a:solidFill>
                  <a:srgbClr val="070154"/>
                </a:solidFill>
                <a:latin typeface="IBM Plex Sans"/>
                <a:ea typeface="IBM Plex Sans"/>
                <a:cs typeface="IBM Plex Sans"/>
              </a:endParaRPr>
            </a:p>
          </p:txBody>
        </p:sp>
      </p:grpSp>
      <p:grpSp>
        <p:nvGrpSpPr>
          <p:cNvPr id="65" name="node05"/>
          <p:cNvGrpSpPr/>
          <p:nvPr/>
        </p:nvGrpSpPr>
        <p:grpSpPr>
          <a:xfrm>
            <a:off x="4381500" y="3657600"/>
            <a:ext cx="3429000" cy="1828800"/>
            <a:chOff x="4381500" y="3657600"/>
            <a:chExt cx="3429000" cy="1828800"/>
          </a:xfrm>
        </p:grpSpPr>
        <p:sp>
          <p:nvSpPr>
            <p:cNvPr id="43" name="node05.container"/>
            <p:cNvSpPr/>
            <p:nvPr/>
          </p:nvSpPr>
          <p:spPr>
            <a:xfrm>
              <a:off x="4381500" y="3657600"/>
              <a:ext cx="3429000" cy="1828800"/>
            </a:xfrm>
            <a:prstGeom prst="rect">
              <a:avLst/>
            </a:prstGeom>
            <a:solidFill>
              <a:srgbClr val="E8EEF8"/>
            </a:solidFill>
            <a:ln>
              <a:noFill/>
            </a:ln>
          </p:spPr>
        </p:sp>
        <p:sp>
          <p:nvSpPr>
            <p:cNvPr id="44" name="node05.label"/>
            <p:cNvSpPr/>
            <p:nvPr/>
          </p:nvSpPr>
          <p:spPr>
            <a:xfrm>
              <a:off x="4533900" y="3810000"/>
              <a:ext cx="3124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COMPLIANCE</a:t>
              </a:r>
              <a:endParaRPr lang="en-US" sz="900" spc="54" kern="0" b="0" i="0" dirty="0">
                <a:solidFill>
                  <a:srgbClr val="0047FF"/>
                </a:solidFill>
                <a:latin typeface="IBM Plex Mono Medium"/>
                <a:ea typeface="IBM Plex Mono Medium"/>
                <a:cs typeface="IBM Plex Mono Medium"/>
              </a:endParaRPr>
            </a:p>
          </p:txBody>
        </p:sp>
        <p:sp>
          <p:nvSpPr>
            <p:cNvPr id="45" name="node05.title"/>
            <p:cNvSpPr/>
            <p:nvPr/>
          </p:nvSpPr>
          <p:spPr>
            <a:xfrm>
              <a:off x="4533900" y="4000500"/>
              <a:ext cx="3124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K. Ito, Chief Compliance Officer</a:t>
              </a:r>
              <a:endParaRPr lang="en-US" sz="1200" spc="0" kern="0" b="0" i="0" dirty="0">
                <a:solidFill>
                  <a:srgbClr val="070154"/>
                </a:solidFill>
                <a:latin typeface="IBM Plex Sans"/>
                <a:ea typeface="IBM Plex Sans"/>
                <a:cs typeface="IBM Plex Sans"/>
              </a:endParaRPr>
            </a:p>
          </p:txBody>
        </p:sp>
        <p:sp>
          <p:nvSpPr>
            <p:cNvPr id="46" name="node05.body.item-001.bullets.item-001.marker"/>
            <p:cNvSpPr/>
            <p:nvPr/>
          </p:nvSpPr>
          <p:spPr>
            <a:xfrm>
              <a:off x="4533900" y="4432300"/>
              <a:ext cx="38100" cy="38100"/>
            </a:xfrm>
            <a:prstGeom prst="rect">
              <a:avLst/>
            </a:prstGeom>
            <a:solidFill>
              <a:srgbClr val="070154"/>
            </a:solidFill>
            <a:ln>
              <a:noFill/>
            </a:ln>
          </p:spPr>
        </p:sp>
        <p:sp>
          <p:nvSpPr>
            <p:cNvPr id="47" name="node05.body.item-001.bullets.item-001.text"/>
            <p:cNvSpPr/>
            <p:nvPr/>
          </p:nvSpPr>
          <p:spPr>
            <a:xfrm>
              <a:off x="4686300" y="43434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Audit findings repeat each year</a:t>
              </a:r>
              <a:endParaRPr lang="en-US" sz="1200" spc="0" kern="0" b="0" i="0" dirty="0">
                <a:solidFill>
                  <a:srgbClr val="070154"/>
                </a:solidFill>
                <a:latin typeface="IBM Plex Sans"/>
                <a:ea typeface="IBM Plex Sans"/>
                <a:cs typeface="IBM Plex Sans"/>
              </a:endParaRPr>
            </a:p>
          </p:txBody>
        </p:sp>
        <p:sp>
          <p:nvSpPr>
            <p:cNvPr id="48" name="node05.body.item-001.bullets.item-002.marker"/>
            <p:cNvSpPr/>
            <p:nvPr/>
          </p:nvSpPr>
          <p:spPr>
            <a:xfrm>
              <a:off x="4533900" y="4699000"/>
              <a:ext cx="38100" cy="38100"/>
            </a:xfrm>
            <a:prstGeom prst="rect">
              <a:avLst/>
            </a:prstGeom>
            <a:solidFill>
              <a:srgbClr val="070154"/>
            </a:solidFill>
            <a:ln>
              <a:noFill/>
            </a:ln>
          </p:spPr>
        </p:sp>
        <p:sp>
          <p:nvSpPr>
            <p:cNvPr id="49" name="node05.body.item-001.bullets.item-002.text"/>
            <p:cNvSpPr/>
            <p:nvPr/>
          </p:nvSpPr>
          <p:spPr>
            <a:xfrm>
              <a:off x="4686300" y="46101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Wants controls built in</a:t>
              </a:r>
              <a:endParaRPr lang="en-US" sz="1200" spc="0" kern="0" b="0" i="0" dirty="0">
                <a:solidFill>
                  <a:srgbClr val="070154"/>
                </a:solidFill>
                <a:latin typeface="IBM Plex Sans"/>
                <a:ea typeface="IBM Plex Sans"/>
                <a:cs typeface="IBM Plex Sans"/>
              </a:endParaRPr>
            </a:p>
          </p:txBody>
        </p:sp>
        <p:sp>
          <p:nvSpPr>
            <p:cNvPr id="50" name="node05.body.item-001.bullets.item-003.marker"/>
            <p:cNvSpPr/>
            <p:nvPr/>
          </p:nvSpPr>
          <p:spPr>
            <a:xfrm>
              <a:off x="4533900" y="4965700"/>
              <a:ext cx="38100" cy="38100"/>
            </a:xfrm>
            <a:prstGeom prst="rect">
              <a:avLst/>
            </a:prstGeom>
            <a:solidFill>
              <a:srgbClr val="070154"/>
            </a:solidFill>
            <a:ln>
              <a:noFill/>
            </a:ln>
          </p:spPr>
        </p:sp>
        <p:sp>
          <p:nvSpPr>
            <p:cNvPr id="51" name="node05.body.item-001.bullets.item-003.text"/>
            <p:cNvSpPr/>
            <p:nvPr/>
          </p:nvSpPr>
          <p:spPr>
            <a:xfrm>
              <a:off x="4686300" y="48768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Open to automation</a:t>
              </a:r>
              <a:endParaRPr lang="en-US" sz="1200" spc="0" kern="0" b="0" i="0" dirty="0">
                <a:solidFill>
                  <a:srgbClr val="070154"/>
                </a:solidFill>
                <a:latin typeface="IBM Plex Sans"/>
                <a:ea typeface="IBM Plex Sans"/>
                <a:cs typeface="IBM Plex Sans"/>
              </a:endParaRPr>
            </a:p>
          </p:txBody>
        </p:sp>
      </p:grpSp>
      <p:grpSp>
        <p:nvGrpSpPr>
          <p:cNvPr id="66" name="node06"/>
          <p:cNvGrpSpPr/>
          <p:nvPr/>
        </p:nvGrpSpPr>
        <p:grpSpPr>
          <a:xfrm>
            <a:off x="8039100" y="3657600"/>
            <a:ext cx="3429000" cy="1828800"/>
            <a:chOff x="8039100" y="3657600"/>
            <a:chExt cx="3429000" cy="1828800"/>
          </a:xfrm>
        </p:grpSpPr>
        <p:sp>
          <p:nvSpPr>
            <p:cNvPr id="52" name="node06.container"/>
            <p:cNvSpPr/>
            <p:nvPr/>
          </p:nvSpPr>
          <p:spPr>
            <a:xfrm>
              <a:off x="8039100" y="3657600"/>
              <a:ext cx="3429000" cy="1828800"/>
            </a:xfrm>
            <a:prstGeom prst="rect">
              <a:avLst/>
            </a:prstGeom>
            <a:solidFill>
              <a:srgbClr val="E8EEF8"/>
            </a:solidFill>
            <a:ln>
              <a:noFill/>
            </a:ln>
          </p:spPr>
        </p:sp>
        <p:sp>
          <p:nvSpPr>
            <p:cNvPr id="53" name="node06.label"/>
            <p:cNvSpPr/>
            <p:nvPr/>
          </p:nvSpPr>
          <p:spPr>
            <a:xfrm>
              <a:off x="8191500" y="3810000"/>
              <a:ext cx="3124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HIM</a:t>
              </a:r>
              <a:endParaRPr lang="en-US" sz="900" spc="54" kern="0" b="0" i="0" dirty="0">
                <a:solidFill>
                  <a:srgbClr val="0047FF"/>
                </a:solidFill>
                <a:latin typeface="IBM Plex Mono Medium"/>
                <a:ea typeface="IBM Plex Mono Medium"/>
                <a:cs typeface="IBM Plex Mono Medium"/>
              </a:endParaRPr>
            </a:p>
          </p:txBody>
        </p:sp>
        <p:sp>
          <p:nvSpPr>
            <p:cNvPr id="54" name="node06.title"/>
            <p:cNvSpPr/>
            <p:nvPr/>
          </p:nvSpPr>
          <p:spPr>
            <a:xfrm>
              <a:off x="8191500" y="4000500"/>
              <a:ext cx="3124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 Silva, Director</a:t>
              </a:r>
              <a:endParaRPr lang="en-US" sz="1200" spc="0" kern="0" b="0" i="0" dirty="0">
                <a:solidFill>
                  <a:srgbClr val="070154"/>
                </a:solidFill>
                <a:latin typeface="IBM Plex Sans"/>
                <a:ea typeface="IBM Plex Sans"/>
                <a:cs typeface="IBM Plex Sans"/>
              </a:endParaRPr>
            </a:p>
          </p:txBody>
        </p:sp>
        <p:sp>
          <p:nvSpPr>
            <p:cNvPr id="55" name="node06.body.item-001.bullets.item-001.marker"/>
            <p:cNvSpPr/>
            <p:nvPr/>
          </p:nvSpPr>
          <p:spPr>
            <a:xfrm>
              <a:off x="8191500" y="4432300"/>
              <a:ext cx="38100" cy="38100"/>
            </a:xfrm>
            <a:prstGeom prst="rect">
              <a:avLst/>
            </a:prstGeom>
            <a:solidFill>
              <a:srgbClr val="070154"/>
            </a:solidFill>
            <a:ln>
              <a:noFill/>
            </a:ln>
          </p:spPr>
        </p:sp>
        <p:sp>
          <p:nvSpPr>
            <p:cNvPr id="56" name="node06.body.item-001.bullets.item-001.text"/>
            <p:cNvSpPr/>
            <p:nvPr/>
          </p:nvSpPr>
          <p:spPr>
            <a:xfrm>
              <a:off x="8343900" y="43434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Coding backlog averages 9 days</a:t>
              </a:r>
              <a:endParaRPr lang="en-US" sz="1200" spc="0" kern="0" b="0" i="0" dirty="0">
                <a:solidFill>
                  <a:srgbClr val="070154"/>
                </a:solidFill>
                <a:latin typeface="IBM Plex Sans"/>
                <a:ea typeface="IBM Plex Sans"/>
                <a:cs typeface="IBM Plex Sans"/>
              </a:endParaRPr>
            </a:p>
          </p:txBody>
        </p:sp>
        <p:sp>
          <p:nvSpPr>
            <p:cNvPr id="57" name="node06.body.item-001.bullets.item-002.marker"/>
            <p:cNvSpPr/>
            <p:nvPr/>
          </p:nvSpPr>
          <p:spPr>
            <a:xfrm>
              <a:off x="8191500" y="4699000"/>
              <a:ext cx="38100" cy="38100"/>
            </a:xfrm>
            <a:prstGeom prst="rect">
              <a:avLst/>
            </a:prstGeom>
            <a:solidFill>
              <a:srgbClr val="070154"/>
            </a:solidFill>
            <a:ln>
              <a:noFill/>
            </a:ln>
          </p:spPr>
        </p:sp>
        <p:sp>
          <p:nvSpPr>
            <p:cNvPr id="58" name="node06.body.item-001.bullets.item-002.text"/>
            <p:cNvSpPr/>
            <p:nvPr/>
          </p:nvSpPr>
          <p:spPr>
            <a:xfrm>
              <a:off x="8343900" y="46101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Documentation gaps drive denials</a:t>
              </a:r>
              <a:endParaRPr lang="en-US" sz="1200" spc="0" kern="0" b="0" i="0" dirty="0">
                <a:solidFill>
                  <a:srgbClr val="070154"/>
                </a:solidFill>
                <a:latin typeface="IBM Plex Sans"/>
                <a:ea typeface="IBM Plex Sans"/>
                <a:cs typeface="IBM Plex Sans"/>
              </a:endParaRPr>
            </a:p>
          </p:txBody>
        </p:sp>
        <p:sp>
          <p:nvSpPr>
            <p:cNvPr id="59" name="node06.body.item-001.bullets.item-003.marker"/>
            <p:cNvSpPr/>
            <p:nvPr/>
          </p:nvSpPr>
          <p:spPr>
            <a:xfrm>
              <a:off x="8191500" y="4965700"/>
              <a:ext cx="38100" cy="38100"/>
            </a:xfrm>
            <a:prstGeom prst="rect">
              <a:avLst/>
            </a:prstGeom>
            <a:solidFill>
              <a:srgbClr val="070154"/>
            </a:solidFill>
            <a:ln>
              <a:noFill/>
            </a:ln>
          </p:spPr>
        </p:sp>
        <p:sp>
          <p:nvSpPr>
            <p:cNvPr id="60" name="node06.body.item-001.bullets.item-003.text"/>
            <p:cNvSpPr/>
            <p:nvPr/>
          </p:nvSpPr>
          <p:spPr>
            <a:xfrm>
              <a:off x="8343900" y="48768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Short two coders</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ource-257">
    <p:spTree>
      <p:nvGrpSpPr>
        <p:cNvPr id="1" name=""/>
        <p:cNvGrpSpPr/>
        <p:nvPr/>
      </p:nvGrpSpPr>
      <p:grpSpPr>
        <a:xfrm>
          <a:off x="0" y="0"/>
          <a:ext cx="0" cy="0"/>
          <a:chOff x="0" y="0"/>
          <a:chExt cx="0" cy="0"/>
        </a:xfrm>
      </p:grpSpPr>
      <p:sp>
        <p:nvSpPr>
          <p:cNvPr id="3" name="eyebrow"/>
          <p:cNvSpPr/>
          <p:nvPr/>
        </p:nvSpPr>
        <p:spPr>
          <a:xfrm>
            <a:off x="723900" y="457200"/>
            <a:ext cx="70866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STAKEHOLDER INTERVIEWS</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70866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What eight leaders told us</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70866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Sample names for layout only; replace with engagement stakeholders before use.</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73</a:t>
            </a:fld>
            <a:endParaRPr lang="en-US" sz="700" spc="0" kern="0" b="0" i="0" dirty="0">
              <a:solidFill>
                <a:srgbClr val="070154"/>
              </a:solidFill>
              <a:latin typeface="IBM Plex Mono SemiBold"/>
              <a:ea typeface="IBM Plex Mono SemiBold"/>
              <a:cs typeface="IBM Plex Mono SemiBold"/>
            </a:endParaRPr>
          </a:p>
        </p:txBody>
      </p:sp>
      <p:grpSp>
        <p:nvGrpSpPr>
          <p:cNvPr id="36" name="node01"/>
          <p:cNvGrpSpPr/>
          <p:nvPr/>
        </p:nvGrpSpPr>
        <p:grpSpPr>
          <a:xfrm>
            <a:off x="723900" y="1600200"/>
            <a:ext cx="7086600" cy="2095500"/>
            <a:chOff x="723900" y="1600200"/>
            <a:chExt cx="7086600" cy="2095500"/>
          </a:xfrm>
        </p:grpSpPr>
        <p:sp>
          <p:nvSpPr>
            <p:cNvPr id="7" name="node01.source-001.bullet"/>
            <p:cNvSpPr/>
            <p:nvPr/>
          </p:nvSpPr>
          <p:spPr>
            <a:xfrm>
              <a:off x="723900" y="1689100"/>
              <a:ext cx="38100" cy="38100"/>
            </a:xfrm>
            <a:prstGeom prst="rect">
              <a:avLst/>
            </a:prstGeom>
            <a:solidFill>
              <a:srgbClr val="070154"/>
            </a:solidFill>
            <a:ln>
              <a:noFill/>
            </a:ln>
          </p:spPr>
        </p:sp>
        <p:sp>
          <p:nvSpPr>
            <p:cNvPr id="8" name="node01.source-001.text"/>
            <p:cNvSpPr/>
            <p:nvPr/>
          </p:nvSpPr>
          <p:spPr>
            <a:xfrm>
              <a:off x="876300" y="1600200"/>
              <a:ext cx="6934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 xml:space="preserve">J. Alvarez, VP Revenue Cycle.</a:t>
              </a:r>
              <a:r>
                <a:rPr lang="en-US" sz="1200" spc="0" kern="0" b="0" i="0" dirty="0">
                  <a:solidFill>
                    <a:srgbClr val="50658E"/>
                  </a:solidFill>
                  <a:latin typeface="IBM Plex Sans"/>
                  <a:ea typeface="IBM Plex Sans"/>
                  <a:cs typeface="IBM Plex Sans"/>
                </a:rPr>
                <a:t xml:space="preserve"> Denials start at authorization; rework after day 30 is manual.</a:t>
              </a:r>
              <a:endParaRPr lang="en-US" sz="1200" spc="0" kern="0" b="0" i="0" dirty="0">
                <a:solidFill>
                  <a:srgbClr val="070154"/>
                </a:solidFill>
                <a:latin typeface="IBM Plex Sans"/>
                <a:ea typeface="IBM Plex Sans"/>
                <a:cs typeface="IBM Plex Sans"/>
              </a:endParaRPr>
            </a:p>
          </p:txBody>
        </p:sp>
        <p:sp>
          <p:nvSpPr>
            <p:cNvPr id="9" name="node01.source-002.bullet"/>
            <p:cNvSpPr/>
            <p:nvPr/>
          </p:nvSpPr>
          <p:spPr>
            <a:xfrm>
              <a:off x="723900" y="1955800"/>
              <a:ext cx="38100" cy="38100"/>
            </a:xfrm>
            <a:prstGeom prst="rect">
              <a:avLst/>
            </a:prstGeom>
            <a:solidFill>
              <a:srgbClr val="070154"/>
            </a:solidFill>
            <a:ln>
              <a:noFill/>
            </a:ln>
          </p:spPr>
        </p:sp>
        <p:sp>
          <p:nvSpPr>
            <p:cNvPr id="10" name="node01.source-002.text"/>
            <p:cNvSpPr/>
            <p:nvPr/>
          </p:nvSpPr>
          <p:spPr>
            <a:xfrm>
              <a:off x="876300" y="1866900"/>
              <a:ext cx="6934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 xml:space="preserve">M. Chen, Patient Access.</a:t>
              </a:r>
              <a:r>
                <a:rPr lang="en-US" sz="1200" spc="0" kern="0" b="0" i="0" dirty="0">
                  <a:solidFill>
                    <a:srgbClr val="50658E"/>
                  </a:solidFill>
                  <a:latin typeface="IBM Plex Sans"/>
                  <a:ea typeface="IBM Plex Sans"/>
                  <a:cs typeface="IBM Plex Sans"/>
                </a:rPr>
                <a:t xml:space="preserve"> Registration errors begin at the front desk; three scheduling tools.</a:t>
              </a:r>
              <a:endParaRPr lang="en-US" sz="1200" spc="0" kern="0" b="0" i="0" dirty="0">
                <a:solidFill>
                  <a:srgbClr val="070154"/>
                </a:solidFill>
                <a:latin typeface="IBM Plex Sans"/>
                <a:ea typeface="IBM Plex Sans"/>
                <a:cs typeface="IBM Plex Sans"/>
              </a:endParaRPr>
            </a:p>
          </p:txBody>
        </p:sp>
        <p:sp>
          <p:nvSpPr>
            <p:cNvPr id="11" name="node01.source-003.bullet"/>
            <p:cNvSpPr/>
            <p:nvPr/>
          </p:nvSpPr>
          <p:spPr>
            <a:xfrm>
              <a:off x="723900" y="2222500"/>
              <a:ext cx="38100" cy="38100"/>
            </a:xfrm>
            <a:prstGeom prst="rect">
              <a:avLst/>
            </a:prstGeom>
            <a:solidFill>
              <a:srgbClr val="070154"/>
            </a:solidFill>
            <a:ln>
              <a:noFill/>
            </a:ln>
          </p:spPr>
        </p:sp>
        <p:sp>
          <p:nvSpPr>
            <p:cNvPr id="12" name="node01.source-003.text"/>
            <p:cNvSpPr/>
            <p:nvPr/>
          </p:nvSpPr>
          <p:spPr>
            <a:xfrm>
              <a:off x="876300" y="2133600"/>
              <a:ext cx="6934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 xml:space="preserve">R. Okafor, CIO.</a:t>
              </a:r>
              <a:r>
                <a:rPr lang="en-US" sz="1200" spc="0" kern="0" b="0" i="0" dirty="0">
                  <a:solidFill>
                    <a:srgbClr val="50658E"/>
                  </a:solidFill>
                  <a:latin typeface="IBM Plex Sans"/>
                  <a:ea typeface="IBM Plex Sans"/>
                  <a:cs typeface="IBM Plex Sans"/>
                </a:rPr>
                <a:t xml:space="preserve"> Two platforms near end of support; integration is the main risk.</a:t>
              </a:r>
              <a:endParaRPr lang="en-US" sz="1200" spc="0" kern="0" b="0" i="0" dirty="0">
                <a:solidFill>
                  <a:srgbClr val="070154"/>
                </a:solidFill>
                <a:latin typeface="IBM Plex Sans"/>
                <a:ea typeface="IBM Plex Sans"/>
                <a:cs typeface="IBM Plex Sans"/>
              </a:endParaRPr>
            </a:p>
          </p:txBody>
        </p:sp>
        <p:sp>
          <p:nvSpPr>
            <p:cNvPr id="13" name="node01.source-004.bullet"/>
            <p:cNvSpPr/>
            <p:nvPr/>
          </p:nvSpPr>
          <p:spPr>
            <a:xfrm>
              <a:off x="723900" y="2489200"/>
              <a:ext cx="38100" cy="38100"/>
            </a:xfrm>
            <a:prstGeom prst="rect">
              <a:avLst/>
            </a:prstGeom>
            <a:solidFill>
              <a:srgbClr val="070154"/>
            </a:solidFill>
            <a:ln>
              <a:noFill/>
            </a:ln>
          </p:spPr>
        </p:sp>
        <p:sp>
          <p:nvSpPr>
            <p:cNvPr id="14" name="node01.source-004.text"/>
            <p:cNvSpPr/>
            <p:nvPr/>
          </p:nvSpPr>
          <p:spPr>
            <a:xfrm>
              <a:off x="876300" y="2400300"/>
              <a:ext cx="6934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 xml:space="preserve">L. Brandt, CFO.</a:t>
              </a:r>
              <a:r>
                <a:rPr lang="en-US" sz="1200" spc="0" kern="0" b="0" i="0" dirty="0">
                  <a:solidFill>
                    <a:srgbClr val="50658E"/>
                  </a:solidFill>
                  <a:latin typeface="IBM Plex Sans"/>
                  <a:ea typeface="IBM Plex Sans"/>
                  <a:cs typeface="IBM Plex Sans"/>
                </a:rPr>
                <a:t xml:space="preserve"> Close takes 12 days; wants a funded case by January.</a:t>
              </a:r>
              <a:endParaRPr lang="en-US" sz="1200" spc="0" kern="0" b="0" i="0" dirty="0">
                <a:solidFill>
                  <a:srgbClr val="070154"/>
                </a:solidFill>
                <a:latin typeface="IBM Plex Sans"/>
                <a:ea typeface="IBM Plex Sans"/>
                <a:cs typeface="IBM Plex Sans"/>
              </a:endParaRPr>
            </a:p>
          </p:txBody>
        </p:sp>
        <p:sp>
          <p:nvSpPr>
            <p:cNvPr id="15" name="node01.source-005.bullet"/>
            <p:cNvSpPr/>
            <p:nvPr/>
          </p:nvSpPr>
          <p:spPr>
            <a:xfrm>
              <a:off x="723900" y="2755900"/>
              <a:ext cx="38100" cy="38100"/>
            </a:xfrm>
            <a:prstGeom prst="rect">
              <a:avLst/>
            </a:prstGeom>
            <a:solidFill>
              <a:srgbClr val="070154"/>
            </a:solidFill>
            <a:ln>
              <a:noFill/>
            </a:ln>
          </p:spPr>
        </p:sp>
        <p:sp>
          <p:nvSpPr>
            <p:cNvPr id="16" name="node01.source-005.text"/>
            <p:cNvSpPr/>
            <p:nvPr/>
          </p:nvSpPr>
          <p:spPr>
            <a:xfrm>
              <a:off x="876300" y="2667000"/>
              <a:ext cx="6934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 xml:space="preserve">K. Ito, Compliance.</a:t>
              </a:r>
              <a:r>
                <a:rPr lang="en-US" sz="1200" spc="0" kern="0" b="0" i="0" dirty="0">
                  <a:solidFill>
                    <a:srgbClr val="50658E"/>
                  </a:solidFill>
                  <a:latin typeface="IBM Plex Sans"/>
                  <a:ea typeface="IBM Plex Sans"/>
                  <a:cs typeface="IBM Plex Sans"/>
                </a:rPr>
                <a:t xml:space="preserve"> Audit findings repeat; wants controls built into workflow.</a:t>
              </a:r>
              <a:endParaRPr lang="en-US" sz="1200" spc="0" kern="0" b="0" i="0" dirty="0">
                <a:solidFill>
                  <a:srgbClr val="070154"/>
                </a:solidFill>
                <a:latin typeface="IBM Plex Sans"/>
                <a:ea typeface="IBM Plex Sans"/>
                <a:cs typeface="IBM Plex Sans"/>
              </a:endParaRPr>
            </a:p>
          </p:txBody>
        </p:sp>
        <p:sp>
          <p:nvSpPr>
            <p:cNvPr id="17" name="node01.source-006.bullet"/>
            <p:cNvSpPr/>
            <p:nvPr/>
          </p:nvSpPr>
          <p:spPr>
            <a:xfrm>
              <a:off x="723900" y="3022600"/>
              <a:ext cx="38100" cy="38100"/>
            </a:xfrm>
            <a:prstGeom prst="rect">
              <a:avLst/>
            </a:prstGeom>
            <a:solidFill>
              <a:srgbClr val="070154"/>
            </a:solidFill>
            <a:ln>
              <a:noFill/>
            </a:ln>
          </p:spPr>
        </p:sp>
        <p:sp>
          <p:nvSpPr>
            <p:cNvPr id="18" name="node01.source-006.text"/>
            <p:cNvSpPr/>
            <p:nvPr/>
          </p:nvSpPr>
          <p:spPr>
            <a:xfrm>
              <a:off x="876300" y="2933700"/>
              <a:ext cx="6934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 xml:space="preserve">P. Silva, HIM.</a:t>
              </a:r>
              <a:r>
                <a:rPr lang="en-US" sz="1200" spc="0" kern="0" b="0" i="0" dirty="0">
                  <a:solidFill>
                    <a:srgbClr val="50658E"/>
                  </a:solidFill>
                  <a:latin typeface="IBM Plex Sans"/>
                  <a:ea typeface="IBM Plex Sans"/>
                  <a:cs typeface="IBM Plex Sans"/>
                </a:rPr>
                <a:t xml:space="preserve"> Coding backlog averages 9 days; short two coders.</a:t>
              </a:r>
              <a:endParaRPr lang="en-US" sz="1200" spc="0" kern="0" b="0" i="0" dirty="0">
                <a:solidFill>
                  <a:srgbClr val="070154"/>
                </a:solidFill>
                <a:latin typeface="IBM Plex Sans"/>
                <a:ea typeface="IBM Plex Sans"/>
                <a:cs typeface="IBM Plex Sans"/>
              </a:endParaRPr>
            </a:p>
          </p:txBody>
        </p:sp>
        <p:sp>
          <p:nvSpPr>
            <p:cNvPr id="19" name="node01.source-007.bullet"/>
            <p:cNvSpPr/>
            <p:nvPr/>
          </p:nvSpPr>
          <p:spPr>
            <a:xfrm>
              <a:off x="723900" y="3289300"/>
              <a:ext cx="38100" cy="38100"/>
            </a:xfrm>
            <a:prstGeom prst="rect">
              <a:avLst/>
            </a:prstGeom>
            <a:solidFill>
              <a:srgbClr val="070154"/>
            </a:solidFill>
            <a:ln>
              <a:noFill/>
            </a:ln>
          </p:spPr>
        </p:sp>
        <p:sp>
          <p:nvSpPr>
            <p:cNvPr id="20" name="node01.source-007.text"/>
            <p:cNvSpPr/>
            <p:nvPr/>
          </p:nvSpPr>
          <p:spPr>
            <a:xfrm>
              <a:off x="876300" y="3200400"/>
              <a:ext cx="6934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 xml:space="preserve">T. Wallace, Clinical Ops.</a:t>
              </a:r>
              <a:r>
                <a:rPr lang="en-US" sz="1200" spc="0" kern="0" b="0" i="0" dirty="0">
                  <a:solidFill>
                    <a:srgbClr val="50658E"/>
                  </a:solidFill>
                  <a:latin typeface="IBM Plex Sans"/>
                  <a:ea typeface="IBM Plex Sans"/>
                  <a:cs typeface="IBM Plex Sans"/>
                </a:rPr>
                <a:t xml:space="preserve"> Staffing by unit varies; nurses re-key charge data.</a:t>
              </a:r>
              <a:endParaRPr lang="en-US" sz="1200" spc="0" kern="0" b="0" i="0" dirty="0">
                <a:solidFill>
                  <a:srgbClr val="070154"/>
                </a:solidFill>
                <a:latin typeface="IBM Plex Sans"/>
                <a:ea typeface="IBM Plex Sans"/>
                <a:cs typeface="IBM Plex Sans"/>
              </a:endParaRPr>
            </a:p>
          </p:txBody>
        </p:sp>
        <p:sp>
          <p:nvSpPr>
            <p:cNvPr id="21" name="node01.source-008.bullet"/>
            <p:cNvSpPr/>
            <p:nvPr/>
          </p:nvSpPr>
          <p:spPr>
            <a:xfrm>
              <a:off x="723900" y="3556000"/>
              <a:ext cx="38100" cy="38100"/>
            </a:xfrm>
            <a:prstGeom prst="rect">
              <a:avLst/>
            </a:prstGeom>
            <a:solidFill>
              <a:srgbClr val="070154"/>
            </a:solidFill>
            <a:ln>
              <a:noFill/>
            </a:ln>
          </p:spPr>
        </p:sp>
        <p:sp>
          <p:nvSpPr>
            <p:cNvPr id="22" name="node01.source-008.text"/>
            <p:cNvSpPr/>
            <p:nvPr/>
          </p:nvSpPr>
          <p:spPr>
            <a:xfrm>
              <a:off x="876300" y="3467100"/>
              <a:ext cx="6934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 xml:space="preserve">D. Moreau, Controller.</a:t>
              </a:r>
              <a:r>
                <a:rPr lang="en-US" sz="1200" spc="0" kern="0" b="0" i="0" dirty="0">
                  <a:solidFill>
                    <a:srgbClr val="50658E"/>
                  </a:solidFill>
                  <a:latin typeface="IBM Plex Sans"/>
                  <a:ea typeface="IBM Plex Sans"/>
                  <a:cs typeface="IBM Plex Sans"/>
                </a:rPr>
                <a:t xml:space="preserve"> Manual journals at close; reconciliation lags a week.</a:t>
              </a:r>
              <a:endParaRPr lang="en-US" sz="1200" spc="0" kern="0" b="0" i="0" dirty="0">
                <a:solidFill>
                  <a:srgbClr val="070154"/>
                </a:solidFill>
                <a:latin typeface="IBM Plex Sans"/>
                <a:ea typeface="IBM Plex Sans"/>
                <a:cs typeface="IBM Plex Sans"/>
              </a:endParaRPr>
            </a:p>
          </p:txBody>
        </p:sp>
      </p:grpSp>
      <p:grpSp>
        <p:nvGrpSpPr>
          <p:cNvPr id="37" name="node02"/>
          <p:cNvGrpSpPr/>
          <p:nvPr/>
        </p:nvGrpSpPr>
        <p:grpSpPr>
          <a:xfrm>
            <a:off x="723900" y="4343400"/>
            <a:ext cx="7086600" cy="1371600"/>
            <a:chOff x="723900" y="4343400"/>
            <a:chExt cx="7086600" cy="1371600"/>
          </a:xfrm>
        </p:grpSpPr>
        <p:sp>
          <p:nvSpPr>
            <p:cNvPr id="23" name="node02.container"/>
            <p:cNvSpPr/>
            <p:nvPr/>
          </p:nvSpPr>
          <p:spPr>
            <a:xfrm>
              <a:off x="723900" y="4343400"/>
              <a:ext cx="7086600" cy="1371600"/>
            </a:xfrm>
            <a:prstGeom prst="rect">
              <a:avLst/>
            </a:prstGeom>
            <a:solidFill>
              <a:srgbClr val="E8EEF8"/>
            </a:solidFill>
            <a:ln>
              <a:noFill/>
            </a:ln>
          </p:spPr>
        </p:sp>
        <p:sp>
          <p:nvSpPr>
            <p:cNvPr id="24" name="node02.label"/>
            <p:cNvSpPr/>
            <p:nvPr/>
          </p:nvSpPr>
          <p:spPr>
            <a:xfrm>
              <a:off x="876300" y="4495800"/>
              <a:ext cx="6781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HOW TO READ THIS</a:t>
              </a:r>
              <a:endParaRPr lang="en-US" sz="900" spc="54" kern="0" b="0" i="0" dirty="0">
                <a:solidFill>
                  <a:srgbClr val="0047FF"/>
                </a:solidFill>
                <a:latin typeface="IBM Plex Mono Medium"/>
                <a:ea typeface="IBM Plex Mono Medium"/>
                <a:cs typeface="IBM Plex Mono Medium"/>
              </a:endParaRPr>
            </a:p>
          </p:txBody>
        </p:sp>
        <p:sp>
          <p:nvSpPr>
            <p:cNvPr id="25" name="node02.title"/>
            <p:cNvSpPr/>
            <p:nvPr/>
          </p:nvSpPr>
          <p:spPr>
            <a:xfrm>
              <a:off x="876300" y="4686300"/>
              <a:ext cx="67818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Four of eight put authorization and registration first</a:t>
              </a:r>
              <a:endParaRPr lang="en-US" sz="1800" spc="-18" kern="0" b="0" i="0" dirty="0">
                <a:solidFill>
                  <a:srgbClr val="070154"/>
                </a:solidFill>
                <a:latin typeface="IBM Plex Sans SemiBold"/>
                <a:ea typeface="IBM Plex Sans SemiBold"/>
                <a:cs typeface="IBM Plex Sans SemiBold"/>
              </a:endParaRPr>
            </a:p>
          </p:txBody>
        </p:sp>
        <p:sp>
          <p:nvSpPr>
            <p:cNvPr id="26" name="node02.body.item-001.paragraph"/>
            <p:cNvSpPr/>
            <p:nvPr/>
          </p:nvSpPr>
          <p:spPr>
            <a:xfrm>
              <a:off x="876300" y="5105400"/>
              <a:ext cx="67818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Finance, IT and compliance want a funded case, a phased cutover and built-in controls before any tool change.</a:t>
              </a:r>
              <a:endParaRPr lang="en-US" sz="1200" spc="0" kern="0" b="0" i="0" dirty="0">
                <a:solidFill>
                  <a:srgbClr val="50658E"/>
                </a:solidFill>
                <a:latin typeface="IBM Plex Sans"/>
                <a:ea typeface="IBM Plex Sans"/>
                <a:cs typeface="IBM Plex Sans"/>
              </a:endParaRPr>
            </a:p>
          </p:txBody>
        </p:sp>
      </p:grpSp>
      <p:grpSp>
        <p:nvGrpSpPr>
          <p:cNvPr id="38" name="node03"/>
          <p:cNvGrpSpPr/>
          <p:nvPr/>
        </p:nvGrpSpPr>
        <p:grpSpPr>
          <a:xfrm>
            <a:off x="8039100" y="457200"/>
            <a:ext cx="3429000" cy="1600200"/>
            <a:chOff x="8039100" y="457200"/>
            <a:chExt cx="3429000" cy="1600200"/>
          </a:xfrm>
        </p:grpSpPr>
        <p:sp>
          <p:nvSpPr>
            <p:cNvPr id="27" name="node03.container"/>
            <p:cNvSpPr/>
            <p:nvPr/>
          </p:nvSpPr>
          <p:spPr>
            <a:xfrm>
              <a:off x="8039100" y="457200"/>
              <a:ext cx="3429000" cy="1600200"/>
            </a:xfrm>
            <a:prstGeom prst="rect">
              <a:avLst/>
            </a:prstGeom>
            <a:solidFill>
              <a:srgbClr val="E8EEF8"/>
            </a:solidFill>
            <a:ln>
              <a:noFill/>
            </a:ln>
          </p:spPr>
        </p:sp>
        <p:sp>
          <p:nvSpPr>
            <p:cNvPr id="28" name="node03.metric.value"/>
            <p:cNvSpPr/>
            <p:nvPr/>
          </p:nvSpPr>
          <p:spPr>
            <a:xfrm>
              <a:off x="8191500" y="609600"/>
              <a:ext cx="3124200" cy="611950"/>
            </a:xfrm>
            <a:prstGeom prst="rect">
              <a:avLst/>
            </a:prstGeom>
            <a:noFill/>
            <a:ln/>
          </p:spPr>
          <p:txBody>
            <a:bodyPr wrap="square" lIns="0" tIns="0" rIns="0" bIns="0" rtlCol="0" anchor="t"/>
            <a:lstStyle/>
            <a:p>
              <a:pPr algn="l" indent="0" marL="0">
                <a:lnSpc>
                  <a:spcPts val="4800"/>
                </a:lnSpc>
                <a:buNone/>
              </a:pPr>
              <a:r>
                <a:rPr lang="en-US" sz="4800" spc="-96" kern="0" b="0" i="0" dirty="0">
                  <a:solidFill>
                    <a:srgbClr val="070154"/>
                  </a:solidFill>
                  <a:latin typeface="IBM Plex Mono SemiBold"/>
                  <a:ea typeface="IBM Plex Mono SemiBold"/>
                  <a:cs typeface="IBM Plex Mono SemiBold"/>
                </a:rPr>
                <a:t>4 of 8</a:t>
              </a:r>
              <a:endParaRPr lang="en-US" sz="4800" spc="-96" kern="0" b="0" i="0" dirty="0">
                <a:solidFill>
                  <a:srgbClr val="070154"/>
                </a:solidFill>
                <a:latin typeface="IBM Plex Mono SemiBold"/>
                <a:ea typeface="IBM Plex Mono SemiBold"/>
                <a:cs typeface="IBM Plex Mono SemiBold"/>
              </a:endParaRPr>
            </a:p>
          </p:txBody>
        </p:sp>
        <p:sp>
          <p:nvSpPr>
            <p:cNvPr id="29" name="node03.metric.label"/>
            <p:cNvSpPr/>
            <p:nvPr/>
          </p:nvSpPr>
          <p:spPr>
            <a:xfrm>
              <a:off x="8191500" y="1297750"/>
              <a:ext cx="31242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name authorization and registration quality as the first fix</a:t>
              </a:r>
              <a:endParaRPr lang="en-US" sz="1400" spc="0" kern="0" b="0" i="0" dirty="0">
                <a:solidFill>
                  <a:srgbClr val="50658E"/>
                </a:solidFill>
                <a:latin typeface="IBM Plex Sans"/>
                <a:ea typeface="IBM Plex Sans"/>
                <a:cs typeface="IBM Plex Sans"/>
              </a:endParaRPr>
            </a:p>
          </p:txBody>
        </p:sp>
      </p:grpSp>
      <p:grpSp>
        <p:nvGrpSpPr>
          <p:cNvPr id="39" name="node04"/>
          <p:cNvGrpSpPr/>
          <p:nvPr/>
        </p:nvGrpSpPr>
        <p:grpSpPr>
          <a:xfrm>
            <a:off x="8039100" y="2286000"/>
            <a:ext cx="3429000" cy="1600200"/>
            <a:chOff x="8039100" y="2286000"/>
            <a:chExt cx="3429000" cy="1600200"/>
          </a:xfrm>
        </p:grpSpPr>
        <p:sp>
          <p:nvSpPr>
            <p:cNvPr id="30" name="node04.container"/>
            <p:cNvSpPr/>
            <p:nvPr/>
          </p:nvSpPr>
          <p:spPr>
            <a:xfrm>
              <a:off x="8039100" y="2286000"/>
              <a:ext cx="3429000" cy="1600200"/>
            </a:xfrm>
            <a:prstGeom prst="rect">
              <a:avLst/>
            </a:prstGeom>
            <a:solidFill>
              <a:srgbClr val="E8EEF8"/>
            </a:solidFill>
            <a:ln>
              <a:noFill/>
            </a:ln>
          </p:spPr>
        </p:sp>
        <p:sp>
          <p:nvSpPr>
            <p:cNvPr id="31" name="node04.metric.value"/>
            <p:cNvSpPr/>
            <p:nvPr/>
          </p:nvSpPr>
          <p:spPr>
            <a:xfrm>
              <a:off x="8191500" y="2438400"/>
              <a:ext cx="3124200" cy="611950"/>
            </a:xfrm>
            <a:prstGeom prst="rect">
              <a:avLst/>
            </a:prstGeom>
            <a:noFill/>
            <a:ln/>
          </p:spPr>
          <p:txBody>
            <a:bodyPr wrap="square" lIns="0" tIns="0" rIns="0" bIns="0" rtlCol="0" anchor="t"/>
            <a:lstStyle/>
            <a:p>
              <a:pPr algn="l" indent="0" marL="0">
                <a:lnSpc>
                  <a:spcPts val="4800"/>
                </a:lnSpc>
                <a:buNone/>
              </a:pPr>
              <a:r>
                <a:rPr lang="en-US" sz="4800" spc="-96" kern="0" b="0" i="0" dirty="0">
                  <a:solidFill>
                    <a:srgbClr val="070154"/>
                  </a:solidFill>
                  <a:latin typeface="IBM Plex Mono SemiBold"/>
                  <a:ea typeface="IBM Plex Mono SemiBold"/>
                  <a:cs typeface="IBM Plex Mono SemiBold"/>
                </a:rPr>
                <a:t>3 of 8</a:t>
              </a:r>
              <a:endParaRPr lang="en-US" sz="4800" spc="-96" kern="0" b="0" i="0" dirty="0">
                <a:solidFill>
                  <a:srgbClr val="070154"/>
                </a:solidFill>
                <a:latin typeface="IBM Plex Mono SemiBold"/>
                <a:ea typeface="IBM Plex Mono SemiBold"/>
                <a:cs typeface="IBM Plex Mono SemiBold"/>
              </a:endParaRPr>
            </a:p>
          </p:txBody>
        </p:sp>
        <p:sp>
          <p:nvSpPr>
            <p:cNvPr id="32" name="node04.metric.label"/>
            <p:cNvSpPr/>
            <p:nvPr/>
          </p:nvSpPr>
          <p:spPr>
            <a:xfrm>
              <a:off x="8191500" y="3126550"/>
              <a:ext cx="31242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want controls and automation built into the workflow</a:t>
              </a:r>
              <a:endParaRPr lang="en-US" sz="1400" spc="0" kern="0" b="0" i="0" dirty="0">
                <a:solidFill>
                  <a:srgbClr val="50658E"/>
                </a:solidFill>
                <a:latin typeface="IBM Plex Sans"/>
                <a:ea typeface="IBM Plex Sans"/>
                <a:cs typeface="IBM Plex Sans"/>
              </a:endParaRPr>
            </a:p>
          </p:txBody>
        </p:sp>
      </p:grpSp>
      <p:grpSp>
        <p:nvGrpSpPr>
          <p:cNvPr id="40" name="node05"/>
          <p:cNvGrpSpPr/>
          <p:nvPr/>
        </p:nvGrpSpPr>
        <p:grpSpPr>
          <a:xfrm>
            <a:off x="8039100" y="4114800"/>
            <a:ext cx="3429000" cy="1600200"/>
            <a:chOff x="8039100" y="4114800"/>
            <a:chExt cx="3429000" cy="1600200"/>
          </a:xfrm>
        </p:grpSpPr>
        <p:sp>
          <p:nvSpPr>
            <p:cNvPr id="33" name="node05.container"/>
            <p:cNvSpPr/>
            <p:nvPr/>
          </p:nvSpPr>
          <p:spPr>
            <a:xfrm>
              <a:off x="8039100" y="4114800"/>
              <a:ext cx="3429000" cy="1600200"/>
            </a:xfrm>
            <a:prstGeom prst="rect">
              <a:avLst/>
            </a:prstGeom>
            <a:solidFill>
              <a:srgbClr val="E8EEF8"/>
            </a:solidFill>
            <a:ln>
              <a:noFill/>
            </a:ln>
          </p:spPr>
        </p:sp>
        <p:sp>
          <p:nvSpPr>
            <p:cNvPr id="34" name="node05.metric.value"/>
            <p:cNvSpPr/>
            <p:nvPr/>
          </p:nvSpPr>
          <p:spPr>
            <a:xfrm>
              <a:off x="8191500" y="4267200"/>
              <a:ext cx="3124200" cy="611950"/>
            </a:xfrm>
            <a:prstGeom prst="rect">
              <a:avLst/>
            </a:prstGeom>
            <a:noFill/>
            <a:ln/>
          </p:spPr>
          <p:txBody>
            <a:bodyPr wrap="square" lIns="0" tIns="0" rIns="0" bIns="0" rtlCol="0" anchor="t"/>
            <a:lstStyle/>
            <a:p>
              <a:pPr algn="l" indent="0" marL="0">
                <a:lnSpc>
                  <a:spcPts val="4800"/>
                </a:lnSpc>
                <a:buNone/>
              </a:pPr>
              <a:r>
                <a:rPr lang="en-US" sz="4800" spc="-96" kern="0" b="0" i="0" dirty="0">
                  <a:solidFill>
                    <a:srgbClr val="070154"/>
                  </a:solidFill>
                  <a:latin typeface="IBM Plex Mono SemiBold"/>
                  <a:ea typeface="IBM Plex Mono SemiBold"/>
                  <a:cs typeface="IBM Plex Mono SemiBold"/>
                </a:rPr>
                <a:t>2 of 8</a:t>
              </a:r>
              <a:endParaRPr lang="en-US" sz="4800" spc="-96" kern="0" b="0" i="0" dirty="0">
                <a:solidFill>
                  <a:srgbClr val="070154"/>
                </a:solidFill>
                <a:latin typeface="IBM Plex Mono SemiBold"/>
                <a:ea typeface="IBM Plex Mono SemiBold"/>
                <a:cs typeface="IBM Plex Mono SemiBold"/>
              </a:endParaRPr>
            </a:p>
          </p:txBody>
        </p:sp>
        <p:sp>
          <p:nvSpPr>
            <p:cNvPr id="35" name="node05.metric.label"/>
            <p:cNvSpPr/>
            <p:nvPr/>
          </p:nvSpPr>
          <p:spPr>
            <a:xfrm>
              <a:off x="8191500" y="4955350"/>
              <a:ext cx="31242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need a funded case before January</a:t>
              </a:r>
              <a:endParaRPr lang="en-US" sz="1400" spc="0" kern="0" b="0" i="0" dirty="0">
                <a:solidFill>
                  <a:srgbClr val="50658E"/>
                </a:solidFill>
                <a:latin typeface="IBM Plex Sans"/>
                <a:ea typeface="IBM Plex Sans"/>
                <a:cs typeface="IBM Plex Sans"/>
              </a:endParaRPr>
            </a:p>
          </p:txBody>
        </p:sp>
      </p:gr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ource-260">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COMMERCIALS</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A $1.8M investment pays back in 14 months</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Illustrative Northfield business case; replace with validated figures before use.</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74</a:t>
            </a:fld>
            <a:endParaRPr lang="en-US" sz="700" spc="0" kern="0" b="0" i="0" dirty="0">
              <a:solidFill>
                <a:srgbClr val="070154"/>
              </a:solidFill>
              <a:latin typeface="IBM Plex Mono SemiBold"/>
              <a:ea typeface="IBM Plex Mono SemiBold"/>
              <a:cs typeface="IBM Plex Mono SemiBold"/>
            </a:endParaRPr>
          </a:p>
        </p:txBody>
      </p:sp>
      <p:grpSp>
        <p:nvGrpSpPr>
          <p:cNvPr id="26" name="node01"/>
          <p:cNvGrpSpPr/>
          <p:nvPr/>
        </p:nvGrpSpPr>
        <p:grpSpPr>
          <a:xfrm>
            <a:off x="723900" y="1600200"/>
            <a:ext cx="2514600" cy="954850"/>
            <a:chOff x="723900" y="1600200"/>
            <a:chExt cx="2514600" cy="954850"/>
          </a:xfrm>
        </p:grpSpPr>
        <p:sp>
          <p:nvSpPr>
            <p:cNvPr id="7" name="node01.value"/>
            <p:cNvSpPr/>
            <p:nvPr/>
          </p:nvSpPr>
          <p:spPr>
            <a:xfrm>
              <a:off x="723900" y="1600200"/>
              <a:ext cx="2514600" cy="611950"/>
            </a:xfrm>
            <a:prstGeom prst="rect">
              <a:avLst/>
            </a:prstGeom>
            <a:noFill/>
            <a:ln/>
          </p:spPr>
          <p:txBody>
            <a:bodyPr wrap="square" lIns="0" tIns="0" rIns="0" bIns="0" rtlCol="0" anchor="t"/>
            <a:lstStyle/>
            <a:p>
              <a:pPr algn="l" indent="0" marL="0">
                <a:lnSpc>
                  <a:spcPts val="4800"/>
                </a:lnSpc>
                <a:buNone/>
              </a:pPr>
              <a:r>
                <a:rPr lang="en-US" sz="4800" spc="-96" kern="0" b="0" i="0" dirty="0">
                  <a:solidFill>
                    <a:srgbClr val="070154"/>
                  </a:solidFill>
                  <a:latin typeface="IBM Plex Mono SemiBold"/>
                  <a:ea typeface="IBM Plex Mono SemiBold"/>
                  <a:cs typeface="IBM Plex Mono SemiBold"/>
                </a:rPr>
                <a:t>$1.8M</a:t>
              </a:r>
              <a:endParaRPr lang="en-US" sz="4800" spc="-96" kern="0" b="0" i="0" dirty="0">
                <a:solidFill>
                  <a:srgbClr val="070154"/>
                </a:solidFill>
                <a:latin typeface="IBM Plex Mono SemiBold"/>
                <a:ea typeface="IBM Plex Mono SemiBold"/>
                <a:cs typeface="IBM Plex Mono SemiBold"/>
              </a:endParaRPr>
            </a:p>
          </p:txBody>
        </p:sp>
        <p:sp>
          <p:nvSpPr>
            <p:cNvPr id="8" name="node01.label"/>
            <p:cNvSpPr/>
            <p:nvPr/>
          </p:nvSpPr>
          <p:spPr>
            <a:xfrm>
              <a:off x="723900" y="2288350"/>
              <a:ext cx="25146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total investment</a:t>
              </a:r>
              <a:endParaRPr lang="en-US" sz="1400" spc="0" kern="0" b="0" i="0" dirty="0">
                <a:solidFill>
                  <a:srgbClr val="50658E"/>
                </a:solidFill>
                <a:latin typeface="IBM Plex Sans"/>
                <a:ea typeface="IBM Plex Sans"/>
                <a:cs typeface="IBM Plex Sans"/>
              </a:endParaRPr>
            </a:p>
          </p:txBody>
        </p:sp>
      </p:grpSp>
      <p:grpSp>
        <p:nvGrpSpPr>
          <p:cNvPr id="27" name="node02"/>
          <p:cNvGrpSpPr/>
          <p:nvPr/>
        </p:nvGrpSpPr>
        <p:grpSpPr>
          <a:xfrm>
            <a:off x="3467100" y="1600200"/>
            <a:ext cx="2514600" cy="954850"/>
            <a:chOff x="3467100" y="1600200"/>
            <a:chExt cx="2514600" cy="954850"/>
          </a:xfrm>
        </p:grpSpPr>
        <p:sp>
          <p:nvSpPr>
            <p:cNvPr id="9" name="node02.value"/>
            <p:cNvSpPr/>
            <p:nvPr/>
          </p:nvSpPr>
          <p:spPr>
            <a:xfrm>
              <a:off x="3467100" y="1600200"/>
              <a:ext cx="2514600" cy="611950"/>
            </a:xfrm>
            <a:prstGeom prst="rect">
              <a:avLst/>
            </a:prstGeom>
            <a:noFill/>
            <a:ln/>
          </p:spPr>
          <p:txBody>
            <a:bodyPr wrap="square" lIns="0" tIns="0" rIns="0" bIns="0" rtlCol="0" anchor="t"/>
            <a:lstStyle/>
            <a:p>
              <a:pPr algn="l" indent="0" marL="0">
                <a:lnSpc>
                  <a:spcPts val="4800"/>
                </a:lnSpc>
                <a:buNone/>
              </a:pPr>
              <a:r>
                <a:rPr lang="en-US" sz="4800" spc="-96" kern="0" b="0" i="0" dirty="0">
                  <a:solidFill>
                    <a:srgbClr val="070154"/>
                  </a:solidFill>
                  <a:latin typeface="IBM Plex Mono SemiBold"/>
                  <a:ea typeface="IBM Plex Mono SemiBold"/>
                  <a:cs typeface="IBM Plex Mono SemiBold"/>
                </a:rPr>
                <a:t>$2.6M</a:t>
              </a:r>
              <a:endParaRPr lang="en-US" sz="4800" spc="-96" kern="0" b="0" i="0" dirty="0">
                <a:solidFill>
                  <a:srgbClr val="070154"/>
                </a:solidFill>
                <a:latin typeface="IBM Plex Mono SemiBold"/>
                <a:ea typeface="IBM Plex Mono SemiBold"/>
                <a:cs typeface="IBM Plex Mono SemiBold"/>
              </a:endParaRPr>
            </a:p>
          </p:txBody>
        </p:sp>
        <p:sp>
          <p:nvSpPr>
            <p:cNvPr id="10" name="node02.label"/>
            <p:cNvSpPr/>
            <p:nvPr/>
          </p:nvSpPr>
          <p:spPr>
            <a:xfrm>
              <a:off x="3467100" y="2288350"/>
              <a:ext cx="25146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annual run-rate benefit</a:t>
              </a:r>
              <a:endParaRPr lang="en-US" sz="1400" spc="0" kern="0" b="0" i="0" dirty="0">
                <a:solidFill>
                  <a:srgbClr val="50658E"/>
                </a:solidFill>
                <a:latin typeface="IBM Plex Sans"/>
                <a:ea typeface="IBM Plex Sans"/>
                <a:cs typeface="IBM Plex Sans"/>
              </a:endParaRPr>
            </a:p>
          </p:txBody>
        </p:sp>
      </p:grpSp>
      <p:grpSp>
        <p:nvGrpSpPr>
          <p:cNvPr id="28" name="node03"/>
          <p:cNvGrpSpPr/>
          <p:nvPr/>
        </p:nvGrpSpPr>
        <p:grpSpPr>
          <a:xfrm>
            <a:off x="6210300" y="1600200"/>
            <a:ext cx="2514600" cy="954850"/>
            <a:chOff x="6210300" y="1600200"/>
            <a:chExt cx="2514600" cy="954850"/>
          </a:xfrm>
        </p:grpSpPr>
        <p:sp>
          <p:nvSpPr>
            <p:cNvPr id="11" name="node03.value"/>
            <p:cNvSpPr/>
            <p:nvPr/>
          </p:nvSpPr>
          <p:spPr>
            <a:xfrm>
              <a:off x="6210300" y="1600200"/>
              <a:ext cx="2514600" cy="611950"/>
            </a:xfrm>
            <a:prstGeom prst="rect">
              <a:avLst/>
            </a:prstGeom>
            <a:noFill/>
            <a:ln/>
          </p:spPr>
          <p:txBody>
            <a:bodyPr wrap="square" lIns="0" tIns="0" rIns="0" bIns="0" rtlCol="0" anchor="t"/>
            <a:lstStyle/>
            <a:p>
              <a:pPr algn="l" indent="0" marL="0">
                <a:lnSpc>
                  <a:spcPts val="4800"/>
                </a:lnSpc>
                <a:buNone/>
              </a:pPr>
              <a:r>
                <a:rPr lang="en-US" sz="4800" spc="-96" kern="0" b="0" i="0" dirty="0">
                  <a:solidFill>
                    <a:srgbClr val="070154"/>
                  </a:solidFill>
                  <a:latin typeface="IBM Plex Mono SemiBold"/>
                  <a:ea typeface="IBM Plex Mono SemiBold"/>
                  <a:cs typeface="IBM Plex Mono SemiBold"/>
                </a:rPr>
                <a:t>14</a:t>
              </a:r>
              <a:endParaRPr lang="en-US" sz="4800" spc="-96" kern="0" b="0" i="0" dirty="0">
                <a:solidFill>
                  <a:srgbClr val="070154"/>
                </a:solidFill>
                <a:latin typeface="IBM Plex Mono SemiBold"/>
                <a:ea typeface="IBM Plex Mono SemiBold"/>
                <a:cs typeface="IBM Plex Mono SemiBold"/>
              </a:endParaRPr>
            </a:p>
          </p:txBody>
        </p:sp>
        <p:sp>
          <p:nvSpPr>
            <p:cNvPr id="12" name="node03.label"/>
            <p:cNvSpPr/>
            <p:nvPr/>
          </p:nvSpPr>
          <p:spPr>
            <a:xfrm>
              <a:off x="6210300" y="2288350"/>
              <a:ext cx="25146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months to payback</a:t>
              </a:r>
              <a:endParaRPr lang="en-US" sz="1400" spc="0" kern="0" b="0" i="0" dirty="0">
                <a:solidFill>
                  <a:srgbClr val="50658E"/>
                </a:solidFill>
                <a:latin typeface="IBM Plex Sans"/>
                <a:ea typeface="IBM Plex Sans"/>
                <a:cs typeface="IBM Plex Sans"/>
              </a:endParaRPr>
            </a:p>
          </p:txBody>
        </p:sp>
      </p:grpSp>
      <p:grpSp>
        <p:nvGrpSpPr>
          <p:cNvPr id="29" name="node04"/>
          <p:cNvGrpSpPr/>
          <p:nvPr/>
        </p:nvGrpSpPr>
        <p:grpSpPr>
          <a:xfrm>
            <a:off x="8953500" y="1600200"/>
            <a:ext cx="2514600" cy="954850"/>
            <a:chOff x="8953500" y="1600200"/>
            <a:chExt cx="2514600" cy="954850"/>
          </a:xfrm>
        </p:grpSpPr>
        <p:sp>
          <p:nvSpPr>
            <p:cNvPr id="13" name="node04.value"/>
            <p:cNvSpPr/>
            <p:nvPr/>
          </p:nvSpPr>
          <p:spPr>
            <a:xfrm>
              <a:off x="8953500" y="1600200"/>
              <a:ext cx="2514600" cy="611950"/>
            </a:xfrm>
            <a:prstGeom prst="rect">
              <a:avLst/>
            </a:prstGeom>
            <a:noFill/>
            <a:ln/>
          </p:spPr>
          <p:txBody>
            <a:bodyPr wrap="square" lIns="0" tIns="0" rIns="0" bIns="0" rtlCol="0" anchor="t"/>
            <a:lstStyle/>
            <a:p>
              <a:pPr algn="l" indent="0" marL="0">
                <a:lnSpc>
                  <a:spcPts val="4800"/>
                </a:lnSpc>
                <a:buNone/>
              </a:pPr>
              <a:r>
                <a:rPr lang="en-US" sz="4800" spc="-96" kern="0" b="0" i="0" dirty="0">
                  <a:solidFill>
                    <a:srgbClr val="070154"/>
                  </a:solidFill>
                  <a:latin typeface="IBM Plex Mono SemiBold"/>
                  <a:ea typeface="IBM Plex Mono SemiBold"/>
                  <a:cs typeface="IBM Plex Mono SemiBold"/>
                </a:rPr>
                <a:t>330%</a:t>
              </a:r>
              <a:endParaRPr lang="en-US" sz="4800" spc="-96" kern="0" b="0" i="0" dirty="0">
                <a:solidFill>
                  <a:srgbClr val="070154"/>
                </a:solidFill>
                <a:latin typeface="IBM Plex Mono SemiBold"/>
                <a:ea typeface="IBM Plex Mono SemiBold"/>
                <a:cs typeface="IBM Plex Mono SemiBold"/>
              </a:endParaRPr>
            </a:p>
          </p:txBody>
        </p:sp>
        <p:sp>
          <p:nvSpPr>
            <p:cNvPr id="14" name="node04.label"/>
            <p:cNvSpPr/>
            <p:nvPr/>
          </p:nvSpPr>
          <p:spPr>
            <a:xfrm>
              <a:off x="8953500" y="2288350"/>
              <a:ext cx="25146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three-year return</a:t>
              </a:r>
              <a:endParaRPr lang="en-US" sz="1400" spc="0" kern="0" b="0" i="0" dirty="0">
                <a:solidFill>
                  <a:srgbClr val="50658E"/>
                </a:solidFill>
                <a:latin typeface="IBM Plex Sans"/>
                <a:ea typeface="IBM Plex Sans"/>
                <a:cs typeface="IBM Plex Sans"/>
              </a:endParaRPr>
            </a:p>
          </p:txBody>
        </p:sp>
      </p:grpSp>
      <p:grpSp>
        <p:nvGrpSpPr>
          <p:cNvPr id="30" name="node05"/>
          <p:cNvGrpSpPr/>
          <p:nvPr/>
        </p:nvGrpSpPr>
        <p:grpSpPr>
          <a:xfrm>
            <a:off x="723900" y="2971800"/>
            <a:ext cx="7086600" cy="2514600"/>
            <a:chOff x="723900" y="2971800"/>
            <a:chExt cx="7086600" cy="2514600"/>
          </a:xfrm>
        </p:grpSpPr>
        <p:sp>
          <p:nvSpPr>
            <p:cNvPr id="15" name="node05.title"/>
            <p:cNvSpPr/>
            <p:nvPr/>
          </p:nvSpPr>
          <p:spPr>
            <a:xfrm>
              <a:off x="723900" y="2971800"/>
              <a:ext cx="70866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Cumulative net value</a:t>
              </a:r>
              <a:endParaRPr lang="en-US" sz="1800" spc="-18" kern="0" b="0" i="0" dirty="0">
                <a:solidFill>
                  <a:srgbClr val="070154"/>
                </a:solidFill>
                <a:latin typeface="IBM Plex Sans SemiBold"/>
                <a:ea typeface="IBM Plex Sans SemiBold"/>
                <a:cs typeface="IBM Plex Sans SemiBold"/>
              </a:endParaRPr>
            </a:p>
          </p:txBody>
        </p:sp>
        <p:sp>
          <p:nvSpPr>
            <p:cNvPr id="16" name="node05.units"/>
            <p:cNvSpPr/>
            <p:nvPr/>
          </p:nvSpPr>
          <p:spPr>
            <a:xfrm>
              <a:off x="723900" y="3276600"/>
              <a:ext cx="7086600" cy="190500"/>
            </a:xfrm>
            <a:prstGeom prst="rect">
              <a:avLst/>
            </a:prstGeom>
            <a:noFill/>
            <a:ln/>
          </p:spPr>
          <p:txBody>
            <a:bodyPr wrap="square" lIns="0" tIns="0" rIns="0" bIns="0" rtlCol="0" anchor="t"/>
            <a:lstStyle/>
            <a:p>
              <a:pPr algn="l" indent="0" marL="0">
                <a:lnSpc>
                  <a:spcPts val="1200"/>
                </a:lnSpc>
                <a:buNone/>
              </a:pPr>
              <a:r>
                <a:rPr lang="en-US" sz="900" spc="60" kern="0" b="0" i="0" dirty="0">
                  <a:solidFill>
                    <a:srgbClr val="50658E"/>
                  </a:solidFill>
                  <a:latin typeface="IBM Plex Mono Medium"/>
                  <a:ea typeface="IBM Plex Mono Medium"/>
                  <a:cs typeface="IBM Plex Mono Medium"/>
                </a:rPr>
                <a:t>$M, BY QUARTER</a:t>
              </a:r>
              <a:endParaRPr lang="en-US" sz="900" spc="60" kern="0" b="0" i="0" dirty="0">
                <a:solidFill>
                  <a:srgbClr val="50658E"/>
                </a:solidFill>
                <a:latin typeface="IBM Plex Mono Medium"/>
                <a:ea typeface="IBM Plex Mono Medium"/>
                <a:cs typeface="IBM Plex Mono Medium"/>
              </a:endParaRPr>
            </a:p>
          </p:txBody>
        </p:sp>
        <p:graphicFrame>
          <p:nvGraphicFramePr>
            <p:cNvPr id="17" name="node05.native" descr=""/>
            <p:cNvGraphicFramePr/>
            <p:nvPr/>
          </p:nvGraphicFramePr>
          <p:xfrm>
            <a:off x="723900" y="3581400"/>
            <a:ext cx="7086600" cy="1905000"/>
          </p:xfrm>
          <a:graphic xmlns:a="http://schemas.openxmlformats.org/drawingml/2006/main">
            <a:graphicData uri="http://schemas.openxmlformats.org/drawingml/2006/chart">
              <c:chart xmlns:c="http://schemas.openxmlformats.org/drawingml/2006/chart" r:id="rId1"/>
            </a:graphicData>
          </a:graphic>
        </p:graphicFrame>
        <p:sp>
          <p:nvSpPr>
            <p:cNvPr id="18" name="node05.direct-1"/>
            <p:cNvSpPr/>
            <p:nvPr/>
          </p:nvSpPr>
          <p:spPr>
            <a:xfrm>
              <a:off x="6591300" y="3479800"/>
              <a:ext cx="1219200" cy="209550"/>
            </a:xfrm>
            <a:prstGeom prst="rect">
              <a:avLst/>
            </a:prstGeom>
            <a:noFill/>
            <a:ln/>
          </p:spPr>
          <p:txBody>
            <a:bodyPr wrap="square" lIns="0" tIns="0" rIns="0" bIns="0" rtlCol="0" anchor="t"/>
            <a:lstStyle/>
            <a:p>
              <a:pPr algn="l" indent="0" marL="0">
                <a:lnSpc>
                  <a:spcPts val="1400"/>
                </a:lnSpc>
                <a:buNone/>
              </a:pPr>
              <a:r>
                <a:rPr lang="en-US" sz="1100" spc="0" kern="0" b="0" i="0" dirty="0">
                  <a:solidFill>
                    <a:srgbClr val="070154"/>
                  </a:solidFill>
                  <a:latin typeface="IBM Plex Sans SemiBold"/>
                  <a:ea typeface="IBM Plex Sans SemiBold"/>
                  <a:cs typeface="IBM Plex Sans SemiBold"/>
                </a:rPr>
                <a:t>Net value · 6</a:t>
              </a:r>
              <a:endParaRPr lang="en-US" sz="1100" spc="0" kern="0" b="0" i="0" dirty="0">
                <a:solidFill>
                  <a:srgbClr val="070154"/>
                </a:solidFill>
                <a:latin typeface="IBM Plex Sans SemiBold"/>
                <a:ea typeface="IBM Plex Sans SemiBold"/>
                <a:cs typeface="IBM Plex Sans SemiBold"/>
              </a:endParaRPr>
            </a:p>
          </p:txBody>
        </p:sp>
      </p:grpSp>
      <p:grpSp>
        <p:nvGrpSpPr>
          <p:cNvPr id="31" name="node06"/>
          <p:cNvGrpSpPr/>
          <p:nvPr/>
        </p:nvGrpSpPr>
        <p:grpSpPr>
          <a:xfrm>
            <a:off x="8039100" y="2971800"/>
            <a:ext cx="3429000" cy="152400"/>
            <a:chOff x="8039100" y="2971800"/>
            <a:chExt cx="3429000" cy="152400"/>
          </a:xfrm>
        </p:grpSpPr>
        <p:sp>
          <p:nvSpPr>
            <p:cNvPr id="19" name="node06.text"/>
            <p:cNvSpPr/>
            <p:nvPr/>
          </p:nvSpPr>
          <p:spPr>
            <a:xfrm>
              <a:off x="8039100" y="2971800"/>
              <a:ext cx="3429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WHAT IT MEANS</a:t>
              </a:r>
              <a:endParaRPr lang="en-US" sz="900" spc="54" kern="0" b="0" i="0" dirty="0">
                <a:solidFill>
                  <a:srgbClr val="0047FF"/>
                </a:solidFill>
                <a:latin typeface="IBM Plex Mono Medium"/>
                <a:ea typeface="IBM Plex Mono Medium"/>
                <a:cs typeface="IBM Plex Mono Medium"/>
              </a:endParaRPr>
            </a:p>
          </p:txBody>
        </p:sp>
      </p:grpSp>
      <p:grpSp>
        <p:nvGrpSpPr>
          <p:cNvPr id="32" name="node07"/>
          <p:cNvGrpSpPr/>
          <p:nvPr/>
        </p:nvGrpSpPr>
        <p:grpSpPr>
          <a:xfrm>
            <a:off x="8039100" y="3276600"/>
            <a:ext cx="3429000" cy="762000"/>
            <a:chOff x="8039100" y="3276600"/>
            <a:chExt cx="3429000" cy="762000"/>
          </a:xfrm>
        </p:grpSpPr>
        <p:sp>
          <p:nvSpPr>
            <p:cNvPr id="20" name="node07.source-001.bullet"/>
            <p:cNvSpPr/>
            <p:nvPr/>
          </p:nvSpPr>
          <p:spPr>
            <a:xfrm>
              <a:off x="8039100" y="3365500"/>
              <a:ext cx="38100" cy="38100"/>
            </a:xfrm>
            <a:prstGeom prst="rect">
              <a:avLst/>
            </a:prstGeom>
            <a:solidFill>
              <a:srgbClr val="070154"/>
            </a:solidFill>
            <a:ln>
              <a:noFill/>
            </a:ln>
          </p:spPr>
        </p:sp>
        <p:sp>
          <p:nvSpPr>
            <p:cNvPr id="21" name="node07.source-001.text"/>
            <p:cNvSpPr/>
            <p:nvPr/>
          </p:nvSpPr>
          <p:spPr>
            <a:xfrm>
              <a:off x="8191500" y="32766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Investment peaks in quarter 3</a:t>
              </a:r>
              <a:endParaRPr lang="en-US" sz="1200" spc="0" kern="0" b="0" i="0" dirty="0">
                <a:solidFill>
                  <a:srgbClr val="070154"/>
                </a:solidFill>
                <a:latin typeface="IBM Plex Sans"/>
                <a:ea typeface="IBM Plex Sans"/>
                <a:cs typeface="IBM Plex Sans"/>
              </a:endParaRPr>
            </a:p>
          </p:txBody>
        </p:sp>
        <p:sp>
          <p:nvSpPr>
            <p:cNvPr id="22" name="node07.source-002.bullet"/>
            <p:cNvSpPr/>
            <p:nvPr/>
          </p:nvSpPr>
          <p:spPr>
            <a:xfrm>
              <a:off x="8039100" y="3632200"/>
              <a:ext cx="38100" cy="38100"/>
            </a:xfrm>
            <a:prstGeom prst="rect">
              <a:avLst/>
            </a:prstGeom>
            <a:solidFill>
              <a:srgbClr val="070154"/>
            </a:solidFill>
            <a:ln>
              <a:noFill/>
            </a:ln>
          </p:spPr>
        </p:sp>
        <p:sp>
          <p:nvSpPr>
            <p:cNvPr id="23" name="node07.source-002.text"/>
            <p:cNvSpPr/>
            <p:nvPr/>
          </p:nvSpPr>
          <p:spPr>
            <a:xfrm>
              <a:off x="8191500" y="35433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Net value turns positive in quarter 5</a:t>
              </a:r>
              <a:endParaRPr lang="en-US" sz="1200" spc="0" kern="0" b="0" i="0" dirty="0">
                <a:solidFill>
                  <a:srgbClr val="070154"/>
                </a:solidFill>
                <a:latin typeface="IBM Plex Sans"/>
                <a:ea typeface="IBM Plex Sans"/>
                <a:cs typeface="IBM Plex Sans"/>
              </a:endParaRPr>
            </a:p>
          </p:txBody>
        </p:sp>
        <p:sp>
          <p:nvSpPr>
            <p:cNvPr id="24" name="node07.source-003.bullet"/>
            <p:cNvSpPr/>
            <p:nvPr/>
          </p:nvSpPr>
          <p:spPr>
            <a:xfrm>
              <a:off x="8039100" y="3898900"/>
              <a:ext cx="38100" cy="38100"/>
            </a:xfrm>
            <a:prstGeom prst="rect">
              <a:avLst/>
            </a:prstGeom>
            <a:solidFill>
              <a:srgbClr val="070154"/>
            </a:solidFill>
            <a:ln>
              <a:noFill/>
            </a:ln>
          </p:spPr>
        </p:sp>
        <p:sp>
          <p:nvSpPr>
            <p:cNvPr id="25" name="node07.source-003.text"/>
            <p:cNvSpPr/>
            <p:nvPr/>
          </p:nvSpPr>
          <p:spPr>
            <a:xfrm>
              <a:off x="8191500" y="38100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$6.0M net value by year three</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ource-277">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MODERNIZATION LIFECYCLE</a:t>
            </a:r>
            <a:endParaRPr lang="en-US" sz="1000" spc="80" kern="0" b="0" i="0" dirty="0">
              <a:solidFill>
                <a:srgbClr val="0047FF"/>
              </a:solidFill>
              <a:latin typeface="IBM Plex Mono SemiBold"/>
              <a:ea typeface="IBM Plex Mono SemiBold"/>
              <a:cs typeface="IBM Plex Mono SemiBold"/>
            </a:endParaRPr>
          </a:p>
        </p:txBody>
      </p:sp>
      <p:pic>
        <p:nvPicPr>
          <p:cNvPr id="4" name="title.mark-002-001" descr="highlight-1; canonical SHA256=b0048aa39744978d339a9910f5cc1482814a8a0eae4c5a63e1f80d6a2885b314">    </p:cNvPr>
          <p:cNvPicPr>
            <a:picLocks noChangeAspect="1"/>
          </p:cNvPicPr>
          <p:nvPr/>
        </p:nvPicPr>
        <p:blipFill>
          <a:blip r:embed="rId1"/>
          <a:stretch>
            <a:fillRect/>
          </a:stretch>
        </p:blipFill>
        <p:spPr>
          <a:xfrm>
            <a:off x="4541676" y="733532"/>
            <a:ext cx="3362475" cy="374904"/>
          </a:xfrm>
          <a:prstGeom prst="rect">
            <a:avLst/>
          </a:prstGeom>
        </p:spPr>
      </p:pic>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 xml:space="preserve">Each phase ends in a </a:t>
            </a:r>
            <a:r>
              <a:rPr lang="en-US" sz="3200" spc="-590" kern="0" b="0" i="0" dirty="0">
                <a:solidFill>
                  <a:srgbClr val="070154"/>
                </a:solidFill>
                <a:latin typeface="IBM Plex Sans SemiBold"/>
                <a:ea typeface="IBM Plex Sans SemiBold"/>
                <a:cs typeface="IBM Plex Sans SemiBold"/>
              </a:rPr>
              <a:t xml:space="preserve"> </a:t>
            </a:r>
            <a:r>
              <a:rPr lang="en-US" sz="3200" spc="-64" kern="0" b="0" i="0" dirty="0">
                <a:solidFill>
                  <a:srgbClr val="070154"/>
                </a:solidFill>
                <a:latin typeface="IBM Plex Sans SemiBold"/>
                <a:ea typeface="IBM Plex Sans SemiBold"/>
                <a:cs typeface="IBM Plex Sans SemiBold"/>
              </a:rPr>
              <a:t xml:space="preserve">concrete outcome</a:t>
            </a:r>
            <a:r>
              <a:rPr lang="en-US" sz="3200" spc="-590" kern="0" b="0" i="0" dirty="0">
                <a:solidFill>
                  <a:srgbClr val="070154"/>
                </a:solidFill>
                <a:latin typeface="IBM Plex Sans SemiBold"/>
                <a:ea typeface="IBM Plex Sans SemiBold"/>
                <a:cs typeface="IBM Plex Sans SemiBold"/>
              </a:rPr>
              <a:t xml:space="preserve"> </a:t>
            </a:r>
            <a:endParaRPr lang="en-US" sz="3200" spc="-64" kern="0" b="0" i="0" dirty="0">
              <a:solidFill>
                <a:srgbClr val="070154"/>
              </a:solidFill>
              <a:latin typeface="IBM Plex Sans SemiBold"/>
              <a:ea typeface="IBM Plex Sans SemiBold"/>
              <a:cs typeface="IBM Plex Sans SemiBold"/>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75</a:t>
            </a:fld>
            <a:endParaRPr lang="en-US" sz="700" spc="0" kern="0" b="0" i="0" dirty="0">
              <a:solidFill>
                <a:srgbClr val="070154"/>
              </a:solidFill>
              <a:latin typeface="IBM Plex Mono SemiBold"/>
              <a:ea typeface="IBM Plex Mono SemiBold"/>
              <a:cs typeface="IBM Plex Mono SemiBold"/>
            </a:endParaRPr>
          </a:p>
        </p:txBody>
      </p:sp>
      <p:grpSp>
        <p:nvGrpSpPr>
          <p:cNvPr id="52" name="node01"/>
          <p:cNvGrpSpPr/>
          <p:nvPr/>
        </p:nvGrpSpPr>
        <p:grpSpPr>
          <a:xfrm>
            <a:off x="723900" y="1600200"/>
            <a:ext cx="3429000" cy="914400"/>
            <a:chOff x="723900" y="1600200"/>
            <a:chExt cx="3429000" cy="914400"/>
          </a:xfrm>
        </p:grpSpPr>
        <p:sp>
          <p:nvSpPr>
            <p:cNvPr id="7" name="node01.surface"/>
            <p:cNvSpPr/>
            <p:nvPr/>
          </p:nvSpPr>
          <p:spPr>
            <a:xfrm>
              <a:off x="723900" y="1600200"/>
              <a:ext cx="3429000" cy="914400"/>
            </a:xfrm>
            <a:prstGeom prst="rect">
              <a:avLst/>
            </a:prstGeom>
            <a:solidFill>
              <a:srgbClr val="070154"/>
            </a:solidFill>
            <a:ln>
              <a:noFill/>
            </a:ln>
          </p:spPr>
        </p:sp>
      </p:grpSp>
      <p:grpSp>
        <p:nvGrpSpPr>
          <p:cNvPr id="53" name="node02"/>
          <p:cNvGrpSpPr/>
          <p:nvPr/>
        </p:nvGrpSpPr>
        <p:grpSpPr>
          <a:xfrm>
            <a:off x="876300" y="1676400"/>
            <a:ext cx="3124200" cy="304800"/>
            <a:chOff x="876300" y="1676400"/>
            <a:chExt cx="3124200" cy="304800"/>
          </a:xfrm>
        </p:grpSpPr>
        <p:sp>
          <p:nvSpPr>
            <p:cNvPr id="8" name="node02.text"/>
            <p:cNvSpPr/>
            <p:nvPr/>
          </p:nvSpPr>
          <p:spPr>
            <a:xfrm>
              <a:off x="876300" y="1676400"/>
              <a:ext cx="312420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F900D3"/>
                  </a:solidFill>
                  <a:latin typeface="IBM Plex Mono SemiBold"/>
                  <a:ea typeface="IBM Plex Mono SemiBold"/>
                  <a:cs typeface="IBM Plex Mono SemiBold"/>
                </a:rPr>
                <a:t>01</a:t>
              </a:r>
              <a:endParaRPr lang="en-US" sz="1800" spc="0" kern="0" b="0" i="0" dirty="0">
                <a:solidFill>
                  <a:srgbClr val="F900D3"/>
                </a:solidFill>
                <a:latin typeface="IBM Plex Mono SemiBold"/>
                <a:ea typeface="IBM Plex Mono SemiBold"/>
                <a:cs typeface="IBM Plex Mono SemiBold"/>
              </a:endParaRPr>
            </a:p>
          </p:txBody>
        </p:sp>
      </p:grpSp>
      <p:grpSp>
        <p:nvGrpSpPr>
          <p:cNvPr id="54" name="node03"/>
          <p:cNvGrpSpPr/>
          <p:nvPr/>
        </p:nvGrpSpPr>
        <p:grpSpPr>
          <a:xfrm>
            <a:off x="876300" y="2019300"/>
            <a:ext cx="3124200" cy="304800"/>
            <a:chOff x="876300" y="2019300"/>
            <a:chExt cx="3124200" cy="304800"/>
          </a:xfrm>
        </p:grpSpPr>
        <p:sp>
          <p:nvSpPr>
            <p:cNvPr id="9" name="node03.text"/>
            <p:cNvSpPr/>
            <p:nvPr/>
          </p:nvSpPr>
          <p:spPr>
            <a:xfrm>
              <a:off x="876300" y="2019300"/>
              <a:ext cx="31242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FFFFFF"/>
                  </a:solidFill>
                  <a:latin typeface="IBM Plex Sans SemiBold"/>
                  <a:ea typeface="IBM Plex Sans SemiBold"/>
                  <a:cs typeface="IBM Plex Sans SemiBold"/>
                </a:rPr>
                <a:t>Rationalize</a:t>
              </a:r>
              <a:endParaRPr lang="en-US" sz="1800" spc="-18" kern="0" b="0" i="0" dirty="0">
                <a:solidFill>
                  <a:srgbClr val="FFFFFF"/>
                </a:solidFill>
                <a:latin typeface="IBM Plex Sans SemiBold"/>
                <a:ea typeface="IBM Plex Sans SemiBold"/>
                <a:cs typeface="IBM Plex Sans SemiBold"/>
              </a:endParaRPr>
            </a:p>
          </p:txBody>
        </p:sp>
      </p:grpSp>
      <p:grpSp>
        <p:nvGrpSpPr>
          <p:cNvPr id="55" name="node04"/>
          <p:cNvGrpSpPr/>
          <p:nvPr/>
        </p:nvGrpSpPr>
        <p:grpSpPr>
          <a:xfrm>
            <a:off x="723900" y="2705100"/>
            <a:ext cx="3429000" cy="533400"/>
            <a:chOff x="723900" y="2705100"/>
            <a:chExt cx="3429000" cy="533400"/>
          </a:xfrm>
        </p:grpSpPr>
        <p:sp>
          <p:nvSpPr>
            <p:cNvPr id="10" name="node04.text"/>
            <p:cNvSpPr/>
            <p:nvPr/>
          </p:nvSpPr>
          <p:spPr>
            <a:xfrm>
              <a:off x="723900" y="2705100"/>
              <a:ext cx="34290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Decide what to modernize, in what order, and why it pays back.</a:t>
              </a:r>
              <a:endParaRPr lang="en-US" sz="1400" spc="0" kern="0" b="0" i="0" dirty="0">
                <a:solidFill>
                  <a:srgbClr val="50658E"/>
                </a:solidFill>
                <a:latin typeface="IBM Plex Sans"/>
                <a:ea typeface="IBM Plex Sans"/>
                <a:cs typeface="IBM Plex Sans"/>
              </a:endParaRPr>
            </a:p>
          </p:txBody>
        </p:sp>
      </p:grpSp>
      <p:grpSp>
        <p:nvGrpSpPr>
          <p:cNvPr id="56" name="node05"/>
          <p:cNvGrpSpPr/>
          <p:nvPr/>
        </p:nvGrpSpPr>
        <p:grpSpPr>
          <a:xfrm>
            <a:off x="723900" y="3390900"/>
            <a:ext cx="3429000" cy="1295400"/>
            <a:chOff x="723900" y="3390900"/>
            <a:chExt cx="3429000" cy="1295400"/>
          </a:xfrm>
        </p:grpSpPr>
        <p:sp>
          <p:nvSpPr>
            <p:cNvPr id="11" name="node05.source-001.bullet"/>
            <p:cNvSpPr/>
            <p:nvPr/>
          </p:nvSpPr>
          <p:spPr>
            <a:xfrm>
              <a:off x="723900" y="3498850"/>
              <a:ext cx="50800" cy="50800"/>
            </a:xfrm>
            <a:prstGeom prst="rect">
              <a:avLst/>
            </a:prstGeom>
            <a:solidFill>
              <a:srgbClr val="070154"/>
            </a:solidFill>
            <a:ln>
              <a:noFill/>
            </a:ln>
          </p:spPr>
        </p:sp>
        <p:sp>
          <p:nvSpPr>
            <p:cNvPr id="12" name="node05.source-001.text"/>
            <p:cNvSpPr/>
            <p:nvPr/>
          </p:nvSpPr>
          <p:spPr>
            <a:xfrm>
              <a:off x="914400" y="3390900"/>
              <a:ext cx="32385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Portfolio assessment</a:t>
              </a:r>
              <a:endParaRPr lang="en-US" sz="1400" spc="0" kern="0" b="0" i="0" dirty="0">
                <a:solidFill>
                  <a:srgbClr val="070154"/>
                </a:solidFill>
                <a:latin typeface="IBM Plex Sans"/>
                <a:ea typeface="IBM Plex Sans"/>
                <a:cs typeface="IBM Plex Sans"/>
              </a:endParaRPr>
            </a:p>
          </p:txBody>
        </p:sp>
        <p:sp>
          <p:nvSpPr>
            <p:cNvPr id="13" name="node05.source-002.bullet"/>
            <p:cNvSpPr/>
            <p:nvPr/>
          </p:nvSpPr>
          <p:spPr>
            <a:xfrm>
              <a:off x="723900" y="3841750"/>
              <a:ext cx="50800" cy="50800"/>
            </a:xfrm>
            <a:prstGeom prst="rect">
              <a:avLst/>
            </a:prstGeom>
            <a:solidFill>
              <a:srgbClr val="070154"/>
            </a:solidFill>
            <a:ln>
              <a:noFill/>
            </a:ln>
          </p:spPr>
        </p:sp>
        <p:sp>
          <p:nvSpPr>
            <p:cNvPr id="14" name="node05.source-002.text"/>
            <p:cNvSpPr/>
            <p:nvPr/>
          </p:nvSpPr>
          <p:spPr>
            <a:xfrm>
              <a:off x="914400" y="3733800"/>
              <a:ext cx="32385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Application rationalization</a:t>
              </a:r>
              <a:endParaRPr lang="en-US" sz="1400" spc="0" kern="0" b="0" i="0" dirty="0">
                <a:solidFill>
                  <a:srgbClr val="070154"/>
                </a:solidFill>
                <a:latin typeface="IBM Plex Sans"/>
                <a:ea typeface="IBM Plex Sans"/>
                <a:cs typeface="IBM Plex Sans"/>
              </a:endParaRPr>
            </a:p>
          </p:txBody>
        </p:sp>
        <p:sp>
          <p:nvSpPr>
            <p:cNvPr id="15" name="node05.source-003.bullet"/>
            <p:cNvSpPr/>
            <p:nvPr/>
          </p:nvSpPr>
          <p:spPr>
            <a:xfrm>
              <a:off x="723900" y="4184650"/>
              <a:ext cx="50800" cy="50800"/>
            </a:xfrm>
            <a:prstGeom prst="rect">
              <a:avLst/>
            </a:prstGeom>
            <a:solidFill>
              <a:srgbClr val="070154"/>
            </a:solidFill>
            <a:ln>
              <a:noFill/>
            </a:ln>
          </p:spPr>
        </p:sp>
        <p:sp>
          <p:nvSpPr>
            <p:cNvPr id="16" name="node05.source-003.text"/>
            <p:cNvSpPr/>
            <p:nvPr/>
          </p:nvSpPr>
          <p:spPr>
            <a:xfrm>
              <a:off x="914400" y="4076700"/>
              <a:ext cx="32385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Target architecture</a:t>
              </a:r>
              <a:endParaRPr lang="en-US" sz="1400" spc="0" kern="0" b="0" i="0" dirty="0">
                <a:solidFill>
                  <a:srgbClr val="070154"/>
                </a:solidFill>
                <a:latin typeface="IBM Plex Sans"/>
                <a:ea typeface="IBM Plex Sans"/>
                <a:cs typeface="IBM Plex Sans"/>
              </a:endParaRPr>
            </a:p>
          </p:txBody>
        </p:sp>
        <p:sp>
          <p:nvSpPr>
            <p:cNvPr id="17" name="node05.source-004.bullet"/>
            <p:cNvSpPr/>
            <p:nvPr/>
          </p:nvSpPr>
          <p:spPr>
            <a:xfrm>
              <a:off x="723900" y="4527550"/>
              <a:ext cx="50800" cy="50800"/>
            </a:xfrm>
            <a:prstGeom prst="rect">
              <a:avLst/>
            </a:prstGeom>
            <a:solidFill>
              <a:srgbClr val="070154"/>
            </a:solidFill>
            <a:ln>
              <a:noFill/>
            </a:ln>
          </p:spPr>
        </p:sp>
        <p:sp>
          <p:nvSpPr>
            <p:cNvPr id="18" name="node05.source-004.text"/>
            <p:cNvSpPr/>
            <p:nvPr/>
          </p:nvSpPr>
          <p:spPr>
            <a:xfrm>
              <a:off x="914400" y="4419600"/>
              <a:ext cx="32385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Business case</a:t>
              </a:r>
              <a:endParaRPr lang="en-US" sz="1400" spc="0" kern="0" b="0" i="0" dirty="0">
                <a:solidFill>
                  <a:srgbClr val="070154"/>
                </a:solidFill>
                <a:latin typeface="IBM Plex Sans"/>
                <a:ea typeface="IBM Plex Sans"/>
                <a:cs typeface="IBM Plex Sans"/>
              </a:endParaRPr>
            </a:p>
          </p:txBody>
        </p:sp>
      </p:grpSp>
      <p:grpSp>
        <p:nvGrpSpPr>
          <p:cNvPr id="57" name="node06"/>
          <p:cNvGrpSpPr/>
          <p:nvPr/>
        </p:nvGrpSpPr>
        <p:grpSpPr>
          <a:xfrm>
            <a:off x="723900" y="5029200"/>
            <a:ext cx="3429000" cy="914400"/>
            <a:chOff x="723900" y="5029200"/>
            <a:chExt cx="3429000" cy="914400"/>
          </a:xfrm>
        </p:grpSpPr>
        <p:sp>
          <p:nvSpPr>
            <p:cNvPr id="19" name="node06.container"/>
            <p:cNvSpPr/>
            <p:nvPr/>
          </p:nvSpPr>
          <p:spPr>
            <a:xfrm>
              <a:off x="723900" y="5029200"/>
              <a:ext cx="3429000" cy="914400"/>
            </a:xfrm>
            <a:prstGeom prst="rect">
              <a:avLst/>
            </a:prstGeom>
            <a:solidFill>
              <a:srgbClr val="E8EEF8"/>
            </a:solidFill>
            <a:ln>
              <a:noFill/>
            </a:ln>
          </p:spPr>
        </p:sp>
        <p:sp>
          <p:nvSpPr>
            <p:cNvPr id="20" name="node06.label"/>
            <p:cNvSpPr/>
            <p:nvPr/>
          </p:nvSpPr>
          <p:spPr>
            <a:xfrm>
              <a:off x="838200" y="5143500"/>
              <a:ext cx="32004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OUTCOME</a:t>
              </a:r>
              <a:endParaRPr lang="en-US" sz="900" spc="54" kern="0" b="0" i="0" dirty="0">
                <a:solidFill>
                  <a:srgbClr val="0047FF"/>
                </a:solidFill>
                <a:latin typeface="IBM Plex Mono Medium"/>
                <a:ea typeface="IBM Plex Mono Medium"/>
                <a:cs typeface="IBM Plex Mono Medium"/>
              </a:endParaRPr>
            </a:p>
          </p:txBody>
        </p:sp>
        <p:sp>
          <p:nvSpPr>
            <p:cNvPr id="21" name="node06.body.item-001.paragraph"/>
            <p:cNvSpPr/>
            <p:nvPr/>
          </p:nvSpPr>
          <p:spPr>
            <a:xfrm>
              <a:off x="838200" y="5334000"/>
              <a:ext cx="32004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A funded roadmap: every application has a disposition and a wave.</a:t>
              </a:r>
              <a:endParaRPr lang="en-US" sz="1200" spc="0" kern="0" b="0" i="0" dirty="0">
                <a:solidFill>
                  <a:srgbClr val="50658E"/>
                </a:solidFill>
                <a:latin typeface="IBM Plex Sans"/>
                <a:ea typeface="IBM Plex Sans"/>
                <a:cs typeface="IBM Plex Sans"/>
              </a:endParaRPr>
            </a:p>
          </p:txBody>
        </p:sp>
      </p:grpSp>
      <p:grpSp>
        <p:nvGrpSpPr>
          <p:cNvPr id="58" name="node07"/>
          <p:cNvGrpSpPr/>
          <p:nvPr/>
        </p:nvGrpSpPr>
        <p:grpSpPr>
          <a:xfrm>
            <a:off x="4381500" y="1600200"/>
            <a:ext cx="3429000" cy="914400"/>
            <a:chOff x="4381500" y="1600200"/>
            <a:chExt cx="3429000" cy="914400"/>
          </a:xfrm>
        </p:grpSpPr>
        <p:sp>
          <p:nvSpPr>
            <p:cNvPr id="22" name="node07.surface"/>
            <p:cNvSpPr/>
            <p:nvPr/>
          </p:nvSpPr>
          <p:spPr>
            <a:xfrm>
              <a:off x="4381500" y="1600200"/>
              <a:ext cx="3429000" cy="914400"/>
            </a:xfrm>
            <a:prstGeom prst="rect">
              <a:avLst/>
            </a:prstGeom>
            <a:solidFill>
              <a:srgbClr val="CED7E6"/>
            </a:solidFill>
            <a:ln>
              <a:noFill/>
            </a:ln>
          </p:spPr>
        </p:sp>
      </p:grpSp>
      <p:grpSp>
        <p:nvGrpSpPr>
          <p:cNvPr id="59" name="node08"/>
          <p:cNvGrpSpPr/>
          <p:nvPr/>
        </p:nvGrpSpPr>
        <p:grpSpPr>
          <a:xfrm>
            <a:off x="4533900" y="1676400"/>
            <a:ext cx="3124200" cy="304800"/>
            <a:chOff x="4533900" y="1676400"/>
            <a:chExt cx="3124200" cy="304800"/>
          </a:xfrm>
        </p:grpSpPr>
        <p:sp>
          <p:nvSpPr>
            <p:cNvPr id="23" name="node08.text"/>
            <p:cNvSpPr/>
            <p:nvPr/>
          </p:nvSpPr>
          <p:spPr>
            <a:xfrm>
              <a:off x="4533900" y="1676400"/>
              <a:ext cx="312420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02</a:t>
              </a:r>
              <a:endParaRPr lang="en-US" sz="1800" spc="0" kern="0" b="0" i="0" dirty="0">
                <a:solidFill>
                  <a:srgbClr val="0047FF"/>
                </a:solidFill>
                <a:latin typeface="IBM Plex Mono SemiBold"/>
                <a:ea typeface="IBM Plex Mono SemiBold"/>
                <a:cs typeface="IBM Plex Mono SemiBold"/>
              </a:endParaRPr>
            </a:p>
          </p:txBody>
        </p:sp>
      </p:grpSp>
      <p:grpSp>
        <p:nvGrpSpPr>
          <p:cNvPr id="60" name="node09"/>
          <p:cNvGrpSpPr/>
          <p:nvPr/>
        </p:nvGrpSpPr>
        <p:grpSpPr>
          <a:xfrm>
            <a:off x="4533900" y="2019300"/>
            <a:ext cx="3124200" cy="304800"/>
            <a:chOff x="4533900" y="2019300"/>
            <a:chExt cx="3124200" cy="304800"/>
          </a:xfrm>
        </p:grpSpPr>
        <p:sp>
          <p:nvSpPr>
            <p:cNvPr id="24" name="node09.text"/>
            <p:cNvSpPr/>
            <p:nvPr/>
          </p:nvSpPr>
          <p:spPr>
            <a:xfrm>
              <a:off x="4533900" y="2019300"/>
              <a:ext cx="31242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Build</a:t>
              </a:r>
              <a:endParaRPr lang="en-US" sz="1800" spc="-18" kern="0" b="0" i="0" dirty="0">
                <a:solidFill>
                  <a:srgbClr val="070154"/>
                </a:solidFill>
                <a:latin typeface="IBM Plex Sans SemiBold"/>
                <a:ea typeface="IBM Plex Sans SemiBold"/>
                <a:cs typeface="IBM Plex Sans SemiBold"/>
              </a:endParaRPr>
            </a:p>
          </p:txBody>
        </p:sp>
      </p:grpSp>
      <p:grpSp>
        <p:nvGrpSpPr>
          <p:cNvPr id="61" name="node10"/>
          <p:cNvGrpSpPr/>
          <p:nvPr/>
        </p:nvGrpSpPr>
        <p:grpSpPr>
          <a:xfrm>
            <a:off x="4381500" y="2705100"/>
            <a:ext cx="3429000" cy="533400"/>
            <a:chOff x="4381500" y="2705100"/>
            <a:chExt cx="3429000" cy="533400"/>
          </a:xfrm>
        </p:grpSpPr>
        <p:sp>
          <p:nvSpPr>
            <p:cNvPr id="25" name="node10.text"/>
            <p:cNvSpPr/>
            <p:nvPr/>
          </p:nvSpPr>
          <p:spPr>
            <a:xfrm>
              <a:off x="4381500" y="2705100"/>
              <a:ext cx="34290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Move the chosen applications and data onto the new platform, safely.</a:t>
              </a:r>
              <a:endParaRPr lang="en-US" sz="1400" spc="0" kern="0" b="0" i="0" dirty="0">
                <a:solidFill>
                  <a:srgbClr val="50658E"/>
                </a:solidFill>
                <a:latin typeface="IBM Plex Sans"/>
                <a:ea typeface="IBM Plex Sans"/>
                <a:cs typeface="IBM Plex Sans"/>
              </a:endParaRPr>
            </a:p>
          </p:txBody>
        </p:sp>
      </p:grpSp>
      <p:grpSp>
        <p:nvGrpSpPr>
          <p:cNvPr id="62" name="node11"/>
          <p:cNvGrpSpPr/>
          <p:nvPr/>
        </p:nvGrpSpPr>
        <p:grpSpPr>
          <a:xfrm>
            <a:off x="4381500" y="3390900"/>
            <a:ext cx="3429000" cy="1295400"/>
            <a:chOff x="4381500" y="3390900"/>
            <a:chExt cx="3429000" cy="1295400"/>
          </a:xfrm>
        </p:grpSpPr>
        <p:sp>
          <p:nvSpPr>
            <p:cNvPr id="26" name="node11.source-001.bullet"/>
            <p:cNvSpPr/>
            <p:nvPr/>
          </p:nvSpPr>
          <p:spPr>
            <a:xfrm>
              <a:off x="4381500" y="3498850"/>
              <a:ext cx="50800" cy="50800"/>
            </a:xfrm>
            <a:prstGeom prst="rect">
              <a:avLst/>
            </a:prstGeom>
            <a:solidFill>
              <a:srgbClr val="070154"/>
            </a:solidFill>
            <a:ln>
              <a:noFill/>
            </a:ln>
          </p:spPr>
        </p:sp>
        <p:sp>
          <p:nvSpPr>
            <p:cNvPr id="27" name="node11.source-001.text"/>
            <p:cNvSpPr/>
            <p:nvPr/>
          </p:nvSpPr>
          <p:spPr>
            <a:xfrm>
              <a:off x="4572000" y="3390900"/>
              <a:ext cx="32385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Re-platform</a:t>
              </a:r>
              <a:endParaRPr lang="en-US" sz="1400" spc="0" kern="0" b="0" i="0" dirty="0">
                <a:solidFill>
                  <a:srgbClr val="070154"/>
                </a:solidFill>
                <a:latin typeface="IBM Plex Sans"/>
                <a:ea typeface="IBM Plex Sans"/>
                <a:cs typeface="IBM Plex Sans"/>
              </a:endParaRPr>
            </a:p>
          </p:txBody>
        </p:sp>
        <p:sp>
          <p:nvSpPr>
            <p:cNvPr id="28" name="node11.source-002.bullet"/>
            <p:cNvSpPr/>
            <p:nvPr/>
          </p:nvSpPr>
          <p:spPr>
            <a:xfrm>
              <a:off x="4381500" y="3841750"/>
              <a:ext cx="50800" cy="50800"/>
            </a:xfrm>
            <a:prstGeom prst="rect">
              <a:avLst/>
            </a:prstGeom>
            <a:solidFill>
              <a:srgbClr val="070154"/>
            </a:solidFill>
            <a:ln>
              <a:noFill/>
            </a:ln>
          </p:spPr>
        </p:sp>
        <p:sp>
          <p:nvSpPr>
            <p:cNvPr id="29" name="node11.source-002.text"/>
            <p:cNvSpPr/>
            <p:nvPr/>
          </p:nvSpPr>
          <p:spPr>
            <a:xfrm>
              <a:off x="4572000" y="3733800"/>
              <a:ext cx="32385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Refactor</a:t>
              </a:r>
              <a:endParaRPr lang="en-US" sz="1400" spc="0" kern="0" b="0" i="0" dirty="0">
                <a:solidFill>
                  <a:srgbClr val="070154"/>
                </a:solidFill>
                <a:latin typeface="IBM Plex Sans"/>
                <a:ea typeface="IBM Plex Sans"/>
                <a:cs typeface="IBM Plex Sans"/>
              </a:endParaRPr>
            </a:p>
          </p:txBody>
        </p:sp>
        <p:sp>
          <p:nvSpPr>
            <p:cNvPr id="30" name="node11.source-003.bullet"/>
            <p:cNvSpPr/>
            <p:nvPr/>
          </p:nvSpPr>
          <p:spPr>
            <a:xfrm>
              <a:off x="4381500" y="4184650"/>
              <a:ext cx="50800" cy="50800"/>
            </a:xfrm>
            <a:prstGeom prst="rect">
              <a:avLst/>
            </a:prstGeom>
            <a:solidFill>
              <a:srgbClr val="070154"/>
            </a:solidFill>
            <a:ln>
              <a:noFill/>
            </a:ln>
          </p:spPr>
        </p:sp>
        <p:sp>
          <p:nvSpPr>
            <p:cNvPr id="31" name="node11.source-003.text"/>
            <p:cNvSpPr/>
            <p:nvPr/>
          </p:nvSpPr>
          <p:spPr>
            <a:xfrm>
              <a:off x="4572000" y="4076700"/>
              <a:ext cx="32385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Data migration</a:t>
              </a:r>
              <a:endParaRPr lang="en-US" sz="1400" spc="0" kern="0" b="0" i="0" dirty="0">
                <a:solidFill>
                  <a:srgbClr val="070154"/>
                </a:solidFill>
                <a:latin typeface="IBM Plex Sans"/>
                <a:ea typeface="IBM Plex Sans"/>
                <a:cs typeface="IBM Plex Sans"/>
              </a:endParaRPr>
            </a:p>
          </p:txBody>
        </p:sp>
        <p:sp>
          <p:nvSpPr>
            <p:cNvPr id="32" name="node11.source-004.bullet"/>
            <p:cNvSpPr/>
            <p:nvPr/>
          </p:nvSpPr>
          <p:spPr>
            <a:xfrm>
              <a:off x="4381500" y="4527550"/>
              <a:ext cx="50800" cy="50800"/>
            </a:xfrm>
            <a:prstGeom prst="rect">
              <a:avLst/>
            </a:prstGeom>
            <a:solidFill>
              <a:srgbClr val="070154"/>
            </a:solidFill>
            <a:ln>
              <a:noFill/>
            </a:ln>
          </p:spPr>
        </p:sp>
        <p:sp>
          <p:nvSpPr>
            <p:cNvPr id="33" name="node11.source-004.text"/>
            <p:cNvSpPr/>
            <p:nvPr/>
          </p:nvSpPr>
          <p:spPr>
            <a:xfrm>
              <a:off x="4572000" y="4419600"/>
              <a:ext cx="32385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Cutover</a:t>
              </a:r>
              <a:endParaRPr lang="en-US" sz="1400" spc="0" kern="0" b="0" i="0" dirty="0">
                <a:solidFill>
                  <a:srgbClr val="070154"/>
                </a:solidFill>
                <a:latin typeface="IBM Plex Sans"/>
                <a:ea typeface="IBM Plex Sans"/>
                <a:cs typeface="IBM Plex Sans"/>
              </a:endParaRPr>
            </a:p>
          </p:txBody>
        </p:sp>
      </p:grpSp>
      <p:grpSp>
        <p:nvGrpSpPr>
          <p:cNvPr id="63" name="node12"/>
          <p:cNvGrpSpPr/>
          <p:nvPr/>
        </p:nvGrpSpPr>
        <p:grpSpPr>
          <a:xfrm>
            <a:off x="4381500" y="5029200"/>
            <a:ext cx="3429000" cy="914400"/>
            <a:chOff x="4381500" y="5029200"/>
            <a:chExt cx="3429000" cy="914400"/>
          </a:xfrm>
        </p:grpSpPr>
        <p:sp>
          <p:nvSpPr>
            <p:cNvPr id="34" name="node12.container"/>
            <p:cNvSpPr/>
            <p:nvPr/>
          </p:nvSpPr>
          <p:spPr>
            <a:xfrm>
              <a:off x="4381500" y="5029200"/>
              <a:ext cx="3429000" cy="914400"/>
            </a:xfrm>
            <a:prstGeom prst="rect">
              <a:avLst/>
            </a:prstGeom>
            <a:solidFill>
              <a:srgbClr val="E8EEF8"/>
            </a:solidFill>
            <a:ln>
              <a:noFill/>
            </a:ln>
          </p:spPr>
        </p:sp>
        <p:sp>
          <p:nvSpPr>
            <p:cNvPr id="35" name="node12.label"/>
            <p:cNvSpPr/>
            <p:nvPr/>
          </p:nvSpPr>
          <p:spPr>
            <a:xfrm>
              <a:off x="4495800" y="5143500"/>
              <a:ext cx="32004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OUTCOME</a:t>
              </a:r>
              <a:endParaRPr lang="en-US" sz="900" spc="54" kern="0" b="0" i="0" dirty="0">
                <a:solidFill>
                  <a:srgbClr val="0047FF"/>
                </a:solidFill>
                <a:latin typeface="IBM Plex Mono Medium"/>
                <a:ea typeface="IBM Plex Mono Medium"/>
                <a:cs typeface="IBM Plex Mono Medium"/>
              </a:endParaRPr>
            </a:p>
          </p:txBody>
        </p:sp>
        <p:sp>
          <p:nvSpPr>
            <p:cNvPr id="36" name="node12.body.item-001.paragraph"/>
            <p:cNvSpPr/>
            <p:nvPr/>
          </p:nvSpPr>
          <p:spPr>
            <a:xfrm>
              <a:off x="4495800" y="5334000"/>
              <a:ext cx="32004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Applications live on the new platform with their data reconciled.</a:t>
              </a:r>
              <a:endParaRPr lang="en-US" sz="1200" spc="0" kern="0" b="0" i="0" dirty="0">
                <a:solidFill>
                  <a:srgbClr val="50658E"/>
                </a:solidFill>
                <a:latin typeface="IBM Plex Sans"/>
                <a:ea typeface="IBM Plex Sans"/>
                <a:cs typeface="IBM Plex Sans"/>
              </a:endParaRPr>
            </a:p>
          </p:txBody>
        </p:sp>
      </p:grpSp>
      <p:grpSp>
        <p:nvGrpSpPr>
          <p:cNvPr id="64" name="node13"/>
          <p:cNvGrpSpPr/>
          <p:nvPr/>
        </p:nvGrpSpPr>
        <p:grpSpPr>
          <a:xfrm>
            <a:off x="8039100" y="1600200"/>
            <a:ext cx="3429000" cy="914400"/>
            <a:chOff x="8039100" y="1600200"/>
            <a:chExt cx="3429000" cy="914400"/>
          </a:xfrm>
        </p:grpSpPr>
        <p:sp>
          <p:nvSpPr>
            <p:cNvPr id="37" name="node13.surface"/>
            <p:cNvSpPr/>
            <p:nvPr/>
          </p:nvSpPr>
          <p:spPr>
            <a:xfrm>
              <a:off x="8039100" y="1600200"/>
              <a:ext cx="3429000" cy="914400"/>
            </a:xfrm>
            <a:prstGeom prst="rect">
              <a:avLst/>
            </a:prstGeom>
            <a:solidFill>
              <a:srgbClr val="E8EEF8"/>
            </a:solidFill>
            <a:ln>
              <a:noFill/>
            </a:ln>
          </p:spPr>
        </p:sp>
      </p:grpSp>
      <p:grpSp>
        <p:nvGrpSpPr>
          <p:cNvPr id="65" name="node14"/>
          <p:cNvGrpSpPr/>
          <p:nvPr/>
        </p:nvGrpSpPr>
        <p:grpSpPr>
          <a:xfrm>
            <a:off x="8191500" y="1676400"/>
            <a:ext cx="3124200" cy="304800"/>
            <a:chOff x="8191500" y="1676400"/>
            <a:chExt cx="3124200" cy="304800"/>
          </a:xfrm>
        </p:grpSpPr>
        <p:sp>
          <p:nvSpPr>
            <p:cNvPr id="38" name="node14.text"/>
            <p:cNvSpPr/>
            <p:nvPr/>
          </p:nvSpPr>
          <p:spPr>
            <a:xfrm>
              <a:off x="8191500" y="1676400"/>
              <a:ext cx="312420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03</a:t>
              </a:r>
              <a:endParaRPr lang="en-US" sz="1800" spc="0" kern="0" b="0" i="0" dirty="0">
                <a:solidFill>
                  <a:srgbClr val="0047FF"/>
                </a:solidFill>
                <a:latin typeface="IBM Plex Mono SemiBold"/>
                <a:ea typeface="IBM Plex Mono SemiBold"/>
                <a:cs typeface="IBM Plex Mono SemiBold"/>
              </a:endParaRPr>
            </a:p>
          </p:txBody>
        </p:sp>
      </p:grpSp>
      <p:grpSp>
        <p:nvGrpSpPr>
          <p:cNvPr id="66" name="node15"/>
          <p:cNvGrpSpPr/>
          <p:nvPr/>
        </p:nvGrpSpPr>
        <p:grpSpPr>
          <a:xfrm>
            <a:off x="8191500" y="2019300"/>
            <a:ext cx="3124200" cy="304800"/>
            <a:chOff x="8191500" y="2019300"/>
            <a:chExt cx="3124200" cy="304800"/>
          </a:xfrm>
        </p:grpSpPr>
        <p:sp>
          <p:nvSpPr>
            <p:cNvPr id="39" name="node15.text"/>
            <p:cNvSpPr/>
            <p:nvPr/>
          </p:nvSpPr>
          <p:spPr>
            <a:xfrm>
              <a:off x="8191500" y="2019300"/>
              <a:ext cx="31242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Sustain</a:t>
              </a:r>
              <a:endParaRPr lang="en-US" sz="1800" spc="-18" kern="0" b="0" i="0" dirty="0">
                <a:solidFill>
                  <a:srgbClr val="070154"/>
                </a:solidFill>
                <a:latin typeface="IBM Plex Sans SemiBold"/>
                <a:ea typeface="IBM Plex Sans SemiBold"/>
                <a:cs typeface="IBM Plex Sans SemiBold"/>
              </a:endParaRPr>
            </a:p>
          </p:txBody>
        </p:sp>
      </p:grpSp>
      <p:grpSp>
        <p:nvGrpSpPr>
          <p:cNvPr id="67" name="node16"/>
          <p:cNvGrpSpPr/>
          <p:nvPr/>
        </p:nvGrpSpPr>
        <p:grpSpPr>
          <a:xfrm>
            <a:off x="8039100" y="2705100"/>
            <a:ext cx="3429000" cy="533400"/>
            <a:chOff x="8039100" y="2705100"/>
            <a:chExt cx="3429000" cy="533400"/>
          </a:xfrm>
        </p:grpSpPr>
        <p:sp>
          <p:nvSpPr>
            <p:cNvPr id="40" name="node16.text"/>
            <p:cNvSpPr/>
            <p:nvPr/>
          </p:nvSpPr>
          <p:spPr>
            <a:xfrm>
              <a:off x="8039100" y="2705100"/>
              <a:ext cx="34290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Run the new estate well and keep it from aging into the next legacy.</a:t>
              </a:r>
              <a:endParaRPr lang="en-US" sz="1400" spc="0" kern="0" b="0" i="0" dirty="0">
                <a:solidFill>
                  <a:srgbClr val="50658E"/>
                </a:solidFill>
                <a:latin typeface="IBM Plex Sans"/>
                <a:ea typeface="IBM Plex Sans"/>
                <a:cs typeface="IBM Plex Sans"/>
              </a:endParaRPr>
            </a:p>
          </p:txBody>
        </p:sp>
      </p:grpSp>
      <p:grpSp>
        <p:nvGrpSpPr>
          <p:cNvPr id="68" name="node17"/>
          <p:cNvGrpSpPr/>
          <p:nvPr/>
        </p:nvGrpSpPr>
        <p:grpSpPr>
          <a:xfrm>
            <a:off x="8039100" y="3390900"/>
            <a:ext cx="3429000" cy="1295400"/>
            <a:chOff x="8039100" y="3390900"/>
            <a:chExt cx="3429000" cy="1295400"/>
          </a:xfrm>
        </p:grpSpPr>
        <p:sp>
          <p:nvSpPr>
            <p:cNvPr id="41" name="node17.source-001.bullet"/>
            <p:cNvSpPr/>
            <p:nvPr/>
          </p:nvSpPr>
          <p:spPr>
            <a:xfrm>
              <a:off x="8039100" y="3498850"/>
              <a:ext cx="50800" cy="50800"/>
            </a:xfrm>
            <a:prstGeom prst="rect">
              <a:avLst/>
            </a:prstGeom>
            <a:solidFill>
              <a:srgbClr val="070154"/>
            </a:solidFill>
            <a:ln>
              <a:noFill/>
            </a:ln>
          </p:spPr>
        </p:sp>
        <p:sp>
          <p:nvSpPr>
            <p:cNvPr id="42" name="node17.source-001.text"/>
            <p:cNvSpPr/>
            <p:nvPr/>
          </p:nvSpPr>
          <p:spPr>
            <a:xfrm>
              <a:off x="8229600" y="3390900"/>
              <a:ext cx="32385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Run and operate</a:t>
              </a:r>
              <a:endParaRPr lang="en-US" sz="1400" spc="0" kern="0" b="0" i="0" dirty="0">
                <a:solidFill>
                  <a:srgbClr val="070154"/>
                </a:solidFill>
                <a:latin typeface="IBM Plex Sans"/>
                <a:ea typeface="IBM Plex Sans"/>
                <a:cs typeface="IBM Plex Sans"/>
              </a:endParaRPr>
            </a:p>
          </p:txBody>
        </p:sp>
        <p:sp>
          <p:nvSpPr>
            <p:cNvPr id="43" name="node17.source-002.bullet"/>
            <p:cNvSpPr/>
            <p:nvPr/>
          </p:nvSpPr>
          <p:spPr>
            <a:xfrm>
              <a:off x="8039100" y="3841750"/>
              <a:ext cx="50800" cy="50800"/>
            </a:xfrm>
            <a:prstGeom prst="rect">
              <a:avLst/>
            </a:prstGeom>
            <a:solidFill>
              <a:srgbClr val="070154"/>
            </a:solidFill>
            <a:ln>
              <a:noFill/>
            </a:ln>
          </p:spPr>
        </p:sp>
        <p:sp>
          <p:nvSpPr>
            <p:cNvPr id="44" name="node17.source-002.text"/>
            <p:cNvSpPr/>
            <p:nvPr/>
          </p:nvSpPr>
          <p:spPr>
            <a:xfrm>
              <a:off x="8229600" y="3733800"/>
              <a:ext cx="32385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Optimize</a:t>
              </a:r>
              <a:endParaRPr lang="en-US" sz="1400" spc="0" kern="0" b="0" i="0" dirty="0">
                <a:solidFill>
                  <a:srgbClr val="070154"/>
                </a:solidFill>
                <a:latin typeface="IBM Plex Sans"/>
                <a:ea typeface="IBM Plex Sans"/>
                <a:cs typeface="IBM Plex Sans"/>
              </a:endParaRPr>
            </a:p>
          </p:txBody>
        </p:sp>
        <p:sp>
          <p:nvSpPr>
            <p:cNvPr id="45" name="node17.source-003.bullet"/>
            <p:cNvSpPr/>
            <p:nvPr/>
          </p:nvSpPr>
          <p:spPr>
            <a:xfrm>
              <a:off x="8039100" y="4184650"/>
              <a:ext cx="50800" cy="50800"/>
            </a:xfrm>
            <a:prstGeom prst="rect">
              <a:avLst/>
            </a:prstGeom>
            <a:solidFill>
              <a:srgbClr val="070154"/>
            </a:solidFill>
            <a:ln>
              <a:noFill/>
            </a:ln>
          </p:spPr>
        </p:sp>
        <p:sp>
          <p:nvSpPr>
            <p:cNvPr id="46" name="node17.source-003.text"/>
            <p:cNvSpPr/>
            <p:nvPr/>
          </p:nvSpPr>
          <p:spPr>
            <a:xfrm>
              <a:off x="8229600" y="4076700"/>
              <a:ext cx="32385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Modernization governance</a:t>
              </a:r>
              <a:endParaRPr lang="en-US" sz="1400" spc="0" kern="0" b="0" i="0" dirty="0">
                <a:solidFill>
                  <a:srgbClr val="070154"/>
                </a:solidFill>
                <a:latin typeface="IBM Plex Sans"/>
                <a:ea typeface="IBM Plex Sans"/>
                <a:cs typeface="IBM Plex Sans"/>
              </a:endParaRPr>
            </a:p>
          </p:txBody>
        </p:sp>
        <p:sp>
          <p:nvSpPr>
            <p:cNvPr id="47" name="node17.source-004.bullet"/>
            <p:cNvSpPr/>
            <p:nvPr/>
          </p:nvSpPr>
          <p:spPr>
            <a:xfrm>
              <a:off x="8039100" y="4527550"/>
              <a:ext cx="50800" cy="50800"/>
            </a:xfrm>
            <a:prstGeom prst="rect">
              <a:avLst/>
            </a:prstGeom>
            <a:solidFill>
              <a:srgbClr val="070154"/>
            </a:solidFill>
            <a:ln>
              <a:noFill/>
            </a:ln>
          </p:spPr>
        </p:sp>
        <p:sp>
          <p:nvSpPr>
            <p:cNvPr id="48" name="node17.source-004.text"/>
            <p:cNvSpPr/>
            <p:nvPr/>
          </p:nvSpPr>
          <p:spPr>
            <a:xfrm>
              <a:off x="8229600" y="4419600"/>
              <a:ext cx="32385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Continuous modernization</a:t>
              </a:r>
              <a:endParaRPr lang="en-US" sz="1400" spc="0" kern="0" b="0" i="0" dirty="0">
                <a:solidFill>
                  <a:srgbClr val="070154"/>
                </a:solidFill>
                <a:latin typeface="IBM Plex Sans"/>
                <a:ea typeface="IBM Plex Sans"/>
                <a:cs typeface="IBM Plex Sans"/>
              </a:endParaRPr>
            </a:p>
          </p:txBody>
        </p:sp>
      </p:grpSp>
      <p:grpSp>
        <p:nvGrpSpPr>
          <p:cNvPr id="69" name="node18"/>
          <p:cNvGrpSpPr/>
          <p:nvPr/>
        </p:nvGrpSpPr>
        <p:grpSpPr>
          <a:xfrm>
            <a:off x="8039100" y="5029200"/>
            <a:ext cx="3429000" cy="914400"/>
            <a:chOff x="8039100" y="5029200"/>
            <a:chExt cx="3429000" cy="914400"/>
          </a:xfrm>
        </p:grpSpPr>
        <p:sp>
          <p:nvSpPr>
            <p:cNvPr id="49" name="node18.container"/>
            <p:cNvSpPr/>
            <p:nvPr/>
          </p:nvSpPr>
          <p:spPr>
            <a:xfrm>
              <a:off x="8039100" y="5029200"/>
              <a:ext cx="3429000" cy="914400"/>
            </a:xfrm>
            <a:prstGeom prst="rect">
              <a:avLst/>
            </a:prstGeom>
            <a:solidFill>
              <a:srgbClr val="E8EEF8"/>
            </a:solidFill>
            <a:ln>
              <a:noFill/>
            </a:ln>
          </p:spPr>
        </p:sp>
        <p:sp>
          <p:nvSpPr>
            <p:cNvPr id="50" name="node18.label"/>
            <p:cNvSpPr/>
            <p:nvPr/>
          </p:nvSpPr>
          <p:spPr>
            <a:xfrm>
              <a:off x="8153400" y="5143500"/>
              <a:ext cx="32004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OUTCOME</a:t>
              </a:r>
              <a:endParaRPr lang="en-US" sz="900" spc="54" kern="0" b="0" i="0" dirty="0">
                <a:solidFill>
                  <a:srgbClr val="0047FF"/>
                </a:solidFill>
                <a:latin typeface="IBM Plex Mono Medium"/>
                <a:ea typeface="IBM Plex Mono Medium"/>
                <a:cs typeface="IBM Plex Mono Medium"/>
              </a:endParaRPr>
            </a:p>
          </p:txBody>
        </p:sp>
        <p:sp>
          <p:nvSpPr>
            <p:cNvPr id="51" name="node18.body.item-001.paragraph"/>
            <p:cNvSpPr/>
            <p:nvPr/>
          </p:nvSpPr>
          <p:spPr>
            <a:xfrm>
              <a:off x="8153400" y="5334000"/>
              <a:ext cx="32004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A run model and a pipeline that keep the estate current.</a:t>
              </a:r>
              <a:endParaRPr lang="en-US" sz="1200" spc="0" kern="0" b="0" i="0" dirty="0">
                <a:solidFill>
                  <a:srgbClr val="50658E"/>
                </a:solidFill>
                <a:latin typeface="IBM Plex Sans"/>
                <a:ea typeface="IBM Plex Sans"/>
                <a:cs typeface="IBM Plex Sans"/>
              </a:endParaRPr>
            </a:p>
          </p:txBody>
        </p:sp>
      </p:gr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ource-278">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MODERNIZATION LIFECYCLE</a:t>
            </a:r>
            <a:endParaRPr lang="en-US" sz="1000" spc="80" kern="0" b="0" i="0" dirty="0">
              <a:solidFill>
                <a:srgbClr val="0047FF"/>
              </a:solidFill>
              <a:latin typeface="IBM Plex Mono SemiBold"/>
              <a:ea typeface="IBM Plex Mono SemiBold"/>
              <a:cs typeface="IBM Plex Mono SemiBold"/>
            </a:endParaRPr>
          </a:p>
        </p:txBody>
      </p:sp>
      <p:pic>
        <p:nvPicPr>
          <p:cNvPr id="4" name="title.mark-002-001" descr="highlight-1; canonical SHA256=b0048aa39744978d339a9910f5cc1482814a8a0eae4c5a63e1f80d6a2885b314">    </p:cNvPr>
          <p:cNvPicPr>
            <a:picLocks noChangeAspect="1"/>
          </p:cNvPicPr>
          <p:nvPr/>
        </p:nvPicPr>
        <p:blipFill>
          <a:blip r:embed="rId1"/>
          <a:stretch>
            <a:fillRect/>
          </a:stretch>
        </p:blipFill>
        <p:spPr>
          <a:xfrm>
            <a:off x="4703601" y="733532"/>
            <a:ext cx="1393901" cy="374904"/>
          </a:xfrm>
          <a:prstGeom prst="rect">
            <a:avLst/>
          </a:prstGeom>
        </p:spPr>
      </p:pic>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 xml:space="preserve">Every phase opens on </a:t>
            </a:r>
            <a:r>
              <a:rPr lang="en-US" sz="3200" spc="-590" kern="0" b="0" i="0" dirty="0">
                <a:solidFill>
                  <a:srgbClr val="070154"/>
                </a:solidFill>
                <a:latin typeface="IBM Plex Sans SemiBold"/>
                <a:ea typeface="IBM Plex Sans SemiBold"/>
                <a:cs typeface="IBM Plex Sans SemiBold"/>
              </a:rPr>
              <a:t xml:space="preserve"> </a:t>
            </a:r>
            <a:r>
              <a:rPr lang="en-US" sz="3200" spc="-64" kern="0" b="0" i="0" dirty="0">
                <a:solidFill>
                  <a:srgbClr val="070154"/>
                </a:solidFill>
                <a:latin typeface="IBM Plex Sans SemiBold"/>
                <a:ea typeface="IBM Plex Sans SemiBold"/>
                <a:cs typeface="IBM Plex Sans SemiBold"/>
              </a:rPr>
              <a:t xml:space="preserve">criteria</a:t>
            </a:r>
            <a:r>
              <a:rPr lang="en-US" sz="3200" spc="-590" kern="0" b="0" i="0" dirty="0">
                <a:solidFill>
                  <a:srgbClr val="070154"/>
                </a:solidFill>
                <a:latin typeface="IBM Plex Sans SemiBold"/>
                <a:ea typeface="IBM Plex Sans SemiBold"/>
                <a:cs typeface="IBM Plex Sans SemiBold"/>
              </a:rPr>
              <a:t xml:space="preserve"> </a:t>
            </a:r>
            <a:r>
              <a:rPr lang="en-US" sz="3200" spc="-64" kern="0" b="0" i="0" dirty="0">
                <a:solidFill>
                  <a:srgbClr val="070154"/>
                </a:solidFill>
                <a:latin typeface="IBM Plex Sans SemiBold"/>
                <a:ea typeface="IBM Plex Sans SemiBold"/>
                <a:cs typeface="IBM Plex Sans SemiBold"/>
              </a:rPr>
              <a:t xml:space="preserve"> and closes at a gate</a:t>
            </a:r>
            <a:endParaRPr lang="en-US" sz="3200" spc="-64" kern="0" b="0" i="0" dirty="0">
              <a:solidFill>
                <a:srgbClr val="070154"/>
              </a:solidFill>
              <a:latin typeface="IBM Plex Sans SemiBold"/>
              <a:ea typeface="IBM Plex Sans SemiBold"/>
              <a:cs typeface="IBM Plex Sans SemiBold"/>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76</a:t>
            </a:fld>
            <a:endParaRPr lang="en-US" sz="700" spc="0" kern="0" b="0" i="0" dirty="0">
              <a:solidFill>
                <a:srgbClr val="070154"/>
              </a:solidFill>
              <a:latin typeface="IBM Plex Mono SemiBold"/>
              <a:ea typeface="IBM Plex Mono SemiBold"/>
              <a:cs typeface="IBM Plex Mono SemiBold"/>
            </a:endParaRPr>
          </a:p>
        </p:txBody>
      </p:sp>
      <p:grpSp>
        <p:nvGrpSpPr>
          <p:cNvPr id="64" name="node01"/>
          <p:cNvGrpSpPr/>
          <p:nvPr/>
        </p:nvGrpSpPr>
        <p:grpSpPr>
          <a:xfrm>
            <a:off x="723900" y="1600200"/>
            <a:ext cx="3429000" cy="685800"/>
            <a:chOff x="723900" y="1600200"/>
            <a:chExt cx="3429000" cy="685800"/>
          </a:xfrm>
        </p:grpSpPr>
        <p:sp>
          <p:nvSpPr>
            <p:cNvPr id="7" name="node01.surface"/>
            <p:cNvSpPr/>
            <p:nvPr/>
          </p:nvSpPr>
          <p:spPr>
            <a:xfrm>
              <a:off x="723900" y="1600200"/>
              <a:ext cx="3429000" cy="685800"/>
            </a:xfrm>
            <a:prstGeom prst="rect">
              <a:avLst/>
            </a:prstGeom>
            <a:solidFill>
              <a:srgbClr val="070154"/>
            </a:solidFill>
            <a:ln>
              <a:noFill/>
            </a:ln>
          </p:spPr>
        </p:sp>
      </p:grpSp>
      <p:grpSp>
        <p:nvGrpSpPr>
          <p:cNvPr id="65" name="node02"/>
          <p:cNvGrpSpPr/>
          <p:nvPr/>
        </p:nvGrpSpPr>
        <p:grpSpPr>
          <a:xfrm>
            <a:off x="876300" y="1752600"/>
            <a:ext cx="3124200" cy="304800"/>
            <a:chOff x="876300" y="1752600"/>
            <a:chExt cx="3124200" cy="304800"/>
          </a:xfrm>
        </p:grpSpPr>
        <p:sp>
          <p:nvSpPr>
            <p:cNvPr id="8" name="node02.text"/>
            <p:cNvSpPr/>
            <p:nvPr/>
          </p:nvSpPr>
          <p:spPr>
            <a:xfrm>
              <a:off x="876300" y="1752600"/>
              <a:ext cx="31242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FFFFFF"/>
                  </a:solidFill>
                  <a:latin typeface="IBM Plex Sans SemiBold"/>
                  <a:ea typeface="IBM Plex Sans SemiBold"/>
                  <a:cs typeface="IBM Plex Sans SemiBold"/>
                </a:rPr>
                <a:t>1  Rationalize</a:t>
              </a:r>
              <a:endParaRPr lang="en-US" sz="1800" spc="-18" kern="0" b="0" i="0" dirty="0">
                <a:solidFill>
                  <a:srgbClr val="FFFFFF"/>
                </a:solidFill>
                <a:latin typeface="IBM Plex Sans SemiBold"/>
                <a:ea typeface="IBM Plex Sans SemiBold"/>
                <a:cs typeface="IBM Plex Sans SemiBold"/>
              </a:endParaRPr>
            </a:p>
          </p:txBody>
        </p:sp>
      </p:grpSp>
      <p:grpSp>
        <p:nvGrpSpPr>
          <p:cNvPr id="66" name="node03"/>
          <p:cNvGrpSpPr/>
          <p:nvPr/>
        </p:nvGrpSpPr>
        <p:grpSpPr>
          <a:xfrm>
            <a:off x="723900" y="2438400"/>
            <a:ext cx="3429000" cy="152400"/>
            <a:chOff x="723900" y="2438400"/>
            <a:chExt cx="3429000" cy="152400"/>
          </a:xfrm>
        </p:grpSpPr>
        <p:sp>
          <p:nvSpPr>
            <p:cNvPr id="9" name="node03.text"/>
            <p:cNvSpPr/>
            <p:nvPr/>
          </p:nvSpPr>
          <p:spPr>
            <a:xfrm>
              <a:off x="723900" y="2438400"/>
              <a:ext cx="3429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ENTRY CRITERIA</a:t>
              </a:r>
              <a:endParaRPr lang="en-US" sz="900" spc="54" kern="0" b="0" i="0" dirty="0">
                <a:solidFill>
                  <a:srgbClr val="50658E"/>
                </a:solidFill>
                <a:latin typeface="IBM Plex Mono Medium"/>
                <a:ea typeface="IBM Plex Mono Medium"/>
                <a:cs typeface="IBM Plex Mono Medium"/>
              </a:endParaRPr>
            </a:p>
          </p:txBody>
        </p:sp>
      </p:grpSp>
      <p:grpSp>
        <p:nvGrpSpPr>
          <p:cNvPr id="67" name="node04"/>
          <p:cNvGrpSpPr/>
          <p:nvPr/>
        </p:nvGrpSpPr>
        <p:grpSpPr>
          <a:xfrm>
            <a:off x="723900" y="2705100"/>
            <a:ext cx="3429000" cy="762000"/>
            <a:chOff x="723900" y="2705100"/>
            <a:chExt cx="3429000" cy="762000"/>
          </a:xfrm>
        </p:grpSpPr>
        <p:sp>
          <p:nvSpPr>
            <p:cNvPr id="10" name="node04.source-001.bullet"/>
            <p:cNvSpPr/>
            <p:nvPr/>
          </p:nvSpPr>
          <p:spPr>
            <a:xfrm>
              <a:off x="723900" y="2794000"/>
              <a:ext cx="38100" cy="38100"/>
            </a:xfrm>
            <a:prstGeom prst="rect">
              <a:avLst/>
            </a:prstGeom>
            <a:solidFill>
              <a:srgbClr val="070154"/>
            </a:solidFill>
            <a:ln>
              <a:noFill/>
            </a:ln>
          </p:spPr>
        </p:sp>
        <p:sp>
          <p:nvSpPr>
            <p:cNvPr id="11" name="node04.source-001.text"/>
            <p:cNvSpPr/>
            <p:nvPr/>
          </p:nvSpPr>
          <p:spPr>
            <a:xfrm>
              <a:off x="876300" y="27051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Mandate and sponsor named</a:t>
              </a:r>
              <a:endParaRPr lang="en-US" sz="1200" spc="0" kern="0" b="0" i="0" dirty="0">
                <a:solidFill>
                  <a:srgbClr val="070154"/>
                </a:solidFill>
                <a:latin typeface="IBM Plex Sans"/>
                <a:ea typeface="IBM Plex Sans"/>
                <a:cs typeface="IBM Plex Sans"/>
              </a:endParaRPr>
            </a:p>
          </p:txBody>
        </p:sp>
        <p:sp>
          <p:nvSpPr>
            <p:cNvPr id="12" name="node04.source-002.bullet"/>
            <p:cNvSpPr/>
            <p:nvPr/>
          </p:nvSpPr>
          <p:spPr>
            <a:xfrm>
              <a:off x="723900" y="3060700"/>
              <a:ext cx="38100" cy="38100"/>
            </a:xfrm>
            <a:prstGeom prst="rect">
              <a:avLst/>
            </a:prstGeom>
            <a:solidFill>
              <a:srgbClr val="070154"/>
            </a:solidFill>
            <a:ln>
              <a:noFill/>
            </a:ln>
          </p:spPr>
        </p:sp>
        <p:sp>
          <p:nvSpPr>
            <p:cNvPr id="13" name="node04.source-002.text"/>
            <p:cNvSpPr/>
            <p:nvPr/>
          </p:nvSpPr>
          <p:spPr>
            <a:xfrm>
              <a:off x="876300" y="29718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Application data accessible</a:t>
              </a:r>
              <a:endParaRPr lang="en-US" sz="1200" spc="0" kern="0" b="0" i="0" dirty="0">
                <a:solidFill>
                  <a:srgbClr val="070154"/>
                </a:solidFill>
                <a:latin typeface="IBM Plex Sans"/>
                <a:ea typeface="IBM Plex Sans"/>
                <a:cs typeface="IBM Plex Sans"/>
              </a:endParaRPr>
            </a:p>
          </p:txBody>
        </p:sp>
        <p:sp>
          <p:nvSpPr>
            <p:cNvPr id="14" name="node04.source-003.bullet"/>
            <p:cNvSpPr/>
            <p:nvPr/>
          </p:nvSpPr>
          <p:spPr>
            <a:xfrm>
              <a:off x="723900" y="3327400"/>
              <a:ext cx="38100" cy="38100"/>
            </a:xfrm>
            <a:prstGeom prst="rect">
              <a:avLst/>
            </a:prstGeom>
            <a:solidFill>
              <a:srgbClr val="070154"/>
            </a:solidFill>
            <a:ln>
              <a:noFill/>
            </a:ln>
          </p:spPr>
        </p:sp>
        <p:sp>
          <p:nvSpPr>
            <p:cNvPr id="15" name="node04.source-003.text"/>
            <p:cNvSpPr/>
            <p:nvPr/>
          </p:nvSpPr>
          <p:spPr>
            <a:xfrm>
              <a:off x="876300" y="32385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Budget for discovery released</a:t>
              </a:r>
              <a:endParaRPr lang="en-US" sz="1200" spc="0" kern="0" b="0" i="0" dirty="0">
                <a:solidFill>
                  <a:srgbClr val="070154"/>
                </a:solidFill>
                <a:latin typeface="IBM Plex Sans"/>
                <a:ea typeface="IBM Plex Sans"/>
                <a:cs typeface="IBM Plex Sans"/>
              </a:endParaRPr>
            </a:p>
          </p:txBody>
        </p:sp>
      </p:grpSp>
      <p:grpSp>
        <p:nvGrpSpPr>
          <p:cNvPr id="68" name="node05"/>
          <p:cNvGrpSpPr/>
          <p:nvPr/>
        </p:nvGrpSpPr>
        <p:grpSpPr>
          <a:xfrm>
            <a:off x="723900" y="3657600"/>
            <a:ext cx="3429000" cy="152400"/>
            <a:chOff x="723900" y="3657600"/>
            <a:chExt cx="3429000" cy="152400"/>
          </a:xfrm>
        </p:grpSpPr>
        <p:sp>
          <p:nvSpPr>
            <p:cNvPr id="16" name="node05.text"/>
            <p:cNvSpPr/>
            <p:nvPr/>
          </p:nvSpPr>
          <p:spPr>
            <a:xfrm>
              <a:off x="723900" y="3657600"/>
              <a:ext cx="3429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EXIT CRITERIA</a:t>
              </a:r>
              <a:endParaRPr lang="en-US" sz="900" spc="54" kern="0" b="0" i="0" dirty="0">
                <a:solidFill>
                  <a:srgbClr val="50658E"/>
                </a:solidFill>
                <a:latin typeface="IBM Plex Mono Medium"/>
                <a:ea typeface="IBM Plex Mono Medium"/>
                <a:cs typeface="IBM Plex Mono Medium"/>
              </a:endParaRPr>
            </a:p>
          </p:txBody>
        </p:sp>
      </p:grpSp>
      <p:grpSp>
        <p:nvGrpSpPr>
          <p:cNvPr id="69" name="node06"/>
          <p:cNvGrpSpPr/>
          <p:nvPr/>
        </p:nvGrpSpPr>
        <p:grpSpPr>
          <a:xfrm>
            <a:off x="723900" y="3924300"/>
            <a:ext cx="3429000" cy="495300"/>
            <a:chOff x="723900" y="3924300"/>
            <a:chExt cx="3429000" cy="495300"/>
          </a:xfrm>
        </p:grpSpPr>
        <p:sp>
          <p:nvSpPr>
            <p:cNvPr id="17" name="node06.source-001.bullet"/>
            <p:cNvSpPr/>
            <p:nvPr/>
          </p:nvSpPr>
          <p:spPr>
            <a:xfrm>
              <a:off x="723900" y="4013200"/>
              <a:ext cx="38100" cy="38100"/>
            </a:xfrm>
            <a:prstGeom prst="rect">
              <a:avLst/>
            </a:prstGeom>
            <a:solidFill>
              <a:srgbClr val="070154"/>
            </a:solidFill>
            <a:ln>
              <a:noFill/>
            </a:ln>
          </p:spPr>
        </p:sp>
        <p:sp>
          <p:nvSpPr>
            <p:cNvPr id="18" name="node06.source-001.text"/>
            <p:cNvSpPr/>
            <p:nvPr/>
          </p:nvSpPr>
          <p:spPr>
            <a:xfrm>
              <a:off x="876300" y="39243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Every application dispositioned</a:t>
              </a:r>
              <a:endParaRPr lang="en-US" sz="1200" spc="0" kern="0" b="0" i="0" dirty="0">
                <a:solidFill>
                  <a:srgbClr val="070154"/>
                </a:solidFill>
                <a:latin typeface="IBM Plex Sans"/>
                <a:ea typeface="IBM Plex Sans"/>
                <a:cs typeface="IBM Plex Sans"/>
              </a:endParaRPr>
            </a:p>
          </p:txBody>
        </p:sp>
        <p:sp>
          <p:nvSpPr>
            <p:cNvPr id="19" name="node06.source-002.bullet"/>
            <p:cNvSpPr/>
            <p:nvPr/>
          </p:nvSpPr>
          <p:spPr>
            <a:xfrm>
              <a:off x="723900" y="4279900"/>
              <a:ext cx="38100" cy="38100"/>
            </a:xfrm>
            <a:prstGeom prst="rect">
              <a:avLst/>
            </a:prstGeom>
            <a:solidFill>
              <a:srgbClr val="070154"/>
            </a:solidFill>
            <a:ln>
              <a:noFill/>
            </a:ln>
          </p:spPr>
        </p:sp>
        <p:sp>
          <p:nvSpPr>
            <p:cNvPr id="20" name="node06.source-002.text"/>
            <p:cNvSpPr/>
            <p:nvPr/>
          </p:nvSpPr>
          <p:spPr>
            <a:xfrm>
              <a:off x="876300" y="41910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Business case agreed by finance</a:t>
              </a:r>
              <a:endParaRPr lang="en-US" sz="1200" spc="0" kern="0" b="0" i="0" dirty="0">
                <a:solidFill>
                  <a:srgbClr val="070154"/>
                </a:solidFill>
                <a:latin typeface="IBM Plex Sans"/>
                <a:ea typeface="IBM Plex Sans"/>
                <a:cs typeface="IBM Plex Sans"/>
              </a:endParaRPr>
            </a:p>
          </p:txBody>
        </p:sp>
      </p:grpSp>
      <p:grpSp>
        <p:nvGrpSpPr>
          <p:cNvPr id="70" name="node07"/>
          <p:cNvGrpSpPr/>
          <p:nvPr/>
        </p:nvGrpSpPr>
        <p:grpSpPr>
          <a:xfrm>
            <a:off x="723900" y="4533900"/>
            <a:ext cx="3429000" cy="152400"/>
            <a:chOff x="723900" y="4533900"/>
            <a:chExt cx="3429000" cy="152400"/>
          </a:xfrm>
        </p:grpSpPr>
        <p:sp>
          <p:nvSpPr>
            <p:cNvPr id="21" name="node07.text"/>
            <p:cNvSpPr/>
            <p:nvPr/>
          </p:nvSpPr>
          <p:spPr>
            <a:xfrm>
              <a:off x="723900" y="4533900"/>
              <a:ext cx="3429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GATES</a:t>
              </a:r>
              <a:endParaRPr lang="en-US" sz="900" spc="54" kern="0" b="0" i="0" dirty="0">
                <a:solidFill>
                  <a:srgbClr val="50658E"/>
                </a:solidFill>
                <a:latin typeface="IBM Plex Mono Medium"/>
                <a:ea typeface="IBM Plex Mono Medium"/>
                <a:cs typeface="IBM Plex Mono Medium"/>
              </a:endParaRPr>
            </a:p>
          </p:txBody>
        </p:sp>
      </p:grpSp>
      <p:grpSp>
        <p:nvGrpSpPr>
          <p:cNvPr id="71" name="node08"/>
          <p:cNvGrpSpPr/>
          <p:nvPr/>
        </p:nvGrpSpPr>
        <p:grpSpPr>
          <a:xfrm>
            <a:off x="723900" y="4800600"/>
            <a:ext cx="3429000" cy="457200"/>
            <a:chOff x="723900" y="4800600"/>
            <a:chExt cx="3429000" cy="457200"/>
          </a:xfrm>
        </p:grpSpPr>
        <p:sp>
          <p:nvSpPr>
            <p:cNvPr id="22" name="node08.surface"/>
            <p:cNvSpPr/>
            <p:nvPr/>
          </p:nvSpPr>
          <p:spPr>
            <a:xfrm>
              <a:off x="723900" y="4800600"/>
              <a:ext cx="3429000" cy="457200"/>
            </a:xfrm>
            <a:prstGeom prst="rect">
              <a:avLst/>
            </a:prstGeom>
            <a:solidFill>
              <a:srgbClr val="05013F"/>
            </a:solidFill>
            <a:ln>
              <a:noFill/>
            </a:ln>
          </p:spPr>
        </p:sp>
        <p:sp>
          <p:nvSpPr>
            <p:cNvPr id="23" name="node08.text"/>
            <p:cNvSpPr/>
            <p:nvPr/>
          </p:nvSpPr>
          <p:spPr>
            <a:xfrm>
              <a:off x="876300" y="4914900"/>
              <a:ext cx="3124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G1  Portfolio decision</a:t>
              </a:r>
              <a:endParaRPr lang="en-US" sz="1200" spc="0" kern="0" b="0" i="0" dirty="0">
                <a:solidFill>
                  <a:srgbClr val="FFFFFF"/>
                </a:solidFill>
                <a:latin typeface="IBM Plex Sans"/>
                <a:ea typeface="IBM Plex Sans"/>
                <a:cs typeface="IBM Plex Sans"/>
              </a:endParaRPr>
            </a:p>
          </p:txBody>
        </p:sp>
      </p:grpSp>
      <p:grpSp>
        <p:nvGrpSpPr>
          <p:cNvPr id="72" name="node09"/>
          <p:cNvGrpSpPr/>
          <p:nvPr/>
        </p:nvGrpSpPr>
        <p:grpSpPr>
          <a:xfrm>
            <a:off x="723900" y="5486400"/>
            <a:ext cx="3429000" cy="457200"/>
            <a:chOff x="723900" y="5486400"/>
            <a:chExt cx="3429000" cy="457200"/>
          </a:xfrm>
        </p:grpSpPr>
        <p:sp>
          <p:nvSpPr>
            <p:cNvPr id="24" name="node09.surface"/>
            <p:cNvSpPr/>
            <p:nvPr/>
          </p:nvSpPr>
          <p:spPr>
            <a:xfrm>
              <a:off x="723900" y="5486400"/>
              <a:ext cx="3429000" cy="457200"/>
            </a:xfrm>
            <a:prstGeom prst="rect">
              <a:avLst/>
            </a:prstGeom>
            <a:solidFill>
              <a:srgbClr val="05013F"/>
            </a:solidFill>
            <a:ln>
              <a:noFill/>
            </a:ln>
          </p:spPr>
        </p:sp>
        <p:sp>
          <p:nvSpPr>
            <p:cNvPr id="25" name="node09.text"/>
            <p:cNvSpPr/>
            <p:nvPr/>
          </p:nvSpPr>
          <p:spPr>
            <a:xfrm>
              <a:off x="876300" y="5600700"/>
              <a:ext cx="3124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G2  Architecture and funding</a:t>
              </a:r>
              <a:endParaRPr lang="en-US" sz="1200" spc="0" kern="0" b="0" i="0" dirty="0">
                <a:solidFill>
                  <a:srgbClr val="FFFFFF"/>
                </a:solidFill>
                <a:latin typeface="IBM Plex Sans"/>
                <a:ea typeface="IBM Plex Sans"/>
                <a:cs typeface="IBM Plex Sans"/>
              </a:endParaRPr>
            </a:p>
          </p:txBody>
        </p:sp>
      </p:grpSp>
      <p:grpSp>
        <p:nvGrpSpPr>
          <p:cNvPr id="73" name="node10"/>
          <p:cNvGrpSpPr/>
          <p:nvPr/>
        </p:nvGrpSpPr>
        <p:grpSpPr>
          <a:xfrm>
            <a:off x="4381500" y="1600200"/>
            <a:ext cx="3429000" cy="685800"/>
            <a:chOff x="4381500" y="1600200"/>
            <a:chExt cx="3429000" cy="685800"/>
          </a:xfrm>
        </p:grpSpPr>
        <p:sp>
          <p:nvSpPr>
            <p:cNvPr id="26" name="node10.surface"/>
            <p:cNvSpPr/>
            <p:nvPr/>
          </p:nvSpPr>
          <p:spPr>
            <a:xfrm>
              <a:off x="4381500" y="1600200"/>
              <a:ext cx="3429000" cy="685800"/>
            </a:xfrm>
            <a:prstGeom prst="rect">
              <a:avLst/>
            </a:prstGeom>
            <a:solidFill>
              <a:srgbClr val="CED7E6"/>
            </a:solidFill>
            <a:ln>
              <a:noFill/>
            </a:ln>
          </p:spPr>
        </p:sp>
      </p:grpSp>
      <p:grpSp>
        <p:nvGrpSpPr>
          <p:cNvPr id="74" name="node11"/>
          <p:cNvGrpSpPr/>
          <p:nvPr/>
        </p:nvGrpSpPr>
        <p:grpSpPr>
          <a:xfrm>
            <a:off x="4533900" y="1752600"/>
            <a:ext cx="3124200" cy="304800"/>
            <a:chOff x="4533900" y="1752600"/>
            <a:chExt cx="3124200" cy="304800"/>
          </a:xfrm>
        </p:grpSpPr>
        <p:sp>
          <p:nvSpPr>
            <p:cNvPr id="27" name="node11.text"/>
            <p:cNvSpPr/>
            <p:nvPr/>
          </p:nvSpPr>
          <p:spPr>
            <a:xfrm>
              <a:off x="4533900" y="1752600"/>
              <a:ext cx="31242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2  Build</a:t>
              </a:r>
              <a:endParaRPr lang="en-US" sz="1800" spc="-18" kern="0" b="0" i="0" dirty="0">
                <a:solidFill>
                  <a:srgbClr val="070154"/>
                </a:solidFill>
                <a:latin typeface="IBM Plex Sans SemiBold"/>
                <a:ea typeface="IBM Plex Sans SemiBold"/>
                <a:cs typeface="IBM Plex Sans SemiBold"/>
              </a:endParaRPr>
            </a:p>
          </p:txBody>
        </p:sp>
      </p:grpSp>
      <p:grpSp>
        <p:nvGrpSpPr>
          <p:cNvPr id="75" name="node12"/>
          <p:cNvGrpSpPr/>
          <p:nvPr/>
        </p:nvGrpSpPr>
        <p:grpSpPr>
          <a:xfrm>
            <a:off x="4381500" y="2438400"/>
            <a:ext cx="3429000" cy="152400"/>
            <a:chOff x="4381500" y="2438400"/>
            <a:chExt cx="3429000" cy="152400"/>
          </a:xfrm>
        </p:grpSpPr>
        <p:sp>
          <p:nvSpPr>
            <p:cNvPr id="28" name="node12.text"/>
            <p:cNvSpPr/>
            <p:nvPr/>
          </p:nvSpPr>
          <p:spPr>
            <a:xfrm>
              <a:off x="4381500" y="2438400"/>
              <a:ext cx="3429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ENTRY CRITERIA</a:t>
              </a:r>
              <a:endParaRPr lang="en-US" sz="900" spc="54" kern="0" b="0" i="0" dirty="0">
                <a:solidFill>
                  <a:srgbClr val="50658E"/>
                </a:solidFill>
                <a:latin typeface="IBM Plex Mono Medium"/>
                <a:ea typeface="IBM Plex Mono Medium"/>
                <a:cs typeface="IBM Plex Mono Medium"/>
              </a:endParaRPr>
            </a:p>
          </p:txBody>
        </p:sp>
      </p:grpSp>
      <p:grpSp>
        <p:nvGrpSpPr>
          <p:cNvPr id="76" name="node13"/>
          <p:cNvGrpSpPr/>
          <p:nvPr/>
        </p:nvGrpSpPr>
        <p:grpSpPr>
          <a:xfrm>
            <a:off x="4381500" y="2705100"/>
            <a:ext cx="3429000" cy="762000"/>
            <a:chOff x="4381500" y="2705100"/>
            <a:chExt cx="3429000" cy="762000"/>
          </a:xfrm>
        </p:grpSpPr>
        <p:sp>
          <p:nvSpPr>
            <p:cNvPr id="29" name="node13.source-001.bullet"/>
            <p:cNvSpPr/>
            <p:nvPr/>
          </p:nvSpPr>
          <p:spPr>
            <a:xfrm>
              <a:off x="4381500" y="2794000"/>
              <a:ext cx="38100" cy="38100"/>
            </a:xfrm>
            <a:prstGeom prst="rect">
              <a:avLst/>
            </a:prstGeom>
            <a:solidFill>
              <a:srgbClr val="070154"/>
            </a:solidFill>
            <a:ln>
              <a:noFill/>
            </a:ln>
          </p:spPr>
        </p:sp>
        <p:sp>
          <p:nvSpPr>
            <p:cNvPr id="30" name="node13.source-001.text"/>
            <p:cNvSpPr/>
            <p:nvPr/>
          </p:nvSpPr>
          <p:spPr>
            <a:xfrm>
              <a:off x="4533900" y="27051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Roadmap and funding approved</a:t>
              </a:r>
              <a:endParaRPr lang="en-US" sz="1200" spc="0" kern="0" b="0" i="0" dirty="0">
                <a:solidFill>
                  <a:srgbClr val="070154"/>
                </a:solidFill>
                <a:latin typeface="IBM Plex Sans"/>
                <a:ea typeface="IBM Plex Sans"/>
                <a:cs typeface="IBM Plex Sans"/>
              </a:endParaRPr>
            </a:p>
          </p:txBody>
        </p:sp>
        <p:sp>
          <p:nvSpPr>
            <p:cNvPr id="31" name="node13.source-002.bullet"/>
            <p:cNvSpPr/>
            <p:nvPr/>
          </p:nvSpPr>
          <p:spPr>
            <a:xfrm>
              <a:off x="4381500" y="3060700"/>
              <a:ext cx="38100" cy="38100"/>
            </a:xfrm>
            <a:prstGeom prst="rect">
              <a:avLst/>
            </a:prstGeom>
            <a:solidFill>
              <a:srgbClr val="070154"/>
            </a:solidFill>
            <a:ln>
              <a:noFill/>
            </a:ln>
          </p:spPr>
        </p:sp>
        <p:sp>
          <p:nvSpPr>
            <p:cNvPr id="32" name="node13.source-002.text"/>
            <p:cNvSpPr/>
            <p:nvPr/>
          </p:nvSpPr>
          <p:spPr>
            <a:xfrm>
              <a:off x="4533900" y="29718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Target architecture signed</a:t>
              </a:r>
              <a:endParaRPr lang="en-US" sz="1200" spc="0" kern="0" b="0" i="0" dirty="0">
                <a:solidFill>
                  <a:srgbClr val="070154"/>
                </a:solidFill>
                <a:latin typeface="IBM Plex Sans"/>
                <a:ea typeface="IBM Plex Sans"/>
                <a:cs typeface="IBM Plex Sans"/>
              </a:endParaRPr>
            </a:p>
          </p:txBody>
        </p:sp>
        <p:sp>
          <p:nvSpPr>
            <p:cNvPr id="33" name="node13.source-003.bullet"/>
            <p:cNvSpPr/>
            <p:nvPr/>
          </p:nvSpPr>
          <p:spPr>
            <a:xfrm>
              <a:off x="4381500" y="3327400"/>
              <a:ext cx="38100" cy="38100"/>
            </a:xfrm>
            <a:prstGeom prst="rect">
              <a:avLst/>
            </a:prstGeom>
            <a:solidFill>
              <a:srgbClr val="070154"/>
            </a:solidFill>
            <a:ln>
              <a:noFill/>
            </a:ln>
          </p:spPr>
        </p:sp>
        <p:sp>
          <p:nvSpPr>
            <p:cNvPr id="34" name="node13.source-003.text"/>
            <p:cNvSpPr/>
            <p:nvPr/>
          </p:nvSpPr>
          <p:spPr>
            <a:xfrm>
              <a:off x="4533900" y="32385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Wave 1 team in place</a:t>
              </a:r>
              <a:endParaRPr lang="en-US" sz="1200" spc="0" kern="0" b="0" i="0" dirty="0">
                <a:solidFill>
                  <a:srgbClr val="070154"/>
                </a:solidFill>
                <a:latin typeface="IBM Plex Sans"/>
                <a:ea typeface="IBM Plex Sans"/>
                <a:cs typeface="IBM Plex Sans"/>
              </a:endParaRPr>
            </a:p>
          </p:txBody>
        </p:sp>
      </p:grpSp>
      <p:grpSp>
        <p:nvGrpSpPr>
          <p:cNvPr id="77" name="node14"/>
          <p:cNvGrpSpPr/>
          <p:nvPr/>
        </p:nvGrpSpPr>
        <p:grpSpPr>
          <a:xfrm>
            <a:off x="4381500" y="3657600"/>
            <a:ext cx="3429000" cy="152400"/>
            <a:chOff x="4381500" y="3657600"/>
            <a:chExt cx="3429000" cy="152400"/>
          </a:xfrm>
        </p:grpSpPr>
        <p:sp>
          <p:nvSpPr>
            <p:cNvPr id="35" name="node14.text"/>
            <p:cNvSpPr/>
            <p:nvPr/>
          </p:nvSpPr>
          <p:spPr>
            <a:xfrm>
              <a:off x="4381500" y="3657600"/>
              <a:ext cx="3429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EXIT CRITERIA</a:t>
              </a:r>
              <a:endParaRPr lang="en-US" sz="900" spc="54" kern="0" b="0" i="0" dirty="0">
                <a:solidFill>
                  <a:srgbClr val="50658E"/>
                </a:solidFill>
                <a:latin typeface="IBM Plex Mono Medium"/>
                <a:ea typeface="IBM Plex Mono Medium"/>
                <a:cs typeface="IBM Plex Mono Medium"/>
              </a:endParaRPr>
            </a:p>
          </p:txBody>
        </p:sp>
      </p:grpSp>
      <p:grpSp>
        <p:nvGrpSpPr>
          <p:cNvPr id="78" name="node15"/>
          <p:cNvGrpSpPr/>
          <p:nvPr/>
        </p:nvGrpSpPr>
        <p:grpSpPr>
          <a:xfrm>
            <a:off x="4381500" y="3924300"/>
            <a:ext cx="3429000" cy="495300"/>
            <a:chOff x="4381500" y="3924300"/>
            <a:chExt cx="3429000" cy="495300"/>
          </a:xfrm>
        </p:grpSpPr>
        <p:sp>
          <p:nvSpPr>
            <p:cNvPr id="36" name="node15.source-001.bullet"/>
            <p:cNvSpPr/>
            <p:nvPr/>
          </p:nvSpPr>
          <p:spPr>
            <a:xfrm>
              <a:off x="4381500" y="4013200"/>
              <a:ext cx="38100" cy="38100"/>
            </a:xfrm>
            <a:prstGeom prst="rect">
              <a:avLst/>
            </a:prstGeom>
            <a:solidFill>
              <a:srgbClr val="070154"/>
            </a:solidFill>
            <a:ln>
              <a:noFill/>
            </a:ln>
          </p:spPr>
        </p:sp>
        <p:sp>
          <p:nvSpPr>
            <p:cNvPr id="37" name="node15.source-001.text"/>
            <p:cNvSpPr/>
            <p:nvPr/>
          </p:nvSpPr>
          <p:spPr>
            <a:xfrm>
              <a:off x="4533900" y="39243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Rollback rehearsed and passed</a:t>
              </a:r>
              <a:endParaRPr lang="en-US" sz="1200" spc="0" kern="0" b="0" i="0" dirty="0">
                <a:solidFill>
                  <a:srgbClr val="070154"/>
                </a:solidFill>
                <a:latin typeface="IBM Plex Sans"/>
                <a:ea typeface="IBM Plex Sans"/>
                <a:cs typeface="IBM Plex Sans"/>
              </a:endParaRPr>
            </a:p>
          </p:txBody>
        </p:sp>
        <p:sp>
          <p:nvSpPr>
            <p:cNvPr id="38" name="node15.source-002.bullet"/>
            <p:cNvSpPr/>
            <p:nvPr/>
          </p:nvSpPr>
          <p:spPr>
            <a:xfrm>
              <a:off x="4381500" y="4279900"/>
              <a:ext cx="38100" cy="38100"/>
            </a:xfrm>
            <a:prstGeom prst="rect">
              <a:avLst/>
            </a:prstGeom>
            <a:solidFill>
              <a:srgbClr val="070154"/>
            </a:solidFill>
            <a:ln>
              <a:noFill/>
            </a:ln>
          </p:spPr>
        </p:sp>
        <p:sp>
          <p:nvSpPr>
            <p:cNvPr id="39" name="node15.source-002.text"/>
            <p:cNvSpPr/>
            <p:nvPr/>
          </p:nvSpPr>
          <p:spPr>
            <a:xfrm>
              <a:off x="4533900" y="41910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Data reconciled to the penny</a:t>
              </a:r>
              <a:endParaRPr lang="en-US" sz="1200" spc="0" kern="0" b="0" i="0" dirty="0">
                <a:solidFill>
                  <a:srgbClr val="070154"/>
                </a:solidFill>
                <a:latin typeface="IBM Plex Sans"/>
                <a:ea typeface="IBM Plex Sans"/>
                <a:cs typeface="IBM Plex Sans"/>
              </a:endParaRPr>
            </a:p>
          </p:txBody>
        </p:sp>
      </p:grpSp>
      <p:grpSp>
        <p:nvGrpSpPr>
          <p:cNvPr id="79" name="node16"/>
          <p:cNvGrpSpPr/>
          <p:nvPr/>
        </p:nvGrpSpPr>
        <p:grpSpPr>
          <a:xfrm>
            <a:off x="4381500" y="4533900"/>
            <a:ext cx="3429000" cy="152400"/>
            <a:chOff x="4381500" y="4533900"/>
            <a:chExt cx="3429000" cy="152400"/>
          </a:xfrm>
        </p:grpSpPr>
        <p:sp>
          <p:nvSpPr>
            <p:cNvPr id="40" name="node16.text"/>
            <p:cNvSpPr/>
            <p:nvPr/>
          </p:nvSpPr>
          <p:spPr>
            <a:xfrm>
              <a:off x="4381500" y="4533900"/>
              <a:ext cx="3429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GATES</a:t>
              </a:r>
              <a:endParaRPr lang="en-US" sz="900" spc="54" kern="0" b="0" i="0" dirty="0">
                <a:solidFill>
                  <a:srgbClr val="50658E"/>
                </a:solidFill>
                <a:latin typeface="IBM Plex Mono Medium"/>
                <a:ea typeface="IBM Plex Mono Medium"/>
                <a:cs typeface="IBM Plex Mono Medium"/>
              </a:endParaRPr>
            </a:p>
          </p:txBody>
        </p:sp>
      </p:grpSp>
      <p:grpSp>
        <p:nvGrpSpPr>
          <p:cNvPr id="80" name="node17"/>
          <p:cNvGrpSpPr/>
          <p:nvPr/>
        </p:nvGrpSpPr>
        <p:grpSpPr>
          <a:xfrm>
            <a:off x="4381500" y="4800600"/>
            <a:ext cx="3429000" cy="457200"/>
            <a:chOff x="4381500" y="4800600"/>
            <a:chExt cx="3429000" cy="457200"/>
          </a:xfrm>
        </p:grpSpPr>
        <p:sp>
          <p:nvSpPr>
            <p:cNvPr id="41" name="node17.surface"/>
            <p:cNvSpPr/>
            <p:nvPr/>
          </p:nvSpPr>
          <p:spPr>
            <a:xfrm>
              <a:off x="4381500" y="4800600"/>
              <a:ext cx="3429000" cy="457200"/>
            </a:xfrm>
            <a:prstGeom prst="rect">
              <a:avLst/>
            </a:prstGeom>
            <a:solidFill>
              <a:srgbClr val="05013F"/>
            </a:solidFill>
            <a:ln>
              <a:noFill/>
            </a:ln>
          </p:spPr>
        </p:sp>
        <p:sp>
          <p:nvSpPr>
            <p:cNvPr id="42" name="node17.text"/>
            <p:cNvSpPr/>
            <p:nvPr/>
          </p:nvSpPr>
          <p:spPr>
            <a:xfrm>
              <a:off x="4533900" y="4914900"/>
              <a:ext cx="3124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G3  Cutover readiness</a:t>
              </a:r>
              <a:endParaRPr lang="en-US" sz="1200" spc="0" kern="0" b="0" i="0" dirty="0">
                <a:solidFill>
                  <a:srgbClr val="FFFFFF"/>
                </a:solidFill>
                <a:latin typeface="IBM Plex Sans"/>
                <a:ea typeface="IBM Plex Sans"/>
                <a:cs typeface="IBM Plex Sans"/>
              </a:endParaRPr>
            </a:p>
          </p:txBody>
        </p:sp>
      </p:grpSp>
      <p:grpSp>
        <p:nvGrpSpPr>
          <p:cNvPr id="81" name="node18"/>
          <p:cNvGrpSpPr/>
          <p:nvPr/>
        </p:nvGrpSpPr>
        <p:grpSpPr>
          <a:xfrm>
            <a:off x="4381500" y="5486400"/>
            <a:ext cx="3429000" cy="457200"/>
            <a:chOff x="4381500" y="5486400"/>
            <a:chExt cx="3429000" cy="457200"/>
          </a:xfrm>
        </p:grpSpPr>
        <p:sp>
          <p:nvSpPr>
            <p:cNvPr id="43" name="node18.surface"/>
            <p:cNvSpPr/>
            <p:nvPr/>
          </p:nvSpPr>
          <p:spPr>
            <a:xfrm>
              <a:off x="4381500" y="5486400"/>
              <a:ext cx="3429000" cy="457200"/>
            </a:xfrm>
            <a:prstGeom prst="rect">
              <a:avLst/>
            </a:prstGeom>
            <a:solidFill>
              <a:srgbClr val="05013F"/>
            </a:solidFill>
            <a:ln>
              <a:noFill/>
            </a:ln>
          </p:spPr>
        </p:sp>
        <p:sp>
          <p:nvSpPr>
            <p:cNvPr id="44" name="node18.text"/>
            <p:cNvSpPr/>
            <p:nvPr/>
          </p:nvSpPr>
          <p:spPr>
            <a:xfrm>
              <a:off x="4533900" y="5600700"/>
              <a:ext cx="3124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G4  Steady-state handover</a:t>
              </a:r>
              <a:endParaRPr lang="en-US" sz="1200" spc="0" kern="0" b="0" i="0" dirty="0">
                <a:solidFill>
                  <a:srgbClr val="FFFFFF"/>
                </a:solidFill>
                <a:latin typeface="IBM Plex Sans"/>
                <a:ea typeface="IBM Plex Sans"/>
                <a:cs typeface="IBM Plex Sans"/>
              </a:endParaRPr>
            </a:p>
          </p:txBody>
        </p:sp>
      </p:grpSp>
      <p:grpSp>
        <p:nvGrpSpPr>
          <p:cNvPr id="82" name="node19"/>
          <p:cNvGrpSpPr/>
          <p:nvPr/>
        </p:nvGrpSpPr>
        <p:grpSpPr>
          <a:xfrm>
            <a:off x="8039100" y="1600200"/>
            <a:ext cx="3429000" cy="685800"/>
            <a:chOff x="8039100" y="1600200"/>
            <a:chExt cx="3429000" cy="685800"/>
          </a:xfrm>
        </p:grpSpPr>
        <p:sp>
          <p:nvSpPr>
            <p:cNvPr id="45" name="node19.surface"/>
            <p:cNvSpPr/>
            <p:nvPr/>
          </p:nvSpPr>
          <p:spPr>
            <a:xfrm>
              <a:off x="8039100" y="1600200"/>
              <a:ext cx="3429000" cy="685800"/>
            </a:xfrm>
            <a:prstGeom prst="rect">
              <a:avLst/>
            </a:prstGeom>
            <a:solidFill>
              <a:srgbClr val="E8EEF8"/>
            </a:solidFill>
            <a:ln>
              <a:noFill/>
            </a:ln>
          </p:spPr>
        </p:sp>
      </p:grpSp>
      <p:grpSp>
        <p:nvGrpSpPr>
          <p:cNvPr id="83" name="node20"/>
          <p:cNvGrpSpPr/>
          <p:nvPr/>
        </p:nvGrpSpPr>
        <p:grpSpPr>
          <a:xfrm>
            <a:off x="8191500" y="1752600"/>
            <a:ext cx="3124200" cy="304800"/>
            <a:chOff x="8191500" y="1752600"/>
            <a:chExt cx="3124200" cy="304800"/>
          </a:xfrm>
        </p:grpSpPr>
        <p:sp>
          <p:nvSpPr>
            <p:cNvPr id="46" name="node20.text"/>
            <p:cNvSpPr/>
            <p:nvPr/>
          </p:nvSpPr>
          <p:spPr>
            <a:xfrm>
              <a:off x="8191500" y="1752600"/>
              <a:ext cx="31242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3  Sustain</a:t>
              </a:r>
              <a:endParaRPr lang="en-US" sz="1800" spc="-18" kern="0" b="0" i="0" dirty="0">
                <a:solidFill>
                  <a:srgbClr val="070154"/>
                </a:solidFill>
                <a:latin typeface="IBM Plex Sans SemiBold"/>
                <a:ea typeface="IBM Plex Sans SemiBold"/>
                <a:cs typeface="IBM Plex Sans SemiBold"/>
              </a:endParaRPr>
            </a:p>
          </p:txBody>
        </p:sp>
      </p:grpSp>
      <p:grpSp>
        <p:nvGrpSpPr>
          <p:cNvPr id="84" name="node21"/>
          <p:cNvGrpSpPr/>
          <p:nvPr/>
        </p:nvGrpSpPr>
        <p:grpSpPr>
          <a:xfrm>
            <a:off x="8039100" y="2438400"/>
            <a:ext cx="3429000" cy="152400"/>
            <a:chOff x="8039100" y="2438400"/>
            <a:chExt cx="3429000" cy="152400"/>
          </a:xfrm>
        </p:grpSpPr>
        <p:sp>
          <p:nvSpPr>
            <p:cNvPr id="47" name="node21.text"/>
            <p:cNvSpPr/>
            <p:nvPr/>
          </p:nvSpPr>
          <p:spPr>
            <a:xfrm>
              <a:off x="8039100" y="2438400"/>
              <a:ext cx="3429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ENTRY CRITERIA</a:t>
              </a:r>
              <a:endParaRPr lang="en-US" sz="900" spc="54" kern="0" b="0" i="0" dirty="0">
                <a:solidFill>
                  <a:srgbClr val="50658E"/>
                </a:solidFill>
                <a:latin typeface="IBM Plex Mono Medium"/>
                <a:ea typeface="IBM Plex Mono Medium"/>
                <a:cs typeface="IBM Plex Mono Medium"/>
              </a:endParaRPr>
            </a:p>
          </p:txBody>
        </p:sp>
      </p:grpSp>
      <p:grpSp>
        <p:nvGrpSpPr>
          <p:cNvPr id="85" name="node22"/>
          <p:cNvGrpSpPr/>
          <p:nvPr/>
        </p:nvGrpSpPr>
        <p:grpSpPr>
          <a:xfrm>
            <a:off x="8039100" y="2705100"/>
            <a:ext cx="3429000" cy="762000"/>
            <a:chOff x="8039100" y="2705100"/>
            <a:chExt cx="3429000" cy="762000"/>
          </a:xfrm>
        </p:grpSpPr>
        <p:sp>
          <p:nvSpPr>
            <p:cNvPr id="48" name="node22.source-001.bullet"/>
            <p:cNvSpPr/>
            <p:nvPr/>
          </p:nvSpPr>
          <p:spPr>
            <a:xfrm>
              <a:off x="8039100" y="2794000"/>
              <a:ext cx="38100" cy="38100"/>
            </a:xfrm>
            <a:prstGeom prst="rect">
              <a:avLst/>
            </a:prstGeom>
            <a:solidFill>
              <a:srgbClr val="070154"/>
            </a:solidFill>
            <a:ln>
              <a:noFill/>
            </a:ln>
          </p:spPr>
        </p:sp>
        <p:sp>
          <p:nvSpPr>
            <p:cNvPr id="49" name="node22.source-001.text"/>
            <p:cNvSpPr/>
            <p:nvPr/>
          </p:nvSpPr>
          <p:spPr>
            <a:xfrm>
              <a:off x="8191500" y="27051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Cutover complete, hypercare done</a:t>
              </a:r>
              <a:endParaRPr lang="en-US" sz="1200" spc="0" kern="0" b="0" i="0" dirty="0">
                <a:solidFill>
                  <a:srgbClr val="070154"/>
                </a:solidFill>
                <a:latin typeface="IBM Plex Sans"/>
                <a:ea typeface="IBM Plex Sans"/>
                <a:cs typeface="IBM Plex Sans"/>
              </a:endParaRPr>
            </a:p>
          </p:txBody>
        </p:sp>
        <p:sp>
          <p:nvSpPr>
            <p:cNvPr id="50" name="node22.source-002.bullet"/>
            <p:cNvSpPr/>
            <p:nvPr/>
          </p:nvSpPr>
          <p:spPr>
            <a:xfrm>
              <a:off x="8039100" y="3060700"/>
              <a:ext cx="38100" cy="38100"/>
            </a:xfrm>
            <a:prstGeom prst="rect">
              <a:avLst/>
            </a:prstGeom>
            <a:solidFill>
              <a:srgbClr val="070154"/>
            </a:solidFill>
            <a:ln>
              <a:noFill/>
            </a:ln>
          </p:spPr>
        </p:sp>
        <p:sp>
          <p:nvSpPr>
            <p:cNvPr id="51" name="node22.source-002.text"/>
            <p:cNvSpPr/>
            <p:nvPr/>
          </p:nvSpPr>
          <p:spPr>
            <a:xfrm>
              <a:off x="8191500" y="29718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Runbooks accepted by support</a:t>
              </a:r>
              <a:endParaRPr lang="en-US" sz="1200" spc="0" kern="0" b="0" i="0" dirty="0">
                <a:solidFill>
                  <a:srgbClr val="070154"/>
                </a:solidFill>
                <a:latin typeface="IBM Plex Sans"/>
                <a:ea typeface="IBM Plex Sans"/>
                <a:cs typeface="IBM Plex Sans"/>
              </a:endParaRPr>
            </a:p>
          </p:txBody>
        </p:sp>
        <p:sp>
          <p:nvSpPr>
            <p:cNvPr id="52" name="node22.source-003.bullet"/>
            <p:cNvSpPr/>
            <p:nvPr/>
          </p:nvSpPr>
          <p:spPr>
            <a:xfrm>
              <a:off x="8039100" y="3327400"/>
              <a:ext cx="38100" cy="38100"/>
            </a:xfrm>
            <a:prstGeom prst="rect">
              <a:avLst/>
            </a:prstGeom>
            <a:solidFill>
              <a:srgbClr val="070154"/>
            </a:solidFill>
            <a:ln>
              <a:noFill/>
            </a:ln>
          </p:spPr>
        </p:sp>
        <p:sp>
          <p:nvSpPr>
            <p:cNvPr id="53" name="node22.source-003.text"/>
            <p:cNvSpPr/>
            <p:nvPr/>
          </p:nvSpPr>
          <p:spPr>
            <a:xfrm>
              <a:off x="8191500" y="32385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Run budget transferred</a:t>
              </a:r>
              <a:endParaRPr lang="en-US" sz="1200" spc="0" kern="0" b="0" i="0" dirty="0">
                <a:solidFill>
                  <a:srgbClr val="070154"/>
                </a:solidFill>
                <a:latin typeface="IBM Plex Sans"/>
                <a:ea typeface="IBM Plex Sans"/>
                <a:cs typeface="IBM Plex Sans"/>
              </a:endParaRPr>
            </a:p>
          </p:txBody>
        </p:sp>
      </p:grpSp>
      <p:grpSp>
        <p:nvGrpSpPr>
          <p:cNvPr id="86" name="node23"/>
          <p:cNvGrpSpPr/>
          <p:nvPr/>
        </p:nvGrpSpPr>
        <p:grpSpPr>
          <a:xfrm>
            <a:off x="8039100" y="3657600"/>
            <a:ext cx="3429000" cy="152400"/>
            <a:chOff x="8039100" y="3657600"/>
            <a:chExt cx="3429000" cy="152400"/>
          </a:xfrm>
        </p:grpSpPr>
        <p:sp>
          <p:nvSpPr>
            <p:cNvPr id="54" name="node23.text"/>
            <p:cNvSpPr/>
            <p:nvPr/>
          </p:nvSpPr>
          <p:spPr>
            <a:xfrm>
              <a:off x="8039100" y="3657600"/>
              <a:ext cx="3429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EXIT CRITERIA</a:t>
              </a:r>
              <a:endParaRPr lang="en-US" sz="900" spc="54" kern="0" b="0" i="0" dirty="0">
                <a:solidFill>
                  <a:srgbClr val="50658E"/>
                </a:solidFill>
                <a:latin typeface="IBM Plex Mono Medium"/>
                <a:ea typeface="IBM Plex Mono Medium"/>
                <a:cs typeface="IBM Plex Mono Medium"/>
              </a:endParaRPr>
            </a:p>
          </p:txBody>
        </p:sp>
      </p:grpSp>
      <p:grpSp>
        <p:nvGrpSpPr>
          <p:cNvPr id="87" name="node24"/>
          <p:cNvGrpSpPr/>
          <p:nvPr/>
        </p:nvGrpSpPr>
        <p:grpSpPr>
          <a:xfrm>
            <a:off x="8039100" y="3924300"/>
            <a:ext cx="3429000" cy="495300"/>
            <a:chOff x="8039100" y="3924300"/>
            <a:chExt cx="3429000" cy="495300"/>
          </a:xfrm>
        </p:grpSpPr>
        <p:sp>
          <p:nvSpPr>
            <p:cNvPr id="55" name="node24.source-001.bullet"/>
            <p:cNvSpPr/>
            <p:nvPr/>
          </p:nvSpPr>
          <p:spPr>
            <a:xfrm>
              <a:off x="8039100" y="4013200"/>
              <a:ext cx="38100" cy="38100"/>
            </a:xfrm>
            <a:prstGeom prst="rect">
              <a:avLst/>
            </a:prstGeom>
            <a:solidFill>
              <a:srgbClr val="070154"/>
            </a:solidFill>
            <a:ln>
              <a:noFill/>
            </a:ln>
          </p:spPr>
        </p:sp>
        <p:sp>
          <p:nvSpPr>
            <p:cNvPr id="56" name="node24.source-001.text"/>
            <p:cNvSpPr/>
            <p:nvPr/>
          </p:nvSpPr>
          <p:spPr>
            <a:xfrm>
              <a:off x="8191500" y="39243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Service levels met two quarters</a:t>
              </a:r>
              <a:endParaRPr lang="en-US" sz="1200" spc="0" kern="0" b="0" i="0" dirty="0">
                <a:solidFill>
                  <a:srgbClr val="070154"/>
                </a:solidFill>
                <a:latin typeface="IBM Plex Sans"/>
                <a:ea typeface="IBM Plex Sans"/>
                <a:cs typeface="IBM Plex Sans"/>
              </a:endParaRPr>
            </a:p>
          </p:txBody>
        </p:sp>
        <p:sp>
          <p:nvSpPr>
            <p:cNvPr id="57" name="node24.source-002.bullet"/>
            <p:cNvSpPr/>
            <p:nvPr/>
          </p:nvSpPr>
          <p:spPr>
            <a:xfrm>
              <a:off x="8039100" y="4279900"/>
              <a:ext cx="38100" cy="38100"/>
            </a:xfrm>
            <a:prstGeom prst="rect">
              <a:avLst/>
            </a:prstGeom>
            <a:solidFill>
              <a:srgbClr val="070154"/>
            </a:solidFill>
            <a:ln>
              <a:noFill/>
            </a:ln>
          </p:spPr>
        </p:sp>
        <p:sp>
          <p:nvSpPr>
            <p:cNvPr id="58" name="node24.source-002.text"/>
            <p:cNvSpPr/>
            <p:nvPr/>
          </p:nvSpPr>
          <p:spPr>
            <a:xfrm>
              <a:off x="8191500" y="41910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Next-wave candidates ranked</a:t>
              </a:r>
              <a:endParaRPr lang="en-US" sz="1200" spc="0" kern="0" b="0" i="0" dirty="0">
                <a:solidFill>
                  <a:srgbClr val="070154"/>
                </a:solidFill>
                <a:latin typeface="IBM Plex Sans"/>
                <a:ea typeface="IBM Plex Sans"/>
                <a:cs typeface="IBM Plex Sans"/>
              </a:endParaRPr>
            </a:p>
          </p:txBody>
        </p:sp>
      </p:grpSp>
      <p:grpSp>
        <p:nvGrpSpPr>
          <p:cNvPr id="88" name="node25"/>
          <p:cNvGrpSpPr/>
          <p:nvPr/>
        </p:nvGrpSpPr>
        <p:grpSpPr>
          <a:xfrm>
            <a:off x="8039100" y="4533900"/>
            <a:ext cx="3429000" cy="152400"/>
            <a:chOff x="8039100" y="4533900"/>
            <a:chExt cx="3429000" cy="152400"/>
          </a:xfrm>
        </p:grpSpPr>
        <p:sp>
          <p:nvSpPr>
            <p:cNvPr id="59" name="node25.text"/>
            <p:cNvSpPr/>
            <p:nvPr/>
          </p:nvSpPr>
          <p:spPr>
            <a:xfrm>
              <a:off x="8039100" y="4533900"/>
              <a:ext cx="3429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GATES</a:t>
              </a:r>
              <a:endParaRPr lang="en-US" sz="900" spc="54" kern="0" b="0" i="0" dirty="0">
                <a:solidFill>
                  <a:srgbClr val="50658E"/>
                </a:solidFill>
                <a:latin typeface="IBM Plex Mono Medium"/>
                <a:ea typeface="IBM Plex Mono Medium"/>
                <a:cs typeface="IBM Plex Mono Medium"/>
              </a:endParaRPr>
            </a:p>
          </p:txBody>
        </p:sp>
      </p:grpSp>
      <p:grpSp>
        <p:nvGrpSpPr>
          <p:cNvPr id="89" name="node26"/>
          <p:cNvGrpSpPr/>
          <p:nvPr/>
        </p:nvGrpSpPr>
        <p:grpSpPr>
          <a:xfrm>
            <a:off x="8039100" y="4800600"/>
            <a:ext cx="3429000" cy="457200"/>
            <a:chOff x="8039100" y="4800600"/>
            <a:chExt cx="3429000" cy="457200"/>
          </a:xfrm>
        </p:grpSpPr>
        <p:sp>
          <p:nvSpPr>
            <p:cNvPr id="60" name="node26.surface"/>
            <p:cNvSpPr/>
            <p:nvPr/>
          </p:nvSpPr>
          <p:spPr>
            <a:xfrm>
              <a:off x="8039100" y="4800600"/>
              <a:ext cx="3429000" cy="457200"/>
            </a:xfrm>
            <a:prstGeom prst="rect">
              <a:avLst/>
            </a:prstGeom>
            <a:solidFill>
              <a:srgbClr val="05013F"/>
            </a:solidFill>
            <a:ln>
              <a:noFill/>
            </a:ln>
          </p:spPr>
        </p:sp>
        <p:sp>
          <p:nvSpPr>
            <p:cNvPr id="61" name="node26.text"/>
            <p:cNvSpPr/>
            <p:nvPr/>
          </p:nvSpPr>
          <p:spPr>
            <a:xfrm>
              <a:off x="8191500" y="4914900"/>
              <a:ext cx="3124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Quarterly health review</a:t>
              </a:r>
              <a:endParaRPr lang="en-US" sz="1200" spc="0" kern="0" b="0" i="0" dirty="0">
                <a:solidFill>
                  <a:srgbClr val="FFFFFF"/>
                </a:solidFill>
                <a:latin typeface="IBM Plex Sans"/>
                <a:ea typeface="IBM Plex Sans"/>
                <a:cs typeface="IBM Plex Sans"/>
              </a:endParaRPr>
            </a:p>
          </p:txBody>
        </p:sp>
      </p:grpSp>
      <p:grpSp>
        <p:nvGrpSpPr>
          <p:cNvPr id="90" name="node27"/>
          <p:cNvGrpSpPr/>
          <p:nvPr/>
        </p:nvGrpSpPr>
        <p:grpSpPr>
          <a:xfrm>
            <a:off x="8039100" y="5486400"/>
            <a:ext cx="3429000" cy="457200"/>
            <a:chOff x="8039100" y="5486400"/>
            <a:chExt cx="3429000" cy="457200"/>
          </a:xfrm>
        </p:grpSpPr>
        <p:sp>
          <p:nvSpPr>
            <p:cNvPr id="62" name="node27.surface"/>
            <p:cNvSpPr/>
            <p:nvPr/>
          </p:nvSpPr>
          <p:spPr>
            <a:xfrm>
              <a:off x="8039100" y="5486400"/>
              <a:ext cx="3429000" cy="457200"/>
            </a:xfrm>
            <a:prstGeom prst="rect">
              <a:avLst/>
            </a:prstGeom>
            <a:solidFill>
              <a:srgbClr val="05013F"/>
            </a:solidFill>
            <a:ln>
              <a:noFill/>
            </a:ln>
          </p:spPr>
        </p:sp>
        <p:sp>
          <p:nvSpPr>
            <p:cNvPr id="63" name="node27.text"/>
            <p:cNvSpPr/>
            <p:nvPr/>
          </p:nvSpPr>
          <p:spPr>
            <a:xfrm>
              <a:off x="8191500" y="5600700"/>
              <a:ext cx="3124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Annual re-rationalization</a:t>
              </a:r>
              <a:endParaRPr lang="en-US" sz="1200" spc="0" kern="0" b="0" i="0" dirty="0">
                <a:solidFill>
                  <a:srgbClr val="FFFFFF"/>
                </a:solidFill>
                <a:latin typeface="IBM Plex Sans"/>
                <a:ea typeface="IBM Plex Sans"/>
                <a:cs typeface="IBM Plex Sans"/>
              </a:endParaRPr>
            </a:p>
          </p:txBody>
        </p:sp>
      </p:gr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ource-280">
    <p:spTree>
      <p:nvGrpSpPr>
        <p:cNvPr id="1" name=""/>
        <p:cNvGrpSpPr/>
        <p:nvPr/>
      </p:nvGrpSpPr>
      <p:grpSpPr>
        <a:xfrm>
          <a:off x="0" y="0"/>
          <a:ext cx="0" cy="0"/>
          <a:chOff x="0" y="0"/>
          <a:chExt cx="0" cy="0"/>
        </a:xfrm>
      </p:grpSpPr>
      <p:sp>
        <p:nvSpPr>
          <p:cNvPr id="3" name="eyebrow"/>
          <p:cNvSpPr/>
          <p:nvPr/>
        </p:nvSpPr>
        <p:spPr>
          <a:xfrm>
            <a:off x="4381500" y="457200"/>
            <a:ext cx="70866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MODERNIZATION LIFECYCLE</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4381500" y="685800"/>
            <a:ext cx="70866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Three phases, one lifecycle</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77</a:t>
            </a:fld>
            <a:endParaRPr lang="en-US" sz="700" spc="0" kern="0" b="0" i="0" dirty="0">
              <a:solidFill>
                <a:srgbClr val="070154"/>
              </a:solidFill>
              <a:latin typeface="IBM Plex Mono SemiBold"/>
              <a:ea typeface="IBM Plex Mono SemiBold"/>
              <a:cs typeface="IBM Plex Mono SemiBold"/>
            </a:endParaRPr>
          </a:p>
        </p:txBody>
      </p:sp>
      <p:grpSp>
        <p:nvGrpSpPr>
          <p:cNvPr id="50" name="node01"/>
          <p:cNvGrpSpPr/>
          <p:nvPr/>
        </p:nvGrpSpPr>
        <p:grpSpPr>
          <a:xfrm>
            <a:off x="723900" y="1600200"/>
            <a:ext cx="2514600" cy="152400"/>
            <a:chOff x="723900" y="1600200"/>
            <a:chExt cx="2514600" cy="152400"/>
          </a:xfrm>
        </p:grpSpPr>
        <p:sp>
          <p:nvSpPr>
            <p:cNvPr id="6" name="node01.text"/>
            <p:cNvSpPr/>
            <p:nvPr/>
          </p:nvSpPr>
          <p:spPr>
            <a:xfrm>
              <a:off x="723900" y="1600200"/>
              <a:ext cx="25146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F900D3"/>
                  </a:solidFill>
                  <a:latin typeface="IBM Plex Mono SemiBold"/>
                  <a:ea typeface="IBM Plex Mono SemiBold"/>
                  <a:cs typeface="IBM Plex Mono SemiBold"/>
                </a:rPr>
                <a:t>THE IDEA</a:t>
              </a:r>
              <a:endParaRPr lang="en-US" sz="1000" spc="80" kern="0" b="0" i="0" dirty="0">
                <a:solidFill>
                  <a:srgbClr val="F900D3"/>
                </a:solidFill>
                <a:latin typeface="IBM Plex Mono SemiBold"/>
                <a:ea typeface="IBM Plex Mono SemiBold"/>
                <a:cs typeface="IBM Plex Mono SemiBold"/>
              </a:endParaRPr>
            </a:p>
          </p:txBody>
        </p:sp>
      </p:grpSp>
      <p:grpSp>
        <p:nvGrpSpPr>
          <p:cNvPr id="51" name="node02"/>
          <p:cNvGrpSpPr/>
          <p:nvPr/>
        </p:nvGrpSpPr>
        <p:grpSpPr>
          <a:xfrm>
            <a:off x="723900" y="1828800"/>
            <a:ext cx="2514600" cy="1143000"/>
            <a:chOff x="723900" y="1828800"/>
            <a:chExt cx="2514600" cy="1143000"/>
          </a:xfrm>
        </p:grpSpPr>
        <p:sp>
          <p:nvSpPr>
            <p:cNvPr id="7" name="node02.text"/>
            <p:cNvSpPr/>
            <p:nvPr/>
          </p:nvSpPr>
          <p:spPr>
            <a:xfrm>
              <a:off x="723900" y="1828800"/>
              <a:ext cx="2514600" cy="11430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FFFFFF"/>
                  </a:solidFill>
                  <a:latin typeface="IBM Plex Sans SemiBold"/>
                  <a:ea typeface="IBM Plex Sans SemiBold"/>
                  <a:cs typeface="IBM Plex Sans SemiBold"/>
                </a:rPr>
                <a:t>Decide, deliver, then keep it current</a:t>
              </a:r>
              <a:endParaRPr lang="en-US" sz="2400" spc="-36" kern="0" b="0" i="0" dirty="0">
                <a:solidFill>
                  <a:srgbClr val="FFFFFF"/>
                </a:solidFill>
                <a:latin typeface="IBM Plex Sans SemiBold"/>
                <a:ea typeface="IBM Plex Sans SemiBold"/>
                <a:cs typeface="IBM Plex Sans SemiBold"/>
              </a:endParaRPr>
            </a:p>
          </p:txBody>
        </p:sp>
      </p:grpSp>
      <p:grpSp>
        <p:nvGrpSpPr>
          <p:cNvPr id="52" name="node03"/>
          <p:cNvGrpSpPr/>
          <p:nvPr/>
        </p:nvGrpSpPr>
        <p:grpSpPr>
          <a:xfrm>
            <a:off x="723900" y="3200400"/>
            <a:ext cx="2514600" cy="914400"/>
            <a:chOff x="723900" y="3200400"/>
            <a:chExt cx="2514600" cy="914400"/>
          </a:xfrm>
        </p:grpSpPr>
        <p:sp>
          <p:nvSpPr>
            <p:cNvPr id="8" name="node03.text"/>
            <p:cNvSpPr/>
            <p:nvPr/>
          </p:nvSpPr>
          <p:spPr>
            <a:xfrm>
              <a:off x="723900" y="3200400"/>
              <a:ext cx="2514600" cy="9144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CED7E6"/>
                  </a:solidFill>
                  <a:latin typeface="IBM Plex Sans"/>
                  <a:ea typeface="IBM Plex Sans"/>
                  <a:cs typeface="IBM Plex Sans"/>
                </a:rPr>
                <a:t>Most estates modernize once and then age. The lifecycle makes the third phase as deliberate as the first two.</a:t>
              </a:r>
              <a:endParaRPr lang="en-US" sz="1200" spc="0" kern="0" b="0" i="0" dirty="0">
                <a:solidFill>
                  <a:srgbClr val="CED7E6"/>
                </a:solidFill>
                <a:latin typeface="IBM Plex Sans"/>
                <a:ea typeface="IBM Plex Sans"/>
                <a:cs typeface="IBM Plex Sans"/>
              </a:endParaRPr>
            </a:p>
          </p:txBody>
        </p:sp>
      </p:grpSp>
      <p:grpSp>
        <p:nvGrpSpPr>
          <p:cNvPr id="53" name="node04"/>
          <p:cNvGrpSpPr/>
          <p:nvPr/>
        </p:nvGrpSpPr>
        <p:grpSpPr>
          <a:xfrm>
            <a:off x="723900" y="4572000"/>
            <a:ext cx="2514600" cy="611950"/>
            <a:chOff x="723900" y="4572000"/>
            <a:chExt cx="2514600" cy="611950"/>
          </a:xfrm>
        </p:grpSpPr>
        <p:sp>
          <p:nvSpPr>
            <p:cNvPr id="9" name="node04.text"/>
            <p:cNvSpPr/>
            <p:nvPr/>
          </p:nvSpPr>
          <p:spPr>
            <a:xfrm>
              <a:off x="723900" y="4572000"/>
              <a:ext cx="2514600" cy="611950"/>
            </a:xfrm>
            <a:prstGeom prst="rect">
              <a:avLst/>
            </a:prstGeom>
            <a:noFill/>
            <a:ln/>
          </p:spPr>
          <p:txBody>
            <a:bodyPr wrap="square" lIns="0" tIns="0" rIns="0" bIns="0" rtlCol="0" anchor="t"/>
            <a:lstStyle/>
            <a:p>
              <a:pPr algn="l" indent="0" marL="0">
                <a:lnSpc>
                  <a:spcPts val="4800"/>
                </a:lnSpc>
                <a:buNone/>
              </a:pPr>
              <a:r>
                <a:rPr lang="en-US" sz="4800" spc="-96" kern="0" b="0" i="0" dirty="0">
                  <a:solidFill>
                    <a:srgbClr val="F900D3"/>
                  </a:solidFill>
                  <a:latin typeface="IBM Plex Mono SemiBold"/>
                  <a:ea typeface="IBM Plex Mono SemiBold"/>
                  <a:cs typeface="IBM Plex Mono SemiBold"/>
                </a:rPr>
                <a:t>12</a:t>
              </a:r>
              <a:endParaRPr lang="en-US" sz="4800" spc="-96" kern="0" b="0" i="0" dirty="0">
                <a:solidFill>
                  <a:srgbClr val="F900D3"/>
                </a:solidFill>
                <a:latin typeface="IBM Plex Mono SemiBold"/>
                <a:ea typeface="IBM Plex Mono SemiBold"/>
                <a:cs typeface="IBM Plex Mono SemiBold"/>
              </a:endParaRPr>
            </a:p>
          </p:txBody>
        </p:sp>
      </p:grpSp>
      <p:grpSp>
        <p:nvGrpSpPr>
          <p:cNvPr id="54" name="node05"/>
          <p:cNvGrpSpPr/>
          <p:nvPr/>
        </p:nvGrpSpPr>
        <p:grpSpPr>
          <a:xfrm>
            <a:off x="723900" y="5181600"/>
            <a:ext cx="2514600" cy="228600"/>
            <a:chOff x="723900" y="5181600"/>
            <a:chExt cx="2514600" cy="228600"/>
          </a:xfrm>
        </p:grpSpPr>
        <p:sp>
          <p:nvSpPr>
            <p:cNvPr id="10" name="node05.text"/>
            <p:cNvSpPr/>
            <p:nvPr/>
          </p:nvSpPr>
          <p:spPr>
            <a:xfrm>
              <a:off x="723900" y="5181600"/>
              <a:ext cx="2514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CED7E6"/>
                  </a:solidFill>
                  <a:latin typeface="IBM Plex Sans"/>
                  <a:ea typeface="IBM Plex Sans"/>
                  <a:cs typeface="IBM Plex Sans"/>
                </a:rPr>
                <a:t>subtracks across three phases</a:t>
              </a:r>
              <a:endParaRPr lang="en-US" sz="1200" spc="0" kern="0" b="0" i="0" dirty="0">
                <a:solidFill>
                  <a:srgbClr val="CED7E6"/>
                </a:solidFill>
                <a:latin typeface="IBM Plex Sans"/>
                <a:ea typeface="IBM Plex Sans"/>
                <a:cs typeface="IBM Plex Sans"/>
              </a:endParaRPr>
            </a:p>
          </p:txBody>
        </p:sp>
      </p:grpSp>
      <p:grpSp>
        <p:nvGrpSpPr>
          <p:cNvPr id="55" name="node06"/>
          <p:cNvGrpSpPr/>
          <p:nvPr/>
        </p:nvGrpSpPr>
        <p:grpSpPr>
          <a:xfrm>
            <a:off x="4381500" y="1600200"/>
            <a:ext cx="1600200" cy="1143000"/>
            <a:chOff x="4381500" y="1600200"/>
            <a:chExt cx="1600200" cy="1143000"/>
          </a:xfrm>
        </p:grpSpPr>
        <p:sp>
          <p:nvSpPr>
            <p:cNvPr id="11" name="node06.surface"/>
            <p:cNvSpPr/>
            <p:nvPr/>
          </p:nvSpPr>
          <p:spPr>
            <a:xfrm>
              <a:off x="4381500" y="1600200"/>
              <a:ext cx="1600200" cy="1143000"/>
            </a:xfrm>
            <a:prstGeom prst="rect">
              <a:avLst/>
            </a:prstGeom>
            <a:solidFill>
              <a:srgbClr val="070154"/>
            </a:solidFill>
            <a:ln>
              <a:noFill/>
            </a:ln>
          </p:spPr>
        </p:sp>
      </p:grpSp>
      <p:grpSp>
        <p:nvGrpSpPr>
          <p:cNvPr id="56" name="node07"/>
          <p:cNvGrpSpPr/>
          <p:nvPr/>
        </p:nvGrpSpPr>
        <p:grpSpPr>
          <a:xfrm>
            <a:off x="4533900" y="1714500"/>
            <a:ext cx="1295400" cy="304800"/>
            <a:chOff x="4533900" y="1714500"/>
            <a:chExt cx="1295400" cy="304800"/>
          </a:xfrm>
        </p:grpSpPr>
        <p:sp>
          <p:nvSpPr>
            <p:cNvPr id="12" name="node07.text"/>
            <p:cNvSpPr/>
            <p:nvPr/>
          </p:nvSpPr>
          <p:spPr>
            <a:xfrm>
              <a:off x="4533900" y="1714500"/>
              <a:ext cx="12954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FFFFFF"/>
                  </a:solidFill>
                  <a:latin typeface="IBM Plex Sans SemiBold"/>
                  <a:ea typeface="IBM Plex Sans SemiBold"/>
                  <a:cs typeface="IBM Plex Sans SemiBold"/>
                </a:rPr>
                <a:t>Rationalize</a:t>
              </a:r>
              <a:endParaRPr lang="en-US" sz="1800" spc="-18" kern="0" b="0" i="0" dirty="0">
                <a:solidFill>
                  <a:srgbClr val="FFFFFF"/>
                </a:solidFill>
                <a:latin typeface="IBM Plex Sans SemiBold"/>
                <a:ea typeface="IBM Plex Sans SemiBold"/>
                <a:cs typeface="IBM Plex Sans SemiBold"/>
              </a:endParaRPr>
            </a:p>
          </p:txBody>
        </p:sp>
      </p:grpSp>
      <p:grpSp>
        <p:nvGrpSpPr>
          <p:cNvPr id="57" name="node08"/>
          <p:cNvGrpSpPr/>
          <p:nvPr/>
        </p:nvGrpSpPr>
        <p:grpSpPr>
          <a:xfrm>
            <a:off x="4533900" y="2171700"/>
            <a:ext cx="1295400" cy="228600"/>
            <a:chOff x="4533900" y="2171700"/>
            <a:chExt cx="1295400" cy="228600"/>
          </a:xfrm>
        </p:grpSpPr>
        <p:sp>
          <p:nvSpPr>
            <p:cNvPr id="13" name="node08.text"/>
            <p:cNvSpPr/>
            <p:nvPr/>
          </p:nvSpPr>
          <p:spPr>
            <a:xfrm>
              <a:off x="4533900" y="2171700"/>
              <a:ext cx="1295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CED7E6"/>
                  </a:solidFill>
                  <a:latin typeface="IBM Plex Sans"/>
                  <a:ea typeface="IBM Plex Sans"/>
                  <a:cs typeface="IBM Plex Sans"/>
                </a:rPr>
                <a:t>Decide</a:t>
              </a:r>
              <a:endParaRPr lang="en-US" sz="1200" spc="0" kern="0" b="0" i="0" dirty="0">
                <a:solidFill>
                  <a:srgbClr val="CED7E6"/>
                </a:solidFill>
                <a:latin typeface="IBM Plex Sans"/>
                <a:ea typeface="IBM Plex Sans"/>
                <a:cs typeface="IBM Plex Sans"/>
              </a:endParaRPr>
            </a:p>
          </p:txBody>
        </p:sp>
      </p:grpSp>
      <p:grpSp>
        <p:nvGrpSpPr>
          <p:cNvPr id="58" name="node09"/>
          <p:cNvGrpSpPr/>
          <p:nvPr/>
        </p:nvGrpSpPr>
        <p:grpSpPr>
          <a:xfrm>
            <a:off x="6210300" y="1600200"/>
            <a:ext cx="5257800" cy="1143000"/>
            <a:chOff x="6210300" y="1600200"/>
            <a:chExt cx="5257800" cy="1143000"/>
          </a:xfrm>
        </p:grpSpPr>
        <p:sp>
          <p:nvSpPr>
            <p:cNvPr id="14" name="node09.surface"/>
            <p:cNvSpPr/>
            <p:nvPr/>
          </p:nvSpPr>
          <p:spPr>
            <a:xfrm>
              <a:off x="6210300" y="1600200"/>
              <a:ext cx="5257800" cy="1143000"/>
            </a:xfrm>
            <a:prstGeom prst="rect">
              <a:avLst/>
            </a:prstGeom>
            <a:solidFill>
              <a:srgbClr val="E8EEF8"/>
            </a:solidFill>
            <a:ln>
              <a:noFill/>
            </a:ln>
          </p:spPr>
        </p:sp>
      </p:grpSp>
      <p:grpSp>
        <p:nvGrpSpPr>
          <p:cNvPr id="59" name="node10"/>
          <p:cNvGrpSpPr/>
          <p:nvPr/>
        </p:nvGrpSpPr>
        <p:grpSpPr>
          <a:xfrm>
            <a:off x="6362700" y="1676400"/>
            <a:ext cx="4953000" cy="266700"/>
            <a:chOff x="6362700" y="1676400"/>
            <a:chExt cx="4953000" cy="266700"/>
          </a:xfrm>
        </p:grpSpPr>
        <p:sp>
          <p:nvSpPr>
            <p:cNvPr id="15" name="node10.text"/>
            <p:cNvSpPr/>
            <p:nvPr/>
          </p:nvSpPr>
          <p:spPr>
            <a:xfrm>
              <a:off x="6362700" y="1676400"/>
              <a:ext cx="49530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What to modernize, in what order</a:t>
              </a:r>
              <a:endParaRPr lang="en-US" sz="1400" spc="0" kern="0" b="0" i="0" dirty="0">
                <a:solidFill>
                  <a:srgbClr val="070154"/>
                </a:solidFill>
                <a:latin typeface="IBM Plex Sans"/>
                <a:ea typeface="IBM Plex Sans"/>
                <a:cs typeface="IBM Plex Sans"/>
              </a:endParaRPr>
            </a:p>
          </p:txBody>
        </p:sp>
      </p:grpSp>
      <p:grpSp>
        <p:nvGrpSpPr>
          <p:cNvPr id="60" name="node11"/>
          <p:cNvGrpSpPr/>
          <p:nvPr/>
        </p:nvGrpSpPr>
        <p:grpSpPr>
          <a:xfrm>
            <a:off x="6362700" y="2057400"/>
            <a:ext cx="2438400" cy="495300"/>
            <a:chOff x="6362700" y="2057400"/>
            <a:chExt cx="2438400" cy="495300"/>
          </a:xfrm>
        </p:grpSpPr>
        <p:sp>
          <p:nvSpPr>
            <p:cNvPr id="16" name="node11.source-001.bullet"/>
            <p:cNvSpPr/>
            <p:nvPr/>
          </p:nvSpPr>
          <p:spPr>
            <a:xfrm>
              <a:off x="6362700" y="2146300"/>
              <a:ext cx="38100" cy="38100"/>
            </a:xfrm>
            <a:prstGeom prst="rect">
              <a:avLst/>
            </a:prstGeom>
            <a:solidFill>
              <a:srgbClr val="070154"/>
            </a:solidFill>
            <a:ln>
              <a:noFill/>
            </a:ln>
          </p:spPr>
        </p:sp>
        <p:sp>
          <p:nvSpPr>
            <p:cNvPr id="17" name="node11.source-001.text"/>
            <p:cNvSpPr/>
            <p:nvPr/>
          </p:nvSpPr>
          <p:spPr>
            <a:xfrm>
              <a:off x="6515100" y="2057400"/>
              <a:ext cx="2286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Portfolio assessment</a:t>
              </a:r>
              <a:endParaRPr lang="en-US" sz="1200" spc="0" kern="0" b="0" i="0" dirty="0">
                <a:solidFill>
                  <a:srgbClr val="070154"/>
                </a:solidFill>
                <a:latin typeface="IBM Plex Sans"/>
                <a:ea typeface="IBM Plex Sans"/>
                <a:cs typeface="IBM Plex Sans"/>
              </a:endParaRPr>
            </a:p>
          </p:txBody>
        </p:sp>
        <p:sp>
          <p:nvSpPr>
            <p:cNvPr id="18" name="node11.source-002.bullet"/>
            <p:cNvSpPr/>
            <p:nvPr/>
          </p:nvSpPr>
          <p:spPr>
            <a:xfrm>
              <a:off x="6362700" y="2413000"/>
              <a:ext cx="38100" cy="38100"/>
            </a:xfrm>
            <a:prstGeom prst="rect">
              <a:avLst/>
            </a:prstGeom>
            <a:solidFill>
              <a:srgbClr val="070154"/>
            </a:solidFill>
            <a:ln>
              <a:noFill/>
            </a:ln>
          </p:spPr>
        </p:sp>
        <p:sp>
          <p:nvSpPr>
            <p:cNvPr id="19" name="node11.source-002.text"/>
            <p:cNvSpPr/>
            <p:nvPr/>
          </p:nvSpPr>
          <p:spPr>
            <a:xfrm>
              <a:off x="6515100" y="2324100"/>
              <a:ext cx="2286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Application rationalization</a:t>
              </a:r>
              <a:endParaRPr lang="en-US" sz="1200" spc="0" kern="0" b="0" i="0" dirty="0">
                <a:solidFill>
                  <a:srgbClr val="070154"/>
                </a:solidFill>
                <a:latin typeface="IBM Plex Sans"/>
                <a:ea typeface="IBM Plex Sans"/>
                <a:cs typeface="IBM Plex Sans"/>
              </a:endParaRPr>
            </a:p>
          </p:txBody>
        </p:sp>
      </p:grpSp>
      <p:grpSp>
        <p:nvGrpSpPr>
          <p:cNvPr id="61" name="node12"/>
          <p:cNvGrpSpPr/>
          <p:nvPr/>
        </p:nvGrpSpPr>
        <p:grpSpPr>
          <a:xfrm>
            <a:off x="8953500" y="2057400"/>
            <a:ext cx="2438400" cy="495300"/>
            <a:chOff x="8953500" y="2057400"/>
            <a:chExt cx="2438400" cy="495300"/>
          </a:xfrm>
        </p:grpSpPr>
        <p:sp>
          <p:nvSpPr>
            <p:cNvPr id="20" name="node12.source-001.bullet"/>
            <p:cNvSpPr/>
            <p:nvPr/>
          </p:nvSpPr>
          <p:spPr>
            <a:xfrm>
              <a:off x="8953500" y="2146300"/>
              <a:ext cx="38100" cy="38100"/>
            </a:xfrm>
            <a:prstGeom prst="rect">
              <a:avLst/>
            </a:prstGeom>
            <a:solidFill>
              <a:srgbClr val="070154"/>
            </a:solidFill>
            <a:ln>
              <a:noFill/>
            </a:ln>
          </p:spPr>
        </p:sp>
        <p:sp>
          <p:nvSpPr>
            <p:cNvPr id="21" name="node12.source-001.text"/>
            <p:cNvSpPr/>
            <p:nvPr/>
          </p:nvSpPr>
          <p:spPr>
            <a:xfrm>
              <a:off x="9105900" y="2057400"/>
              <a:ext cx="2286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Target architecture</a:t>
              </a:r>
              <a:endParaRPr lang="en-US" sz="1200" spc="0" kern="0" b="0" i="0" dirty="0">
                <a:solidFill>
                  <a:srgbClr val="070154"/>
                </a:solidFill>
                <a:latin typeface="IBM Plex Sans"/>
                <a:ea typeface="IBM Plex Sans"/>
                <a:cs typeface="IBM Plex Sans"/>
              </a:endParaRPr>
            </a:p>
          </p:txBody>
        </p:sp>
        <p:sp>
          <p:nvSpPr>
            <p:cNvPr id="22" name="node12.source-002.bullet"/>
            <p:cNvSpPr/>
            <p:nvPr/>
          </p:nvSpPr>
          <p:spPr>
            <a:xfrm>
              <a:off x="8953500" y="2413000"/>
              <a:ext cx="38100" cy="38100"/>
            </a:xfrm>
            <a:prstGeom prst="rect">
              <a:avLst/>
            </a:prstGeom>
            <a:solidFill>
              <a:srgbClr val="070154"/>
            </a:solidFill>
            <a:ln>
              <a:noFill/>
            </a:ln>
          </p:spPr>
        </p:sp>
        <p:sp>
          <p:nvSpPr>
            <p:cNvPr id="23" name="node12.source-002.text"/>
            <p:cNvSpPr/>
            <p:nvPr/>
          </p:nvSpPr>
          <p:spPr>
            <a:xfrm>
              <a:off x="9105900" y="2324100"/>
              <a:ext cx="2286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Business case</a:t>
              </a:r>
              <a:endParaRPr lang="en-US" sz="1200" spc="0" kern="0" b="0" i="0" dirty="0">
                <a:solidFill>
                  <a:srgbClr val="070154"/>
                </a:solidFill>
                <a:latin typeface="IBM Plex Sans"/>
                <a:ea typeface="IBM Plex Sans"/>
                <a:cs typeface="IBM Plex Sans"/>
              </a:endParaRPr>
            </a:p>
          </p:txBody>
        </p:sp>
      </p:grpSp>
      <p:grpSp>
        <p:nvGrpSpPr>
          <p:cNvPr id="62" name="node13"/>
          <p:cNvGrpSpPr/>
          <p:nvPr/>
        </p:nvGrpSpPr>
        <p:grpSpPr>
          <a:xfrm>
            <a:off x="4381500" y="3200400"/>
            <a:ext cx="1600200" cy="1143000"/>
            <a:chOff x="4381500" y="3200400"/>
            <a:chExt cx="1600200" cy="1143000"/>
          </a:xfrm>
        </p:grpSpPr>
        <p:sp>
          <p:nvSpPr>
            <p:cNvPr id="24" name="node13.surface"/>
            <p:cNvSpPr/>
            <p:nvPr/>
          </p:nvSpPr>
          <p:spPr>
            <a:xfrm>
              <a:off x="4381500" y="3200400"/>
              <a:ext cx="1600200" cy="1143000"/>
            </a:xfrm>
            <a:prstGeom prst="rect">
              <a:avLst/>
            </a:prstGeom>
            <a:solidFill>
              <a:srgbClr val="CED7E6"/>
            </a:solidFill>
            <a:ln>
              <a:noFill/>
            </a:ln>
          </p:spPr>
        </p:sp>
      </p:grpSp>
      <p:grpSp>
        <p:nvGrpSpPr>
          <p:cNvPr id="63" name="node14"/>
          <p:cNvGrpSpPr/>
          <p:nvPr/>
        </p:nvGrpSpPr>
        <p:grpSpPr>
          <a:xfrm>
            <a:off x="4533900" y="3314700"/>
            <a:ext cx="1295400" cy="304800"/>
            <a:chOff x="4533900" y="3314700"/>
            <a:chExt cx="1295400" cy="304800"/>
          </a:xfrm>
        </p:grpSpPr>
        <p:sp>
          <p:nvSpPr>
            <p:cNvPr id="25" name="node14.text"/>
            <p:cNvSpPr/>
            <p:nvPr/>
          </p:nvSpPr>
          <p:spPr>
            <a:xfrm>
              <a:off x="4533900" y="3314700"/>
              <a:ext cx="12954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Build</a:t>
              </a:r>
              <a:endParaRPr lang="en-US" sz="1800" spc="-18" kern="0" b="0" i="0" dirty="0">
                <a:solidFill>
                  <a:srgbClr val="070154"/>
                </a:solidFill>
                <a:latin typeface="IBM Plex Sans SemiBold"/>
                <a:ea typeface="IBM Plex Sans SemiBold"/>
                <a:cs typeface="IBM Plex Sans SemiBold"/>
              </a:endParaRPr>
            </a:p>
          </p:txBody>
        </p:sp>
      </p:grpSp>
      <p:grpSp>
        <p:nvGrpSpPr>
          <p:cNvPr id="64" name="node15"/>
          <p:cNvGrpSpPr/>
          <p:nvPr/>
        </p:nvGrpSpPr>
        <p:grpSpPr>
          <a:xfrm>
            <a:off x="4533900" y="3771900"/>
            <a:ext cx="1295400" cy="228600"/>
            <a:chOff x="4533900" y="3771900"/>
            <a:chExt cx="1295400" cy="228600"/>
          </a:xfrm>
        </p:grpSpPr>
        <p:sp>
          <p:nvSpPr>
            <p:cNvPr id="26" name="node15.text"/>
            <p:cNvSpPr/>
            <p:nvPr/>
          </p:nvSpPr>
          <p:spPr>
            <a:xfrm>
              <a:off x="4533900" y="3771900"/>
              <a:ext cx="1295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Deliver</a:t>
              </a:r>
              <a:endParaRPr lang="en-US" sz="1200" spc="0" kern="0" b="0" i="0" dirty="0">
                <a:solidFill>
                  <a:srgbClr val="50658E"/>
                </a:solidFill>
                <a:latin typeface="IBM Plex Sans"/>
                <a:ea typeface="IBM Plex Sans"/>
                <a:cs typeface="IBM Plex Sans"/>
              </a:endParaRPr>
            </a:p>
          </p:txBody>
        </p:sp>
      </p:grpSp>
      <p:grpSp>
        <p:nvGrpSpPr>
          <p:cNvPr id="65" name="node16"/>
          <p:cNvGrpSpPr/>
          <p:nvPr/>
        </p:nvGrpSpPr>
        <p:grpSpPr>
          <a:xfrm>
            <a:off x="6210300" y="3200400"/>
            <a:ext cx="5257800" cy="1143000"/>
            <a:chOff x="6210300" y="3200400"/>
            <a:chExt cx="5257800" cy="1143000"/>
          </a:xfrm>
        </p:grpSpPr>
        <p:sp>
          <p:nvSpPr>
            <p:cNvPr id="27" name="node16.surface"/>
            <p:cNvSpPr/>
            <p:nvPr/>
          </p:nvSpPr>
          <p:spPr>
            <a:xfrm>
              <a:off x="6210300" y="3200400"/>
              <a:ext cx="5257800" cy="1143000"/>
            </a:xfrm>
            <a:prstGeom prst="rect">
              <a:avLst/>
            </a:prstGeom>
            <a:solidFill>
              <a:srgbClr val="E8EEF8"/>
            </a:solidFill>
            <a:ln>
              <a:noFill/>
            </a:ln>
          </p:spPr>
        </p:sp>
      </p:grpSp>
      <p:grpSp>
        <p:nvGrpSpPr>
          <p:cNvPr id="66" name="node17"/>
          <p:cNvGrpSpPr/>
          <p:nvPr/>
        </p:nvGrpSpPr>
        <p:grpSpPr>
          <a:xfrm>
            <a:off x="6362700" y="3276600"/>
            <a:ext cx="4953000" cy="266700"/>
            <a:chOff x="6362700" y="3276600"/>
            <a:chExt cx="4953000" cy="266700"/>
          </a:xfrm>
        </p:grpSpPr>
        <p:sp>
          <p:nvSpPr>
            <p:cNvPr id="28" name="node17.text"/>
            <p:cNvSpPr/>
            <p:nvPr/>
          </p:nvSpPr>
          <p:spPr>
            <a:xfrm>
              <a:off x="6362700" y="3276600"/>
              <a:ext cx="49530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Move applications and data safely</a:t>
              </a:r>
              <a:endParaRPr lang="en-US" sz="1400" spc="0" kern="0" b="0" i="0" dirty="0">
                <a:solidFill>
                  <a:srgbClr val="070154"/>
                </a:solidFill>
                <a:latin typeface="IBM Plex Sans"/>
                <a:ea typeface="IBM Plex Sans"/>
                <a:cs typeface="IBM Plex Sans"/>
              </a:endParaRPr>
            </a:p>
          </p:txBody>
        </p:sp>
      </p:grpSp>
      <p:grpSp>
        <p:nvGrpSpPr>
          <p:cNvPr id="67" name="node18"/>
          <p:cNvGrpSpPr/>
          <p:nvPr/>
        </p:nvGrpSpPr>
        <p:grpSpPr>
          <a:xfrm>
            <a:off x="6362700" y="3657600"/>
            <a:ext cx="2438400" cy="495300"/>
            <a:chOff x="6362700" y="3657600"/>
            <a:chExt cx="2438400" cy="495300"/>
          </a:xfrm>
        </p:grpSpPr>
        <p:sp>
          <p:nvSpPr>
            <p:cNvPr id="29" name="node18.source-001.bullet"/>
            <p:cNvSpPr/>
            <p:nvPr/>
          </p:nvSpPr>
          <p:spPr>
            <a:xfrm>
              <a:off x="6362700" y="3746500"/>
              <a:ext cx="38100" cy="38100"/>
            </a:xfrm>
            <a:prstGeom prst="rect">
              <a:avLst/>
            </a:prstGeom>
            <a:solidFill>
              <a:srgbClr val="070154"/>
            </a:solidFill>
            <a:ln>
              <a:noFill/>
            </a:ln>
          </p:spPr>
        </p:sp>
        <p:sp>
          <p:nvSpPr>
            <p:cNvPr id="30" name="node18.source-001.text"/>
            <p:cNvSpPr/>
            <p:nvPr/>
          </p:nvSpPr>
          <p:spPr>
            <a:xfrm>
              <a:off x="6515100" y="3657600"/>
              <a:ext cx="2286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Re-platform</a:t>
              </a:r>
              <a:endParaRPr lang="en-US" sz="1200" spc="0" kern="0" b="0" i="0" dirty="0">
                <a:solidFill>
                  <a:srgbClr val="070154"/>
                </a:solidFill>
                <a:latin typeface="IBM Plex Sans"/>
                <a:ea typeface="IBM Plex Sans"/>
                <a:cs typeface="IBM Plex Sans"/>
              </a:endParaRPr>
            </a:p>
          </p:txBody>
        </p:sp>
        <p:sp>
          <p:nvSpPr>
            <p:cNvPr id="31" name="node18.source-002.bullet"/>
            <p:cNvSpPr/>
            <p:nvPr/>
          </p:nvSpPr>
          <p:spPr>
            <a:xfrm>
              <a:off x="6362700" y="4013200"/>
              <a:ext cx="38100" cy="38100"/>
            </a:xfrm>
            <a:prstGeom prst="rect">
              <a:avLst/>
            </a:prstGeom>
            <a:solidFill>
              <a:srgbClr val="070154"/>
            </a:solidFill>
            <a:ln>
              <a:noFill/>
            </a:ln>
          </p:spPr>
        </p:sp>
        <p:sp>
          <p:nvSpPr>
            <p:cNvPr id="32" name="node18.source-002.text"/>
            <p:cNvSpPr/>
            <p:nvPr/>
          </p:nvSpPr>
          <p:spPr>
            <a:xfrm>
              <a:off x="6515100" y="3924300"/>
              <a:ext cx="2286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Refactor</a:t>
              </a:r>
              <a:endParaRPr lang="en-US" sz="1200" spc="0" kern="0" b="0" i="0" dirty="0">
                <a:solidFill>
                  <a:srgbClr val="070154"/>
                </a:solidFill>
                <a:latin typeface="IBM Plex Sans"/>
                <a:ea typeface="IBM Plex Sans"/>
                <a:cs typeface="IBM Plex Sans"/>
              </a:endParaRPr>
            </a:p>
          </p:txBody>
        </p:sp>
      </p:grpSp>
      <p:grpSp>
        <p:nvGrpSpPr>
          <p:cNvPr id="68" name="node19"/>
          <p:cNvGrpSpPr/>
          <p:nvPr/>
        </p:nvGrpSpPr>
        <p:grpSpPr>
          <a:xfrm>
            <a:off x="8953500" y="3657600"/>
            <a:ext cx="2438400" cy="495300"/>
            <a:chOff x="8953500" y="3657600"/>
            <a:chExt cx="2438400" cy="495300"/>
          </a:xfrm>
        </p:grpSpPr>
        <p:sp>
          <p:nvSpPr>
            <p:cNvPr id="33" name="node19.source-001.bullet"/>
            <p:cNvSpPr/>
            <p:nvPr/>
          </p:nvSpPr>
          <p:spPr>
            <a:xfrm>
              <a:off x="8953500" y="3746500"/>
              <a:ext cx="38100" cy="38100"/>
            </a:xfrm>
            <a:prstGeom prst="rect">
              <a:avLst/>
            </a:prstGeom>
            <a:solidFill>
              <a:srgbClr val="070154"/>
            </a:solidFill>
            <a:ln>
              <a:noFill/>
            </a:ln>
          </p:spPr>
        </p:sp>
        <p:sp>
          <p:nvSpPr>
            <p:cNvPr id="34" name="node19.source-001.text"/>
            <p:cNvSpPr/>
            <p:nvPr/>
          </p:nvSpPr>
          <p:spPr>
            <a:xfrm>
              <a:off x="9105900" y="3657600"/>
              <a:ext cx="2286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Data migration</a:t>
              </a:r>
              <a:endParaRPr lang="en-US" sz="1200" spc="0" kern="0" b="0" i="0" dirty="0">
                <a:solidFill>
                  <a:srgbClr val="070154"/>
                </a:solidFill>
                <a:latin typeface="IBM Plex Sans"/>
                <a:ea typeface="IBM Plex Sans"/>
                <a:cs typeface="IBM Plex Sans"/>
              </a:endParaRPr>
            </a:p>
          </p:txBody>
        </p:sp>
        <p:sp>
          <p:nvSpPr>
            <p:cNvPr id="35" name="node19.source-002.bullet"/>
            <p:cNvSpPr/>
            <p:nvPr/>
          </p:nvSpPr>
          <p:spPr>
            <a:xfrm>
              <a:off x="8953500" y="4013200"/>
              <a:ext cx="38100" cy="38100"/>
            </a:xfrm>
            <a:prstGeom prst="rect">
              <a:avLst/>
            </a:prstGeom>
            <a:solidFill>
              <a:srgbClr val="070154"/>
            </a:solidFill>
            <a:ln>
              <a:noFill/>
            </a:ln>
          </p:spPr>
        </p:sp>
        <p:sp>
          <p:nvSpPr>
            <p:cNvPr id="36" name="node19.source-002.text"/>
            <p:cNvSpPr/>
            <p:nvPr/>
          </p:nvSpPr>
          <p:spPr>
            <a:xfrm>
              <a:off x="9105900" y="3924300"/>
              <a:ext cx="2286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Cutover</a:t>
              </a:r>
              <a:endParaRPr lang="en-US" sz="1200" spc="0" kern="0" b="0" i="0" dirty="0">
                <a:solidFill>
                  <a:srgbClr val="070154"/>
                </a:solidFill>
                <a:latin typeface="IBM Plex Sans"/>
                <a:ea typeface="IBM Plex Sans"/>
                <a:cs typeface="IBM Plex Sans"/>
              </a:endParaRPr>
            </a:p>
          </p:txBody>
        </p:sp>
      </p:grpSp>
      <p:grpSp>
        <p:nvGrpSpPr>
          <p:cNvPr id="69" name="node20"/>
          <p:cNvGrpSpPr/>
          <p:nvPr/>
        </p:nvGrpSpPr>
        <p:grpSpPr>
          <a:xfrm>
            <a:off x="4381500" y="4800600"/>
            <a:ext cx="1600200" cy="1143000"/>
            <a:chOff x="4381500" y="4800600"/>
            <a:chExt cx="1600200" cy="1143000"/>
          </a:xfrm>
        </p:grpSpPr>
        <p:sp>
          <p:nvSpPr>
            <p:cNvPr id="37" name="node20.surface"/>
            <p:cNvSpPr/>
            <p:nvPr/>
          </p:nvSpPr>
          <p:spPr>
            <a:xfrm>
              <a:off x="4381500" y="4800600"/>
              <a:ext cx="1600200" cy="1143000"/>
            </a:xfrm>
            <a:prstGeom prst="rect">
              <a:avLst/>
            </a:prstGeom>
            <a:solidFill>
              <a:srgbClr val="E8EEF8"/>
            </a:solidFill>
            <a:ln>
              <a:noFill/>
            </a:ln>
          </p:spPr>
        </p:sp>
      </p:grpSp>
      <p:grpSp>
        <p:nvGrpSpPr>
          <p:cNvPr id="70" name="node21"/>
          <p:cNvGrpSpPr/>
          <p:nvPr/>
        </p:nvGrpSpPr>
        <p:grpSpPr>
          <a:xfrm>
            <a:off x="4533900" y="4914900"/>
            <a:ext cx="1295400" cy="304800"/>
            <a:chOff x="4533900" y="4914900"/>
            <a:chExt cx="1295400" cy="304800"/>
          </a:xfrm>
        </p:grpSpPr>
        <p:sp>
          <p:nvSpPr>
            <p:cNvPr id="38" name="node21.text"/>
            <p:cNvSpPr/>
            <p:nvPr/>
          </p:nvSpPr>
          <p:spPr>
            <a:xfrm>
              <a:off x="4533900" y="4914900"/>
              <a:ext cx="12954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Sustain</a:t>
              </a:r>
              <a:endParaRPr lang="en-US" sz="1800" spc="-18" kern="0" b="0" i="0" dirty="0">
                <a:solidFill>
                  <a:srgbClr val="070154"/>
                </a:solidFill>
                <a:latin typeface="IBM Plex Sans SemiBold"/>
                <a:ea typeface="IBM Plex Sans SemiBold"/>
                <a:cs typeface="IBM Plex Sans SemiBold"/>
              </a:endParaRPr>
            </a:p>
          </p:txBody>
        </p:sp>
      </p:grpSp>
      <p:grpSp>
        <p:nvGrpSpPr>
          <p:cNvPr id="71" name="node22"/>
          <p:cNvGrpSpPr/>
          <p:nvPr/>
        </p:nvGrpSpPr>
        <p:grpSpPr>
          <a:xfrm>
            <a:off x="4533900" y="5372100"/>
            <a:ext cx="1295400" cy="228600"/>
            <a:chOff x="4533900" y="5372100"/>
            <a:chExt cx="1295400" cy="228600"/>
          </a:xfrm>
        </p:grpSpPr>
        <p:sp>
          <p:nvSpPr>
            <p:cNvPr id="39" name="node22.text"/>
            <p:cNvSpPr/>
            <p:nvPr/>
          </p:nvSpPr>
          <p:spPr>
            <a:xfrm>
              <a:off x="4533900" y="5372100"/>
              <a:ext cx="1295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Run</a:t>
              </a:r>
              <a:endParaRPr lang="en-US" sz="1200" spc="0" kern="0" b="0" i="0" dirty="0">
                <a:solidFill>
                  <a:srgbClr val="50658E"/>
                </a:solidFill>
                <a:latin typeface="IBM Plex Sans"/>
                <a:ea typeface="IBM Plex Sans"/>
                <a:cs typeface="IBM Plex Sans"/>
              </a:endParaRPr>
            </a:p>
          </p:txBody>
        </p:sp>
      </p:grpSp>
      <p:grpSp>
        <p:nvGrpSpPr>
          <p:cNvPr id="72" name="node23"/>
          <p:cNvGrpSpPr/>
          <p:nvPr/>
        </p:nvGrpSpPr>
        <p:grpSpPr>
          <a:xfrm>
            <a:off x="6210300" y="4800600"/>
            <a:ext cx="5257800" cy="1143000"/>
            <a:chOff x="6210300" y="4800600"/>
            <a:chExt cx="5257800" cy="1143000"/>
          </a:xfrm>
        </p:grpSpPr>
        <p:sp>
          <p:nvSpPr>
            <p:cNvPr id="40" name="node23.surface"/>
            <p:cNvSpPr/>
            <p:nvPr/>
          </p:nvSpPr>
          <p:spPr>
            <a:xfrm>
              <a:off x="6210300" y="4800600"/>
              <a:ext cx="5257800" cy="1143000"/>
            </a:xfrm>
            <a:prstGeom prst="rect">
              <a:avLst/>
            </a:prstGeom>
            <a:solidFill>
              <a:srgbClr val="E8EEF8"/>
            </a:solidFill>
            <a:ln>
              <a:noFill/>
            </a:ln>
          </p:spPr>
        </p:sp>
      </p:grpSp>
      <p:grpSp>
        <p:nvGrpSpPr>
          <p:cNvPr id="73" name="node24"/>
          <p:cNvGrpSpPr/>
          <p:nvPr/>
        </p:nvGrpSpPr>
        <p:grpSpPr>
          <a:xfrm>
            <a:off x="6362700" y="4876800"/>
            <a:ext cx="4953000" cy="266700"/>
            <a:chOff x="6362700" y="4876800"/>
            <a:chExt cx="4953000" cy="266700"/>
          </a:xfrm>
        </p:grpSpPr>
        <p:sp>
          <p:nvSpPr>
            <p:cNvPr id="41" name="node24.text"/>
            <p:cNvSpPr/>
            <p:nvPr/>
          </p:nvSpPr>
          <p:spPr>
            <a:xfrm>
              <a:off x="6362700" y="4876800"/>
              <a:ext cx="49530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Run it well, keep it current</a:t>
              </a:r>
              <a:endParaRPr lang="en-US" sz="1400" spc="0" kern="0" b="0" i="0" dirty="0">
                <a:solidFill>
                  <a:srgbClr val="070154"/>
                </a:solidFill>
                <a:latin typeface="IBM Plex Sans"/>
                <a:ea typeface="IBM Plex Sans"/>
                <a:cs typeface="IBM Plex Sans"/>
              </a:endParaRPr>
            </a:p>
          </p:txBody>
        </p:sp>
      </p:grpSp>
      <p:grpSp>
        <p:nvGrpSpPr>
          <p:cNvPr id="74" name="node25"/>
          <p:cNvGrpSpPr/>
          <p:nvPr/>
        </p:nvGrpSpPr>
        <p:grpSpPr>
          <a:xfrm>
            <a:off x="6362700" y="5257800"/>
            <a:ext cx="2438400" cy="495300"/>
            <a:chOff x="6362700" y="5257800"/>
            <a:chExt cx="2438400" cy="495300"/>
          </a:xfrm>
        </p:grpSpPr>
        <p:sp>
          <p:nvSpPr>
            <p:cNvPr id="42" name="node25.source-001.bullet"/>
            <p:cNvSpPr/>
            <p:nvPr/>
          </p:nvSpPr>
          <p:spPr>
            <a:xfrm>
              <a:off x="6362700" y="5346700"/>
              <a:ext cx="38100" cy="38100"/>
            </a:xfrm>
            <a:prstGeom prst="rect">
              <a:avLst/>
            </a:prstGeom>
            <a:solidFill>
              <a:srgbClr val="070154"/>
            </a:solidFill>
            <a:ln>
              <a:noFill/>
            </a:ln>
          </p:spPr>
        </p:sp>
        <p:sp>
          <p:nvSpPr>
            <p:cNvPr id="43" name="node25.source-001.text"/>
            <p:cNvSpPr/>
            <p:nvPr/>
          </p:nvSpPr>
          <p:spPr>
            <a:xfrm>
              <a:off x="6515100" y="5257800"/>
              <a:ext cx="2286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Run and operate</a:t>
              </a:r>
              <a:endParaRPr lang="en-US" sz="1200" spc="0" kern="0" b="0" i="0" dirty="0">
                <a:solidFill>
                  <a:srgbClr val="070154"/>
                </a:solidFill>
                <a:latin typeface="IBM Plex Sans"/>
                <a:ea typeface="IBM Plex Sans"/>
                <a:cs typeface="IBM Plex Sans"/>
              </a:endParaRPr>
            </a:p>
          </p:txBody>
        </p:sp>
        <p:sp>
          <p:nvSpPr>
            <p:cNvPr id="44" name="node25.source-002.bullet"/>
            <p:cNvSpPr/>
            <p:nvPr/>
          </p:nvSpPr>
          <p:spPr>
            <a:xfrm>
              <a:off x="6362700" y="5613400"/>
              <a:ext cx="38100" cy="38100"/>
            </a:xfrm>
            <a:prstGeom prst="rect">
              <a:avLst/>
            </a:prstGeom>
            <a:solidFill>
              <a:srgbClr val="070154"/>
            </a:solidFill>
            <a:ln>
              <a:noFill/>
            </a:ln>
          </p:spPr>
        </p:sp>
        <p:sp>
          <p:nvSpPr>
            <p:cNvPr id="45" name="node25.source-002.text"/>
            <p:cNvSpPr/>
            <p:nvPr/>
          </p:nvSpPr>
          <p:spPr>
            <a:xfrm>
              <a:off x="6515100" y="5524500"/>
              <a:ext cx="2286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Optimize</a:t>
              </a:r>
              <a:endParaRPr lang="en-US" sz="1200" spc="0" kern="0" b="0" i="0" dirty="0">
                <a:solidFill>
                  <a:srgbClr val="070154"/>
                </a:solidFill>
                <a:latin typeface="IBM Plex Sans"/>
                <a:ea typeface="IBM Plex Sans"/>
                <a:cs typeface="IBM Plex Sans"/>
              </a:endParaRPr>
            </a:p>
          </p:txBody>
        </p:sp>
      </p:grpSp>
      <p:grpSp>
        <p:nvGrpSpPr>
          <p:cNvPr id="75" name="node26"/>
          <p:cNvGrpSpPr/>
          <p:nvPr/>
        </p:nvGrpSpPr>
        <p:grpSpPr>
          <a:xfrm>
            <a:off x="8953500" y="5257800"/>
            <a:ext cx="2438400" cy="495300"/>
            <a:chOff x="8953500" y="5257800"/>
            <a:chExt cx="2438400" cy="495300"/>
          </a:xfrm>
        </p:grpSpPr>
        <p:sp>
          <p:nvSpPr>
            <p:cNvPr id="46" name="node26.source-001.bullet"/>
            <p:cNvSpPr/>
            <p:nvPr/>
          </p:nvSpPr>
          <p:spPr>
            <a:xfrm>
              <a:off x="8953500" y="5346700"/>
              <a:ext cx="38100" cy="38100"/>
            </a:xfrm>
            <a:prstGeom prst="rect">
              <a:avLst/>
            </a:prstGeom>
            <a:solidFill>
              <a:srgbClr val="070154"/>
            </a:solidFill>
            <a:ln>
              <a:noFill/>
            </a:ln>
          </p:spPr>
        </p:sp>
        <p:sp>
          <p:nvSpPr>
            <p:cNvPr id="47" name="node26.source-001.text"/>
            <p:cNvSpPr/>
            <p:nvPr/>
          </p:nvSpPr>
          <p:spPr>
            <a:xfrm>
              <a:off x="9105900" y="5257800"/>
              <a:ext cx="2286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Modernization governance</a:t>
              </a:r>
              <a:endParaRPr lang="en-US" sz="1200" spc="0" kern="0" b="0" i="0" dirty="0">
                <a:solidFill>
                  <a:srgbClr val="070154"/>
                </a:solidFill>
                <a:latin typeface="IBM Plex Sans"/>
                <a:ea typeface="IBM Plex Sans"/>
                <a:cs typeface="IBM Plex Sans"/>
              </a:endParaRPr>
            </a:p>
          </p:txBody>
        </p:sp>
        <p:sp>
          <p:nvSpPr>
            <p:cNvPr id="48" name="node26.source-002.bullet"/>
            <p:cNvSpPr/>
            <p:nvPr/>
          </p:nvSpPr>
          <p:spPr>
            <a:xfrm>
              <a:off x="8953500" y="5613400"/>
              <a:ext cx="38100" cy="38100"/>
            </a:xfrm>
            <a:prstGeom prst="rect">
              <a:avLst/>
            </a:prstGeom>
            <a:solidFill>
              <a:srgbClr val="070154"/>
            </a:solidFill>
            <a:ln>
              <a:noFill/>
            </a:ln>
          </p:spPr>
        </p:sp>
        <p:sp>
          <p:nvSpPr>
            <p:cNvPr id="49" name="node26.source-002.text"/>
            <p:cNvSpPr/>
            <p:nvPr/>
          </p:nvSpPr>
          <p:spPr>
            <a:xfrm>
              <a:off x="9105900" y="5524500"/>
              <a:ext cx="2286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Continuous modernization</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ource-282">
    <p:spTree>
      <p:nvGrpSpPr>
        <p:cNvPr id="1" name=""/>
        <p:cNvGrpSpPr/>
        <p:nvPr/>
      </p:nvGrpSpPr>
      <p:grpSpPr>
        <a:xfrm>
          <a:off x="0" y="0"/>
          <a:ext cx="0" cy="0"/>
          <a:chOff x="0" y="0"/>
          <a:chExt cx="0" cy="0"/>
        </a:xfrm>
      </p:grpSpPr>
      <p:sp>
        <p:nvSpPr>
          <p:cNvPr id="3" name="eyebrow"/>
          <p:cNvSpPr/>
          <p:nvPr/>
        </p:nvSpPr>
        <p:spPr>
          <a:xfrm>
            <a:off x="723900" y="457200"/>
            <a:ext cx="34290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MODERNIZATION LIFECYCLE</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3429000" cy="13716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Three phases, twelve subtracks, four gates</a:t>
            </a:r>
            <a:endParaRPr lang="en-US" sz="2400" spc="-36"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78</a:t>
            </a:fld>
            <a:endParaRPr lang="en-US" sz="700" spc="0" kern="0" b="0" i="0" dirty="0">
              <a:solidFill>
                <a:srgbClr val="070154"/>
              </a:solidFill>
              <a:latin typeface="IBM Plex Mono SemiBold"/>
              <a:ea typeface="IBM Plex Mono SemiBold"/>
              <a:cs typeface="IBM Plex Mono SemiBold"/>
            </a:endParaRPr>
          </a:p>
        </p:txBody>
      </p:sp>
      <p:grpSp>
        <p:nvGrpSpPr>
          <p:cNvPr id="64" name="node01"/>
          <p:cNvGrpSpPr/>
          <p:nvPr/>
        </p:nvGrpSpPr>
        <p:grpSpPr>
          <a:xfrm>
            <a:off x="723900" y="2286000"/>
            <a:ext cx="3429000" cy="1066800"/>
            <a:chOff x="723900" y="2286000"/>
            <a:chExt cx="3429000" cy="1066800"/>
          </a:xfrm>
        </p:grpSpPr>
        <p:sp>
          <p:nvSpPr>
            <p:cNvPr id="6" name="node01.text"/>
            <p:cNvSpPr/>
            <p:nvPr/>
          </p:nvSpPr>
          <p:spPr>
            <a:xfrm>
              <a:off x="723900" y="2286000"/>
              <a:ext cx="3429000" cy="10668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Northfield's scheduling and billing estate moves through the same three phases, each closed by a gate the steering group signs.</a:t>
              </a:r>
              <a:endParaRPr lang="en-US" sz="1400" spc="0" kern="0" b="0" i="0" dirty="0">
                <a:solidFill>
                  <a:srgbClr val="50658E"/>
                </a:solidFill>
                <a:latin typeface="IBM Plex Sans"/>
                <a:ea typeface="IBM Plex Sans"/>
                <a:cs typeface="IBM Plex Sans"/>
              </a:endParaRPr>
            </a:p>
          </p:txBody>
        </p:sp>
      </p:grpSp>
      <p:grpSp>
        <p:nvGrpSpPr>
          <p:cNvPr id="65" name="node02"/>
          <p:cNvGrpSpPr/>
          <p:nvPr/>
        </p:nvGrpSpPr>
        <p:grpSpPr>
          <a:xfrm>
            <a:off x="723900" y="3657600"/>
            <a:ext cx="3429000" cy="2057400"/>
            <a:chOff x="723900" y="3657600"/>
            <a:chExt cx="3429000" cy="2057400"/>
          </a:xfrm>
        </p:grpSpPr>
        <p:sp>
          <p:nvSpPr>
            <p:cNvPr id="7" name="node02.container"/>
            <p:cNvSpPr/>
            <p:nvPr/>
          </p:nvSpPr>
          <p:spPr>
            <a:xfrm>
              <a:off x="723900" y="3657600"/>
              <a:ext cx="3429000" cy="2057400"/>
            </a:xfrm>
            <a:prstGeom prst="rect">
              <a:avLst/>
            </a:prstGeom>
            <a:solidFill>
              <a:srgbClr val="E8EEF8"/>
            </a:solidFill>
            <a:ln>
              <a:noFill/>
            </a:ln>
          </p:spPr>
        </p:sp>
        <p:sp>
          <p:nvSpPr>
            <p:cNvPr id="8" name="node02.edge"/>
            <p:cNvSpPr/>
            <p:nvPr/>
          </p:nvSpPr>
          <p:spPr>
            <a:xfrm>
              <a:off x="723900" y="3657600"/>
              <a:ext cx="38100" cy="2057400"/>
            </a:xfrm>
            <a:prstGeom prst="rect">
              <a:avLst/>
            </a:prstGeom>
            <a:solidFill>
              <a:srgbClr val="070154"/>
            </a:solidFill>
            <a:ln>
              <a:noFill/>
            </a:ln>
          </p:spPr>
        </p:sp>
        <p:sp>
          <p:nvSpPr>
            <p:cNvPr id="9" name="node02.label"/>
            <p:cNvSpPr/>
            <p:nvPr/>
          </p:nvSpPr>
          <p:spPr>
            <a:xfrm>
              <a:off x="914400" y="3810000"/>
              <a:ext cx="30861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FOUR GATES</a:t>
              </a:r>
              <a:endParaRPr lang="en-US" sz="900" spc="54" kern="0" b="0" i="0" dirty="0">
                <a:solidFill>
                  <a:srgbClr val="0047FF"/>
                </a:solidFill>
                <a:latin typeface="IBM Plex Mono Medium"/>
                <a:ea typeface="IBM Plex Mono Medium"/>
                <a:cs typeface="IBM Plex Mono Medium"/>
              </a:endParaRPr>
            </a:p>
          </p:txBody>
        </p:sp>
        <p:sp>
          <p:nvSpPr>
            <p:cNvPr id="10" name="node02.title"/>
            <p:cNvSpPr/>
            <p:nvPr/>
          </p:nvSpPr>
          <p:spPr>
            <a:xfrm>
              <a:off x="914400" y="4000500"/>
              <a:ext cx="30861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Exit gates</a:t>
              </a:r>
              <a:endParaRPr lang="en-US" sz="1800" spc="-18" kern="0" b="0" i="0" dirty="0">
                <a:solidFill>
                  <a:srgbClr val="070154"/>
                </a:solidFill>
                <a:latin typeface="IBM Plex Sans SemiBold"/>
                <a:ea typeface="IBM Plex Sans SemiBold"/>
                <a:cs typeface="IBM Plex Sans SemiBold"/>
              </a:endParaRPr>
            </a:p>
          </p:txBody>
        </p:sp>
        <p:sp>
          <p:nvSpPr>
            <p:cNvPr id="11" name="node02.body.item-001.bullets.item-001.marker"/>
            <p:cNvSpPr/>
            <p:nvPr/>
          </p:nvSpPr>
          <p:spPr>
            <a:xfrm>
              <a:off x="914400" y="4508500"/>
              <a:ext cx="38100" cy="38100"/>
            </a:xfrm>
            <a:prstGeom prst="rect">
              <a:avLst/>
            </a:prstGeom>
            <a:solidFill>
              <a:srgbClr val="070154"/>
            </a:solidFill>
            <a:ln>
              <a:noFill/>
            </a:ln>
          </p:spPr>
        </p:sp>
        <p:sp>
          <p:nvSpPr>
            <p:cNvPr id="12" name="node02.body.item-001.bullets.item-001.text"/>
            <p:cNvSpPr/>
            <p:nvPr/>
          </p:nvSpPr>
          <p:spPr>
            <a:xfrm>
              <a:off x="1066800" y="4419600"/>
              <a:ext cx="29337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G1 · Portfolio decision</a:t>
              </a:r>
              <a:endParaRPr lang="en-US" sz="1200" spc="0" kern="0" b="0" i="0" dirty="0">
                <a:solidFill>
                  <a:srgbClr val="070154"/>
                </a:solidFill>
                <a:latin typeface="IBM Plex Sans"/>
                <a:ea typeface="IBM Plex Sans"/>
                <a:cs typeface="IBM Plex Sans"/>
              </a:endParaRPr>
            </a:p>
          </p:txBody>
        </p:sp>
        <p:sp>
          <p:nvSpPr>
            <p:cNvPr id="13" name="node02.body.item-001.bullets.item-002.marker"/>
            <p:cNvSpPr/>
            <p:nvPr/>
          </p:nvSpPr>
          <p:spPr>
            <a:xfrm>
              <a:off x="914400" y="4775200"/>
              <a:ext cx="38100" cy="38100"/>
            </a:xfrm>
            <a:prstGeom prst="rect">
              <a:avLst/>
            </a:prstGeom>
            <a:solidFill>
              <a:srgbClr val="070154"/>
            </a:solidFill>
            <a:ln>
              <a:noFill/>
            </a:ln>
          </p:spPr>
        </p:sp>
        <p:sp>
          <p:nvSpPr>
            <p:cNvPr id="14" name="node02.body.item-001.bullets.item-002.text"/>
            <p:cNvSpPr/>
            <p:nvPr/>
          </p:nvSpPr>
          <p:spPr>
            <a:xfrm>
              <a:off x="1066800" y="4686300"/>
              <a:ext cx="29337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G2 · Architecture and funding</a:t>
              </a:r>
              <a:endParaRPr lang="en-US" sz="1200" spc="0" kern="0" b="0" i="0" dirty="0">
                <a:solidFill>
                  <a:srgbClr val="070154"/>
                </a:solidFill>
                <a:latin typeface="IBM Plex Sans"/>
                <a:ea typeface="IBM Plex Sans"/>
                <a:cs typeface="IBM Plex Sans"/>
              </a:endParaRPr>
            </a:p>
          </p:txBody>
        </p:sp>
        <p:sp>
          <p:nvSpPr>
            <p:cNvPr id="15" name="node02.body.item-001.bullets.item-003.marker"/>
            <p:cNvSpPr/>
            <p:nvPr/>
          </p:nvSpPr>
          <p:spPr>
            <a:xfrm>
              <a:off x="914400" y="5041900"/>
              <a:ext cx="38100" cy="38100"/>
            </a:xfrm>
            <a:prstGeom prst="rect">
              <a:avLst/>
            </a:prstGeom>
            <a:solidFill>
              <a:srgbClr val="070154"/>
            </a:solidFill>
            <a:ln>
              <a:noFill/>
            </a:ln>
          </p:spPr>
        </p:sp>
        <p:sp>
          <p:nvSpPr>
            <p:cNvPr id="16" name="node02.body.item-001.bullets.item-003.text"/>
            <p:cNvSpPr/>
            <p:nvPr/>
          </p:nvSpPr>
          <p:spPr>
            <a:xfrm>
              <a:off x="1066800" y="4953000"/>
              <a:ext cx="29337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G3 · Cutover readiness</a:t>
              </a:r>
              <a:endParaRPr lang="en-US" sz="1200" spc="0" kern="0" b="0" i="0" dirty="0">
                <a:solidFill>
                  <a:srgbClr val="070154"/>
                </a:solidFill>
                <a:latin typeface="IBM Plex Sans"/>
                <a:ea typeface="IBM Plex Sans"/>
                <a:cs typeface="IBM Plex Sans"/>
              </a:endParaRPr>
            </a:p>
          </p:txBody>
        </p:sp>
        <p:sp>
          <p:nvSpPr>
            <p:cNvPr id="17" name="node02.body.item-001.bullets.item-004.marker"/>
            <p:cNvSpPr/>
            <p:nvPr/>
          </p:nvSpPr>
          <p:spPr>
            <a:xfrm>
              <a:off x="914400" y="5308600"/>
              <a:ext cx="38100" cy="38100"/>
            </a:xfrm>
            <a:prstGeom prst="rect">
              <a:avLst/>
            </a:prstGeom>
            <a:solidFill>
              <a:srgbClr val="070154"/>
            </a:solidFill>
            <a:ln>
              <a:noFill/>
            </a:ln>
          </p:spPr>
        </p:sp>
        <p:sp>
          <p:nvSpPr>
            <p:cNvPr id="18" name="node02.body.item-001.bullets.item-004.text"/>
            <p:cNvSpPr/>
            <p:nvPr/>
          </p:nvSpPr>
          <p:spPr>
            <a:xfrm>
              <a:off x="1066800" y="5219700"/>
              <a:ext cx="29337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G4 · Steady-state handover</a:t>
              </a:r>
              <a:endParaRPr lang="en-US" sz="1200" spc="0" kern="0" b="0" i="0" dirty="0">
                <a:solidFill>
                  <a:srgbClr val="070154"/>
                </a:solidFill>
                <a:latin typeface="IBM Plex Sans"/>
                <a:ea typeface="IBM Plex Sans"/>
                <a:cs typeface="IBM Plex Sans"/>
              </a:endParaRPr>
            </a:p>
          </p:txBody>
        </p:sp>
      </p:grpSp>
      <p:grpSp>
        <p:nvGrpSpPr>
          <p:cNvPr id="66" name="node03"/>
          <p:cNvGrpSpPr/>
          <p:nvPr/>
        </p:nvGrpSpPr>
        <p:grpSpPr>
          <a:xfrm>
            <a:off x="4381500" y="457200"/>
            <a:ext cx="1600200" cy="1600200"/>
            <a:chOff x="4381500" y="457200"/>
            <a:chExt cx="1600200" cy="1600200"/>
          </a:xfrm>
        </p:grpSpPr>
        <p:sp>
          <p:nvSpPr>
            <p:cNvPr id="19" name="node03.surface"/>
            <p:cNvSpPr/>
            <p:nvPr/>
          </p:nvSpPr>
          <p:spPr>
            <a:xfrm>
              <a:off x="4381500" y="457200"/>
              <a:ext cx="1600200" cy="1600200"/>
            </a:xfrm>
            <a:prstGeom prst="rect">
              <a:avLst/>
            </a:prstGeom>
            <a:solidFill>
              <a:srgbClr val="070154"/>
            </a:solidFill>
            <a:ln>
              <a:noFill/>
            </a:ln>
          </p:spPr>
        </p:sp>
      </p:grpSp>
      <p:grpSp>
        <p:nvGrpSpPr>
          <p:cNvPr id="67" name="node04"/>
          <p:cNvGrpSpPr/>
          <p:nvPr/>
        </p:nvGrpSpPr>
        <p:grpSpPr>
          <a:xfrm>
            <a:off x="4533900" y="609600"/>
            <a:ext cx="1295400" cy="304800"/>
            <a:chOff x="4533900" y="609600"/>
            <a:chExt cx="1295400" cy="304800"/>
          </a:xfrm>
        </p:grpSpPr>
        <p:sp>
          <p:nvSpPr>
            <p:cNvPr id="20" name="node04.text"/>
            <p:cNvSpPr/>
            <p:nvPr/>
          </p:nvSpPr>
          <p:spPr>
            <a:xfrm>
              <a:off x="4533900" y="609600"/>
              <a:ext cx="129540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F900D3"/>
                  </a:solidFill>
                  <a:latin typeface="IBM Plex Mono SemiBold"/>
                  <a:ea typeface="IBM Plex Mono SemiBold"/>
                  <a:cs typeface="IBM Plex Mono SemiBold"/>
                </a:rPr>
                <a:t>01</a:t>
              </a:r>
              <a:endParaRPr lang="en-US" sz="1800" spc="0" kern="0" b="0" i="0" dirty="0">
                <a:solidFill>
                  <a:srgbClr val="F900D3"/>
                </a:solidFill>
                <a:latin typeface="IBM Plex Mono SemiBold"/>
                <a:ea typeface="IBM Plex Mono SemiBold"/>
                <a:cs typeface="IBM Plex Mono SemiBold"/>
              </a:endParaRPr>
            </a:p>
          </p:txBody>
        </p:sp>
      </p:grpSp>
      <p:grpSp>
        <p:nvGrpSpPr>
          <p:cNvPr id="68" name="node05"/>
          <p:cNvGrpSpPr/>
          <p:nvPr/>
        </p:nvGrpSpPr>
        <p:grpSpPr>
          <a:xfrm>
            <a:off x="4533900" y="990600"/>
            <a:ext cx="1295400" cy="304800"/>
            <a:chOff x="4533900" y="990600"/>
            <a:chExt cx="1295400" cy="304800"/>
          </a:xfrm>
        </p:grpSpPr>
        <p:sp>
          <p:nvSpPr>
            <p:cNvPr id="21" name="node05.text"/>
            <p:cNvSpPr/>
            <p:nvPr/>
          </p:nvSpPr>
          <p:spPr>
            <a:xfrm>
              <a:off x="4533900" y="990600"/>
              <a:ext cx="12954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FFFFFF"/>
                  </a:solidFill>
                  <a:latin typeface="IBM Plex Sans SemiBold"/>
                  <a:ea typeface="IBM Plex Sans SemiBold"/>
                  <a:cs typeface="IBM Plex Sans SemiBold"/>
                </a:rPr>
                <a:t>Rationalize</a:t>
              </a:r>
              <a:endParaRPr lang="en-US" sz="1800" spc="-18" kern="0" b="0" i="0" dirty="0">
                <a:solidFill>
                  <a:srgbClr val="FFFFFF"/>
                </a:solidFill>
                <a:latin typeface="IBM Plex Sans SemiBold"/>
                <a:ea typeface="IBM Plex Sans SemiBold"/>
                <a:cs typeface="IBM Plex Sans SemiBold"/>
              </a:endParaRPr>
            </a:p>
          </p:txBody>
        </p:sp>
      </p:grpSp>
      <p:grpSp>
        <p:nvGrpSpPr>
          <p:cNvPr id="69" name="node06"/>
          <p:cNvGrpSpPr/>
          <p:nvPr/>
        </p:nvGrpSpPr>
        <p:grpSpPr>
          <a:xfrm>
            <a:off x="6210300" y="457200"/>
            <a:ext cx="2514600" cy="685800"/>
            <a:chOff x="6210300" y="457200"/>
            <a:chExt cx="2514600" cy="685800"/>
          </a:xfrm>
        </p:grpSpPr>
        <p:sp>
          <p:nvSpPr>
            <p:cNvPr id="22" name="node06.surface"/>
            <p:cNvSpPr/>
            <p:nvPr/>
          </p:nvSpPr>
          <p:spPr>
            <a:xfrm>
              <a:off x="6210300" y="457200"/>
              <a:ext cx="2514600" cy="685800"/>
            </a:xfrm>
            <a:prstGeom prst="rect">
              <a:avLst/>
            </a:prstGeom>
            <a:solidFill>
              <a:srgbClr val="E8EEF8"/>
            </a:solidFill>
            <a:ln>
              <a:noFill/>
            </a:ln>
          </p:spPr>
        </p:sp>
      </p:grpSp>
      <p:grpSp>
        <p:nvGrpSpPr>
          <p:cNvPr id="70" name="node07"/>
          <p:cNvGrpSpPr/>
          <p:nvPr/>
        </p:nvGrpSpPr>
        <p:grpSpPr>
          <a:xfrm>
            <a:off x="6324600" y="533400"/>
            <a:ext cx="2286000" cy="266700"/>
            <a:chOff x="6324600" y="533400"/>
            <a:chExt cx="2286000" cy="266700"/>
          </a:xfrm>
        </p:grpSpPr>
        <p:sp>
          <p:nvSpPr>
            <p:cNvPr id="23" name="node07.text"/>
            <p:cNvSpPr/>
            <p:nvPr/>
          </p:nvSpPr>
          <p:spPr>
            <a:xfrm>
              <a:off x="6324600" y="533400"/>
              <a:ext cx="22860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Portfolio assessment</a:t>
              </a:r>
              <a:endParaRPr lang="en-US" sz="1400" spc="0" kern="0" b="0" i="0" dirty="0">
                <a:solidFill>
                  <a:srgbClr val="070154"/>
                </a:solidFill>
                <a:latin typeface="IBM Plex Sans"/>
                <a:ea typeface="IBM Plex Sans"/>
                <a:cs typeface="IBM Plex Sans"/>
              </a:endParaRPr>
            </a:p>
          </p:txBody>
        </p:sp>
      </p:grpSp>
      <p:grpSp>
        <p:nvGrpSpPr>
          <p:cNvPr id="71" name="node08"/>
          <p:cNvGrpSpPr/>
          <p:nvPr/>
        </p:nvGrpSpPr>
        <p:grpSpPr>
          <a:xfrm>
            <a:off x="6324600" y="800100"/>
            <a:ext cx="2286000" cy="228600"/>
            <a:chOff x="6324600" y="800100"/>
            <a:chExt cx="2286000" cy="228600"/>
          </a:xfrm>
        </p:grpSpPr>
        <p:sp>
          <p:nvSpPr>
            <p:cNvPr id="24" name="node08.text"/>
            <p:cNvSpPr/>
            <p:nvPr/>
          </p:nvSpPr>
          <p:spPr>
            <a:xfrm>
              <a:off x="6324600" y="800100"/>
              <a:ext cx="2286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Score 140 applications</a:t>
              </a:r>
              <a:endParaRPr lang="en-US" sz="1200" spc="0" kern="0" b="0" i="0" dirty="0">
                <a:solidFill>
                  <a:srgbClr val="50658E"/>
                </a:solidFill>
                <a:latin typeface="IBM Plex Sans"/>
                <a:ea typeface="IBM Plex Sans"/>
                <a:cs typeface="IBM Plex Sans"/>
              </a:endParaRPr>
            </a:p>
          </p:txBody>
        </p:sp>
      </p:grpSp>
      <p:grpSp>
        <p:nvGrpSpPr>
          <p:cNvPr id="72" name="node09"/>
          <p:cNvGrpSpPr/>
          <p:nvPr/>
        </p:nvGrpSpPr>
        <p:grpSpPr>
          <a:xfrm>
            <a:off x="8953500" y="457200"/>
            <a:ext cx="2514600" cy="685800"/>
            <a:chOff x="8953500" y="457200"/>
            <a:chExt cx="2514600" cy="685800"/>
          </a:xfrm>
        </p:grpSpPr>
        <p:sp>
          <p:nvSpPr>
            <p:cNvPr id="25" name="node09.surface"/>
            <p:cNvSpPr/>
            <p:nvPr/>
          </p:nvSpPr>
          <p:spPr>
            <a:xfrm>
              <a:off x="8953500" y="457200"/>
              <a:ext cx="2514600" cy="685800"/>
            </a:xfrm>
            <a:prstGeom prst="rect">
              <a:avLst/>
            </a:prstGeom>
            <a:solidFill>
              <a:srgbClr val="E8EEF8"/>
            </a:solidFill>
            <a:ln>
              <a:noFill/>
            </a:ln>
          </p:spPr>
        </p:sp>
      </p:grpSp>
      <p:grpSp>
        <p:nvGrpSpPr>
          <p:cNvPr id="73" name="node10"/>
          <p:cNvGrpSpPr/>
          <p:nvPr/>
        </p:nvGrpSpPr>
        <p:grpSpPr>
          <a:xfrm>
            <a:off x="9067800" y="533400"/>
            <a:ext cx="2286000" cy="266700"/>
            <a:chOff x="9067800" y="533400"/>
            <a:chExt cx="2286000" cy="266700"/>
          </a:xfrm>
        </p:grpSpPr>
        <p:sp>
          <p:nvSpPr>
            <p:cNvPr id="26" name="node10.text"/>
            <p:cNvSpPr/>
            <p:nvPr/>
          </p:nvSpPr>
          <p:spPr>
            <a:xfrm>
              <a:off x="9067800" y="533400"/>
              <a:ext cx="22860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Application rationalization</a:t>
              </a:r>
              <a:endParaRPr lang="en-US" sz="1400" spc="0" kern="0" b="0" i="0" dirty="0">
                <a:solidFill>
                  <a:srgbClr val="070154"/>
                </a:solidFill>
                <a:latin typeface="IBM Plex Sans"/>
                <a:ea typeface="IBM Plex Sans"/>
                <a:cs typeface="IBM Plex Sans"/>
              </a:endParaRPr>
            </a:p>
          </p:txBody>
        </p:sp>
      </p:grpSp>
      <p:grpSp>
        <p:nvGrpSpPr>
          <p:cNvPr id="74" name="node11"/>
          <p:cNvGrpSpPr/>
          <p:nvPr/>
        </p:nvGrpSpPr>
        <p:grpSpPr>
          <a:xfrm>
            <a:off x="9067800" y="800100"/>
            <a:ext cx="2286000" cy="228600"/>
            <a:chOff x="9067800" y="800100"/>
            <a:chExt cx="2286000" cy="228600"/>
          </a:xfrm>
        </p:grpSpPr>
        <p:sp>
          <p:nvSpPr>
            <p:cNvPr id="27" name="node11.text"/>
            <p:cNvSpPr/>
            <p:nvPr/>
          </p:nvSpPr>
          <p:spPr>
            <a:xfrm>
              <a:off x="9067800" y="800100"/>
              <a:ext cx="2286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Retire, keep, move, rebuild</a:t>
              </a:r>
              <a:endParaRPr lang="en-US" sz="1200" spc="0" kern="0" b="0" i="0" dirty="0">
                <a:solidFill>
                  <a:srgbClr val="50658E"/>
                </a:solidFill>
                <a:latin typeface="IBM Plex Sans"/>
                <a:ea typeface="IBM Plex Sans"/>
                <a:cs typeface="IBM Plex Sans"/>
              </a:endParaRPr>
            </a:p>
          </p:txBody>
        </p:sp>
      </p:grpSp>
      <p:grpSp>
        <p:nvGrpSpPr>
          <p:cNvPr id="75" name="node12"/>
          <p:cNvGrpSpPr/>
          <p:nvPr/>
        </p:nvGrpSpPr>
        <p:grpSpPr>
          <a:xfrm>
            <a:off x="6210300" y="1371600"/>
            <a:ext cx="2514600" cy="685800"/>
            <a:chOff x="6210300" y="1371600"/>
            <a:chExt cx="2514600" cy="685800"/>
          </a:xfrm>
        </p:grpSpPr>
        <p:sp>
          <p:nvSpPr>
            <p:cNvPr id="28" name="node12.surface"/>
            <p:cNvSpPr/>
            <p:nvPr/>
          </p:nvSpPr>
          <p:spPr>
            <a:xfrm>
              <a:off x="6210300" y="1371600"/>
              <a:ext cx="2514600" cy="685800"/>
            </a:xfrm>
            <a:prstGeom prst="rect">
              <a:avLst/>
            </a:prstGeom>
            <a:solidFill>
              <a:srgbClr val="E8EEF8"/>
            </a:solidFill>
            <a:ln>
              <a:noFill/>
            </a:ln>
          </p:spPr>
        </p:sp>
      </p:grpSp>
      <p:grpSp>
        <p:nvGrpSpPr>
          <p:cNvPr id="76" name="node13"/>
          <p:cNvGrpSpPr/>
          <p:nvPr/>
        </p:nvGrpSpPr>
        <p:grpSpPr>
          <a:xfrm>
            <a:off x="6324600" y="1447800"/>
            <a:ext cx="2286000" cy="266700"/>
            <a:chOff x="6324600" y="1447800"/>
            <a:chExt cx="2286000" cy="266700"/>
          </a:xfrm>
        </p:grpSpPr>
        <p:sp>
          <p:nvSpPr>
            <p:cNvPr id="29" name="node13.text"/>
            <p:cNvSpPr/>
            <p:nvPr/>
          </p:nvSpPr>
          <p:spPr>
            <a:xfrm>
              <a:off x="6324600" y="1447800"/>
              <a:ext cx="22860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Target architecture</a:t>
              </a:r>
              <a:endParaRPr lang="en-US" sz="1400" spc="0" kern="0" b="0" i="0" dirty="0">
                <a:solidFill>
                  <a:srgbClr val="070154"/>
                </a:solidFill>
                <a:latin typeface="IBM Plex Sans"/>
                <a:ea typeface="IBM Plex Sans"/>
                <a:cs typeface="IBM Plex Sans"/>
              </a:endParaRPr>
            </a:p>
          </p:txBody>
        </p:sp>
      </p:grpSp>
      <p:grpSp>
        <p:nvGrpSpPr>
          <p:cNvPr id="77" name="node14"/>
          <p:cNvGrpSpPr/>
          <p:nvPr/>
        </p:nvGrpSpPr>
        <p:grpSpPr>
          <a:xfrm>
            <a:off x="6324600" y="1714500"/>
            <a:ext cx="2286000" cy="228600"/>
            <a:chOff x="6324600" y="1714500"/>
            <a:chExt cx="2286000" cy="228600"/>
          </a:xfrm>
        </p:grpSpPr>
        <p:sp>
          <p:nvSpPr>
            <p:cNvPr id="30" name="node14.text"/>
            <p:cNvSpPr/>
            <p:nvPr/>
          </p:nvSpPr>
          <p:spPr>
            <a:xfrm>
              <a:off x="6324600" y="1714500"/>
              <a:ext cx="2286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Scheduling, billing design</a:t>
              </a:r>
              <a:endParaRPr lang="en-US" sz="1200" spc="0" kern="0" b="0" i="0" dirty="0">
                <a:solidFill>
                  <a:srgbClr val="50658E"/>
                </a:solidFill>
                <a:latin typeface="IBM Plex Sans"/>
                <a:ea typeface="IBM Plex Sans"/>
                <a:cs typeface="IBM Plex Sans"/>
              </a:endParaRPr>
            </a:p>
          </p:txBody>
        </p:sp>
      </p:grpSp>
      <p:grpSp>
        <p:nvGrpSpPr>
          <p:cNvPr id="78" name="node15"/>
          <p:cNvGrpSpPr/>
          <p:nvPr/>
        </p:nvGrpSpPr>
        <p:grpSpPr>
          <a:xfrm>
            <a:off x="8953500" y="1371600"/>
            <a:ext cx="2514600" cy="685800"/>
            <a:chOff x="8953500" y="1371600"/>
            <a:chExt cx="2514600" cy="685800"/>
          </a:xfrm>
        </p:grpSpPr>
        <p:sp>
          <p:nvSpPr>
            <p:cNvPr id="31" name="node15.surface"/>
            <p:cNvSpPr/>
            <p:nvPr/>
          </p:nvSpPr>
          <p:spPr>
            <a:xfrm>
              <a:off x="8953500" y="1371600"/>
              <a:ext cx="2514600" cy="685800"/>
            </a:xfrm>
            <a:prstGeom prst="rect">
              <a:avLst/>
            </a:prstGeom>
            <a:solidFill>
              <a:srgbClr val="E8EEF8"/>
            </a:solidFill>
            <a:ln>
              <a:noFill/>
            </a:ln>
          </p:spPr>
        </p:sp>
      </p:grpSp>
      <p:grpSp>
        <p:nvGrpSpPr>
          <p:cNvPr id="79" name="node16"/>
          <p:cNvGrpSpPr/>
          <p:nvPr/>
        </p:nvGrpSpPr>
        <p:grpSpPr>
          <a:xfrm>
            <a:off x="9067800" y="1447800"/>
            <a:ext cx="2286000" cy="266700"/>
            <a:chOff x="9067800" y="1447800"/>
            <a:chExt cx="2286000" cy="266700"/>
          </a:xfrm>
        </p:grpSpPr>
        <p:sp>
          <p:nvSpPr>
            <p:cNvPr id="32" name="node16.text"/>
            <p:cNvSpPr/>
            <p:nvPr/>
          </p:nvSpPr>
          <p:spPr>
            <a:xfrm>
              <a:off x="9067800" y="1447800"/>
              <a:ext cx="22860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Business case</a:t>
              </a:r>
              <a:endParaRPr lang="en-US" sz="1400" spc="0" kern="0" b="0" i="0" dirty="0">
                <a:solidFill>
                  <a:srgbClr val="070154"/>
                </a:solidFill>
                <a:latin typeface="IBM Plex Sans"/>
                <a:ea typeface="IBM Plex Sans"/>
                <a:cs typeface="IBM Plex Sans"/>
              </a:endParaRPr>
            </a:p>
          </p:txBody>
        </p:sp>
      </p:grpSp>
      <p:grpSp>
        <p:nvGrpSpPr>
          <p:cNvPr id="80" name="node17"/>
          <p:cNvGrpSpPr/>
          <p:nvPr/>
        </p:nvGrpSpPr>
        <p:grpSpPr>
          <a:xfrm>
            <a:off x="9067800" y="1714500"/>
            <a:ext cx="2286000" cy="228600"/>
            <a:chOff x="9067800" y="1714500"/>
            <a:chExt cx="2286000" cy="228600"/>
          </a:xfrm>
        </p:grpSpPr>
        <p:sp>
          <p:nvSpPr>
            <p:cNvPr id="33" name="node17.text"/>
            <p:cNvSpPr/>
            <p:nvPr/>
          </p:nvSpPr>
          <p:spPr>
            <a:xfrm>
              <a:off x="9067800" y="1714500"/>
              <a:ext cx="2286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Cost, risk, benefit by wave</a:t>
              </a:r>
              <a:endParaRPr lang="en-US" sz="1200" spc="0" kern="0" b="0" i="0" dirty="0">
                <a:solidFill>
                  <a:srgbClr val="50658E"/>
                </a:solidFill>
                <a:latin typeface="IBM Plex Sans"/>
                <a:ea typeface="IBM Plex Sans"/>
                <a:cs typeface="IBM Plex Sans"/>
              </a:endParaRPr>
            </a:p>
          </p:txBody>
        </p:sp>
      </p:grpSp>
      <p:grpSp>
        <p:nvGrpSpPr>
          <p:cNvPr id="81" name="node18"/>
          <p:cNvGrpSpPr/>
          <p:nvPr/>
        </p:nvGrpSpPr>
        <p:grpSpPr>
          <a:xfrm>
            <a:off x="4381500" y="2286000"/>
            <a:ext cx="1600200" cy="1600200"/>
            <a:chOff x="4381500" y="2286000"/>
            <a:chExt cx="1600200" cy="1600200"/>
          </a:xfrm>
        </p:grpSpPr>
        <p:sp>
          <p:nvSpPr>
            <p:cNvPr id="34" name="node18.surface"/>
            <p:cNvSpPr/>
            <p:nvPr/>
          </p:nvSpPr>
          <p:spPr>
            <a:xfrm>
              <a:off x="4381500" y="2286000"/>
              <a:ext cx="1600200" cy="1600200"/>
            </a:xfrm>
            <a:prstGeom prst="rect">
              <a:avLst/>
            </a:prstGeom>
            <a:solidFill>
              <a:srgbClr val="CED7E6"/>
            </a:solidFill>
            <a:ln>
              <a:noFill/>
            </a:ln>
          </p:spPr>
        </p:sp>
      </p:grpSp>
      <p:grpSp>
        <p:nvGrpSpPr>
          <p:cNvPr id="82" name="node19"/>
          <p:cNvGrpSpPr/>
          <p:nvPr/>
        </p:nvGrpSpPr>
        <p:grpSpPr>
          <a:xfrm>
            <a:off x="4533900" y="2438400"/>
            <a:ext cx="1295400" cy="304800"/>
            <a:chOff x="4533900" y="2438400"/>
            <a:chExt cx="1295400" cy="304800"/>
          </a:xfrm>
        </p:grpSpPr>
        <p:sp>
          <p:nvSpPr>
            <p:cNvPr id="35" name="node19.text"/>
            <p:cNvSpPr/>
            <p:nvPr/>
          </p:nvSpPr>
          <p:spPr>
            <a:xfrm>
              <a:off x="4533900" y="2438400"/>
              <a:ext cx="129540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02</a:t>
              </a:r>
              <a:endParaRPr lang="en-US" sz="1800" spc="0" kern="0" b="0" i="0" dirty="0">
                <a:solidFill>
                  <a:srgbClr val="0047FF"/>
                </a:solidFill>
                <a:latin typeface="IBM Plex Mono SemiBold"/>
                <a:ea typeface="IBM Plex Mono SemiBold"/>
                <a:cs typeface="IBM Plex Mono SemiBold"/>
              </a:endParaRPr>
            </a:p>
          </p:txBody>
        </p:sp>
      </p:grpSp>
      <p:grpSp>
        <p:nvGrpSpPr>
          <p:cNvPr id="83" name="node20"/>
          <p:cNvGrpSpPr/>
          <p:nvPr/>
        </p:nvGrpSpPr>
        <p:grpSpPr>
          <a:xfrm>
            <a:off x="4533900" y="2819400"/>
            <a:ext cx="1295400" cy="304800"/>
            <a:chOff x="4533900" y="2819400"/>
            <a:chExt cx="1295400" cy="304800"/>
          </a:xfrm>
        </p:grpSpPr>
        <p:sp>
          <p:nvSpPr>
            <p:cNvPr id="36" name="node20.text"/>
            <p:cNvSpPr/>
            <p:nvPr/>
          </p:nvSpPr>
          <p:spPr>
            <a:xfrm>
              <a:off x="4533900" y="2819400"/>
              <a:ext cx="12954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Build</a:t>
              </a:r>
              <a:endParaRPr lang="en-US" sz="1800" spc="-18" kern="0" b="0" i="0" dirty="0">
                <a:solidFill>
                  <a:srgbClr val="070154"/>
                </a:solidFill>
                <a:latin typeface="IBM Plex Sans SemiBold"/>
                <a:ea typeface="IBM Plex Sans SemiBold"/>
                <a:cs typeface="IBM Plex Sans SemiBold"/>
              </a:endParaRPr>
            </a:p>
          </p:txBody>
        </p:sp>
      </p:grpSp>
      <p:grpSp>
        <p:nvGrpSpPr>
          <p:cNvPr id="84" name="node21"/>
          <p:cNvGrpSpPr/>
          <p:nvPr/>
        </p:nvGrpSpPr>
        <p:grpSpPr>
          <a:xfrm>
            <a:off x="6210300" y="2286000"/>
            <a:ext cx="2514600" cy="685800"/>
            <a:chOff x="6210300" y="2286000"/>
            <a:chExt cx="2514600" cy="685800"/>
          </a:xfrm>
        </p:grpSpPr>
        <p:sp>
          <p:nvSpPr>
            <p:cNvPr id="37" name="node21.surface"/>
            <p:cNvSpPr/>
            <p:nvPr/>
          </p:nvSpPr>
          <p:spPr>
            <a:xfrm>
              <a:off x="6210300" y="2286000"/>
              <a:ext cx="2514600" cy="685800"/>
            </a:xfrm>
            <a:prstGeom prst="rect">
              <a:avLst/>
            </a:prstGeom>
            <a:solidFill>
              <a:srgbClr val="E8EEF8"/>
            </a:solidFill>
            <a:ln>
              <a:noFill/>
            </a:ln>
          </p:spPr>
        </p:sp>
      </p:grpSp>
      <p:grpSp>
        <p:nvGrpSpPr>
          <p:cNvPr id="85" name="node22"/>
          <p:cNvGrpSpPr/>
          <p:nvPr/>
        </p:nvGrpSpPr>
        <p:grpSpPr>
          <a:xfrm>
            <a:off x="6324600" y="2362200"/>
            <a:ext cx="2286000" cy="266700"/>
            <a:chOff x="6324600" y="2362200"/>
            <a:chExt cx="2286000" cy="266700"/>
          </a:xfrm>
        </p:grpSpPr>
        <p:sp>
          <p:nvSpPr>
            <p:cNvPr id="38" name="node22.text"/>
            <p:cNvSpPr/>
            <p:nvPr/>
          </p:nvSpPr>
          <p:spPr>
            <a:xfrm>
              <a:off x="6324600" y="2362200"/>
              <a:ext cx="22860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Re-platform</a:t>
              </a:r>
              <a:endParaRPr lang="en-US" sz="1400" spc="0" kern="0" b="0" i="0" dirty="0">
                <a:solidFill>
                  <a:srgbClr val="070154"/>
                </a:solidFill>
                <a:latin typeface="IBM Plex Sans"/>
                <a:ea typeface="IBM Plex Sans"/>
                <a:cs typeface="IBM Plex Sans"/>
              </a:endParaRPr>
            </a:p>
          </p:txBody>
        </p:sp>
      </p:grpSp>
      <p:grpSp>
        <p:nvGrpSpPr>
          <p:cNvPr id="86" name="node23"/>
          <p:cNvGrpSpPr/>
          <p:nvPr/>
        </p:nvGrpSpPr>
        <p:grpSpPr>
          <a:xfrm>
            <a:off x="6324600" y="2628900"/>
            <a:ext cx="2286000" cy="228600"/>
            <a:chOff x="6324600" y="2628900"/>
            <a:chExt cx="2286000" cy="228600"/>
          </a:xfrm>
        </p:grpSpPr>
        <p:sp>
          <p:nvSpPr>
            <p:cNvPr id="39" name="node23.text"/>
            <p:cNvSpPr/>
            <p:nvPr/>
          </p:nvSpPr>
          <p:spPr>
            <a:xfrm>
              <a:off x="6324600" y="2628900"/>
              <a:ext cx="2286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Move to the landing zone</a:t>
              </a:r>
              <a:endParaRPr lang="en-US" sz="1200" spc="0" kern="0" b="0" i="0" dirty="0">
                <a:solidFill>
                  <a:srgbClr val="50658E"/>
                </a:solidFill>
                <a:latin typeface="IBM Plex Sans"/>
                <a:ea typeface="IBM Plex Sans"/>
                <a:cs typeface="IBM Plex Sans"/>
              </a:endParaRPr>
            </a:p>
          </p:txBody>
        </p:sp>
      </p:grpSp>
      <p:grpSp>
        <p:nvGrpSpPr>
          <p:cNvPr id="87" name="node24"/>
          <p:cNvGrpSpPr/>
          <p:nvPr/>
        </p:nvGrpSpPr>
        <p:grpSpPr>
          <a:xfrm>
            <a:off x="8953500" y="2286000"/>
            <a:ext cx="2514600" cy="685800"/>
            <a:chOff x="8953500" y="2286000"/>
            <a:chExt cx="2514600" cy="685800"/>
          </a:xfrm>
        </p:grpSpPr>
        <p:sp>
          <p:nvSpPr>
            <p:cNvPr id="40" name="node24.surface"/>
            <p:cNvSpPr/>
            <p:nvPr/>
          </p:nvSpPr>
          <p:spPr>
            <a:xfrm>
              <a:off x="8953500" y="2286000"/>
              <a:ext cx="2514600" cy="685800"/>
            </a:xfrm>
            <a:prstGeom prst="rect">
              <a:avLst/>
            </a:prstGeom>
            <a:solidFill>
              <a:srgbClr val="E8EEF8"/>
            </a:solidFill>
            <a:ln>
              <a:noFill/>
            </a:ln>
          </p:spPr>
        </p:sp>
      </p:grpSp>
      <p:grpSp>
        <p:nvGrpSpPr>
          <p:cNvPr id="88" name="node25"/>
          <p:cNvGrpSpPr/>
          <p:nvPr/>
        </p:nvGrpSpPr>
        <p:grpSpPr>
          <a:xfrm>
            <a:off x="9067800" y="2362200"/>
            <a:ext cx="2286000" cy="266700"/>
            <a:chOff x="9067800" y="2362200"/>
            <a:chExt cx="2286000" cy="266700"/>
          </a:xfrm>
        </p:grpSpPr>
        <p:sp>
          <p:nvSpPr>
            <p:cNvPr id="41" name="node25.text"/>
            <p:cNvSpPr/>
            <p:nvPr/>
          </p:nvSpPr>
          <p:spPr>
            <a:xfrm>
              <a:off x="9067800" y="2362200"/>
              <a:ext cx="22860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Refactor</a:t>
              </a:r>
              <a:endParaRPr lang="en-US" sz="1400" spc="0" kern="0" b="0" i="0" dirty="0">
                <a:solidFill>
                  <a:srgbClr val="070154"/>
                </a:solidFill>
                <a:latin typeface="IBM Plex Sans"/>
                <a:ea typeface="IBM Plex Sans"/>
                <a:cs typeface="IBM Plex Sans"/>
              </a:endParaRPr>
            </a:p>
          </p:txBody>
        </p:sp>
      </p:grpSp>
      <p:grpSp>
        <p:nvGrpSpPr>
          <p:cNvPr id="89" name="node26"/>
          <p:cNvGrpSpPr/>
          <p:nvPr/>
        </p:nvGrpSpPr>
        <p:grpSpPr>
          <a:xfrm>
            <a:off x="9067800" y="2628900"/>
            <a:ext cx="2286000" cy="228600"/>
            <a:chOff x="9067800" y="2628900"/>
            <a:chExt cx="2286000" cy="228600"/>
          </a:xfrm>
        </p:grpSpPr>
        <p:sp>
          <p:nvSpPr>
            <p:cNvPr id="42" name="node26.text"/>
            <p:cNvSpPr/>
            <p:nvPr/>
          </p:nvSpPr>
          <p:spPr>
            <a:xfrm>
              <a:off x="9067800" y="2628900"/>
              <a:ext cx="2286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Split the billing monolith</a:t>
              </a:r>
              <a:endParaRPr lang="en-US" sz="1200" spc="0" kern="0" b="0" i="0" dirty="0">
                <a:solidFill>
                  <a:srgbClr val="50658E"/>
                </a:solidFill>
                <a:latin typeface="IBM Plex Sans"/>
                <a:ea typeface="IBM Plex Sans"/>
                <a:cs typeface="IBM Plex Sans"/>
              </a:endParaRPr>
            </a:p>
          </p:txBody>
        </p:sp>
      </p:grpSp>
      <p:grpSp>
        <p:nvGrpSpPr>
          <p:cNvPr id="90" name="node27"/>
          <p:cNvGrpSpPr/>
          <p:nvPr/>
        </p:nvGrpSpPr>
        <p:grpSpPr>
          <a:xfrm>
            <a:off x="6210300" y="3200400"/>
            <a:ext cx="2514600" cy="685800"/>
            <a:chOff x="6210300" y="3200400"/>
            <a:chExt cx="2514600" cy="685800"/>
          </a:xfrm>
        </p:grpSpPr>
        <p:sp>
          <p:nvSpPr>
            <p:cNvPr id="43" name="node27.surface"/>
            <p:cNvSpPr/>
            <p:nvPr/>
          </p:nvSpPr>
          <p:spPr>
            <a:xfrm>
              <a:off x="6210300" y="3200400"/>
              <a:ext cx="2514600" cy="685800"/>
            </a:xfrm>
            <a:prstGeom prst="rect">
              <a:avLst/>
            </a:prstGeom>
            <a:solidFill>
              <a:srgbClr val="E8EEF8"/>
            </a:solidFill>
            <a:ln>
              <a:noFill/>
            </a:ln>
          </p:spPr>
        </p:sp>
      </p:grpSp>
      <p:grpSp>
        <p:nvGrpSpPr>
          <p:cNvPr id="91" name="node28"/>
          <p:cNvGrpSpPr/>
          <p:nvPr/>
        </p:nvGrpSpPr>
        <p:grpSpPr>
          <a:xfrm>
            <a:off x="6324600" y="3276600"/>
            <a:ext cx="2286000" cy="266700"/>
            <a:chOff x="6324600" y="3276600"/>
            <a:chExt cx="2286000" cy="266700"/>
          </a:xfrm>
        </p:grpSpPr>
        <p:sp>
          <p:nvSpPr>
            <p:cNvPr id="44" name="node28.text"/>
            <p:cNvSpPr/>
            <p:nvPr/>
          </p:nvSpPr>
          <p:spPr>
            <a:xfrm>
              <a:off x="6324600" y="3276600"/>
              <a:ext cx="22860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Data migration</a:t>
              </a:r>
              <a:endParaRPr lang="en-US" sz="1400" spc="0" kern="0" b="0" i="0" dirty="0">
                <a:solidFill>
                  <a:srgbClr val="070154"/>
                </a:solidFill>
                <a:latin typeface="IBM Plex Sans"/>
                <a:ea typeface="IBM Plex Sans"/>
                <a:cs typeface="IBM Plex Sans"/>
              </a:endParaRPr>
            </a:p>
          </p:txBody>
        </p:sp>
      </p:grpSp>
      <p:grpSp>
        <p:nvGrpSpPr>
          <p:cNvPr id="92" name="node29"/>
          <p:cNvGrpSpPr/>
          <p:nvPr/>
        </p:nvGrpSpPr>
        <p:grpSpPr>
          <a:xfrm>
            <a:off x="6324600" y="3543300"/>
            <a:ext cx="2286000" cy="228600"/>
            <a:chOff x="6324600" y="3543300"/>
            <a:chExt cx="2286000" cy="228600"/>
          </a:xfrm>
        </p:grpSpPr>
        <p:sp>
          <p:nvSpPr>
            <p:cNvPr id="45" name="node29.text"/>
            <p:cNvSpPr/>
            <p:nvPr/>
          </p:nvSpPr>
          <p:spPr>
            <a:xfrm>
              <a:off x="6324600" y="3543300"/>
              <a:ext cx="2286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Reconciled patient data</a:t>
              </a:r>
              <a:endParaRPr lang="en-US" sz="1200" spc="0" kern="0" b="0" i="0" dirty="0">
                <a:solidFill>
                  <a:srgbClr val="50658E"/>
                </a:solidFill>
                <a:latin typeface="IBM Plex Sans"/>
                <a:ea typeface="IBM Plex Sans"/>
                <a:cs typeface="IBM Plex Sans"/>
              </a:endParaRPr>
            </a:p>
          </p:txBody>
        </p:sp>
      </p:grpSp>
      <p:grpSp>
        <p:nvGrpSpPr>
          <p:cNvPr id="93" name="node30"/>
          <p:cNvGrpSpPr/>
          <p:nvPr/>
        </p:nvGrpSpPr>
        <p:grpSpPr>
          <a:xfrm>
            <a:off x="8953500" y="3200400"/>
            <a:ext cx="2514600" cy="685800"/>
            <a:chOff x="8953500" y="3200400"/>
            <a:chExt cx="2514600" cy="685800"/>
          </a:xfrm>
        </p:grpSpPr>
        <p:sp>
          <p:nvSpPr>
            <p:cNvPr id="46" name="node30.surface"/>
            <p:cNvSpPr/>
            <p:nvPr/>
          </p:nvSpPr>
          <p:spPr>
            <a:xfrm>
              <a:off x="8953500" y="3200400"/>
              <a:ext cx="2514600" cy="685800"/>
            </a:xfrm>
            <a:prstGeom prst="rect">
              <a:avLst/>
            </a:prstGeom>
            <a:solidFill>
              <a:srgbClr val="E8EEF8"/>
            </a:solidFill>
            <a:ln>
              <a:noFill/>
            </a:ln>
          </p:spPr>
        </p:sp>
      </p:grpSp>
      <p:grpSp>
        <p:nvGrpSpPr>
          <p:cNvPr id="94" name="node31"/>
          <p:cNvGrpSpPr/>
          <p:nvPr/>
        </p:nvGrpSpPr>
        <p:grpSpPr>
          <a:xfrm>
            <a:off x="9067800" y="3276600"/>
            <a:ext cx="2286000" cy="266700"/>
            <a:chOff x="9067800" y="3276600"/>
            <a:chExt cx="2286000" cy="266700"/>
          </a:xfrm>
        </p:grpSpPr>
        <p:sp>
          <p:nvSpPr>
            <p:cNvPr id="47" name="node31.text"/>
            <p:cNvSpPr/>
            <p:nvPr/>
          </p:nvSpPr>
          <p:spPr>
            <a:xfrm>
              <a:off x="9067800" y="3276600"/>
              <a:ext cx="22860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Cutover</a:t>
              </a:r>
              <a:endParaRPr lang="en-US" sz="1400" spc="0" kern="0" b="0" i="0" dirty="0">
                <a:solidFill>
                  <a:srgbClr val="070154"/>
                </a:solidFill>
                <a:latin typeface="IBM Plex Sans"/>
                <a:ea typeface="IBM Plex Sans"/>
                <a:cs typeface="IBM Plex Sans"/>
              </a:endParaRPr>
            </a:p>
          </p:txBody>
        </p:sp>
      </p:grpSp>
      <p:grpSp>
        <p:nvGrpSpPr>
          <p:cNvPr id="95" name="node32"/>
          <p:cNvGrpSpPr/>
          <p:nvPr/>
        </p:nvGrpSpPr>
        <p:grpSpPr>
          <a:xfrm>
            <a:off x="9067800" y="3543300"/>
            <a:ext cx="2286000" cy="228600"/>
            <a:chOff x="9067800" y="3543300"/>
            <a:chExt cx="2286000" cy="228600"/>
          </a:xfrm>
        </p:grpSpPr>
        <p:sp>
          <p:nvSpPr>
            <p:cNvPr id="48" name="node32.text"/>
            <p:cNvSpPr/>
            <p:nvPr/>
          </p:nvSpPr>
          <p:spPr>
            <a:xfrm>
              <a:off x="9067800" y="3543300"/>
              <a:ext cx="2286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Waves, rehearsals, go-live</a:t>
              </a:r>
              <a:endParaRPr lang="en-US" sz="1200" spc="0" kern="0" b="0" i="0" dirty="0">
                <a:solidFill>
                  <a:srgbClr val="50658E"/>
                </a:solidFill>
                <a:latin typeface="IBM Plex Sans"/>
                <a:ea typeface="IBM Plex Sans"/>
                <a:cs typeface="IBM Plex Sans"/>
              </a:endParaRPr>
            </a:p>
          </p:txBody>
        </p:sp>
      </p:grpSp>
      <p:grpSp>
        <p:nvGrpSpPr>
          <p:cNvPr id="96" name="node33"/>
          <p:cNvGrpSpPr/>
          <p:nvPr/>
        </p:nvGrpSpPr>
        <p:grpSpPr>
          <a:xfrm>
            <a:off x="4381500" y="4114800"/>
            <a:ext cx="1600200" cy="1600200"/>
            <a:chOff x="4381500" y="4114800"/>
            <a:chExt cx="1600200" cy="1600200"/>
          </a:xfrm>
        </p:grpSpPr>
        <p:sp>
          <p:nvSpPr>
            <p:cNvPr id="49" name="node33.surface"/>
            <p:cNvSpPr/>
            <p:nvPr/>
          </p:nvSpPr>
          <p:spPr>
            <a:xfrm>
              <a:off x="4381500" y="4114800"/>
              <a:ext cx="1600200" cy="1600200"/>
            </a:xfrm>
            <a:prstGeom prst="rect">
              <a:avLst/>
            </a:prstGeom>
            <a:solidFill>
              <a:srgbClr val="E8EEF8"/>
            </a:solidFill>
            <a:ln>
              <a:noFill/>
            </a:ln>
          </p:spPr>
        </p:sp>
      </p:grpSp>
      <p:grpSp>
        <p:nvGrpSpPr>
          <p:cNvPr id="97" name="node34"/>
          <p:cNvGrpSpPr/>
          <p:nvPr/>
        </p:nvGrpSpPr>
        <p:grpSpPr>
          <a:xfrm>
            <a:off x="4533900" y="4267200"/>
            <a:ext cx="1295400" cy="304800"/>
            <a:chOff x="4533900" y="4267200"/>
            <a:chExt cx="1295400" cy="304800"/>
          </a:xfrm>
        </p:grpSpPr>
        <p:sp>
          <p:nvSpPr>
            <p:cNvPr id="50" name="node34.text"/>
            <p:cNvSpPr/>
            <p:nvPr/>
          </p:nvSpPr>
          <p:spPr>
            <a:xfrm>
              <a:off x="4533900" y="4267200"/>
              <a:ext cx="129540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03</a:t>
              </a:r>
              <a:endParaRPr lang="en-US" sz="1800" spc="0" kern="0" b="0" i="0" dirty="0">
                <a:solidFill>
                  <a:srgbClr val="0047FF"/>
                </a:solidFill>
                <a:latin typeface="IBM Plex Mono SemiBold"/>
                <a:ea typeface="IBM Plex Mono SemiBold"/>
                <a:cs typeface="IBM Plex Mono SemiBold"/>
              </a:endParaRPr>
            </a:p>
          </p:txBody>
        </p:sp>
      </p:grpSp>
      <p:grpSp>
        <p:nvGrpSpPr>
          <p:cNvPr id="98" name="node35"/>
          <p:cNvGrpSpPr/>
          <p:nvPr/>
        </p:nvGrpSpPr>
        <p:grpSpPr>
          <a:xfrm>
            <a:off x="4533900" y="4648200"/>
            <a:ext cx="1295400" cy="304800"/>
            <a:chOff x="4533900" y="4648200"/>
            <a:chExt cx="1295400" cy="304800"/>
          </a:xfrm>
        </p:grpSpPr>
        <p:sp>
          <p:nvSpPr>
            <p:cNvPr id="51" name="node35.text"/>
            <p:cNvSpPr/>
            <p:nvPr/>
          </p:nvSpPr>
          <p:spPr>
            <a:xfrm>
              <a:off x="4533900" y="4648200"/>
              <a:ext cx="12954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Sustain</a:t>
              </a:r>
              <a:endParaRPr lang="en-US" sz="1800" spc="-18" kern="0" b="0" i="0" dirty="0">
                <a:solidFill>
                  <a:srgbClr val="070154"/>
                </a:solidFill>
                <a:latin typeface="IBM Plex Sans SemiBold"/>
                <a:ea typeface="IBM Plex Sans SemiBold"/>
                <a:cs typeface="IBM Plex Sans SemiBold"/>
              </a:endParaRPr>
            </a:p>
          </p:txBody>
        </p:sp>
      </p:grpSp>
      <p:grpSp>
        <p:nvGrpSpPr>
          <p:cNvPr id="99" name="node36"/>
          <p:cNvGrpSpPr/>
          <p:nvPr/>
        </p:nvGrpSpPr>
        <p:grpSpPr>
          <a:xfrm>
            <a:off x="6210300" y="4114800"/>
            <a:ext cx="2514600" cy="685800"/>
            <a:chOff x="6210300" y="4114800"/>
            <a:chExt cx="2514600" cy="685800"/>
          </a:xfrm>
        </p:grpSpPr>
        <p:sp>
          <p:nvSpPr>
            <p:cNvPr id="52" name="node36.surface"/>
            <p:cNvSpPr/>
            <p:nvPr/>
          </p:nvSpPr>
          <p:spPr>
            <a:xfrm>
              <a:off x="6210300" y="4114800"/>
              <a:ext cx="2514600" cy="685800"/>
            </a:xfrm>
            <a:prstGeom prst="rect">
              <a:avLst/>
            </a:prstGeom>
            <a:solidFill>
              <a:srgbClr val="E8EEF8"/>
            </a:solidFill>
            <a:ln>
              <a:noFill/>
            </a:ln>
          </p:spPr>
        </p:sp>
      </p:grpSp>
      <p:grpSp>
        <p:nvGrpSpPr>
          <p:cNvPr id="100" name="node37"/>
          <p:cNvGrpSpPr/>
          <p:nvPr/>
        </p:nvGrpSpPr>
        <p:grpSpPr>
          <a:xfrm>
            <a:off x="6324600" y="4191000"/>
            <a:ext cx="2286000" cy="266700"/>
            <a:chOff x="6324600" y="4191000"/>
            <a:chExt cx="2286000" cy="266700"/>
          </a:xfrm>
        </p:grpSpPr>
        <p:sp>
          <p:nvSpPr>
            <p:cNvPr id="53" name="node37.text"/>
            <p:cNvSpPr/>
            <p:nvPr/>
          </p:nvSpPr>
          <p:spPr>
            <a:xfrm>
              <a:off x="6324600" y="4191000"/>
              <a:ext cx="22860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Run and operate</a:t>
              </a:r>
              <a:endParaRPr lang="en-US" sz="1400" spc="0" kern="0" b="0" i="0" dirty="0">
                <a:solidFill>
                  <a:srgbClr val="070154"/>
                </a:solidFill>
                <a:latin typeface="IBM Plex Sans"/>
                <a:ea typeface="IBM Plex Sans"/>
                <a:cs typeface="IBM Plex Sans"/>
              </a:endParaRPr>
            </a:p>
          </p:txBody>
        </p:sp>
      </p:grpSp>
      <p:grpSp>
        <p:nvGrpSpPr>
          <p:cNvPr id="101" name="node38"/>
          <p:cNvGrpSpPr/>
          <p:nvPr/>
        </p:nvGrpSpPr>
        <p:grpSpPr>
          <a:xfrm>
            <a:off x="6324600" y="4457700"/>
            <a:ext cx="2286000" cy="228600"/>
            <a:chOff x="6324600" y="4457700"/>
            <a:chExt cx="2286000" cy="228600"/>
          </a:xfrm>
        </p:grpSpPr>
        <p:sp>
          <p:nvSpPr>
            <p:cNvPr id="54" name="node38.text"/>
            <p:cNvSpPr/>
            <p:nvPr/>
          </p:nvSpPr>
          <p:spPr>
            <a:xfrm>
              <a:off x="6324600" y="4457700"/>
              <a:ext cx="2286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Monitoring and support</a:t>
              </a:r>
              <a:endParaRPr lang="en-US" sz="1200" spc="0" kern="0" b="0" i="0" dirty="0">
                <a:solidFill>
                  <a:srgbClr val="50658E"/>
                </a:solidFill>
                <a:latin typeface="IBM Plex Sans"/>
                <a:ea typeface="IBM Plex Sans"/>
                <a:cs typeface="IBM Plex Sans"/>
              </a:endParaRPr>
            </a:p>
          </p:txBody>
        </p:sp>
      </p:grpSp>
      <p:grpSp>
        <p:nvGrpSpPr>
          <p:cNvPr id="102" name="node39"/>
          <p:cNvGrpSpPr/>
          <p:nvPr/>
        </p:nvGrpSpPr>
        <p:grpSpPr>
          <a:xfrm>
            <a:off x="8953500" y="4114800"/>
            <a:ext cx="2514600" cy="685800"/>
            <a:chOff x="8953500" y="4114800"/>
            <a:chExt cx="2514600" cy="685800"/>
          </a:xfrm>
        </p:grpSpPr>
        <p:sp>
          <p:nvSpPr>
            <p:cNvPr id="55" name="node39.surface"/>
            <p:cNvSpPr/>
            <p:nvPr/>
          </p:nvSpPr>
          <p:spPr>
            <a:xfrm>
              <a:off x="8953500" y="4114800"/>
              <a:ext cx="2514600" cy="685800"/>
            </a:xfrm>
            <a:prstGeom prst="rect">
              <a:avLst/>
            </a:prstGeom>
            <a:solidFill>
              <a:srgbClr val="E8EEF8"/>
            </a:solidFill>
            <a:ln>
              <a:noFill/>
            </a:ln>
          </p:spPr>
        </p:sp>
      </p:grpSp>
      <p:grpSp>
        <p:nvGrpSpPr>
          <p:cNvPr id="103" name="node40"/>
          <p:cNvGrpSpPr/>
          <p:nvPr/>
        </p:nvGrpSpPr>
        <p:grpSpPr>
          <a:xfrm>
            <a:off x="9067800" y="4191000"/>
            <a:ext cx="2286000" cy="266700"/>
            <a:chOff x="9067800" y="4191000"/>
            <a:chExt cx="2286000" cy="266700"/>
          </a:xfrm>
        </p:grpSpPr>
        <p:sp>
          <p:nvSpPr>
            <p:cNvPr id="56" name="node40.text"/>
            <p:cNvSpPr/>
            <p:nvPr/>
          </p:nvSpPr>
          <p:spPr>
            <a:xfrm>
              <a:off x="9067800" y="4191000"/>
              <a:ext cx="22860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Optimize</a:t>
              </a:r>
              <a:endParaRPr lang="en-US" sz="1400" spc="0" kern="0" b="0" i="0" dirty="0">
                <a:solidFill>
                  <a:srgbClr val="070154"/>
                </a:solidFill>
                <a:latin typeface="IBM Plex Sans"/>
                <a:ea typeface="IBM Plex Sans"/>
                <a:cs typeface="IBM Plex Sans"/>
              </a:endParaRPr>
            </a:p>
          </p:txBody>
        </p:sp>
      </p:grpSp>
      <p:grpSp>
        <p:nvGrpSpPr>
          <p:cNvPr id="104" name="node41"/>
          <p:cNvGrpSpPr/>
          <p:nvPr/>
        </p:nvGrpSpPr>
        <p:grpSpPr>
          <a:xfrm>
            <a:off x="9067800" y="4457700"/>
            <a:ext cx="2286000" cy="228600"/>
            <a:chOff x="9067800" y="4457700"/>
            <a:chExt cx="2286000" cy="228600"/>
          </a:xfrm>
        </p:grpSpPr>
        <p:sp>
          <p:nvSpPr>
            <p:cNvPr id="57" name="node41.text"/>
            <p:cNvSpPr/>
            <p:nvPr/>
          </p:nvSpPr>
          <p:spPr>
            <a:xfrm>
              <a:off x="9067800" y="4457700"/>
              <a:ext cx="2286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Tune cost and capacity</a:t>
              </a:r>
              <a:endParaRPr lang="en-US" sz="1200" spc="0" kern="0" b="0" i="0" dirty="0">
                <a:solidFill>
                  <a:srgbClr val="50658E"/>
                </a:solidFill>
                <a:latin typeface="IBM Plex Sans"/>
                <a:ea typeface="IBM Plex Sans"/>
                <a:cs typeface="IBM Plex Sans"/>
              </a:endParaRPr>
            </a:p>
          </p:txBody>
        </p:sp>
      </p:grpSp>
      <p:grpSp>
        <p:nvGrpSpPr>
          <p:cNvPr id="105" name="node42"/>
          <p:cNvGrpSpPr/>
          <p:nvPr/>
        </p:nvGrpSpPr>
        <p:grpSpPr>
          <a:xfrm>
            <a:off x="6210300" y="5029200"/>
            <a:ext cx="2514600" cy="685800"/>
            <a:chOff x="6210300" y="5029200"/>
            <a:chExt cx="2514600" cy="685800"/>
          </a:xfrm>
        </p:grpSpPr>
        <p:sp>
          <p:nvSpPr>
            <p:cNvPr id="58" name="node42.surface"/>
            <p:cNvSpPr/>
            <p:nvPr/>
          </p:nvSpPr>
          <p:spPr>
            <a:xfrm>
              <a:off x="6210300" y="5029200"/>
              <a:ext cx="2514600" cy="685800"/>
            </a:xfrm>
            <a:prstGeom prst="rect">
              <a:avLst/>
            </a:prstGeom>
            <a:solidFill>
              <a:srgbClr val="E8EEF8"/>
            </a:solidFill>
            <a:ln>
              <a:noFill/>
            </a:ln>
          </p:spPr>
        </p:sp>
      </p:grpSp>
      <p:grpSp>
        <p:nvGrpSpPr>
          <p:cNvPr id="106" name="node43"/>
          <p:cNvGrpSpPr/>
          <p:nvPr/>
        </p:nvGrpSpPr>
        <p:grpSpPr>
          <a:xfrm>
            <a:off x="6324600" y="5105400"/>
            <a:ext cx="2286000" cy="266700"/>
            <a:chOff x="6324600" y="5105400"/>
            <a:chExt cx="2286000" cy="266700"/>
          </a:xfrm>
        </p:grpSpPr>
        <p:sp>
          <p:nvSpPr>
            <p:cNvPr id="59" name="node43.text"/>
            <p:cNvSpPr/>
            <p:nvPr/>
          </p:nvSpPr>
          <p:spPr>
            <a:xfrm>
              <a:off x="6324600" y="5105400"/>
              <a:ext cx="22860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Modernization governance</a:t>
              </a:r>
              <a:endParaRPr lang="en-US" sz="1400" spc="0" kern="0" b="0" i="0" dirty="0">
                <a:solidFill>
                  <a:srgbClr val="070154"/>
                </a:solidFill>
                <a:latin typeface="IBM Plex Sans"/>
                <a:ea typeface="IBM Plex Sans"/>
                <a:cs typeface="IBM Plex Sans"/>
              </a:endParaRPr>
            </a:p>
          </p:txBody>
        </p:sp>
      </p:grpSp>
      <p:grpSp>
        <p:nvGrpSpPr>
          <p:cNvPr id="107" name="node44"/>
          <p:cNvGrpSpPr/>
          <p:nvPr/>
        </p:nvGrpSpPr>
        <p:grpSpPr>
          <a:xfrm>
            <a:off x="6324600" y="5372100"/>
            <a:ext cx="2286000" cy="228600"/>
            <a:chOff x="6324600" y="5372100"/>
            <a:chExt cx="2286000" cy="228600"/>
          </a:xfrm>
        </p:grpSpPr>
        <p:sp>
          <p:nvSpPr>
            <p:cNvPr id="60" name="node44.text"/>
            <p:cNvSpPr/>
            <p:nvPr/>
          </p:nvSpPr>
          <p:spPr>
            <a:xfrm>
              <a:off x="6324600" y="5372100"/>
              <a:ext cx="2286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Standards and funding</a:t>
              </a:r>
              <a:endParaRPr lang="en-US" sz="1200" spc="0" kern="0" b="0" i="0" dirty="0">
                <a:solidFill>
                  <a:srgbClr val="50658E"/>
                </a:solidFill>
                <a:latin typeface="IBM Plex Sans"/>
                <a:ea typeface="IBM Plex Sans"/>
                <a:cs typeface="IBM Plex Sans"/>
              </a:endParaRPr>
            </a:p>
          </p:txBody>
        </p:sp>
      </p:grpSp>
      <p:grpSp>
        <p:nvGrpSpPr>
          <p:cNvPr id="108" name="node45"/>
          <p:cNvGrpSpPr/>
          <p:nvPr/>
        </p:nvGrpSpPr>
        <p:grpSpPr>
          <a:xfrm>
            <a:off x="8953500" y="5029200"/>
            <a:ext cx="2514600" cy="685800"/>
            <a:chOff x="8953500" y="5029200"/>
            <a:chExt cx="2514600" cy="685800"/>
          </a:xfrm>
        </p:grpSpPr>
        <p:sp>
          <p:nvSpPr>
            <p:cNvPr id="61" name="node45.surface"/>
            <p:cNvSpPr/>
            <p:nvPr/>
          </p:nvSpPr>
          <p:spPr>
            <a:xfrm>
              <a:off x="8953500" y="5029200"/>
              <a:ext cx="2514600" cy="685800"/>
            </a:xfrm>
            <a:prstGeom prst="rect">
              <a:avLst/>
            </a:prstGeom>
            <a:solidFill>
              <a:srgbClr val="E8EEF8"/>
            </a:solidFill>
            <a:ln>
              <a:noFill/>
            </a:ln>
          </p:spPr>
        </p:sp>
      </p:grpSp>
      <p:grpSp>
        <p:nvGrpSpPr>
          <p:cNvPr id="109" name="node46"/>
          <p:cNvGrpSpPr/>
          <p:nvPr/>
        </p:nvGrpSpPr>
        <p:grpSpPr>
          <a:xfrm>
            <a:off x="9067800" y="5105400"/>
            <a:ext cx="2286000" cy="266700"/>
            <a:chOff x="9067800" y="5105400"/>
            <a:chExt cx="2286000" cy="266700"/>
          </a:xfrm>
        </p:grpSpPr>
        <p:sp>
          <p:nvSpPr>
            <p:cNvPr id="62" name="node46.text"/>
            <p:cNvSpPr/>
            <p:nvPr/>
          </p:nvSpPr>
          <p:spPr>
            <a:xfrm>
              <a:off x="9067800" y="5105400"/>
              <a:ext cx="22860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Continuous modernization</a:t>
              </a:r>
              <a:endParaRPr lang="en-US" sz="1400" spc="0" kern="0" b="0" i="0" dirty="0">
                <a:solidFill>
                  <a:srgbClr val="070154"/>
                </a:solidFill>
                <a:latin typeface="IBM Plex Sans"/>
                <a:ea typeface="IBM Plex Sans"/>
                <a:cs typeface="IBM Plex Sans"/>
              </a:endParaRPr>
            </a:p>
          </p:txBody>
        </p:sp>
      </p:grpSp>
      <p:grpSp>
        <p:nvGrpSpPr>
          <p:cNvPr id="110" name="node47"/>
          <p:cNvGrpSpPr/>
          <p:nvPr/>
        </p:nvGrpSpPr>
        <p:grpSpPr>
          <a:xfrm>
            <a:off x="9067800" y="5372100"/>
            <a:ext cx="2286000" cy="228600"/>
            <a:chOff x="9067800" y="5372100"/>
            <a:chExt cx="2286000" cy="228600"/>
          </a:xfrm>
        </p:grpSpPr>
        <p:sp>
          <p:nvSpPr>
            <p:cNvPr id="63" name="node47.text"/>
            <p:cNvSpPr/>
            <p:nvPr/>
          </p:nvSpPr>
          <p:spPr>
            <a:xfrm>
              <a:off x="9067800" y="5372100"/>
              <a:ext cx="2286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Keep the estate current</a:t>
              </a:r>
              <a:endParaRPr lang="en-US" sz="1200" spc="0" kern="0" b="0" i="0" dirty="0">
                <a:solidFill>
                  <a:srgbClr val="50658E"/>
                </a:solidFill>
                <a:latin typeface="IBM Plex Sans"/>
                <a:ea typeface="IBM Plex Sans"/>
                <a:cs typeface="IBM Plex Sans"/>
              </a:endParaRPr>
            </a:p>
          </p:txBody>
        </p:sp>
      </p:gr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ource-284">
    <p:spTree>
      <p:nvGrpSpPr>
        <p:cNvPr id="1" name=""/>
        <p:cNvGrpSpPr/>
        <p:nvPr/>
      </p:nvGrpSpPr>
      <p:grpSpPr>
        <a:xfrm>
          <a:off x="0" y="0"/>
          <a:ext cx="0" cy="0"/>
          <a:chOff x="0" y="0"/>
          <a:chExt cx="0" cy="0"/>
        </a:xfrm>
      </p:grpSpPr>
      <p:sp>
        <p:nvSpPr>
          <p:cNvPr id="3" name="eyebrow"/>
          <p:cNvSpPr/>
          <p:nvPr/>
        </p:nvSpPr>
        <p:spPr>
          <a:xfrm>
            <a:off x="8039100" y="457200"/>
            <a:ext cx="34290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MODERNIZATION LIFECYCLE</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8039100" y="685800"/>
            <a:ext cx="3429000" cy="13716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Each phase has its own leads and Intellio accelerators</a:t>
            </a:r>
            <a:endParaRPr lang="en-US" sz="2400" spc="-36"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79</a:t>
            </a:fld>
            <a:endParaRPr lang="en-US" sz="700" spc="0" kern="0" b="0" i="0" dirty="0">
              <a:solidFill>
                <a:srgbClr val="070154"/>
              </a:solidFill>
              <a:latin typeface="IBM Plex Mono SemiBold"/>
              <a:ea typeface="IBM Plex Mono SemiBold"/>
              <a:cs typeface="IBM Plex Mono SemiBold"/>
            </a:endParaRPr>
          </a:p>
        </p:txBody>
      </p:sp>
      <p:grpSp>
        <p:nvGrpSpPr>
          <p:cNvPr id="60" name="node01"/>
          <p:cNvGrpSpPr/>
          <p:nvPr/>
        </p:nvGrpSpPr>
        <p:grpSpPr>
          <a:xfrm>
            <a:off x="8039100" y="2286000"/>
            <a:ext cx="3429000" cy="800100"/>
            <a:chOff x="8039100" y="2286000"/>
            <a:chExt cx="3429000" cy="800100"/>
          </a:xfrm>
        </p:grpSpPr>
        <p:sp>
          <p:nvSpPr>
            <p:cNvPr id="6" name="node01.text"/>
            <p:cNvSpPr/>
            <p:nvPr/>
          </p:nvSpPr>
          <p:spPr>
            <a:xfrm>
              <a:off x="8039100" y="2286000"/>
              <a:ext cx="3429000" cy="8001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Northfield's team and the Intellio accelerators change with each phase, but the three leads stay constant.</a:t>
              </a:r>
              <a:endParaRPr lang="en-US" sz="1400" spc="0" kern="0" b="0" i="0" dirty="0">
                <a:solidFill>
                  <a:srgbClr val="50658E"/>
                </a:solidFill>
                <a:latin typeface="IBM Plex Sans"/>
                <a:ea typeface="IBM Plex Sans"/>
                <a:cs typeface="IBM Plex Sans"/>
              </a:endParaRPr>
            </a:p>
          </p:txBody>
        </p:sp>
      </p:grpSp>
      <p:grpSp>
        <p:nvGrpSpPr>
          <p:cNvPr id="61" name="node02"/>
          <p:cNvGrpSpPr/>
          <p:nvPr/>
        </p:nvGrpSpPr>
        <p:grpSpPr>
          <a:xfrm>
            <a:off x="8039100" y="3429000"/>
            <a:ext cx="3429000" cy="1828800"/>
            <a:chOff x="8039100" y="3429000"/>
            <a:chExt cx="3429000" cy="1828800"/>
          </a:xfrm>
        </p:grpSpPr>
        <p:sp>
          <p:nvSpPr>
            <p:cNvPr id="7" name="node02.container"/>
            <p:cNvSpPr/>
            <p:nvPr/>
          </p:nvSpPr>
          <p:spPr>
            <a:xfrm>
              <a:off x="8039100" y="3429000"/>
              <a:ext cx="3429000" cy="1828800"/>
            </a:xfrm>
            <a:prstGeom prst="rect">
              <a:avLst/>
            </a:prstGeom>
            <a:solidFill>
              <a:srgbClr val="E8EEF8"/>
            </a:solidFill>
            <a:ln>
              <a:noFill/>
            </a:ln>
          </p:spPr>
        </p:sp>
        <p:sp>
          <p:nvSpPr>
            <p:cNvPr id="8" name="node02.edge"/>
            <p:cNvSpPr/>
            <p:nvPr/>
          </p:nvSpPr>
          <p:spPr>
            <a:xfrm>
              <a:off x="8039100" y="3429000"/>
              <a:ext cx="38100" cy="1828800"/>
            </a:xfrm>
            <a:prstGeom prst="rect">
              <a:avLst/>
            </a:prstGeom>
            <a:solidFill>
              <a:srgbClr val="070154"/>
            </a:solidFill>
            <a:ln>
              <a:noFill/>
            </a:ln>
          </p:spPr>
        </p:sp>
        <p:sp>
          <p:nvSpPr>
            <p:cNvPr id="9" name="node02.label"/>
            <p:cNvSpPr/>
            <p:nvPr/>
          </p:nvSpPr>
          <p:spPr>
            <a:xfrm>
              <a:off x="8229600" y="3581400"/>
              <a:ext cx="30861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HOW TO READ</a:t>
              </a:r>
              <a:endParaRPr lang="en-US" sz="900" spc="54" kern="0" b="0" i="0" dirty="0">
                <a:solidFill>
                  <a:srgbClr val="0047FF"/>
                </a:solidFill>
                <a:latin typeface="IBM Plex Mono Medium"/>
                <a:ea typeface="IBM Plex Mono Medium"/>
                <a:cs typeface="IBM Plex Mono Medium"/>
              </a:endParaRPr>
            </a:p>
          </p:txBody>
        </p:sp>
        <p:sp>
          <p:nvSpPr>
            <p:cNvPr id="10" name="node02.title"/>
            <p:cNvSpPr/>
            <p:nvPr/>
          </p:nvSpPr>
          <p:spPr>
            <a:xfrm>
              <a:off x="8229600" y="3771900"/>
              <a:ext cx="30861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Reading the rows</a:t>
              </a:r>
              <a:endParaRPr lang="en-US" sz="1800" spc="-18" kern="0" b="0" i="0" dirty="0">
                <a:solidFill>
                  <a:srgbClr val="070154"/>
                </a:solidFill>
                <a:latin typeface="IBM Plex Sans SemiBold"/>
                <a:ea typeface="IBM Plex Sans SemiBold"/>
                <a:cs typeface="IBM Plex Sans SemiBold"/>
              </a:endParaRPr>
            </a:p>
          </p:txBody>
        </p:sp>
        <p:sp>
          <p:nvSpPr>
            <p:cNvPr id="11" name="node02.body.item-001.bullets.item-001.marker"/>
            <p:cNvSpPr/>
            <p:nvPr/>
          </p:nvSpPr>
          <p:spPr>
            <a:xfrm>
              <a:off x="8229600" y="4279900"/>
              <a:ext cx="38100" cy="38100"/>
            </a:xfrm>
            <a:prstGeom prst="rect">
              <a:avLst/>
            </a:prstGeom>
            <a:solidFill>
              <a:srgbClr val="070154"/>
            </a:solidFill>
            <a:ln>
              <a:noFill/>
            </a:ln>
          </p:spPr>
        </p:sp>
        <p:sp>
          <p:nvSpPr>
            <p:cNvPr id="12" name="node02.body.item-001.bullets.item-001.text"/>
            <p:cNvSpPr/>
            <p:nvPr/>
          </p:nvSpPr>
          <p:spPr>
            <a:xfrm>
              <a:off x="8382000" y="4191000"/>
              <a:ext cx="29337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Roles lead through the handoff</a:t>
              </a:r>
              <a:endParaRPr lang="en-US" sz="1200" spc="0" kern="0" b="0" i="0" dirty="0">
                <a:solidFill>
                  <a:srgbClr val="070154"/>
                </a:solidFill>
                <a:latin typeface="IBM Plex Sans"/>
                <a:ea typeface="IBM Plex Sans"/>
                <a:cs typeface="IBM Plex Sans"/>
              </a:endParaRPr>
            </a:p>
          </p:txBody>
        </p:sp>
        <p:sp>
          <p:nvSpPr>
            <p:cNvPr id="13" name="node02.body.item-001.bullets.item-002.marker"/>
            <p:cNvSpPr/>
            <p:nvPr/>
          </p:nvSpPr>
          <p:spPr>
            <a:xfrm>
              <a:off x="8229600" y="4546600"/>
              <a:ext cx="38100" cy="38100"/>
            </a:xfrm>
            <a:prstGeom prst="rect">
              <a:avLst/>
            </a:prstGeom>
            <a:solidFill>
              <a:srgbClr val="070154"/>
            </a:solidFill>
            <a:ln>
              <a:noFill/>
            </a:ln>
          </p:spPr>
        </p:sp>
        <p:sp>
          <p:nvSpPr>
            <p:cNvPr id="14" name="node02.body.item-001.bullets.item-002.text"/>
            <p:cNvSpPr/>
            <p:nvPr/>
          </p:nvSpPr>
          <p:spPr>
            <a:xfrm>
              <a:off x="8382000" y="4457700"/>
              <a:ext cx="29337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Accelerators are tuned to the estate</a:t>
              </a:r>
              <a:endParaRPr lang="en-US" sz="1200" spc="0" kern="0" b="0" i="0" dirty="0">
                <a:solidFill>
                  <a:srgbClr val="070154"/>
                </a:solidFill>
                <a:latin typeface="IBM Plex Sans"/>
                <a:ea typeface="IBM Plex Sans"/>
                <a:cs typeface="IBM Plex Sans"/>
              </a:endParaRPr>
            </a:p>
          </p:txBody>
        </p:sp>
        <p:sp>
          <p:nvSpPr>
            <p:cNvPr id="15" name="node02.body.item-001.bullets.item-003.marker"/>
            <p:cNvSpPr/>
            <p:nvPr/>
          </p:nvSpPr>
          <p:spPr>
            <a:xfrm>
              <a:off x="8229600" y="4813300"/>
              <a:ext cx="38100" cy="38100"/>
            </a:xfrm>
            <a:prstGeom prst="rect">
              <a:avLst/>
            </a:prstGeom>
            <a:solidFill>
              <a:srgbClr val="070154"/>
            </a:solidFill>
            <a:ln>
              <a:noFill/>
            </a:ln>
          </p:spPr>
        </p:sp>
        <p:sp>
          <p:nvSpPr>
            <p:cNvPr id="16" name="node02.body.item-001.bullets.item-003.text"/>
            <p:cNvSpPr/>
            <p:nvPr/>
          </p:nvSpPr>
          <p:spPr>
            <a:xfrm>
              <a:off x="8382000" y="4724400"/>
              <a:ext cx="29337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Each phase closes at a gate</a:t>
              </a:r>
              <a:endParaRPr lang="en-US" sz="1200" spc="0" kern="0" b="0" i="0" dirty="0">
                <a:solidFill>
                  <a:srgbClr val="070154"/>
                </a:solidFill>
                <a:latin typeface="IBM Plex Sans"/>
                <a:ea typeface="IBM Plex Sans"/>
                <a:cs typeface="IBM Plex Sans"/>
              </a:endParaRPr>
            </a:p>
          </p:txBody>
        </p:sp>
      </p:grpSp>
      <p:grpSp>
        <p:nvGrpSpPr>
          <p:cNvPr id="62" name="node03"/>
          <p:cNvGrpSpPr/>
          <p:nvPr/>
        </p:nvGrpSpPr>
        <p:grpSpPr>
          <a:xfrm>
            <a:off x="723900" y="457200"/>
            <a:ext cx="1600200" cy="1600200"/>
            <a:chOff x="723900" y="457200"/>
            <a:chExt cx="1600200" cy="1600200"/>
          </a:xfrm>
        </p:grpSpPr>
        <p:sp>
          <p:nvSpPr>
            <p:cNvPr id="17" name="node03.surface"/>
            <p:cNvSpPr/>
            <p:nvPr/>
          </p:nvSpPr>
          <p:spPr>
            <a:xfrm>
              <a:off x="723900" y="457200"/>
              <a:ext cx="1600200" cy="1600200"/>
            </a:xfrm>
            <a:prstGeom prst="rect">
              <a:avLst/>
            </a:prstGeom>
            <a:solidFill>
              <a:srgbClr val="070154"/>
            </a:solidFill>
            <a:ln>
              <a:noFill/>
            </a:ln>
          </p:spPr>
        </p:sp>
      </p:grpSp>
      <p:grpSp>
        <p:nvGrpSpPr>
          <p:cNvPr id="63" name="node04"/>
          <p:cNvGrpSpPr/>
          <p:nvPr/>
        </p:nvGrpSpPr>
        <p:grpSpPr>
          <a:xfrm>
            <a:off x="876300" y="609600"/>
            <a:ext cx="1295400" cy="304800"/>
            <a:chOff x="876300" y="609600"/>
            <a:chExt cx="1295400" cy="304800"/>
          </a:xfrm>
        </p:grpSpPr>
        <p:sp>
          <p:nvSpPr>
            <p:cNvPr id="18" name="node04.text"/>
            <p:cNvSpPr/>
            <p:nvPr/>
          </p:nvSpPr>
          <p:spPr>
            <a:xfrm>
              <a:off x="876300" y="609600"/>
              <a:ext cx="129540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F900D3"/>
                  </a:solidFill>
                  <a:latin typeface="IBM Plex Mono SemiBold"/>
                  <a:ea typeface="IBM Plex Mono SemiBold"/>
                  <a:cs typeface="IBM Plex Mono SemiBold"/>
                </a:rPr>
                <a:t>01</a:t>
              </a:r>
              <a:endParaRPr lang="en-US" sz="1800" spc="0" kern="0" b="0" i="0" dirty="0">
                <a:solidFill>
                  <a:srgbClr val="F900D3"/>
                </a:solidFill>
                <a:latin typeface="IBM Plex Mono SemiBold"/>
                <a:ea typeface="IBM Plex Mono SemiBold"/>
                <a:cs typeface="IBM Plex Mono SemiBold"/>
              </a:endParaRPr>
            </a:p>
          </p:txBody>
        </p:sp>
      </p:grpSp>
      <p:grpSp>
        <p:nvGrpSpPr>
          <p:cNvPr id="64" name="node05"/>
          <p:cNvGrpSpPr/>
          <p:nvPr/>
        </p:nvGrpSpPr>
        <p:grpSpPr>
          <a:xfrm>
            <a:off x="876300" y="990600"/>
            <a:ext cx="1295400" cy="304800"/>
            <a:chOff x="876300" y="990600"/>
            <a:chExt cx="1295400" cy="304800"/>
          </a:xfrm>
        </p:grpSpPr>
        <p:sp>
          <p:nvSpPr>
            <p:cNvPr id="19" name="node05.text"/>
            <p:cNvSpPr/>
            <p:nvPr/>
          </p:nvSpPr>
          <p:spPr>
            <a:xfrm>
              <a:off x="876300" y="990600"/>
              <a:ext cx="12954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FFFFFF"/>
                  </a:solidFill>
                  <a:latin typeface="IBM Plex Sans SemiBold"/>
                  <a:ea typeface="IBM Plex Sans SemiBold"/>
                  <a:cs typeface="IBM Plex Sans SemiBold"/>
                </a:rPr>
                <a:t>Rationalize</a:t>
              </a:r>
              <a:endParaRPr lang="en-US" sz="1800" spc="-18" kern="0" b="0" i="0" dirty="0">
                <a:solidFill>
                  <a:srgbClr val="FFFFFF"/>
                </a:solidFill>
                <a:latin typeface="IBM Plex Sans SemiBold"/>
                <a:ea typeface="IBM Plex Sans SemiBold"/>
                <a:cs typeface="IBM Plex Sans SemiBold"/>
              </a:endParaRPr>
            </a:p>
          </p:txBody>
        </p:sp>
      </p:grpSp>
      <p:grpSp>
        <p:nvGrpSpPr>
          <p:cNvPr id="65" name="node06"/>
          <p:cNvGrpSpPr/>
          <p:nvPr/>
        </p:nvGrpSpPr>
        <p:grpSpPr>
          <a:xfrm>
            <a:off x="2552700" y="457200"/>
            <a:ext cx="5257800" cy="1600200"/>
            <a:chOff x="2552700" y="457200"/>
            <a:chExt cx="5257800" cy="1600200"/>
          </a:xfrm>
        </p:grpSpPr>
        <p:sp>
          <p:nvSpPr>
            <p:cNvPr id="20" name="node06.surface"/>
            <p:cNvSpPr/>
            <p:nvPr/>
          </p:nvSpPr>
          <p:spPr>
            <a:xfrm>
              <a:off x="2552700" y="457200"/>
              <a:ext cx="5257800" cy="1600200"/>
            </a:xfrm>
            <a:prstGeom prst="rect">
              <a:avLst/>
            </a:prstGeom>
            <a:solidFill>
              <a:srgbClr val="E8EEF8"/>
            </a:solidFill>
            <a:ln>
              <a:noFill/>
            </a:ln>
          </p:spPr>
        </p:sp>
      </p:grpSp>
      <p:grpSp>
        <p:nvGrpSpPr>
          <p:cNvPr id="66" name="node07"/>
          <p:cNvGrpSpPr/>
          <p:nvPr/>
        </p:nvGrpSpPr>
        <p:grpSpPr>
          <a:xfrm>
            <a:off x="2705100" y="571500"/>
            <a:ext cx="2286000" cy="152400"/>
            <a:chOff x="2705100" y="571500"/>
            <a:chExt cx="2286000" cy="152400"/>
          </a:xfrm>
        </p:grpSpPr>
        <p:sp>
          <p:nvSpPr>
            <p:cNvPr id="21" name="node07.text"/>
            <p:cNvSpPr/>
            <p:nvPr/>
          </p:nvSpPr>
          <p:spPr>
            <a:xfrm>
              <a:off x="2705100" y="571500"/>
              <a:ext cx="2286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LEAD ROLES</a:t>
              </a:r>
              <a:endParaRPr lang="en-US" sz="900" spc="54" kern="0" b="0" i="0" dirty="0">
                <a:solidFill>
                  <a:srgbClr val="50658E"/>
                </a:solidFill>
                <a:latin typeface="IBM Plex Mono Medium"/>
                <a:ea typeface="IBM Plex Mono Medium"/>
                <a:cs typeface="IBM Plex Mono Medium"/>
              </a:endParaRPr>
            </a:p>
          </p:txBody>
        </p:sp>
      </p:grpSp>
      <p:grpSp>
        <p:nvGrpSpPr>
          <p:cNvPr id="67" name="node08"/>
          <p:cNvGrpSpPr/>
          <p:nvPr/>
        </p:nvGrpSpPr>
        <p:grpSpPr>
          <a:xfrm>
            <a:off x="5295900" y="571500"/>
            <a:ext cx="2362200" cy="152400"/>
            <a:chOff x="5295900" y="571500"/>
            <a:chExt cx="2362200" cy="152400"/>
          </a:xfrm>
        </p:grpSpPr>
        <p:sp>
          <p:nvSpPr>
            <p:cNvPr id="22" name="node08.text"/>
            <p:cNvSpPr/>
            <p:nvPr/>
          </p:nvSpPr>
          <p:spPr>
            <a:xfrm>
              <a:off x="5295900" y="571500"/>
              <a:ext cx="2362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INTELLIO ACCELERATORS</a:t>
              </a:r>
              <a:endParaRPr lang="en-US" sz="900" spc="54" kern="0" b="0" i="0" dirty="0">
                <a:solidFill>
                  <a:srgbClr val="50658E"/>
                </a:solidFill>
                <a:latin typeface="IBM Plex Mono Medium"/>
                <a:ea typeface="IBM Plex Mono Medium"/>
                <a:cs typeface="IBM Plex Mono Medium"/>
              </a:endParaRPr>
            </a:p>
          </p:txBody>
        </p:sp>
      </p:grpSp>
      <p:grpSp>
        <p:nvGrpSpPr>
          <p:cNvPr id="68" name="node09"/>
          <p:cNvGrpSpPr/>
          <p:nvPr/>
        </p:nvGrpSpPr>
        <p:grpSpPr>
          <a:xfrm>
            <a:off x="2705100" y="876300"/>
            <a:ext cx="2286000" cy="228600"/>
            <a:chOff x="2705100" y="876300"/>
            <a:chExt cx="2286000" cy="228600"/>
          </a:xfrm>
        </p:grpSpPr>
        <p:sp>
          <p:nvSpPr>
            <p:cNvPr id="23" name="node09.text"/>
            <p:cNvSpPr/>
            <p:nvPr/>
          </p:nvSpPr>
          <p:spPr>
            <a:xfrm>
              <a:off x="2705100" y="876300"/>
              <a:ext cx="2286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Engagement lead</a:t>
              </a:r>
              <a:endParaRPr lang="en-US" sz="1200" spc="0" kern="0" b="0" i="0" dirty="0">
                <a:solidFill>
                  <a:srgbClr val="070154"/>
                </a:solidFill>
                <a:latin typeface="IBM Plex Sans"/>
                <a:ea typeface="IBM Plex Sans"/>
                <a:cs typeface="IBM Plex Sans"/>
              </a:endParaRPr>
            </a:p>
          </p:txBody>
        </p:sp>
      </p:grpSp>
      <p:grpSp>
        <p:nvGrpSpPr>
          <p:cNvPr id="69" name="node10"/>
          <p:cNvGrpSpPr/>
          <p:nvPr/>
        </p:nvGrpSpPr>
        <p:grpSpPr>
          <a:xfrm>
            <a:off x="5295900" y="876300"/>
            <a:ext cx="2362200" cy="228600"/>
            <a:chOff x="5295900" y="876300"/>
            <a:chExt cx="2362200" cy="228600"/>
          </a:xfrm>
        </p:grpSpPr>
        <p:sp>
          <p:nvSpPr>
            <p:cNvPr id="24" name="node10.text"/>
            <p:cNvSpPr/>
            <p:nvPr/>
          </p:nvSpPr>
          <p:spPr>
            <a:xfrm>
              <a:off x="5295900" y="8763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Portfolio Scan</a:t>
              </a:r>
              <a:endParaRPr lang="en-US" sz="1200" spc="0" kern="0" b="0" i="0" dirty="0">
                <a:solidFill>
                  <a:srgbClr val="070154"/>
                </a:solidFill>
                <a:latin typeface="IBM Plex Sans"/>
                <a:ea typeface="IBM Plex Sans"/>
                <a:cs typeface="IBM Plex Sans"/>
              </a:endParaRPr>
            </a:p>
          </p:txBody>
        </p:sp>
      </p:grpSp>
      <p:grpSp>
        <p:nvGrpSpPr>
          <p:cNvPr id="70" name="node11"/>
          <p:cNvGrpSpPr/>
          <p:nvPr/>
        </p:nvGrpSpPr>
        <p:grpSpPr>
          <a:xfrm>
            <a:off x="2705100" y="1143000"/>
            <a:ext cx="2286000" cy="228600"/>
            <a:chOff x="2705100" y="1143000"/>
            <a:chExt cx="2286000" cy="228600"/>
          </a:xfrm>
        </p:grpSpPr>
        <p:sp>
          <p:nvSpPr>
            <p:cNvPr id="25" name="node11.text"/>
            <p:cNvSpPr/>
            <p:nvPr/>
          </p:nvSpPr>
          <p:spPr>
            <a:xfrm>
              <a:off x="2705100" y="1143000"/>
              <a:ext cx="2286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Enterprise architect</a:t>
              </a:r>
              <a:endParaRPr lang="en-US" sz="1200" spc="0" kern="0" b="0" i="0" dirty="0">
                <a:solidFill>
                  <a:srgbClr val="070154"/>
                </a:solidFill>
                <a:latin typeface="IBM Plex Sans"/>
                <a:ea typeface="IBM Plex Sans"/>
                <a:cs typeface="IBM Plex Sans"/>
              </a:endParaRPr>
            </a:p>
          </p:txBody>
        </p:sp>
      </p:grpSp>
      <p:grpSp>
        <p:nvGrpSpPr>
          <p:cNvPr id="71" name="node12"/>
          <p:cNvGrpSpPr/>
          <p:nvPr/>
        </p:nvGrpSpPr>
        <p:grpSpPr>
          <a:xfrm>
            <a:off x="5295900" y="1143000"/>
            <a:ext cx="2362200" cy="228600"/>
            <a:chOff x="5295900" y="1143000"/>
            <a:chExt cx="2362200" cy="228600"/>
          </a:xfrm>
        </p:grpSpPr>
        <p:sp>
          <p:nvSpPr>
            <p:cNvPr id="26" name="node12.text"/>
            <p:cNvSpPr/>
            <p:nvPr/>
          </p:nvSpPr>
          <p:spPr>
            <a:xfrm>
              <a:off x="5295900" y="11430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Disposition Scorecard</a:t>
              </a:r>
              <a:endParaRPr lang="en-US" sz="1200" spc="0" kern="0" b="0" i="0" dirty="0">
                <a:solidFill>
                  <a:srgbClr val="070154"/>
                </a:solidFill>
                <a:latin typeface="IBM Plex Sans"/>
                <a:ea typeface="IBM Plex Sans"/>
                <a:cs typeface="IBM Plex Sans"/>
              </a:endParaRPr>
            </a:p>
          </p:txBody>
        </p:sp>
      </p:grpSp>
      <p:grpSp>
        <p:nvGrpSpPr>
          <p:cNvPr id="72" name="node13"/>
          <p:cNvGrpSpPr/>
          <p:nvPr/>
        </p:nvGrpSpPr>
        <p:grpSpPr>
          <a:xfrm>
            <a:off x="2705100" y="1409700"/>
            <a:ext cx="2286000" cy="228600"/>
            <a:chOff x="2705100" y="1409700"/>
            <a:chExt cx="2286000" cy="228600"/>
          </a:xfrm>
        </p:grpSpPr>
        <p:sp>
          <p:nvSpPr>
            <p:cNvPr id="27" name="node13.text"/>
            <p:cNvSpPr/>
            <p:nvPr/>
          </p:nvSpPr>
          <p:spPr>
            <a:xfrm>
              <a:off x="2705100" y="1409700"/>
              <a:ext cx="2286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Portfolio analyst</a:t>
              </a:r>
              <a:endParaRPr lang="en-US" sz="1200" spc="0" kern="0" b="0" i="0" dirty="0">
                <a:solidFill>
                  <a:srgbClr val="070154"/>
                </a:solidFill>
                <a:latin typeface="IBM Plex Sans"/>
                <a:ea typeface="IBM Plex Sans"/>
                <a:cs typeface="IBM Plex Sans"/>
              </a:endParaRPr>
            </a:p>
          </p:txBody>
        </p:sp>
      </p:grpSp>
      <p:grpSp>
        <p:nvGrpSpPr>
          <p:cNvPr id="73" name="node14"/>
          <p:cNvGrpSpPr/>
          <p:nvPr/>
        </p:nvGrpSpPr>
        <p:grpSpPr>
          <a:xfrm>
            <a:off x="5295900" y="1409700"/>
            <a:ext cx="2362200" cy="228600"/>
            <a:chOff x="5295900" y="1409700"/>
            <a:chExt cx="2362200" cy="228600"/>
          </a:xfrm>
        </p:grpSpPr>
        <p:sp>
          <p:nvSpPr>
            <p:cNvPr id="28" name="node14.text"/>
            <p:cNvSpPr/>
            <p:nvPr/>
          </p:nvSpPr>
          <p:spPr>
            <a:xfrm>
              <a:off x="5295900" y="14097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Reference Architecture Kit</a:t>
              </a:r>
              <a:endParaRPr lang="en-US" sz="1200" spc="0" kern="0" b="0" i="0" dirty="0">
                <a:solidFill>
                  <a:srgbClr val="070154"/>
                </a:solidFill>
                <a:latin typeface="IBM Plex Sans"/>
                <a:ea typeface="IBM Plex Sans"/>
                <a:cs typeface="IBM Plex Sans"/>
              </a:endParaRPr>
            </a:p>
          </p:txBody>
        </p:sp>
      </p:grpSp>
      <p:grpSp>
        <p:nvGrpSpPr>
          <p:cNvPr id="74" name="node15"/>
          <p:cNvGrpSpPr/>
          <p:nvPr/>
        </p:nvGrpSpPr>
        <p:grpSpPr>
          <a:xfrm>
            <a:off x="2705100" y="1676400"/>
            <a:ext cx="2286000" cy="228600"/>
            <a:chOff x="2705100" y="1676400"/>
            <a:chExt cx="2286000" cy="228600"/>
          </a:xfrm>
        </p:grpSpPr>
        <p:sp>
          <p:nvSpPr>
            <p:cNvPr id="29" name="node15.text"/>
            <p:cNvSpPr/>
            <p:nvPr/>
          </p:nvSpPr>
          <p:spPr>
            <a:xfrm>
              <a:off x="2705100" y="1676400"/>
              <a:ext cx="2286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Finance partner</a:t>
              </a:r>
              <a:endParaRPr lang="en-US" sz="1200" spc="0" kern="0" b="0" i="0" dirty="0">
                <a:solidFill>
                  <a:srgbClr val="070154"/>
                </a:solidFill>
                <a:latin typeface="IBM Plex Sans"/>
                <a:ea typeface="IBM Plex Sans"/>
                <a:cs typeface="IBM Plex Sans"/>
              </a:endParaRPr>
            </a:p>
          </p:txBody>
        </p:sp>
      </p:grpSp>
      <p:grpSp>
        <p:nvGrpSpPr>
          <p:cNvPr id="75" name="node16"/>
          <p:cNvGrpSpPr/>
          <p:nvPr/>
        </p:nvGrpSpPr>
        <p:grpSpPr>
          <a:xfrm>
            <a:off x="5295900" y="1676400"/>
            <a:ext cx="2362200" cy="228600"/>
            <a:chOff x="5295900" y="1676400"/>
            <a:chExt cx="2362200" cy="228600"/>
          </a:xfrm>
        </p:grpSpPr>
        <p:sp>
          <p:nvSpPr>
            <p:cNvPr id="30" name="node16.text"/>
            <p:cNvSpPr/>
            <p:nvPr/>
          </p:nvSpPr>
          <p:spPr>
            <a:xfrm>
              <a:off x="5295900" y="16764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Business Case Model</a:t>
              </a:r>
              <a:endParaRPr lang="en-US" sz="1200" spc="0" kern="0" b="0" i="0" dirty="0">
                <a:solidFill>
                  <a:srgbClr val="070154"/>
                </a:solidFill>
                <a:latin typeface="IBM Plex Sans"/>
                <a:ea typeface="IBM Plex Sans"/>
                <a:cs typeface="IBM Plex Sans"/>
              </a:endParaRPr>
            </a:p>
          </p:txBody>
        </p:sp>
      </p:grpSp>
      <p:grpSp>
        <p:nvGrpSpPr>
          <p:cNvPr id="76" name="node17"/>
          <p:cNvGrpSpPr/>
          <p:nvPr/>
        </p:nvGrpSpPr>
        <p:grpSpPr>
          <a:xfrm>
            <a:off x="723900" y="2286000"/>
            <a:ext cx="1600200" cy="1600200"/>
            <a:chOff x="723900" y="2286000"/>
            <a:chExt cx="1600200" cy="1600200"/>
          </a:xfrm>
        </p:grpSpPr>
        <p:sp>
          <p:nvSpPr>
            <p:cNvPr id="31" name="node17.surface"/>
            <p:cNvSpPr/>
            <p:nvPr/>
          </p:nvSpPr>
          <p:spPr>
            <a:xfrm>
              <a:off x="723900" y="2286000"/>
              <a:ext cx="1600200" cy="1600200"/>
            </a:xfrm>
            <a:prstGeom prst="rect">
              <a:avLst/>
            </a:prstGeom>
            <a:solidFill>
              <a:srgbClr val="CED7E6"/>
            </a:solidFill>
            <a:ln>
              <a:noFill/>
            </a:ln>
          </p:spPr>
        </p:sp>
      </p:grpSp>
      <p:grpSp>
        <p:nvGrpSpPr>
          <p:cNvPr id="77" name="node18"/>
          <p:cNvGrpSpPr/>
          <p:nvPr/>
        </p:nvGrpSpPr>
        <p:grpSpPr>
          <a:xfrm>
            <a:off x="876300" y="2438400"/>
            <a:ext cx="1295400" cy="304800"/>
            <a:chOff x="876300" y="2438400"/>
            <a:chExt cx="1295400" cy="304800"/>
          </a:xfrm>
        </p:grpSpPr>
        <p:sp>
          <p:nvSpPr>
            <p:cNvPr id="32" name="node18.text"/>
            <p:cNvSpPr/>
            <p:nvPr/>
          </p:nvSpPr>
          <p:spPr>
            <a:xfrm>
              <a:off x="876300" y="2438400"/>
              <a:ext cx="129540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02</a:t>
              </a:r>
              <a:endParaRPr lang="en-US" sz="1800" spc="0" kern="0" b="0" i="0" dirty="0">
                <a:solidFill>
                  <a:srgbClr val="0047FF"/>
                </a:solidFill>
                <a:latin typeface="IBM Plex Mono SemiBold"/>
                <a:ea typeface="IBM Plex Mono SemiBold"/>
                <a:cs typeface="IBM Plex Mono SemiBold"/>
              </a:endParaRPr>
            </a:p>
          </p:txBody>
        </p:sp>
      </p:grpSp>
      <p:grpSp>
        <p:nvGrpSpPr>
          <p:cNvPr id="78" name="node19"/>
          <p:cNvGrpSpPr/>
          <p:nvPr/>
        </p:nvGrpSpPr>
        <p:grpSpPr>
          <a:xfrm>
            <a:off x="876300" y="2819400"/>
            <a:ext cx="1295400" cy="304800"/>
            <a:chOff x="876300" y="2819400"/>
            <a:chExt cx="1295400" cy="304800"/>
          </a:xfrm>
        </p:grpSpPr>
        <p:sp>
          <p:nvSpPr>
            <p:cNvPr id="33" name="node19.text"/>
            <p:cNvSpPr/>
            <p:nvPr/>
          </p:nvSpPr>
          <p:spPr>
            <a:xfrm>
              <a:off x="876300" y="2819400"/>
              <a:ext cx="12954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Build</a:t>
              </a:r>
              <a:endParaRPr lang="en-US" sz="1800" spc="-18" kern="0" b="0" i="0" dirty="0">
                <a:solidFill>
                  <a:srgbClr val="070154"/>
                </a:solidFill>
                <a:latin typeface="IBM Plex Sans SemiBold"/>
                <a:ea typeface="IBM Plex Sans SemiBold"/>
                <a:cs typeface="IBM Plex Sans SemiBold"/>
              </a:endParaRPr>
            </a:p>
          </p:txBody>
        </p:sp>
      </p:grpSp>
      <p:grpSp>
        <p:nvGrpSpPr>
          <p:cNvPr id="79" name="node20"/>
          <p:cNvGrpSpPr/>
          <p:nvPr/>
        </p:nvGrpSpPr>
        <p:grpSpPr>
          <a:xfrm>
            <a:off x="2552700" y="2286000"/>
            <a:ext cx="5257800" cy="1600200"/>
            <a:chOff x="2552700" y="2286000"/>
            <a:chExt cx="5257800" cy="1600200"/>
          </a:xfrm>
        </p:grpSpPr>
        <p:sp>
          <p:nvSpPr>
            <p:cNvPr id="34" name="node20.surface"/>
            <p:cNvSpPr/>
            <p:nvPr/>
          </p:nvSpPr>
          <p:spPr>
            <a:xfrm>
              <a:off x="2552700" y="2286000"/>
              <a:ext cx="5257800" cy="1600200"/>
            </a:xfrm>
            <a:prstGeom prst="rect">
              <a:avLst/>
            </a:prstGeom>
            <a:solidFill>
              <a:srgbClr val="E8EEF8"/>
            </a:solidFill>
            <a:ln>
              <a:noFill/>
            </a:ln>
          </p:spPr>
        </p:sp>
      </p:grpSp>
      <p:grpSp>
        <p:nvGrpSpPr>
          <p:cNvPr id="80" name="node21"/>
          <p:cNvGrpSpPr/>
          <p:nvPr/>
        </p:nvGrpSpPr>
        <p:grpSpPr>
          <a:xfrm>
            <a:off x="2705100" y="2400300"/>
            <a:ext cx="2286000" cy="152400"/>
            <a:chOff x="2705100" y="2400300"/>
            <a:chExt cx="2286000" cy="152400"/>
          </a:xfrm>
        </p:grpSpPr>
        <p:sp>
          <p:nvSpPr>
            <p:cNvPr id="35" name="node21.text"/>
            <p:cNvSpPr/>
            <p:nvPr/>
          </p:nvSpPr>
          <p:spPr>
            <a:xfrm>
              <a:off x="2705100" y="2400300"/>
              <a:ext cx="2286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LEAD ROLES</a:t>
              </a:r>
              <a:endParaRPr lang="en-US" sz="900" spc="54" kern="0" b="0" i="0" dirty="0">
                <a:solidFill>
                  <a:srgbClr val="50658E"/>
                </a:solidFill>
                <a:latin typeface="IBM Plex Mono Medium"/>
                <a:ea typeface="IBM Plex Mono Medium"/>
                <a:cs typeface="IBM Plex Mono Medium"/>
              </a:endParaRPr>
            </a:p>
          </p:txBody>
        </p:sp>
      </p:grpSp>
      <p:grpSp>
        <p:nvGrpSpPr>
          <p:cNvPr id="81" name="node22"/>
          <p:cNvGrpSpPr/>
          <p:nvPr/>
        </p:nvGrpSpPr>
        <p:grpSpPr>
          <a:xfrm>
            <a:off x="5295900" y="2400300"/>
            <a:ext cx="2362200" cy="152400"/>
            <a:chOff x="5295900" y="2400300"/>
            <a:chExt cx="2362200" cy="152400"/>
          </a:xfrm>
        </p:grpSpPr>
        <p:sp>
          <p:nvSpPr>
            <p:cNvPr id="36" name="node22.text"/>
            <p:cNvSpPr/>
            <p:nvPr/>
          </p:nvSpPr>
          <p:spPr>
            <a:xfrm>
              <a:off x="5295900" y="2400300"/>
              <a:ext cx="2362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INTELLIO ACCELERATORS</a:t>
              </a:r>
              <a:endParaRPr lang="en-US" sz="900" spc="54" kern="0" b="0" i="0" dirty="0">
                <a:solidFill>
                  <a:srgbClr val="50658E"/>
                </a:solidFill>
                <a:latin typeface="IBM Plex Mono Medium"/>
                <a:ea typeface="IBM Plex Mono Medium"/>
                <a:cs typeface="IBM Plex Mono Medium"/>
              </a:endParaRPr>
            </a:p>
          </p:txBody>
        </p:sp>
      </p:grpSp>
      <p:grpSp>
        <p:nvGrpSpPr>
          <p:cNvPr id="82" name="node23"/>
          <p:cNvGrpSpPr/>
          <p:nvPr/>
        </p:nvGrpSpPr>
        <p:grpSpPr>
          <a:xfrm>
            <a:off x="2705100" y="2705100"/>
            <a:ext cx="2286000" cy="228600"/>
            <a:chOff x="2705100" y="2705100"/>
            <a:chExt cx="2286000" cy="228600"/>
          </a:xfrm>
        </p:grpSpPr>
        <p:sp>
          <p:nvSpPr>
            <p:cNvPr id="37" name="node23.text"/>
            <p:cNvSpPr/>
            <p:nvPr/>
          </p:nvSpPr>
          <p:spPr>
            <a:xfrm>
              <a:off x="2705100" y="2705100"/>
              <a:ext cx="2286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Delivery lead</a:t>
              </a:r>
              <a:endParaRPr lang="en-US" sz="1200" spc="0" kern="0" b="0" i="0" dirty="0">
                <a:solidFill>
                  <a:srgbClr val="070154"/>
                </a:solidFill>
                <a:latin typeface="IBM Plex Sans"/>
                <a:ea typeface="IBM Plex Sans"/>
                <a:cs typeface="IBM Plex Sans"/>
              </a:endParaRPr>
            </a:p>
          </p:txBody>
        </p:sp>
      </p:grpSp>
      <p:grpSp>
        <p:nvGrpSpPr>
          <p:cNvPr id="83" name="node24"/>
          <p:cNvGrpSpPr/>
          <p:nvPr/>
        </p:nvGrpSpPr>
        <p:grpSpPr>
          <a:xfrm>
            <a:off x="5295900" y="2705100"/>
            <a:ext cx="2362200" cy="228600"/>
            <a:chOff x="5295900" y="2705100"/>
            <a:chExt cx="2362200" cy="228600"/>
          </a:xfrm>
        </p:grpSpPr>
        <p:sp>
          <p:nvSpPr>
            <p:cNvPr id="38" name="node24.text"/>
            <p:cNvSpPr/>
            <p:nvPr/>
          </p:nvSpPr>
          <p:spPr>
            <a:xfrm>
              <a:off x="5295900" y="27051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Landing Zone Blueprint</a:t>
              </a:r>
              <a:endParaRPr lang="en-US" sz="1200" spc="0" kern="0" b="0" i="0" dirty="0">
                <a:solidFill>
                  <a:srgbClr val="070154"/>
                </a:solidFill>
                <a:latin typeface="IBM Plex Sans"/>
                <a:ea typeface="IBM Plex Sans"/>
                <a:cs typeface="IBM Plex Sans"/>
              </a:endParaRPr>
            </a:p>
          </p:txBody>
        </p:sp>
      </p:grpSp>
      <p:grpSp>
        <p:nvGrpSpPr>
          <p:cNvPr id="84" name="node25"/>
          <p:cNvGrpSpPr/>
          <p:nvPr/>
        </p:nvGrpSpPr>
        <p:grpSpPr>
          <a:xfrm>
            <a:off x="2705100" y="2971800"/>
            <a:ext cx="2286000" cy="228600"/>
            <a:chOff x="2705100" y="2971800"/>
            <a:chExt cx="2286000" cy="228600"/>
          </a:xfrm>
        </p:grpSpPr>
        <p:sp>
          <p:nvSpPr>
            <p:cNvPr id="39" name="node25.text"/>
            <p:cNvSpPr/>
            <p:nvPr/>
          </p:nvSpPr>
          <p:spPr>
            <a:xfrm>
              <a:off x="2705100" y="2971800"/>
              <a:ext cx="2286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Cloud engineer</a:t>
              </a:r>
              <a:endParaRPr lang="en-US" sz="1200" spc="0" kern="0" b="0" i="0" dirty="0">
                <a:solidFill>
                  <a:srgbClr val="070154"/>
                </a:solidFill>
                <a:latin typeface="IBM Plex Sans"/>
                <a:ea typeface="IBM Plex Sans"/>
                <a:cs typeface="IBM Plex Sans"/>
              </a:endParaRPr>
            </a:p>
          </p:txBody>
        </p:sp>
      </p:grpSp>
      <p:grpSp>
        <p:nvGrpSpPr>
          <p:cNvPr id="85" name="node26"/>
          <p:cNvGrpSpPr/>
          <p:nvPr/>
        </p:nvGrpSpPr>
        <p:grpSpPr>
          <a:xfrm>
            <a:off x="5295900" y="2971800"/>
            <a:ext cx="2362200" cy="228600"/>
            <a:chOff x="5295900" y="2971800"/>
            <a:chExt cx="2362200" cy="228600"/>
          </a:xfrm>
        </p:grpSpPr>
        <p:sp>
          <p:nvSpPr>
            <p:cNvPr id="40" name="node26.text"/>
            <p:cNvSpPr/>
            <p:nvPr/>
          </p:nvSpPr>
          <p:spPr>
            <a:xfrm>
              <a:off x="5295900" y="29718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Refactor Toolkit</a:t>
              </a:r>
              <a:endParaRPr lang="en-US" sz="1200" spc="0" kern="0" b="0" i="0" dirty="0">
                <a:solidFill>
                  <a:srgbClr val="070154"/>
                </a:solidFill>
                <a:latin typeface="IBM Plex Sans"/>
                <a:ea typeface="IBM Plex Sans"/>
                <a:cs typeface="IBM Plex Sans"/>
              </a:endParaRPr>
            </a:p>
          </p:txBody>
        </p:sp>
      </p:grpSp>
      <p:grpSp>
        <p:nvGrpSpPr>
          <p:cNvPr id="86" name="node27"/>
          <p:cNvGrpSpPr/>
          <p:nvPr/>
        </p:nvGrpSpPr>
        <p:grpSpPr>
          <a:xfrm>
            <a:off x="2705100" y="3238500"/>
            <a:ext cx="2286000" cy="228600"/>
            <a:chOff x="2705100" y="3238500"/>
            <a:chExt cx="2286000" cy="228600"/>
          </a:xfrm>
        </p:grpSpPr>
        <p:sp>
          <p:nvSpPr>
            <p:cNvPr id="41" name="node27.text"/>
            <p:cNvSpPr/>
            <p:nvPr/>
          </p:nvSpPr>
          <p:spPr>
            <a:xfrm>
              <a:off x="2705100" y="3238500"/>
              <a:ext cx="2286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Data engineer</a:t>
              </a:r>
              <a:endParaRPr lang="en-US" sz="1200" spc="0" kern="0" b="0" i="0" dirty="0">
                <a:solidFill>
                  <a:srgbClr val="070154"/>
                </a:solidFill>
                <a:latin typeface="IBM Plex Sans"/>
                <a:ea typeface="IBM Plex Sans"/>
                <a:cs typeface="IBM Plex Sans"/>
              </a:endParaRPr>
            </a:p>
          </p:txBody>
        </p:sp>
      </p:grpSp>
      <p:grpSp>
        <p:nvGrpSpPr>
          <p:cNvPr id="87" name="node28"/>
          <p:cNvGrpSpPr/>
          <p:nvPr/>
        </p:nvGrpSpPr>
        <p:grpSpPr>
          <a:xfrm>
            <a:off x="5295900" y="3238500"/>
            <a:ext cx="2362200" cy="228600"/>
            <a:chOff x="5295900" y="3238500"/>
            <a:chExt cx="2362200" cy="228600"/>
          </a:xfrm>
        </p:grpSpPr>
        <p:sp>
          <p:nvSpPr>
            <p:cNvPr id="42" name="node28.text"/>
            <p:cNvSpPr/>
            <p:nvPr/>
          </p:nvSpPr>
          <p:spPr>
            <a:xfrm>
              <a:off x="5295900" y="32385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Data Reconciler</a:t>
              </a:r>
              <a:endParaRPr lang="en-US" sz="1200" spc="0" kern="0" b="0" i="0" dirty="0">
                <a:solidFill>
                  <a:srgbClr val="070154"/>
                </a:solidFill>
                <a:latin typeface="IBM Plex Sans"/>
                <a:ea typeface="IBM Plex Sans"/>
                <a:cs typeface="IBM Plex Sans"/>
              </a:endParaRPr>
            </a:p>
          </p:txBody>
        </p:sp>
      </p:grpSp>
      <p:grpSp>
        <p:nvGrpSpPr>
          <p:cNvPr id="88" name="node29"/>
          <p:cNvGrpSpPr/>
          <p:nvPr/>
        </p:nvGrpSpPr>
        <p:grpSpPr>
          <a:xfrm>
            <a:off x="2705100" y="3505200"/>
            <a:ext cx="2286000" cy="228600"/>
            <a:chOff x="2705100" y="3505200"/>
            <a:chExt cx="2286000" cy="228600"/>
          </a:xfrm>
        </p:grpSpPr>
        <p:sp>
          <p:nvSpPr>
            <p:cNvPr id="43" name="node29.text"/>
            <p:cNvSpPr/>
            <p:nvPr/>
          </p:nvSpPr>
          <p:spPr>
            <a:xfrm>
              <a:off x="2705100" y="3505200"/>
              <a:ext cx="2286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Quality lead</a:t>
              </a:r>
              <a:endParaRPr lang="en-US" sz="1200" spc="0" kern="0" b="0" i="0" dirty="0">
                <a:solidFill>
                  <a:srgbClr val="070154"/>
                </a:solidFill>
                <a:latin typeface="IBM Plex Sans"/>
                <a:ea typeface="IBM Plex Sans"/>
                <a:cs typeface="IBM Plex Sans"/>
              </a:endParaRPr>
            </a:p>
          </p:txBody>
        </p:sp>
      </p:grpSp>
      <p:grpSp>
        <p:nvGrpSpPr>
          <p:cNvPr id="89" name="node30"/>
          <p:cNvGrpSpPr/>
          <p:nvPr/>
        </p:nvGrpSpPr>
        <p:grpSpPr>
          <a:xfrm>
            <a:off x="5295900" y="3505200"/>
            <a:ext cx="2362200" cy="228600"/>
            <a:chOff x="5295900" y="3505200"/>
            <a:chExt cx="2362200" cy="228600"/>
          </a:xfrm>
        </p:grpSpPr>
        <p:sp>
          <p:nvSpPr>
            <p:cNvPr id="44" name="node30.text"/>
            <p:cNvSpPr/>
            <p:nvPr/>
          </p:nvSpPr>
          <p:spPr>
            <a:xfrm>
              <a:off x="5295900" y="35052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Cutover Runbook</a:t>
              </a:r>
              <a:endParaRPr lang="en-US" sz="1200" spc="0" kern="0" b="0" i="0" dirty="0">
                <a:solidFill>
                  <a:srgbClr val="070154"/>
                </a:solidFill>
                <a:latin typeface="IBM Plex Sans"/>
                <a:ea typeface="IBM Plex Sans"/>
                <a:cs typeface="IBM Plex Sans"/>
              </a:endParaRPr>
            </a:p>
          </p:txBody>
        </p:sp>
      </p:grpSp>
      <p:grpSp>
        <p:nvGrpSpPr>
          <p:cNvPr id="90" name="node31"/>
          <p:cNvGrpSpPr/>
          <p:nvPr/>
        </p:nvGrpSpPr>
        <p:grpSpPr>
          <a:xfrm>
            <a:off x="723900" y="4114800"/>
            <a:ext cx="1600200" cy="1600200"/>
            <a:chOff x="723900" y="4114800"/>
            <a:chExt cx="1600200" cy="1600200"/>
          </a:xfrm>
        </p:grpSpPr>
        <p:sp>
          <p:nvSpPr>
            <p:cNvPr id="45" name="node31.surface"/>
            <p:cNvSpPr/>
            <p:nvPr/>
          </p:nvSpPr>
          <p:spPr>
            <a:xfrm>
              <a:off x="723900" y="4114800"/>
              <a:ext cx="1600200" cy="1600200"/>
            </a:xfrm>
            <a:prstGeom prst="rect">
              <a:avLst/>
            </a:prstGeom>
            <a:solidFill>
              <a:srgbClr val="E8EEF8"/>
            </a:solidFill>
            <a:ln>
              <a:noFill/>
            </a:ln>
          </p:spPr>
        </p:sp>
      </p:grpSp>
      <p:grpSp>
        <p:nvGrpSpPr>
          <p:cNvPr id="91" name="node32"/>
          <p:cNvGrpSpPr/>
          <p:nvPr/>
        </p:nvGrpSpPr>
        <p:grpSpPr>
          <a:xfrm>
            <a:off x="876300" y="4267200"/>
            <a:ext cx="1295400" cy="304800"/>
            <a:chOff x="876300" y="4267200"/>
            <a:chExt cx="1295400" cy="304800"/>
          </a:xfrm>
        </p:grpSpPr>
        <p:sp>
          <p:nvSpPr>
            <p:cNvPr id="46" name="node32.text"/>
            <p:cNvSpPr/>
            <p:nvPr/>
          </p:nvSpPr>
          <p:spPr>
            <a:xfrm>
              <a:off x="876300" y="4267200"/>
              <a:ext cx="129540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03</a:t>
              </a:r>
              <a:endParaRPr lang="en-US" sz="1800" spc="0" kern="0" b="0" i="0" dirty="0">
                <a:solidFill>
                  <a:srgbClr val="0047FF"/>
                </a:solidFill>
                <a:latin typeface="IBM Plex Mono SemiBold"/>
                <a:ea typeface="IBM Plex Mono SemiBold"/>
                <a:cs typeface="IBM Plex Mono SemiBold"/>
              </a:endParaRPr>
            </a:p>
          </p:txBody>
        </p:sp>
      </p:grpSp>
      <p:grpSp>
        <p:nvGrpSpPr>
          <p:cNvPr id="92" name="node33"/>
          <p:cNvGrpSpPr/>
          <p:nvPr/>
        </p:nvGrpSpPr>
        <p:grpSpPr>
          <a:xfrm>
            <a:off x="876300" y="4648200"/>
            <a:ext cx="1295400" cy="304800"/>
            <a:chOff x="876300" y="4648200"/>
            <a:chExt cx="1295400" cy="304800"/>
          </a:xfrm>
        </p:grpSpPr>
        <p:sp>
          <p:nvSpPr>
            <p:cNvPr id="47" name="node33.text"/>
            <p:cNvSpPr/>
            <p:nvPr/>
          </p:nvSpPr>
          <p:spPr>
            <a:xfrm>
              <a:off x="876300" y="4648200"/>
              <a:ext cx="12954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Sustain</a:t>
              </a:r>
              <a:endParaRPr lang="en-US" sz="1800" spc="-18" kern="0" b="0" i="0" dirty="0">
                <a:solidFill>
                  <a:srgbClr val="070154"/>
                </a:solidFill>
                <a:latin typeface="IBM Plex Sans SemiBold"/>
                <a:ea typeface="IBM Plex Sans SemiBold"/>
                <a:cs typeface="IBM Plex Sans SemiBold"/>
              </a:endParaRPr>
            </a:p>
          </p:txBody>
        </p:sp>
      </p:grpSp>
      <p:grpSp>
        <p:nvGrpSpPr>
          <p:cNvPr id="93" name="node34"/>
          <p:cNvGrpSpPr/>
          <p:nvPr/>
        </p:nvGrpSpPr>
        <p:grpSpPr>
          <a:xfrm>
            <a:off x="2552700" y="4114800"/>
            <a:ext cx="5257800" cy="1600200"/>
            <a:chOff x="2552700" y="4114800"/>
            <a:chExt cx="5257800" cy="1600200"/>
          </a:xfrm>
        </p:grpSpPr>
        <p:sp>
          <p:nvSpPr>
            <p:cNvPr id="48" name="node34.surface"/>
            <p:cNvSpPr/>
            <p:nvPr/>
          </p:nvSpPr>
          <p:spPr>
            <a:xfrm>
              <a:off x="2552700" y="4114800"/>
              <a:ext cx="5257800" cy="1600200"/>
            </a:xfrm>
            <a:prstGeom prst="rect">
              <a:avLst/>
            </a:prstGeom>
            <a:solidFill>
              <a:srgbClr val="E8EEF8"/>
            </a:solidFill>
            <a:ln>
              <a:noFill/>
            </a:ln>
          </p:spPr>
        </p:sp>
      </p:grpSp>
      <p:grpSp>
        <p:nvGrpSpPr>
          <p:cNvPr id="94" name="node35"/>
          <p:cNvGrpSpPr/>
          <p:nvPr/>
        </p:nvGrpSpPr>
        <p:grpSpPr>
          <a:xfrm>
            <a:off x="2705100" y="4229100"/>
            <a:ext cx="2286000" cy="152400"/>
            <a:chOff x="2705100" y="4229100"/>
            <a:chExt cx="2286000" cy="152400"/>
          </a:xfrm>
        </p:grpSpPr>
        <p:sp>
          <p:nvSpPr>
            <p:cNvPr id="49" name="node35.text"/>
            <p:cNvSpPr/>
            <p:nvPr/>
          </p:nvSpPr>
          <p:spPr>
            <a:xfrm>
              <a:off x="2705100" y="4229100"/>
              <a:ext cx="2286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LEAD ROLES</a:t>
              </a:r>
              <a:endParaRPr lang="en-US" sz="900" spc="54" kern="0" b="0" i="0" dirty="0">
                <a:solidFill>
                  <a:srgbClr val="50658E"/>
                </a:solidFill>
                <a:latin typeface="IBM Plex Mono Medium"/>
                <a:ea typeface="IBM Plex Mono Medium"/>
                <a:cs typeface="IBM Plex Mono Medium"/>
              </a:endParaRPr>
            </a:p>
          </p:txBody>
        </p:sp>
      </p:grpSp>
      <p:grpSp>
        <p:nvGrpSpPr>
          <p:cNvPr id="95" name="node36"/>
          <p:cNvGrpSpPr/>
          <p:nvPr/>
        </p:nvGrpSpPr>
        <p:grpSpPr>
          <a:xfrm>
            <a:off x="5295900" y="4229100"/>
            <a:ext cx="2362200" cy="152400"/>
            <a:chOff x="5295900" y="4229100"/>
            <a:chExt cx="2362200" cy="152400"/>
          </a:xfrm>
        </p:grpSpPr>
        <p:sp>
          <p:nvSpPr>
            <p:cNvPr id="50" name="node36.text"/>
            <p:cNvSpPr/>
            <p:nvPr/>
          </p:nvSpPr>
          <p:spPr>
            <a:xfrm>
              <a:off x="5295900" y="4229100"/>
              <a:ext cx="2362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INTELLIO ACCELERATORS</a:t>
              </a:r>
              <a:endParaRPr lang="en-US" sz="900" spc="54" kern="0" b="0" i="0" dirty="0">
                <a:solidFill>
                  <a:srgbClr val="50658E"/>
                </a:solidFill>
                <a:latin typeface="IBM Plex Mono Medium"/>
                <a:ea typeface="IBM Plex Mono Medium"/>
                <a:cs typeface="IBM Plex Mono Medium"/>
              </a:endParaRPr>
            </a:p>
          </p:txBody>
        </p:sp>
      </p:grpSp>
      <p:grpSp>
        <p:nvGrpSpPr>
          <p:cNvPr id="96" name="node37"/>
          <p:cNvGrpSpPr/>
          <p:nvPr/>
        </p:nvGrpSpPr>
        <p:grpSpPr>
          <a:xfrm>
            <a:off x="2705100" y="4533900"/>
            <a:ext cx="2286000" cy="228600"/>
            <a:chOff x="2705100" y="4533900"/>
            <a:chExt cx="2286000" cy="228600"/>
          </a:xfrm>
        </p:grpSpPr>
        <p:sp>
          <p:nvSpPr>
            <p:cNvPr id="51" name="node37.text"/>
            <p:cNvSpPr/>
            <p:nvPr/>
          </p:nvSpPr>
          <p:spPr>
            <a:xfrm>
              <a:off x="2705100" y="4533900"/>
              <a:ext cx="2286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Service owner</a:t>
              </a:r>
              <a:endParaRPr lang="en-US" sz="1200" spc="0" kern="0" b="0" i="0" dirty="0">
                <a:solidFill>
                  <a:srgbClr val="070154"/>
                </a:solidFill>
                <a:latin typeface="IBM Plex Sans"/>
                <a:ea typeface="IBM Plex Sans"/>
                <a:cs typeface="IBM Plex Sans"/>
              </a:endParaRPr>
            </a:p>
          </p:txBody>
        </p:sp>
      </p:grpSp>
      <p:grpSp>
        <p:nvGrpSpPr>
          <p:cNvPr id="97" name="node38"/>
          <p:cNvGrpSpPr/>
          <p:nvPr/>
        </p:nvGrpSpPr>
        <p:grpSpPr>
          <a:xfrm>
            <a:off x="5295900" y="4533900"/>
            <a:ext cx="2362200" cy="228600"/>
            <a:chOff x="5295900" y="4533900"/>
            <a:chExt cx="2362200" cy="228600"/>
          </a:xfrm>
        </p:grpSpPr>
        <p:sp>
          <p:nvSpPr>
            <p:cNvPr id="52" name="node38.text"/>
            <p:cNvSpPr/>
            <p:nvPr/>
          </p:nvSpPr>
          <p:spPr>
            <a:xfrm>
              <a:off x="5295900" y="45339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Operations Playbook</a:t>
              </a:r>
              <a:endParaRPr lang="en-US" sz="1200" spc="0" kern="0" b="0" i="0" dirty="0">
                <a:solidFill>
                  <a:srgbClr val="070154"/>
                </a:solidFill>
                <a:latin typeface="IBM Plex Sans"/>
                <a:ea typeface="IBM Plex Sans"/>
                <a:cs typeface="IBM Plex Sans"/>
              </a:endParaRPr>
            </a:p>
          </p:txBody>
        </p:sp>
      </p:grpSp>
      <p:grpSp>
        <p:nvGrpSpPr>
          <p:cNvPr id="98" name="node39"/>
          <p:cNvGrpSpPr/>
          <p:nvPr/>
        </p:nvGrpSpPr>
        <p:grpSpPr>
          <a:xfrm>
            <a:off x="2705100" y="4800600"/>
            <a:ext cx="2286000" cy="228600"/>
            <a:chOff x="2705100" y="4800600"/>
            <a:chExt cx="2286000" cy="228600"/>
          </a:xfrm>
        </p:grpSpPr>
        <p:sp>
          <p:nvSpPr>
            <p:cNvPr id="53" name="node39.text"/>
            <p:cNvSpPr/>
            <p:nvPr/>
          </p:nvSpPr>
          <p:spPr>
            <a:xfrm>
              <a:off x="2705100" y="4800600"/>
              <a:ext cx="2286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Site reliability lead</a:t>
              </a:r>
              <a:endParaRPr lang="en-US" sz="1200" spc="0" kern="0" b="0" i="0" dirty="0">
                <a:solidFill>
                  <a:srgbClr val="070154"/>
                </a:solidFill>
                <a:latin typeface="IBM Plex Sans"/>
                <a:ea typeface="IBM Plex Sans"/>
                <a:cs typeface="IBM Plex Sans"/>
              </a:endParaRPr>
            </a:p>
          </p:txBody>
        </p:sp>
      </p:grpSp>
      <p:grpSp>
        <p:nvGrpSpPr>
          <p:cNvPr id="99" name="node40"/>
          <p:cNvGrpSpPr/>
          <p:nvPr/>
        </p:nvGrpSpPr>
        <p:grpSpPr>
          <a:xfrm>
            <a:off x="5295900" y="4800600"/>
            <a:ext cx="2362200" cy="228600"/>
            <a:chOff x="5295900" y="4800600"/>
            <a:chExt cx="2362200" cy="228600"/>
          </a:xfrm>
        </p:grpSpPr>
        <p:sp>
          <p:nvSpPr>
            <p:cNvPr id="54" name="node40.text"/>
            <p:cNvSpPr/>
            <p:nvPr/>
          </p:nvSpPr>
          <p:spPr>
            <a:xfrm>
              <a:off x="5295900" y="48006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Cost Optimizer</a:t>
              </a:r>
              <a:endParaRPr lang="en-US" sz="1200" spc="0" kern="0" b="0" i="0" dirty="0">
                <a:solidFill>
                  <a:srgbClr val="070154"/>
                </a:solidFill>
                <a:latin typeface="IBM Plex Sans"/>
                <a:ea typeface="IBM Plex Sans"/>
                <a:cs typeface="IBM Plex Sans"/>
              </a:endParaRPr>
            </a:p>
          </p:txBody>
        </p:sp>
      </p:grpSp>
      <p:grpSp>
        <p:nvGrpSpPr>
          <p:cNvPr id="100" name="node41"/>
          <p:cNvGrpSpPr/>
          <p:nvPr/>
        </p:nvGrpSpPr>
        <p:grpSpPr>
          <a:xfrm>
            <a:off x="2705100" y="5067300"/>
            <a:ext cx="2286000" cy="228600"/>
            <a:chOff x="2705100" y="5067300"/>
            <a:chExt cx="2286000" cy="228600"/>
          </a:xfrm>
        </p:grpSpPr>
        <p:sp>
          <p:nvSpPr>
            <p:cNvPr id="55" name="node41.text"/>
            <p:cNvSpPr/>
            <p:nvPr/>
          </p:nvSpPr>
          <p:spPr>
            <a:xfrm>
              <a:off x="2705100" y="5067300"/>
              <a:ext cx="2286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FinOps analyst</a:t>
              </a:r>
              <a:endParaRPr lang="en-US" sz="1200" spc="0" kern="0" b="0" i="0" dirty="0">
                <a:solidFill>
                  <a:srgbClr val="070154"/>
                </a:solidFill>
                <a:latin typeface="IBM Plex Sans"/>
                <a:ea typeface="IBM Plex Sans"/>
                <a:cs typeface="IBM Plex Sans"/>
              </a:endParaRPr>
            </a:p>
          </p:txBody>
        </p:sp>
      </p:grpSp>
      <p:grpSp>
        <p:nvGrpSpPr>
          <p:cNvPr id="101" name="node42"/>
          <p:cNvGrpSpPr/>
          <p:nvPr/>
        </p:nvGrpSpPr>
        <p:grpSpPr>
          <a:xfrm>
            <a:off x="5295900" y="5067300"/>
            <a:ext cx="2362200" cy="228600"/>
            <a:chOff x="5295900" y="5067300"/>
            <a:chExt cx="2362200" cy="228600"/>
          </a:xfrm>
        </p:grpSpPr>
        <p:sp>
          <p:nvSpPr>
            <p:cNvPr id="56" name="node42.text"/>
            <p:cNvSpPr/>
            <p:nvPr/>
          </p:nvSpPr>
          <p:spPr>
            <a:xfrm>
              <a:off x="5295900" y="50673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Governance Cadence Kit</a:t>
              </a:r>
              <a:endParaRPr lang="en-US" sz="1200" spc="0" kern="0" b="0" i="0" dirty="0">
                <a:solidFill>
                  <a:srgbClr val="070154"/>
                </a:solidFill>
                <a:latin typeface="IBM Plex Sans"/>
                <a:ea typeface="IBM Plex Sans"/>
                <a:cs typeface="IBM Plex Sans"/>
              </a:endParaRPr>
            </a:p>
          </p:txBody>
        </p:sp>
      </p:grpSp>
      <p:grpSp>
        <p:nvGrpSpPr>
          <p:cNvPr id="102" name="node43"/>
          <p:cNvGrpSpPr/>
          <p:nvPr/>
        </p:nvGrpSpPr>
        <p:grpSpPr>
          <a:xfrm>
            <a:off x="2705100" y="5334000"/>
            <a:ext cx="2286000" cy="228600"/>
            <a:chOff x="2705100" y="5334000"/>
            <a:chExt cx="2286000" cy="228600"/>
          </a:xfrm>
        </p:grpSpPr>
        <p:sp>
          <p:nvSpPr>
            <p:cNvPr id="57" name="node43.text"/>
            <p:cNvSpPr/>
            <p:nvPr/>
          </p:nvSpPr>
          <p:spPr>
            <a:xfrm>
              <a:off x="2705100" y="5334000"/>
              <a:ext cx="2286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Change lead</a:t>
              </a:r>
              <a:endParaRPr lang="en-US" sz="1200" spc="0" kern="0" b="0" i="0" dirty="0">
                <a:solidFill>
                  <a:srgbClr val="070154"/>
                </a:solidFill>
                <a:latin typeface="IBM Plex Sans"/>
                <a:ea typeface="IBM Plex Sans"/>
                <a:cs typeface="IBM Plex Sans"/>
              </a:endParaRPr>
            </a:p>
          </p:txBody>
        </p:sp>
      </p:grpSp>
      <p:grpSp>
        <p:nvGrpSpPr>
          <p:cNvPr id="103" name="node44"/>
          <p:cNvGrpSpPr/>
          <p:nvPr/>
        </p:nvGrpSpPr>
        <p:grpSpPr>
          <a:xfrm>
            <a:off x="5295900" y="5334000"/>
            <a:ext cx="2362200" cy="228600"/>
            <a:chOff x="5295900" y="5334000"/>
            <a:chExt cx="2362200" cy="228600"/>
          </a:xfrm>
        </p:grpSpPr>
        <p:sp>
          <p:nvSpPr>
            <p:cNvPr id="58" name="node44.text"/>
            <p:cNvSpPr/>
            <p:nvPr/>
          </p:nvSpPr>
          <p:spPr>
            <a:xfrm>
              <a:off x="5295900" y="53340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Modernization Radar</a:t>
              </a:r>
              <a:endParaRPr lang="en-US" sz="1200" spc="0" kern="0" b="0" i="0" dirty="0">
                <a:solidFill>
                  <a:srgbClr val="070154"/>
                </a:solidFill>
                <a:latin typeface="IBM Plex Sans"/>
                <a:ea typeface="IBM Plex Sans"/>
                <a:cs typeface="IBM Plex Sans"/>
              </a:endParaRPr>
            </a:p>
          </p:txBody>
        </p:sp>
      </p:grpSp>
      <p:grpSp>
        <p:nvGrpSpPr>
          <p:cNvPr id="104" name="node45"/>
          <p:cNvGrpSpPr/>
          <p:nvPr/>
        </p:nvGrpSpPr>
        <p:grpSpPr>
          <a:xfrm>
            <a:off x="8039100" y="5486400"/>
            <a:ext cx="3429000" cy="304800"/>
            <a:chOff x="8039100" y="5486400"/>
            <a:chExt cx="3429000" cy="304800"/>
          </a:xfrm>
        </p:grpSpPr>
        <p:sp>
          <p:nvSpPr>
            <p:cNvPr id="59" name="node45.text"/>
            <p:cNvSpPr/>
            <p:nvPr/>
          </p:nvSpPr>
          <p:spPr>
            <a:xfrm>
              <a:off x="8039100" y="5486400"/>
              <a:ext cx="3429000" cy="3048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Sample names for layout only; replace with the current catalog before use.</a:t>
              </a:r>
              <a:endParaRPr lang="en-US" sz="900" spc="0" kern="0" b="0" i="0" dirty="0">
                <a:solidFill>
                  <a:srgbClr val="50658E"/>
                </a:solidFill>
                <a:latin typeface="IBM Plex Sans"/>
                <a:ea typeface="IBM Plex Sans"/>
                <a:cs typeface="IBM Plex Sans"/>
              </a:endParaRPr>
            </a:p>
          </p:txBody>
        </p:sp>
      </p:gr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ource-290">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COACHING PLAN</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Four steps move Northfield from stage one to five</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80</a:t>
            </a:fld>
            <a:endParaRPr lang="en-US" sz="700" spc="0" kern="0" b="0" i="0" dirty="0">
              <a:solidFill>
                <a:srgbClr val="070154"/>
              </a:solidFill>
              <a:latin typeface="IBM Plex Mono SemiBold"/>
              <a:ea typeface="IBM Plex Mono SemiBold"/>
              <a:cs typeface="IBM Plex Mono SemiBold"/>
            </a:endParaRPr>
          </a:p>
        </p:txBody>
      </p:sp>
      <p:grpSp>
        <p:nvGrpSpPr>
          <p:cNvPr id="62" name="node01"/>
          <p:cNvGrpSpPr/>
          <p:nvPr/>
        </p:nvGrpSpPr>
        <p:grpSpPr>
          <a:xfrm>
            <a:off x="723900" y="1600200"/>
            <a:ext cx="2819400" cy="685800"/>
            <a:chOff x="723900" y="1600200"/>
            <a:chExt cx="2819400" cy="685800"/>
          </a:xfrm>
        </p:grpSpPr>
        <p:sp>
          <p:nvSpPr>
            <p:cNvPr id="6" name="node01.surface"/>
            <p:cNvSpPr/>
            <p:nvPr/>
          </p:nvSpPr>
          <p:spPr>
            <a:xfrm>
              <a:off x="723900" y="1600200"/>
              <a:ext cx="2819400" cy="685800"/>
            </a:xfrm>
            <a:custGeom>
              <a:avLst/>
              <a:gdLst/>
              <a:ahLst/>
              <a:cxnLst/>
              <a:rect l="l" t="t" r="r" b="b"/>
              <a:pathLst>
                <a:path w="2819400" h="685800">
                  <a:moveTo>
                    <a:pt x="0" y="0"/>
                  </a:moveTo>
                  <a:lnTo>
                    <a:pt x="2590800" y="0"/>
                  </a:lnTo>
                  <a:lnTo>
                    <a:pt x="2819400" y="342900"/>
                  </a:lnTo>
                  <a:lnTo>
                    <a:pt x="2590800" y="685800"/>
                  </a:lnTo>
                  <a:lnTo>
                    <a:pt x="0" y="685800"/>
                  </a:lnTo>
                  <a:close/>
                </a:path>
              </a:pathLst>
            </a:custGeom>
            <a:solidFill>
              <a:srgbClr val="070154"/>
            </a:solidFill>
            <a:ln>
              <a:noFill/>
            </a:ln>
          </p:spPr>
        </p:sp>
        <p:sp>
          <p:nvSpPr>
            <p:cNvPr id="7" name="node01.number"/>
            <p:cNvSpPr/>
            <p:nvPr/>
          </p:nvSpPr>
          <p:spPr>
            <a:xfrm>
              <a:off x="876300" y="1790700"/>
              <a:ext cx="136652"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F900D3"/>
                  </a:solidFill>
                  <a:latin typeface="IBM Plex Mono SemiBold"/>
                  <a:ea typeface="IBM Plex Mono SemiBold"/>
                  <a:cs typeface="IBM Plex Mono SemiBold"/>
                </a:rPr>
                <a:t>1</a:t>
              </a:r>
              <a:endParaRPr lang="en-US" sz="1800" spc="0" kern="0" b="0" i="0" dirty="0">
                <a:solidFill>
                  <a:srgbClr val="F900D3"/>
                </a:solidFill>
                <a:latin typeface="IBM Plex Mono SemiBold"/>
                <a:ea typeface="IBM Plex Mono SemiBold"/>
                <a:cs typeface="IBM Plex Mono SemiBold"/>
              </a:endParaRPr>
            </a:p>
          </p:txBody>
        </p:sp>
        <p:sp>
          <p:nvSpPr>
            <p:cNvPr id="8" name="node01.text"/>
            <p:cNvSpPr/>
            <p:nvPr/>
          </p:nvSpPr>
          <p:spPr>
            <a:xfrm>
              <a:off x="1127252" y="1828800"/>
              <a:ext cx="2111248"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SemiBold"/>
                  <a:ea typeface="IBM Plex Sans SemiBold"/>
                  <a:cs typeface="IBM Plex Sans SemiBold"/>
                </a:rPr>
                <a:t>Assess</a:t>
              </a:r>
              <a:endParaRPr lang="en-US" sz="1200" spc="0" kern="0" b="0" i="0" dirty="0">
                <a:solidFill>
                  <a:srgbClr val="FFFFFF"/>
                </a:solidFill>
                <a:latin typeface="IBM Plex Sans SemiBold"/>
                <a:ea typeface="IBM Plex Sans SemiBold"/>
                <a:cs typeface="IBM Plex Sans SemiBold"/>
              </a:endParaRPr>
            </a:p>
          </p:txBody>
        </p:sp>
      </p:grpSp>
      <p:grpSp>
        <p:nvGrpSpPr>
          <p:cNvPr id="63" name="node02"/>
          <p:cNvGrpSpPr/>
          <p:nvPr/>
        </p:nvGrpSpPr>
        <p:grpSpPr>
          <a:xfrm>
            <a:off x="723900" y="2514600"/>
            <a:ext cx="2514600" cy="152400"/>
            <a:chOff x="723900" y="2514600"/>
            <a:chExt cx="2514600" cy="152400"/>
          </a:xfrm>
        </p:grpSpPr>
        <p:sp>
          <p:nvSpPr>
            <p:cNvPr id="9" name="node02.text"/>
            <p:cNvSpPr/>
            <p:nvPr/>
          </p:nvSpPr>
          <p:spPr>
            <a:xfrm>
              <a:off x="723900" y="25146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STAGE 1 → 2</a:t>
              </a:r>
              <a:endParaRPr lang="en-US" sz="900" spc="54" kern="0" b="0" i="0" dirty="0">
                <a:solidFill>
                  <a:srgbClr val="0047FF"/>
                </a:solidFill>
                <a:latin typeface="IBM Plex Mono Medium"/>
                <a:ea typeface="IBM Plex Mono Medium"/>
                <a:cs typeface="IBM Plex Mono Medium"/>
              </a:endParaRPr>
            </a:p>
          </p:txBody>
        </p:sp>
      </p:grpSp>
      <p:grpSp>
        <p:nvGrpSpPr>
          <p:cNvPr id="64" name="node03"/>
          <p:cNvGrpSpPr/>
          <p:nvPr/>
        </p:nvGrpSpPr>
        <p:grpSpPr>
          <a:xfrm>
            <a:off x="723900" y="2819400"/>
            <a:ext cx="2514600" cy="990600"/>
            <a:chOff x="723900" y="2819400"/>
            <a:chExt cx="2514600" cy="990600"/>
          </a:xfrm>
        </p:grpSpPr>
        <p:sp>
          <p:nvSpPr>
            <p:cNvPr id="10" name="node03.source-001.bullet"/>
            <p:cNvSpPr/>
            <p:nvPr/>
          </p:nvSpPr>
          <p:spPr>
            <a:xfrm>
              <a:off x="723900" y="2908300"/>
              <a:ext cx="38100" cy="38100"/>
            </a:xfrm>
            <a:prstGeom prst="rect">
              <a:avLst/>
            </a:prstGeom>
            <a:solidFill>
              <a:srgbClr val="070154"/>
            </a:solidFill>
            <a:ln>
              <a:noFill/>
            </a:ln>
          </p:spPr>
        </p:sp>
        <p:sp>
          <p:nvSpPr>
            <p:cNvPr id="11" name="node03.source-001.text"/>
            <p:cNvSpPr/>
            <p:nvPr/>
          </p:nvSpPr>
          <p:spPr>
            <a:xfrm>
              <a:off x="876300" y="2819400"/>
              <a:ext cx="23622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Baseline each team on seven capabilities</a:t>
              </a:r>
              <a:endParaRPr lang="en-US" sz="1200" spc="0" kern="0" b="0" i="0" dirty="0">
                <a:solidFill>
                  <a:srgbClr val="070154"/>
                </a:solidFill>
                <a:latin typeface="IBM Plex Sans"/>
                <a:ea typeface="IBM Plex Sans"/>
                <a:cs typeface="IBM Plex Sans"/>
              </a:endParaRPr>
            </a:p>
          </p:txBody>
        </p:sp>
        <p:sp>
          <p:nvSpPr>
            <p:cNvPr id="12" name="node03.source-002.bullet"/>
            <p:cNvSpPr/>
            <p:nvPr/>
          </p:nvSpPr>
          <p:spPr>
            <a:xfrm>
              <a:off x="723900" y="3403600"/>
              <a:ext cx="38100" cy="38100"/>
            </a:xfrm>
            <a:prstGeom prst="rect">
              <a:avLst/>
            </a:prstGeom>
            <a:solidFill>
              <a:srgbClr val="070154"/>
            </a:solidFill>
            <a:ln>
              <a:noFill/>
            </a:ln>
          </p:spPr>
        </p:sp>
        <p:sp>
          <p:nvSpPr>
            <p:cNvPr id="13" name="node03.source-002.text"/>
            <p:cNvSpPr/>
            <p:nvPr/>
          </p:nvSpPr>
          <p:spPr>
            <a:xfrm>
              <a:off x="876300" y="33147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Pick two pilot teams</a:t>
              </a:r>
              <a:endParaRPr lang="en-US" sz="1200" spc="0" kern="0" b="0" i="0" dirty="0">
                <a:solidFill>
                  <a:srgbClr val="070154"/>
                </a:solidFill>
                <a:latin typeface="IBM Plex Sans"/>
                <a:ea typeface="IBM Plex Sans"/>
                <a:cs typeface="IBM Plex Sans"/>
              </a:endParaRPr>
            </a:p>
          </p:txBody>
        </p:sp>
        <p:sp>
          <p:nvSpPr>
            <p:cNvPr id="14" name="node03.source-003.bullet"/>
            <p:cNvSpPr/>
            <p:nvPr/>
          </p:nvSpPr>
          <p:spPr>
            <a:xfrm>
              <a:off x="723900" y="3670300"/>
              <a:ext cx="38100" cy="38100"/>
            </a:xfrm>
            <a:prstGeom prst="rect">
              <a:avLst/>
            </a:prstGeom>
            <a:solidFill>
              <a:srgbClr val="070154"/>
            </a:solidFill>
            <a:ln>
              <a:noFill/>
            </a:ln>
          </p:spPr>
        </p:sp>
        <p:sp>
          <p:nvSpPr>
            <p:cNvPr id="15" name="node03.source-003.text"/>
            <p:cNvSpPr/>
            <p:nvPr/>
          </p:nvSpPr>
          <p:spPr>
            <a:xfrm>
              <a:off x="876300" y="35814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Set the target stage</a:t>
              </a:r>
              <a:endParaRPr lang="en-US" sz="1200" spc="0" kern="0" b="0" i="0" dirty="0">
                <a:solidFill>
                  <a:srgbClr val="070154"/>
                </a:solidFill>
                <a:latin typeface="IBM Plex Sans"/>
                <a:ea typeface="IBM Plex Sans"/>
                <a:cs typeface="IBM Plex Sans"/>
              </a:endParaRPr>
            </a:p>
          </p:txBody>
        </p:sp>
      </p:grpSp>
      <p:grpSp>
        <p:nvGrpSpPr>
          <p:cNvPr id="65" name="node04"/>
          <p:cNvGrpSpPr/>
          <p:nvPr/>
        </p:nvGrpSpPr>
        <p:grpSpPr>
          <a:xfrm>
            <a:off x="723900" y="4572000"/>
            <a:ext cx="2514600" cy="1143000"/>
            <a:chOff x="723900" y="4572000"/>
            <a:chExt cx="2514600" cy="1143000"/>
          </a:xfrm>
        </p:grpSpPr>
        <p:sp>
          <p:nvSpPr>
            <p:cNvPr id="16" name="node04.container"/>
            <p:cNvSpPr/>
            <p:nvPr/>
          </p:nvSpPr>
          <p:spPr>
            <a:xfrm>
              <a:off x="723900" y="4572000"/>
              <a:ext cx="2514600" cy="1143000"/>
            </a:xfrm>
            <a:prstGeom prst="rect">
              <a:avLst/>
            </a:prstGeom>
            <a:solidFill>
              <a:srgbClr val="E8EEF8"/>
            </a:solidFill>
            <a:ln>
              <a:noFill/>
            </a:ln>
          </p:spPr>
        </p:sp>
        <p:sp>
          <p:nvSpPr>
            <p:cNvPr id="17" name="node04.edge"/>
            <p:cNvSpPr/>
            <p:nvPr/>
          </p:nvSpPr>
          <p:spPr>
            <a:xfrm>
              <a:off x="723900" y="4572000"/>
              <a:ext cx="2514600" cy="38100"/>
            </a:xfrm>
            <a:prstGeom prst="rect">
              <a:avLst/>
            </a:prstGeom>
            <a:solidFill>
              <a:srgbClr val="0047FF"/>
            </a:solidFill>
            <a:ln>
              <a:noFill/>
            </a:ln>
          </p:spPr>
        </p:sp>
        <p:sp>
          <p:nvSpPr>
            <p:cNvPr id="18" name="node04.label"/>
            <p:cNvSpPr/>
            <p:nvPr/>
          </p:nvSpPr>
          <p:spPr>
            <a:xfrm>
              <a:off x="838200" y="4724400"/>
              <a:ext cx="2286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DONE WHEN</a:t>
              </a:r>
              <a:endParaRPr lang="en-US" sz="900" spc="54" kern="0" b="0" i="0" dirty="0">
                <a:solidFill>
                  <a:srgbClr val="0047FF"/>
                </a:solidFill>
                <a:latin typeface="IBM Plex Mono Medium"/>
                <a:ea typeface="IBM Plex Mono Medium"/>
                <a:cs typeface="IBM Plex Mono Medium"/>
              </a:endParaRPr>
            </a:p>
          </p:txBody>
        </p:sp>
        <p:sp>
          <p:nvSpPr>
            <p:cNvPr id="19" name="node04.body.item-001.paragraph"/>
            <p:cNvSpPr/>
            <p:nvPr/>
          </p:nvSpPr>
          <p:spPr>
            <a:xfrm>
              <a:off x="838200" y="4914900"/>
              <a:ext cx="2286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Every team has a scored baseline</a:t>
              </a:r>
              <a:endParaRPr lang="en-US" sz="1200" spc="0" kern="0" b="0" i="0" dirty="0">
                <a:solidFill>
                  <a:srgbClr val="50658E"/>
                </a:solidFill>
                <a:latin typeface="IBM Plex Sans"/>
                <a:ea typeface="IBM Plex Sans"/>
                <a:cs typeface="IBM Plex Sans"/>
              </a:endParaRPr>
            </a:p>
          </p:txBody>
        </p:sp>
      </p:grpSp>
      <p:grpSp>
        <p:nvGrpSpPr>
          <p:cNvPr id="66" name="node05"/>
          <p:cNvGrpSpPr/>
          <p:nvPr/>
        </p:nvGrpSpPr>
        <p:grpSpPr>
          <a:xfrm>
            <a:off x="3467100" y="1600200"/>
            <a:ext cx="2819400" cy="685800"/>
            <a:chOff x="3467100" y="1600200"/>
            <a:chExt cx="2819400" cy="685800"/>
          </a:xfrm>
        </p:grpSpPr>
        <p:sp>
          <p:nvSpPr>
            <p:cNvPr id="20" name="node05.surface"/>
            <p:cNvSpPr/>
            <p:nvPr/>
          </p:nvSpPr>
          <p:spPr>
            <a:xfrm>
              <a:off x="3467100" y="1600200"/>
              <a:ext cx="2819400" cy="685800"/>
            </a:xfrm>
            <a:custGeom>
              <a:avLst/>
              <a:gdLst/>
              <a:ahLst/>
              <a:cxnLst/>
              <a:rect l="l" t="t" r="r" b="b"/>
              <a:pathLst>
                <a:path w="2819400" h="685800">
                  <a:moveTo>
                    <a:pt x="0" y="0"/>
                  </a:moveTo>
                  <a:lnTo>
                    <a:pt x="2590800" y="0"/>
                  </a:lnTo>
                  <a:lnTo>
                    <a:pt x="2819400" y="342900"/>
                  </a:lnTo>
                  <a:lnTo>
                    <a:pt x="2590800" y="685800"/>
                  </a:lnTo>
                  <a:lnTo>
                    <a:pt x="0" y="685800"/>
                  </a:lnTo>
                  <a:lnTo>
                    <a:pt x="228600" y="342900"/>
                  </a:lnTo>
                  <a:close/>
                </a:path>
              </a:pathLst>
            </a:custGeom>
            <a:solidFill>
              <a:srgbClr val="070154"/>
            </a:solidFill>
            <a:ln>
              <a:noFill/>
            </a:ln>
          </p:spPr>
        </p:sp>
        <p:sp>
          <p:nvSpPr>
            <p:cNvPr id="21" name="node05.number"/>
            <p:cNvSpPr/>
            <p:nvPr/>
          </p:nvSpPr>
          <p:spPr>
            <a:xfrm>
              <a:off x="3771900" y="1790700"/>
              <a:ext cx="136652"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F900D3"/>
                  </a:solidFill>
                  <a:latin typeface="IBM Plex Mono SemiBold"/>
                  <a:ea typeface="IBM Plex Mono SemiBold"/>
                  <a:cs typeface="IBM Plex Mono SemiBold"/>
                </a:rPr>
                <a:t>2</a:t>
              </a:r>
              <a:endParaRPr lang="en-US" sz="1800" spc="0" kern="0" b="0" i="0" dirty="0">
                <a:solidFill>
                  <a:srgbClr val="F900D3"/>
                </a:solidFill>
                <a:latin typeface="IBM Plex Mono SemiBold"/>
                <a:ea typeface="IBM Plex Mono SemiBold"/>
                <a:cs typeface="IBM Plex Mono SemiBold"/>
              </a:endParaRPr>
            </a:p>
          </p:txBody>
        </p:sp>
        <p:sp>
          <p:nvSpPr>
            <p:cNvPr id="22" name="node05.text"/>
            <p:cNvSpPr/>
            <p:nvPr/>
          </p:nvSpPr>
          <p:spPr>
            <a:xfrm>
              <a:off x="4022852" y="1828800"/>
              <a:ext cx="1958848"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SemiBold"/>
                  <a:ea typeface="IBM Plex Sans SemiBold"/>
                  <a:cs typeface="IBM Plex Sans SemiBold"/>
                </a:rPr>
                <a:t>Pilot</a:t>
              </a:r>
              <a:endParaRPr lang="en-US" sz="1200" spc="0" kern="0" b="0" i="0" dirty="0">
                <a:solidFill>
                  <a:srgbClr val="FFFFFF"/>
                </a:solidFill>
                <a:latin typeface="IBM Plex Sans SemiBold"/>
                <a:ea typeface="IBM Plex Sans SemiBold"/>
                <a:cs typeface="IBM Plex Sans SemiBold"/>
              </a:endParaRPr>
            </a:p>
          </p:txBody>
        </p:sp>
      </p:grpSp>
      <p:grpSp>
        <p:nvGrpSpPr>
          <p:cNvPr id="67" name="node06"/>
          <p:cNvGrpSpPr/>
          <p:nvPr/>
        </p:nvGrpSpPr>
        <p:grpSpPr>
          <a:xfrm>
            <a:off x="3467100" y="2514600"/>
            <a:ext cx="2514600" cy="152400"/>
            <a:chOff x="3467100" y="2514600"/>
            <a:chExt cx="2514600" cy="152400"/>
          </a:xfrm>
        </p:grpSpPr>
        <p:sp>
          <p:nvSpPr>
            <p:cNvPr id="23" name="node06.text"/>
            <p:cNvSpPr/>
            <p:nvPr/>
          </p:nvSpPr>
          <p:spPr>
            <a:xfrm>
              <a:off x="3467100" y="25146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STAGE 2 → 3</a:t>
              </a:r>
              <a:endParaRPr lang="en-US" sz="900" spc="54" kern="0" b="0" i="0" dirty="0">
                <a:solidFill>
                  <a:srgbClr val="0047FF"/>
                </a:solidFill>
                <a:latin typeface="IBM Plex Mono Medium"/>
                <a:ea typeface="IBM Plex Mono Medium"/>
                <a:cs typeface="IBM Plex Mono Medium"/>
              </a:endParaRPr>
            </a:p>
          </p:txBody>
        </p:sp>
      </p:grpSp>
      <p:grpSp>
        <p:nvGrpSpPr>
          <p:cNvPr id="68" name="node07"/>
          <p:cNvGrpSpPr/>
          <p:nvPr/>
        </p:nvGrpSpPr>
        <p:grpSpPr>
          <a:xfrm>
            <a:off x="3467100" y="2819400"/>
            <a:ext cx="2514600" cy="990600"/>
            <a:chOff x="3467100" y="2819400"/>
            <a:chExt cx="2514600" cy="990600"/>
          </a:xfrm>
        </p:grpSpPr>
        <p:sp>
          <p:nvSpPr>
            <p:cNvPr id="24" name="node07.source-001.bullet"/>
            <p:cNvSpPr/>
            <p:nvPr/>
          </p:nvSpPr>
          <p:spPr>
            <a:xfrm>
              <a:off x="3467100" y="2908300"/>
              <a:ext cx="38100" cy="38100"/>
            </a:xfrm>
            <a:prstGeom prst="rect">
              <a:avLst/>
            </a:prstGeom>
            <a:solidFill>
              <a:srgbClr val="070154"/>
            </a:solidFill>
            <a:ln>
              <a:noFill/>
            </a:ln>
          </p:spPr>
        </p:sp>
        <p:sp>
          <p:nvSpPr>
            <p:cNvPr id="25" name="node07.source-001.text"/>
            <p:cNvSpPr/>
            <p:nvPr/>
          </p:nvSpPr>
          <p:spPr>
            <a:xfrm>
              <a:off x="3619500" y="28194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Pair coaches with pilot teams</a:t>
              </a:r>
              <a:endParaRPr lang="en-US" sz="1200" spc="0" kern="0" b="0" i="0" dirty="0">
                <a:solidFill>
                  <a:srgbClr val="070154"/>
                </a:solidFill>
                <a:latin typeface="IBM Plex Sans"/>
                <a:ea typeface="IBM Plex Sans"/>
                <a:cs typeface="IBM Plex Sans"/>
              </a:endParaRPr>
            </a:p>
          </p:txBody>
        </p:sp>
        <p:sp>
          <p:nvSpPr>
            <p:cNvPr id="26" name="node07.source-002.bullet"/>
            <p:cNvSpPr/>
            <p:nvPr/>
          </p:nvSpPr>
          <p:spPr>
            <a:xfrm>
              <a:off x="3467100" y="3175000"/>
              <a:ext cx="38100" cy="38100"/>
            </a:xfrm>
            <a:prstGeom prst="rect">
              <a:avLst/>
            </a:prstGeom>
            <a:solidFill>
              <a:srgbClr val="070154"/>
            </a:solidFill>
            <a:ln>
              <a:noFill/>
            </a:ln>
          </p:spPr>
        </p:sp>
        <p:sp>
          <p:nvSpPr>
            <p:cNvPr id="27" name="node07.source-002.text"/>
            <p:cNvSpPr/>
            <p:nvPr/>
          </p:nvSpPr>
          <p:spPr>
            <a:xfrm>
              <a:off x="3619500" y="3086100"/>
              <a:ext cx="23622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Build shared workflows and prompts</a:t>
              </a:r>
              <a:endParaRPr lang="en-US" sz="1200" spc="0" kern="0" b="0" i="0" dirty="0">
                <a:solidFill>
                  <a:srgbClr val="070154"/>
                </a:solidFill>
                <a:latin typeface="IBM Plex Sans"/>
                <a:ea typeface="IBM Plex Sans"/>
                <a:cs typeface="IBM Plex Sans"/>
              </a:endParaRPr>
            </a:p>
          </p:txBody>
        </p:sp>
        <p:sp>
          <p:nvSpPr>
            <p:cNvPr id="28" name="node07.source-003.bullet"/>
            <p:cNvSpPr/>
            <p:nvPr/>
          </p:nvSpPr>
          <p:spPr>
            <a:xfrm>
              <a:off x="3467100" y="3670300"/>
              <a:ext cx="38100" cy="38100"/>
            </a:xfrm>
            <a:prstGeom prst="rect">
              <a:avLst/>
            </a:prstGeom>
            <a:solidFill>
              <a:srgbClr val="070154"/>
            </a:solidFill>
            <a:ln>
              <a:noFill/>
            </a:ln>
          </p:spPr>
        </p:sp>
        <p:sp>
          <p:nvSpPr>
            <p:cNvPr id="29" name="node07.source-003.text"/>
            <p:cNvSpPr/>
            <p:nvPr/>
          </p:nvSpPr>
          <p:spPr>
            <a:xfrm>
              <a:off x="3619500" y="35814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Name a workflow owner</a:t>
              </a:r>
              <a:endParaRPr lang="en-US" sz="1200" spc="0" kern="0" b="0" i="0" dirty="0">
                <a:solidFill>
                  <a:srgbClr val="070154"/>
                </a:solidFill>
                <a:latin typeface="IBM Plex Sans"/>
                <a:ea typeface="IBM Plex Sans"/>
                <a:cs typeface="IBM Plex Sans"/>
              </a:endParaRPr>
            </a:p>
          </p:txBody>
        </p:sp>
      </p:grpSp>
      <p:grpSp>
        <p:nvGrpSpPr>
          <p:cNvPr id="69" name="node08"/>
          <p:cNvGrpSpPr/>
          <p:nvPr/>
        </p:nvGrpSpPr>
        <p:grpSpPr>
          <a:xfrm>
            <a:off x="3467100" y="4572000"/>
            <a:ext cx="2514600" cy="1143000"/>
            <a:chOff x="3467100" y="4572000"/>
            <a:chExt cx="2514600" cy="1143000"/>
          </a:xfrm>
        </p:grpSpPr>
        <p:sp>
          <p:nvSpPr>
            <p:cNvPr id="30" name="node08.container"/>
            <p:cNvSpPr/>
            <p:nvPr/>
          </p:nvSpPr>
          <p:spPr>
            <a:xfrm>
              <a:off x="3467100" y="4572000"/>
              <a:ext cx="2514600" cy="1143000"/>
            </a:xfrm>
            <a:prstGeom prst="rect">
              <a:avLst/>
            </a:prstGeom>
            <a:solidFill>
              <a:srgbClr val="E8EEF8"/>
            </a:solidFill>
            <a:ln>
              <a:noFill/>
            </a:ln>
          </p:spPr>
        </p:sp>
        <p:sp>
          <p:nvSpPr>
            <p:cNvPr id="31" name="node08.edge"/>
            <p:cNvSpPr/>
            <p:nvPr/>
          </p:nvSpPr>
          <p:spPr>
            <a:xfrm>
              <a:off x="3467100" y="4572000"/>
              <a:ext cx="2514600" cy="38100"/>
            </a:xfrm>
            <a:prstGeom prst="rect">
              <a:avLst/>
            </a:prstGeom>
            <a:solidFill>
              <a:srgbClr val="0047FF"/>
            </a:solidFill>
            <a:ln>
              <a:noFill/>
            </a:ln>
          </p:spPr>
        </p:sp>
        <p:sp>
          <p:nvSpPr>
            <p:cNvPr id="32" name="node08.label"/>
            <p:cNvSpPr/>
            <p:nvPr/>
          </p:nvSpPr>
          <p:spPr>
            <a:xfrm>
              <a:off x="3581400" y="4724400"/>
              <a:ext cx="2286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DONE WHEN</a:t>
              </a:r>
              <a:endParaRPr lang="en-US" sz="900" spc="54" kern="0" b="0" i="0" dirty="0">
                <a:solidFill>
                  <a:srgbClr val="0047FF"/>
                </a:solidFill>
                <a:latin typeface="IBM Plex Mono Medium"/>
                <a:ea typeface="IBM Plex Mono Medium"/>
                <a:cs typeface="IBM Plex Mono Medium"/>
              </a:endParaRPr>
            </a:p>
          </p:txBody>
        </p:sp>
        <p:sp>
          <p:nvSpPr>
            <p:cNvPr id="33" name="node08.body.item-001.paragraph"/>
            <p:cNvSpPr/>
            <p:nvPr/>
          </p:nvSpPr>
          <p:spPr>
            <a:xfrm>
              <a:off x="3581400" y="4914900"/>
              <a:ext cx="22860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Pilot teams reuse one shared workflow</a:t>
              </a:r>
              <a:endParaRPr lang="en-US" sz="1200" spc="0" kern="0" b="0" i="0" dirty="0">
                <a:solidFill>
                  <a:srgbClr val="50658E"/>
                </a:solidFill>
                <a:latin typeface="IBM Plex Sans"/>
                <a:ea typeface="IBM Plex Sans"/>
                <a:cs typeface="IBM Plex Sans"/>
              </a:endParaRPr>
            </a:p>
          </p:txBody>
        </p:sp>
      </p:grpSp>
      <p:grpSp>
        <p:nvGrpSpPr>
          <p:cNvPr id="70" name="node09"/>
          <p:cNvGrpSpPr/>
          <p:nvPr/>
        </p:nvGrpSpPr>
        <p:grpSpPr>
          <a:xfrm>
            <a:off x="6210300" y="1600200"/>
            <a:ext cx="2819400" cy="685800"/>
            <a:chOff x="6210300" y="1600200"/>
            <a:chExt cx="2819400" cy="685800"/>
          </a:xfrm>
        </p:grpSpPr>
        <p:sp>
          <p:nvSpPr>
            <p:cNvPr id="34" name="node09.surface"/>
            <p:cNvSpPr/>
            <p:nvPr/>
          </p:nvSpPr>
          <p:spPr>
            <a:xfrm>
              <a:off x="6210300" y="1600200"/>
              <a:ext cx="2819400" cy="685800"/>
            </a:xfrm>
            <a:custGeom>
              <a:avLst/>
              <a:gdLst/>
              <a:ahLst/>
              <a:cxnLst/>
              <a:rect l="l" t="t" r="r" b="b"/>
              <a:pathLst>
                <a:path w="2819400" h="685800">
                  <a:moveTo>
                    <a:pt x="0" y="0"/>
                  </a:moveTo>
                  <a:lnTo>
                    <a:pt x="2590800" y="0"/>
                  </a:lnTo>
                  <a:lnTo>
                    <a:pt x="2819400" y="342900"/>
                  </a:lnTo>
                  <a:lnTo>
                    <a:pt x="2590800" y="685800"/>
                  </a:lnTo>
                  <a:lnTo>
                    <a:pt x="0" y="685800"/>
                  </a:lnTo>
                  <a:lnTo>
                    <a:pt x="228600" y="342900"/>
                  </a:lnTo>
                  <a:close/>
                </a:path>
              </a:pathLst>
            </a:custGeom>
            <a:solidFill>
              <a:srgbClr val="070154"/>
            </a:solidFill>
            <a:ln>
              <a:noFill/>
            </a:ln>
          </p:spPr>
        </p:sp>
        <p:sp>
          <p:nvSpPr>
            <p:cNvPr id="35" name="node09.number"/>
            <p:cNvSpPr/>
            <p:nvPr/>
          </p:nvSpPr>
          <p:spPr>
            <a:xfrm>
              <a:off x="6515100" y="1790700"/>
              <a:ext cx="136652"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F900D3"/>
                  </a:solidFill>
                  <a:latin typeface="IBM Plex Mono SemiBold"/>
                  <a:ea typeface="IBM Plex Mono SemiBold"/>
                  <a:cs typeface="IBM Plex Mono SemiBold"/>
                </a:rPr>
                <a:t>3</a:t>
              </a:r>
              <a:endParaRPr lang="en-US" sz="1800" spc="0" kern="0" b="0" i="0" dirty="0">
                <a:solidFill>
                  <a:srgbClr val="F900D3"/>
                </a:solidFill>
                <a:latin typeface="IBM Plex Mono SemiBold"/>
                <a:ea typeface="IBM Plex Mono SemiBold"/>
                <a:cs typeface="IBM Plex Mono SemiBold"/>
              </a:endParaRPr>
            </a:p>
          </p:txBody>
        </p:sp>
        <p:sp>
          <p:nvSpPr>
            <p:cNvPr id="36" name="node09.text"/>
            <p:cNvSpPr/>
            <p:nvPr/>
          </p:nvSpPr>
          <p:spPr>
            <a:xfrm>
              <a:off x="6766052" y="1828800"/>
              <a:ext cx="1958848"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SemiBold"/>
                  <a:ea typeface="IBM Plex Sans SemiBold"/>
                  <a:cs typeface="IBM Plex Sans SemiBold"/>
                </a:rPr>
                <a:t>Embed</a:t>
              </a:r>
              <a:endParaRPr lang="en-US" sz="1200" spc="0" kern="0" b="0" i="0" dirty="0">
                <a:solidFill>
                  <a:srgbClr val="FFFFFF"/>
                </a:solidFill>
                <a:latin typeface="IBM Plex Sans SemiBold"/>
                <a:ea typeface="IBM Plex Sans SemiBold"/>
                <a:cs typeface="IBM Plex Sans SemiBold"/>
              </a:endParaRPr>
            </a:p>
          </p:txBody>
        </p:sp>
      </p:grpSp>
      <p:grpSp>
        <p:nvGrpSpPr>
          <p:cNvPr id="71" name="node10"/>
          <p:cNvGrpSpPr/>
          <p:nvPr/>
        </p:nvGrpSpPr>
        <p:grpSpPr>
          <a:xfrm>
            <a:off x="6210300" y="2514600"/>
            <a:ext cx="2514600" cy="152400"/>
            <a:chOff x="6210300" y="2514600"/>
            <a:chExt cx="2514600" cy="152400"/>
          </a:xfrm>
        </p:grpSpPr>
        <p:sp>
          <p:nvSpPr>
            <p:cNvPr id="37" name="node10.text"/>
            <p:cNvSpPr/>
            <p:nvPr/>
          </p:nvSpPr>
          <p:spPr>
            <a:xfrm>
              <a:off x="6210300" y="25146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STAGE 3 → 4</a:t>
              </a:r>
              <a:endParaRPr lang="en-US" sz="900" spc="54" kern="0" b="0" i="0" dirty="0">
                <a:solidFill>
                  <a:srgbClr val="0047FF"/>
                </a:solidFill>
                <a:latin typeface="IBM Plex Mono Medium"/>
                <a:ea typeface="IBM Plex Mono Medium"/>
                <a:cs typeface="IBM Plex Mono Medium"/>
              </a:endParaRPr>
            </a:p>
          </p:txBody>
        </p:sp>
      </p:grpSp>
      <p:grpSp>
        <p:nvGrpSpPr>
          <p:cNvPr id="72" name="node11"/>
          <p:cNvGrpSpPr/>
          <p:nvPr/>
        </p:nvGrpSpPr>
        <p:grpSpPr>
          <a:xfrm>
            <a:off x="6210300" y="2819400"/>
            <a:ext cx="2514600" cy="990600"/>
            <a:chOff x="6210300" y="2819400"/>
            <a:chExt cx="2514600" cy="990600"/>
          </a:xfrm>
        </p:grpSpPr>
        <p:sp>
          <p:nvSpPr>
            <p:cNvPr id="38" name="node11.source-001.bullet"/>
            <p:cNvSpPr/>
            <p:nvPr/>
          </p:nvSpPr>
          <p:spPr>
            <a:xfrm>
              <a:off x="6210300" y="2908300"/>
              <a:ext cx="38100" cy="38100"/>
            </a:xfrm>
            <a:prstGeom prst="rect">
              <a:avLst/>
            </a:prstGeom>
            <a:solidFill>
              <a:srgbClr val="070154"/>
            </a:solidFill>
            <a:ln>
              <a:noFill/>
            </a:ln>
          </p:spPr>
        </p:sp>
        <p:sp>
          <p:nvSpPr>
            <p:cNvPr id="39" name="node11.source-001.text"/>
            <p:cNvSpPr/>
            <p:nvPr/>
          </p:nvSpPr>
          <p:spPr>
            <a:xfrm>
              <a:off x="6362700" y="2819400"/>
              <a:ext cx="23622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Connect agents to PM tool, repo and CI</a:t>
              </a:r>
              <a:endParaRPr lang="en-US" sz="1200" spc="0" kern="0" b="0" i="0" dirty="0">
                <a:solidFill>
                  <a:srgbClr val="070154"/>
                </a:solidFill>
                <a:latin typeface="IBM Plex Sans"/>
                <a:ea typeface="IBM Plex Sans"/>
                <a:cs typeface="IBM Plex Sans"/>
              </a:endParaRPr>
            </a:p>
          </p:txBody>
        </p:sp>
        <p:sp>
          <p:nvSpPr>
            <p:cNvPr id="40" name="node11.source-002.bullet"/>
            <p:cNvSpPr/>
            <p:nvPr/>
          </p:nvSpPr>
          <p:spPr>
            <a:xfrm>
              <a:off x="6210300" y="3403600"/>
              <a:ext cx="38100" cy="38100"/>
            </a:xfrm>
            <a:prstGeom prst="rect">
              <a:avLst/>
            </a:prstGeom>
            <a:solidFill>
              <a:srgbClr val="070154"/>
            </a:solidFill>
            <a:ln>
              <a:noFill/>
            </a:ln>
          </p:spPr>
        </p:sp>
        <p:sp>
          <p:nvSpPr>
            <p:cNvPr id="41" name="node11.source-002.text"/>
            <p:cNvSpPr/>
            <p:nvPr/>
          </p:nvSpPr>
          <p:spPr>
            <a:xfrm>
              <a:off x="6362700" y="33147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Add risk-based approval gates</a:t>
              </a:r>
              <a:endParaRPr lang="en-US" sz="1200" spc="0" kern="0" b="0" i="0" dirty="0">
                <a:solidFill>
                  <a:srgbClr val="070154"/>
                </a:solidFill>
                <a:latin typeface="IBM Plex Sans"/>
                <a:ea typeface="IBM Plex Sans"/>
                <a:cs typeface="IBM Plex Sans"/>
              </a:endParaRPr>
            </a:p>
          </p:txBody>
        </p:sp>
        <p:sp>
          <p:nvSpPr>
            <p:cNvPr id="42" name="node11.source-003.bullet"/>
            <p:cNvSpPr/>
            <p:nvPr/>
          </p:nvSpPr>
          <p:spPr>
            <a:xfrm>
              <a:off x="6210300" y="3670300"/>
              <a:ext cx="38100" cy="38100"/>
            </a:xfrm>
            <a:prstGeom prst="rect">
              <a:avLst/>
            </a:prstGeom>
            <a:solidFill>
              <a:srgbClr val="070154"/>
            </a:solidFill>
            <a:ln>
              <a:noFill/>
            </a:ln>
          </p:spPr>
        </p:sp>
        <p:sp>
          <p:nvSpPr>
            <p:cNvPr id="43" name="node11.source-003.text"/>
            <p:cNvSpPr/>
            <p:nvPr/>
          </p:nvSpPr>
          <p:spPr>
            <a:xfrm>
              <a:off x="6362700" y="35814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Train the next teams</a:t>
              </a:r>
              <a:endParaRPr lang="en-US" sz="1200" spc="0" kern="0" b="0" i="0" dirty="0">
                <a:solidFill>
                  <a:srgbClr val="070154"/>
                </a:solidFill>
                <a:latin typeface="IBM Plex Sans"/>
                <a:ea typeface="IBM Plex Sans"/>
                <a:cs typeface="IBM Plex Sans"/>
              </a:endParaRPr>
            </a:p>
          </p:txBody>
        </p:sp>
      </p:grpSp>
      <p:grpSp>
        <p:nvGrpSpPr>
          <p:cNvPr id="73" name="node12"/>
          <p:cNvGrpSpPr/>
          <p:nvPr/>
        </p:nvGrpSpPr>
        <p:grpSpPr>
          <a:xfrm>
            <a:off x="6210300" y="4572000"/>
            <a:ext cx="2514600" cy="1143000"/>
            <a:chOff x="6210300" y="4572000"/>
            <a:chExt cx="2514600" cy="1143000"/>
          </a:xfrm>
        </p:grpSpPr>
        <p:sp>
          <p:nvSpPr>
            <p:cNvPr id="44" name="node12.container"/>
            <p:cNvSpPr/>
            <p:nvPr/>
          </p:nvSpPr>
          <p:spPr>
            <a:xfrm>
              <a:off x="6210300" y="4572000"/>
              <a:ext cx="2514600" cy="1143000"/>
            </a:xfrm>
            <a:prstGeom prst="rect">
              <a:avLst/>
            </a:prstGeom>
            <a:solidFill>
              <a:srgbClr val="E8EEF8"/>
            </a:solidFill>
            <a:ln>
              <a:noFill/>
            </a:ln>
          </p:spPr>
        </p:sp>
        <p:sp>
          <p:nvSpPr>
            <p:cNvPr id="45" name="node12.edge"/>
            <p:cNvSpPr/>
            <p:nvPr/>
          </p:nvSpPr>
          <p:spPr>
            <a:xfrm>
              <a:off x="6210300" y="4572000"/>
              <a:ext cx="2514600" cy="38100"/>
            </a:xfrm>
            <a:prstGeom prst="rect">
              <a:avLst/>
            </a:prstGeom>
            <a:solidFill>
              <a:srgbClr val="0047FF"/>
            </a:solidFill>
            <a:ln>
              <a:noFill/>
            </a:ln>
          </p:spPr>
        </p:sp>
        <p:sp>
          <p:nvSpPr>
            <p:cNvPr id="46" name="node12.label"/>
            <p:cNvSpPr/>
            <p:nvPr/>
          </p:nvSpPr>
          <p:spPr>
            <a:xfrm>
              <a:off x="6324600" y="4724400"/>
              <a:ext cx="2286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DONE WHEN</a:t>
              </a:r>
              <a:endParaRPr lang="en-US" sz="900" spc="54" kern="0" b="0" i="0" dirty="0">
                <a:solidFill>
                  <a:srgbClr val="0047FF"/>
                </a:solidFill>
                <a:latin typeface="IBM Plex Mono Medium"/>
                <a:ea typeface="IBM Plex Mono Medium"/>
                <a:cs typeface="IBM Plex Mono Medium"/>
              </a:endParaRPr>
            </a:p>
          </p:txBody>
        </p:sp>
        <p:sp>
          <p:nvSpPr>
            <p:cNvPr id="47" name="node12.body.item-001.paragraph"/>
            <p:cNvSpPr/>
            <p:nvPr/>
          </p:nvSpPr>
          <p:spPr>
            <a:xfrm>
              <a:off x="6324600" y="4914900"/>
              <a:ext cx="22860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Handoffs run through agents with review</a:t>
              </a:r>
              <a:endParaRPr lang="en-US" sz="1200" spc="0" kern="0" b="0" i="0" dirty="0">
                <a:solidFill>
                  <a:srgbClr val="50658E"/>
                </a:solidFill>
                <a:latin typeface="IBM Plex Sans"/>
                <a:ea typeface="IBM Plex Sans"/>
                <a:cs typeface="IBM Plex Sans"/>
              </a:endParaRPr>
            </a:p>
          </p:txBody>
        </p:sp>
      </p:grpSp>
      <p:grpSp>
        <p:nvGrpSpPr>
          <p:cNvPr id="74" name="node13"/>
          <p:cNvGrpSpPr/>
          <p:nvPr/>
        </p:nvGrpSpPr>
        <p:grpSpPr>
          <a:xfrm>
            <a:off x="8953500" y="1600200"/>
            <a:ext cx="2514600" cy="685800"/>
            <a:chOff x="8953500" y="1600200"/>
            <a:chExt cx="2514600" cy="685800"/>
          </a:xfrm>
        </p:grpSpPr>
        <p:sp>
          <p:nvSpPr>
            <p:cNvPr id="48" name="node13.surface"/>
            <p:cNvSpPr/>
            <p:nvPr/>
          </p:nvSpPr>
          <p:spPr>
            <a:xfrm>
              <a:off x="8953500" y="1600200"/>
              <a:ext cx="2514600" cy="685800"/>
            </a:xfrm>
            <a:custGeom>
              <a:avLst/>
              <a:gdLst/>
              <a:ahLst/>
              <a:cxnLst/>
              <a:rect l="l" t="t" r="r" b="b"/>
              <a:pathLst>
                <a:path w="2514600" h="685800">
                  <a:moveTo>
                    <a:pt x="0" y="0"/>
                  </a:moveTo>
                  <a:lnTo>
                    <a:pt x="2286000" y="0"/>
                  </a:lnTo>
                  <a:lnTo>
                    <a:pt x="2514600" y="342900"/>
                  </a:lnTo>
                  <a:lnTo>
                    <a:pt x="2286000" y="685800"/>
                  </a:lnTo>
                  <a:lnTo>
                    <a:pt x="0" y="685800"/>
                  </a:lnTo>
                  <a:lnTo>
                    <a:pt x="228600" y="342900"/>
                  </a:lnTo>
                  <a:close/>
                </a:path>
              </a:pathLst>
            </a:custGeom>
            <a:solidFill>
              <a:srgbClr val="070154"/>
            </a:solidFill>
            <a:ln>
              <a:noFill/>
            </a:ln>
          </p:spPr>
        </p:sp>
        <p:sp>
          <p:nvSpPr>
            <p:cNvPr id="49" name="node13.number"/>
            <p:cNvSpPr/>
            <p:nvPr/>
          </p:nvSpPr>
          <p:spPr>
            <a:xfrm>
              <a:off x="9258300" y="1790700"/>
              <a:ext cx="136652"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F900D3"/>
                  </a:solidFill>
                  <a:latin typeface="IBM Plex Mono SemiBold"/>
                  <a:ea typeface="IBM Plex Mono SemiBold"/>
                  <a:cs typeface="IBM Plex Mono SemiBold"/>
                </a:rPr>
                <a:t>4</a:t>
              </a:r>
              <a:endParaRPr lang="en-US" sz="1800" spc="0" kern="0" b="0" i="0" dirty="0">
                <a:solidFill>
                  <a:srgbClr val="F900D3"/>
                </a:solidFill>
                <a:latin typeface="IBM Plex Mono SemiBold"/>
                <a:ea typeface="IBM Plex Mono SemiBold"/>
                <a:cs typeface="IBM Plex Mono SemiBold"/>
              </a:endParaRPr>
            </a:p>
          </p:txBody>
        </p:sp>
        <p:sp>
          <p:nvSpPr>
            <p:cNvPr id="50" name="node13.text"/>
            <p:cNvSpPr/>
            <p:nvPr/>
          </p:nvSpPr>
          <p:spPr>
            <a:xfrm>
              <a:off x="9509252" y="1828800"/>
              <a:ext cx="1654048"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SemiBold"/>
                  <a:ea typeface="IBM Plex Sans SemiBold"/>
                  <a:cs typeface="IBM Plex Sans SemiBold"/>
                </a:rPr>
                <a:t>Extend</a:t>
              </a:r>
              <a:endParaRPr lang="en-US" sz="1200" spc="0" kern="0" b="0" i="0" dirty="0">
                <a:solidFill>
                  <a:srgbClr val="FFFFFF"/>
                </a:solidFill>
                <a:latin typeface="IBM Plex Sans SemiBold"/>
                <a:ea typeface="IBM Plex Sans SemiBold"/>
                <a:cs typeface="IBM Plex Sans SemiBold"/>
              </a:endParaRPr>
            </a:p>
          </p:txBody>
        </p:sp>
      </p:grpSp>
      <p:grpSp>
        <p:nvGrpSpPr>
          <p:cNvPr id="75" name="node14"/>
          <p:cNvGrpSpPr/>
          <p:nvPr/>
        </p:nvGrpSpPr>
        <p:grpSpPr>
          <a:xfrm>
            <a:off x="8953500" y="2514600"/>
            <a:ext cx="2514600" cy="152400"/>
            <a:chOff x="8953500" y="2514600"/>
            <a:chExt cx="2514600" cy="152400"/>
          </a:xfrm>
        </p:grpSpPr>
        <p:sp>
          <p:nvSpPr>
            <p:cNvPr id="51" name="node14.text"/>
            <p:cNvSpPr/>
            <p:nvPr/>
          </p:nvSpPr>
          <p:spPr>
            <a:xfrm>
              <a:off x="8953500" y="25146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STAGE 4 → 5</a:t>
              </a:r>
              <a:endParaRPr lang="en-US" sz="900" spc="54" kern="0" b="0" i="0" dirty="0">
                <a:solidFill>
                  <a:srgbClr val="0047FF"/>
                </a:solidFill>
                <a:latin typeface="IBM Plex Mono Medium"/>
                <a:ea typeface="IBM Plex Mono Medium"/>
                <a:cs typeface="IBM Plex Mono Medium"/>
              </a:endParaRPr>
            </a:p>
          </p:txBody>
        </p:sp>
      </p:grpSp>
      <p:grpSp>
        <p:nvGrpSpPr>
          <p:cNvPr id="76" name="node15"/>
          <p:cNvGrpSpPr/>
          <p:nvPr/>
        </p:nvGrpSpPr>
        <p:grpSpPr>
          <a:xfrm>
            <a:off x="8953500" y="2819400"/>
            <a:ext cx="2514600" cy="1219200"/>
            <a:chOff x="8953500" y="2819400"/>
            <a:chExt cx="2514600" cy="1219200"/>
          </a:xfrm>
        </p:grpSpPr>
        <p:sp>
          <p:nvSpPr>
            <p:cNvPr id="52" name="node15.source-001.bullet"/>
            <p:cNvSpPr/>
            <p:nvPr/>
          </p:nvSpPr>
          <p:spPr>
            <a:xfrm>
              <a:off x="8953500" y="2908300"/>
              <a:ext cx="38100" cy="38100"/>
            </a:xfrm>
            <a:prstGeom prst="rect">
              <a:avLst/>
            </a:prstGeom>
            <a:solidFill>
              <a:srgbClr val="070154"/>
            </a:solidFill>
            <a:ln>
              <a:noFill/>
            </a:ln>
          </p:spPr>
        </p:sp>
        <p:sp>
          <p:nvSpPr>
            <p:cNvPr id="53" name="node15.source-001.text"/>
            <p:cNvSpPr/>
            <p:nvPr/>
          </p:nvSpPr>
          <p:spPr>
            <a:xfrm>
              <a:off x="9105900" y="2819400"/>
              <a:ext cx="23622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Add telemetry and monitoring agents</a:t>
              </a:r>
              <a:endParaRPr lang="en-US" sz="1200" spc="0" kern="0" b="0" i="0" dirty="0">
                <a:solidFill>
                  <a:srgbClr val="070154"/>
                </a:solidFill>
                <a:latin typeface="IBM Plex Sans"/>
                <a:ea typeface="IBM Plex Sans"/>
                <a:cs typeface="IBM Plex Sans"/>
              </a:endParaRPr>
            </a:p>
          </p:txBody>
        </p:sp>
        <p:sp>
          <p:nvSpPr>
            <p:cNvPr id="54" name="node15.source-002.bullet"/>
            <p:cNvSpPr/>
            <p:nvPr/>
          </p:nvSpPr>
          <p:spPr>
            <a:xfrm>
              <a:off x="8953500" y="3403600"/>
              <a:ext cx="38100" cy="38100"/>
            </a:xfrm>
            <a:prstGeom prst="rect">
              <a:avLst/>
            </a:prstGeom>
            <a:solidFill>
              <a:srgbClr val="070154"/>
            </a:solidFill>
            <a:ln>
              <a:noFill/>
            </a:ln>
          </p:spPr>
        </p:sp>
        <p:sp>
          <p:nvSpPr>
            <p:cNvPr id="55" name="node15.source-002.text"/>
            <p:cNvSpPr/>
            <p:nvPr/>
          </p:nvSpPr>
          <p:spPr>
            <a:xfrm>
              <a:off x="9105900" y="3314700"/>
              <a:ext cx="23622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Extend to engineering, SRE and support</a:t>
              </a:r>
              <a:endParaRPr lang="en-US" sz="1200" spc="0" kern="0" b="0" i="0" dirty="0">
                <a:solidFill>
                  <a:srgbClr val="070154"/>
                </a:solidFill>
                <a:latin typeface="IBM Plex Sans"/>
                <a:ea typeface="IBM Plex Sans"/>
                <a:cs typeface="IBM Plex Sans"/>
              </a:endParaRPr>
            </a:p>
          </p:txBody>
        </p:sp>
        <p:sp>
          <p:nvSpPr>
            <p:cNvPr id="56" name="node15.source-003.bullet"/>
            <p:cNvSpPr/>
            <p:nvPr/>
          </p:nvSpPr>
          <p:spPr>
            <a:xfrm>
              <a:off x="8953500" y="3898900"/>
              <a:ext cx="38100" cy="38100"/>
            </a:xfrm>
            <a:prstGeom prst="rect">
              <a:avLst/>
            </a:prstGeom>
            <a:solidFill>
              <a:srgbClr val="070154"/>
            </a:solidFill>
            <a:ln>
              <a:noFill/>
            </a:ln>
          </p:spPr>
        </p:sp>
        <p:sp>
          <p:nvSpPr>
            <p:cNvPr id="57" name="node15.source-003.text"/>
            <p:cNvSpPr/>
            <p:nvPr/>
          </p:nvSpPr>
          <p:spPr>
            <a:xfrm>
              <a:off x="9105900" y="38100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Hand the practice to Northfield</a:t>
              </a:r>
              <a:endParaRPr lang="en-US" sz="1200" spc="0" kern="0" b="0" i="0" dirty="0">
                <a:solidFill>
                  <a:srgbClr val="070154"/>
                </a:solidFill>
                <a:latin typeface="IBM Plex Sans"/>
                <a:ea typeface="IBM Plex Sans"/>
                <a:cs typeface="IBM Plex Sans"/>
              </a:endParaRPr>
            </a:p>
          </p:txBody>
        </p:sp>
      </p:grpSp>
      <p:grpSp>
        <p:nvGrpSpPr>
          <p:cNvPr id="77" name="node16"/>
          <p:cNvGrpSpPr/>
          <p:nvPr/>
        </p:nvGrpSpPr>
        <p:grpSpPr>
          <a:xfrm>
            <a:off x="8953500" y="4572000"/>
            <a:ext cx="2514600" cy="1143000"/>
            <a:chOff x="8953500" y="4572000"/>
            <a:chExt cx="2514600" cy="1143000"/>
          </a:xfrm>
        </p:grpSpPr>
        <p:sp>
          <p:nvSpPr>
            <p:cNvPr id="58" name="node16.container"/>
            <p:cNvSpPr/>
            <p:nvPr/>
          </p:nvSpPr>
          <p:spPr>
            <a:xfrm>
              <a:off x="8953500" y="4572000"/>
              <a:ext cx="2514600" cy="1143000"/>
            </a:xfrm>
            <a:prstGeom prst="rect">
              <a:avLst/>
            </a:prstGeom>
            <a:solidFill>
              <a:srgbClr val="E8EEF8"/>
            </a:solidFill>
            <a:ln>
              <a:noFill/>
            </a:ln>
          </p:spPr>
        </p:sp>
        <p:sp>
          <p:nvSpPr>
            <p:cNvPr id="59" name="node16.edge"/>
            <p:cNvSpPr/>
            <p:nvPr/>
          </p:nvSpPr>
          <p:spPr>
            <a:xfrm>
              <a:off x="8953500" y="4572000"/>
              <a:ext cx="2514600" cy="38100"/>
            </a:xfrm>
            <a:prstGeom prst="rect">
              <a:avLst/>
            </a:prstGeom>
            <a:solidFill>
              <a:srgbClr val="0047FF"/>
            </a:solidFill>
            <a:ln>
              <a:noFill/>
            </a:ln>
          </p:spPr>
        </p:sp>
        <p:sp>
          <p:nvSpPr>
            <p:cNvPr id="60" name="node16.label"/>
            <p:cNvSpPr/>
            <p:nvPr/>
          </p:nvSpPr>
          <p:spPr>
            <a:xfrm>
              <a:off x="9067800" y="4724400"/>
              <a:ext cx="2286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DONE WHEN</a:t>
              </a:r>
              <a:endParaRPr lang="en-US" sz="900" spc="54" kern="0" b="0" i="0" dirty="0">
                <a:solidFill>
                  <a:srgbClr val="0047FF"/>
                </a:solidFill>
                <a:latin typeface="IBM Plex Mono Medium"/>
                <a:ea typeface="IBM Plex Mono Medium"/>
                <a:cs typeface="IBM Plex Mono Medium"/>
              </a:endParaRPr>
            </a:p>
          </p:txBody>
        </p:sp>
        <p:sp>
          <p:nvSpPr>
            <p:cNvPr id="61" name="node16.body.item-001.paragraph"/>
            <p:cNvSpPr/>
            <p:nvPr/>
          </p:nvSpPr>
          <p:spPr>
            <a:xfrm>
              <a:off x="9067800" y="4914900"/>
              <a:ext cx="2286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Skills improve from delivery data</a:t>
              </a:r>
              <a:endParaRPr lang="en-US" sz="1200" spc="0" kern="0" b="0" i="0" dirty="0">
                <a:solidFill>
                  <a:srgbClr val="50658E"/>
                </a:solidFill>
                <a:latin typeface="IBM Plex Sans"/>
                <a:ea typeface="IBM Plex Sans"/>
                <a:cs typeface="IBM Plex Sans"/>
              </a:endParaRPr>
            </a:p>
          </p:txBody>
        </p:sp>
      </p:gr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ource-291">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CURRENT STATE</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Northfield is at stage three; stage four needs three moves</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81</a:t>
            </a:fld>
            <a:endParaRPr lang="en-US" sz="700" spc="0" kern="0" b="0" i="0" dirty="0">
              <a:solidFill>
                <a:srgbClr val="070154"/>
              </a:solidFill>
              <a:latin typeface="IBM Plex Mono SemiBold"/>
              <a:ea typeface="IBM Plex Mono SemiBold"/>
              <a:cs typeface="IBM Plex Mono SemiBold"/>
            </a:endParaRPr>
          </a:p>
        </p:txBody>
      </p:sp>
      <p:grpSp>
        <p:nvGrpSpPr>
          <p:cNvPr id="59" name="node01"/>
          <p:cNvGrpSpPr/>
          <p:nvPr/>
        </p:nvGrpSpPr>
        <p:grpSpPr>
          <a:xfrm>
            <a:off x="708025" y="1600200"/>
            <a:ext cx="7118350" cy="4114800"/>
            <a:chOff x="708025" y="1600200"/>
            <a:chExt cx="7118350" cy="4114800"/>
          </a:xfrm>
        </p:grpSpPr>
        <p:sp>
          <p:nvSpPr>
            <p:cNvPr id="6" name="node01.curve"/>
            <p:cNvSpPr/>
            <p:nvPr/>
          </p:nvSpPr>
          <p:spPr>
            <a:xfrm>
              <a:off x="723900" y="2072640"/>
              <a:ext cx="7086600" cy="3017520"/>
            </a:xfrm>
            <a:custGeom>
              <a:avLst/>
              <a:gdLst/>
              <a:ahLst/>
              <a:cxnLst/>
              <a:rect l="l" t="t" r="r" b="b"/>
              <a:pathLst>
                <a:path w="7086600" h="3017520">
                  <a:moveTo>
                    <a:pt x="0" y="3017520"/>
                  </a:moveTo>
                  <a:lnTo>
                    <a:pt x="118110" y="3014189"/>
                  </a:lnTo>
                  <a:lnTo>
                    <a:pt x="236220" y="3010617"/>
                  </a:lnTo>
                  <a:lnTo>
                    <a:pt x="354330" y="3006785"/>
                  </a:lnTo>
                  <a:lnTo>
                    <a:pt x="472440" y="3002676"/>
                  </a:lnTo>
                  <a:lnTo>
                    <a:pt x="590550" y="2998269"/>
                  </a:lnTo>
                  <a:lnTo>
                    <a:pt x="708660" y="2993542"/>
                  </a:lnTo>
                  <a:lnTo>
                    <a:pt x="826770" y="2988472"/>
                  </a:lnTo>
                  <a:lnTo>
                    <a:pt x="944880" y="2983035"/>
                  </a:lnTo>
                  <a:lnTo>
                    <a:pt x="1062990" y="2977204"/>
                  </a:lnTo>
                  <a:lnTo>
                    <a:pt x="1181100" y="2970950"/>
                  </a:lnTo>
                  <a:lnTo>
                    <a:pt x="1299210" y="2964242"/>
                  </a:lnTo>
                  <a:lnTo>
                    <a:pt x="1417320" y="2957048"/>
                  </a:lnTo>
                  <a:lnTo>
                    <a:pt x="1535430" y="2949333"/>
                  </a:lnTo>
                  <a:lnTo>
                    <a:pt x="1653540" y="2941058"/>
                  </a:lnTo>
                  <a:lnTo>
                    <a:pt x="1771650" y="2932183"/>
                  </a:lnTo>
                  <a:lnTo>
                    <a:pt x="1889760" y="2922664"/>
                  </a:lnTo>
                  <a:lnTo>
                    <a:pt x="2007870" y="2912455"/>
                  </a:lnTo>
                  <a:lnTo>
                    <a:pt x="2125980" y="2901506"/>
                  </a:lnTo>
                  <a:lnTo>
                    <a:pt x="2244090" y="2889764"/>
                  </a:lnTo>
                  <a:lnTo>
                    <a:pt x="2362200" y="2877169"/>
                  </a:lnTo>
                  <a:lnTo>
                    <a:pt x="2480310" y="2863662"/>
                  </a:lnTo>
                  <a:lnTo>
                    <a:pt x="2598420" y="2849175"/>
                  </a:lnTo>
                  <a:lnTo>
                    <a:pt x="2716530" y="2833638"/>
                  </a:lnTo>
                  <a:lnTo>
                    <a:pt x="2834640" y="2816974"/>
                  </a:lnTo>
                  <a:lnTo>
                    <a:pt x="2952750" y="2799102"/>
                  </a:lnTo>
                  <a:lnTo>
                    <a:pt x="3070860" y="2779933"/>
                  </a:lnTo>
                  <a:lnTo>
                    <a:pt x="3188970" y="2759376"/>
                  </a:lnTo>
                  <a:lnTo>
                    <a:pt x="3307080" y="2737327"/>
                  </a:lnTo>
                  <a:lnTo>
                    <a:pt x="3425190" y="2713680"/>
                  </a:lnTo>
                  <a:lnTo>
                    <a:pt x="3543300" y="2688318"/>
                  </a:lnTo>
                  <a:lnTo>
                    <a:pt x="3661410" y="2661117"/>
                  </a:lnTo>
                  <a:lnTo>
                    <a:pt x="3779520" y="2631944"/>
                  </a:lnTo>
                  <a:lnTo>
                    <a:pt x="3897630" y="2600656"/>
                  </a:lnTo>
                  <a:lnTo>
                    <a:pt x="4015740" y="2567099"/>
                  </a:lnTo>
                  <a:lnTo>
                    <a:pt x="4133850" y="2531109"/>
                  </a:lnTo>
                  <a:lnTo>
                    <a:pt x="4251960" y="2492509"/>
                  </a:lnTo>
                  <a:lnTo>
                    <a:pt x="4370070" y="2451111"/>
                  </a:lnTo>
                  <a:lnTo>
                    <a:pt x="4488180" y="2406711"/>
                  </a:lnTo>
                  <a:lnTo>
                    <a:pt x="4606290" y="2359091"/>
                  </a:lnTo>
                  <a:lnTo>
                    <a:pt x="4724400" y="2308019"/>
                  </a:lnTo>
                  <a:lnTo>
                    <a:pt x="4842510" y="2253243"/>
                  </a:lnTo>
                  <a:lnTo>
                    <a:pt x="4960620" y="2194496"/>
                  </a:lnTo>
                  <a:lnTo>
                    <a:pt x="5078730" y="2131489"/>
                  </a:lnTo>
                  <a:lnTo>
                    <a:pt x="5196840" y="2063914"/>
                  </a:lnTo>
                  <a:lnTo>
                    <a:pt x="5314950" y="1991439"/>
                  </a:lnTo>
                  <a:lnTo>
                    <a:pt x="5433060" y="1913708"/>
                  </a:lnTo>
                  <a:lnTo>
                    <a:pt x="5551170" y="1830342"/>
                  </a:lnTo>
                  <a:lnTo>
                    <a:pt x="5669280" y="1740931"/>
                  </a:lnTo>
                  <a:lnTo>
                    <a:pt x="5787390" y="1645037"/>
                  </a:lnTo>
                  <a:lnTo>
                    <a:pt x="5905500" y="1542190"/>
                  </a:lnTo>
                  <a:lnTo>
                    <a:pt x="6023610" y="1431886"/>
                  </a:lnTo>
                  <a:lnTo>
                    <a:pt x="6141720" y="1313583"/>
                  </a:lnTo>
                  <a:lnTo>
                    <a:pt x="6259830" y="1186703"/>
                  </a:lnTo>
                  <a:lnTo>
                    <a:pt x="6377940" y="1050623"/>
                  </a:lnTo>
                  <a:lnTo>
                    <a:pt x="6496050" y="904676"/>
                  </a:lnTo>
                  <a:lnTo>
                    <a:pt x="6614160" y="748146"/>
                  </a:lnTo>
                  <a:lnTo>
                    <a:pt x="6732270" y="580267"/>
                  </a:lnTo>
                  <a:lnTo>
                    <a:pt x="6850380" y="400216"/>
                  </a:lnTo>
                  <a:lnTo>
                    <a:pt x="6968490" y="207109"/>
                  </a:lnTo>
                  <a:lnTo>
                    <a:pt x="7086600" y="0"/>
                  </a:lnTo>
                </a:path>
              </a:pathLst>
            </a:custGeom>
            <a:ln w="31750">
              <a:solidFill>
                <a:srgbClr val="070154"/>
              </a:solidFill>
              <a:prstDash val="solid"/>
            </a:ln>
          </p:spPr>
        </p:sp>
        <p:sp>
          <p:nvSpPr>
            <p:cNvPr id="7" name="node01.curve.cap-1"/>
            <p:cNvSpPr/>
            <p:nvPr/>
          </p:nvSpPr>
          <p:spPr>
            <a:xfrm>
              <a:off x="708025" y="5074285"/>
              <a:ext cx="31750" cy="31750"/>
            </a:xfrm>
            <a:prstGeom prst="ellipse">
              <a:avLst/>
            </a:prstGeom>
            <a:solidFill>
              <a:srgbClr val="070154"/>
            </a:solidFill>
            <a:ln>
              <a:noFill/>
            </a:ln>
          </p:spPr>
        </p:sp>
        <p:sp>
          <p:nvSpPr>
            <p:cNvPr id="8" name="node01.curve.cap-2"/>
            <p:cNvSpPr/>
            <p:nvPr/>
          </p:nvSpPr>
          <p:spPr>
            <a:xfrm>
              <a:off x="7794625" y="2056765"/>
              <a:ext cx="31750" cy="31750"/>
            </a:xfrm>
            <a:prstGeom prst="ellipse">
              <a:avLst/>
            </a:prstGeom>
            <a:solidFill>
              <a:srgbClr val="070154"/>
            </a:solidFill>
            <a:ln>
              <a:noFill/>
            </a:ln>
          </p:spPr>
        </p:sp>
        <p:sp>
          <p:nvSpPr>
            <p:cNvPr id="9" name="node01.arrow-1"/>
            <p:cNvSpPr/>
            <p:nvPr/>
          </p:nvSpPr>
          <p:spPr>
            <a:xfrm>
              <a:off x="7806284" y="2072640"/>
              <a:ext cx="4216" cy="126930"/>
            </a:xfrm>
            <a:custGeom>
              <a:avLst/>
              <a:gdLst/>
              <a:ahLst/>
              <a:cxnLst/>
              <a:rect l="l" t="t" r="r" b="b"/>
              <a:pathLst>
                <a:path w="4216" h="126930">
                  <a:moveTo>
                    <a:pt x="4216" y="0"/>
                  </a:moveTo>
                  <a:lnTo>
                    <a:pt x="0" y="126930"/>
                  </a:lnTo>
                </a:path>
              </a:pathLst>
            </a:custGeom>
            <a:ln w="31750">
              <a:solidFill>
                <a:srgbClr val="070154"/>
              </a:solidFill>
              <a:prstDash val="solid"/>
            </a:ln>
          </p:spPr>
        </p:sp>
        <p:sp>
          <p:nvSpPr>
            <p:cNvPr id="10" name="node01.arrow-1.cap-1"/>
            <p:cNvSpPr/>
            <p:nvPr/>
          </p:nvSpPr>
          <p:spPr>
            <a:xfrm>
              <a:off x="7794625" y="2056765"/>
              <a:ext cx="31750" cy="31750"/>
            </a:xfrm>
            <a:prstGeom prst="ellipse">
              <a:avLst/>
            </a:prstGeom>
            <a:solidFill>
              <a:srgbClr val="070154"/>
            </a:solidFill>
            <a:ln>
              <a:noFill/>
            </a:ln>
          </p:spPr>
        </p:sp>
        <p:sp>
          <p:nvSpPr>
            <p:cNvPr id="11" name="node01.arrow-1.cap-2"/>
            <p:cNvSpPr/>
            <p:nvPr/>
          </p:nvSpPr>
          <p:spPr>
            <a:xfrm>
              <a:off x="7790409" y="2183695"/>
              <a:ext cx="31750" cy="31750"/>
            </a:xfrm>
            <a:prstGeom prst="ellipse">
              <a:avLst/>
            </a:prstGeom>
            <a:solidFill>
              <a:srgbClr val="070154"/>
            </a:solidFill>
            <a:ln>
              <a:noFill/>
            </a:ln>
          </p:spPr>
        </p:sp>
        <p:sp>
          <p:nvSpPr>
            <p:cNvPr id="12" name="node01.arrow-2"/>
            <p:cNvSpPr/>
            <p:nvPr/>
          </p:nvSpPr>
          <p:spPr>
            <a:xfrm>
              <a:off x="7701414" y="2072640"/>
              <a:ext cx="109086" cy="65033"/>
            </a:xfrm>
            <a:custGeom>
              <a:avLst/>
              <a:gdLst/>
              <a:ahLst/>
              <a:cxnLst/>
              <a:rect l="l" t="t" r="r" b="b"/>
              <a:pathLst>
                <a:path w="109086" h="65033">
                  <a:moveTo>
                    <a:pt x="109086" y="0"/>
                  </a:moveTo>
                  <a:lnTo>
                    <a:pt x="0" y="65033"/>
                  </a:lnTo>
                </a:path>
              </a:pathLst>
            </a:custGeom>
            <a:ln w="31750">
              <a:solidFill>
                <a:srgbClr val="070154"/>
              </a:solidFill>
              <a:prstDash val="solid"/>
            </a:ln>
          </p:spPr>
        </p:sp>
        <p:sp>
          <p:nvSpPr>
            <p:cNvPr id="13" name="node01.arrow-2.cap-1"/>
            <p:cNvSpPr/>
            <p:nvPr/>
          </p:nvSpPr>
          <p:spPr>
            <a:xfrm>
              <a:off x="7794625" y="2056765"/>
              <a:ext cx="31750" cy="31750"/>
            </a:xfrm>
            <a:prstGeom prst="ellipse">
              <a:avLst/>
            </a:prstGeom>
            <a:solidFill>
              <a:srgbClr val="070154"/>
            </a:solidFill>
            <a:ln>
              <a:noFill/>
            </a:ln>
          </p:spPr>
        </p:sp>
        <p:sp>
          <p:nvSpPr>
            <p:cNvPr id="14" name="node01.arrow-2.cap-2"/>
            <p:cNvSpPr/>
            <p:nvPr/>
          </p:nvSpPr>
          <p:spPr>
            <a:xfrm>
              <a:off x="7685539" y="2121798"/>
              <a:ext cx="31750" cy="31750"/>
            </a:xfrm>
            <a:prstGeom prst="ellipse">
              <a:avLst/>
            </a:prstGeom>
            <a:solidFill>
              <a:srgbClr val="070154"/>
            </a:solidFill>
            <a:ln>
              <a:noFill/>
            </a:ln>
          </p:spPr>
        </p:sp>
        <p:sp>
          <p:nvSpPr>
            <p:cNvPr id="15" name="node01.axis"/>
            <p:cNvSpPr/>
            <p:nvPr/>
          </p:nvSpPr>
          <p:spPr>
            <a:xfrm>
              <a:off x="723900" y="5562600"/>
              <a:ext cx="7086600" cy="0"/>
            </a:xfrm>
            <a:custGeom>
              <a:avLst/>
              <a:gdLst/>
              <a:ahLst/>
              <a:cxnLst/>
              <a:rect l="l" t="t" r="r" b="b"/>
              <a:pathLst>
                <a:path w="7086600">
                  <a:moveTo>
                    <a:pt x="0" y="0"/>
                  </a:moveTo>
                  <a:lnTo>
                    <a:pt x="7086600" y="0"/>
                  </a:lnTo>
                </a:path>
              </a:pathLst>
            </a:custGeom>
            <a:ln w="12700">
              <a:solidFill>
                <a:srgbClr val="070154"/>
              </a:solidFill>
              <a:prstDash val="solid"/>
            </a:ln>
          </p:spPr>
        </p:sp>
        <p:sp>
          <p:nvSpPr>
            <p:cNvPr id="16" name="node01.axis.arrow"/>
            <p:cNvSpPr/>
            <p:nvPr/>
          </p:nvSpPr>
          <p:spPr>
            <a:xfrm>
              <a:off x="7721600" y="5511800"/>
              <a:ext cx="88900" cy="101600"/>
            </a:xfrm>
            <a:custGeom>
              <a:avLst/>
              <a:gdLst/>
              <a:ahLst/>
              <a:cxnLst/>
              <a:rect l="l" t="t" r="r" b="b"/>
              <a:pathLst>
                <a:path w="88900" h="101600">
                  <a:moveTo>
                    <a:pt x="0" y="0"/>
                  </a:moveTo>
                  <a:lnTo>
                    <a:pt x="88900" y="50800"/>
                  </a:lnTo>
                  <a:lnTo>
                    <a:pt x="0" y="101600"/>
                  </a:lnTo>
                </a:path>
              </a:pathLst>
            </a:custGeom>
            <a:ln w="12700">
              <a:solidFill>
                <a:srgbClr val="070154"/>
              </a:solidFill>
              <a:prstDash val="solid"/>
            </a:ln>
          </p:spPr>
        </p:sp>
        <p:sp>
          <p:nvSpPr>
            <p:cNvPr id="17" name="node01.axis.label-bg"/>
            <p:cNvSpPr/>
            <p:nvPr/>
          </p:nvSpPr>
          <p:spPr>
            <a:xfrm>
              <a:off x="3124200" y="5486400"/>
              <a:ext cx="2286000" cy="171450"/>
            </a:xfrm>
            <a:prstGeom prst="rect">
              <a:avLst/>
            </a:prstGeom>
            <a:solidFill>
              <a:srgbClr val="FFFFFF"/>
            </a:solidFill>
            <a:ln>
              <a:noFill/>
            </a:ln>
          </p:spPr>
        </p:sp>
        <p:sp>
          <p:nvSpPr>
            <p:cNvPr id="18" name="node01.axis.label"/>
            <p:cNvSpPr/>
            <p:nvPr/>
          </p:nvSpPr>
          <p:spPr>
            <a:xfrm>
              <a:off x="3124200" y="5486400"/>
              <a:ext cx="2286000" cy="17145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SemiBold"/>
                  <a:ea typeface="IBM Plex Mono SemiBold"/>
                  <a:cs typeface="IBM Plex Mono SemiBold"/>
                </a:rPr>
                <a:t>INCREASING SCOPE</a:t>
              </a:r>
              <a:endParaRPr lang="en-US" sz="900" spc="54" kern="0" b="0" i="0" dirty="0">
                <a:solidFill>
                  <a:srgbClr val="070154"/>
                </a:solidFill>
                <a:latin typeface="IBM Plex Mono SemiBold"/>
                <a:ea typeface="IBM Plex Mono SemiBold"/>
                <a:cs typeface="IBM Plex Mono SemiBold"/>
              </a:endParaRPr>
            </a:p>
          </p:txBody>
        </p:sp>
        <p:sp>
          <p:nvSpPr>
            <p:cNvPr id="19" name="node01.stages.source-001.circle"/>
            <p:cNvSpPr/>
            <p:nvPr/>
          </p:nvSpPr>
          <p:spPr>
            <a:xfrm>
              <a:off x="938530" y="4939725"/>
              <a:ext cx="279400" cy="279400"/>
            </a:xfrm>
            <a:prstGeom prst="ellipse">
              <a:avLst/>
            </a:prstGeom>
            <a:solidFill>
              <a:srgbClr val="FFFFFF"/>
            </a:solidFill>
            <a:ln w="25400">
              <a:solidFill>
                <a:srgbClr val="070154"/>
              </a:solidFill>
              <a:prstDash val="solid"/>
            </a:ln>
          </p:spPr>
        </p:sp>
        <p:sp>
          <p:nvSpPr>
            <p:cNvPr id="20" name="node01.stages.source-001.number"/>
            <p:cNvSpPr/>
            <p:nvPr/>
          </p:nvSpPr>
          <p:spPr>
            <a:xfrm>
              <a:off x="951230" y="4927025"/>
              <a:ext cx="254000" cy="304800"/>
            </a:xfrm>
            <a:prstGeom prst="rect">
              <a:avLst/>
            </a:prstGeom>
            <a:noFill/>
            <a:ln/>
          </p:spPr>
          <p:txBody>
            <a:bodyPr wrap="square" lIns="0" tIns="0" rIns="0" bIns="0" rtlCol="0" anchor="ctr"/>
            <a:lstStyle/>
            <a:p>
              <a:pPr algn="ctr" indent="0" marL="0">
                <a:lnSpc>
                  <a:spcPts val="1100"/>
                </a:lnSpc>
                <a:buNone/>
              </a:pPr>
              <a:r>
                <a:rPr lang="en-US" sz="1100" spc="0" kern="0" b="0" i="0" dirty="0">
                  <a:solidFill>
                    <a:srgbClr val="070154"/>
                  </a:solidFill>
                  <a:latin typeface="IBM Plex Mono SemiBold"/>
                  <a:ea typeface="IBM Plex Mono SemiBold"/>
                  <a:cs typeface="IBM Plex Mono SemiBold"/>
                </a:rPr>
                <a:t>1</a:t>
              </a:r>
              <a:endParaRPr lang="en-US" sz="1100" spc="0" kern="0" b="0" i="0" dirty="0">
                <a:solidFill>
                  <a:srgbClr val="070154"/>
                </a:solidFill>
                <a:latin typeface="IBM Plex Mono SemiBold"/>
                <a:ea typeface="IBM Plex Mono SemiBold"/>
                <a:cs typeface="IBM Plex Mono SemiBold"/>
              </a:endParaRPr>
            </a:p>
          </p:txBody>
        </p:sp>
        <p:sp>
          <p:nvSpPr>
            <p:cNvPr id="21" name="node01.stages.source-001.tick"/>
            <p:cNvSpPr/>
            <p:nvPr/>
          </p:nvSpPr>
          <p:spPr>
            <a:xfrm>
              <a:off x="1071880" y="4698425"/>
              <a:ext cx="12700" cy="228600"/>
            </a:xfrm>
            <a:prstGeom prst="rect">
              <a:avLst/>
            </a:prstGeom>
            <a:solidFill>
              <a:srgbClr val="070154"/>
            </a:solidFill>
            <a:ln>
              <a:noFill/>
            </a:ln>
          </p:spPr>
        </p:sp>
        <p:sp>
          <p:nvSpPr>
            <p:cNvPr id="22" name="node01.stages.source-001.label"/>
            <p:cNvSpPr/>
            <p:nvPr/>
          </p:nvSpPr>
          <p:spPr>
            <a:xfrm>
              <a:off x="925830" y="3968175"/>
              <a:ext cx="1371600" cy="17145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SemiBold"/>
                  <a:ea typeface="IBM Plex Mono SemiBold"/>
                  <a:cs typeface="IBM Plex Mono SemiBold"/>
                </a:rPr>
                <a:t>MANUAL</a:t>
              </a:r>
              <a:endParaRPr lang="en-US" sz="900" spc="54" kern="0" b="0" i="0" dirty="0">
                <a:solidFill>
                  <a:srgbClr val="0047FF"/>
                </a:solidFill>
                <a:latin typeface="IBM Plex Mono SemiBold"/>
                <a:ea typeface="IBM Plex Mono SemiBold"/>
                <a:cs typeface="IBM Plex Mono SemiBold"/>
              </a:endParaRPr>
            </a:p>
          </p:txBody>
        </p:sp>
        <p:sp>
          <p:nvSpPr>
            <p:cNvPr id="23" name="node01.stages.source-001.text"/>
            <p:cNvSpPr/>
            <p:nvPr/>
          </p:nvSpPr>
          <p:spPr>
            <a:xfrm>
              <a:off x="925830" y="4190425"/>
              <a:ext cx="13716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People do the work end to end.</a:t>
              </a:r>
              <a:endParaRPr lang="en-US" sz="1200" spc="0" kern="0" b="0" i="0" dirty="0">
                <a:solidFill>
                  <a:srgbClr val="070154"/>
                </a:solidFill>
                <a:latin typeface="IBM Plex Sans"/>
                <a:ea typeface="IBM Plex Sans"/>
                <a:cs typeface="IBM Plex Sans"/>
              </a:endParaRPr>
            </a:p>
          </p:txBody>
        </p:sp>
        <p:sp>
          <p:nvSpPr>
            <p:cNvPr id="24" name="node01.stages.source-002.circle"/>
            <p:cNvSpPr/>
            <p:nvPr/>
          </p:nvSpPr>
          <p:spPr>
            <a:xfrm>
              <a:off x="2355850" y="4865123"/>
              <a:ext cx="279400" cy="279400"/>
            </a:xfrm>
            <a:prstGeom prst="ellipse">
              <a:avLst/>
            </a:prstGeom>
            <a:solidFill>
              <a:srgbClr val="FFFFFF"/>
            </a:solidFill>
            <a:ln w="25400">
              <a:solidFill>
                <a:srgbClr val="070154"/>
              </a:solidFill>
              <a:prstDash val="solid"/>
            </a:ln>
          </p:spPr>
        </p:sp>
        <p:sp>
          <p:nvSpPr>
            <p:cNvPr id="25" name="node01.stages.source-002.number"/>
            <p:cNvSpPr/>
            <p:nvPr/>
          </p:nvSpPr>
          <p:spPr>
            <a:xfrm>
              <a:off x="2368550" y="4852423"/>
              <a:ext cx="254000" cy="304800"/>
            </a:xfrm>
            <a:prstGeom prst="rect">
              <a:avLst/>
            </a:prstGeom>
            <a:noFill/>
            <a:ln/>
          </p:spPr>
          <p:txBody>
            <a:bodyPr wrap="square" lIns="0" tIns="0" rIns="0" bIns="0" rtlCol="0" anchor="ctr"/>
            <a:lstStyle/>
            <a:p>
              <a:pPr algn="ctr" indent="0" marL="0">
                <a:lnSpc>
                  <a:spcPts val="1100"/>
                </a:lnSpc>
                <a:buNone/>
              </a:pPr>
              <a:r>
                <a:rPr lang="en-US" sz="1100" spc="0" kern="0" b="0" i="0" dirty="0">
                  <a:solidFill>
                    <a:srgbClr val="070154"/>
                  </a:solidFill>
                  <a:latin typeface="IBM Plex Mono SemiBold"/>
                  <a:ea typeface="IBM Plex Mono SemiBold"/>
                  <a:cs typeface="IBM Plex Mono SemiBold"/>
                </a:rPr>
                <a:t>2</a:t>
              </a:r>
              <a:endParaRPr lang="en-US" sz="1100" spc="0" kern="0" b="0" i="0" dirty="0">
                <a:solidFill>
                  <a:srgbClr val="070154"/>
                </a:solidFill>
                <a:latin typeface="IBM Plex Mono SemiBold"/>
                <a:ea typeface="IBM Plex Mono SemiBold"/>
                <a:cs typeface="IBM Plex Mono SemiBold"/>
              </a:endParaRPr>
            </a:p>
          </p:txBody>
        </p:sp>
        <p:sp>
          <p:nvSpPr>
            <p:cNvPr id="26" name="node01.stages.source-002.tick"/>
            <p:cNvSpPr/>
            <p:nvPr/>
          </p:nvSpPr>
          <p:spPr>
            <a:xfrm>
              <a:off x="2489200" y="4623823"/>
              <a:ext cx="12700" cy="228600"/>
            </a:xfrm>
            <a:prstGeom prst="rect">
              <a:avLst/>
            </a:prstGeom>
            <a:solidFill>
              <a:srgbClr val="070154"/>
            </a:solidFill>
            <a:ln>
              <a:noFill/>
            </a:ln>
          </p:spPr>
        </p:sp>
        <p:sp>
          <p:nvSpPr>
            <p:cNvPr id="27" name="node01.stages.source-002.label"/>
            <p:cNvSpPr/>
            <p:nvPr/>
          </p:nvSpPr>
          <p:spPr>
            <a:xfrm>
              <a:off x="2343150" y="3893573"/>
              <a:ext cx="1371600" cy="17145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SemiBold"/>
                  <a:ea typeface="IBM Plex Mono SemiBold"/>
                  <a:cs typeface="IBM Plex Mono SemiBold"/>
                </a:rPr>
                <a:t>AI-ASSISTED</a:t>
              </a:r>
              <a:endParaRPr lang="en-US" sz="900" spc="54" kern="0" b="0" i="0" dirty="0">
                <a:solidFill>
                  <a:srgbClr val="0047FF"/>
                </a:solidFill>
                <a:latin typeface="IBM Plex Mono SemiBold"/>
                <a:ea typeface="IBM Plex Mono SemiBold"/>
                <a:cs typeface="IBM Plex Mono SemiBold"/>
              </a:endParaRPr>
            </a:p>
          </p:txBody>
        </p:sp>
        <p:sp>
          <p:nvSpPr>
            <p:cNvPr id="28" name="node01.stages.source-002.text"/>
            <p:cNvSpPr/>
            <p:nvPr/>
          </p:nvSpPr>
          <p:spPr>
            <a:xfrm>
              <a:off x="2343150" y="4115823"/>
              <a:ext cx="13716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AI helps with bounded tasks.</a:t>
              </a:r>
              <a:endParaRPr lang="en-US" sz="1200" spc="0" kern="0" b="0" i="0" dirty="0">
                <a:solidFill>
                  <a:srgbClr val="070154"/>
                </a:solidFill>
                <a:latin typeface="IBM Plex Sans"/>
                <a:ea typeface="IBM Plex Sans"/>
                <a:cs typeface="IBM Plex Sans"/>
              </a:endParaRPr>
            </a:p>
          </p:txBody>
        </p:sp>
        <p:sp>
          <p:nvSpPr>
            <p:cNvPr id="29" name="node01.stages.source-003.circle"/>
            <p:cNvSpPr/>
            <p:nvPr/>
          </p:nvSpPr>
          <p:spPr>
            <a:xfrm>
              <a:off x="3844036" y="4679272"/>
              <a:ext cx="279400" cy="279400"/>
            </a:xfrm>
            <a:prstGeom prst="ellipse">
              <a:avLst/>
            </a:prstGeom>
            <a:solidFill>
              <a:srgbClr val="070154"/>
            </a:solidFill>
            <a:ln w="25400">
              <a:solidFill>
                <a:srgbClr val="070154"/>
              </a:solidFill>
              <a:prstDash val="solid"/>
            </a:ln>
          </p:spPr>
        </p:sp>
        <p:sp>
          <p:nvSpPr>
            <p:cNvPr id="30" name="node01.stages.source-003.number"/>
            <p:cNvSpPr/>
            <p:nvPr/>
          </p:nvSpPr>
          <p:spPr>
            <a:xfrm>
              <a:off x="3856736" y="4666572"/>
              <a:ext cx="254000" cy="304800"/>
            </a:xfrm>
            <a:prstGeom prst="rect">
              <a:avLst/>
            </a:prstGeom>
            <a:noFill/>
            <a:ln/>
          </p:spPr>
          <p:txBody>
            <a:bodyPr wrap="square" lIns="0" tIns="0" rIns="0" bIns="0" rtlCol="0" anchor="ctr"/>
            <a:lstStyle/>
            <a:p>
              <a:pPr algn="ctr" indent="0" marL="0">
                <a:lnSpc>
                  <a:spcPts val="1100"/>
                </a:lnSpc>
                <a:buNone/>
              </a:pPr>
              <a:r>
                <a:rPr lang="en-US" sz="1100" spc="0" kern="0" b="0" i="0" dirty="0">
                  <a:solidFill>
                    <a:srgbClr val="FFFFFF"/>
                  </a:solidFill>
                  <a:latin typeface="IBM Plex Mono SemiBold"/>
                  <a:ea typeface="IBM Plex Mono SemiBold"/>
                  <a:cs typeface="IBM Plex Mono SemiBold"/>
                </a:rPr>
                <a:t>3</a:t>
              </a:r>
              <a:endParaRPr lang="en-US" sz="1100" spc="0" kern="0" b="0" i="0" dirty="0">
                <a:solidFill>
                  <a:srgbClr val="FFFFFF"/>
                </a:solidFill>
                <a:latin typeface="IBM Plex Mono SemiBold"/>
                <a:ea typeface="IBM Plex Mono SemiBold"/>
                <a:cs typeface="IBM Plex Mono SemiBold"/>
              </a:endParaRPr>
            </a:p>
          </p:txBody>
        </p:sp>
        <p:sp>
          <p:nvSpPr>
            <p:cNvPr id="31" name="node01.stages.source-003.tick"/>
            <p:cNvSpPr/>
            <p:nvPr/>
          </p:nvSpPr>
          <p:spPr>
            <a:xfrm>
              <a:off x="3977386" y="4437972"/>
              <a:ext cx="12700" cy="228600"/>
            </a:xfrm>
            <a:prstGeom prst="rect">
              <a:avLst/>
            </a:prstGeom>
            <a:solidFill>
              <a:srgbClr val="070154"/>
            </a:solidFill>
            <a:ln>
              <a:noFill/>
            </a:ln>
          </p:spPr>
        </p:sp>
        <p:sp>
          <p:nvSpPr>
            <p:cNvPr id="32" name="node01.stages.source-003.label"/>
            <p:cNvSpPr/>
            <p:nvPr/>
          </p:nvSpPr>
          <p:spPr>
            <a:xfrm>
              <a:off x="3831336" y="3707722"/>
              <a:ext cx="1371600" cy="17145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SemiBold"/>
                  <a:ea typeface="IBM Plex Mono SemiBold"/>
                  <a:cs typeface="IBM Plex Mono SemiBold"/>
                </a:rPr>
                <a:t>REPEATABLE</a:t>
              </a:r>
              <a:endParaRPr lang="en-US" sz="900" spc="54" kern="0" b="0" i="0" dirty="0">
                <a:solidFill>
                  <a:srgbClr val="0047FF"/>
                </a:solidFill>
                <a:latin typeface="IBM Plex Mono SemiBold"/>
                <a:ea typeface="IBM Plex Mono SemiBold"/>
                <a:cs typeface="IBM Plex Mono SemiBold"/>
              </a:endParaRPr>
            </a:p>
          </p:txBody>
        </p:sp>
        <p:sp>
          <p:nvSpPr>
            <p:cNvPr id="33" name="node01.stages.source-003.text"/>
            <p:cNvSpPr/>
            <p:nvPr/>
          </p:nvSpPr>
          <p:spPr>
            <a:xfrm>
              <a:off x="3831336" y="3929972"/>
              <a:ext cx="13716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Teams reuse shared workflows.</a:t>
              </a:r>
              <a:endParaRPr lang="en-US" sz="1200" spc="0" kern="0" b="0" i="0" dirty="0">
                <a:solidFill>
                  <a:srgbClr val="070154"/>
                </a:solidFill>
                <a:latin typeface="IBM Plex Sans"/>
                <a:ea typeface="IBM Plex Sans"/>
                <a:cs typeface="IBM Plex Sans"/>
              </a:endParaRPr>
            </a:p>
          </p:txBody>
        </p:sp>
        <p:sp>
          <p:nvSpPr>
            <p:cNvPr id="34" name="node01.stages.source-004.circle"/>
            <p:cNvSpPr/>
            <p:nvPr/>
          </p:nvSpPr>
          <p:spPr>
            <a:xfrm>
              <a:off x="5261356" y="4261818"/>
              <a:ext cx="279400" cy="279400"/>
            </a:xfrm>
            <a:prstGeom prst="ellipse">
              <a:avLst/>
            </a:prstGeom>
            <a:solidFill>
              <a:srgbClr val="FFFFFF"/>
            </a:solidFill>
            <a:ln w="25400">
              <a:solidFill>
                <a:srgbClr val="070154"/>
              </a:solidFill>
              <a:prstDash val="solid"/>
            </a:ln>
          </p:spPr>
        </p:sp>
        <p:sp>
          <p:nvSpPr>
            <p:cNvPr id="35" name="node01.stages.source-004.number"/>
            <p:cNvSpPr/>
            <p:nvPr/>
          </p:nvSpPr>
          <p:spPr>
            <a:xfrm>
              <a:off x="5274056" y="4249118"/>
              <a:ext cx="254000" cy="304800"/>
            </a:xfrm>
            <a:prstGeom prst="rect">
              <a:avLst/>
            </a:prstGeom>
            <a:noFill/>
            <a:ln/>
          </p:spPr>
          <p:txBody>
            <a:bodyPr wrap="square" lIns="0" tIns="0" rIns="0" bIns="0" rtlCol="0" anchor="ctr"/>
            <a:lstStyle/>
            <a:p>
              <a:pPr algn="ctr" indent="0" marL="0">
                <a:lnSpc>
                  <a:spcPts val="1100"/>
                </a:lnSpc>
                <a:buNone/>
              </a:pPr>
              <a:r>
                <a:rPr lang="en-US" sz="1100" spc="0" kern="0" b="0" i="0" dirty="0">
                  <a:solidFill>
                    <a:srgbClr val="070154"/>
                  </a:solidFill>
                  <a:latin typeface="IBM Plex Mono SemiBold"/>
                  <a:ea typeface="IBM Plex Mono SemiBold"/>
                  <a:cs typeface="IBM Plex Mono SemiBold"/>
                </a:rPr>
                <a:t>4</a:t>
              </a:r>
              <a:endParaRPr lang="en-US" sz="1100" spc="0" kern="0" b="0" i="0" dirty="0">
                <a:solidFill>
                  <a:srgbClr val="070154"/>
                </a:solidFill>
                <a:latin typeface="IBM Plex Mono SemiBold"/>
                <a:ea typeface="IBM Plex Mono SemiBold"/>
                <a:cs typeface="IBM Plex Mono SemiBold"/>
              </a:endParaRPr>
            </a:p>
          </p:txBody>
        </p:sp>
        <p:sp>
          <p:nvSpPr>
            <p:cNvPr id="36" name="node01.stages.source-004.tick"/>
            <p:cNvSpPr/>
            <p:nvPr/>
          </p:nvSpPr>
          <p:spPr>
            <a:xfrm>
              <a:off x="5394706" y="3512518"/>
              <a:ext cx="12700" cy="736600"/>
            </a:xfrm>
            <a:prstGeom prst="rect">
              <a:avLst/>
            </a:prstGeom>
            <a:solidFill>
              <a:srgbClr val="070154"/>
            </a:solidFill>
            <a:ln>
              <a:noFill/>
            </a:ln>
          </p:spPr>
        </p:sp>
        <p:sp>
          <p:nvSpPr>
            <p:cNvPr id="37" name="node01.stages.source-004.label"/>
            <p:cNvSpPr/>
            <p:nvPr/>
          </p:nvSpPr>
          <p:spPr>
            <a:xfrm>
              <a:off x="4537456" y="2782268"/>
              <a:ext cx="1371600" cy="171450"/>
            </a:xfrm>
            <a:prstGeom prst="rect">
              <a:avLst/>
            </a:prstGeom>
            <a:noFill/>
            <a:ln/>
          </p:spPr>
          <p:txBody>
            <a:bodyPr wrap="square" lIns="0" tIns="0" rIns="0" bIns="0" rtlCol="0" anchor="t"/>
            <a:lstStyle/>
            <a:p>
              <a:pPr algn="r" indent="0" marL="0">
                <a:lnSpc>
                  <a:spcPts val="1200"/>
                </a:lnSpc>
                <a:buNone/>
              </a:pPr>
              <a:r>
                <a:rPr lang="en-US" sz="900" spc="54" kern="0" b="0" i="0" dirty="0">
                  <a:solidFill>
                    <a:srgbClr val="0047FF"/>
                  </a:solidFill>
                  <a:latin typeface="IBM Plex Mono SemiBold"/>
                  <a:ea typeface="IBM Plex Mono SemiBold"/>
                  <a:cs typeface="IBM Plex Mono SemiBold"/>
                </a:rPr>
                <a:t>INTEGRATED</a:t>
              </a:r>
              <a:endParaRPr lang="en-US" sz="900" spc="54" kern="0" b="0" i="0" dirty="0">
                <a:solidFill>
                  <a:srgbClr val="0047FF"/>
                </a:solidFill>
                <a:latin typeface="IBM Plex Mono SemiBold"/>
                <a:ea typeface="IBM Plex Mono SemiBold"/>
                <a:cs typeface="IBM Plex Mono SemiBold"/>
              </a:endParaRPr>
            </a:p>
          </p:txBody>
        </p:sp>
        <p:sp>
          <p:nvSpPr>
            <p:cNvPr id="38" name="node01.stages.source-004.text"/>
            <p:cNvSpPr/>
            <p:nvPr/>
          </p:nvSpPr>
          <p:spPr>
            <a:xfrm>
              <a:off x="4537456" y="3004518"/>
              <a:ext cx="1371600" cy="457200"/>
            </a:xfrm>
            <a:prstGeom prst="rect">
              <a:avLst/>
            </a:prstGeom>
            <a:noFill/>
            <a:ln/>
          </p:spPr>
          <p:txBody>
            <a:bodyPr wrap="square" lIns="0" tIns="0" rIns="0" bIns="0" rtlCol="0" anchor="t"/>
            <a:lstStyle/>
            <a:p>
              <a:pPr algn="r" indent="0" marL="0">
                <a:lnSpc>
                  <a:spcPts val="1800"/>
                </a:lnSpc>
                <a:buNone/>
              </a:pPr>
              <a:r>
                <a:rPr lang="en-US" sz="1200" spc="0" kern="0" b="0" i="0" dirty="0">
                  <a:solidFill>
                    <a:srgbClr val="070154"/>
                  </a:solidFill>
                  <a:latin typeface="IBM Plex Sans"/>
                  <a:ea typeface="IBM Plex Sans"/>
                  <a:cs typeface="IBM Plex Sans"/>
                </a:rPr>
                <a:t>People and agents coordinate.</a:t>
              </a:r>
              <a:endParaRPr lang="en-US" sz="1200" spc="0" kern="0" b="0" i="0" dirty="0">
                <a:solidFill>
                  <a:srgbClr val="070154"/>
                </a:solidFill>
                <a:latin typeface="IBM Plex Sans"/>
                <a:ea typeface="IBM Plex Sans"/>
                <a:cs typeface="IBM Plex Sans"/>
              </a:endParaRPr>
            </a:p>
          </p:txBody>
        </p:sp>
        <p:sp>
          <p:nvSpPr>
            <p:cNvPr id="39" name="node01.stages.source-005.circle"/>
            <p:cNvSpPr/>
            <p:nvPr/>
          </p:nvSpPr>
          <p:spPr>
            <a:xfrm>
              <a:off x="6536944" y="3431932"/>
              <a:ext cx="279400" cy="279400"/>
            </a:xfrm>
            <a:prstGeom prst="ellipse">
              <a:avLst/>
            </a:prstGeom>
            <a:solidFill>
              <a:srgbClr val="FFFFFF"/>
            </a:solidFill>
            <a:ln w="25400">
              <a:solidFill>
                <a:srgbClr val="070154"/>
              </a:solidFill>
              <a:prstDash val="solid"/>
            </a:ln>
          </p:spPr>
        </p:sp>
        <p:sp>
          <p:nvSpPr>
            <p:cNvPr id="40" name="node01.stages.source-005.number"/>
            <p:cNvSpPr/>
            <p:nvPr/>
          </p:nvSpPr>
          <p:spPr>
            <a:xfrm>
              <a:off x="6549644" y="3419232"/>
              <a:ext cx="254000" cy="304800"/>
            </a:xfrm>
            <a:prstGeom prst="rect">
              <a:avLst/>
            </a:prstGeom>
            <a:noFill/>
            <a:ln/>
          </p:spPr>
          <p:txBody>
            <a:bodyPr wrap="square" lIns="0" tIns="0" rIns="0" bIns="0" rtlCol="0" anchor="ctr"/>
            <a:lstStyle/>
            <a:p>
              <a:pPr algn="ctr" indent="0" marL="0">
                <a:lnSpc>
                  <a:spcPts val="1100"/>
                </a:lnSpc>
                <a:buNone/>
              </a:pPr>
              <a:r>
                <a:rPr lang="en-US" sz="1100" spc="0" kern="0" b="0" i="0" dirty="0">
                  <a:solidFill>
                    <a:srgbClr val="070154"/>
                  </a:solidFill>
                  <a:latin typeface="IBM Plex Mono SemiBold"/>
                  <a:ea typeface="IBM Plex Mono SemiBold"/>
                  <a:cs typeface="IBM Plex Mono SemiBold"/>
                </a:rPr>
                <a:t>5</a:t>
              </a:r>
              <a:endParaRPr lang="en-US" sz="1100" spc="0" kern="0" b="0" i="0" dirty="0">
                <a:solidFill>
                  <a:srgbClr val="070154"/>
                </a:solidFill>
                <a:latin typeface="IBM Plex Mono SemiBold"/>
                <a:ea typeface="IBM Plex Mono SemiBold"/>
                <a:cs typeface="IBM Plex Mono SemiBold"/>
              </a:endParaRPr>
            </a:p>
          </p:txBody>
        </p:sp>
        <p:sp>
          <p:nvSpPr>
            <p:cNvPr id="41" name="node01.stages.source-005.tick"/>
            <p:cNvSpPr/>
            <p:nvPr/>
          </p:nvSpPr>
          <p:spPr>
            <a:xfrm>
              <a:off x="6670294" y="2682632"/>
              <a:ext cx="12700" cy="736600"/>
            </a:xfrm>
            <a:prstGeom prst="rect">
              <a:avLst/>
            </a:prstGeom>
            <a:solidFill>
              <a:srgbClr val="070154"/>
            </a:solidFill>
            <a:ln>
              <a:noFill/>
            </a:ln>
          </p:spPr>
        </p:sp>
        <p:sp>
          <p:nvSpPr>
            <p:cNvPr id="42" name="node01.stages.source-005.label"/>
            <p:cNvSpPr/>
            <p:nvPr/>
          </p:nvSpPr>
          <p:spPr>
            <a:xfrm>
              <a:off x="5813044" y="1952382"/>
              <a:ext cx="1371600" cy="171450"/>
            </a:xfrm>
            <a:prstGeom prst="rect">
              <a:avLst/>
            </a:prstGeom>
            <a:noFill/>
            <a:ln/>
          </p:spPr>
          <p:txBody>
            <a:bodyPr wrap="square" lIns="0" tIns="0" rIns="0" bIns="0" rtlCol="0" anchor="t"/>
            <a:lstStyle/>
            <a:p>
              <a:pPr algn="r" indent="0" marL="0">
                <a:lnSpc>
                  <a:spcPts val="1200"/>
                </a:lnSpc>
                <a:buNone/>
              </a:pPr>
              <a:r>
                <a:rPr lang="en-US" sz="900" spc="54" kern="0" b="0" i="0" dirty="0">
                  <a:solidFill>
                    <a:srgbClr val="0047FF"/>
                  </a:solidFill>
                  <a:latin typeface="IBM Plex Mono SemiBold"/>
                  <a:ea typeface="IBM Plex Mono SemiBold"/>
                  <a:cs typeface="IBM Plex Mono SemiBold"/>
                </a:rPr>
                <a:t>SELF-IMPROVING</a:t>
              </a:r>
              <a:endParaRPr lang="en-US" sz="900" spc="54" kern="0" b="0" i="0" dirty="0">
                <a:solidFill>
                  <a:srgbClr val="0047FF"/>
                </a:solidFill>
                <a:latin typeface="IBM Plex Mono SemiBold"/>
                <a:ea typeface="IBM Plex Mono SemiBold"/>
                <a:cs typeface="IBM Plex Mono SemiBold"/>
              </a:endParaRPr>
            </a:p>
          </p:txBody>
        </p:sp>
        <p:sp>
          <p:nvSpPr>
            <p:cNvPr id="43" name="node01.stages.source-005.text"/>
            <p:cNvSpPr/>
            <p:nvPr/>
          </p:nvSpPr>
          <p:spPr>
            <a:xfrm>
              <a:off x="5813044" y="2174632"/>
              <a:ext cx="1371600" cy="457200"/>
            </a:xfrm>
            <a:prstGeom prst="rect">
              <a:avLst/>
            </a:prstGeom>
            <a:noFill/>
            <a:ln/>
          </p:spPr>
          <p:txBody>
            <a:bodyPr wrap="square" lIns="0" tIns="0" rIns="0" bIns="0" rtlCol="0" anchor="t"/>
            <a:lstStyle/>
            <a:p>
              <a:pPr algn="r" indent="0" marL="0">
                <a:lnSpc>
                  <a:spcPts val="1800"/>
                </a:lnSpc>
                <a:buNone/>
              </a:pPr>
              <a:r>
                <a:rPr lang="en-US" sz="1200" spc="0" kern="0" b="0" i="0" dirty="0">
                  <a:solidFill>
                    <a:srgbClr val="070154"/>
                  </a:solidFill>
                  <a:latin typeface="IBM Plex Sans"/>
                  <a:ea typeface="IBM Plex Sans"/>
                  <a:cs typeface="IBM Plex Sans"/>
                </a:rPr>
                <a:t>Telemetry refines shared skills.</a:t>
              </a:r>
              <a:endParaRPr lang="en-US" sz="1200" spc="0" kern="0" b="0" i="0" dirty="0">
                <a:solidFill>
                  <a:srgbClr val="070154"/>
                </a:solidFill>
                <a:latin typeface="IBM Plex Sans"/>
                <a:ea typeface="IBM Plex Sans"/>
                <a:cs typeface="IBM Plex Sans"/>
              </a:endParaRPr>
            </a:p>
          </p:txBody>
        </p:sp>
        <p:sp>
          <p:nvSpPr>
            <p:cNvPr id="44" name="node01.here.tick"/>
            <p:cNvSpPr/>
            <p:nvPr/>
          </p:nvSpPr>
          <p:spPr>
            <a:xfrm>
              <a:off x="3974211" y="4971372"/>
              <a:ext cx="19050" cy="152400"/>
            </a:xfrm>
            <a:prstGeom prst="rect">
              <a:avLst/>
            </a:prstGeom>
            <a:solidFill>
              <a:srgbClr val="F900D3"/>
            </a:solidFill>
            <a:ln>
              <a:noFill/>
            </a:ln>
          </p:spPr>
        </p:sp>
        <p:sp>
          <p:nvSpPr>
            <p:cNvPr id="45" name="node01.here.tag"/>
            <p:cNvSpPr/>
            <p:nvPr/>
          </p:nvSpPr>
          <p:spPr>
            <a:xfrm>
              <a:off x="3444110" y="5123772"/>
              <a:ext cx="1079252" cy="222250"/>
            </a:xfrm>
            <a:prstGeom prst="rect">
              <a:avLst/>
            </a:prstGeom>
            <a:solidFill>
              <a:srgbClr val="F900D3"/>
            </a:solidFill>
            <a:ln>
              <a:noFill/>
            </a:ln>
          </p:spPr>
        </p:sp>
        <p:sp>
          <p:nvSpPr>
            <p:cNvPr id="46" name="node01.here.label"/>
            <p:cNvSpPr/>
            <p:nvPr/>
          </p:nvSpPr>
          <p:spPr>
            <a:xfrm>
              <a:off x="3520310" y="5149172"/>
              <a:ext cx="926852" cy="17145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SemiBold"/>
                  <a:ea typeface="IBM Plex Mono SemiBold"/>
                  <a:cs typeface="IBM Plex Mono SemiBold"/>
                </a:rPr>
                <a:t>YOU ARE HERE</a:t>
              </a:r>
              <a:endParaRPr lang="en-US" sz="900" spc="54" kern="0" b="0" i="0" dirty="0">
                <a:solidFill>
                  <a:srgbClr val="070154"/>
                </a:solidFill>
                <a:latin typeface="IBM Plex Mono SemiBold"/>
                <a:ea typeface="IBM Plex Mono SemiBold"/>
                <a:cs typeface="IBM Plex Mono SemiBold"/>
              </a:endParaRPr>
            </a:p>
          </p:txBody>
        </p:sp>
      </p:grpSp>
      <p:grpSp>
        <p:nvGrpSpPr>
          <p:cNvPr id="60" name="node02"/>
          <p:cNvGrpSpPr/>
          <p:nvPr/>
        </p:nvGrpSpPr>
        <p:grpSpPr>
          <a:xfrm>
            <a:off x="8039100" y="1600200"/>
            <a:ext cx="3429000" cy="1295400"/>
            <a:chOff x="8039100" y="1600200"/>
            <a:chExt cx="3429000" cy="1295400"/>
          </a:xfrm>
        </p:grpSpPr>
        <p:sp>
          <p:nvSpPr>
            <p:cNvPr id="47" name="node02.container"/>
            <p:cNvSpPr/>
            <p:nvPr/>
          </p:nvSpPr>
          <p:spPr>
            <a:xfrm>
              <a:off x="8039100" y="1600200"/>
              <a:ext cx="3429000" cy="1295400"/>
            </a:xfrm>
            <a:prstGeom prst="rect">
              <a:avLst/>
            </a:prstGeom>
            <a:solidFill>
              <a:srgbClr val="E8EEF8"/>
            </a:solidFill>
            <a:ln>
              <a:noFill/>
            </a:ln>
          </p:spPr>
        </p:sp>
        <p:sp>
          <p:nvSpPr>
            <p:cNvPr id="48" name="node02.label"/>
            <p:cNvSpPr/>
            <p:nvPr/>
          </p:nvSpPr>
          <p:spPr>
            <a:xfrm>
              <a:off x="8191500" y="1752600"/>
              <a:ext cx="3124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TO REACH STAGE FOUR</a:t>
              </a:r>
              <a:endParaRPr lang="en-US" sz="900" spc="54" kern="0" b="0" i="0" dirty="0">
                <a:solidFill>
                  <a:srgbClr val="0047FF"/>
                </a:solidFill>
                <a:latin typeface="IBM Plex Mono Medium"/>
                <a:ea typeface="IBM Plex Mono Medium"/>
                <a:cs typeface="IBM Plex Mono Medium"/>
              </a:endParaRPr>
            </a:p>
          </p:txBody>
        </p:sp>
        <p:sp>
          <p:nvSpPr>
            <p:cNvPr id="49" name="node02.title"/>
            <p:cNvSpPr/>
            <p:nvPr/>
          </p:nvSpPr>
          <p:spPr>
            <a:xfrm>
              <a:off x="8191500" y="1943100"/>
              <a:ext cx="3124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Medium"/>
                  <a:ea typeface="IBM Plex Mono Medium"/>
                  <a:cs typeface="IBM Plex Mono Medium"/>
                </a:rPr>
                <a:t>NAME ONE OWNER PER WORKFLOW</a:t>
              </a:r>
              <a:endParaRPr lang="en-US" sz="900" spc="54" kern="0" b="0" i="0" dirty="0">
                <a:solidFill>
                  <a:srgbClr val="070154"/>
                </a:solidFill>
                <a:latin typeface="IBM Plex Mono Medium"/>
                <a:ea typeface="IBM Plex Mono Medium"/>
                <a:cs typeface="IBM Plex Mono Medium"/>
              </a:endParaRPr>
            </a:p>
          </p:txBody>
        </p:sp>
        <p:sp>
          <p:nvSpPr>
            <p:cNvPr id="50" name="node02.body.item-001.paragraph"/>
            <p:cNvSpPr/>
            <p:nvPr/>
          </p:nvSpPr>
          <p:spPr>
            <a:xfrm>
              <a:off x="8191500" y="2209800"/>
              <a:ext cx="31242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Each shared workflow needs an accountable owner and a review step.</a:t>
              </a:r>
              <a:endParaRPr lang="en-US" sz="1200" spc="0" kern="0" b="0" i="0" dirty="0">
                <a:solidFill>
                  <a:srgbClr val="50658E"/>
                </a:solidFill>
                <a:latin typeface="IBM Plex Sans"/>
                <a:ea typeface="IBM Plex Sans"/>
                <a:cs typeface="IBM Plex Sans"/>
              </a:endParaRPr>
            </a:p>
          </p:txBody>
        </p:sp>
      </p:grpSp>
      <p:grpSp>
        <p:nvGrpSpPr>
          <p:cNvPr id="61" name="node03"/>
          <p:cNvGrpSpPr/>
          <p:nvPr/>
        </p:nvGrpSpPr>
        <p:grpSpPr>
          <a:xfrm>
            <a:off x="8039100" y="2971800"/>
            <a:ext cx="3429000" cy="1295400"/>
            <a:chOff x="8039100" y="2971800"/>
            <a:chExt cx="3429000" cy="1295400"/>
          </a:xfrm>
        </p:grpSpPr>
        <p:sp>
          <p:nvSpPr>
            <p:cNvPr id="51" name="node03.container"/>
            <p:cNvSpPr/>
            <p:nvPr/>
          </p:nvSpPr>
          <p:spPr>
            <a:xfrm>
              <a:off x="8039100" y="2971800"/>
              <a:ext cx="3429000" cy="1295400"/>
            </a:xfrm>
            <a:prstGeom prst="rect">
              <a:avLst/>
            </a:prstGeom>
            <a:solidFill>
              <a:srgbClr val="E8EEF8"/>
            </a:solidFill>
            <a:ln>
              <a:noFill/>
            </a:ln>
          </p:spPr>
        </p:sp>
        <p:sp>
          <p:nvSpPr>
            <p:cNvPr id="52" name="node03.label"/>
            <p:cNvSpPr/>
            <p:nvPr/>
          </p:nvSpPr>
          <p:spPr>
            <a:xfrm>
              <a:off x="8191500" y="3124200"/>
              <a:ext cx="3124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TO REACH STAGE FOUR</a:t>
              </a:r>
              <a:endParaRPr lang="en-US" sz="900" spc="54" kern="0" b="0" i="0" dirty="0">
                <a:solidFill>
                  <a:srgbClr val="0047FF"/>
                </a:solidFill>
                <a:latin typeface="IBM Plex Mono Medium"/>
                <a:ea typeface="IBM Plex Mono Medium"/>
                <a:cs typeface="IBM Plex Mono Medium"/>
              </a:endParaRPr>
            </a:p>
          </p:txBody>
        </p:sp>
        <p:sp>
          <p:nvSpPr>
            <p:cNvPr id="53" name="node03.title"/>
            <p:cNvSpPr/>
            <p:nvPr/>
          </p:nvSpPr>
          <p:spPr>
            <a:xfrm>
              <a:off x="8191500" y="3314700"/>
              <a:ext cx="3124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Medium"/>
                  <a:ea typeface="IBM Plex Mono Medium"/>
                  <a:cs typeface="IBM Plex Mono Medium"/>
                </a:rPr>
                <a:t>DEFINE THE HANDOFFS</a:t>
              </a:r>
              <a:endParaRPr lang="en-US" sz="900" spc="54" kern="0" b="0" i="0" dirty="0">
                <a:solidFill>
                  <a:srgbClr val="070154"/>
                </a:solidFill>
                <a:latin typeface="IBM Plex Mono Medium"/>
                <a:ea typeface="IBM Plex Mono Medium"/>
                <a:cs typeface="IBM Plex Mono Medium"/>
              </a:endParaRPr>
            </a:p>
          </p:txBody>
        </p:sp>
        <p:sp>
          <p:nvSpPr>
            <p:cNvPr id="54" name="node03.body.item-001.paragraph"/>
            <p:cNvSpPr/>
            <p:nvPr/>
          </p:nvSpPr>
          <p:spPr>
            <a:xfrm>
              <a:off x="8191500" y="3581400"/>
              <a:ext cx="31242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Write down where agents hand work to people and back.</a:t>
              </a:r>
              <a:endParaRPr lang="en-US" sz="1200" spc="0" kern="0" b="0" i="0" dirty="0">
                <a:solidFill>
                  <a:srgbClr val="50658E"/>
                </a:solidFill>
                <a:latin typeface="IBM Plex Sans"/>
                <a:ea typeface="IBM Plex Sans"/>
                <a:cs typeface="IBM Plex Sans"/>
              </a:endParaRPr>
            </a:p>
          </p:txBody>
        </p:sp>
      </p:grpSp>
      <p:grpSp>
        <p:nvGrpSpPr>
          <p:cNvPr id="62" name="node04"/>
          <p:cNvGrpSpPr/>
          <p:nvPr/>
        </p:nvGrpSpPr>
        <p:grpSpPr>
          <a:xfrm>
            <a:off x="8039100" y="4343400"/>
            <a:ext cx="3429000" cy="1295400"/>
            <a:chOff x="8039100" y="4343400"/>
            <a:chExt cx="3429000" cy="1295400"/>
          </a:xfrm>
        </p:grpSpPr>
        <p:sp>
          <p:nvSpPr>
            <p:cNvPr id="55" name="node04.container"/>
            <p:cNvSpPr/>
            <p:nvPr/>
          </p:nvSpPr>
          <p:spPr>
            <a:xfrm>
              <a:off x="8039100" y="4343400"/>
              <a:ext cx="3429000" cy="1295400"/>
            </a:xfrm>
            <a:prstGeom prst="rect">
              <a:avLst/>
            </a:prstGeom>
            <a:solidFill>
              <a:srgbClr val="E8EEF8"/>
            </a:solidFill>
            <a:ln>
              <a:noFill/>
            </a:ln>
          </p:spPr>
        </p:sp>
        <p:sp>
          <p:nvSpPr>
            <p:cNvPr id="56" name="node04.label"/>
            <p:cNvSpPr/>
            <p:nvPr/>
          </p:nvSpPr>
          <p:spPr>
            <a:xfrm>
              <a:off x="8191500" y="4495800"/>
              <a:ext cx="3124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TO REACH STAGE FOUR</a:t>
              </a:r>
              <a:endParaRPr lang="en-US" sz="900" spc="54" kern="0" b="0" i="0" dirty="0">
                <a:solidFill>
                  <a:srgbClr val="0047FF"/>
                </a:solidFill>
                <a:latin typeface="IBM Plex Mono Medium"/>
                <a:ea typeface="IBM Plex Mono Medium"/>
                <a:cs typeface="IBM Plex Mono Medium"/>
              </a:endParaRPr>
            </a:p>
          </p:txBody>
        </p:sp>
        <p:sp>
          <p:nvSpPr>
            <p:cNvPr id="57" name="node04.title"/>
            <p:cNvSpPr/>
            <p:nvPr/>
          </p:nvSpPr>
          <p:spPr>
            <a:xfrm>
              <a:off x="8191500" y="4686300"/>
              <a:ext cx="3124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Medium"/>
                  <a:ea typeface="IBM Plex Mono Medium"/>
                  <a:cs typeface="IBM Plex Mono Medium"/>
                </a:rPr>
                <a:t>MEASURE CYCLE TIME</a:t>
              </a:r>
              <a:endParaRPr lang="en-US" sz="900" spc="54" kern="0" b="0" i="0" dirty="0">
                <a:solidFill>
                  <a:srgbClr val="070154"/>
                </a:solidFill>
                <a:latin typeface="IBM Plex Mono Medium"/>
                <a:ea typeface="IBM Plex Mono Medium"/>
                <a:cs typeface="IBM Plex Mono Medium"/>
              </a:endParaRPr>
            </a:p>
          </p:txBody>
        </p:sp>
        <p:sp>
          <p:nvSpPr>
            <p:cNvPr id="58" name="node04.body.item-001.paragraph"/>
            <p:cNvSpPr/>
            <p:nvPr/>
          </p:nvSpPr>
          <p:spPr>
            <a:xfrm>
              <a:off x="8191500" y="4953000"/>
              <a:ext cx="31242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Track one flow metric so gains show up in delivery.</a:t>
              </a:r>
              <a:endParaRPr lang="en-US" sz="1200" spc="0" kern="0" b="0" i="0" dirty="0">
                <a:solidFill>
                  <a:srgbClr val="50658E"/>
                </a:solidFill>
                <a:latin typeface="IBM Plex Sans"/>
                <a:ea typeface="IBM Plex Sans"/>
                <a:cs typeface="IBM Plex Sans"/>
              </a:endParaRPr>
            </a:p>
          </p:txBody>
        </p:sp>
      </p:gr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ource-292">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AI-NATIVE PDLC</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Three lessons shape the climb to AI-native delivery</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82</a:t>
            </a:fld>
            <a:endParaRPr lang="en-US" sz="700" spc="0" kern="0" b="0" i="0" dirty="0">
              <a:solidFill>
                <a:srgbClr val="070154"/>
              </a:solidFill>
              <a:latin typeface="IBM Plex Mono SemiBold"/>
              <a:ea typeface="IBM Plex Mono SemiBold"/>
              <a:cs typeface="IBM Plex Mono SemiBold"/>
            </a:endParaRPr>
          </a:p>
        </p:txBody>
      </p:sp>
      <p:grpSp>
        <p:nvGrpSpPr>
          <p:cNvPr id="56" name="node01"/>
          <p:cNvGrpSpPr/>
          <p:nvPr/>
        </p:nvGrpSpPr>
        <p:grpSpPr>
          <a:xfrm>
            <a:off x="708025" y="1600200"/>
            <a:ext cx="7118350" cy="4114800"/>
            <a:chOff x="708025" y="1600200"/>
            <a:chExt cx="7118350" cy="4114800"/>
          </a:xfrm>
        </p:grpSpPr>
        <p:sp>
          <p:nvSpPr>
            <p:cNvPr id="6" name="node01.curve"/>
            <p:cNvSpPr/>
            <p:nvPr/>
          </p:nvSpPr>
          <p:spPr>
            <a:xfrm>
              <a:off x="723900" y="2072640"/>
              <a:ext cx="7086600" cy="3017520"/>
            </a:xfrm>
            <a:custGeom>
              <a:avLst/>
              <a:gdLst/>
              <a:ahLst/>
              <a:cxnLst/>
              <a:rect l="l" t="t" r="r" b="b"/>
              <a:pathLst>
                <a:path w="7086600" h="3017520">
                  <a:moveTo>
                    <a:pt x="0" y="3017520"/>
                  </a:moveTo>
                  <a:lnTo>
                    <a:pt x="118110" y="3014189"/>
                  </a:lnTo>
                  <a:lnTo>
                    <a:pt x="236220" y="3010617"/>
                  </a:lnTo>
                  <a:lnTo>
                    <a:pt x="354330" y="3006785"/>
                  </a:lnTo>
                  <a:lnTo>
                    <a:pt x="472440" y="3002676"/>
                  </a:lnTo>
                  <a:lnTo>
                    <a:pt x="590550" y="2998269"/>
                  </a:lnTo>
                  <a:lnTo>
                    <a:pt x="708660" y="2993542"/>
                  </a:lnTo>
                  <a:lnTo>
                    <a:pt x="826770" y="2988472"/>
                  </a:lnTo>
                  <a:lnTo>
                    <a:pt x="944880" y="2983035"/>
                  </a:lnTo>
                  <a:lnTo>
                    <a:pt x="1062990" y="2977204"/>
                  </a:lnTo>
                  <a:lnTo>
                    <a:pt x="1181100" y="2970950"/>
                  </a:lnTo>
                  <a:lnTo>
                    <a:pt x="1299210" y="2964242"/>
                  </a:lnTo>
                  <a:lnTo>
                    <a:pt x="1417320" y="2957048"/>
                  </a:lnTo>
                  <a:lnTo>
                    <a:pt x="1535430" y="2949333"/>
                  </a:lnTo>
                  <a:lnTo>
                    <a:pt x="1653540" y="2941058"/>
                  </a:lnTo>
                  <a:lnTo>
                    <a:pt x="1771650" y="2932183"/>
                  </a:lnTo>
                  <a:lnTo>
                    <a:pt x="1889760" y="2922664"/>
                  </a:lnTo>
                  <a:lnTo>
                    <a:pt x="2007870" y="2912455"/>
                  </a:lnTo>
                  <a:lnTo>
                    <a:pt x="2125980" y="2901506"/>
                  </a:lnTo>
                  <a:lnTo>
                    <a:pt x="2244090" y="2889764"/>
                  </a:lnTo>
                  <a:lnTo>
                    <a:pt x="2362200" y="2877169"/>
                  </a:lnTo>
                  <a:lnTo>
                    <a:pt x="2480310" y="2863662"/>
                  </a:lnTo>
                  <a:lnTo>
                    <a:pt x="2598420" y="2849175"/>
                  </a:lnTo>
                  <a:lnTo>
                    <a:pt x="2716530" y="2833638"/>
                  </a:lnTo>
                  <a:lnTo>
                    <a:pt x="2834640" y="2816974"/>
                  </a:lnTo>
                  <a:lnTo>
                    <a:pt x="2952750" y="2799102"/>
                  </a:lnTo>
                  <a:lnTo>
                    <a:pt x="3070860" y="2779933"/>
                  </a:lnTo>
                  <a:lnTo>
                    <a:pt x="3188970" y="2759376"/>
                  </a:lnTo>
                  <a:lnTo>
                    <a:pt x="3307080" y="2737327"/>
                  </a:lnTo>
                  <a:lnTo>
                    <a:pt x="3425190" y="2713680"/>
                  </a:lnTo>
                  <a:lnTo>
                    <a:pt x="3543300" y="2688318"/>
                  </a:lnTo>
                  <a:lnTo>
                    <a:pt x="3661410" y="2661117"/>
                  </a:lnTo>
                  <a:lnTo>
                    <a:pt x="3779520" y="2631944"/>
                  </a:lnTo>
                  <a:lnTo>
                    <a:pt x="3897630" y="2600656"/>
                  </a:lnTo>
                  <a:lnTo>
                    <a:pt x="4015740" y="2567099"/>
                  </a:lnTo>
                  <a:lnTo>
                    <a:pt x="4133850" y="2531109"/>
                  </a:lnTo>
                  <a:lnTo>
                    <a:pt x="4251960" y="2492509"/>
                  </a:lnTo>
                  <a:lnTo>
                    <a:pt x="4370070" y="2451111"/>
                  </a:lnTo>
                  <a:lnTo>
                    <a:pt x="4488180" y="2406711"/>
                  </a:lnTo>
                  <a:lnTo>
                    <a:pt x="4606290" y="2359091"/>
                  </a:lnTo>
                  <a:lnTo>
                    <a:pt x="4724400" y="2308019"/>
                  </a:lnTo>
                  <a:lnTo>
                    <a:pt x="4842510" y="2253243"/>
                  </a:lnTo>
                  <a:lnTo>
                    <a:pt x="4960620" y="2194496"/>
                  </a:lnTo>
                  <a:lnTo>
                    <a:pt x="5078730" y="2131489"/>
                  </a:lnTo>
                  <a:lnTo>
                    <a:pt x="5196840" y="2063914"/>
                  </a:lnTo>
                  <a:lnTo>
                    <a:pt x="5314950" y="1991439"/>
                  </a:lnTo>
                  <a:lnTo>
                    <a:pt x="5433060" y="1913708"/>
                  </a:lnTo>
                  <a:lnTo>
                    <a:pt x="5551170" y="1830342"/>
                  </a:lnTo>
                  <a:lnTo>
                    <a:pt x="5669280" y="1740931"/>
                  </a:lnTo>
                  <a:lnTo>
                    <a:pt x="5787390" y="1645037"/>
                  </a:lnTo>
                  <a:lnTo>
                    <a:pt x="5905500" y="1542190"/>
                  </a:lnTo>
                  <a:lnTo>
                    <a:pt x="6023610" y="1431886"/>
                  </a:lnTo>
                  <a:lnTo>
                    <a:pt x="6141720" y="1313583"/>
                  </a:lnTo>
                  <a:lnTo>
                    <a:pt x="6259830" y="1186703"/>
                  </a:lnTo>
                  <a:lnTo>
                    <a:pt x="6377940" y="1050623"/>
                  </a:lnTo>
                  <a:lnTo>
                    <a:pt x="6496050" y="904676"/>
                  </a:lnTo>
                  <a:lnTo>
                    <a:pt x="6614160" y="748146"/>
                  </a:lnTo>
                  <a:lnTo>
                    <a:pt x="6732270" y="580267"/>
                  </a:lnTo>
                  <a:lnTo>
                    <a:pt x="6850380" y="400216"/>
                  </a:lnTo>
                  <a:lnTo>
                    <a:pt x="6968490" y="207109"/>
                  </a:lnTo>
                  <a:lnTo>
                    <a:pt x="7086600" y="0"/>
                  </a:lnTo>
                </a:path>
              </a:pathLst>
            </a:custGeom>
            <a:ln w="31750">
              <a:solidFill>
                <a:srgbClr val="070154"/>
              </a:solidFill>
              <a:prstDash val="solid"/>
            </a:ln>
          </p:spPr>
        </p:sp>
        <p:sp>
          <p:nvSpPr>
            <p:cNvPr id="7" name="node01.curve.cap-1"/>
            <p:cNvSpPr/>
            <p:nvPr/>
          </p:nvSpPr>
          <p:spPr>
            <a:xfrm>
              <a:off x="708025" y="5074285"/>
              <a:ext cx="31750" cy="31750"/>
            </a:xfrm>
            <a:prstGeom prst="ellipse">
              <a:avLst/>
            </a:prstGeom>
            <a:solidFill>
              <a:srgbClr val="070154"/>
            </a:solidFill>
            <a:ln>
              <a:noFill/>
            </a:ln>
          </p:spPr>
        </p:sp>
        <p:sp>
          <p:nvSpPr>
            <p:cNvPr id="8" name="node01.curve.cap-2"/>
            <p:cNvSpPr/>
            <p:nvPr/>
          </p:nvSpPr>
          <p:spPr>
            <a:xfrm>
              <a:off x="7794625" y="2056765"/>
              <a:ext cx="31750" cy="31750"/>
            </a:xfrm>
            <a:prstGeom prst="ellipse">
              <a:avLst/>
            </a:prstGeom>
            <a:solidFill>
              <a:srgbClr val="070154"/>
            </a:solidFill>
            <a:ln>
              <a:noFill/>
            </a:ln>
          </p:spPr>
        </p:sp>
        <p:sp>
          <p:nvSpPr>
            <p:cNvPr id="9" name="node01.arrow-1"/>
            <p:cNvSpPr/>
            <p:nvPr/>
          </p:nvSpPr>
          <p:spPr>
            <a:xfrm>
              <a:off x="7806284" y="2072640"/>
              <a:ext cx="4216" cy="126930"/>
            </a:xfrm>
            <a:custGeom>
              <a:avLst/>
              <a:gdLst/>
              <a:ahLst/>
              <a:cxnLst/>
              <a:rect l="l" t="t" r="r" b="b"/>
              <a:pathLst>
                <a:path w="4216" h="126930">
                  <a:moveTo>
                    <a:pt x="4216" y="0"/>
                  </a:moveTo>
                  <a:lnTo>
                    <a:pt x="0" y="126930"/>
                  </a:lnTo>
                </a:path>
              </a:pathLst>
            </a:custGeom>
            <a:ln w="31750">
              <a:solidFill>
                <a:srgbClr val="070154"/>
              </a:solidFill>
              <a:prstDash val="solid"/>
            </a:ln>
          </p:spPr>
        </p:sp>
        <p:sp>
          <p:nvSpPr>
            <p:cNvPr id="10" name="node01.arrow-1.cap-1"/>
            <p:cNvSpPr/>
            <p:nvPr/>
          </p:nvSpPr>
          <p:spPr>
            <a:xfrm>
              <a:off x="7794625" y="2056765"/>
              <a:ext cx="31750" cy="31750"/>
            </a:xfrm>
            <a:prstGeom prst="ellipse">
              <a:avLst/>
            </a:prstGeom>
            <a:solidFill>
              <a:srgbClr val="070154"/>
            </a:solidFill>
            <a:ln>
              <a:noFill/>
            </a:ln>
          </p:spPr>
        </p:sp>
        <p:sp>
          <p:nvSpPr>
            <p:cNvPr id="11" name="node01.arrow-1.cap-2"/>
            <p:cNvSpPr/>
            <p:nvPr/>
          </p:nvSpPr>
          <p:spPr>
            <a:xfrm>
              <a:off x="7790409" y="2183695"/>
              <a:ext cx="31750" cy="31750"/>
            </a:xfrm>
            <a:prstGeom prst="ellipse">
              <a:avLst/>
            </a:prstGeom>
            <a:solidFill>
              <a:srgbClr val="070154"/>
            </a:solidFill>
            <a:ln>
              <a:noFill/>
            </a:ln>
          </p:spPr>
        </p:sp>
        <p:sp>
          <p:nvSpPr>
            <p:cNvPr id="12" name="node01.arrow-2"/>
            <p:cNvSpPr/>
            <p:nvPr/>
          </p:nvSpPr>
          <p:spPr>
            <a:xfrm>
              <a:off x="7701414" y="2072640"/>
              <a:ext cx="109086" cy="65033"/>
            </a:xfrm>
            <a:custGeom>
              <a:avLst/>
              <a:gdLst/>
              <a:ahLst/>
              <a:cxnLst/>
              <a:rect l="l" t="t" r="r" b="b"/>
              <a:pathLst>
                <a:path w="109086" h="65033">
                  <a:moveTo>
                    <a:pt x="109086" y="0"/>
                  </a:moveTo>
                  <a:lnTo>
                    <a:pt x="0" y="65033"/>
                  </a:lnTo>
                </a:path>
              </a:pathLst>
            </a:custGeom>
            <a:ln w="31750">
              <a:solidFill>
                <a:srgbClr val="070154"/>
              </a:solidFill>
              <a:prstDash val="solid"/>
            </a:ln>
          </p:spPr>
        </p:sp>
        <p:sp>
          <p:nvSpPr>
            <p:cNvPr id="13" name="node01.arrow-2.cap-1"/>
            <p:cNvSpPr/>
            <p:nvPr/>
          </p:nvSpPr>
          <p:spPr>
            <a:xfrm>
              <a:off x="7794625" y="2056765"/>
              <a:ext cx="31750" cy="31750"/>
            </a:xfrm>
            <a:prstGeom prst="ellipse">
              <a:avLst/>
            </a:prstGeom>
            <a:solidFill>
              <a:srgbClr val="070154"/>
            </a:solidFill>
            <a:ln>
              <a:noFill/>
            </a:ln>
          </p:spPr>
        </p:sp>
        <p:sp>
          <p:nvSpPr>
            <p:cNvPr id="14" name="node01.arrow-2.cap-2"/>
            <p:cNvSpPr/>
            <p:nvPr/>
          </p:nvSpPr>
          <p:spPr>
            <a:xfrm>
              <a:off x="7685539" y="2121798"/>
              <a:ext cx="31750" cy="31750"/>
            </a:xfrm>
            <a:prstGeom prst="ellipse">
              <a:avLst/>
            </a:prstGeom>
            <a:solidFill>
              <a:srgbClr val="070154"/>
            </a:solidFill>
            <a:ln>
              <a:noFill/>
            </a:ln>
          </p:spPr>
        </p:sp>
        <p:sp>
          <p:nvSpPr>
            <p:cNvPr id="15" name="node01.axis"/>
            <p:cNvSpPr/>
            <p:nvPr/>
          </p:nvSpPr>
          <p:spPr>
            <a:xfrm>
              <a:off x="723900" y="5562600"/>
              <a:ext cx="7086600" cy="0"/>
            </a:xfrm>
            <a:custGeom>
              <a:avLst/>
              <a:gdLst/>
              <a:ahLst/>
              <a:cxnLst/>
              <a:rect l="l" t="t" r="r" b="b"/>
              <a:pathLst>
                <a:path w="7086600">
                  <a:moveTo>
                    <a:pt x="0" y="0"/>
                  </a:moveTo>
                  <a:lnTo>
                    <a:pt x="7086600" y="0"/>
                  </a:lnTo>
                </a:path>
              </a:pathLst>
            </a:custGeom>
            <a:ln w="12700">
              <a:solidFill>
                <a:srgbClr val="070154"/>
              </a:solidFill>
              <a:prstDash val="solid"/>
            </a:ln>
          </p:spPr>
        </p:sp>
        <p:sp>
          <p:nvSpPr>
            <p:cNvPr id="16" name="node01.axis.arrow"/>
            <p:cNvSpPr/>
            <p:nvPr/>
          </p:nvSpPr>
          <p:spPr>
            <a:xfrm>
              <a:off x="7721600" y="5511800"/>
              <a:ext cx="88900" cy="101600"/>
            </a:xfrm>
            <a:custGeom>
              <a:avLst/>
              <a:gdLst/>
              <a:ahLst/>
              <a:cxnLst/>
              <a:rect l="l" t="t" r="r" b="b"/>
              <a:pathLst>
                <a:path w="88900" h="101600">
                  <a:moveTo>
                    <a:pt x="0" y="0"/>
                  </a:moveTo>
                  <a:lnTo>
                    <a:pt x="88900" y="50800"/>
                  </a:lnTo>
                  <a:lnTo>
                    <a:pt x="0" y="101600"/>
                  </a:lnTo>
                </a:path>
              </a:pathLst>
            </a:custGeom>
            <a:ln w="12700">
              <a:solidFill>
                <a:srgbClr val="070154"/>
              </a:solidFill>
              <a:prstDash val="solid"/>
            </a:ln>
          </p:spPr>
        </p:sp>
        <p:sp>
          <p:nvSpPr>
            <p:cNvPr id="17" name="node01.axis.label-bg"/>
            <p:cNvSpPr/>
            <p:nvPr/>
          </p:nvSpPr>
          <p:spPr>
            <a:xfrm>
              <a:off x="3124200" y="5486400"/>
              <a:ext cx="2286000" cy="171450"/>
            </a:xfrm>
            <a:prstGeom prst="rect">
              <a:avLst/>
            </a:prstGeom>
            <a:solidFill>
              <a:srgbClr val="FFFFFF"/>
            </a:solidFill>
            <a:ln>
              <a:noFill/>
            </a:ln>
          </p:spPr>
        </p:sp>
        <p:sp>
          <p:nvSpPr>
            <p:cNvPr id="18" name="node01.axis.label"/>
            <p:cNvSpPr/>
            <p:nvPr/>
          </p:nvSpPr>
          <p:spPr>
            <a:xfrm>
              <a:off x="3124200" y="5486400"/>
              <a:ext cx="2286000" cy="17145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SemiBold"/>
                  <a:ea typeface="IBM Plex Mono SemiBold"/>
                  <a:cs typeface="IBM Plex Mono SemiBold"/>
                </a:rPr>
                <a:t>INCREASING SCOPE</a:t>
              </a:r>
              <a:endParaRPr lang="en-US" sz="900" spc="54" kern="0" b="0" i="0" dirty="0">
                <a:solidFill>
                  <a:srgbClr val="070154"/>
                </a:solidFill>
                <a:latin typeface="IBM Plex Mono SemiBold"/>
                <a:ea typeface="IBM Plex Mono SemiBold"/>
                <a:cs typeface="IBM Plex Mono SemiBold"/>
              </a:endParaRPr>
            </a:p>
          </p:txBody>
        </p:sp>
        <p:sp>
          <p:nvSpPr>
            <p:cNvPr id="19" name="node01.stages.source-001.circle"/>
            <p:cNvSpPr/>
            <p:nvPr/>
          </p:nvSpPr>
          <p:spPr>
            <a:xfrm>
              <a:off x="938530" y="4939725"/>
              <a:ext cx="279400" cy="279400"/>
            </a:xfrm>
            <a:prstGeom prst="ellipse">
              <a:avLst/>
            </a:prstGeom>
            <a:solidFill>
              <a:srgbClr val="FFFFFF"/>
            </a:solidFill>
            <a:ln w="25400">
              <a:solidFill>
                <a:srgbClr val="070154"/>
              </a:solidFill>
              <a:prstDash val="solid"/>
            </a:ln>
          </p:spPr>
        </p:sp>
        <p:sp>
          <p:nvSpPr>
            <p:cNvPr id="20" name="node01.stages.source-001.number"/>
            <p:cNvSpPr/>
            <p:nvPr/>
          </p:nvSpPr>
          <p:spPr>
            <a:xfrm>
              <a:off x="951230" y="4927025"/>
              <a:ext cx="254000" cy="304800"/>
            </a:xfrm>
            <a:prstGeom prst="rect">
              <a:avLst/>
            </a:prstGeom>
            <a:noFill/>
            <a:ln/>
          </p:spPr>
          <p:txBody>
            <a:bodyPr wrap="square" lIns="0" tIns="0" rIns="0" bIns="0" rtlCol="0" anchor="ctr"/>
            <a:lstStyle/>
            <a:p>
              <a:pPr algn="ctr" indent="0" marL="0">
                <a:lnSpc>
                  <a:spcPts val="1100"/>
                </a:lnSpc>
                <a:buNone/>
              </a:pPr>
              <a:r>
                <a:rPr lang="en-US" sz="1100" spc="0" kern="0" b="0" i="0" dirty="0">
                  <a:solidFill>
                    <a:srgbClr val="070154"/>
                  </a:solidFill>
                  <a:latin typeface="IBM Plex Mono SemiBold"/>
                  <a:ea typeface="IBM Plex Mono SemiBold"/>
                  <a:cs typeface="IBM Plex Mono SemiBold"/>
                </a:rPr>
                <a:t>1</a:t>
              </a:r>
              <a:endParaRPr lang="en-US" sz="1100" spc="0" kern="0" b="0" i="0" dirty="0">
                <a:solidFill>
                  <a:srgbClr val="070154"/>
                </a:solidFill>
                <a:latin typeface="IBM Plex Mono SemiBold"/>
                <a:ea typeface="IBM Plex Mono SemiBold"/>
                <a:cs typeface="IBM Plex Mono SemiBold"/>
              </a:endParaRPr>
            </a:p>
          </p:txBody>
        </p:sp>
        <p:sp>
          <p:nvSpPr>
            <p:cNvPr id="21" name="node01.stages.source-001.tick"/>
            <p:cNvSpPr/>
            <p:nvPr/>
          </p:nvSpPr>
          <p:spPr>
            <a:xfrm>
              <a:off x="1071880" y="4698425"/>
              <a:ext cx="12700" cy="228600"/>
            </a:xfrm>
            <a:prstGeom prst="rect">
              <a:avLst/>
            </a:prstGeom>
            <a:solidFill>
              <a:srgbClr val="070154"/>
            </a:solidFill>
            <a:ln>
              <a:noFill/>
            </a:ln>
          </p:spPr>
        </p:sp>
        <p:sp>
          <p:nvSpPr>
            <p:cNvPr id="22" name="node01.stages.source-001.label"/>
            <p:cNvSpPr/>
            <p:nvPr/>
          </p:nvSpPr>
          <p:spPr>
            <a:xfrm>
              <a:off x="925830" y="3968175"/>
              <a:ext cx="1371600" cy="17145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SemiBold"/>
                  <a:ea typeface="IBM Plex Mono SemiBold"/>
                  <a:cs typeface="IBM Plex Mono SemiBold"/>
                </a:rPr>
                <a:t>MANUAL</a:t>
              </a:r>
              <a:endParaRPr lang="en-US" sz="900" spc="54" kern="0" b="0" i="0" dirty="0">
                <a:solidFill>
                  <a:srgbClr val="0047FF"/>
                </a:solidFill>
                <a:latin typeface="IBM Plex Mono SemiBold"/>
                <a:ea typeface="IBM Plex Mono SemiBold"/>
                <a:cs typeface="IBM Plex Mono SemiBold"/>
              </a:endParaRPr>
            </a:p>
          </p:txBody>
        </p:sp>
        <p:sp>
          <p:nvSpPr>
            <p:cNvPr id="23" name="node01.stages.source-001.text"/>
            <p:cNvSpPr/>
            <p:nvPr/>
          </p:nvSpPr>
          <p:spPr>
            <a:xfrm>
              <a:off x="925830" y="4190425"/>
              <a:ext cx="13716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People do the work end to end.</a:t>
              </a:r>
              <a:endParaRPr lang="en-US" sz="1200" spc="0" kern="0" b="0" i="0" dirty="0">
                <a:solidFill>
                  <a:srgbClr val="070154"/>
                </a:solidFill>
                <a:latin typeface="IBM Plex Sans"/>
                <a:ea typeface="IBM Plex Sans"/>
                <a:cs typeface="IBM Plex Sans"/>
              </a:endParaRPr>
            </a:p>
          </p:txBody>
        </p:sp>
        <p:sp>
          <p:nvSpPr>
            <p:cNvPr id="24" name="node01.stages.source-002.circle"/>
            <p:cNvSpPr/>
            <p:nvPr/>
          </p:nvSpPr>
          <p:spPr>
            <a:xfrm>
              <a:off x="2355850" y="4865123"/>
              <a:ext cx="279400" cy="279400"/>
            </a:xfrm>
            <a:prstGeom prst="ellipse">
              <a:avLst/>
            </a:prstGeom>
            <a:solidFill>
              <a:srgbClr val="FFFFFF"/>
            </a:solidFill>
            <a:ln w="25400">
              <a:solidFill>
                <a:srgbClr val="070154"/>
              </a:solidFill>
              <a:prstDash val="solid"/>
            </a:ln>
          </p:spPr>
        </p:sp>
        <p:sp>
          <p:nvSpPr>
            <p:cNvPr id="25" name="node01.stages.source-002.number"/>
            <p:cNvSpPr/>
            <p:nvPr/>
          </p:nvSpPr>
          <p:spPr>
            <a:xfrm>
              <a:off x="2368550" y="4852423"/>
              <a:ext cx="254000" cy="304800"/>
            </a:xfrm>
            <a:prstGeom prst="rect">
              <a:avLst/>
            </a:prstGeom>
            <a:noFill/>
            <a:ln/>
          </p:spPr>
          <p:txBody>
            <a:bodyPr wrap="square" lIns="0" tIns="0" rIns="0" bIns="0" rtlCol="0" anchor="ctr"/>
            <a:lstStyle/>
            <a:p>
              <a:pPr algn="ctr" indent="0" marL="0">
                <a:lnSpc>
                  <a:spcPts val="1100"/>
                </a:lnSpc>
                <a:buNone/>
              </a:pPr>
              <a:r>
                <a:rPr lang="en-US" sz="1100" spc="0" kern="0" b="0" i="0" dirty="0">
                  <a:solidFill>
                    <a:srgbClr val="070154"/>
                  </a:solidFill>
                  <a:latin typeface="IBM Plex Mono SemiBold"/>
                  <a:ea typeface="IBM Plex Mono SemiBold"/>
                  <a:cs typeface="IBM Plex Mono SemiBold"/>
                </a:rPr>
                <a:t>2</a:t>
              </a:r>
              <a:endParaRPr lang="en-US" sz="1100" spc="0" kern="0" b="0" i="0" dirty="0">
                <a:solidFill>
                  <a:srgbClr val="070154"/>
                </a:solidFill>
                <a:latin typeface="IBM Plex Mono SemiBold"/>
                <a:ea typeface="IBM Plex Mono SemiBold"/>
                <a:cs typeface="IBM Plex Mono SemiBold"/>
              </a:endParaRPr>
            </a:p>
          </p:txBody>
        </p:sp>
        <p:sp>
          <p:nvSpPr>
            <p:cNvPr id="26" name="node01.stages.source-002.tick"/>
            <p:cNvSpPr/>
            <p:nvPr/>
          </p:nvSpPr>
          <p:spPr>
            <a:xfrm>
              <a:off x="2489200" y="4623823"/>
              <a:ext cx="12700" cy="228600"/>
            </a:xfrm>
            <a:prstGeom prst="rect">
              <a:avLst/>
            </a:prstGeom>
            <a:solidFill>
              <a:srgbClr val="070154"/>
            </a:solidFill>
            <a:ln>
              <a:noFill/>
            </a:ln>
          </p:spPr>
        </p:sp>
        <p:sp>
          <p:nvSpPr>
            <p:cNvPr id="27" name="node01.stages.source-002.label"/>
            <p:cNvSpPr/>
            <p:nvPr/>
          </p:nvSpPr>
          <p:spPr>
            <a:xfrm>
              <a:off x="2343150" y="3893573"/>
              <a:ext cx="1371600" cy="17145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SemiBold"/>
                  <a:ea typeface="IBM Plex Mono SemiBold"/>
                  <a:cs typeface="IBM Plex Mono SemiBold"/>
                </a:rPr>
                <a:t>AI-ASSISTED</a:t>
              </a:r>
              <a:endParaRPr lang="en-US" sz="900" spc="54" kern="0" b="0" i="0" dirty="0">
                <a:solidFill>
                  <a:srgbClr val="0047FF"/>
                </a:solidFill>
                <a:latin typeface="IBM Plex Mono SemiBold"/>
                <a:ea typeface="IBM Plex Mono SemiBold"/>
                <a:cs typeface="IBM Plex Mono SemiBold"/>
              </a:endParaRPr>
            </a:p>
          </p:txBody>
        </p:sp>
        <p:sp>
          <p:nvSpPr>
            <p:cNvPr id="28" name="node01.stages.source-002.text"/>
            <p:cNvSpPr/>
            <p:nvPr/>
          </p:nvSpPr>
          <p:spPr>
            <a:xfrm>
              <a:off x="2343150" y="4115823"/>
              <a:ext cx="13716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AI helps with bounded tasks.</a:t>
              </a:r>
              <a:endParaRPr lang="en-US" sz="1200" spc="0" kern="0" b="0" i="0" dirty="0">
                <a:solidFill>
                  <a:srgbClr val="070154"/>
                </a:solidFill>
                <a:latin typeface="IBM Plex Sans"/>
                <a:ea typeface="IBM Plex Sans"/>
                <a:cs typeface="IBM Plex Sans"/>
              </a:endParaRPr>
            </a:p>
          </p:txBody>
        </p:sp>
        <p:sp>
          <p:nvSpPr>
            <p:cNvPr id="29" name="node01.stages.source-003.circle"/>
            <p:cNvSpPr/>
            <p:nvPr/>
          </p:nvSpPr>
          <p:spPr>
            <a:xfrm>
              <a:off x="3844036" y="4679272"/>
              <a:ext cx="279400" cy="279400"/>
            </a:xfrm>
            <a:prstGeom prst="ellipse">
              <a:avLst/>
            </a:prstGeom>
            <a:solidFill>
              <a:srgbClr val="FFFFFF"/>
            </a:solidFill>
            <a:ln w="25400">
              <a:solidFill>
                <a:srgbClr val="070154"/>
              </a:solidFill>
              <a:prstDash val="solid"/>
            </a:ln>
          </p:spPr>
        </p:sp>
        <p:sp>
          <p:nvSpPr>
            <p:cNvPr id="30" name="node01.stages.source-003.number"/>
            <p:cNvSpPr/>
            <p:nvPr/>
          </p:nvSpPr>
          <p:spPr>
            <a:xfrm>
              <a:off x="3856736" y="4666572"/>
              <a:ext cx="254000" cy="304800"/>
            </a:xfrm>
            <a:prstGeom prst="rect">
              <a:avLst/>
            </a:prstGeom>
            <a:noFill/>
            <a:ln/>
          </p:spPr>
          <p:txBody>
            <a:bodyPr wrap="square" lIns="0" tIns="0" rIns="0" bIns="0" rtlCol="0" anchor="ctr"/>
            <a:lstStyle/>
            <a:p>
              <a:pPr algn="ctr" indent="0" marL="0">
                <a:lnSpc>
                  <a:spcPts val="1100"/>
                </a:lnSpc>
                <a:buNone/>
              </a:pPr>
              <a:r>
                <a:rPr lang="en-US" sz="1100" spc="0" kern="0" b="0" i="0" dirty="0">
                  <a:solidFill>
                    <a:srgbClr val="070154"/>
                  </a:solidFill>
                  <a:latin typeface="IBM Plex Mono SemiBold"/>
                  <a:ea typeface="IBM Plex Mono SemiBold"/>
                  <a:cs typeface="IBM Plex Mono SemiBold"/>
                </a:rPr>
                <a:t>3</a:t>
              </a:r>
              <a:endParaRPr lang="en-US" sz="1100" spc="0" kern="0" b="0" i="0" dirty="0">
                <a:solidFill>
                  <a:srgbClr val="070154"/>
                </a:solidFill>
                <a:latin typeface="IBM Plex Mono SemiBold"/>
                <a:ea typeface="IBM Plex Mono SemiBold"/>
                <a:cs typeface="IBM Plex Mono SemiBold"/>
              </a:endParaRPr>
            </a:p>
          </p:txBody>
        </p:sp>
        <p:sp>
          <p:nvSpPr>
            <p:cNvPr id="31" name="node01.stages.source-003.tick"/>
            <p:cNvSpPr/>
            <p:nvPr/>
          </p:nvSpPr>
          <p:spPr>
            <a:xfrm>
              <a:off x="3977386" y="4437972"/>
              <a:ext cx="12700" cy="228600"/>
            </a:xfrm>
            <a:prstGeom prst="rect">
              <a:avLst/>
            </a:prstGeom>
            <a:solidFill>
              <a:srgbClr val="070154"/>
            </a:solidFill>
            <a:ln>
              <a:noFill/>
            </a:ln>
          </p:spPr>
        </p:sp>
        <p:sp>
          <p:nvSpPr>
            <p:cNvPr id="32" name="node01.stages.source-003.label"/>
            <p:cNvSpPr/>
            <p:nvPr/>
          </p:nvSpPr>
          <p:spPr>
            <a:xfrm>
              <a:off x="3831336" y="3707722"/>
              <a:ext cx="1371600" cy="17145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SemiBold"/>
                  <a:ea typeface="IBM Plex Mono SemiBold"/>
                  <a:cs typeface="IBM Plex Mono SemiBold"/>
                </a:rPr>
                <a:t>REPEATABLE</a:t>
              </a:r>
              <a:endParaRPr lang="en-US" sz="900" spc="54" kern="0" b="0" i="0" dirty="0">
                <a:solidFill>
                  <a:srgbClr val="0047FF"/>
                </a:solidFill>
                <a:latin typeface="IBM Plex Mono SemiBold"/>
                <a:ea typeface="IBM Plex Mono SemiBold"/>
                <a:cs typeface="IBM Plex Mono SemiBold"/>
              </a:endParaRPr>
            </a:p>
          </p:txBody>
        </p:sp>
        <p:sp>
          <p:nvSpPr>
            <p:cNvPr id="33" name="node01.stages.source-003.text"/>
            <p:cNvSpPr/>
            <p:nvPr/>
          </p:nvSpPr>
          <p:spPr>
            <a:xfrm>
              <a:off x="3831336" y="3929972"/>
              <a:ext cx="13716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Teams reuse shared workflows.</a:t>
              </a:r>
              <a:endParaRPr lang="en-US" sz="1200" spc="0" kern="0" b="0" i="0" dirty="0">
                <a:solidFill>
                  <a:srgbClr val="070154"/>
                </a:solidFill>
                <a:latin typeface="IBM Plex Sans"/>
                <a:ea typeface="IBM Plex Sans"/>
                <a:cs typeface="IBM Plex Sans"/>
              </a:endParaRPr>
            </a:p>
          </p:txBody>
        </p:sp>
        <p:sp>
          <p:nvSpPr>
            <p:cNvPr id="34" name="node01.stages.source-004.circle"/>
            <p:cNvSpPr/>
            <p:nvPr/>
          </p:nvSpPr>
          <p:spPr>
            <a:xfrm>
              <a:off x="5261356" y="4261818"/>
              <a:ext cx="279400" cy="279400"/>
            </a:xfrm>
            <a:prstGeom prst="ellipse">
              <a:avLst/>
            </a:prstGeom>
            <a:solidFill>
              <a:srgbClr val="FFFFFF"/>
            </a:solidFill>
            <a:ln w="25400">
              <a:solidFill>
                <a:srgbClr val="070154"/>
              </a:solidFill>
              <a:prstDash val="solid"/>
            </a:ln>
          </p:spPr>
        </p:sp>
        <p:sp>
          <p:nvSpPr>
            <p:cNvPr id="35" name="node01.stages.source-004.number"/>
            <p:cNvSpPr/>
            <p:nvPr/>
          </p:nvSpPr>
          <p:spPr>
            <a:xfrm>
              <a:off x="5274056" y="4249118"/>
              <a:ext cx="254000" cy="304800"/>
            </a:xfrm>
            <a:prstGeom prst="rect">
              <a:avLst/>
            </a:prstGeom>
            <a:noFill/>
            <a:ln/>
          </p:spPr>
          <p:txBody>
            <a:bodyPr wrap="square" lIns="0" tIns="0" rIns="0" bIns="0" rtlCol="0" anchor="ctr"/>
            <a:lstStyle/>
            <a:p>
              <a:pPr algn="ctr" indent="0" marL="0">
                <a:lnSpc>
                  <a:spcPts val="1100"/>
                </a:lnSpc>
                <a:buNone/>
              </a:pPr>
              <a:r>
                <a:rPr lang="en-US" sz="1100" spc="0" kern="0" b="0" i="0" dirty="0">
                  <a:solidFill>
                    <a:srgbClr val="070154"/>
                  </a:solidFill>
                  <a:latin typeface="IBM Plex Mono SemiBold"/>
                  <a:ea typeface="IBM Plex Mono SemiBold"/>
                  <a:cs typeface="IBM Plex Mono SemiBold"/>
                </a:rPr>
                <a:t>4</a:t>
              </a:r>
              <a:endParaRPr lang="en-US" sz="1100" spc="0" kern="0" b="0" i="0" dirty="0">
                <a:solidFill>
                  <a:srgbClr val="070154"/>
                </a:solidFill>
                <a:latin typeface="IBM Plex Mono SemiBold"/>
                <a:ea typeface="IBM Plex Mono SemiBold"/>
                <a:cs typeface="IBM Plex Mono SemiBold"/>
              </a:endParaRPr>
            </a:p>
          </p:txBody>
        </p:sp>
        <p:sp>
          <p:nvSpPr>
            <p:cNvPr id="36" name="node01.stages.source-004.tick"/>
            <p:cNvSpPr/>
            <p:nvPr/>
          </p:nvSpPr>
          <p:spPr>
            <a:xfrm>
              <a:off x="5394706" y="3512518"/>
              <a:ext cx="12700" cy="736600"/>
            </a:xfrm>
            <a:prstGeom prst="rect">
              <a:avLst/>
            </a:prstGeom>
            <a:solidFill>
              <a:srgbClr val="070154"/>
            </a:solidFill>
            <a:ln>
              <a:noFill/>
            </a:ln>
          </p:spPr>
        </p:sp>
        <p:sp>
          <p:nvSpPr>
            <p:cNvPr id="37" name="node01.stages.source-004.label"/>
            <p:cNvSpPr/>
            <p:nvPr/>
          </p:nvSpPr>
          <p:spPr>
            <a:xfrm>
              <a:off x="4537456" y="2782268"/>
              <a:ext cx="1371600" cy="171450"/>
            </a:xfrm>
            <a:prstGeom prst="rect">
              <a:avLst/>
            </a:prstGeom>
            <a:noFill/>
            <a:ln/>
          </p:spPr>
          <p:txBody>
            <a:bodyPr wrap="square" lIns="0" tIns="0" rIns="0" bIns="0" rtlCol="0" anchor="t"/>
            <a:lstStyle/>
            <a:p>
              <a:pPr algn="r" indent="0" marL="0">
                <a:lnSpc>
                  <a:spcPts val="1200"/>
                </a:lnSpc>
                <a:buNone/>
              </a:pPr>
              <a:r>
                <a:rPr lang="en-US" sz="900" spc="54" kern="0" b="0" i="0" dirty="0">
                  <a:solidFill>
                    <a:srgbClr val="0047FF"/>
                  </a:solidFill>
                  <a:latin typeface="IBM Plex Mono SemiBold"/>
                  <a:ea typeface="IBM Plex Mono SemiBold"/>
                  <a:cs typeface="IBM Plex Mono SemiBold"/>
                </a:rPr>
                <a:t>INTEGRATED</a:t>
              </a:r>
              <a:endParaRPr lang="en-US" sz="900" spc="54" kern="0" b="0" i="0" dirty="0">
                <a:solidFill>
                  <a:srgbClr val="0047FF"/>
                </a:solidFill>
                <a:latin typeface="IBM Plex Mono SemiBold"/>
                <a:ea typeface="IBM Plex Mono SemiBold"/>
                <a:cs typeface="IBM Plex Mono SemiBold"/>
              </a:endParaRPr>
            </a:p>
          </p:txBody>
        </p:sp>
        <p:sp>
          <p:nvSpPr>
            <p:cNvPr id="38" name="node01.stages.source-004.text"/>
            <p:cNvSpPr/>
            <p:nvPr/>
          </p:nvSpPr>
          <p:spPr>
            <a:xfrm>
              <a:off x="4537456" y="3004518"/>
              <a:ext cx="1371600" cy="457200"/>
            </a:xfrm>
            <a:prstGeom prst="rect">
              <a:avLst/>
            </a:prstGeom>
            <a:noFill/>
            <a:ln/>
          </p:spPr>
          <p:txBody>
            <a:bodyPr wrap="square" lIns="0" tIns="0" rIns="0" bIns="0" rtlCol="0" anchor="t"/>
            <a:lstStyle/>
            <a:p>
              <a:pPr algn="r" indent="0" marL="0">
                <a:lnSpc>
                  <a:spcPts val="1800"/>
                </a:lnSpc>
                <a:buNone/>
              </a:pPr>
              <a:r>
                <a:rPr lang="en-US" sz="1200" spc="0" kern="0" b="0" i="0" dirty="0">
                  <a:solidFill>
                    <a:srgbClr val="070154"/>
                  </a:solidFill>
                  <a:latin typeface="IBM Plex Sans"/>
                  <a:ea typeface="IBM Plex Sans"/>
                  <a:cs typeface="IBM Plex Sans"/>
                </a:rPr>
                <a:t>People and agents coordinate.</a:t>
              </a:r>
              <a:endParaRPr lang="en-US" sz="1200" spc="0" kern="0" b="0" i="0" dirty="0">
                <a:solidFill>
                  <a:srgbClr val="070154"/>
                </a:solidFill>
                <a:latin typeface="IBM Plex Sans"/>
                <a:ea typeface="IBM Plex Sans"/>
                <a:cs typeface="IBM Plex Sans"/>
              </a:endParaRPr>
            </a:p>
          </p:txBody>
        </p:sp>
        <p:sp>
          <p:nvSpPr>
            <p:cNvPr id="39" name="node01.stages.source-005.circle"/>
            <p:cNvSpPr/>
            <p:nvPr/>
          </p:nvSpPr>
          <p:spPr>
            <a:xfrm>
              <a:off x="6536944" y="3431932"/>
              <a:ext cx="279400" cy="279400"/>
            </a:xfrm>
            <a:prstGeom prst="ellipse">
              <a:avLst/>
            </a:prstGeom>
            <a:solidFill>
              <a:srgbClr val="FFFFFF"/>
            </a:solidFill>
            <a:ln w="25400">
              <a:solidFill>
                <a:srgbClr val="070154"/>
              </a:solidFill>
              <a:prstDash val="solid"/>
            </a:ln>
          </p:spPr>
        </p:sp>
        <p:sp>
          <p:nvSpPr>
            <p:cNvPr id="40" name="node01.stages.source-005.number"/>
            <p:cNvSpPr/>
            <p:nvPr/>
          </p:nvSpPr>
          <p:spPr>
            <a:xfrm>
              <a:off x="6549644" y="3419232"/>
              <a:ext cx="254000" cy="304800"/>
            </a:xfrm>
            <a:prstGeom prst="rect">
              <a:avLst/>
            </a:prstGeom>
            <a:noFill/>
            <a:ln/>
          </p:spPr>
          <p:txBody>
            <a:bodyPr wrap="square" lIns="0" tIns="0" rIns="0" bIns="0" rtlCol="0" anchor="ctr"/>
            <a:lstStyle/>
            <a:p>
              <a:pPr algn="ctr" indent="0" marL="0">
                <a:lnSpc>
                  <a:spcPts val="1100"/>
                </a:lnSpc>
                <a:buNone/>
              </a:pPr>
              <a:r>
                <a:rPr lang="en-US" sz="1100" spc="0" kern="0" b="0" i="0" dirty="0">
                  <a:solidFill>
                    <a:srgbClr val="070154"/>
                  </a:solidFill>
                  <a:latin typeface="IBM Plex Mono SemiBold"/>
                  <a:ea typeface="IBM Plex Mono SemiBold"/>
                  <a:cs typeface="IBM Plex Mono SemiBold"/>
                </a:rPr>
                <a:t>5</a:t>
              </a:r>
              <a:endParaRPr lang="en-US" sz="1100" spc="0" kern="0" b="0" i="0" dirty="0">
                <a:solidFill>
                  <a:srgbClr val="070154"/>
                </a:solidFill>
                <a:latin typeface="IBM Plex Mono SemiBold"/>
                <a:ea typeface="IBM Plex Mono SemiBold"/>
                <a:cs typeface="IBM Plex Mono SemiBold"/>
              </a:endParaRPr>
            </a:p>
          </p:txBody>
        </p:sp>
        <p:sp>
          <p:nvSpPr>
            <p:cNvPr id="41" name="node01.stages.source-005.tick"/>
            <p:cNvSpPr/>
            <p:nvPr/>
          </p:nvSpPr>
          <p:spPr>
            <a:xfrm>
              <a:off x="6670294" y="2682632"/>
              <a:ext cx="12700" cy="736600"/>
            </a:xfrm>
            <a:prstGeom prst="rect">
              <a:avLst/>
            </a:prstGeom>
            <a:solidFill>
              <a:srgbClr val="070154"/>
            </a:solidFill>
            <a:ln>
              <a:noFill/>
            </a:ln>
          </p:spPr>
        </p:sp>
        <p:sp>
          <p:nvSpPr>
            <p:cNvPr id="42" name="node01.stages.source-005.label"/>
            <p:cNvSpPr/>
            <p:nvPr/>
          </p:nvSpPr>
          <p:spPr>
            <a:xfrm>
              <a:off x="5813044" y="1952382"/>
              <a:ext cx="1371600" cy="171450"/>
            </a:xfrm>
            <a:prstGeom prst="rect">
              <a:avLst/>
            </a:prstGeom>
            <a:noFill/>
            <a:ln/>
          </p:spPr>
          <p:txBody>
            <a:bodyPr wrap="square" lIns="0" tIns="0" rIns="0" bIns="0" rtlCol="0" anchor="t"/>
            <a:lstStyle/>
            <a:p>
              <a:pPr algn="r" indent="0" marL="0">
                <a:lnSpc>
                  <a:spcPts val="1200"/>
                </a:lnSpc>
                <a:buNone/>
              </a:pPr>
              <a:r>
                <a:rPr lang="en-US" sz="900" spc="54" kern="0" b="0" i="0" dirty="0">
                  <a:solidFill>
                    <a:srgbClr val="0047FF"/>
                  </a:solidFill>
                  <a:latin typeface="IBM Plex Mono SemiBold"/>
                  <a:ea typeface="IBM Plex Mono SemiBold"/>
                  <a:cs typeface="IBM Plex Mono SemiBold"/>
                </a:rPr>
                <a:t>SELF-IMPROVING</a:t>
              </a:r>
              <a:endParaRPr lang="en-US" sz="900" spc="54" kern="0" b="0" i="0" dirty="0">
                <a:solidFill>
                  <a:srgbClr val="0047FF"/>
                </a:solidFill>
                <a:latin typeface="IBM Plex Mono SemiBold"/>
                <a:ea typeface="IBM Plex Mono SemiBold"/>
                <a:cs typeface="IBM Plex Mono SemiBold"/>
              </a:endParaRPr>
            </a:p>
          </p:txBody>
        </p:sp>
        <p:sp>
          <p:nvSpPr>
            <p:cNvPr id="43" name="node01.stages.source-005.text"/>
            <p:cNvSpPr/>
            <p:nvPr/>
          </p:nvSpPr>
          <p:spPr>
            <a:xfrm>
              <a:off x="5813044" y="2174632"/>
              <a:ext cx="1371600" cy="457200"/>
            </a:xfrm>
            <a:prstGeom prst="rect">
              <a:avLst/>
            </a:prstGeom>
            <a:noFill/>
            <a:ln/>
          </p:spPr>
          <p:txBody>
            <a:bodyPr wrap="square" lIns="0" tIns="0" rIns="0" bIns="0" rtlCol="0" anchor="t"/>
            <a:lstStyle/>
            <a:p>
              <a:pPr algn="r" indent="0" marL="0">
                <a:lnSpc>
                  <a:spcPts val="1800"/>
                </a:lnSpc>
                <a:buNone/>
              </a:pPr>
              <a:r>
                <a:rPr lang="en-US" sz="1200" spc="0" kern="0" b="0" i="0" dirty="0">
                  <a:solidFill>
                    <a:srgbClr val="070154"/>
                  </a:solidFill>
                  <a:latin typeface="IBM Plex Sans"/>
                  <a:ea typeface="IBM Plex Sans"/>
                  <a:cs typeface="IBM Plex Sans"/>
                </a:rPr>
                <a:t>Telemetry refines shared skills.</a:t>
              </a:r>
              <a:endParaRPr lang="en-US" sz="1200" spc="0" kern="0" b="0" i="0" dirty="0">
                <a:solidFill>
                  <a:srgbClr val="070154"/>
                </a:solidFill>
                <a:latin typeface="IBM Plex Sans"/>
                <a:ea typeface="IBM Plex Sans"/>
                <a:cs typeface="IBM Plex Sans"/>
              </a:endParaRPr>
            </a:p>
          </p:txBody>
        </p:sp>
      </p:grpSp>
      <p:grpSp>
        <p:nvGrpSpPr>
          <p:cNvPr id="57" name="node02"/>
          <p:cNvGrpSpPr/>
          <p:nvPr/>
        </p:nvGrpSpPr>
        <p:grpSpPr>
          <a:xfrm>
            <a:off x="8039100" y="1600200"/>
            <a:ext cx="3429000" cy="1295400"/>
            <a:chOff x="8039100" y="1600200"/>
            <a:chExt cx="3429000" cy="1295400"/>
          </a:xfrm>
        </p:grpSpPr>
        <p:sp>
          <p:nvSpPr>
            <p:cNvPr id="44" name="node02.container"/>
            <p:cNvSpPr/>
            <p:nvPr/>
          </p:nvSpPr>
          <p:spPr>
            <a:xfrm>
              <a:off x="8039100" y="1600200"/>
              <a:ext cx="3429000" cy="1295400"/>
            </a:xfrm>
            <a:prstGeom prst="rect">
              <a:avLst/>
            </a:prstGeom>
            <a:solidFill>
              <a:srgbClr val="E8EEF8"/>
            </a:solidFill>
            <a:ln>
              <a:noFill/>
            </a:ln>
          </p:spPr>
        </p:sp>
        <p:sp>
          <p:nvSpPr>
            <p:cNvPr id="45" name="node02.label"/>
            <p:cNvSpPr/>
            <p:nvPr/>
          </p:nvSpPr>
          <p:spPr>
            <a:xfrm>
              <a:off x="8191500" y="1752600"/>
              <a:ext cx="3124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INSIGHT 1</a:t>
              </a:r>
              <a:endParaRPr lang="en-US" sz="900" spc="54" kern="0" b="0" i="0" dirty="0">
                <a:solidFill>
                  <a:srgbClr val="0047FF"/>
                </a:solidFill>
                <a:latin typeface="IBM Plex Mono Medium"/>
                <a:ea typeface="IBM Plex Mono Medium"/>
                <a:cs typeface="IBM Plex Mono Medium"/>
              </a:endParaRPr>
            </a:p>
          </p:txBody>
        </p:sp>
        <p:sp>
          <p:nvSpPr>
            <p:cNvPr id="46" name="node02.title"/>
            <p:cNvSpPr/>
            <p:nvPr/>
          </p:nvSpPr>
          <p:spPr>
            <a:xfrm>
              <a:off x="8191500" y="1943100"/>
              <a:ext cx="3124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Medium"/>
                  <a:ea typeface="IBM Plex Mono Medium"/>
                  <a:cs typeface="IBM Plex Mono Medium"/>
                </a:rPr>
                <a:t>WORKFLOWS BEFORE TOOLS</a:t>
              </a:r>
              <a:endParaRPr lang="en-US" sz="900" spc="54" kern="0" b="0" i="0" dirty="0">
                <a:solidFill>
                  <a:srgbClr val="070154"/>
                </a:solidFill>
                <a:latin typeface="IBM Plex Mono Medium"/>
                <a:ea typeface="IBM Plex Mono Medium"/>
                <a:cs typeface="IBM Plex Mono Medium"/>
              </a:endParaRPr>
            </a:p>
          </p:txBody>
        </p:sp>
        <p:sp>
          <p:nvSpPr>
            <p:cNvPr id="47" name="node02.body.item-001.paragraph"/>
            <p:cNvSpPr/>
            <p:nvPr/>
          </p:nvSpPr>
          <p:spPr>
            <a:xfrm>
              <a:off x="8191500" y="2209800"/>
              <a:ext cx="31242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Gains stall until teams share workflows, not just licenses.</a:t>
              </a:r>
              <a:endParaRPr lang="en-US" sz="1200" spc="0" kern="0" b="0" i="0" dirty="0">
                <a:solidFill>
                  <a:srgbClr val="50658E"/>
                </a:solidFill>
                <a:latin typeface="IBM Plex Sans"/>
                <a:ea typeface="IBM Plex Sans"/>
                <a:cs typeface="IBM Plex Sans"/>
              </a:endParaRPr>
            </a:p>
          </p:txBody>
        </p:sp>
      </p:grpSp>
      <p:grpSp>
        <p:nvGrpSpPr>
          <p:cNvPr id="58" name="node03"/>
          <p:cNvGrpSpPr/>
          <p:nvPr/>
        </p:nvGrpSpPr>
        <p:grpSpPr>
          <a:xfrm>
            <a:off x="8039100" y="2971800"/>
            <a:ext cx="3429000" cy="1295400"/>
            <a:chOff x="8039100" y="2971800"/>
            <a:chExt cx="3429000" cy="1295400"/>
          </a:xfrm>
        </p:grpSpPr>
        <p:sp>
          <p:nvSpPr>
            <p:cNvPr id="48" name="node03.container"/>
            <p:cNvSpPr/>
            <p:nvPr/>
          </p:nvSpPr>
          <p:spPr>
            <a:xfrm>
              <a:off x="8039100" y="2971800"/>
              <a:ext cx="3429000" cy="1295400"/>
            </a:xfrm>
            <a:prstGeom prst="rect">
              <a:avLst/>
            </a:prstGeom>
            <a:solidFill>
              <a:srgbClr val="E8EEF8"/>
            </a:solidFill>
            <a:ln>
              <a:noFill/>
            </a:ln>
          </p:spPr>
        </p:sp>
        <p:sp>
          <p:nvSpPr>
            <p:cNvPr id="49" name="node03.label"/>
            <p:cNvSpPr/>
            <p:nvPr/>
          </p:nvSpPr>
          <p:spPr>
            <a:xfrm>
              <a:off x="8191500" y="3124200"/>
              <a:ext cx="3124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INSIGHT 2</a:t>
              </a:r>
              <a:endParaRPr lang="en-US" sz="900" spc="54" kern="0" b="0" i="0" dirty="0">
                <a:solidFill>
                  <a:srgbClr val="0047FF"/>
                </a:solidFill>
                <a:latin typeface="IBM Plex Mono Medium"/>
                <a:ea typeface="IBM Plex Mono Medium"/>
                <a:cs typeface="IBM Plex Mono Medium"/>
              </a:endParaRPr>
            </a:p>
          </p:txBody>
        </p:sp>
        <p:sp>
          <p:nvSpPr>
            <p:cNvPr id="50" name="node03.title"/>
            <p:cNvSpPr/>
            <p:nvPr/>
          </p:nvSpPr>
          <p:spPr>
            <a:xfrm>
              <a:off x="8191500" y="3314700"/>
              <a:ext cx="3124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Medium"/>
                  <a:ea typeface="IBM Plex Mono Medium"/>
                  <a:cs typeface="IBM Plex Mono Medium"/>
                </a:rPr>
                <a:t>REVIEW KEEPS PACE</a:t>
              </a:r>
              <a:endParaRPr lang="en-US" sz="900" spc="54" kern="0" b="0" i="0" dirty="0">
                <a:solidFill>
                  <a:srgbClr val="070154"/>
                </a:solidFill>
                <a:latin typeface="IBM Plex Mono Medium"/>
                <a:ea typeface="IBM Plex Mono Medium"/>
                <a:cs typeface="IBM Plex Mono Medium"/>
              </a:endParaRPr>
            </a:p>
          </p:txBody>
        </p:sp>
        <p:sp>
          <p:nvSpPr>
            <p:cNvPr id="51" name="node03.body.item-001.paragraph"/>
            <p:cNvSpPr/>
            <p:nvPr/>
          </p:nvSpPr>
          <p:spPr>
            <a:xfrm>
              <a:off x="8191500" y="3581400"/>
              <a:ext cx="31242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Defined review lets agents take on more of the work safely.</a:t>
              </a:r>
              <a:endParaRPr lang="en-US" sz="1200" spc="0" kern="0" b="0" i="0" dirty="0">
                <a:solidFill>
                  <a:srgbClr val="50658E"/>
                </a:solidFill>
                <a:latin typeface="IBM Plex Sans"/>
                <a:ea typeface="IBM Plex Sans"/>
                <a:cs typeface="IBM Plex Sans"/>
              </a:endParaRPr>
            </a:p>
          </p:txBody>
        </p:sp>
      </p:grpSp>
      <p:grpSp>
        <p:nvGrpSpPr>
          <p:cNvPr id="59" name="node04"/>
          <p:cNvGrpSpPr/>
          <p:nvPr/>
        </p:nvGrpSpPr>
        <p:grpSpPr>
          <a:xfrm>
            <a:off x="8039100" y="4343400"/>
            <a:ext cx="3429000" cy="1295400"/>
            <a:chOff x="8039100" y="4343400"/>
            <a:chExt cx="3429000" cy="1295400"/>
          </a:xfrm>
        </p:grpSpPr>
        <p:sp>
          <p:nvSpPr>
            <p:cNvPr id="52" name="node04.container"/>
            <p:cNvSpPr/>
            <p:nvPr/>
          </p:nvSpPr>
          <p:spPr>
            <a:xfrm>
              <a:off x="8039100" y="4343400"/>
              <a:ext cx="3429000" cy="1295400"/>
            </a:xfrm>
            <a:prstGeom prst="rect">
              <a:avLst/>
            </a:prstGeom>
            <a:solidFill>
              <a:srgbClr val="E8EEF8"/>
            </a:solidFill>
            <a:ln>
              <a:noFill/>
            </a:ln>
          </p:spPr>
        </p:sp>
        <p:sp>
          <p:nvSpPr>
            <p:cNvPr id="53" name="node04.label"/>
            <p:cNvSpPr/>
            <p:nvPr/>
          </p:nvSpPr>
          <p:spPr>
            <a:xfrm>
              <a:off x="8191500" y="4495800"/>
              <a:ext cx="3124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INSIGHT 3</a:t>
              </a:r>
              <a:endParaRPr lang="en-US" sz="900" spc="54" kern="0" b="0" i="0" dirty="0">
                <a:solidFill>
                  <a:srgbClr val="0047FF"/>
                </a:solidFill>
                <a:latin typeface="IBM Plex Mono Medium"/>
                <a:ea typeface="IBM Plex Mono Medium"/>
                <a:cs typeface="IBM Plex Mono Medium"/>
              </a:endParaRPr>
            </a:p>
          </p:txBody>
        </p:sp>
        <p:sp>
          <p:nvSpPr>
            <p:cNvPr id="54" name="node04.title"/>
            <p:cNvSpPr/>
            <p:nvPr/>
          </p:nvSpPr>
          <p:spPr>
            <a:xfrm>
              <a:off x="8191500" y="4686300"/>
              <a:ext cx="3124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Medium"/>
                  <a:ea typeface="IBM Plex Mono Medium"/>
                  <a:cs typeface="IBM Plex Mono Medium"/>
                </a:rPr>
                <a:t>TELEMETRY IS THE UNLOCK</a:t>
              </a:r>
              <a:endParaRPr lang="en-US" sz="900" spc="54" kern="0" b="0" i="0" dirty="0">
                <a:solidFill>
                  <a:srgbClr val="070154"/>
                </a:solidFill>
                <a:latin typeface="IBM Plex Mono Medium"/>
                <a:ea typeface="IBM Plex Mono Medium"/>
                <a:cs typeface="IBM Plex Mono Medium"/>
              </a:endParaRPr>
            </a:p>
          </p:txBody>
        </p:sp>
        <p:sp>
          <p:nvSpPr>
            <p:cNvPr id="55" name="node04.body.item-001.paragraph"/>
            <p:cNvSpPr/>
            <p:nvPr/>
          </p:nvSpPr>
          <p:spPr>
            <a:xfrm>
              <a:off x="8191500" y="4953000"/>
              <a:ext cx="31242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Self-improvement needs delivery data agents can learn from.</a:t>
              </a:r>
              <a:endParaRPr lang="en-US" sz="1200" spc="0" kern="0" b="0" i="0" dirty="0">
                <a:solidFill>
                  <a:srgbClr val="50658E"/>
                </a:solidFill>
                <a:latin typeface="IBM Plex Sans"/>
                <a:ea typeface="IBM Plex Sans"/>
                <a:cs typeface="IBM Plex Sans"/>
              </a:endParaRPr>
            </a:p>
          </p:txBody>
        </p:sp>
      </p:gr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ource-295">
    <p:spTree>
      <p:nvGrpSpPr>
        <p:cNvPr id="1" name=""/>
        <p:cNvGrpSpPr/>
        <p:nvPr/>
      </p:nvGrpSpPr>
      <p:grpSpPr>
        <a:xfrm>
          <a:off x="0" y="0"/>
          <a:ext cx="0" cy="0"/>
          <a:chOff x="0" y="0"/>
          <a:chExt cx="0" cy="0"/>
        </a:xfrm>
      </p:grpSpPr>
      <p:sp>
        <p:nvSpPr>
          <p:cNvPr id="3" name="eyebrow"/>
          <p:cNvSpPr/>
          <p:nvPr/>
        </p:nvSpPr>
        <p:spPr>
          <a:xfrm>
            <a:off x="723900" y="457200"/>
            <a:ext cx="34290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AI-NATIVE PDLC</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3429000" cy="13716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Maturity has two axes: how wide and how deep</a:t>
            </a:r>
            <a:endParaRPr lang="en-US" sz="2400" spc="-36"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83</a:t>
            </a:fld>
            <a:endParaRPr lang="en-US" sz="700" spc="0" kern="0" b="0" i="0" dirty="0">
              <a:solidFill>
                <a:srgbClr val="070154"/>
              </a:solidFill>
              <a:latin typeface="IBM Plex Mono SemiBold"/>
              <a:ea typeface="IBM Plex Mono SemiBold"/>
              <a:cs typeface="IBM Plex Mono SemiBold"/>
            </a:endParaRPr>
          </a:p>
        </p:txBody>
      </p:sp>
      <p:grpSp>
        <p:nvGrpSpPr>
          <p:cNvPr id="46" name="node01"/>
          <p:cNvGrpSpPr/>
          <p:nvPr/>
        </p:nvGrpSpPr>
        <p:grpSpPr>
          <a:xfrm>
            <a:off x="4381500" y="457200"/>
            <a:ext cx="7086600" cy="152400"/>
            <a:chOff x="4381500" y="457200"/>
            <a:chExt cx="7086600" cy="152400"/>
          </a:xfrm>
        </p:grpSpPr>
        <p:sp>
          <p:nvSpPr>
            <p:cNvPr id="6" name="node01.text"/>
            <p:cNvSpPr/>
            <p:nvPr/>
          </p:nvSpPr>
          <p:spPr>
            <a:xfrm>
              <a:off x="4381500" y="457200"/>
              <a:ext cx="7086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DEPTH OF INTEGRATION</a:t>
              </a:r>
              <a:endParaRPr lang="en-US" sz="900" spc="54" kern="0" b="0" i="0" dirty="0">
                <a:solidFill>
                  <a:srgbClr val="50658E"/>
                </a:solidFill>
                <a:latin typeface="IBM Plex Mono Medium"/>
                <a:ea typeface="IBM Plex Mono Medium"/>
                <a:cs typeface="IBM Plex Mono Medium"/>
              </a:endParaRPr>
            </a:p>
          </p:txBody>
        </p:sp>
      </p:grpSp>
      <p:grpSp>
        <p:nvGrpSpPr>
          <p:cNvPr id="47" name="node02"/>
          <p:cNvGrpSpPr/>
          <p:nvPr/>
        </p:nvGrpSpPr>
        <p:grpSpPr>
          <a:xfrm>
            <a:off x="4381500" y="762000"/>
            <a:ext cx="7086600" cy="4114800"/>
            <a:chOff x="4381500" y="762000"/>
            <a:chExt cx="7086600" cy="4114800"/>
          </a:xfrm>
        </p:grpSpPr>
        <p:sp>
          <p:nvSpPr>
            <p:cNvPr id="7" name="node02.cols.slot-001"/>
            <p:cNvSpPr/>
            <p:nvPr/>
          </p:nvSpPr>
          <p:spPr>
            <a:xfrm>
              <a:off x="6210300" y="762000"/>
              <a:ext cx="1676400"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SemiBold"/>
                  <a:ea typeface="IBM Plex Mono SemiBold"/>
                  <a:cs typeface="IBM Plex Mono SemiBold"/>
                </a:rPr>
                <a:t>PRODUCT TEAMS</a:t>
              </a:r>
              <a:endParaRPr lang="en-US" sz="900" spc="54" kern="0" b="0" i="0" dirty="0">
                <a:solidFill>
                  <a:srgbClr val="50658E"/>
                </a:solidFill>
                <a:latin typeface="IBM Plex Mono SemiBold"/>
                <a:ea typeface="IBM Plex Mono SemiBold"/>
                <a:cs typeface="IBM Plex Mono SemiBold"/>
              </a:endParaRPr>
            </a:p>
          </p:txBody>
        </p:sp>
        <p:sp>
          <p:nvSpPr>
            <p:cNvPr id="8" name="node02.cols.slot-002"/>
            <p:cNvSpPr/>
            <p:nvPr/>
          </p:nvSpPr>
          <p:spPr>
            <a:xfrm>
              <a:off x="8001000" y="762000"/>
              <a:ext cx="1676400"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SemiBold"/>
                  <a:ea typeface="IBM Plex Mono SemiBold"/>
                  <a:cs typeface="IBM Plex Mono SemiBold"/>
                </a:rPr>
                <a:t>ENGINEERING AND SRE</a:t>
              </a:r>
              <a:endParaRPr lang="en-US" sz="900" spc="54" kern="0" b="0" i="0" dirty="0">
                <a:solidFill>
                  <a:srgbClr val="50658E"/>
                </a:solidFill>
                <a:latin typeface="IBM Plex Mono SemiBold"/>
                <a:ea typeface="IBM Plex Mono SemiBold"/>
                <a:cs typeface="IBM Plex Mono SemiBold"/>
              </a:endParaRPr>
            </a:p>
          </p:txBody>
        </p:sp>
        <p:sp>
          <p:nvSpPr>
            <p:cNvPr id="9" name="node02.cols.slot-003"/>
            <p:cNvSpPr/>
            <p:nvPr/>
          </p:nvSpPr>
          <p:spPr>
            <a:xfrm>
              <a:off x="9791700" y="762000"/>
              <a:ext cx="1676400"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SemiBold"/>
                  <a:ea typeface="IBM Plex Mono SemiBold"/>
                  <a:cs typeface="IBM Plex Mono SemiBold"/>
                </a:rPr>
                <a:t>WIDER ORGANIZATION</a:t>
              </a:r>
              <a:endParaRPr lang="en-US" sz="900" spc="54" kern="0" b="0" i="0" dirty="0">
                <a:solidFill>
                  <a:srgbClr val="50658E"/>
                </a:solidFill>
                <a:latin typeface="IBM Plex Mono SemiBold"/>
                <a:ea typeface="IBM Plex Mono SemiBold"/>
                <a:cs typeface="IBM Plex Mono SemiBold"/>
              </a:endParaRPr>
            </a:p>
          </p:txBody>
        </p:sp>
        <p:sp>
          <p:nvSpPr>
            <p:cNvPr id="10" name="node02.rows.slot-001.label"/>
            <p:cNvSpPr/>
            <p:nvPr/>
          </p:nvSpPr>
          <p:spPr>
            <a:xfrm>
              <a:off x="4381500" y="1247775"/>
              <a:ext cx="1676400" cy="17145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SemiBold"/>
                  <a:ea typeface="IBM Plex Mono SemiBold"/>
                  <a:cs typeface="IBM Plex Mono SemiBold"/>
                </a:rPr>
                <a:t>5  SELF-IMPROVING</a:t>
              </a:r>
              <a:endParaRPr lang="en-US" sz="900" spc="54" kern="0" b="0" i="0" dirty="0">
                <a:solidFill>
                  <a:srgbClr val="070154"/>
                </a:solidFill>
                <a:latin typeface="IBM Plex Mono SemiBold"/>
                <a:ea typeface="IBM Plex Mono SemiBold"/>
                <a:cs typeface="IBM Plex Mono SemiBold"/>
              </a:endParaRPr>
            </a:p>
          </p:txBody>
        </p:sp>
        <p:sp>
          <p:nvSpPr>
            <p:cNvPr id="11" name="node02.rows.slot-001.cells.slot-001.surface"/>
            <p:cNvSpPr/>
            <p:nvPr/>
          </p:nvSpPr>
          <p:spPr>
            <a:xfrm>
              <a:off x="6216650" y="996950"/>
              <a:ext cx="1663700" cy="673100"/>
            </a:xfrm>
            <a:prstGeom prst="rect">
              <a:avLst/>
            </a:prstGeom>
            <a:solidFill>
              <a:srgbClr val="FFFFFF"/>
            </a:solidFill>
            <a:ln w="12700">
              <a:solidFill>
                <a:srgbClr val="CED7E6"/>
              </a:solidFill>
              <a:prstDash val="solid"/>
            </a:ln>
          </p:spPr>
        </p:sp>
        <p:sp>
          <p:nvSpPr>
            <p:cNvPr id="12" name="node02.rows.slot-001.cells.slot-002.surface"/>
            <p:cNvSpPr/>
            <p:nvPr/>
          </p:nvSpPr>
          <p:spPr>
            <a:xfrm>
              <a:off x="8007350" y="996950"/>
              <a:ext cx="1663700" cy="673100"/>
            </a:xfrm>
            <a:prstGeom prst="rect">
              <a:avLst/>
            </a:prstGeom>
            <a:solidFill>
              <a:srgbClr val="FFFFFF"/>
            </a:solidFill>
            <a:ln w="12700">
              <a:solidFill>
                <a:srgbClr val="CED7E6"/>
              </a:solidFill>
              <a:prstDash val="solid"/>
            </a:ln>
          </p:spPr>
        </p:sp>
        <p:sp>
          <p:nvSpPr>
            <p:cNvPr id="13" name="node02.rows.slot-001.cells.slot-003.surface"/>
            <p:cNvSpPr/>
            <p:nvPr/>
          </p:nvSpPr>
          <p:spPr>
            <a:xfrm>
              <a:off x="9798050" y="996950"/>
              <a:ext cx="1663700" cy="673100"/>
            </a:xfrm>
            <a:prstGeom prst="rect">
              <a:avLst/>
            </a:prstGeom>
            <a:solidFill>
              <a:srgbClr val="FFFFFF"/>
            </a:solidFill>
            <a:ln w="12700">
              <a:solidFill>
                <a:srgbClr val="CED7E6"/>
              </a:solidFill>
              <a:prstDash val="solid"/>
            </a:ln>
          </p:spPr>
        </p:sp>
        <p:sp>
          <p:nvSpPr>
            <p:cNvPr id="14" name="node02.rows.slot-002.label"/>
            <p:cNvSpPr/>
            <p:nvPr/>
          </p:nvSpPr>
          <p:spPr>
            <a:xfrm>
              <a:off x="4381500" y="2047875"/>
              <a:ext cx="1676400" cy="17145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SemiBold"/>
                  <a:ea typeface="IBM Plex Mono SemiBold"/>
                  <a:cs typeface="IBM Plex Mono SemiBold"/>
                </a:rPr>
                <a:t>4  INTEGRATED FLOW</a:t>
              </a:r>
              <a:endParaRPr lang="en-US" sz="900" spc="54" kern="0" b="0" i="0" dirty="0">
                <a:solidFill>
                  <a:srgbClr val="070154"/>
                </a:solidFill>
                <a:latin typeface="IBM Plex Mono SemiBold"/>
                <a:ea typeface="IBM Plex Mono SemiBold"/>
                <a:cs typeface="IBM Plex Mono SemiBold"/>
              </a:endParaRPr>
            </a:p>
          </p:txBody>
        </p:sp>
        <p:sp>
          <p:nvSpPr>
            <p:cNvPr id="15" name="node02.rows.slot-002.cells.slot-001.surface"/>
            <p:cNvSpPr/>
            <p:nvPr/>
          </p:nvSpPr>
          <p:spPr>
            <a:xfrm>
              <a:off x="6210300" y="1790700"/>
              <a:ext cx="1676400" cy="685800"/>
            </a:xfrm>
            <a:prstGeom prst="rect">
              <a:avLst/>
            </a:prstGeom>
            <a:solidFill>
              <a:srgbClr val="070154"/>
            </a:solidFill>
            <a:ln>
              <a:noFill/>
            </a:ln>
          </p:spPr>
        </p:sp>
        <p:sp>
          <p:nvSpPr>
            <p:cNvPr id="16" name="node02.rows.slot-002.cells.slot-001.text"/>
            <p:cNvSpPr/>
            <p:nvPr/>
          </p:nvSpPr>
          <p:spPr>
            <a:xfrm>
              <a:off x="6261100" y="2019300"/>
              <a:ext cx="1574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Target</a:t>
              </a:r>
              <a:endParaRPr lang="en-US" sz="1200" spc="0" kern="0" b="0" i="0" dirty="0">
                <a:solidFill>
                  <a:srgbClr val="FFFFFF"/>
                </a:solidFill>
                <a:latin typeface="IBM Plex Sans"/>
                <a:ea typeface="IBM Plex Sans"/>
                <a:cs typeface="IBM Plex Sans"/>
              </a:endParaRPr>
            </a:p>
          </p:txBody>
        </p:sp>
        <p:sp>
          <p:nvSpPr>
            <p:cNvPr id="17" name="node02.rows.slot-002.cells.slot-002.surface"/>
            <p:cNvSpPr/>
            <p:nvPr/>
          </p:nvSpPr>
          <p:spPr>
            <a:xfrm>
              <a:off x="8007350" y="1797050"/>
              <a:ext cx="1663700" cy="673100"/>
            </a:xfrm>
            <a:prstGeom prst="rect">
              <a:avLst/>
            </a:prstGeom>
            <a:solidFill>
              <a:srgbClr val="FFFFFF"/>
            </a:solidFill>
            <a:ln w="12700">
              <a:solidFill>
                <a:srgbClr val="CED7E6"/>
              </a:solidFill>
              <a:prstDash val="solid"/>
            </a:ln>
          </p:spPr>
        </p:sp>
        <p:sp>
          <p:nvSpPr>
            <p:cNvPr id="18" name="node02.rows.slot-002.cells.slot-003.surface"/>
            <p:cNvSpPr/>
            <p:nvPr/>
          </p:nvSpPr>
          <p:spPr>
            <a:xfrm>
              <a:off x="9798050" y="1797050"/>
              <a:ext cx="1663700" cy="673100"/>
            </a:xfrm>
            <a:prstGeom prst="rect">
              <a:avLst/>
            </a:prstGeom>
            <a:solidFill>
              <a:srgbClr val="FFFFFF"/>
            </a:solidFill>
            <a:ln w="12700">
              <a:solidFill>
                <a:srgbClr val="CED7E6"/>
              </a:solidFill>
              <a:prstDash val="solid"/>
            </a:ln>
          </p:spPr>
        </p:sp>
        <p:sp>
          <p:nvSpPr>
            <p:cNvPr id="19" name="node02.rows.slot-003.label"/>
            <p:cNvSpPr/>
            <p:nvPr/>
          </p:nvSpPr>
          <p:spPr>
            <a:xfrm>
              <a:off x="4381500" y="2847975"/>
              <a:ext cx="1676400" cy="17145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SemiBold"/>
                  <a:ea typeface="IBM Plex Mono SemiBold"/>
                  <a:cs typeface="IBM Plex Mono SemiBold"/>
                </a:rPr>
                <a:t>3  TEAM PRACTICE</a:t>
              </a:r>
              <a:endParaRPr lang="en-US" sz="900" spc="54" kern="0" b="0" i="0" dirty="0">
                <a:solidFill>
                  <a:srgbClr val="070154"/>
                </a:solidFill>
                <a:latin typeface="IBM Plex Mono SemiBold"/>
                <a:ea typeface="IBM Plex Mono SemiBold"/>
                <a:cs typeface="IBM Plex Mono SemiBold"/>
              </a:endParaRPr>
            </a:p>
          </p:txBody>
        </p:sp>
        <p:sp>
          <p:nvSpPr>
            <p:cNvPr id="20" name="node02.rows.slot-003.cells.slot-001.surface"/>
            <p:cNvSpPr/>
            <p:nvPr/>
          </p:nvSpPr>
          <p:spPr>
            <a:xfrm>
              <a:off x="6210300" y="2590800"/>
              <a:ext cx="1676400" cy="685800"/>
            </a:xfrm>
            <a:prstGeom prst="rect">
              <a:avLst/>
            </a:prstGeom>
            <a:solidFill>
              <a:srgbClr val="CED7E6"/>
            </a:solidFill>
            <a:ln>
              <a:noFill/>
            </a:ln>
          </p:spPr>
        </p:sp>
        <p:sp>
          <p:nvSpPr>
            <p:cNvPr id="21" name="node02.rows.slot-003.cells.slot-001.text"/>
            <p:cNvSpPr/>
            <p:nvPr/>
          </p:nvSpPr>
          <p:spPr>
            <a:xfrm>
              <a:off x="6261100" y="2819400"/>
              <a:ext cx="1574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Today</a:t>
              </a:r>
              <a:endParaRPr lang="en-US" sz="1200" spc="0" kern="0" b="0" i="0" dirty="0">
                <a:solidFill>
                  <a:srgbClr val="070154"/>
                </a:solidFill>
                <a:latin typeface="IBM Plex Sans"/>
                <a:ea typeface="IBM Plex Sans"/>
                <a:cs typeface="IBM Plex Sans"/>
              </a:endParaRPr>
            </a:p>
          </p:txBody>
        </p:sp>
        <p:sp>
          <p:nvSpPr>
            <p:cNvPr id="22" name="node02.rows.slot-003.cells.slot-002.surface"/>
            <p:cNvSpPr/>
            <p:nvPr/>
          </p:nvSpPr>
          <p:spPr>
            <a:xfrm>
              <a:off x="8001000" y="2590800"/>
              <a:ext cx="1676400" cy="685800"/>
            </a:xfrm>
            <a:prstGeom prst="rect">
              <a:avLst/>
            </a:prstGeom>
            <a:solidFill>
              <a:srgbClr val="070154"/>
            </a:solidFill>
            <a:ln>
              <a:noFill/>
            </a:ln>
          </p:spPr>
        </p:sp>
        <p:sp>
          <p:nvSpPr>
            <p:cNvPr id="23" name="node02.rows.slot-003.cells.slot-002.text"/>
            <p:cNvSpPr/>
            <p:nvPr/>
          </p:nvSpPr>
          <p:spPr>
            <a:xfrm>
              <a:off x="8051800" y="2819400"/>
              <a:ext cx="1574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Target</a:t>
              </a:r>
              <a:endParaRPr lang="en-US" sz="1200" spc="0" kern="0" b="0" i="0" dirty="0">
                <a:solidFill>
                  <a:srgbClr val="FFFFFF"/>
                </a:solidFill>
                <a:latin typeface="IBM Plex Sans"/>
                <a:ea typeface="IBM Plex Sans"/>
                <a:cs typeface="IBM Plex Sans"/>
              </a:endParaRPr>
            </a:p>
          </p:txBody>
        </p:sp>
        <p:sp>
          <p:nvSpPr>
            <p:cNvPr id="24" name="node02.rows.slot-003.cells.slot-003.surface"/>
            <p:cNvSpPr/>
            <p:nvPr/>
          </p:nvSpPr>
          <p:spPr>
            <a:xfrm>
              <a:off x="9798050" y="2597150"/>
              <a:ext cx="1663700" cy="673100"/>
            </a:xfrm>
            <a:prstGeom prst="rect">
              <a:avLst/>
            </a:prstGeom>
            <a:solidFill>
              <a:srgbClr val="FFFFFF"/>
            </a:solidFill>
            <a:ln w="12700">
              <a:solidFill>
                <a:srgbClr val="CED7E6"/>
              </a:solidFill>
              <a:prstDash val="solid"/>
            </a:ln>
          </p:spPr>
        </p:sp>
        <p:sp>
          <p:nvSpPr>
            <p:cNvPr id="25" name="node02.rows.slot-004.label"/>
            <p:cNvSpPr/>
            <p:nvPr/>
          </p:nvSpPr>
          <p:spPr>
            <a:xfrm>
              <a:off x="4381500" y="3648075"/>
              <a:ext cx="1676400" cy="17145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SemiBold"/>
                  <a:ea typeface="IBM Plex Mono SemiBold"/>
                  <a:cs typeface="IBM Plex Mono SemiBold"/>
                </a:rPr>
                <a:t>2  AI-ASSISTED</a:t>
              </a:r>
              <a:endParaRPr lang="en-US" sz="900" spc="54" kern="0" b="0" i="0" dirty="0">
                <a:solidFill>
                  <a:srgbClr val="070154"/>
                </a:solidFill>
                <a:latin typeface="IBM Plex Mono SemiBold"/>
                <a:ea typeface="IBM Plex Mono SemiBold"/>
                <a:cs typeface="IBM Plex Mono SemiBold"/>
              </a:endParaRPr>
            </a:p>
          </p:txBody>
        </p:sp>
        <p:sp>
          <p:nvSpPr>
            <p:cNvPr id="26" name="node02.rows.slot-004.cells.slot-001.surface"/>
            <p:cNvSpPr/>
            <p:nvPr/>
          </p:nvSpPr>
          <p:spPr>
            <a:xfrm>
              <a:off x="6210300" y="3390900"/>
              <a:ext cx="1676400" cy="685800"/>
            </a:xfrm>
            <a:prstGeom prst="rect">
              <a:avLst/>
            </a:prstGeom>
            <a:solidFill>
              <a:srgbClr val="E8EEF8"/>
            </a:solidFill>
            <a:ln>
              <a:noFill/>
            </a:ln>
          </p:spPr>
        </p:sp>
        <p:sp>
          <p:nvSpPr>
            <p:cNvPr id="27" name="node02.rows.slot-004.cells.slot-002.surface"/>
            <p:cNvSpPr/>
            <p:nvPr/>
          </p:nvSpPr>
          <p:spPr>
            <a:xfrm>
              <a:off x="8001000" y="3390900"/>
              <a:ext cx="1676400" cy="685800"/>
            </a:xfrm>
            <a:prstGeom prst="rect">
              <a:avLst/>
            </a:prstGeom>
            <a:solidFill>
              <a:srgbClr val="CED7E6"/>
            </a:solidFill>
            <a:ln>
              <a:noFill/>
            </a:ln>
          </p:spPr>
        </p:sp>
        <p:sp>
          <p:nvSpPr>
            <p:cNvPr id="28" name="node02.rows.slot-004.cells.slot-002.text"/>
            <p:cNvSpPr/>
            <p:nvPr/>
          </p:nvSpPr>
          <p:spPr>
            <a:xfrm>
              <a:off x="8051800" y="3619500"/>
              <a:ext cx="1574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Today</a:t>
              </a:r>
              <a:endParaRPr lang="en-US" sz="1200" spc="0" kern="0" b="0" i="0" dirty="0">
                <a:solidFill>
                  <a:srgbClr val="070154"/>
                </a:solidFill>
                <a:latin typeface="IBM Plex Sans"/>
                <a:ea typeface="IBM Plex Sans"/>
                <a:cs typeface="IBM Plex Sans"/>
              </a:endParaRPr>
            </a:p>
          </p:txBody>
        </p:sp>
        <p:sp>
          <p:nvSpPr>
            <p:cNvPr id="29" name="node02.rows.slot-004.cells.slot-003.surface"/>
            <p:cNvSpPr/>
            <p:nvPr/>
          </p:nvSpPr>
          <p:spPr>
            <a:xfrm>
              <a:off x="9791700" y="3390900"/>
              <a:ext cx="1676400" cy="685800"/>
            </a:xfrm>
            <a:prstGeom prst="rect">
              <a:avLst/>
            </a:prstGeom>
            <a:solidFill>
              <a:srgbClr val="070154"/>
            </a:solidFill>
            <a:ln>
              <a:noFill/>
            </a:ln>
          </p:spPr>
        </p:sp>
        <p:sp>
          <p:nvSpPr>
            <p:cNvPr id="30" name="node02.rows.slot-004.cells.slot-003.text"/>
            <p:cNvSpPr/>
            <p:nvPr/>
          </p:nvSpPr>
          <p:spPr>
            <a:xfrm>
              <a:off x="9842500" y="3619500"/>
              <a:ext cx="1574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Target</a:t>
              </a:r>
              <a:endParaRPr lang="en-US" sz="1200" spc="0" kern="0" b="0" i="0" dirty="0">
                <a:solidFill>
                  <a:srgbClr val="FFFFFF"/>
                </a:solidFill>
                <a:latin typeface="IBM Plex Sans"/>
                <a:ea typeface="IBM Plex Sans"/>
                <a:cs typeface="IBM Plex Sans"/>
              </a:endParaRPr>
            </a:p>
          </p:txBody>
        </p:sp>
        <p:sp>
          <p:nvSpPr>
            <p:cNvPr id="31" name="node02.rows.slot-005.label"/>
            <p:cNvSpPr/>
            <p:nvPr/>
          </p:nvSpPr>
          <p:spPr>
            <a:xfrm>
              <a:off x="4381500" y="4448175"/>
              <a:ext cx="1676400" cy="17145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SemiBold"/>
                  <a:ea typeface="IBM Plex Mono SemiBold"/>
                  <a:cs typeface="IBM Plex Mono SemiBold"/>
                </a:rPr>
                <a:t>1  MANUAL</a:t>
              </a:r>
              <a:endParaRPr lang="en-US" sz="900" spc="54" kern="0" b="0" i="0" dirty="0">
                <a:solidFill>
                  <a:srgbClr val="070154"/>
                </a:solidFill>
                <a:latin typeface="IBM Plex Mono SemiBold"/>
                <a:ea typeface="IBM Plex Mono SemiBold"/>
                <a:cs typeface="IBM Plex Mono SemiBold"/>
              </a:endParaRPr>
            </a:p>
          </p:txBody>
        </p:sp>
        <p:sp>
          <p:nvSpPr>
            <p:cNvPr id="32" name="node02.rows.slot-005.cells.slot-001.surface"/>
            <p:cNvSpPr/>
            <p:nvPr/>
          </p:nvSpPr>
          <p:spPr>
            <a:xfrm>
              <a:off x="6210300" y="4191000"/>
              <a:ext cx="1676400" cy="685800"/>
            </a:xfrm>
            <a:prstGeom prst="rect">
              <a:avLst/>
            </a:prstGeom>
            <a:solidFill>
              <a:srgbClr val="E8EEF8"/>
            </a:solidFill>
            <a:ln>
              <a:noFill/>
            </a:ln>
          </p:spPr>
        </p:sp>
        <p:sp>
          <p:nvSpPr>
            <p:cNvPr id="33" name="node02.rows.slot-005.cells.slot-002.surface"/>
            <p:cNvSpPr/>
            <p:nvPr/>
          </p:nvSpPr>
          <p:spPr>
            <a:xfrm>
              <a:off x="8001000" y="4191000"/>
              <a:ext cx="1676400" cy="685800"/>
            </a:xfrm>
            <a:prstGeom prst="rect">
              <a:avLst/>
            </a:prstGeom>
            <a:solidFill>
              <a:srgbClr val="E8EEF8"/>
            </a:solidFill>
            <a:ln>
              <a:noFill/>
            </a:ln>
          </p:spPr>
        </p:sp>
        <p:sp>
          <p:nvSpPr>
            <p:cNvPr id="34" name="node02.rows.slot-005.cells.slot-003.surface"/>
            <p:cNvSpPr/>
            <p:nvPr/>
          </p:nvSpPr>
          <p:spPr>
            <a:xfrm>
              <a:off x="9791700" y="4191000"/>
              <a:ext cx="1676400" cy="685800"/>
            </a:xfrm>
            <a:prstGeom prst="rect">
              <a:avLst/>
            </a:prstGeom>
            <a:solidFill>
              <a:srgbClr val="CED7E6"/>
            </a:solidFill>
            <a:ln>
              <a:noFill/>
            </a:ln>
          </p:spPr>
        </p:sp>
        <p:sp>
          <p:nvSpPr>
            <p:cNvPr id="35" name="node02.rows.slot-005.cells.slot-003.text"/>
            <p:cNvSpPr/>
            <p:nvPr/>
          </p:nvSpPr>
          <p:spPr>
            <a:xfrm>
              <a:off x="9842500" y="4419600"/>
              <a:ext cx="1574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Today</a:t>
              </a:r>
              <a:endParaRPr lang="en-US" sz="1200" spc="0" kern="0" b="0" i="0" dirty="0">
                <a:solidFill>
                  <a:srgbClr val="070154"/>
                </a:solidFill>
                <a:latin typeface="IBM Plex Sans"/>
                <a:ea typeface="IBM Plex Sans"/>
                <a:cs typeface="IBM Plex Sans"/>
              </a:endParaRPr>
            </a:p>
          </p:txBody>
        </p:sp>
      </p:grpSp>
      <p:grpSp>
        <p:nvGrpSpPr>
          <p:cNvPr id="48" name="node03"/>
          <p:cNvGrpSpPr/>
          <p:nvPr/>
        </p:nvGrpSpPr>
        <p:grpSpPr>
          <a:xfrm>
            <a:off x="4381500" y="5105400"/>
            <a:ext cx="7086600" cy="152400"/>
            <a:chOff x="4381500" y="5105400"/>
            <a:chExt cx="7086600" cy="152400"/>
          </a:xfrm>
        </p:grpSpPr>
        <p:sp>
          <p:nvSpPr>
            <p:cNvPr id="36" name="node03.text"/>
            <p:cNvSpPr/>
            <p:nvPr/>
          </p:nvSpPr>
          <p:spPr>
            <a:xfrm>
              <a:off x="4381500" y="5105400"/>
              <a:ext cx="7086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BREADTH ACROSS THE ORGANIZATION</a:t>
              </a:r>
              <a:endParaRPr lang="en-US" sz="900" spc="54" kern="0" b="0" i="0" dirty="0">
                <a:solidFill>
                  <a:srgbClr val="50658E"/>
                </a:solidFill>
                <a:latin typeface="IBM Plex Mono Medium"/>
                <a:ea typeface="IBM Plex Mono Medium"/>
                <a:cs typeface="IBM Plex Mono Medium"/>
              </a:endParaRPr>
            </a:p>
          </p:txBody>
        </p:sp>
      </p:grpSp>
      <p:grpSp>
        <p:nvGrpSpPr>
          <p:cNvPr id="49" name="node04"/>
          <p:cNvGrpSpPr/>
          <p:nvPr/>
        </p:nvGrpSpPr>
        <p:grpSpPr>
          <a:xfrm>
            <a:off x="4381500" y="5410200"/>
            <a:ext cx="7086600" cy="228600"/>
            <a:chOff x="4381500" y="5410200"/>
            <a:chExt cx="7086600" cy="228600"/>
          </a:xfrm>
        </p:grpSpPr>
        <p:sp>
          <p:nvSpPr>
            <p:cNvPr id="37" name="node04.text"/>
            <p:cNvSpPr/>
            <p:nvPr/>
          </p:nvSpPr>
          <p:spPr>
            <a:xfrm>
              <a:off x="4381500" y="5410200"/>
              <a:ext cx="708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Shaded cells are stages already reached.</a:t>
              </a:r>
              <a:endParaRPr lang="en-US" sz="1200" spc="0" kern="0" b="0" i="0" dirty="0">
                <a:solidFill>
                  <a:srgbClr val="50658E"/>
                </a:solidFill>
                <a:latin typeface="IBM Plex Sans"/>
                <a:ea typeface="IBM Plex Sans"/>
                <a:cs typeface="IBM Plex Sans"/>
              </a:endParaRPr>
            </a:p>
          </p:txBody>
        </p:sp>
      </p:grpSp>
      <p:grpSp>
        <p:nvGrpSpPr>
          <p:cNvPr id="50" name="node05"/>
          <p:cNvGrpSpPr/>
          <p:nvPr/>
        </p:nvGrpSpPr>
        <p:grpSpPr>
          <a:xfrm>
            <a:off x="723900" y="2514600"/>
            <a:ext cx="3429000" cy="304800"/>
            <a:chOff x="723900" y="2514600"/>
            <a:chExt cx="3429000" cy="304800"/>
          </a:xfrm>
        </p:grpSpPr>
        <p:sp>
          <p:nvSpPr>
            <p:cNvPr id="38" name="node05.text"/>
            <p:cNvSpPr/>
            <p:nvPr/>
          </p:nvSpPr>
          <p:spPr>
            <a:xfrm>
              <a:off x="723900" y="2514600"/>
              <a:ext cx="34290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Go deep, then go wide</a:t>
              </a:r>
              <a:endParaRPr lang="en-US" sz="1800" spc="-18" kern="0" b="0" i="0" dirty="0">
                <a:solidFill>
                  <a:srgbClr val="070154"/>
                </a:solidFill>
                <a:latin typeface="IBM Plex Sans SemiBold"/>
                <a:ea typeface="IBM Plex Sans SemiBold"/>
                <a:cs typeface="IBM Plex Sans SemiBold"/>
              </a:endParaRPr>
            </a:p>
          </p:txBody>
        </p:sp>
      </p:grpSp>
      <p:grpSp>
        <p:nvGrpSpPr>
          <p:cNvPr id="51" name="node06"/>
          <p:cNvGrpSpPr/>
          <p:nvPr/>
        </p:nvGrpSpPr>
        <p:grpSpPr>
          <a:xfrm>
            <a:off x="723900" y="3200400"/>
            <a:ext cx="3429000" cy="800100"/>
            <a:chOff x="723900" y="3200400"/>
            <a:chExt cx="3429000" cy="800100"/>
          </a:xfrm>
        </p:grpSpPr>
        <p:sp>
          <p:nvSpPr>
            <p:cNvPr id="39" name="node06.text"/>
            <p:cNvSpPr/>
            <p:nvPr/>
          </p:nvSpPr>
          <p:spPr>
            <a:xfrm>
              <a:off x="723900" y="3200400"/>
              <a:ext cx="3429000" cy="8001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Depth is how far AI is built into the workflow. Breadth is how many functions share it.</a:t>
              </a:r>
              <a:endParaRPr lang="en-US" sz="1400" spc="0" kern="0" b="0" i="0" dirty="0">
                <a:solidFill>
                  <a:srgbClr val="070154"/>
                </a:solidFill>
                <a:latin typeface="IBM Plex Sans"/>
                <a:ea typeface="IBM Plex Sans"/>
                <a:cs typeface="IBM Plex Sans"/>
              </a:endParaRPr>
            </a:p>
          </p:txBody>
        </p:sp>
      </p:grpSp>
      <p:grpSp>
        <p:nvGrpSpPr>
          <p:cNvPr id="52" name="node07"/>
          <p:cNvGrpSpPr/>
          <p:nvPr/>
        </p:nvGrpSpPr>
        <p:grpSpPr>
          <a:xfrm>
            <a:off x="723900" y="4267200"/>
            <a:ext cx="3429000" cy="762000"/>
            <a:chOff x="723900" y="4267200"/>
            <a:chExt cx="3429000" cy="762000"/>
          </a:xfrm>
        </p:grpSpPr>
        <p:sp>
          <p:nvSpPr>
            <p:cNvPr id="40" name="node07.source-001.bullet"/>
            <p:cNvSpPr/>
            <p:nvPr/>
          </p:nvSpPr>
          <p:spPr>
            <a:xfrm>
              <a:off x="723900" y="4356100"/>
              <a:ext cx="38100" cy="38100"/>
            </a:xfrm>
            <a:prstGeom prst="rect">
              <a:avLst/>
            </a:prstGeom>
            <a:solidFill>
              <a:srgbClr val="070154"/>
            </a:solidFill>
            <a:ln>
              <a:noFill/>
            </a:ln>
          </p:spPr>
        </p:sp>
        <p:sp>
          <p:nvSpPr>
            <p:cNvPr id="41" name="node07.source-001.text"/>
            <p:cNvSpPr/>
            <p:nvPr/>
          </p:nvSpPr>
          <p:spPr>
            <a:xfrm>
              <a:off x="876300" y="42672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Product teams lead at stage three</a:t>
              </a:r>
              <a:endParaRPr lang="en-US" sz="1200" spc="0" kern="0" b="0" i="0" dirty="0">
                <a:solidFill>
                  <a:srgbClr val="070154"/>
                </a:solidFill>
                <a:latin typeface="IBM Plex Sans"/>
                <a:ea typeface="IBM Plex Sans"/>
                <a:cs typeface="IBM Plex Sans"/>
              </a:endParaRPr>
            </a:p>
          </p:txBody>
        </p:sp>
        <p:sp>
          <p:nvSpPr>
            <p:cNvPr id="42" name="node07.source-002.bullet"/>
            <p:cNvSpPr/>
            <p:nvPr/>
          </p:nvSpPr>
          <p:spPr>
            <a:xfrm>
              <a:off x="723900" y="4622800"/>
              <a:ext cx="38100" cy="38100"/>
            </a:xfrm>
            <a:prstGeom prst="rect">
              <a:avLst/>
            </a:prstGeom>
            <a:solidFill>
              <a:srgbClr val="070154"/>
            </a:solidFill>
            <a:ln>
              <a:noFill/>
            </a:ln>
          </p:spPr>
        </p:sp>
        <p:sp>
          <p:nvSpPr>
            <p:cNvPr id="43" name="node07.source-002.text"/>
            <p:cNvSpPr/>
            <p:nvPr/>
          </p:nvSpPr>
          <p:spPr>
            <a:xfrm>
              <a:off x="876300" y="45339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Engineering and SRE follow one stage behind</a:t>
              </a:r>
              <a:endParaRPr lang="en-US" sz="1200" spc="0" kern="0" b="0" i="0" dirty="0">
                <a:solidFill>
                  <a:srgbClr val="070154"/>
                </a:solidFill>
                <a:latin typeface="IBM Plex Sans"/>
                <a:ea typeface="IBM Plex Sans"/>
                <a:cs typeface="IBM Plex Sans"/>
              </a:endParaRPr>
            </a:p>
          </p:txBody>
        </p:sp>
        <p:sp>
          <p:nvSpPr>
            <p:cNvPr id="44" name="node07.source-003.bullet"/>
            <p:cNvSpPr/>
            <p:nvPr/>
          </p:nvSpPr>
          <p:spPr>
            <a:xfrm>
              <a:off x="723900" y="4889500"/>
              <a:ext cx="38100" cy="38100"/>
            </a:xfrm>
            <a:prstGeom prst="rect">
              <a:avLst/>
            </a:prstGeom>
            <a:solidFill>
              <a:srgbClr val="070154"/>
            </a:solidFill>
            <a:ln>
              <a:noFill/>
            </a:ln>
          </p:spPr>
        </p:sp>
        <p:sp>
          <p:nvSpPr>
            <p:cNvPr id="45" name="node07.source-003.text"/>
            <p:cNvSpPr/>
            <p:nvPr/>
          </p:nvSpPr>
          <p:spPr>
            <a:xfrm>
              <a:off x="876300" y="48006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Support and go-to-market start at stage one</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ource-298">
    <p:spTree>
      <p:nvGrpSpPr>
        <p:cNvPr id="1" name=""/>
        <p:cNvGrpSpPr/>
        <p:nvPr/>
      </p:nvGrpSpPr>
      <p:grpSpPr>
        <a:xfrm>
          <a:off x="0" y="0"/>
          <a:ext cx="0" cy="0"/>
          <a:chOff x="0" y="0"/>
          <a:chExt cx="0" cy="0"/>
        </a:xfrm>
      </p:grpSpPr>
      <p:sp>
        <p:nvSpPr>
          <p:cNvPr id="3" name="eyebrow"/>
          <p:cNvSpPr/>
          <p:nvPr/>
        </p:nvSpPr>
        <p:spPr>
          <a:xfrm>
            <a:off x="723900" y="457200"/>
            <a:ext cx="70866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MATURITY MODEL</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7086600" cy="11430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Most of the gain arrives after the inflection</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84</a:t>
            </a:fld>
            <a:endParaRPr lang="en-US" sz="700" spc="0" kern="0" b="0" i="0" dirty="0">
              <a:solidFill>
                <a:srgbClr val="070154"/>
              </a:solidFill>
              <a:latin typeface="IBM Plex Mono SemiBold"/>
              <a:ea typeface="IBM Plex Mono SemiBold"/>
              <a:cs typeface="IBM Plex Mono SemiBold"/>
            </a:endParaRPr>
          </a:p>
        </p:txBody>
      </p:sp>
      <p:grpSp>
        <p:nvGrpSpPr>
          <p:cNvPr id="52" name="node01"/>
          <p:cNvGrpSpPr/>
          <p:nvPr/>
        </p:nvGrpSpPr>
        <p:grpSpPr>
          <a:xfrm>
            <a:off x="822325" y="2057400"/>
            <a:ext cx="6889750" cy="3657600"/>
            <a:chOff x="822325" y="2057400"/>
            <a:chExt cx="6889750" cy="3657600"/>
          </a:xfrm>
        </p:grpSpPr>
        <p:sp>
          <p:nvSpPr>
            <p:cNvPr id="6" name="node01.curve"/>
            <p:cNvSpPr/>
            <p:nvPr/>
          </p:nvSpPr>
          <p:spPr>
            <a:xfrm>
              <a:off x="838200" y="2506980"/>
              <a:ext cx="6858000" cy="2606040"/>
            </a:xfrm>
            <a:custGeom>
              <a:avLst/>
              <a:gdLst/>
              <a:ahLst/>
              <a:cxnLst/>
              <a:rect l="l" t="t" r="r" b="b"/>
              <a:pathLst>
                <a:path w="6858000" h="2606040">
                  <a:moveTo>
                    <a:pt x="0" y="2606040"/>
                  </a:moveTo>
                  <a:lnTo>
                    <a:pt x="114300" y="2603163"/>
                  </a:lnTo>
                  <a:lnTo>
                    <a:pt x="228600" y="2600078"/>
                  </a:lnTo>
                  <a:lnTo>
                    <a:pt x="342900" y="2596769"/>
                  </a:lnTo>
                  <a:lnTo>
                    <a:pt x="457200" y="2593220"/>
                  </a:lnTo>
                  <a:lnTo>
                    <a:pt x="571500" y="2589414"/>
                  </a:lnTo>
                  <a:lnTo>
                    <a:pt x="685800" y="2585332"/>
                  </a:lnTo>
                  <a:lnTo>
                    <a:pt x="800100" y="2580953"/>
                  </a:lnTo>
                  <a:lnTo>
                    <a:pt x="914400" y="2576258"/>
                  </a:lnTo>
                  <a:lnTo>
                    <a:pt x="1028700" y="2571222"/>
                  </a:lnTo>
                  <a:lnTo>
                    <a:pt x="1143000" y="2565820"/>
                  </a:lnTo>
                  <a:lnTo>
                    <a:pt x="1257300" y="2560027"/>
                  </a:lnTo>
                  <a:lnTo>
                    <a:pt x="1371600" y="2553814"/>
                  </a:lnTo>
                  <a:lnTo>
                    <a:pt x="1485900" y="2547151"/>
                  </a:lnTo>
                  <a:lnTo>
                    <a:pt x="1600200" y="2540004"/>
                  </a:lnTo>
                  <a:lnTo>
                    <a:pt x="1714500" y="2532340"/>
                  </a:lnTo>
                  <a:lnTo>
                    <a:pt x="1828800" y="2524119"/>
                  </a:lnTo>
                  <a:lnTo>
                    <a:pt x="1943100" y="2515302"/>
                  </a:lnTo>
                  <a:lnTo>
                    <a:pt x="2057400" y="2505846"/>
                  </a:lnTo>
                  <a:lnTo>
                    <a:pt x="2171700" y="2495705"/>
                  </a:lnTo>
                  <a:lnTo>
                    <a:pt x="2286000" y="2484828"/>
                  </a:lnTo>
                  <a:lnTo>
                    <a:pt x="2400300" y="2473162"/>
                  </a:lnTo>
                  <a:lnTo>
                    <a:pt x="2514600" y="2460651"/>
                  </a:lnTo>
                  <a:lnTo>
                    <a:pt x="2628900" y="2447232"/>
                  </a:lnTo>
                  <a:lnTo>
                    <a:pt x="2743200" y="2432841"/>
                  </a:lnTo>
                  <a:lnTo>
                    <a:pt x="2857500" y="2417406"/>
                  </a:lnTo>
                  <a:lnTo>
                    <a:pt x="2971800" y="2400852"/>
                  </a:lnTo>
                  <a:lnTo>
                    <a:pt x="3086100" y="2383097"/>
                  </a:lnTo>
                  <a:lnTo>
                    <a:pt x="3200400" y="2364055"/>
                  </a:lnTo>
                  <a:lnTo>
                    <a:pt x="3314700" y="2343633"/>
                  </a:lnTo>
                  <a:lnTo>
                    <a:pt x="3429000" y="2321729"/>
                  </a:lnTo>
                  <a:lnTo>
                    <a:pt x="3543300" y="2298238"/>
                  </a:lnTo>
                  <a:lnTo>
                    <a:pt x="3657600" y="2273043"/>
                  </a:lnTo>
                  <a:lnTo>
                    <a:pt x="3771900" y="2246021"/>
                  </a:lnTo>
                  <a:lnTo>
                    <a:pt x="3886200" y="2217040"/>
                  </a:lnTo>
                  <a:lnTo>
                    <a:pt x="4000500" y="2185958"/>
                  </a:lnTo>
                  <a:lnTo>
                    <a:pt x="4114800" y="2152622"/>
                  </a:lnTo>
                  <a:lnTo>
                    <a:pt x="4229100" y="2116869"/>
                  </a:lnTo>
                  <a:lnTo>
                    <a:pt x="4343400" y="2078523"/>
                  </a:lnTo>
                  <a:lnTo>
                    <a:pt x="4457700" y="2037397"/>
                  </a:lnTo>
                  <a:lnTo>
                    <a:pt x="4572000" y="1993289"/>
                  </a:lnTo>
                  <a:lnTo>
                    <a:pt x="4686300" y="1945983"/>
                  </a:lnTo>
                  <a:lnTo>
                    <a:pt x="4800600" y="1895247"/>
                  </a:lnTo>
                  <a:lnTo>
                    <a:pt x="4914900" y="1840832"/>
                  </a:lnTo>
                  <a:lnTo>
                    <a:pt x="5029200" y="1782471"/>
                  </a:lnTo>
                  <a:lnTo>
                    <a:pt x="5143500" y="1719879"/>
                  </a:lnTo>
                  <a:lnTo>
                    <a:pt x="5257800" y="1652748"/>
                  </a:lnTo>
                  <a:lnTo>
                    <a:pt x="5372100" y="1580750"/>
                  </a:lnTo>
                  <a:lnTo>
                    <a:pt x="5486400" y="1503531"/>
                  </a:lnTo>
                  <a:lnTo>
                    <a:pt x="5600700" y="1420714"/>
                  </a:lnTo>
                  <a:lnTo>
                    <a:pt x="5715000" y="1331891"/>
                  </a:lnTo>
                  <a:lnTo>
                    <a:pt x="5829300" y="1236628"/>
                  </a:lnTo>
                  <a:lnTo>
                    <a:pt x="5943600" y="1134458"/>
                  </a:lnTo>
                  <a:lnTo>
                    <a:pt x="6057900" y="1024880"/>
                  </a:lnTo>
                  <a:lnTo>
                    <a:pt x="6172200" y="907356"/>
                  </a:lnTo>
                  <a:lnTo>
                    <a:pt x="6286500" y="781311"/>
                  </a:lnTo>
                  <a:lnTo>
                    <a:pt x="6400800" y="646126"/>
                  </a:lnTo>
                  <a:lnTo>
                    <a:pt x="6515100" y="501140"/>
                  </a:lnTo>
                  <a:lnTo>
                    <a:pt x="6629400" y="345641"/>
                  </a:lnTo>
                  <a:lnTo>
                    <a:pt x="6743700" y="178867"/>
                  </a:lnTo>
                  <a:lnTo>
                    <a:pt x="6858000" y="0"/>
                  </a:lnTo>
                </a:path>
              </a:pathLst>
            </a:custGeom>
            <a:ln w="31750">
              <a:solidFill>
                <a:srgbClr val="070154"/>
              </a:solidFill>
              <a:prstDash val="solid"/>
            </a:ln>
          </p:spPr>
        </p:sp>
        <p:sp>
          <p:nvSpPr>
            <p:cNvPr id="7" name="node01.curve.cap-1"/>
            <p:cNvSpPr/>
            <p:nvPr/>
          </p:nvSpPr>
          <p:spPr>
            <a:xfrm>
              <a:off x="822325" y="5097145"/>
              <a:ext cx="31750" cy="31750"/>
            </a:xfrm>
            <a:prstGeom prst="ellipse">
              <a:avLst/>
            </a:prstGeom>
            <a:solidFill>
              <a:srgbClr val="070154"/>
            </a:solidFill>
            <a:ln>
              <a:noFill/>
            </a:ln>
          </p:spPr>
        </p:sp>
        <p:sp>
          <p:nvSpPr>
            <p:cNvPr id="8" name="node01.curve.cap-2"/>
            <p:cNvSpPr/>
            <p:nvPr/>
          </p:nvSpPr>
          <p:spPr>
            <a:xfrm>
              <a:off x="7680325" y="2491105"/>
              <a:ext cx="31750" cy="31750"/>
            </a:xfrm>
            <a:prstGeom prst="ellipse">
              <a:avLst/>
            </a:prstGeom>
            <a:solidFill>
              <a:srgbClr val="070154"/>
            </a:solidFill>
            <a:ln>
              <a:noFill/>
            </a:ln>
          </p:spPr>
        </p:sp>
        <p:sp>
          <p:nvSpPr>
            <p:cNvPr id="9" name="node01.arrow-1"/>
            <p:cNvSpPr/>
            <p:nvPr/>
          </p:nvSpPr>
          <p:spPr>
            <a:xfrm>
              <a:off x="7685502" y="2506980"/>
              <a:ext cx="10698" cy="126549"/>
            </a:xfrm>
            <a:custGeom>
              <a:avLst/>
              <a:gdLst/>
              <a:ahLst/>
              <a:cxnLst/>
              <a:rect l="l" t="t" r="r" b="b"/>
              <a:pathLst>
                <a:path w="10698" h="126549">
                  <a:moveTo>
                    <a:pt x="10698" y="0"/>
                  </a:moveTo>
                  <a:lnTo>
                    <a:pt x="0" y="126549"/>
                  </a:lnTo>
                </a:path>
              </a:pathLst>
            </a:custGeom>
            <a:ln w="31750">
              <a:solidFill>
                <a:srgbClr val="070154"/>
              </a:solidFill>
              <a:prstDash val="solid"/>
            </a:ln>
          </p:spPr>
        </p:sp>
        <p:sp>
          <p:nvSpPr>
            <p:cNvPr id="10" name="node01.arrow-1.cap-1"/>
            <p:cNvSpPr/>
            <p:nvPr/>
          </p:nvSpPr>
          <p:spPr>
            <a:xfrm>
              <a:off x="7680325" y="2491105"/>
              <a:ext cx="31750" cy="31750"/>
            </a:xfrm>
            <a:prstGeom prst="ellipse">
              <a:avLst/>
            </a:prstGeom>
            <a:solidFill>
              <a:srgbClr val="070154"/>
            </a:solidFill>
            <a:ln>
              <a:noFill/>
            </a:ln>
          </p:spPr>
        </p:sp>
        <p:sp>
          <p:nvSpPr>
            <p:cNvPr id="11" name="node01.arrow-1.cap-2"/>
            <p:cNvSpPr/>
            <p:nvPr/>
          </p:nvSpPr>
          <p:spPr>
            <a:xfrm>
              <a:off x="7669627" y="2617654"/>
              <a:ext cx="31750" cy="31750"/>
            </a:xfrm>
            <a:prstGeom prst="ellipse">
              <a:avLst/>
            </a:prstGeom>
            <a:solidFill>
              <a:srgbClr val="070154"/>
            </a:solidFill>
            <a:ln>
              <a:noFill/>
            </a:ln>
          </p:spPr>
        </p:sp>
        <p:sp>
          <p:nvSpPr>
            <p:cNvPr id="12" name="node01.arrow-2"/>
            <p:cNvSpPr/>
            <p:nvPr/>
          </p:nvSpPr>
          <p:spPr>
            <a:xfrm>
              <a:off x="7583933" y="2506980"/>
              <a:ext cx="112267" cy="59373"/>
            </a:xfrm>
            <a:custGeom>
              <a:avLst/>
              <a:gdLst/>
              <a:ahLst/>
              <a:cxnLst/>
              <a:rect l="l" t="t" r="r" b="b"/>
              <a:pathLst>
                <a:path w="112267" h="59373">
                  <a:moveTo>
                    <a:pt x="112267" y="0"/>
                  </a:moveTo>
                  <a:lnTo>
                    <a:pt x="0" y="59373"/>
                  </a:lnTo>
                </a:path>
              </a:pathLst>
            </a:custGeom>
            <a:ln w="31750">
              <a:solidFill>
                <a:srgbClr val="070154"/>
              </a:solidFill>
              <a:prstDash val="solid"/>
            </a:ln>
          </p:spPr>
        </p:sp>
        <p:sp>
          <p:nvSpPr>
            <p:cNvPr id="13" name="node01.arrow-2.cap-1"/>
            <p:cNvSpPr/>
            <p:nvPr/>
          </p:nvSpPr>
          <p:spPr>
            <a:xfrm>
              <a:off x="7680325" y="2491105"/>
              <a:ext cx="31750" cy="31750"/>
            </a:xfrm>
            <a:prstGeom prst="ellipse">
              <a:avLst/>
            </a:prstGeom>
            <a:solidFill>
              <a:srgbClr val="070154"/>
            </a:solidFill>
            <a:ln>
              <a:noFill/>
            </a:ln>
          </p:spPr>
        </p:sp>
        <p:sp>
          <p:nvSpPr>
            <p:cNvPr id="14" name="node01.arrow-2.cap-2"/>
            <p:cNvSpPr/>
            <p:nvPr/>
          </p:nvSpPr>
          <p:spPr>
            <a:xfrm>
              <a:off x="7568058" y="2550478"/>
              <a:ext cx="31750" cy="31750"/>
            </a:xfrm>
            <a:prstGeom prst="ellipse">
              <a:avLst/>
            </a:prstGeom>
            <a:solidFill>
              <a:srgbClr val="070154"/>
            </a:solidFill>
            <a:ln>
              <a:noFill/>
            </a:ln>
          </p:spPr>
        </p:sp>
        <p:sp>
          <p:nvSpPr>
            <p:cNvPr id="15" name="node01.axis"/>
            <p:cNvSpPr/>
            <p:nvPr/>
          </p:nvSpPr>
          <p:spPr>
            <a:xfrm>
              <a:off x="838200" y="5562600"/>
              <a:ext cx="6858000" cy="0"/>
            </a:xfrm>
            <a:custGeom>
              <a:avLst/>
              <a:gdLst/>
              <a:ahLst/>
              <a:cxnLst/>
              <a:rect l="l" t="t" r="r" b="b"/>
              <a:pathLst>
                <a:path w="6858000">
                  <a:moveTo>
                    <a:pt x="0" y="0"/>
                  </a:moveTo>
                  <a:lnTo>
                    <a:pt x="6858000" y="0"/>
                  </a:lnTo>
                </a:path>
              </a:pathLst>
            </a:custGeom>
            <a:ln w="12700">
              <a:solidFill>
                <a:srgbClr val="070154"/>
              </a:solidFill>
              <a:prstDash val="solid"/>
            </a:ln>
          </p:spPr>
        </p:sp>
        <p:sp>
          <p:nvSpPr>
            <p:cNvPr id="16" name="node01.axis.arrow"/>
            <p:cNvSpPr/>
            <p:nvPr/>
          </p:nvSpPr>
          <p:spPr>
            <a:xfrm>
              <a:off x="7607300" y="5511800"/>
              <a:ext cx="88900" cy="101600"/>
            </a:xfrm>
            <a:custGeom>
              <a:avLst/>
              <a:gdLst/>
              <a:ahLst/>
              <a:cxnLst/>
              <a:rect l="l" t="t" r="r" b="b"/>
              <a:pathLst>
                <a:path w="88900" h="101600">
                  <a:moveTo>
                    <a:pt x="0" y="0"/>
                  </a:moveTo>
                  <a:lnTo>
                    <a:pt x="88900" y="50800"/>
                  </a:lnTo>
                  <a:lnTo>
                    <a:pt x="0" y="101600"/>
                  </a:lnTo>
                </a:path>
              </a:pathLst>
            </a:custGeom>
            <a:ln w="12700">
              <a:solidFill>
                <a:srgbClr val="070154"/>
              </a:solidFill>
              <a:prstDash val="solid"/>
            </a:ln>
          </p:spPr>
        </p:sp>
        <p:sp>
          <p:nvSpPr>
            <p:cNvPr id="17" name="node01.axis.label-bg"/>
            <p:cNvSpPr/>
            <p:nvPr/>
          </p:nvSpPr>
          <p:spPr>
            <a:xfrm>
              <a:off x="3124200" y="5486400"/>
              <a:ext cx="2286000" cy="171450"/>
            </a:xfrm>
            <a:prstGeom prst="rect">
              <a:avLst/>
            </a:prstGeom>
            <a:solidFill>
              <a:srgbClr val="FFFFFF"/>
            </a:solidFill>
            <a:ln>
              <a:noFill/>
            </a:ln>
          </p:spPr>
        </p:sp>
        <p:sp>
          <p:nvSpPr>
            <p:cNvPr id="18" name="node01.axis.label"/>
            <p:cNvSpPr/>
            <p:nvPr/>
          </p:nvSpPr>
          <p:spPr>
            <a:xfrm>
              <a:off x="3124200" y="5486400"/>
              <a:ext cx="2286000" cy="17145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SemiBold"/>
                  <a:ea typeface="IBM Plex Mono SemiBold"/>
                  <a:cs typeface="IBM Plex Mono SemiBold"/>
                </a:rPr>
                <a:t>INCREASING MATURITY</a:t>
              </a:r>
              <a:endParaRPr lang="en-US" sz="900" spc="54" kern="0" b="0" i="0" dirty="0">
                <a:solidFill>
                  <a:srgbClr val="070154"/>
                </a:solidFill>
                <a:latin typeface="IBM Plex Mono SemiBold"/>
                <a:ea typeface="IBM Plex Mono SemiBold"/>
                <a:cs typeface="IBM Plex Mono SemiBold"/>
              </a:endParaRPr>
            </a:p>
          </p:txBody>
        </p:sp>
        <p:sp>
          <p:nvSpPr>
            <p:cNvPr id="19" name="node01.stages.source-001.circle"/>
            <p:cNvSpPr/>
            <p:nvPr/>
          </p:nvSpPr>
          <p:spPr>
            <a:xfrm>
              <a:off x="1109980" y="4961950"/>
              <a:ext cx="279400" cy="279400"/>
            </a:xfrm>
            <a:prstGeom prst="ellipse">
              <a:avLst/>
            </a:prstGeom>
            <a:solidFill>
              <a:srgbClr val="FFFFFF"/>
            </a:solidFill>
            <a:ln w="25400">
              <a:solidFill>
                <a:srgbClr val="070154"/>
              </a:solidFill>
              <a:prstDash val="solid"/>
            </a:ln>
          </p:spPr>
        </p:sp>
        <p:sp>
          <p:nvSpPr>
            <p:cNvPr id="20" name="node01.stages.source-001.number"/>
            <p:cNvSpPr/>
            <p:nvPr/>
          </p:nvSpPr>
          <p:spPr>
            <a:xfrm>
              <a:off x="1122680" y="4949250"/>
              <a:ext cx="254000" cy="304800"/>
            </a:xfrm>
            <a:prstGeom prst="rect">
              <a:avLst/>
            </a:prstGeom>
            <a:noFill/>
            <a:ln/>
          </p:spPr>
          <p:txBody>
            <a:bodyPr wrap="square" lIns="0" tIns="0" rIns="0" bIns="0" rtlCol="0" anchor="ctr"/>
            <a:lstStyle/>
            <a:p>
              <a:pPr algn="ctr" indent="0" marL="0">
                <a:lnSpc>
                  <a:spcPts val="1100"/>
                </a:lnSpc>
                <a:buNone/>
              </a:pPr>
              <a:r>
                <a:rPr lang="en-US" sz="1100" spc="0" kern="0" b="0" i="0" dirty="0">
                  <a:solidFill>
                    <a:srgbClr val="070154"/>
                  </a:solidFill>
                  <a:latin typeface="IBM Plex Mono SemiBold"/>
                  <a:ea typeface="IBM Plex Mono SemiBold"/>
                  <a:cs typeface="IBM Plex Mono SemiBold"/>
                </a:rPr>
                <a:t>1</a:t>
              </a:r>
              <a:endParaRPr lang="en-US" sz="1100" spc="0" kern="0" b="0" i="0" dirty="0">
                <a:solidFill>
                  <a:srgbClr val="070154"/>
                </a:solidFill>
                <a:latin typeface="IBM Plex Mono SemiBold"/>
                <a:ea typeface="IBM Plex Mono SemiBold"/>
                <a:cs typeface="IBM Plex Mono SemiBold"/>
              </a:endParaRPr>
            </a:p>
          </p:txBody>
        </p:sp>
        <p:sp>
          <p:nvSpPr>
            <p:cNvPr id="21" name="node01.stages.source-001.tick"/>
            <p:cNvSpPr/>
            <p:nvPr/>
          </p:nvSpPr>
          <p:spPr>
            <a:xfrm>
              <a:off x="1243330" y="4720650"/>
              <a:ext cx="12700" cy="228600"/>
            </a:xfrm>
            <a:prstGeom prst="rect">
              <a:avLst/>
            </a:prstGeom>
            <a:solidFill>
              <a:srgbClr val="070154"/>
            </a:solidFill>
            <a:ln>
              <a:noFill/>
            </a:ln>
          </p:spPr>
        </p:sp>
        <p:sp>
          <p:nvSpPr>
            <p:cNvPr id="22" name="node01.stages.source-001.label"/>
            <p:cNvSpPr/>
            <p:nvPr/>
          </p:nvSpPr>
          <p:spPr>
            <a:xfrm>
              <a:off x="1097280" y="4219000"/>
              <a:ext cx="1447800" cy="17145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SemiBold"/>
                  <a:ea typeface="IBM Plex Mono SemiBold"/>
                  <a:cs typeface="IBM Plex Mono SemiBold"/>
                </a:rPr>
                <a:t>AD HOC</a:t>
              </a:r>
              <a:endParaRPr lang="en-US" sz="900" spc="54" kern="0" b="0" i="0" dirty="0">
                <a:solidFill>
                  <a:srgbClr val="0047FF"/>
                </a:solidFill>
                <a:latin typeface="IBM Plex Mono SemiBold"/>
                <a:ea typeface="IBM Plex Mono SemiBold"/>
                <a:cs typeface="IBM Plex Mono SemiBold"/>
              </a:endParaRPr>
            </a:p>
          </p:txBody>
        </p:sp>
        <p:sp>
          <p:nvSpPr>
            <p:cNvPr id="23" name="node01.stages.source-001.text"/>
            <p:cNvSpPr/>
            <p:nvPr/>
          </p:nvSpPr>
          <p:spPr>
            <a:xfrm>
              <a:off x="1097280" y="4441250"/>
              <a:ext cx="1447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Varies by person.</a:t>
              </a:r>
              <a:endParaRPr lang="en-US" sz="1200" spc="0" kern="0" b="0" i="0" dirty="0">
                <a:solidFill>
                  <a:srgbClr val="070154"/>
                </a:solidFill>
                <a:latin typeface="IBM Plex Sans"/>
                <a:ea typeface="IBM Plex Sans"/>
                <a:cs typeface="IBM Plex Sans"/>
              </a:endParaRPr>
            </a:p>
          </p:txBody>
        </p:sp>
        <p:sp>
          <p:nvSpPr>
            <p:cNvPr id="24" name="node01.stages.source-002.circle"/>
            <p:cNvSpPr/>
            <p:nvPr/>
          </p:nvSpPr>
          <p:spPr>
            <a:xfrm>
              <a:off x="2893060" y="4860870"/>
              <a:ext cx="279400" cy="279400"/>
            </a:xfrm>
            <a:prstGeom prst="ellipse">
              <a:avLst/>
            </a:prstGeom>
            <a:solidFill>
              <a:srgbClr val="FFFFFF"/>
            </a:solidFill>
            <a:ln w="25400">
              <a:solidFill>
                <a:srgbClr val="070154"/>
              </a:solidFill>
              <a:prstDash val="solid"/>
            </a:ln>
          </p:spPr>
        </p:sp>
        <p:sp>
          <p:nvSpPr>
            <p:cNvPr id="25" name="node01.stages.source-002.number"/>
            <p:cNvSpPr/>
            <p:nvPr/>
          </p:nvSpPr>
          <p:spPr>
            <a:xfrm>
              <a:off x="2905760" y="4848170"/>
              <a:ext cx="254000" cy="304800"/>
            </a:xfrm>
            <a:prstGeom prst="rect">
              <a:avLst/>
            </a:prstGeom>
            <a:noFill/>
            <a:ln/>
          </p:spPr>
          <p:txBody>
            <a:bodyPr wrap="square" lIns="0" tIns="0" rIns="0" bIns="0" rtlCol="0" anchor="ctr"/>
            <a:lstStyle/>
            <a:p>
              <a:pPr algn="ctr" indent="0" marL="0">
                <a:lnSpc>
                  <a:spcPts val="1100"/>
                </a:lnSpc>
                <a:buNone/>
              </a:pPr>
              <a:r>
                <a:rPr lang="en-US" sz="1100" spc="0" kern="0" b="0" i="0" dirty="0">
                  <a:solidFill>
                    <a:srgbClr val="070154"/>
                  </a:solidFill>
                  <a:latin typeface="IBM Plex Mono SemiBold"/>
                  <a:ea typeface="IBM Plex Mono SemiBold"/>
                  <a:cs typeface="IBM Plex Mono SemiBold"/>
                </a:rPr>
                <a:t>2</a:t>
              </a:r>
              <a:endParaRPr lang="en-US" sz="1100" spc="0" kern="0" b="0" i="0" dirty="0">
                <a:solidFill>
                  <a:srgbClr val="070154"/>
                </a:solidFill>
                <a:latin typeface="IBM Plex Mono SemiBold"/>
                <a:ea typeface="IBM Plex Mono SemiBold"/>
                <a:cs typeface="IBM Plex Mono SemiBold"/>
              </a:endParaRPr>
            </a:p>
          </p:txBody>
        </p:sp>
        <p:sp>
          <p:nvSpPr>
            <p:cNvPr id="26" name="node01.stages.source-002.tick"/>
            <p:cNvSpPr/>
            <p:nvPr/>
          </p:nvSpPr>
          <p:spPr>
            <a:xfrm>
              <a:off x="3026410" y="4619570"/>
              <a:ext cx="12700" cy="228600"/>
            </a:xfrm>
            <a:prstGeom prst="rect">
              <a:avLst/>
            </a:prstGeom>
            <a:solidFill>
              <a:srgbClr val="070154"/>
            </a:solidFill>
            <a:ln>
              <a:noFill/>
            </a:ln>
          </p:spPr>
        </p:sp>
        <p:sp>
          <p:nvSpPr>
            <p:cNvPr id="27" name="node01.stages.source-002.label"/>
            <p:cNvSpPr/>
            <p:nvPr/>
          </p:nvSpPr>
          <p:spPr>
            <a:xfrm>
              <a:off x="2880360" y="4117920"/>
              <a:ext cx="1447800" cy="17145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SemiBold"/>
                  <a:ea typeface="IBM Plex Mono SemiBold"/>
                  <a:cs typeface="IBM Plex Mono SemiBold"/>
                </a:rPr>
                <a:t>DEFINED</a:t>
              </a:r>
              <a:endParaRPr lang="en-US" sz="900" spc="54" kern="0" b="0" i="0" dirty="0">
                <a:solidFill>
                  <a:srgbClr val="0047FF"/>
                </a:solidFill>
                <a:latin typeface="IBM Plex Mono SemiBold"/>
                <a:ea typeface="IBM Plex Mono SemiBold"/>
                <a:cs typeface="IBM Plex Mono SemiBold"/>
              </a:endParaRPr>
            </a:p>
          </p:txBody>
        </p:sp>
        <p:sp>
          <p:nvSpPr>
            <p:cNvPr id="28" name="node01.stages.source-002.text"/>
            <p:cNvSpPr/>
            <p:nvPr/>
          </p:nvSpPr>
          <p:spPr>
            <a:xfrm>
              <a:off x="2880360" y="4340170"/>
              <a:ext cx="1447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Written standards.</a:t>
              </a:r>
              <a:endParaRPr lang="en-US" sz="1200" spc="0" kern="0" b="0" i="0" dirty="0">
                <a:solidFill>
                  <a:srgbClr val="070154"/>
                </a:solidFill>
                <a:latin typeface="IBM Plex Sans"/>
                <a:ea typeface="IBM Plex Sans"/>
                <a:cs typeface="IBM Plex Sans"/>
              </a:endParaRPr>
            </a:p>
          </p:txBody>
        </p:sp>
        <p:sp>
          <p:nvSpPr>
            <p:cNvPr id="29" name="node01.stages.source-003.circle"/>
            <p:cNvSpPr/>
            <p:nvPr/>
          </p:nvSpPr>
          <p:spPr>
            <a:xfrm>
              <a:off x="4676140" y="4559630"/>
              <a:ext cx="279400" cy="279400"/>
            </a:xfrm>
            <a:prstGeom prst="ellipse">
              <a:avLst/>
            </a:prstGeom>
            <a:solidFill>
              <a:srgbClr val="FFFFFF"/>
            </a:solidFill>
            <a:ln w="25400">
              <a:solidFill>
                <a:srgbClr val="070154"/>
              </a:solidFill>
              <a:prstDash val="solid"/>
            </a:ln>
          </p:spPr>
        </p:sp>
        <p:sp>
          <p:nvSpPr>
            <p:cNvPr id="30" name="node01.stages.source-003.number"/>
            <p:cNvSpPr/>
            <p:nvPr/>
          </p:nvSpPr>
          <p:spPr>
            <a:xfrm>
              <a:off x="4688840" y="4546930"/>
              <a:ext cx="254000" cy="304800"/>
            </a:xfrm>
            <a:prstGeom prst="rect">
              <a:avLst/>
            </a:prstGeom>
            <a:noFill/>
            <a:ln/>
          </p:spPr>
          <p:txBody>
            <a:bodyPr wrap="square" lIns="0" tIns="0" rIns="0" bIns="0" rtlCol="0" anchor="ctr"/>
            <a:lstStyle/>
            <a:p>
              <a:pPr algn="ctr" indent="0" marL="0">
                <a:lnSpc>
                  <a:spcPts val="1100"/>
                </a:lnSpc>
                <a:buNone/>
              </a:pPr>
              <a:r>
                <a:rPr lang="en-US" sz="1100" spc="0" kern="0" b="0" i="0" dirty="0">
                  <a:solidFill>
                    <a:srgbClr val="070154"/>
                  </a:solidFill>
                  <a:latin typeface="IBM Plex Mono SemiBold"/>
                  <a:ea typeface="IBM Plex Mono SemiBold"/>
                  <a:cs typeface="IBM Plex Mono SemiBold"/>
                </a:rPr>
                <a:t>3</a:t>
              </a:r>
              <a:endParaRPr lang="en-US" sz="1100" spc="0" kern="0" b="0" i="0" dirty="0">
                <a:solidFill>
                  <a:srgbClr val="070154"/>
                </a:solidFill>
                <a:latin typeface="IBM Plex Mono SemiBold"/>
                <a:ea typeface="IBM Plex Mono SemiBold"/>
                <a:cs typeface="IBM Plex Mono SemiBold"/>
              </a:endParaRPr>
            </a:p>
          </p:txBody>
        </p:sp>
        <p:sp>
          <p:nvSpPr>
            <p:cNvPr id="31" name="node01.stages.source-003.tick"/>
            <p:cNvSpPr/>
            <p:nvPr/>
          </p:nvSpPr>
          <p:spPr>
            <a:xfrm>
              <a:off x="4809490" y="3810330"/>
              <a:ext cx="12700" cy="736600"/>
            </a:xfrm>
            <a:prstGeom prst="rect">
              <a:avLst/>
            </a:prstGeom>
            <a:solidFill>
              <a:srgbClr val="070154"/>
            </a:solidFill>
            <a:ln>
              <a:noFill/>
            </a:ln>
          </p:spPr>
        </p:sp>
        <p:sp>
          <p:nvSpPr>
            <p:cNvPr id="32" name="node01.stages.source-003.label"/>
            <p:cNvSpPr/>
            <p:nvPr/>
          </p:nvSpPr>
          <p:spPr>
            <a:xfrm>
              <a:off x="3876040" y="3308680"/>
              <a:ext cx="1447800" cy="171450"/>
            </a:xfrm>
            <a:prstGeom prst="rect">
              <a:avLst/>
            </a:prstGeom>
            <a:noFill/>
            <a:ln/>
          </p:spPr>
          <p:txBody>
            <a:bodyPr wrap="square" lIns="0" tIns="0" rIns="0" bIns="0" rtlCol="0" anchor="t"/>
            <a:lstStyle/>
            <a:p>
              <a:pPr algn="r" indent="0" marL="0">
                <a:lnSpc>
                  <a:spcPts val="1200"/>
                </a:lnSpc>
                <a:buNone/>
              </a:pPr>
              <a:r>
                <a:rPr lang="en-US" sz="900" spc="54" kern="0" b="0" i="0" dirty="0">
                  <a:solidFill>
                    <a:srgbClr val="0047FF"/>
                  </a:solidFill>
                  <a:latin typeface="IBM Plex Mono SemiBold"/>
                  <a:ea typeface="IBM Plex Mono SemiBold"/>
                  <a:cs typeface="IBM Plex Mono SemiBold"/>
                </a:rPr>
                <a:t>MANAGED</a:t>
              </a:r>
              <a:endParaRPr lang="en-US" sz="900" spc="54" kern="0" b="0" i="0" dirty="0">
                <a:solidFill>
                  <a:srgbClr val="0047FF"/>
                </a:solidFill>
                <a:latin typeface="IBM Plex Mono SemiBold"/>
                <a:ea typeface="IBM Plex Mono SemiBold"/>
                <a:cs typeface="IBM Plex Mono SemiBold"/>
              </a:endParaRPr>
            </a:p>
          </p:txBody>
        </p:sp>
        <p:sp>
          <p:nvSpPr>
            <p:cNvPr id="33" name="node01.stages.source-003.text"/>
            <p:cNvSpPr/>
            <p:nvPr/>
          </p:nvSpPr>
          <p:spPr>
            <a:xfrm>
              <a:off x="3876040" y="3530930"/>
              <a:ext cx="1447800" cy="228600"/>
            </a:xfrm>
            <a:prstGeom prst="rect">
              <a:avLst/>
            </a:prstGeom>
            <a:noFill/>
            <a:ln/>
          </p:spPr>
          <p:txBody>
            <a:bodyPr wrap="square" lIns="0" tIns="0" rIns="0" bIns="0" rtlCol="0" anchor="t"/>
            <a:lstStyle/>
            <a:p>
              <a:pPr algn="r" indent="0" marL="0">
                <a:lnSpc>
                  <a:spcPts val="1800"/>
                </a:lnSpc>
                <a:buNone/>
              </a:pPr>
              <a:r>
                <a:rPr lang="en-US" sz="1200" spc="0" kern="0" b="0" i="0" dirty="0">
                  <a:solidFill>
                    <a:srgbClr val="070154"/>
                  </a:solidFill>
                  <a:latin typeface="IBM Plex Sans"/>
                  <a:ea typeface="IBM Plex Sans"/>
                  <a:cs typeface="IBM Plex Sans"/>
                </a:rPr>
                <a:t>Measured results.</a:t>
              </a:r>
              <a:endParaRPr lang="en-US" sz="1200" spc="0" kern="0" b="0" i="0" dirty="0">
                <a:solidFill>
                  <a:srgbClr val="070154"/>
                </a:solidFill>
                <a:latin typeface="IBM Plex Sans"/>
                <a:ea typeface="IBM Plex Sans"/>
                <a:cs typeface="IBM Plex Sans"/>
              </a:endParaRPr>
            </a:p>
          </p:txBody>
        </p:sp>
        <p:sp>
          <p:nvSpPr>
            <p:cNvPr id="34" name="node01.stages.source-004.circle"/>
            <p:cNvSpPr/>
            <p:nvPr/>
          </p:nvSpPr>
          <p:spPr>
            <a:xfrm>
              <a:off x="6322060" y="3770723"/>
              <a:ext cx="279400" cy="279400"/>
            </a:xfrm>
            <a:prstGeom prst="ellipse">
              <a:avLst/>
            </a:prstGeom>
            <a:solidFill>
              <a:srgbClr val="FFFFFF"/>
            </a:solidFill>
            <a:ln w="25400">
              <a:solidFill>
                <a:srgbClr val="070154"/>
              </a:solidFill>
              <a:prstDash val="solid"/>
            </a:ln>
          </p:spPr>
        </p:sp>
        <p:sp>
          <p:nvSpPr>
            <p:cNvPr id="35" name="node01.stages.source-004.number"/>
            <p:cNvSpPr/>
            <p:nvPr/>
          </p:nvSpPr>
          <p:spPr>
            <a:xfrm>
              <a:off x="6334760" y="3758023"/>
              <a:ext cx="254000" cy="304800"/>
            </a:xfrm>
            <a:prstGeom prst="rect">
              <a:avLst/>
            </a:prstGeom>
            <a:noFill/>
            <a:ln/>
          </p:spPr>
          <p:txBody>
            <a:bodyPr wrap="square" lIns="0" tIns="0" rIns="0" bIns="0" rtlCol="0" anchor="ctr"/>
            <a:lstStyle/>
            <a:p>
              <a:pPr algn="ctr" indent="0" marL="0">
                <a:lnSpc>
                  <a:spcPts val="1100"/>
                </a:lnSpc>
                <a:buNone/>
              </a:pPr>
              <a:r>
                <a:rPr lang="en-US" sz="1100" spc="0" kern="0" b="0" i="0" dirty="0">
                  <a:solidFill>
                    <a:srgbClr val="070154"/>
                  </a:solidFill>
                  <a:latin typeface="IBM Plex Mono SemiBold"/>
                  <a:ea typeface="IBM Plex Mono SemiBold"/>
                  <a:cs typeface="IBM Plex Mono SemiBold"/>
                </a:rPr>
                <a:t>4</a:t>
              </a:r>
              <a:endParaRPr lang="en-US" sz="1100" spc="0" kern="0" b="0" i="0" dirty="0">
                <a:solidFill>
                  <a:srgbClr val="070154"/>
                </a:solidFill>
                <a:latin typeface="IBM Plex Mono SemiBold"/>
                <a:ea typeface="IBM Plex Mono SemiBold"/>
                <a:cs typeface="IBM Plex Mono SemiBold"/>
              </a:endParaRPr>
            </a:p>
          </p:txBody>
        </p:sp>
        <p:sp>
          <p:nvSpPr>
            <p:cNvPr id="36" name="node01.stages.source-004.tick"/>
            <p:cNvSpPr/>
            <p:nvPr/>
          </p:nvSpPr>
          <p:spPr>
            <a:xfrm>
              <a:off x="6455410" y="3021423"/>
              <a:ext cx="12700" cy="736600"/>
            </a:xfrm>
            <a:prstGeom prst="rect">
              <a:avLst/>
            </a:prstGeom>
            <a:solidFill>
              <a:srgbClr val="070154"/>
            </a:solidFill>
            <a:ln>
              <a:noFill/>
            </a:ln>
          </p:spPr>
        </p:sp>
        <p:sp>
          <p:nvSpPr>
            <p:cNvPr id="37" name="node01.stages.source-004.label"/>
            <p:cNvSpPr/>
            <p:nvPr/>
          </p:nvSpPr>
          <p:spPr>
            <a:xfrm>
              <a:off x="5521960" y="2519773"/>
              <a:ext cx="1447800" cy="171450"/>
            </a:xfrm>
            <a:prstGeom prst="rect">
              <a:avLst/>
            </a:prstGeom>
            <a:noFill/>
            <a:ln/>
          </p:spPr>
          <p:txBody>
            <a:bodyPr wrap="square" lIns="0" tIns="0" rIns="0" bIns="0" rtlCol="0" anchor="t"/>
            <a:lstStyle/>
            <a:p>
              <a:pPr algn="r" indent="0" marL="0">
                <a:lnSpc>
                  <a:spcPts val="1200"/>
                </a:lnSpc>
                <a:buNone/>
              </a:pPr>
              <a:r>
                <a:rPr lang="en-US" sz="900" spc="54" kern="0" b="0" i="0" dirty="0">
                  <a:solidFill>
                    <a:srgbClr val="0047FF"/>
                  </a:solidFill>
                  <a:latin typeface="IBM Plex Mono SemiBold"/>
                  <a:ea typeface="IBM Plex Mono SemiBold"/>
                  <a:cs typeface="IBM Plex Mono SemiBold"/>
                </a:rPr>
                <a:t>OPTIMIZED</a:t>
              </a:r>
              <a:endParaRPr lang="en-US" sz="900" spc="54" kern="0" b="0" i="0" dirty="0">
                <a:solidFill>
                  <a:srgbClr val="0047FF"/>
                </a:solidFill>
                <a:latin typeface="IBM Plex Mono SemiBold"/>
                <a:ea typeface="IBM Plex Mono SemiBold"/>
                <a:cs typeface="IBM Plex Mono SemiBold"/>
              </a:endParaRPr>
            </a:p>
          </p:txBody>
        </p:sp>
        <p:sp>
          <p:nvSpPr>
            <p:cNvPr id="38" name="node01.stages.source-004.text"/>
            <p:cNvSpPr/>
            <p:nvPr/>
          </p:nvSpPr>
          <p:spPr>
            <a:xfrm>
              <a:off x="5521960" y="2742023"/>
              <a:ext cx="1447800" cy="228600"/>
            </a:xfrm>
            <a:prstGeom prst="rect">
              <a:avLst/>
            </a:prstGeom>
            <a:noFill/>
            <a:ln/>
          </p:spPr>
          <p:txBody>
            <a:bodyPr wrap="square" lIns="0" tIns="0" rIns="0" bIns="0" rtlCol="0" anchor="t"/>
            <a:lstStyle/>
            <a:p>
              <a:pPr algn="r" indent="0" marL="0">
                <a:lnSpc>
                  <a:spcPts val="1800"/>
                </a:lnSpc>
                <a:buNone/>
              </a:pPr>
              <a:r>
                <a:rPr lang="en-US" sz="1200" spc="0" kern="0" b="0" i="0" dirty="0">
                  <a:solidFill>
                    <a:srgbClr val="070154"/>
                  </a:solidFill>
                  <a:latin typeface="IBM Plex Sans"/>
                  <a:ea typeface="IBM Plex Sans"/>
                  <a:cs typeface="IBM Plex Sans"/>
                </a:rPr>
                <a:t>Shared learning.</a:t>
              </a:r>
              <a:endParaRPr lang="en-US" sz="1200" spc="0" kern="0" b="0" i="0" dirty="0">
                <a:solidFill>
                  <a:srgbClr val="070154"/>
                </a:solidFill>
                <a:latin typeface="IBM Plex Sans"/>
                <a:ea typeface="IBM Plex Sans"/>
                <a:cs typeface="IBM Plex Sans"/>
              </a:endParaRPr>
            </a:p>
          </p:txBody>
        </p:sp>
        <p:sp>
          <p:nvSpPr>
            <p:cNvPr id="39" name="node01.inflection"/>
            <p:cNvSpPr/>
            <p:nvPr/>
          </p:nvSpPr>
          <p:spPr>
            <a:xfrm>
              <a:off x="3418840" y="5207330"/>
              <a:ext cx="1397000" cy="171450"/>
            </a:xfrm>
            <a:prstGeom prst="rect">
              <a:avLst/>
            </a:prstGeom>
            <a:noFill/>
            <a:ln/>
          </p:spPr>
          <p:txBody>
            <a:bodyPr wrap="square" lIns="0" tIns="0" rIns="0" bIns="0" rtlCol="0" anchor="t"/>
            <a:lstStyle/>
            <a:p>
              <a:pPr algn="r" indent="0" marL="0">
                <a:lnSpc>
                  <a:spcPts val="1200"/>
                </a:lnSpc>
                <a:buNone/>
              </a:pPr>
              <a:r>
                <a:rPr lang="en-US" sz="900" spc="54" kern="0" b="0" i="0" dirty="0">
                  <a:solidFill>
                    <a:srgbClr val="F900D3"/>
                  </a:solidFill>
                  <a:latin typeface="IBM Plex Mono SemiBold"/>
                  <a:ea typeface="IBM Plex Mono SemiBold"/>
                  <a:cs typeface="IBM Plex Mono SemiBold"/>
                </a:rPr>
                <a:t>INFLECTION</a:t>
              </a:r>
              <a:endParaRPr lang="en-US" sz="900" spc="54" kern="0" b="0" i="0" dirty="0">
                <a:solidFill>
                  <a:srgbClr val="F900D3"/>
                </a:solidFill>
                <a:latin typeface="IBM Plex Mono SemiBold"/>
                <a:ea typeface="IBM Plex Mono SemiBold"/>
                <a:cs typeface="IBM Plex Mono SemiBold"/>
              </a:endParaRPr>
            </a:p>
          </p:txBody>
        </p:sp>
      </p:grpSp>
      <p:grpSp>
        <p:nvGrpSpPr>
          <p:cNvPr id="53" name="node02"/>
          <p:cNvGrpSpPr/>
          <p:nvPr/>
        </p:nvGrpSpPr>
        <p:grpSpPr>
          <a:xfrm>
            <a:off x="8039100" y="457200"/>
            <a:ext cx="3429000" cy="1600200"/>
            <a:chOff x="8039100" y="457200"/>
            <a:chExt cx="3429000" cy="1600200"/>
          </a:xfrm>
        </p:grpSpPr>
        <p:sp>
          <p:nvSpPr>
            <p:cNvPr id="40" name="node02.container"/>
            <p:cNvSpPr/>
            <p:nvPr/>
          </p:nvSpPr>
          <p:spPr>
            <a:xfrm>
              <a:off x="8039100" y="457200"/>
              <a:ext cx="3429000" cy="1600200"/>
            </a:xfrm>
            <a:prstGeom prst="rect">
              <a:avLst/>
            </a:prstGeom>
            <a:solidFill>
              <a:srgbClr val="E8EEF8"/>
            </a:solidFill>
            <a:ln>
              <a:noFill/>
            </a:ln>
          </p:spPr>
        </p:sp>
        <p:sp>
          <p:nvSpPr>
            <p:cNvPr id="41" name="node02.label"/>
            <p:cNvSpPr/>
            <p:nvPr/>
          </p:nvSpPr>
          <p:spPr>
            <a:xfrm>
              <a:off x="8191500" y="609600"/>
              <a:ext cx="3124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INSIGHT 1</a:t>
              </a:r>
              <a:endParaRPr lang="en-US" sz="900" spc="54" kern="0" b="0" i="0" dirty="0">
                <a:solidFill>
                  <a:srgbClr val="0047FF"/>
                </a:solidFill>
                <a:latin typeface="IBM Plex Mono Medium"/>
                <a:ea typeface="IBM Plex Mono Medium"/>
                <a:cs typeface="IBM Plex Mono Medium"/>
              </a:endParaRPr>
            </a:p>
          </p:txBody>
        </p:sp>
        <p:sp>
          <p:nvSpPr>
            <p:cNvPr id="42" name="node02.title"/>
            <p:cNvSpPr/>
            <p:nvPr/>
          </p:nvSpPr>
          <p:spPr>
            <a:xfrm>
              <a:off x="8191500" y="800100"/>
              <a:ext cx="3124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Medium"/>
                  <a:ea typeface="IBM Plex Mono Medium"/>
                  <a:cs typeface="IBM Plex Mono Medium"/>
                </a:rPr>
                <a:t>HABITS COME FIRST</a:t>
              </a:r>
              <a:endParaRPr lang="en-US" sz="900" spc="54" kern="0" b="0" i="0" dirty="0">
                <a:solidFill>
                  <a:srgbClr val="070154"/>
                </a:solidFill>
                <a:latin typeface="IBM Plex Mono Medium"/>
                <a:ea typeface="IBM Plex Mono Medium"/>
                <a:cs typeface="IBM Plex Mono Medium"/>
              </a:endParaRPr>
            </a:p>
          </p:txBody>
        </p:sp>
        <p:sp>
          <p:nvSpPr>
            <p:cNvPr id="43" name="node02.body.item-001.paragraph"/>
            <p:cNvSpPr/>
            <p:nvPr/>
          </p:nvSpPr>
          <p:spPr>
            <a:xfrm>
              <a:off x="8191500" y="1066800"/>
              <a:ext cx="31242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Early stages cost effort and show little; hold the line until stage three.</a:t>
              </a:r>
              <a:endParaRPr lang="en-US" sz="1200" spc="0" kern="0" b="0" i="0" dirty="0">
                <a:solidFill>
                  <a:srgbClr val="50658E"/>
                </a:solidFill>
                <a:latin typeface="IBM Plex Sans"/>
                <a:ea typeface="IBM Plex Sans"/>
                <a:cs typeface="IBM Plex Sans"/>
              </a:endParaRPr>
            </a:p>
          </p:txBody>
        </p:sp>
      </p:grpSp>
      <p:grpSp>
        <p:nvGrpSpPr>
          <p:cNvPr id="54" name="node03"/>
          <p:cNvGrpSpPr/>
          <p:nvPr/>
        </p:nvGrpSpPr>
        <p:grpSpPr>
          <a:xfrm>
            <a:off x="8039100" y="2286000"/>
            <a:ext cx="3429000" cy="1600200"/>
            <a:chOff x="8039100" y="2286000"/>
            <a:chExt cx="3429000" cy="1600200"/>
          </a:xfrm>
        </p:grpSpPr>
        <p:sp>
          <p:nvSpPr>
            <p:cNvPr id="44" name="node03.container"/>
            <p:cNvSpPr/>
            <p:nvPr/>
          </p:nvSpPr>
          <p:spPr>
            <a:xfrm>
              <a:off x="8039100" y="2286000"/>
              <a:ext cx="3429000" cy="1600200"/>
            </a:xfrm>
            <a:prstGeom prst="rect">
              <a:avLst/>
            </a:prstGeom>
            <a:solidFill>
              <a:srgbClr val="E8EEF8"/>
            </a:solidFill>
            <a:ln>
              <a:noFill/>
            </a:ln>
          </p:spPr>
        </p:sp>
        <p:sp>
          <p:nvSpPr>
            <p:cNvPr id="45" name="node03.label"/>
            <p:cNvSpPr/>
            <p:nvPr/>
          </p:nvSpPr>
          <p:spPr>
            <a:xfrm>
              <a:off x="8191500" y="2438400"/>
              <a:ext cx="3124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INSIGHT 2</a:t>
              </a:r>
              <a:endParaRPr lang="en-US" sz="900" spc="54" kern="0" b="0" i="0" dirty="0">
                <a:solidFill>
                  <a:srgbClr val="0047FF"/>
                </a:solidFill>
                <a:latin typeface="IBM Plex Mono Medium"/>
                <a:ea typeface="IBM Plex Mono Medium"/>
                <a:cs typeface="IBM Plex Mono Medium"/>
              </a:endParaRPr>
            </a:p>
          </p:txBody>
        </p:sp>
        <p:sp>
          <p:nvSpPr>
            <p:cNvPr id="46" name="node03.title"/>
            <p:cNvSpPr/>
            <p:nvPr/>
          </p:nvSpPr>
          <p:spPr>
            <a:xfrm>
              <a:off x="8191500" y="2628900"/>
              <a:ext cx="3124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Medium"/>
                  <a:ea typeface="IBM Plex Mono Medium"/>
                  <a:cs typeface="IBM Plex Mono Medium"/>
                </a:rPr>
                <a:t>STANDARDS UNLOCK SCALE</a:t>
              </a:r>
              <a:endParaRPr lang="en-US" sz="900" spc="54" kern="0" b="0" i="0" dirty="0">
                <a:solidFill>
                  <a:srgbClr val="070154"/>
                </a:solidFill>
                <a:latin typeface="IBM Plex Mono Medium"/>
                <a:ea typeface="IBM Plex Mono Medium"/>
                <a:cs typeface="IBM Plex Mono Medium"/>
              </a:endParaRPr>
            </a:p>
          </p:txBody>
        </p:sp>
        <p:sp>
          <p:nvSpPr>
            <p:cNvPr id="47" name="node03.body.item-001.paragraph"/>
            <p:cNvSpPr/>
            <p:nvPr/>
          </p:nvSpPr>
          <p:spPr>
            <a:xfrm>
              <a:off x="8191500" y="2895600"/>
              <a:ext cx="31242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A shared method is the inflection that makes later gains compound.</a:t>
              </a:r>
              <a:endParaRPr lang="en-US" sz="1200" spc="0" kern="0" b="0" i="0" dirty="0">
                <a:solidFill>
                  <a:srgbClr val="50658E"/>
                </a:solidFill>
                <a:latin typeface="IBM Plex Sans"/>
                <a:ea typeface="IBM Plex Sans"/>
                <a:cs typeface="IBM Plex Sans"/>
              </a:endParaRPr>
            </a:p>
          </p:txBody>
        </p:sp>
      </p:grpSp>
      <p:grpSp>
        <p:nvGrpSpPr>
          <p:cNvPr id="55" name="node04"/>
          <p:cNvGrpSpPr/>
          <p:nvPr/>
        </p:nvGrpSpPr>
        <p:grpSpPr>
          <a:xfrm>
            <a:off x="8039100" y="4114800"/>
            <a:ext cx="3429000" cy="1600200"/>
            <a:chOff x="8039100" y="4114800"/>
            <a:chExt cx="3429000" cy="1600200"/>
          </a:xfrm>
        </p:grpSpPr>
        <p:sp>
          <p:nvSpPr>
            <p:cNvPr id="48" name="node04.container"/>
            <p:cNvSpPr/>
            <p:nvPr/>
          </p:nvSpPr>
          <p:spPr>
            <a:xfrm>
              <a:off x="8039100" y="4114800"/>
              <a:ext cx="3429000" cy="1600200"/>
            </a:xfrm>
            <a:prstGeom prst="rect">
              <a:avLst/>
            </a:prstGeom>
            <a:solidFill>
              <a:srgbClr val="E8EEF8"/>
            </a:solidFill>
            <a:ln>
              <a:noFill/>
            </a:ln>
          </p:spPr>
        </p:sp>
        <p:sp>
          <p:nvSpPr>
            <p:cNvPr id="49" name="node04.label"/>
            <p:cNvSpPr/>
            <p:nvPr/>
          </p:nvSpPr>
          <p:spPr>
            <a:xfrm>
              <a:off x="8191500" y="4267200"/>
              <a:ext cx="3124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INSIGHT 3</a:t>
              </a:r>
              <a:endParaRPr lang="en-US" sz="900" spc="54" kern="0" b="0" i="0" dirty="0">
                <a:solidFill>
                  <a:srgbClr val="0047FF"/>
                </a:solidFill>
                <a:latin typeface="IBM Plex Mono Medium"/>
                <a:ea typeface="IBM Plex Mono Medium"/>
                <a:cs typeface="IBM Plex Mono Medium"/>
              </a:endParaRPr>
            </a:p>
          </p:txBody>
        </p:sp>
        <p:sp>
          <p:nvSpPr>
            <p:cNvPr id="50" name="node04.title"/>
            <p:cNvSpPr/>
            <p:nvPr/>
          </p:nvSpPr>
          <p:spPr>
            <a:xfrm>
              <a:off x="8191500" y="4457700"/>
              <a:ext cx="3124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Medium"/>
                  <a:ea typeface="IBM Plex Mono Medium"/>
                  <a:cs typeface="IBM Plex Mono Medium"/>
                </a:rPr>
                <a:t>MEASURES CLOSE THE LOOP</a:t>
              </a:r>
              <a:endParaRPr lang="en-US" sz="900" spc="54" kern="0" b="0" i="0" dirty="0">
                <a:solidFill>
                  <a:srgbClr val="070154"/>
                </a:solidFill>
                <a:latin typeface="IBM Plex Mono Medium"/>
                <a:ea typeface="IBM Plex Mono Medium"/>
                <a:cs typeface="IBM Plex Mono Medium"/>
              </a:endParaRPr>
            </a:p>
          </p:txBody>
        </p:sp>
        <p:sp>
          <p:nvSpPr>
            <p:cNvPr id="51" name="node04.body.item-001.paragraph"/>
            <p:cNvSpPr/>
            <p:nvPr/>
          </p:nvSpPr>
          <p:spPr>
            <a:xfrm>
              <a:off x="8191500" y="4724400"/>
              <a:ext cx="31242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Optimizing starts when results feed back into the method.</a:t>
              </a:r>
              <a:endParaRPr lang="en-US" sz="1200" spc="0" kern="0" b="0" i="0" dirty="0">
                <a:solidFill>
                  <a:srgbClr val="50658E"/>
                </a:solidFill>
                <a:latin typeface="IBM Plex Sans"/>
                <a:ea typeface="IBM Plex Sans"/>
                <a:cs typeface="IBM Plex Sans"/>
              </a:endParaRPr>
            </a:p>
          </p:txBody>
        </p:sp>
      </p:gr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ource-301">
    <p:spTree>
      <p:nvGrpSpPr>
        <p:cNvPr id="1" name=""/>
        <p:cNvGrpSpPr/>
        <p:nvPr/>
      </p:nvGrpSpPr>
      <p:grpSpPr>
        <a:xfrm>
          <a:off x="0" y="0"/>
          <a:ext cx="0" cy="0"/>
          <a:chOff x="0" y="0"/>
          <a:chExt cx="0" cy="0"/>
        </a:xfrm>
      </p:grpSpPr>
      <p:sp>
        <p:nvSpPr>
          <p:cNvPr id="3" name="eyebrow"/>
          <p:cNvSpPr/>
          <p:nvPr/>
        </p:nvSpPr>
        <p:spPr>
          <a:xfrm>
            <a:off x="723900" y="457200"/>
            <a:ext cx="34290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MATURITY MODEL</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3429000" cy="13716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Most of the gain comes late in the climb</a:t>
            </a:r>
            <a:endParaRPr lang="en-US" sz="2400" spc="-36"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85</a:t>
            </a:fld>
            <a:endParaRPr lang="en-US" sz="700" spc="0" kern="0" b="0" i="0" dirty="0">
              <a:solidFill>
                <a:srgbClr val="070154"/>
              </a:solidFill>
              <a:latin typeface="IBM Plex Mono SemiBold"/>
              <a:ea typeface="IBM Plex Mono SemiBold"/>
              <a:cs typeface="IBM Plex Mono SemiBold"/>
            </a:endParaRPr>
          </a:p>
        </p:txBody>
      </p:sp>
      <p:grpSp>
        <p:nvGrpSpPr>
          <p:cNvPr id="47" name="node01"/>
          <p:cNvGrpSpPr/>
          <p:nvPr/>
        </p:nvGrpSpPr>
        <p:grpSpPr>
          <a:xfrm>
            <a:off x="4479925" y="457200"/>
            <a:ext cx="6905006" cy="5257800"/>
            <a:chOff x="4479925" y="457200"/>
            <a:chExt cx="6905006" cy="5257800"/>
          </a:xfrm>
        </p:grpSpPr>
        <p:sp>
          <p:nvSpPr>
            <p:cNvPr id="6" name="node01.curve"/>
            <p:cNvSpPr/>
            <p:nvPr/>
          </p:nvSpPr>
          <p:spPr>
            <a:xfrm>
              <a:off x="4495800" y="697230"/>
              <a:ext cx="6858000" cy="4320540"/>
            </a:xfrm>
            <a:custGeom>
              <a:avLst/>
              <a:gdLst/>
              <a:ahLst/>
              <a:cxnLst/>
              <a:rect l="l" t="t" r="r" b="b"/>
              <a:pathLst>
                <a:path w="6858000" h="4320540">
                  <a:moveTo>
                    <a:pt x="0" y="4320540"/>
                  </a:moveTo>
                  <a:lnTo>
                    <a:pt x="114300" y="4315771"/>
                  </a:lnTo>
                  <a:lnTo>
                    <a:pt x="228600" y="4310656"/>
                  </a:lnTo>
                  <a:lnTo>
                    <a:pt x="342900" y="4305170"/>
                  </a:lnTo>
                  <a:lnTo>
                    <a:pt x="457200" y="4299286"/>
                  </a:lnTo>
                  <a:lnTo>
                    <a:pt x="571500" y="4292976"/>
                  </a:lnTo>
                  <a:lnTo>
                    <a:pt x="685800" y="4286208"/>
                  </a:lnTo>
                  <a:lnTo>
                    <a:pt x="800100" y="4278949"/>
                  </a:lnTo>
                  <a:lnTo>
                    <a:pt x="914400" y="4271164"/>
                  </a:lnTo>
                  <a:lnTo>
                    <a:pt x="1028700" y="4262815"/>
                  </a:lnTo>
                  <a:lnTo>
                    <a:pt x="1143000" y="4253860"/>
                  </a:lnTo>
                  <a:lnTo>
                    <a:pt x="1257300" y="4244256"/>
                  </a:lnTo>
                  <a:lnTo>
                    <a:pt x="1371600" y="4233956"/>
                  </a:lnTo>
                  <a:lnTo>
                    <a:pt x="1485900" y="4222908"/>
                  </a:lnTo>
                  <a:lnTo>
                    <a:pt x="1600200" y="4211060"/>
                  </a:lnTo>
                  <a:lnTo>
                    <a:pt x="1714500" y="4198352"/>
                  </a:lnTo>
                  <a:lnTo>
                    <a:pt x="1828800" y="4184724"/>
                  </a:lnTo>
                  <a:lnTo>
                    <a:pt x="1943100" y="4170106"/>
                  </a:lnTo>
                  <a:lnTo>
                    <a:pt x="2057400" y="4154430"/>
                  </a:lnTo>
                  <a:lnTo>
                    <a:pt x="2171700" y="4137616"/>
                  </a:lnTo>
                  <a:lnTo>
                    <a:pt x="2286000" y="4119583"/>
                  </a:lnTo>
                  <a:lnTo>
                    <a:pt x="2400300" y="4100243"/>
                  </a:lnTo>
                  <a:lnTo>
                    <a:pt x="2514600" y="4079500"/>
                  </a:lnTo>
                  <a:lnTo>
                    <a:pt x="2628900" y="4057254"/>
                  </a:lnTo>
                  <a:lnTo>
                    <a:pt x="2743200" y="4033394"/>
                  </a:lnTo>
                  <a:lnTo>
                    <a:pt x="2857500" y="4007804"/>
                  </a:lnTo>
                  <a:lnTo>
                    <a:pt x="2971800" y="3980359"/>
                  </a:lnTo>
                  <a:lnTo>
                    <a:pt x="3086100" y="3950924"/>
                  </a:lnTo>
                  <a:lnTo>
                    <a:pt x="3200400" y="3919355"/>
                  </a:lnTo>
                  <a:lnTo>
                    <a:pt x="3314700" y="3885496"/>
                  </a:lnTo>
                  <a:lnTo>
                    <a:pt x="3429000" y="3849183"/>
                  </a:lnTo>
                  <a:lnTo>
                    <a:pt x="3543300" y="3810236"/>
                  </a:lnTo>
                  <a:lnTo>
                    <a:pt x="3657600" y="3768466"/>
                  </a:lnTo>
                  <a:lnTo>
                    <a:pt x="3771900" y="3723667"/>
                  </a:lnTo>
                  <a:lnTo>
                    <a:pt x="3886200" y="3675619"/>
                  </a:lnTo>
                  <a:lnTo>
                    <a:pt x="4000500" y="3624088"/>
                  </a:lnTo>
                  <a:lnTo>
                    <a:pt x="4114800" y="3568820"/>
                  </a:lnTo>
                  <a:lnTo>
                    <a:pt x="4229100" y="3509545"/>
                  </a:lnTo>
                  <a:lnTo>
                    <a:pt x="4343400" y="3445972"/>
                  </a:lnTo>
                  <a:lnTo>
                    <a:pt x="4457700" y="3377790"/>
                  </a:lnTo>
                  <a:lnTo>
                    <a:pt x="4572000" y="3304663"/>
                  </a:lnTo>
                  <a:lnTo>
                    <a:pt x="4686300" y="3226235"/>
                  </a:lnTo>
                  <a:lnTo>
                    <a:pt x="4800600" y="3142119"/>
                  </a:lnTo>
                  <a:lnTo>
                    <a:pt x="4914900" y="3051905"/>
                  </a:lnTo>
                  <a:lnTo>
                    <a:pt x="5029200" y="2955149"/>
                  </a:lnTo>
                  <a:lnTo>
                    <a:pt x="5143500" y="2851378"/>
                  </a:lnTo>
                  <a:lnTo>
                    <a:pt x="5257800" y="2740083"/>
                  </a:lnTo>
                  <a:lnTo>
                    <a:pt x="5372100" y="2620717"/>
                  </a:lnTo>
                  <a:lnTo>
                    <a:pt x="5486400" y="2492697"/>
                  </a:lnTo>
                  <a:lnTo>
                    <a:pt x="5600700" y="2355394"/>
                  </a:lnTo>
                  <a:lnTo>
                    <a:pt x="5715000" y="2208136"/>
                  </a:lnTo>
                  <a:lnTo>
                    <a:pt x="5829300" y="2050200"/>
                  </a:lnTo>
                  <a:lnTo>
                    <a:pt x="5943600" y="1880812"/>
                  </a:lnTo>
                  <a:lnTo>
                    <a:pt x="6057900" y="1699143"/>
                  </a:lnTo>
                  <a:lnTo>
                    <a:pt x="6172200" y="1504301"/>
                  </a:lnTo>
                  <a:lnTo>
                    <a:pt x="6286500" y="1295331"/>
                  </a:lnTo>
                  <a:lnTo>
                    <a:pt x="6400800" y="1071210"/>
                  </a:lnTo>
                  <a:lnTo>
                    <a:pt x="6515100" y="830837"/>
                  </a:lnTo>
                  <a:lnTo>
                    <a:pt x="6629400" y="573036"/>
                  </a:lnTo>
                  <a:lnTo>
                    <a:pt x="6743700" y="296542"/>
                  </a:lnTo>
                  <a:lnTo>
                    <a:pt x="6858000" y="0"/>
                  </a:lnTo>
                </a:path>
              </a:pathLst>
            </a:custGeom>
            <a:ln w="31750">
              <a:solidFill>
                <a:srgbClr val="070154"/>
              </a:solidFill>
              <a:prstDash val="solid"/>
            </a:ln>
          </p:spPr>
        </p:sp>
        <p:sp>
          <p:nvSpPr>
            <p:cNvPr id="7" name="node01.curve.cap-1"/>
            <p:cNvSpPr/>
            <p:nvPr/>
          </p:nvSpPr>
          <p:spPr>
            <a:xfrm>
              <a:off x="4479925" y="5001895"/>
              <a:ext cx="31750" cy="31750"/>
            </a:xfrm>
            <a:prstGeom prst="ellipse">
              <a:avLst/>
            </a:prstGeom>
            <a:solidFill>
              <a:srgbClr val="070154"/>
            </a:solidFill>
            <a:ln>
              <a:noFill/>
            </a:ln>
          </p:spPr>
        </p:sp>
        <p:sp>
          <p:nvSpPr>
            <p:cNvPr id="8" name="node01.curve.cap-2"/>
            <p:cNvSpPr/>
            <p:nvPr/>
          </p:nvSpPr>
          <p:spPr>
            <a:xfrm>
              <a:off x="11337925" y="681355"/>
              <a:ext cx="31750" cy="31750"/>
            </a:xfrm>
            <a:prstGeom prst="ellipse">
              <a:avLst/>
            </a:prstGeom>
            <a:solidFill>
              <a:srgbClr val="070154"/>
            </a:solidFill>
            <a:ln>
              <a:noFill/>
            </a:ln>
          </p:spPr>
        </p:sp>
        <p:sp>
          <p:nvSpPr>
            <p:cNvPr id="9" name="node01.arrow-1"/>
            <p:cNvSpPr/>
            <p:nvPr/>
          </p:nvSpPr>
          <p:spPr>
            <a:xfrm>
              <a:off x="11353800" y="697230"/>
              <a:ext cx="15256" cy="126080"/>
            </a:xfrm>
            <a:custGeom>
              <a:avLst/>
              <a:gdLst/>
              <a:ahLst/>
              <a:cxnLst/>
              <a:rect l="l" t="t" r="r" b="b"/>
              <a:pathLst>
                <a:path w="15256" h="126080">
                  <a:moveTo>
                    <a:pt x="0" y="0"/>
                  </a:moveTo>
                  <a:lnTo>
                    <a:pt x="15256" y="126080"/>
                  </a:lnTo>
                </a:path>
              </a:pathLst>
            </a:custGeom>
            <a:ln w="31750">
              <a:solidFill>
                <a:srgbClr val="070154"/>
              </a:solidFill>
              <a:prstDash val="solid"/>
            </a:ln>
          </p:spPr>
        </p:sp>
        <p:sp>
          <p:nvSpPr>
            <p:cNvPr id="10" name="node01.arrow-1.cap-1"/>
            <p:cNvSpPr/>
            <p:nvPr/>
          </p:nvSpPr>
          <p:spPr>
            <a:xfrm>
              <a:off x="11337925" y="681355"/>
              <a:ext cx="31750" cy="31750"/>
            </a:xfrm>
            <a:prstGeom prst="ellipse">
              <a:avLst/>
            </a:prstGeom>
            <a:solidFill>
              <a:srgbClr val="070154"/>
            </a:solidFill>
            <a:ln>
              <a:noFill/>
            </a:ln>
          </p:spPr>
        </p:sp>
        <p:sp>
          <p:nvSpPr>
            <p:cNvPr id="11" name="node01.arrow-1.cap-2"/>
            <p:cNvSpPr/>
            <p:nvPr/>
          </p:nvSpPr>
          <p:spPr>
            <a:xfrm>
              <a:off x="11353181" y="807435"/>
              <a:ext cx="31750" cy="31750"/>
            </a:xfrm>
            <a:prstGeom prst="ellipse">
              <a:avLst/>
            </a:prstGeom>
            <a:solidFill>
              <a:srgbClr val="070154"/>
            </a:solidFill>
            <a:ln>
              <a:noFill/>
            </a:ln>
          </p:spPr>
        </p:sp>
        <p:sp>
          <p:nvSpPr>
            <p:cNvPr id="12" name="node01.arrow-2"/>
            <p:cNvSpPr/>
            <p:nvPr/>
          </p:nvSpPr>
          <p:spPr>
            <a:xfrm>
              <a:off x="11255950" y="697230"/>
              <a:ext cx="97850" cy="80959"/>
            </a:xfrm>
            <a:custGeom>
              <a:avLst/>
              <a:gdLst/>
              <a:ahLst/>
              <a:cxnLst/>
              <a:rect l="l" t="t" r="r" b="b"/>
              <a:pathLst>
                <a:path w="97850" h="80959">
                  <a:moveTo>
                    <a:pt x="97850" y="0"/>
                  </a:moveTo>
                  <a:lnTo>
                    <a:pt x="0" y="80959"/>
                  </a:lnTo>
                </a:path>
              </a:pathLst>
            </a:custGeom>
            <a:ln w="31750">
              <a:solidFill>
                <a:srgbClr val="070154"/>
              </a:solidFill>
              <a:prstDash val="solid"/>
            </a:ln>
          </p:spPr>
        </p:sp>
        <p:sp>
          <p:nvSpPr>
            <p:cNvPr id="13" name="node01.arrow-2.cap-1"/>
            <p:cNvSpPr/>
            <p:nvPr/>
          </p:nvSpPr>
          <p:spPr>
            <a:xfrm>
              <a:off x="11337925" y="681355"/>
              <a:ext cx="31750" cy="31750"/>
            </a:xfrm>
            <a:prstGeom prst="ellipse">
              <a:avLst/>
            </a:prstGeom>
            <a:solidFill>
              <a:srgbClr val="070154"/>
            </a:solidFill>
            <a:ln>
              <a:noFill/>
            </a:ln>
          </p:spPr>
        </p:sp>
        <p:sp>
          <p:nvSpPr>
            <p:cNvPr id="14" name="node01.arrow-2.cap-2"/>
            <p:cNvSpPr/>
            <p:nvPr/>
          </p:nvSpPr>
          <p:spPr>
            <a:xfrm>
              <a:off x="11240075" y="762314"/>
              <a:ext cx="31750" cy="31750"/>
            </a:xfrm>
            <a:prstGeom prst="ellipse">
              <a:avLst/>
            </a:prstGeom>
            <a:solidFill>
              <a:srgbClr val="070154"/>
            </a:solidFill>
            <a:ln>
              <a:noFill/>
            </a:ln>
          </p:spPr>
        </p:sp>
        <p:sp>
          <p:nvSpPr>
            <p:cNvPr id="15" name="node01.axis"/>
            <p:cNvSpPr/>
            <p:nvPr/>
          </p:nvSpPr>
          <p:spPr>
            <a:xfrm>
              <a:off x="4495800" y="5562600"/>
              <a:ext cx="6858000" cy="0"/>
            </a:xfrm>
            <a:custGeom>
              <a:avLst/>
              <a:gdLst/>
              <a:ahLst/>
              <a:cxnLst/>
              <a:rect l="l" t="t" r="r" b="b"/>
              <a:pathLst>
                <a:path w="6858000">
                  <a:moveTo>
                    <a:pt x="0" y="0"/>
                  </a:moveTo>
                  <a:lnTo>
                    <a:pt x="6858000" y="0"/>
                  </a:lnTo>
                </a:path>
              </a:pathLst>
            </a:custGeom>
            <a:ln w="12700">
              <a:solidFill>
                <a:srgbClr val="070154"/>
              </a:solidFill>
              <a:prstDash val="solid"/>
            </a:ln>
          </p:spPr>
        </p:sp>
        <p:sp>
          <p:nvSpPr>
            <p:cNvPr id="16" name="node01.axis.arrow"/>
            <p:cNvSpPr/>
            <p:nvPr/>
          </p:nvSpPr>
          <p:spPr>
            <a:xfrm>
              <a:off x="11264900" y="5511800"/>
              <a:ext cx="88900" cy="101600"/>
            </a:xfrm>
            <a:custGeom>
              <a:avLst/>
              <a:gdLst/>
              <a:ahLst/>
              <a:cxnLst/>
              <a:rect l="l" t="t" r="r" b="b"/>
              <a:pathLst>
                <a:path w="88900" h="101600">
                  <a:moveTo>
                    <a:pt x="0" y="0"/>
                  </a:moveTo>
                  <a:lnTo>
                    <a:pt x="88900" y="50800"/>
                  </a:lnTo>
                  <a:lnTo>
                    <a:pt x="0" y="101600"/>
                  </a:lnTo>
                </a:path>
              </a:pathLst>
            </a:custGeom>
            <a:ln w="12700">
              <a:solidFill>
                <a:srgbClr val="070154"/>
              </a:solidFill>
              <a:prstDash val="solid"/>
            </a:ln>
          </p:spPr>
        </p:sp>
        <p:sp>
          <p:nvSpPr>
            <p:cNvPr id="17" name="node01.axis.label-bg"/>
            <p:cNvSpPr/>
            <p:nvPr/>
          </p:nvSpPr>
          <p:spPr>
            <a:xfrm>
              <a:off x="6781800" y="5486400"/>
              <a:ext cx="2286000" cy="171450"/>
            </a:xfrm>
            <a:prstGeom prst="rect">
              <a:avLst/>
            </a:prstGeom>
            <a:solidFill>
              <a:srgbClr val="FFFFFF"/>
            </a:solidFill>
            <a:ln>
              <a:noFill/>
            </a:ln>
          </p:spPr>
        </p:sp>
        <p:sp>
          <p:nvSpPr>
            <p:cNvPr id="18" name="node01.axis.label"/>
            <p:cNvSpPr/>
            <p:nvPr/>
          </p:nvSpPr>
          <p:spPr>
            <a:xfrm>
              <a:off x="6781800" y="5486400"/>
              <a:ext cx="2286000" cy="17145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SemiBold"/>
                  <a:ea typeface="IBM Plex Mono SemiBold"/>
                  <a:cs typeface="IBM Plex Mono SemiBold"/>
                </a:rPr>
                <a:t>MATURITY</a:t>
              </a:r>
              <a:endParaRPr lang="en-US" sz="900" spc="54" kern="0" b="0" i="0" dirty="0">
                <a:solidFill>
                  <a:srgbClr val="070154"/>
                </a:solidFill>
                <a:latin typeface="IBM Plex Mono SemiBold"/>
                <a:ea typeface="IBM Plex Mono SemiBold"/>
                <a:cs typeface="IBM Plex Mono SemiBold"/>
              </a:endParaRPr>
            </a:p>
          </p:txBody>
        </p:sp>
        <p:sp>
          <p:nvSpPr>
            <p:cNvPr id="19" name="node01.stages.source-001.circle"/>
            <p:cNvSpPr/>
            <p:nvPr/>
          </p:nvSpPr>
          <p:spPr>
            <a:xfrm>
              <a:off x="4699000" y="4862700"/>
              <a:ext cx="279400" cy="279400"/>
            </a:xfrm>
            <a:prstGeom prst="ellipse">
              <a:avLst/>
            </a:prstGeom>
            <a:solidFill>
              <a:srgbClr val="FFFFFF"/>
            </a:solidFill>
            <a:ln w="25400">
              <a:solidFill>
                <a:srgbClr val="070154"/>
              </a:solidFill>
              <a:prstDash val="solid"/>
            </a:ln>
          </p:spPr>
        </p:sp>
        <p:sp>
          <p:nvSpPr>
            <p:cNvPr id="20" name="node01.stages.source-001.number"/>
            <p:cNvSpPr/>
            <p:nvPr/>
          </p:nvSpPr>
          <p:spPr>
            <a:xfrm>
              <a:off x="4711700" y="4850000"/>
              <a:ext cx="254000" cy="304800"/>
            </a:xfrm>
            <a:prstGeom prst="rect">
              <a:avLst/>
            </a:prstGeom>
            <a:noFill/>
            <a:ln/>
          </p:spPr>
          <p:txBody>
            <a:bodyPr wrap="square" lIns="0" tIns="0" rIns="0" bIns="0" rtlCol="0" anchor="ctr"/>
            <a:lstStyle/>
            <a:p>
              <a:pPr algn="ctr" indent="0" marL="0">
                <a:lnSpc>
                  <a:spcPts val="1100"/>
                </a:lnSpc>
                <a:buNone/>
              </a:pPr>
              <a:r>
                <a:rPr lang="en-US" sz="1100" spc="0" kern="0" b="0" i="0" dirty="0">
                  <a:solidFill>
                    <a:srgbClr val="070154"/>
                  </a:solidFill>
                  <a:latin typeface="IBM Plex Mono SemiBold"/>
                  <a:ea typeface="IBM Plex Mono SemiBold"/>
                  <a:cs typeface="IBM Plex Mono SemiBold"/>
                </a:rPr>
                <a:t>1</a:t>
              </a:r>
              <a:endParaRPr lang="en-US" sz="1100" spc="0" kern="0" b="0" i="0" dirty="0">
                <a:solidFill>
                  <a:srgbClr val="070154"/>
                </a:solidFill>
                <a:latin typeface="IBM Plex Mono SemiBold"/>
                <a:ea typeface="IBM Plex Mono SemiBold"/>
                <a:cs typeface="IBM Plex Mono SemiBold"/>
              </a:endParaRPr>
            </a:p>
          </p:txBody>
        </p:sp>
        <p:sp>
          <p:nvSpPr>
            <p:cNvPr id="21" name="node01.stages.source-001.tick"/>
            <p:cNvSpPr/>
            <p:nvPr/>
          </p:nvSpPr>
          <p:spPr>
            <a:xfrm>
              <a:off x="4832350" y="4621400"/>
              <a:ext cx="12700" cy="228600"/>
            </a:xfrm>
            <a:prstGeom prst="rect">
              <a:avLst/>
            </a:prstGeom>
            <a:solidFill>
              <a:srgbClr val="070154"/>
            </a:solidFill>
            <a:ln>
              <a:noFill/>
            </a:ln>
          </p:spPr>
        </p:sp>
        <p:sp>
          <p:nvSpPr>
            <p:cNvPr id="22" name="node01.stages.source-001.label"/>
            <p:cNvSpPr/>
            <p:nvPr/>
          </p:nvSpPr>
          <p:spPr>
            <a:xfrm>
              <a:off x="4686300" y="4119750"/>
              <a:ext cx="1371600" cy="17145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SemiBold"/>
                  <a:ea typeface="IBM Plex Mono SemiBold"/>
                  <a:cs typeface="IBM Plex Mono SemiBold"/>
                </a:rPr>
                <a:t>AD HOC</a:t>
              </a:r>
              <a:endParaRPr lang="en-US" sz="900" spc="54" kern="0" b="0" i="0" dirty="0">
                <a:solidFill>
                  <a:srgbClr val="0047FF"/>
                </a:solidFill>
                <a:latin typeface="IBM Plex Mono SemiBold"/>
                <a:ea typeface="IBM Plex Mono SemiBold"/>
                <a:cs typeface="IBM Plex Mono SemiBold"/>
              </a:endParaRPr>
            </a:p>
          </p:txBody>
        </p:sp>
        <p:sp>
          <p:nvSpPr>
            <p:cNvPr id="23" name="node01.stages.source-001.text"/>
            <p:cNvSpPr/>
            <p:nvPr/>
          </p:nvSpPr>
          <p:spPr>
            <a:xfrm>
              <a:off x="4686300" y="4342000"/>
              <a:ext cx="1371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Varies by person.</a:t>
              </a:r>
              <a:endParaRPr lang="en-US" sz="1200" spc="0" kern="0" b="0" i="0" dirty="0">
                <a:solidFill>
                  <a:srgbClr val="070154"/>
                </a:solidFill>
                <a:latin typeface="IBM Plex Sans"/>
                <a:ea typeface="IBM Plex Sans"/>
                <a:cs typeface="IBM Plex Sans"/>
              </a:endParaRPr>
            </a:p>
          </p:txBody>
        </p:sp>
        <p:sp>
          <p:nvSpPr>
            <p:cNvPr id="24" name="node01.stages.source-002.circle"/>
            <p:cNvSpPr/>
            <p:nvPr/>
          </p:nvSpPr>
          <p:spPr>
            <a:xfrm>
              <a:off x="6687820" y="4669539"/>
              <a:ext cx="279400" cy="279400"/>
            </a:xfrm>
            <a:prstGeom prst="ellipse">
              <a:avLst/>
            </a:prstGeom>
            <a:solidFill>
              <a:srgbClr val="070154"/>
            </a:solidFill>
            <a:ln w="25400">
              <a:solidFill>
                <a:srgbClr val="070154"/>
              </a:solidFill>
              <a:prstDash val="solid"/>
            </a:ln>
          </p:spPr>
        </p:sp>
        <p:sp>
          <p:nvSpPr>
            <p:cNvPr id="25" name="node01.stages.source-002.number"/>
            <p:cNvSpPr/>
            <p:nvPr/>
          </p:nvSpPr>
          <p:spPr>
            <a:xfrm>
              <a:off x="6700520" y="4656839"/>
              <a:ext cx="254000" cy="304800"/>
            </a:xfrm>
            <a:prstGeom prst="rect">
              <a:avLst/>
            </a:prstGeom>
            <a:noFill/>
            <a:ln/>
          </p:spPr>
          <p:txBody>
            <a:bodyPr wrap="square" lIns="0" tIns="0" rIns="0" bIns="0" rtlCol="0" anchor="ctr"/>
            <a:lstStyle/>
            <a:p>
              <a:pPr algn="ctr" indent="0" marL="0">
                <a:lnSpc>
                  <a:spcPts val="1100"/>
                </a:lnSpc>
                <a:buNone/>
              </a:pPr>
              <a:r>
                <a:rPr lang="en-US" sz="1100" spc="0" kern="0" b="0" i="0" dirty="0">
                  <a:solidFill>
                    <a:srgbClr val="FFFFFF"/>
                  </a:solidFill>
                  <a:latin typeface="IBM Plex Mono SemiBold"/>
                  <a:ea typeface="IBM Plex Mono SemiBold"/>
                  <a:cs typeface="IBM Plex Mono SemiBold"/>
                </a:rPr>
                <a:t>2</a:t>
              </a:r>
              <a:endParaRPr lang="en-US" sz="1100" spc="0" kern="0" b="0" i="0" dirty="0">
                <a:solidFill>
                  <a:srgbClr val="FFFFFF"/>
                </a:solidFill>
                <a:latin typeface="IBM Plex Mono SemiBold"/>
                <a:ea typeface="IBM Plex Mono SemiBold"/>
                <a:cs typeface="IBM Plex Mono SemiBold"/>
              </a:endParaRPr>
            </a:p>
          </p:txBody>
        </p:sp>
        <p:sp>
          <p:nvSpPr>
            <p:cNvPr id="26" name="node01.stages.source-002.tick"/>
            <p:cNvSpPr/>
            <p:nvPr/>
          </p:nvSpPr>
          <p:spPr>
            <a:xfrm>
              <a:off x="6821170" y="4428239"/>
              <a:ext cx="12700" cy="228600"/>
            </a:xfrm>
            <a:prstGeom prst="rect">
              <a:avLst/>
            </a:prstGeom>
            <a:solidFill>
              <a:srgbClr val="070154"/>
            </a:solidFill>
            <a:ln>
              <a:noFill/>
            </a:ln>
          </p:spPr>
        </p:sp>
        <p:sp>
          <p:nvSpPr>
            <p:cNvPr id="27" name="node01.stages.source-002.label"/>
            <p:cNvSpPr/>
            <p:nvPr/>
          </p:nvSpPr>
          <p:spPr>
            <a:xfrm>
              <a:off x="6675120" y="3926589"/>
              <a:ext cx="1371600" cy="17145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SemiBold"/>
                  <a:ea typeface="IBM Plex Mono SemiBold"/>
                  <a:cs typeface="IBM Plex Mono SemiBold"/>
                </a:rPr>
                <a:t>DEFINED</a:t>
              </a:r>
              <a:endParaRPr lang="en-US" sz="900" spc="54" kern="0" b="0" i="0" dirty="0">
                <a:solidFill>
                  <a:srgbClr val="0047FF"/>
                </a:solidFill>
                <a:latin typeface="IBM Plex Mono SemiBold"/>
                <a:ea typeface="IBM Plex Mono SemiBold"/>
                <a:cs typeface="IBM Plex Mono SemiBold"/>
              </a:endParaRPr>
            </a:p>
          </p:txBody>
        </p:sp>
        <p:sp>
          <p:nvSpPr>
            <p:cNvPr id="28" name="node01.stages.source-002.text"/>
            <p:cNvSpPr/>
            <p:nvPr/>
          </p:nvSpPr>
          <p:spPr>
            <a:xfrm>
              <a:off x="6675120" y="4148839"/>
              <a:ext cx="1371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Written standards.</a:t>
              </a:r>
              <a:endParaRPr lang="en-US" sz="1200" spc="0" kern="0" b="0" i="0" dirty="0">
                <a:solidFill>
                  <a:srgbClr val="070154"/>
                </a:solidFill>
                <a:latin typeface="IBM Plex Sans"/>
                <a:ea typeface="IBM Plex Sans"/>
                <a:cs typeface="IBM Plex Sans"/>
              </a:endParaRPr>
            </a:p>
          </p:txBody>
        </p:sp>
        <p:sp>
          <p:nvSpPr>
            <p:cNvPr id="29" name="node01.stages.source-003.circle"/>
            <p:cNvSpPr/>
            <p:nvPr/>
          </p:nvSpPr>
          <p:spPr>
            <a:xfrm>
              <a:off x="8470900" y="4126350"/>
              <a:ext cx="279400" cy="279400"/>
            </a:xfrm>
            <a:prstGeom prst="ellipse">
              <a:avLst/>
            </a:prstGeom>
            <a:solidFill>
              <a:srgbClr val="FFFFFF"/>
            </a:solidFill>
            <a:ln w="25400">
              <a:solidFill>
                <a:srgbClr val="070154"/>
              </a:solidFill>
              <a:prstDash val="solid"/>
            </a:ln>
          </p:spPr>
        </p:sp>
        <p:sp>
          <p:nvSpPr>
            <p:cNvPr id="30" name="node01.stages.source-003.number"/>
            <p:cNvSpPr/>
            <p:nvPr/>
          </p:nvSpPr>
          <p:spPr>
            <a:xfrm>
              <a:off x="8483600" y="4113650"/>
              <a:ext cx="254000" cy="304800"/>
            </a:xfrm>
            <a:prstGeom prst="rect">
              <a:avLst/>
            </a:prstGeom>
            <a:noFill/>
            <a:ln/>
          </p:spPr>
          <p:txBody>
            <a:bodyPr wrap="square" lIns="0" tIns="0" rIns="0" bIns="0" rtlCol="0" anchor="ctr"/>
            <a:lstStyle/>
            <a:p>
              <a:pPr algn="ctr" indent="0" marL="0">
                <a:lnSpc>
                  <a:spcPts val="1100"/>
                </a:lnSpc>
                <a:buNone/>
              </a:pPr>
              <a:r>
                <a:rPr lang="en-US" sz="1100" spc="0" kern="0" b="0" i="0" dirty="0">
                  <a:solidFill>
                    <a:srgbClr val="070154"/>
                  </a:solidFill>
                  <a:latin typeface="IBM Plex Mono SemiBold"/>
                  <a:ea typeface="IBM Plex Mono SemiBold"/>
                  <a:cs typeface="IBM Plex Mono SemiBold"/>
                </a:rPr>
                <a:t>3</a:t>
              </a:r>
              <a:endParaRPr lang="en-US" sz="1100" spc="0" kern="0" b="0" i="0" dirty="0">
                <a:solidFill>
                  <a:srgbClr val="070154"/>
                </a:solidFill>
                <a:latin typeface="IBM Plex Mono SemiBold"/>
                <a:ea typeface="IBM Plex Mono SemiBold"/>
                <a:cs typeface="IBM Plex Mono SemiBold"/>
              </a:endParaRPr>
            </a:p>
          </p:txBody>
        </p:sp>
        <p:sp>
          <p:nvSpPr>
            <p:cNvPr id="31" name="node01.stages.source-003.tick"/>
            <p:cNvSpPr/>
            <p:nvPr/>
          </p:nvSpPr>
          <p:spPr>
            <a:xfrm>
              <a:off x="8604250" y="3377050"/>
              <a:ext cx="12700" cy="736600"/>
            </a:xfrm>
            <a:prstGeom prst="rect">
              <a:avLst/>
            </a:prstGeom>
            <a:solidFill>
              <a:srgbClr val="070154"/>
            </a:solidFill>
            <a:ln>
              <a:noFill/>
            </a:ln>
          </p:spPr>
        </p:sp>
        <p:sp>
          <p:nvSpPr>
            <p:cNvPr id="32" name="node01.stages.source-003.label"/>
            <p:cNvSpPr/>
            <p:nvPr/>
          </p:nvSpPr>
          <p:spPr>
            <a:xfrm>
              <a:off x="7747000" y="2875400"/>
              <a:ext cx="1371600" cy="171450"/>
            </a:xfrm>
            <a:prstGeom prst="rect">
              <a:avLst/>
            </a:prstGeom>
            <a:noFill/>
            <a:ln/>
          </p:spPr>
          <p:txBody>
            <a:bodyPr wrap="square" lIns="0" tIns="0" rIns="0" bIns="0" rtlCol="0" anchor="t"/>
            <a:lstStyle/>
            <a:p>
              <a:pPr algn="r" indent="0" marL="0">
                <a:lnSpc>
                  <a:spcPts val="1200"/>
                </a:lnSpc>
                <a:buNone/>
              </a:pPr>
              <a:r>
                <a:rPr lang="en-US" sz="900" spc="54" kern="0" b="0" i="0" dirty="0">
                  <a:solidFill>
                    <a:srgbClr val="0047FF"/>
                  </a:solidFill>
                  <a:latin typeface="IBM Plex Mono SemiBold"/>
                  <a:ea typeface="IBM Plex Mono SemiBold"/>
                  <a:cs typeface="IBM Plex Mono SemiBold"/>
                </a:rPr>
                <a:t>MANAGED</a:t>
              </a:r>
              <a:endParaRPr lang="en-US" sz="900" spc="54" kern="0" b="0" i="0" dirty="0">
                <a:solidFill>
                  <a:srgbClr val="0047FF"/>
                </a:solidFill>
                <a:latin typeface="IBM Plex Mono SemiBold"/>
                <a:ea typeface="IBM Plex Mono SemiBold"/>
                <a:cs typeface="IBM Plex Mono SemiBold"/>
              </a:endParaRPr>
            </a:p>
          </p:txBody>
        </p:sp>
        <p:sp>
          <p:nvSpPr>
            <p:cNvPr id="33" name="node01.stages.source-003.text"/>
            <p:cNvSpPr/>
            <p:nvPr/>
          </p:nvSpPr>
          <p:spPr>
            <a:xfrm>
              <a:off x="7747000" y="3097650"/>
              <a:ext cx="1371600" cy="228600"/>
            </a:xfrm>
            <a:prstGeom prst="rect">
              <a:avLst/>
            </a:prstGeom>
            <a:noFill/>
            <a:ln/>
          </p:spPr>
          <p:txBody>
            <a:bodyPr wrap="square" lIns="0" tIns="0" rIns="0" bIns="0" rtlCol="0" anchor="t"/>
            <a:lstStyle/>
            <a:p>
              <a:pPr algn="r" indent="0" marL="0">
                <a:lnSpc>
                  <a:spcPts val="1800"/>
                </a:lnSpc>
                <a:buNone/>
              </a:pPr>
              <a:r>
                <a:rPr lang="en-US" sz="1200" spc="0" kern="0" b="0" i="0" dirty="0">
                  <a:solidFill>
                    <a:srgbClr val="070154"/>
                  </a:solidFill>
                  <a:latin typeface="IBM Plex Sans"/>
                  <a:ea typeface="IBM Plex Sans"/>
                  <a:cs typeface="IBM Plex Sans"/>
                </a:rPr>
                <a:t>Measured results.</a:t>
              </a:r>
              <a:endParaRPr lang="en-US" sz="1200" spc="0" kern="0" b="0" i="0" dirty="0">
                <a:solidFill>
                  <a:srgbClr val="070154"/>
                </a:solidFill>
                <a:latin typeface="IBM Plex Sans"/>
                <a:ea typeface="IBM Plex Sans"/>
                <a:cs typeface="IBM Plex Sans"/>
              </a:endParaRPr>
            </a:p>
          </p:txBody>
        </p:sp>
        <p:sp>
          <p:nvSpPr>
            <p:cNvPr id="34" name="node01.stages.source-004.circle"/>
            <p:cNvSpPr/>
            <p:nvPr/>
          </p:nvSpPr>
          <p:spPr>
            <a:xfrm>
              <a:off x="10116820" y="2703815"/>
              <a:ext cx="279400" cy="279400"/>
            </a:xfrm>
            <a:prstGeom prst="ellipse">
              <a:avLst/>
            </a:prstGeom>
            <a:solidFill>
              <a:srgbClr val="FFFFFF"/>
            </a:solidFill>
            <a:ln w="25400">
              <a:solidFill>
                <a:srgbClr val="070154"/>
              </a:solidFill>
              <a:prstDash val="solid"/>
            </a:ln>
          </p:spPr>
        </p:sp>
        <p:sp>
          <p:nvSpPr>
            <p:cNvPr id="35" name="node01.stages.source-004.number"/>
            <p:cNvSpPr/>
            <p:nvPr/>
          </p:nvSpPr>
          <p:spPr>
            <a:xfrm>
              <a:off x="10129520" y="2691115"/>
              <a:ext cx="254000" cy="304800"/>
            </a:xfrm>
            <a:prstGeom prst="rect">
              <a:avLst/>
            </a:prstGeom>
            <a:noFill/>
            <a:ln/>
          </p:spPr>
          <p:txBody>
            <a:bodyPr wrap="square" lIns="0" tIns="0" rIns="0" bIns="0" rtlCol="0" anchor="ctr"/>
            <a:lstStyle/>
            <a:p>
              <a:pPr algn="ctr" indent="0" marL="0">
                <a:lnSpc>
                  <a:spcPts val="1100"/>
                </a:lnSpc>
                <a:buNone/>
              </a:pPr>
              <a:r>
                <a:rPr lang="en-US" sz="1100" spc="0" kern="0" b="0" i="0" dirty="0">
                  <a:solidFill>
                    <a:srgbClr val="070154"/>
                  </a:solidFill>
                  <a:latin typeface="IBM Plex Mono SemiBold"/>
                  <a:ea typeface="IBM Plex Mono SemiBold"/>
                  <a:cs typeface="IBM Plex Mono SemiBold"/>
                </a:rPr>
                <a:t>4</a:t>
              </a:r>
              <a:endParaRPr lang="en-US" sz="1100" spc="0" kern="0" b="0" i="0" dirty="0">
                <a:solidFill>
                  <a:srgbClr val="070154"/>
                </a:solidFill>
                <a:latin typeface="IBM Plex Mono SemiBold"/>
                <a:ea typeface="IBM Plex Mono SemiBold"/>
                <a:cs typeface="IBM Plex Mono SemiBold"/>
              </a:endParaRPr>
            </a:p>
          </p:txBody>
        </p:sp>
        <p:sp>
          <p:nvSpPr>
            <p:cNvPr id="36" name="node01.stages.source-004.tick"/>
            <p:cNvSpPr/>
            <p:nvPr/>
          </p:nvSpPr>
          <p:spPr>
            <a:xfrm>
              <a:off x="10250170" y="1954515"/>
              <a:ext cx="12700" cy="736600"/>
            </a:xfrm>
            <a:prstGeom prst="rect">
              <a:avLst/>
            </a:prstGeom>
            <a:solidFill>
              <a:srgbClr val="070154"/>
            </a:solidFill>
            <a:ln>
              <a:noFill/>
            </a:ln>
          </p:spPr>
        </p:sp>
        <p:sp>
          <p:nvSpPr>
            <p:cNvPr id="37" name="node01.stages.source-004.label"/>
            <p:cNvSpPr/>
            <p:nvPr/>
          </p:nvSpPr>
          <p:spPr>
            <a:xfrm>
              <a:off x="9392920" y="1452865"/>
              <a:ext cx="1371600" cy="171450"/>
            </a:xfrm>
            <a:prstGeom prst="rect">
              <a:avLst/>
            </a:prstGeom>
            <a:noFill/>
            <a:ln/>
          </p:spPr>
          <p:txBody>
            <a:bodyPr wrap="square" lIns="0" tIns="0" rIns="0" bIns="0" rtlCol="0" anchor="t"/>
            <a:lstStyle/>
            <a:p>
              <a:pPr algn="r" indent="0" marL="0">
                <a:lnSpc>
                  <a:spcPts val="1200"/>
                </a:lnSpc>
                <a:buNone/>
              </a:pPr>
              <a:r>
                <a:rPr lang="en-US" sz="900" spc="54" kern="0" b="0" i="0" dirty="0">
                  <a:solidFill>
                    <a:srgbClr val="0047FF"/>
                  </a:solidFill>
                  <a:latin typeface="IBM Plex Mono SemiBold"/>
                  <a:ea typeface="IBM Plex Mono SemiBold"/>
                  <a:cs typeface="IBM Plex Mono SemiBold"/>
                </a:rPr>
                <a:t>OPTIMIZED</a:t>
              </a:r>
              <a:endParaRPr lang="en-US" sz="900" spc="54" kern="0" b="0" i="0" dirty="0">
                <a:solidFill>
                  <a:srgbClr val="0047FF"/>
                </a:solidFill>
                <a:latin typeface="IBM Plex Mono SemiBold"/>
                <a:ea typeface="IBM Plex Mono SemiBold"/>
                <a:cs typeface="IBM Plex Mono SemiBold"/>
              </a:endParaRPr>
            </a:p>
          </p:txBody>
        </p:sp>
        <p:sp>
          <p:nvSpPr>
            <p:cNvPr id="38" name="node01.stages.source-004.text"/>
            <p:cNvSpPr/>
            <p:nvPr/>
          </p:nvSpPr>
          <p:spPr>
            <a:xfrm>
              <a:off x="9392920" y="1675115"/>
              <a:ext cx="1371600" cy="228600"/>
            </a:xfrm>
            <a:prstGeom prst="rect">
              <a:avLst/>
            </a:prstGeom>
            <a:noFill/>
            <a:ln/>
          </p:spPr>
          <p:txBody>
            <a:bodyPr wrap="square" lIns="0" tIns="0" rIns="0" bIns="0" rtlCol="0" anchor="t"/>
            <a:lstStyle/>
            <a:p>
              <a:pPr algn="r" indent="0" marL="0">
                <a:lnSpc>
                  <a:spcPts val="1800"/>
                </a:lnSpc>
                <a:buNone/>
              </a:pPr>
              <a:r>
                <a:rPr lang="en-US" sz="1200" spc="0" kern="0" b="0" i="0" dirty="0">
                  <a:solidFill>
                    <a:srgbClr val="070154"/>
                  </a:solidFill>
                  <a:latin typeface="IBM Plex Sans"/>
                  <a:ea typeface="IBM Plex Sans"/>
                  <a:cs typeface="IBM Plex Sans"/>
                </a:rPr>
                <a:t>Shared learning.</a:t>
              </a:r>
              <a:endParaRPr lang="en-US" sz="1200" spc="0" kern="0" b="0" i="0" dirty="0">
                <a:solidFill>
                  <a:srgbClr val="070154"/>
                </a:solidFill>
                <a:latin typeface="IBM Plex Sans"/>
                <a:ea typeface="IBM Plex Sans"/>
                <a:cs typeface="IBM Plex Sans"/>
              </a:endParaRPr>
            </a:p>
          </p:txBody>
        </p:sp>
      </p:grpSp>
      <p:grpSp>
        <p:nvGrpSpPr>
          <p:cNvPr id="48" name="node02"/>
          <p:cNvGrpSpPr/>
          <p:nvPr/>
        </p:nvGrpSpPr>
        <p:grpSpPr>
          <a:xfrm>
            <a:off x="723900" y="2514600"/>
            <a:ext cx="3429000" cy="304800"/>
            <a:chOff x="723900" y="2514600"/>
            <a:chExt cx="3429000" cy="304800"/>
          </a:xfrm>
        </p:grpSpPr>
        <p:sp>
          <p:nvSpPr>
            <p:cNvPr id="39" name="node02.text"/>
            <p:cNvSpPr/>
            <p:nvPr/>
          </p:nvSpPr>
          <p:spPr>
            <a:xfrm>
              <a:off x="723900" y="2514600"/>
              <a:ext cx="34290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How to read it</a:t>
              </a:r>
              <a:endParaRPr lang="en-US" sz="1800" spc="-18" kern="0" b="0" i="0" dirty="0">
                <a:solidFill>
                  <a:srgbClr val="070154"/>
                </a:solidFill>
                <a:latin typeface="IBM Plex Sans SemiBold"/>
                <a:ea typeface="IBM Plex Sans SemiBold"/>
                <a:cs typeface="IBM Plex Sans SemiBold"/>
              </a:endParaRPr>
            </a:p>
          </p:txBody>
        </p:sp>
      </p:grpSp>
      <p:grpSp>
        <p:nvGrpSpPr>
          <p:cNvPr id="49" name="node03"/>
          <p:cNvGrpSpPr/>
          <p:nvPr/>
        </p:nvGrpSpPr>
        <p:grpSpPr>
          <a:xfrm>
            <a:off x="723900" y="2971800"/>
            <a:ext cx="3429000" cy="800100"/>
            <a:chOff x="723900" y="2971800"/>
            <a:chExt cx="3429000" cy="800100"/>
          </a:xfrm>
        </p:grpSpPr>
        <p:sp>
          <p:nvSpPr>
            <p:cNvPr id="40" name="node03.text"/>
            <p:cNvSpPr/>
            <p:nvPr/>
          </p:nvSpPr>
          <p:spPr>
            <a:xfrm>
              <a:off x="723900" y="2971800"/>
              <a:ext cx="3429000" cy="8001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The curve stays flat while teams build habits, then rises once the practice is shared.</a:t>
              </a:r>
              <a:endParaRPr lang="en-US" sz="1400" spc="0" kern="0" b="0" i="0" dirty="0">
                <a:solidFill>
                  <a:srgbClr val="070154"/>
                </a:solidFill>
                <a:latin typeface="IBM Plex Sans"/>
                <a:ea typeface="IBM Plex Sans"/>
                <a:cs typeface="IBM Plex Sans"/>
              </a:endParaRPr>
            </a:p>
          </p:txBody>
        </p:sp>
      </p:grpSp>
      <p:grpSp>
        <p:nvGrpSpPr>
          <p:cNvPr id="50" name="node04"/>
          <p:cNvGrpSpPr/>
          <p:nvPr/>
        </p:nvGrpSpPr>
        <p:grpSpPr>
          <a:xfrm>
            <a:off x="723900" y="3886200"/>
            <a:ext cx="3429000" cy="762000"/>
            <a:chOff x="723900" y="3886200"/>
            <a:chExt cx="3429000" cy="762000"/>
          </a:xfrm>
        </p:grpSpPr>
        <p:sp>
          <p:nvSpPr>
            <p:cNvPr id="41" name="node04.source-001.bullet"/>
            <p:cNvSpPr/>
            <p:nvPr/>
          </p:nvSpPr>
          <p:spPr>
            <a:xfrm>
              <a:off x="723900" y="3975100"/>
              <a:ext cx="38100" cy="38100"/>
            </a:xfrm>
            <a:prstGeom prst="rect">
              <a:avLst/>
            </a:prstGeom>
            <a:solidFill>
              <a:srgbClr val="070154"/>
            </a:solidFill>
            <a:ln>
              <a:noFill/>
            </a:ln>
          </p:spPr>
        </p:sp>
        <p:sp>
          <p:nvSpPr>
            <p:cNvPr id="42" name="node04.source-001.text"/>
            <p:cNvSpPr/>
            <p:nvPr/>
          </p:nvSpPr>
          <p:spPr>
            <a:xfrm>
              <a:off x="876300" y="38862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Early stages cost effort and show little</a:t>
              </a:r>
              <a:endParaRPr lang="en-US" sz="1200" spc="0" kern="0" b="0" i="0" dirty="0">
                <a:solidFill>
                  <a:srgbClr val="070154"/>
                </a:solidFill>
                <a:latin typeface="IBM Plex Sans"/>
                <a:ea typeface="IBM Plex Sans"/>
                <a:cs typeface="IBM Plex Sans"/>
              </a:endParaRPr>
            </a:p>
          </p:txBody>
        </p:sp>
        <p:sp>
          <p:nvSpPr>
            <p:cNvPr id="43" name="node04.source-002.bullet"/>
            <p:cNvSpPr/>
            <p:nvPr/>
          </p:nvSpPr>
          <p:spPr>
            <a:xfrm>
              <a:off x="723900" y="4241800"/>
              <a:ext cx="38100" cy="38100"/>
            </a:xfrm>
            <a:prstGeom prst="rect">
              <a:avLst/>
            </a:prstGeom>
            <a:solidFill>
              <a:srgbClr val="070154"/>
            </a:solidFill>
            <a:ln>
              <a:noFill/>
            </a:ln>
          </p:spPr>
        </p:sp>
        <p:sp>
          <p:nvSpPr>
            <p:cNvPr id="44" name="node04.source-002.text"/>
            <p:cNvSpPr/>
            <p:nvPr/>
          </p:nvSpPr>
          <p:spPr>
            <a:xfrm>
              <a:off x="876300" y="41529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Stage three is the inflection</a:t>
              </a:r>
              <a:endParaRPr lang="en-US" sz="1200" spc="0" kern="0" b="0" i="0" dirty="0">
                <a:solidFill>
                  <a:srgbClr val="070154"/>
                </a:solidFill>
                <a:latin typeface="IBM Plex Sans"/>
                <a:ea typeface="IBM Plex Sans"/>
                <a:cs typeface="IBM Plex Sans"/>
              </a:endParaRPr>
            </a:p>
          </p:txBody>
        </p:sp>
        <p:sp>
          <p:nvSpPr>
            <p:cNvPr id="45" name="node04.source-003.bullet"/>
            <p:cNvSpPr/>
            <p:nvPr/>
          </p:nvSpPr>
          <p:spPr>
            <a:xfrm>
              <a:off x="723900" y="4508500"/>
              <a:ext cx="38100" cy="38100"/>
            </a:xfrm>
            <a:prstGeom prst="rect">
              <a:avLst/>
            </a:prstGeom>
            <a:solidFill>
              <a:srgbClr val="070154"/>
            </a:solidFill>
            <a:ln>
              <a:noFill/>
            </a:ln>
          </p:spPr>
        </p:sp>
        <p:sp>
          <p:nvSpPr>
            <p:cNvPr id="46" name="node04.source-003.text"/>
            <p:cNvSpPr/>
            <p:nvPr/>
          </p:nvSpPr>
          <p:spPr>
            <a:xfrm>
              <a:off x="876300" y="44196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Northfield is at stage two today</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ource-306">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METHOD OVERVIEW</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One method finds and ranks how work should change</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86</a:t>
            </a:fld>
            <a:endParaRPr lang="en-US" sz="700" spc="0" kern="0" b="0" i="0" dirty="0">
              <a:solidFill>
                <a:srgbClr val="070154"/>
              </a:solidFill>
              <a:latin typeface="IBM Plex Mono SemiBold"/>
              <a:ea typeface="IBM Plex Mono SemiBold"/>
              <a:cs typeface="IBM Plex Mono SemiBold"/>
            </a:endParaRPr>
          </a:p>
        </p:txBody>
      </p:sp>
      <p:grpSp>
        <p:nvGrpSpPr>
          <p:cNvPr id="30" name="node01"/>
          <p:cNvGrpSpPr/>
          <p:nvPr/>
        </p:nvGrpSpPr>
        <p:grpSpPr>
          <a:xfrm>
            <a:off x="723900" y="1600200"/>
            <a:ext cx="5257800" cy="4343400"/>
            <a:chOff x="723900" y="1600200"/>
            <a:chExt cx="5257800" cy="4343400"/>
          </a:xfrm>
        </p:grpSpPr>
        <p:sp>
          <p:nvSpPr>
            <p:cNvPr id="6" name="node01.container"/>
            <p:cNvSpPr/>
            <p:nvPr/>
          </p:nvSpPr>
          <p:spPr>
            <a:xfrm>
              <a:off x="723900" y="1600200"/>
              <a:ext cx="5257800" cy="4343400"/>
            </a:xfrm>
            <a:prstGeom prst="rect">
              <a:avLst/>
            </a:prstGeom>
            <a:solidFill>
              <a:srgbClr val="E8EEF8"/>
            </a:solidFill>
            <a:ln>
              <a:noFill/>
            </a:ln>
          </p:spPr>
        </p:sp>
        <p:sp>
          <p:nvSpPr>
            <p:cNvPr id="7" name="node01.label"/>
            <p:cNvSpPr/>
            <p:nvPr/>
          </p:nvSpPr>
          <p:spPr>
            <a:xfrm>
              <a:off x="952500" y="1828800"/>
              <a:ext cx="4800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PROCESS ANALYSIS ACCELERATOR</a:t>
              </a:r>
              <a:endParaRPr lang="en-US" sz="900" spc="54" kern="0" b="0" i="0" dirty="0">
                <a:solidFill>
                  <a:srgbClr val="0047FF"/>
                </a:solidFill>
                <a:latin typeface="IBM Plex Mono Medium"/>
                <a:ea typeface="IBM Plex Mono Medium"/>
                <a:cs typeface="IBM Plex Mono Medium"/>
              </a:endParaRPr>
            </a:p>
          </p:txBody>
        </p:sp>
        <p:sp>
          <p:nvSpPr>
            <p:cNvPr id="8" name="node01.title"/>
            <p:cNvSpPr/>
            <p:nvPr/>
          </p:nvSpPr>
          <p:spPr>
            <a:xfrm>
              <a:off x="952500" y="2019300"/>
              <a:ext cx="48006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What it is, what you get, why it works</a:t>
              </a:r>
              <a:endParaRPr lang="en-US" sz="1800" spc="-18" kern="0" b="0" i="0" dirty="0">
                <a:solidFill>
                  <a:srgbClr val="070154"/>
                </a:solidFill>
                <a:latin typeface="IBM Plex Sans SemiBold"/>
                <a:ea typeface="IBM Plex Sans SemiBold"/>
                <a:cs typeface="IBM Plex Sans SemiBold"/>
              </a:endParaRPr>
            </a:p>
          </p:txBody>
        </p:sp>
        <p:sp>
          <p:nvSpPr>
            <p:cNvPr id="9" name="node01.body.item-001.label"/>
            <p:cNvSpPr/>
            <p:nvPr/>
          </p:nvSpPr>
          <p:spPr>
            <a:xfrm>
              <a:off x="952500" y="2438400"/>
              <a:ext cx="4800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WHAT IT IS</a:t>
              </a:r>
              <a:endParaRPr lang="en-US" sz="900" spc="54" kern="0" b="0" i="0" dirty="0">
                <a:solidFill>
                  <a:srgbClr val="0047FF"/>
                </a:solidFill>
                <a:latin typeface="IBM Plex Mono Medium"/>
                <a:ea typeface="IBM Plex Mono Medium"/>
                <a:cs typeface="IBM Plex Mono Medium"/>
              </a:endParaRPr>
            </a:p>
          </p:txBody>
        </p:sp>
        <p:sp>
          <p:nvSpPr>
            <p:cNvPr id="10" name="node01.body.item-002.paragraph"/>
            <p:cNvSpPr/>
            <p:nvPr/>
          </p:nvSpPr>
          <p:spPr>
            <a:xfrm>
              <a:off x="952500" y="2628900"/>
              <a:ext cx="48006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A repeatable method that combines process artifacts, operating data, interviews and observation to decide how work should change.</a:t>
              </a:r>
              <a:endParaRPr lang="en-US" sz="1200" spc="0" kern="0" b="0" i="0" dirty="0">
                <a:solidFill>
                  <a:srgbClr val="50658E"/>
                </a:solidFill>
                <a:latin typeface="IBM Plex Sans"/>
                <a:ea typeface="IBM Plex Sans"/>
                <a:cs typeface="IBM Plex Sans"/>
              </a:endParaRPr>
            </a:p>
          </p:txBody>
        </p:sp>
        <p:sp>
          <p:nvSpPr>
            <p:cNvPr id="11" name="node01.body.item-003.label"/>
            <p:cNvSpPr/>
            <p:nvPr/>
          </p:nvSpPr>
          <p:spPr>
            <a:xfrm>
              <a:off x="952500" y="3124200"/>
              <a:ext cx="4800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WHAT YOU GET</a:t>
              </a:r>
              <a:endParaRPr lang="en-US" sz="900" spc="54" kern="0" b="0" i="0" dirty="0">
                <a:solidFill>
                  <a:srgbClr val="0047FF"/>
                </a:solidFill>
                <a:latin typeface="IBM Plex Mono Medium"/>
                <a:ea typeface="IBM Plex Mono Medium"/>
                <a:cs typeface="IBM Plex Mono Medium"/>
              </a:endParaRPr>
            </a:p>
          </p:txBody>
        </p:sp>
        <p:sp>
          <p:nvSpPr>
            <p:cNvPr id="12" name="node01.body.item-004.bullets.item-001.marker"/>
            <p:cNvSpPr/>
            <p:nvPr/>
          </p:nvSpPr>
          <p:spPr>
            <a:xfrm>
              <a:off x="952500" y="3403600"/>
              <a:ext cx="38100" cy="38100"/>
            </a:xfrm>
            <a:prstGeom prst="rect">
              <a:avLst/>
            </a:prstGeom>
            <a:solidFill>
              <a:srgbClr val="070154"/>
            </a:solidFill>
            <a:ln>
              <a:noFill/>
            </a:ln>
          </p:spPr>
        </p:sp>
        <p:sp>
          <p:nvSpPr>
            <p:cNvPr id="13" name="node01.body.item-004.bullets.item-001.text"/>
            <p:cNvSpPr/>
            <p:nvPr/>
          </p:nvSpPr>
          <p:spPr>
            <a:xfrm>
              <a:off x="1104900" y="3314700"/>
              <a:ext cx="4648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Evidence-based view of workflows, handoffs and exceptions</a:t>
              </a:r>
              <a:endParaRPr lang="en-US" sz="1200" spc="0" kern="0" b="0" i="0" dirty="0">
                <a:solidFill>
                  <a:srgbClr val="070154"/>
                </a:solidFill>
                <a:latin typeface="IBM Plex Sans"/>
                <a:ea typeface="IBM Plex Sans"/>
                <a:cs typeface="IBM Plex Sans"/>
              </a:endParaRPr>
            </a:p>
          </p:txBody>
        </p:sp>
        <p:sp>
          <p:nvSpPr>
            <p:cNvPr id="14" name="node01.body.item-004.bullets.item-002.marker"/>
            <p:cNvSpPr/>
            <p:nvPr/>
          </p:nvSpPr>
          <p:spPr>
            <a:xfrm>
              <a:off x="952500" y="3670300"/>
              <a:ext cx="38100" cy="38100"/>
            </a:xfrm>
            <a:prstGeom prst="rect">
              <a:avLst/>
            </a:prstGeom>
            <a:solidFill>
              <a:srgbClr val="070154"/>
            </a:solidFill>
            <a:ln>
              <a:noFill/>
            </a:ln>
          </p:spPr>
        </p:sp>
        <p:sp>
          <p:nvSpPr>
            <p:cNvPr id="15" name="node01.body.item-004.bullets.item-002.text"/>
            <p:cNvSpPr/>
            <p:nvPr/>
          </p:nvSpPr>
          <p:spPr>
            <a:xfrm>
              <a:off x="1104900" y="3581400"/>
              <a:ext cx="4648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Prioritized moves to simplify or automate work</a:t>
              </a:r>
              <a:endParaRPr lang="en-US" sz="1200" spc="0" kern="0" b="0" i="0" dirty="0">
                <a:solidFill>
                  <a:srgbClr val="070154"/>
                </a:solidFill>
                <a:latin typeface="IBM Plex Sans"/>
                <a:ea typeface="IBM Plex Sans"/>
                <a:cs typeface="IBM Plex Sans"/>
              </a:endParaRPr>
            </a:p>
          </p:txBody>
        </p:sp>
        <p:sp>
          <p:nvSpPr>
            <p:cNvPr id="16" name="node01.body.item-004.bullets.item-003.marker"/>
            <p:cNvSpPr/>
            <p:nvPr/>
          </p:nvSpPr>
          <p:spPr>
            <a:xfrm>
              <a:off x="952500" y="3937000"/>
              <a:ext cx="38100" cy="38100"/>
            </a:xfrm>
            <a:prstGeom prst="rect">
              <a:avLst/>
            </a:prstGeom>
            <a:solidFill>
              <a:srgbClr val="070154"/>
            </a:solidFill>
            <a:ln>
              <a:noFill/>
            </a:ln>
          </p:spPr>
        </p:sp>
        <p:sp>
          <p:nvSpPr>
            <p:cNvPr id="17" name="node01.body.item-004.bullets.item-003.text"/>
            <p:cNvSpPr/>
            <p:nvPr/>
          </p:nvSpPr>
          <p:spPr>
            <a:xfrm>
              <a:off x="1104900" y="3848100"/>
              <a:ext cx="4648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Quantified capacity and value, with assumptions</a:t>
              </a:r>
              <a:endParaRPr lang="en-US" sz="1200" spc="0" kern="0" b="0" i="0" dirty="0">
                <a:solidFill>
                  <a:srgbClr val="070154"/>
                </a:solidFill>
                <a:latin typeface="IBM Plex Sans"/>
                <a:ea typeface="IBM Plex Sans"/>
                <a:cs typeface="IBM Plex Sans"/>
              </a:endParaRPr>
            </a:p>
          </p:txBody>
        </p:sp>
        <p:sp>
          <p:nvSpPr>
            <p:cNvPr id="18" name="node01.body.item-004.bullets.item-004.marker"/>
            <p:cNvSpPr/>
            <p:nvPr/>
          </p:nvSpPr>
          <p:spPr>
            <a:xfrm>
              <a:off x="952500" y="4203700"/>
              <a:ext cx="38100" cy="38100"/>
            </a:xfrm>
            <a:prstGeom prst="rect">
              <a:avLst/>
            </a:prstGeom>
            <a:solidFill>
              <a:srgbClr val="070154"/>
            </a:solidFill>
            <a:ln>
              <a:noFill/>
            </a:ln>
          </p:spPr>
        </p:sp>
        <p:sp>
          <p:nvSpPr>
            <p:cNvPr id="19" name="node01.body.item-004.bullets.item-004.text"/>
            <p:cNvSpPr/>
            <p:nvPr/>
          </p:nvSpPr>
          <p:spPr>
            <a:xfrm>
              <a:off x="1104900" y="4114800"/>
              <a:ext cx="4648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Future-state workflows with roles and measures</a:t>
              </a:r>
              <a:endParaRPr lang="en-US" sz="1200" spc="0" kern="0" b="0" i="0" dirty="0">
                <a:solidFill>
                  <a:srgbClr val="070154"/>
                </a:solidFill>
                <a:latin typeface="IBM Plex Sans"/>
                <a:ea typeface="IBM Plex Sans"/>
                <a:cs typeface="IBM Plex Sans"/>
              </a:endParaRPr>
            </a:p>
          </p:txBody>
        </p:sp>
        <p:sp>
          <p:nvSpPr>
            <p:cNvPr id="20" name="node01.body.item-005.label"/>
            <p:cNvSpPr/>
            <p:nvPr/>
          </p:nvSpPr>
          <p:spPr>
            <a:xfrm>
              <a:off x="952500" y="4381500"/>
              <a:ext cx="4800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WHY IT WORKS</a:t>
              </a:r>
              <a:endParaRPr lang="en-US" sz="900" spc="54" kern="0" b="0" i="0" dirty="0">
                <a:solidFill>
                  <a:srgbClr val="0047FF"/>
                </a:solidFill>
                <a:latin typeface="IBM Plex Mono Medium"/>
                <a:ea typeface="IBM Plex Mono Medium"/>
                <a:cs typeface="IBM Plex Mono Medium"/>
              </a:endParaRPr>
            </a:p>
          </p:txBody>
        </p:sp>
        <p:sp>
          <p:nvSpPr>
            <p:cNvPr id="21" name="node01.body.item-006.bullets.item-001.marker"/>
            <p:cNvSpPr/>
            <p:nvPr/>
          </p:nvSpPr>
          <p:spPr>
            <a:xfrm>
              <a:off x="952500" y="4660900"/>
              <a:ext cx="38100" cy="38100"/>
            </a:xfrm>
            <a:prstGeom prst="rect">
              <a:avLst/>
            </a:prstGeom>
            <a:solidFill>
              <a:srgbClr val="070154"/>
            </a:solidFill>
            <a:ln>
              <a:noFill/>
            </a:ln>
          </p:spPr>
        </p:sp>
        <p:sp>
          <p:nvSpPr>
            <p:cNvPr id="22" name="node01.body.item-006.bullets.item-001.text"/>
            <p:cNvSpPr/>
            <p:nvPr/>
          </p:nvSpPr>
          <p:spPr>
            <a:xfrm>
              <a:off x="1104900" y="4572000"/>
              <a:ext cx="4648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Every recommendation grounded in standards</a:t>
              </a:r>
              <a:endParaRPr lang="en-US" sz="1200" spc="0" kern="0" b="0" i="0" dirty="0">
                <a:solidFill>
                  <a:srgbClr val="070154"/>
                </a:solidFill>
                <a:latin typeface="IBM Plex Sans"/>
                <a:ea typeface="IBM Plex Sans"/>
                <a:cs typeface="IBM Plex Sans"/>
              </a:endParaRPr>
            </a:p>
          </p:txBody>
        </p:sp>
        <p:sp>
          <p:nvSpPr>
            <p:cNvPr id="23" name="node01.body.item-006.bullets.item-002.marker"/>
            <p:cNvSpPr/>
            <p:nvPr/>
          </p:nvSpPr>
          <p:spPr>
            <a:xfrm>
              <a:off x="952500" y="4927600"/>
              <a:ext cx="38100" cy="38100"/>
            </a:xfrm>
            <a:prstGeom prst="rect">
              <a:avLst/>
            </a:prstGeom>
            <a:solidFill>
              <a:srgbClr val="070154"/>
            </a:solidFill>
            <a:ln>
              <a:noFill/>
            </a:ln>
          </p:spPr>
        </p:sp>
        <p:sp>
          <p:nvSpPr>
            <p:cNvPr id="24" name="node01.body.item-006.bullets.item-002.text"/>
            <p:cNvSpPr/>
            <p:nvPr/>
          </p:nvSpPr>
          <p:spPr>
            <a:xfrm>
              <a:off x="1104900" y="4838700"/>
              <a:ext cx="4648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Faster discovery through a repeatable method</a:t>
              </a:r>
              <a:endParaRPr lang="en-US" sz="1200" spc="0" kern="0" b="0" i="0" dirty="0">
                <a:solidFill>
                  <a:srgbClr val="070154"/>
                </a:solidFill>
                <a:latin typeface="IBM Plex Sans"/>
                <a:ea typeface="IBM Plex Sans"/>
                <a:cs typeface="IBM Plex Sans"/>
              </a:endParaRPr>
            </a:p>
          </p:txBody>
        </p:sp>
        <p:sp>
          <p:nvSpPr>
            <p:cNvPr id="25" name="node01.body.item-006.bullets.item-003.marker"/>
            <p:cNvSpPr/>
            <p:nvPr/>
          </p:nvSpPr>
          <p:spPr>
            <a:xfrm>
              <a:off x="952500" y="5194300"/>
              <a:ext cx="38100" cy="38100"/>
            </a:xfrm>
            <a:prstGeom prst="rect">
              <a:avLst/>
            </a:prstGeom>
            <a:solidFill>
              <a:srgbClr val="070154"/>
            </a:solidFill>
            <a:ln>
              <a:noFill/>
            </a:ln>
          </p:spPr>
        </p:sp>
        <p:sp>
          <p:nvSpPr>
            <p:cNvPr id="26" name="node01.body.item-006.bullets.item-003.text"/>
            <p:cNvSpPr/>
            <p:nvPr/>
          </p:nvSpPr>
          <p:spPr>
            <a:xfrm>
              <a:off x="1104900" y="5105400"/>
              <a:ext cx="4648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Initiatives linked to adoption and Finance</a:t>
              </a:r>
              <a:endParaRPr lang="en-US" sz="1200" spc="0" kern="0" b="0" i="0" dirty="0">
                <a:solidFill>
                  <a:srgbClr val="070154"/>
                </a:solidFill>
                <a:latin typeface="IBM Plex Sans"/>
                <a:ea typeface="IBM Plex Sans"/>
                <a:cs typeface="IBM Plex Sans"/>
              </a:endParaRPr>
            </a:p>
          </p:txBody>
        </p:sp>
        <p:sp>
          <p:nvSpPr>
            <p:cNvPr id="27" name="node01.body.item-006.bullets.item-004.marker"/>
            <p:cNvSpPr/>
            <p:nvPr/>
          </p:nvSpPr>
          <p:spPr>
            <a:xfrm>
              <a:off x="952500" y="5461000"/>
              <a:ext cx="38100" cy="38100"/>
            </a:xfrm>
            <a:prstGeom prst="rect">
              <a:avLst/>
            </a:prstGeom>
            <a:solidFill>
              <a:srgbClr val="070154"/>
            </a:solidFill>
            <a:ln>
              <a:noFill/>
            </a:ln>
          </p:spPr>
        </p:sp>
        <p:sp>
          <p:nvSpPr>
            <p:cNvPr id="28" name="node01.body.item-006.bullets.item-004.text"/>
            <p:cNvSpPr/>
            <p:nvPr/>
          </p:nvSpPr>
          <p:spPr>
            <a:xfrm>
              <a:off x="1104900" y="5372100"/>
              <a:ext cx="4648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Outputs trace back to source evidence</a:t>
              </a:r>
              <a:endParaRPr lang="en-US" sz="1200" spc="0" kern="0" b="0" i="0" dirty="0">
                <a:solidFill>
                  <a:srgbClr val="070154"/>
                </a:solidFill>
                <a:latin typeface="IBM Plex Sans"/>
                <a:ea typeface="IBM Plex Sans"/>
                <a:cs typeface="IBM Plex Sans"/>
              </a:endParaRPr>
            </a:p>
          </p:txBody>
        </p:sp>
      </p:grpSp>
      <p:grpSp>
        <p:nvGrpSpPr>
          <p:cNvPr id="31" name="node02"/>
          <p:cNvGrpSpPr/>
          <p:nvPr/>
        </p:nvGrpSpPr>
        <p:grpSpPr>
          <a:xfrm>
            <a:off x="6210300" y="1600200"/>
            <a:ext cx="5257800" cy="4089400"/>
            <a:chOff x="6210300" y="1600200"/>
            <a:chExt cx="5257800" cy="4089400"/>
          </a:xfrm>
        </p:grpSpPr>
        <p:graphicFrame>
          <p:nvGraphicFramePr>
            <p:cNvPr id="29" name="node02.native"/>
            <p:cNvGraphicFramePr>
              <a:graphicFrameLocks noGrp="1"/>
            </p:cNvGraphicFramePr>
            <p:nvPr>
              <p:extLst>
                <p:ext uri="{D42A27DB-BD31-4B8C-83A1-F6EECF244321}">
                  <p14:modId xmlns:p14="http://schemas.microsoft.com/office/powerpoint/2010/main" val="1579011935"/>
                </p:ext>
              </p:extLst>
            </p:nvPr>
          </p:nvGraphicFramePr>
          <p:xfrm>
            <a:off x="6210300" y="1600200"/>
            <a:ext cx="5257800" cy="4089400"/>
          </p:xfrm>
          <a:graphic>
            <a:graphicData uri="http://schemas.openxmlformats.org/drawingml/2006/table">
              <a:tbl>
                <a:tblPr/>
                <a:tblGrid>
                  <a:gridCol w="609600"/>
                  <a:gridCol w="1752600"/>
                  <a:gridCol w="2895600"/>
                </a:tblGrid>
                <a:tr h="355600">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STEP</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WHAT HAPPENS</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r>
                <a:tr h="5334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01</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Intake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Scans and registers every available document.</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5334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02</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Process discovery</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Maps the operation into areas and processes.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5334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03</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Current-state analysis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Builds process maps and characteristics.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5334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04</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Pain points and waste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Finds what optimization and AI can address.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5334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05</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Redesign options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Options to eliminate, simplify or automate.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5334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06</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Quantify and prioritize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Scores value, capacity, feasibility and risk.</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5334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07</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Transformation waves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Packages priorities into sequenced initiatives.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bl>
            </a:graphicData>
          </a:graphic>
        </p:graphicFrame>
      </p:gr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ource-310">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CHANGE NETWORK</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Four roles, each with a clear job and a time commitment</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Northfield Health System change plan; sample figures for layout only.</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87</a:t>
            </a:fld>
            <a:endParaRPr lang="en-US" sz="700" spc="0" kern="0" b="0" i="0" dirty="0">
              <a:solidFill>
                <a:srgbClr val="070154"/>
              </a:solidFill>
              <a:latin typeface="IBM Plex Mono SemiBold"/>
              <a:ea typeface="IBM Plex Mono SemiBold"/>
              <a:cs typeface="IBM Plex Mono SemiBold"/>
            </a:endParaRPr>
          </a:p>
        </p:txBody>
      </p:sp>
      <p:grpSp>
        <p:nvGrpSpPr>
          <p:cNvPr id="73" name="node01"/>
          <p:cNvGrpSpPr/>
          <p:nvPr/>
        </p:nvGrpSpPr>
        <p:grpSpPr>
          <a:xfrm>
            <a:off x="723900" y="1600200"/>
            <a:ext cx="10744200" cy="3200400"/>
            <a:chOff x="723900" y="1600200"/>
            <a:chExt cx="10744200" cy="3200400"/>
          </a:xfrm>
        </p:grpSpPr>
        <p:grpSp>
          <p:nvGrpSpPr>
            <p:cNvPr id="69" name="node01.item-001"/>
            <p:cNvGrpSpPr/>
            <p:nvPr/>
          </p:nvGrpSpPr>
          <p:grpSpPr>
            <a:xfrm>
              <a:off x="723900" y="1600200"/>
              <a:ext cx="2514600" cy="3200400"/>
              <a:chOff x="723900" y="1600200"/>
              <a:chExt cx="2514600" cy="3200400"/>
            </a:xfrm>
          </p:grpSpPr>
          <p:sp>
            <p:nvSpPr>
              <p:cNvPr id="7" name="node01.item-001.container"/>
              <p:cNvSpPr/>
              <p:nvPr/>
            </p:nvSpPr>
            <p:spPr>
              <a:xfrm>
                <a:off x="730250" y="1606550"/>
                <a:ext cx="2501900" cy="3187700"/>
              </a:xfrm>
              <a:prstGeom prst="rect">
                <a:avLst/>
              </a:prstGeom>
              <a:solidFill>
                <a:srgbClr val="FFFFFF"/>
              </a:solidFill>
              <a:ln w="12700">
                <a:solidFill>
                  <a:srgbClr val="CED7E6"/>
                </a:solidFill>
                <a:prstDash val="solid"/>
              </a:ln>
            </p:spPr>
          </p:sp>
          <p:sp>
            <p:nvSpPr>
              <p:cNvPr id="8" name="node01.item-001.band"/>
              <p:cNvSpPr/>
              <p:nvPr/>
            </p:nvSpPr>
            <p:spPr>
              <a:xfrm>
                <a:off x="723900" y="1600200"/>
                <a:ext cx="2514600" cy="609600"/>
              </a:xfrm>
              <a:prstGeom prst="rect">
                <a:avLst/>
              </a:prstGeom>
              <a:solidFill>
                <a:srgbClr val="070154"/>
              </a:solidFill>
              <a:ln>
                <a:noFill/>
              </a:ln>
            </p:spPr>
          </p:sp>
          <p:sp>
            <p:nvSpPr>
              <p:cNvPr id="9" name="node01.item-001.number"/>
              <p:cNvSpPr/>
              <p:nvPr/>
            </p:nvSpPr>
            <p:spPr>
              <a:xfrm>
                <a:off x="876300" y="17526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F900D3"/>
                    </a:solidFill>
                    <a:latin typeface="IBM Plex Mono SemiBold"/>
                    <a:ea typeface="IBM Plex Mono SemiBold"/>
                    <a:cs typeface="IBM Plex Mono SemiBold"/>
                  </a:rPr>
                  <a:t>01</a:t>
                </a:r>
                <a:endParaRPr lang="en-US" sz="1800" spc="0" kern="0" b="0" i="0" dirty="0">
                  <a:solidFill>
                    <a:srgbClr val="F900D3"/>
                  </a:solidFill>
                  <a:latin typeface="IBM Plex Mono SemiBold"/>
                  <a:ea typeface="IBM Plex Mono SemiBold"/>
                  <a:cs typeface="IBM Plex Mono SemiBold"/>
                </a:endParaRPr>
              </a:p>
            </p:txBody>
          </p:sp>
          <p:sp>
            <p:nvSpPr>
              <p:cNvPr id="10" name="node01.item-001.title"/>
              <p:cNvSpPr/>
              <p:nvPr/>
            </p:nvSpPr>
            <p:spPr>
              <a:xfrm>
                <a:off x="1276350" y="1752600"/>
                <a:ext cx="180975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FFFFFF"/>
                    </a:solidFill>
                    <a:latin typeface="IBM Plex Sans SemiBold"/>
                    <a:ea typeface="IBM Plex Sans SemiBold"/>
                    <a:cs typeface="IBM Plex Sans SemiBold"/>
                  </a:rPr>
                  <a:t>Sponsor</a:t>
                </a:r>
                <a:endParaRPr lang="en-US" sz="1800" spc="-18" kern="0" b="0" i="0" dirty="0">
                  <a:solidFill>
                    <a:srgbClr val="FFFFFF"/>
                  </a:solidFill>
                  <a:latin typeface="IBM Plex Sans SemiBold"/>
                  <a:ea typeface="IBM Plex Sans SemiBold"/>
                  <a:cs typeface="IBM Plex Sans SemiBold"/>
                </a:endParaRPr>
              </a:p>
            </p:txBody>
          </p:sp>
          <p:sp>
            <p:nvSpPr>
              <p:cNvPr id="11" name="node01.item-001.body.item-001.label"/>
              <p:cNvSpPr/>
              <p:nvPr/>
            </p:nvSpPr>
            <p:spPr>
              <a:xfrm>
                <a:off x="876300" y="2209800"/>
                <a:ext cx="2209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TIME</a:t>
                </a:r>
                <a:endParaRPr lang="en-US" sz="900" spc="54" kern="0" b="0" i="0" dirty="0">
                  <a:solidFill>
                    <a:srgbClr val="0047FF"/>
                  </a:solidFill>
                  <a:latin typeface="IBM Plex Mono Medium"/>
                  <a:ea typeface="IBM Plex Mono Medium"/>
                  <a:cs typeface="IBM Plex Mono Medium"/>
                </a:endParaRPr>
              </a:p>
            </p:txBody>
          </p:sp>
          <p:sp>
            <p:nvSpPr>
              <p:cNvPr id="12" name="node01.item-001.body.item-002.paragraph"/>
              <p:cNvSpPr/>
              <p:nvPr/>
            </p:nvSpPr>
            <p:spPr>
              <a:xfrm>
                <a:off x="876300" y="2400300"/>
                <a:ext cx="2209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2 hours a month</a:t>
                </a:r>
                <a:endParaRPr lang="en-US" sz="1200" spc="0" kern="0" b="0" i="0" dirty="0">
                  <a:solidFill>
                    <a:srgbClr val="50658E"/>
                  </a:solidFill>
                  <a:latin typeface="IBM Plex Sans"/>
                  <a:ea typeface="IBM Plex Sans"/>
                  <a:cs typeface="IBM Plex Sans"/>
                </a:endParaRPr>
              </a:p>
            </p:txBody>
          </p:sp>
          <p:sp>
            <p:nvSpPr>
              <p:cNvPr id="13" name="node01.item-001.body.item-003.label"/>
              <p:cNvSpPr/>
              <p:nvPr/>
            </p:nvSpPr>
            <p:spPr>
              <a:xfrm>
                <a:off x="876300" y="2667000"/>
                <a:ext cx="2209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DOES</a:t>
                </a:r>
                <a:endParaRPr lang="en-US" sz="900" spc="54" kern="0" b="0" i="0" dirty="0">
                  <a:solidFill>
                    <a:srgbClr val="0047FF"/>
                  </a:solidFill>
                  <a:latin typeface="IBM Plex Mono Medium"/>
                  <a:ea typeface="IBM Plex Mono Medium"/>
                  <a:cs typeface="IBM Plex Mono Medium"/>
                </a:endParaRPr>
              </a:p>
            </p:txBody>
          </p:sp>
          <p:sp>
            <p:nvSpPr>
              <p:cNvPr id="14" name="node01.item-001.body.item-004.bullets.item-001.marker"/>
              <p:cNvSpPr/>
              <p:nvPr/>
            </p:nvSpPr>
            <p:spPr>
              <a:xfrm>
                <a:off x="876300" y="2946400"/>
                <a:ext cx="38100" cy="38100"/>
              </a:xfrm>
              <a:prstGeom prst="rect">
                <a:avLst/>
              </a:prstGeom>
              <a:solidFill>
                <a:srgbClr val="070154"/>
              </a:solidFill>
              <a:ln>
                <a:noFill/>
              </a:ln>
            </p:spPr>
          </p:sp>
          <p:sp>
            <p:nvSpPr>
              <p:cNvPr id="15" name="node01.item-001.body.item-004.bullets.item-001.text"/>
              <p:cNvSpPr/>
              <p:nvPr/>
            </p:nvSpPr>
            <p:spPr>
              <a:xfrm>
                <a:off x="1028700" y="2857500"/>
                <a:ext cx="2057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Clears blockers</a:t>
                </a:r>
                <a:endParaRPr lang="en-US" sz="1200" spc="0" kern="0" b="0" i="0" dirty="0">
                  <a:solidFill>
                    <a:srgbClr val="070154"/>
                  </a:solidFill>
                  <a:latin typeface="IBM Plex Sans"/>
                  <a:ea typeface="IBM Plex Sans"/>
                  <a:cs typeface="IBM Plex Sans"/>
                </a:endParaRPr>
              </a:p>
            </p:txBody>
          </p:sp>
          <p:sp>
            <p:nvSpPr>
              <p:cNvPr id="16" name="node01.item-001.body.item-004.bullets.item-002.marker"/>
              <p:cNvSpPr/>
              <p:nvPr/>
            </p:nvSpPr>
            <p:spPr>
              <a:xfrm>
                <a:off x="876300" y="3213100"/>
                <a:ext cx="38100" cy="38100"/>
              </a:xfrm>
              <a:prstGeom prst="rect">
                <a:avLst/>
              </a:prstGeom>
              <a:solidFill>
                <a:srgbClr val="070154"/>
              </a:solidFill>
              <a:ln>
                <a:noFill/>
              </a:ln>
            </p:spPr>
          </p:sp>
          <p:sp>
            <p:nvSpPr>
              <p:cNvPr id="17" name="node01.item-001.body.item-004.bullets.item-002.text"/>
              <p:cNvSpPr/>
              <p:nvPr/>
            </p:nvSpPr>
            <p:spPr>
              <a:xfrm>
                <a:off x="1028700" y="3124200"/>
                <a:ext cx="2057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Speaks at town halls</a:t>
                </a:r>
                <a:endParaRPr lang="en-US" sz="1200" spc="0" kern="0" b="0" i="0" dirty="0">
                  <a:solidFill>
                    <a:srgbClr val="070154"/>
                  </a:solidFill>
                  <a:latin typeface="IBM Plex Sans"/>
                  <a:ea typeface="IBM Plex Sans"/>
                  <a:cs typeface="IBM Plex Sans"/>
                </a:endParaRPr>
              </a:p>
            </p:txBody>
          </p:sp>
          <p:sp>
            <p:nvSpPr>
              <p:cNvPr id="18" name="node01.item-001.body.item-004.bullets.item-003.marker"/>
              <p:cNvSpPr/>
              <p:nvPr/>
            </p:nvSpPr>
            <p:spPr>
              <a:xfrm>
                <a:off x="876300" y="3479800"/>
                <a:ext cx="38100" cy="38100"/>
              </a:xfrm>
              <a:prstGeom prst="rect">
                <a:avLst/>
              </a:prstGeom>
              <a:solidFill>
                <a:srgbClr val="070154"/>
              </a:solidFill>
              <a:ln>
                <a:noFill/>
              </a:ln>
            </p:spPr>
          </p:sp>
          <p:sp>
            <p:nvSpPr>
              <p:cNvPr id="19" name="node01.item-001.body.item-004.bullets.item-003.text"/>
              <p:cNvSpPr/>
              <p:nvPr/>
            </p:nvSpPr>
            <p:spPr>
              <a:xfrm>
                <a:off x="1028700" y="3390900"/>
                <a:ext cx="2057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Owns go/no-go</a:t>
                </a:r>
                <a:endParaRPr lang="en-US" sz="1200" spc="0" kern="0" b="0" i="0" dirty="0">
                  <a:solidFill>
                    <a:srgbClr val="070154"/>
                  </a:solidFill>
                  <a:latin typeface="IBM Plex Sans"/>
                  <a:ea typeface="IBM Plex Sans"/>
                  <a:cs typeface="IBM Plex Sans"/>
                </a:endParaRPr>
              </a:p>
            </p:txBody>
          </p:sp>
          <p:sp>
            <p:nvSpPr>
              <p:cNvPr id="20" name="node01.item-001.body.item-004.bullets.item-004.marker"/>
              <p:cNvSpPr/>
              <p:nvPr/>
            </p:nvSpPr>
            <p:spPr>
              <a:xfrm>
                <a:off x="876300" y="3746500"/>
                <a:ext cx="38100" cy="38100"/>
              </a:xfrm>
              <a:prstGeom prst="rect">
                <a:avLst/>
              </a:prstGeom>
              <a:solidFill>
                <a:srgbClr val="070154"/>
              </a:solidFill>
              <a:ln>
                <a:noFill/>
              </a:ln>
            </p:spPr>
          </p:sp>
          <p:sp>
            <p:nvSpPr>
              <p:cNvPr id="21" name="node01.item-001.body.item-004.bullets.item-004.text"/>
              <p:cNvSpPr/>
              <p:nvPr/>
            </p:nvSpPr>
            <p:spPr>
              <a:xfrm>
                <a:off x="1028700" y="3657600"/>
                <a:ext cx="2057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Reviews adoption monthly</a:t>
                </a:r>
                <a:endParaRPr lang="en-US" sz="1200" spc="0" kern="0" b="0" i="0" dirty="0">
                  <a:solidFill>
                    <a:srgbClr val="070154"/>
                  </a:solidFill>
                  <a:latin typeface="IBM Plex Sans"/>
                  <a:ea typeface="IBM Plex Sans"/>
                  <a:cs typeface="IBM Plex Sans"/>
                </a:endParaRPr>
              </a:p>
            </p:txBody>
          </p:sp>
        </p:grpSp>
        <p:grpSp>
          <p:nvGrpSpPr>
            <p:cNvPr id="70" name="node01.item-002"/>
            <p:cNvGrpSpPr/>
            <p:nvPr/>
          </p:nvGrpSpPr>
          <p:grpSpPr>
            <a:xfrm>
              <a:off x="3467100" y="1600200"/>
              <a:ext cx="2514600" cy="3200400"/>
              <a:chOff x="3467100" y="1600200"/>
              <a:chExt cx="2514600" cy="3200400"/>
            </a:xfrm>
          </p:grpSpPr>
          <p:sp>
            <p:nvSpPr>
              <p:cNvPr id="22" name="node01.item-002.container"/>
              <p:cNvSpPr/>
              <p:nvPr/>
            </p:nvSpPr>
            <p:spPr>
              <a:xfrm>
                <a:off x="3473450" y="1606550"/>
                <a:ext cx="2501900" cy="3187700"/>
              </a:xfrm>
              <a:prstGeom prst="rect">
                <a:avLst/>
              </a:prstGeom>
              <a:solidFill>
                <a:srgbClr val="FFFFFF"/>
              </a:solidFill>
              <a:ln w="12700">
                <a:solidFill>
                  <a:srgbClr val="CED7E6"/>
                </a:solidFill>
                <a:prstDash val="solid"/>
              </a:ln>
            </p:spPr>
          </p:sp>
          <p:sp>
            <p:nvSpPr>
              <p:cNvPr id="23" name="node01.item-002.band"/>
              <p:cNvSpPr/>
              <p:nvPr/>
            </p:nvSpPr>
            <p:spPr>
              <a:xfrm>
                <a:off x="3467100" y="1600200"/>
                <a:ext cx="2514600" cy="609600"/>
              </a:xfrm>
              <a:prstGeom prst="rect">
                <a:avLst/>
              </a:prstGeom>
              <a:solidFill>
                <a:srgbClr val="070154"/>
              </a:solidFill>
              <a:ln>
                <a:noFill/>
              </a:ln>
            </p:spPr>
          </p:sp>
          <p:sp>
            <p:nvSpPr>
              <p:cNvPr id="24" name="node01.item-002.number"/>
              <p:cNvSpPr/>
              <p:nvPr/>
            </p:nvSpPr>
            <p:spPr>
              <a:xfrm>
                <a:off x="3619500" y="17526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F900D3"/>
                    </a:solidFill>
                    <a:latin typeface="IBM Plex Mono SemiBold"/>
                    <a:ea typeface="IBM Plex Mono SemiBold"/>
                    <a:cs typeface="IBM Plex Mono SemiBold"/>
                  </a:rPr>
                  <a:t>02</a:t>
                </a:r>
                <a:endParaRPr lang="en-US" sz="1800" spc="0" kern="0" b="0" i="0" dirty="0">
                  <a:solidFill>
                    <a:srgbClr val="F900D3"/>
                  </a:solidFill>
                  <a:latin typeface="IBM Plex Mono SemiBold"/>
                  <a:ea typeface="IBM Plex Mono SemiBold"/>
                  <a:cs typeface="IBM Plex Mono SemiBold"/>
                </a:endParaRPr>
              </a:p>
            </p:txBody>
          </p:sp>
          <p:sp>
            <p:nvSpPr>
              <p:cNvPr id="25" name="node01.item-002.title"/>
              <p:cNvSpPr/>
              <p:nvPr/>
            </p:nvSpPr>
            <p:spPr>
              <a:xfrm>
                <a:off x="4019550" y="1752600"/>
                <a:ext cx="180975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FFFFFF"/>
                    </a:solidFill>
                    <a:latin typeface="IBM Plex Sans SemiBold"/>
                    <a:ea typeface="IBM Plex Sans SemiBold"/>
                    <a:cs typeface="IBM Plex Sans SemiBold"/>
                  </a:rPr>
                  <a:t>Change lead</a:t>
                </a:r>
                <a:endParaRPr lang="en-US" sz="1800" spc="-18" kern="0" b="0" i="0" dirty="0">
                  <a:solidFill>
                    <a:srgbClr val="FFFFFF"/>
                  </a:solidFill>
                  <a:latin typeface="IBM Plex Sans SemiBold"/>
                  <a:ea typeface="IBM Plex Sans SemiBold"/>
                  <a:cs typeface="IBM Plex Sans SemiBold"/>
                </a:endParaRPr>
              </a:p>
            </p:txBody>
          </p:sp>
          <p:sp>
            <p:nvSpPr>
              <p:cNvPr id="26" name="node01.item-002.body.item-001.label"/>
              <p:cNvSpPr/>
              <p:nvPr/>
            </p:nvSpPr>
            <p:spPr>
              <a:xfrm>
                <a:off x="3619500" y="2209800"/>
                <a:ext cx="2209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TIME</a:t>
                </a:r>
                <a:endParaRPr lang="en-US" sz="900" spc="54" kern="0" b="0" i="0" dirty="0">
                  <a:solidFill>
                    <a:srgbClr val="0047FF"/>
                  </a:solidFill>
                  <a:latin typeface="IBM Plex Mono Medium"/>
                  <a:ea typeface="IBM Plex Mono Medium"/>
                  <a:cs typeface="IBM Plex Mono Medium"/>
                </a:endParaRPr>
              </a:p>
            </p:txBody>
          </p:sp>
          <p:sp>
            <p:nvSpPr>
              <p:cNvPr id="27" name="node01.item-002.body.item-002.paragraph"/>
              <p:cNvSpPr/>
              <p:nvPr/>
            </p:nvSpPr>
            <p:spPr>
              <a:xfrm>
                <a:off x="3619500" y="2400300"/>
                <a:ext cx="2209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Full time</a:t>
                </a:r>
                <a:endParaRPr lang="en-US" sz="1200" spc="0" kern="0" b="0" i="0" dirty="0">
                  <a:solidFill>
                    <a:srgbClr val="50658E"/>
                  </a:solidFill>
                  <a:latin typeface="IBM Plex Sans"/>
                  <a:ea typeface="IBM Plex Sans"/>
                  <a:cs typeface="IBM Plex Sans"/>
                </a:endParaRPr>
              </a:p>
            </p:txBody>
          </p:sp>
          <p:sp>
            <p:nvSpPr>
              <p:cNvPr id="28" name="node01.item-002.body.item-003.label"/>
              <p:cNvSpPr/>
              <p:nvPr/>
            </p:nvSpPr>
            <p:spPr>
              <a:xfrm>
                <a:off x="3619500" y="2667000"/>
                <a:ext cx="2209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DOES</a:t>
                </a:r>
                <a:endParaRPr lang="en-US" sz="900" spc="54" kern="0" b="0" i="0" dirty="0">
                  <a:solidFill>
                    <a:srgbClr val="0047FF"/>
                  </a:solidFill>
                  <a:latin typeface="IBM Plex Mono Medium"/>
                  <a:ea typeface="IBM Plex Mono Medium"/>
                  <a:cs typeface="IBM Plex Mono Medium"/>
                </a:endParaRPr>
              </a:p>
            </p:txBody>
          </p:sp>
          <p:sp>
            <p:nvSpPr>
              <p:cNvPr id="29" name="node01.item-002.body.item-004.bullets.item-001.marker"/>
              <p:cNvSpPr/>
              <p:nvPr/>
            </p:nvSpPr>
            <p:spPr>
              <a:xfrm>
                <a:off x="3619500" y="2946400"/>
                <a:ext cx="38100" cy="38100"/>
              </a:xfrm>
              <a:prstGeom prst="rect">
                <a:avLst/>
              </a:prstGeom>
              <a:solidFill>
                <a:srgbClr val="070154"/>
              </a:solidFill>
              <a:ln>
                <a:noFill/>
              </a:ln>
            </p:spPr>
          </p:sp>
          <p:sp>
            <p:nvSpPr>
              <p:cNvPr id="30" name="node01.item-002.body.item-004.bullets.item-001.text"/>
              <p:cNvSpPr/>
              <p:nvPr/>
            </p:nvSpPr>
            <p:spPr>
              <a:xfrm>
                <a:off x="3771900" y="2857500"/>
                <a:ext cx="2057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Runs the network</a:t>
                </a:r>
                <a:endParaRPr lang="en-US" sz="1200" spc="0" kern="0" b="0" i="0" dirty="0">
                  <a:solidFill>
                    <a:srgbClr val="070154"/>
                  </a:solidFill>
                  <a:latin typeface="IBM Plex Sans"/>
                  <a:ea typeface="IBM Plex Sans"/>
                  <a:cs typeface="IBM Plex Sans"/>
                </a:endParaRPr>
              </a:p>
            </p:txBody>
          </p:sp>
          <p:sp>
            <p:nvSpPr>
              <p:cNvPr id="31" name="node01.item-002.body.item-004.bullets.item-002.marker"/>
              <p:cNvSpPr/>
              <p:nvPr/>
            </p:nvSpPr>
            <p:spPr>
              <a:xfrm>
                <a:off x="3619500" y="3213100"/>
                <a:ext cx="38100" cy="38100"/>
              </a:xfrm>
              <a:prstGeom prst="rect">
                <a:avLst/>
              </a:prstGeom>
              <a:solidFill>
                <a:srgbClr val="070154"/>
              </a:solidFill>
              <a:ln>
                <a:noFill/>
              </a:ln>
            </p:spPr>
          </p:sp>
          <p:sp>
            <p:nvSpPr>
              <p:cNvPr id="32" name="node01.item-002.body.item-004.bullets.item-002.text"/>
              <p:cNvSpPr/>
              <p:nvPr/>
            </p:nvSpPr>
            <p:spPr>
              <a:xfrm>
                <a:off x="3771900" y="3124200"/>
                <a:ext cx="2057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Tracks adoption</a:t>
                </a:r>
                <a:endParaRPr lang="en-US" sz="1200" spc="0" kern="0" b="0" i="0" dirty="0">
                  <a:solidFill>
                    <a:srgbClr val="070154"/>
                  </a:solidFill>
                  <a:latin typeface="IBM Plex Sans"/>
                  <a:ea typeface="IBM Plex Sans"/>
                  <a:cs typeface="IBM Plex Sans"/>
                </a:endParaRPr>
              </a:p>
            </p:txBody>
          </p:sp>
          <p:sp>
            <p:nvSpPr>
              <p:cNvPr id="33" name="node01.item-002.body.item-004.bullets.item-003.marker"/>
              <p:cNvSpPr/>
              <p:nvPr/>
            </p:nvSpPr>
            <p:spPr>
              <a:xfrm>
                <a:off x="3619500" y="3479800"/>
                <a:ext cx="38100" cy="38100"/>
              </a:xfrm>
              <a:prstGeom prst="rect">
                <a:avLst/>
              </a:prstGeom>
              <a:solidFill>
                <a:srgbClr val="070154"/>
              </a:solidFill>
              <a:ln>
                <a:noFill/>
              </a:ln>
            </p:spPr>
          </p:sp>
          <p:sp>
            <p:nvSpPr>
              <p:cNvPr id="34" name="node01.item-002.body.item-004.bullets.item-003.text"/>
              <p:cNvSpPr/>
              <p:nvPr/>
            </p:nvSpPr>
            <p:spPr>
              <a:xfrm>
                <a:off x="3771900" y="3390900"/>
                <a:ext cx="2057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Reports weekly</a:t>
                </a:r>
                <a:endParaRPr lang="en-US" sz="1200" spc="0" kern="0" b="0" i="0" dirty="0">
                  <a:solidFill>
                    <a:srgbClr val="070154"/>
                  </a:solidFill>
                  <a:latin typeface="IBM Plex Sans"/>
                  <a:ea typeface="IBM Plex Sans"/>
                  <a:cs typeface="IBM Plex Sans"/>
                </a:endParaRPr>
              </a:p>
            </p:txBody>
          </p:sp>
          <p:sp>
            <p:nvSpPr>
              <p:cNvPr id="35" name="node01.item-002.body.item-004.bullets.item-004.marker"/>
              <p:cNvSpPr/>
              <p:nvPr/>
            </p:nvSpPr>
            <p:spPr>
              <a:xfrm>
                <a:off x="3619500" y="3746500"/>
                <a:ext cx="38100" cy="38100"/>
              </a:xfrm>
              <a:prstGeom prst="rect">
                <a:avLst/>
              </a:prstGeom>
              <a:solidFill>
                <a:srgbClr val="070154"/>
              </a:solidFill>
              <a:ln>
                <a:noFill/>
              </a:ln>
            </p:spPr>
          </p:sp>
          <p:sp>
            <p:nvSpPr>
              <p:cNvPr id="36" name="node01.item-002.body.item-004.bullets.item-004.text"/>
              <p:cNvSpPr/>
              <p:nvPr/>
            </p:nvSpPr>
            <p:spPr>
              <a:xfrm>
                <a:off x="3771900" y="3657600"/>
                <a:ext cx="2057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Escalates blockers</a:t>
                </a:r>
                <a:endParaRPr lang="en-US" sz="1200" spc="0" kern="0" b="0" i="0" dirty="0">
                  <a:solidFill>
                    <a:srgbClr val="070154"/>
                  </a:solidFill>
                  <a:latin typeface="IBM Plex Sans"/>
                  <a:ea typeface="IBM Plex Sans"/>
                  <a:cs typeface="IBM Plex Sans"/>
                </a:endParaRPr>
              </a:p>
            </p:txBody>
          </p:sp>
        </p:grpSp>
        <p:grpSp>
          <p:nvGrpSpPr>
            <p:cNvPr id="71" name="node01.item-003"/>
            <p:cNvGrpSpPr/>
            <p:nvPr/>
          </p:nvGrpSpPr>
          <p:grpSpPr>
            <a:xfrm>
              <a:off x="6210300" y="1600200"/>
              <a:ext cx="2514600" cy="3200400"/>
              <a:chOff x="6210300" y="1600200"/>
              <a:chExt cx="2514600" cy="3200400"/>
            </a:xfrm>
          </p:grpSpPr>
          <p:sp>
            <p:nvSpPr>
              <p:cNvPr id="37" name="node01.item-003.container"/>
              <p:cNvSpPr/>
              <p:nvPr/>
            </p:nvSpPr>
            <p:spPr>
              <a:xfrm>
                <a:off x="6216650" y="1606550"/>
                <a:ext cx="2501900" cy="3187700"/>
              </a:xfrm>
              <a:prstGeom prst="rect">
                <a:avLst/>
              </a:prstGeom>
              <a:solidFill>
                <a:srgbClr val="FFFFFF"/>
              </a:solidFill>
              <a:ln w="12700">
                <a:solidFill>
                  <a:srgbClr val="CED7E6"/>
                </a:solidFill>
                <a:prstDash val="solid"/>
              </a:ln>
            </p:spPr>
          </p:sp>
          <p:sp>
            <p:nvSpPr>
              <p:cNvPr id="38" name="node01.item-003.band"/>
              <p:cNvSpPr/>
              <p:nvPr/>
            </p:nvSpPr>
            <p:spPr>
              <a:xfrm>
                <a:off x="6210300" y="1600200"/>
                <a:ext cx="2514600" cy="609600"/>
              </a:xfrm>
              <a:prstGeom prst="rect">
                <a:avLst/>
              </a:prstGeom>
              <a:solidFill>
                <a:srgbClr val="070154"/>
              </a:solidFill>
              <a:ln>
                <a:noFill/>
              </a:ln>
            </p:spPr>
          </p:sp>
          <p:sp>
            <p:nvSpPr>
              <p:cNvPr id="39" name="node01.item-003.number"/>
              <p:cNvSpPr/>
              <p:nvPr/>
            </p:nvSpPr>
            <p:spPr>
              <a:xfrm>
                <a:off x="6362700" y="17526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F900D3"/>
                    </a:solidFill>
                    <a:latin typeface="IBM Plex Mono SemiBold"/>
                    <a:ea typeface="IBM Plex Mono SemiBold"/>
                    <a:cs typeface="IBM Plex Mono SemiBold"/>
                  </a:rPr>
                  <a:t>03</a:t>
                </a:r>
                <a:endParaRPr lang="en-US" sz="1800" spc="0" kern="0" b="0" i="0" dirty="0">
                  <a:solidFill>
                    <a:srgbClr val="F900D3"/>
                  </a:solidFill>
                  <a:latin typeface="IBM Plex Mono SemiBold"/>
                  <a:ea typeface="IBM Plex Mono SemiBold"/>
                  <a:cs typeface="IBM Plex Mono SemiBold"/>
                </a:endParaRPr>
              </a:p>
            </p:txBody>
          </p:sp>
          <p:sp>
            <p:nvSpPr>
              <p:cNvPr id="40" name="node01.item-003.title"/>
              <p:cNvSpPr/>
              <p:nvPr/>
            </p:nvSpPr>
            <p:spPr>
              <a:xfrm>
                <a:off x="6762750" y="1752600"/>
                <a:ext cx="180975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FFFFFF"/>
                    </a:solidFill>
                    <a:latin typeface="IBM Plex Sans SemiBold"/>
                    <a:ea typeface="IBM Plex Sans SemiBold"/>
                    <a:cs typeface="IBM Plex Sans SemiBold"/>
                  </a:rPr>
                  <a:t>Site champion</a:t>
                </a:r>
                <a:endParaRPr lang="en-US" sz="1800" spc="-18" kern="0" b="0" i="0" dirty="0">
                  <a:solidFill>
                    <a:srgbClr val="FFFFFF"/>
                  </a:solidFill>
                  <a:latin typeface="IBM Plex Sans SemiBold"/>
                  <a:ea typeface="IBM Plex Sans SemiBold"/>
                  <a:cs typeface="IBM Plex Sans SemiBold"/>
                </a:endParaRPr>
              </a:p>
            </p:txBody>
          </p:sp>
          <p:sp>
            <p:nvSpPr>
              <p:cNvPr id="41" name="node01.item-003.body.item-001.label"/>
              <p:cNvSpPr/>
              <p:nvPr/>
            </p:nvSpPr>
            <p:spPr>
              <a:xfrm>
                <a:off x="6362700" y="2209800"/>
                <a:ext cx="2209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TIME</a:t>
                </a:r>
                <a:endParaRPr lang="en-US" sz="900" spc="54" kern="0" b="0" i="0" dirty="0">
                  <a:solidFill>
                    <a:srgbClr val="0047FF"/>
                  </a:solidFill>
                  <a:latin typeface="IBM Plex Mono Medium"/>
                  <a:ea typeface="IBM Plex Mono Medium"/>
                  <a:cs typeface="IBM Plex Mono Medium"/>
                </a:endParaRPr>
              </a:p>
            </p:txBody>
          </p:sp>
          <p:sp>
            <p:nvSpPr>
              <p:cNvPr id="42" name="node01.item-003.body.item-002.paragraph"/>
              <p:cNvSpPr/>
              <p:nvPr/>
            </p:nvSpPr>
            <p:spPr>
              <a:xfrm>
                <a:off x="6362700" y="2400300"/>
                <a:ext cx="2209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2 hours a week</a:t>
                </a:r>
                <a:endParaRPr lang="en-US" sz="1200" spc="0" kern="0" b="0" i="0" dirty="0">
                  <a:solidFill>
                    <a:srgbClr val="50658E"/>
                  </a:solidFill>
                  <a:latin typeface="IBM Plex Sans"/>
                  <a:ea typeface="IBM Plex Sans"/>
                  <a:cs typeface="IBM Plex Sans"/>
                </a:endParaRPr>
              </a:p>
            </p:txBody>
          </p:sp>
          <p:sp>
            <p:nvSpPr>
              <p:cNvPr id="43" name="node01.item-003.body.item-003.label"/>
              <p:cNvSpPr/>
              <p:nvPr/>
            </p:nvSpPr>
            <p:spPr>
              <a:xfrm>
                <a:off x="6362700" y="2667000"/>
                <a:ext cx="2209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DOES</a:t>
                </a:r>
                <a:endParaRPr lang="en-US" sz="900" spc="54" kern="0" b="0" i="0" dirty="0">
                  <a:solidFill>
                    <a:srgbClr val="0047FF"/>
                  </a:solidFill>
                  <a:latin typeface="IBM Plex Mono Medium"/>
                  <a:ea typeface="IBM Plex Mono Medium"/>
                  <a:cs typeface="IBM Plex Mono Medium"/>
                </a:endParaRPr>
              </a:p>
            </p:txBody>
          </p:sp>
          <p:sp>
            <p:nvSpPr>
              <p:cNvPr id="44" name="node01.item-003.body.item-004.bullets.item-001.marker"/>
              <p:cNvSpPr/>
              <p:nvPr/>
            </p:nvSpPr>
            <p:spPr>
              <a:xfrm>
                <a:off x="6362700" y="2946400"/>
                <a:ext cx="38100" cy="38100"/>
              </a:xfrm>
              <a:prstGeom prst="rect">
                <a:avLst/>
              </a:prstGeom>
              <a:solidFill>
                <a:srgbClr val="070154"/>
              </a:solidFill>
              <a:ln>
                <a:noFill/>
              </a:ln>
            </p:spPr>
          </p:sp>
          <p:sp>
            <p:nvSpPr>
              <p:cNvPr id="45" name="node01.item-003.body.item-004.bullets.item-001.text"/>
              <p:cNvSpPr/>
              <p:nvPr/>
            </p:nvSpPr>
            <p:spPr>
              <a:xfrm>
                <a:off x="6515100" y="2857500"/>
                <a:ext cx="2057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Coaches peers</a:t>
                </a:r>
                <a:endParaRPr lang="en-US" sz="1200" spc="0" kern="0" b="0" i="0" dirty="0">
                  <a:solidFill>
                    <a:srgbClr val="070154"/>
                  </a:solidFill>
                  <a:latin typeface="IBM Plex Sans"/>
                  <a:ea typeface="IBM Plex Sans"/>
                  <a:cs typeface="IBM Plex Sans"/>
                </a:endParaRPr>
              </a:p>
            </p:txBody>
          </p:sp>
          <p:sp>
            <p:nvSpPr>
              <p:cNvPr id="46" name="node01.item-003.body.item-004.bullets.item-002.marker"/>
              <p:cNvSpPr/>
              <p:nvPr/>
            </p:nvSpPr>
            <p:spPr>
              <a:xfrm>
                <a:off x="6362700" y="3213100"/>
                <a:ext cx="38100" cy="38100"/>
              </a:xfrm>
              <a:prstGeom prst="rect">
                <a:avLst/>
              </a:prstGeom>
              <a:solidFill>
                <a:srgbClr val="070154"/>
              </a:solidFill>
              <a:ln>
                <a:noFill/>
              </a:ln>
            </p:spPr>
          </p:sp>
          <p:sp>
            <p:nvSpPr>
              <p:cNvPr id="47" name="node01.item-003.body.item-004.bullets.item-002.text"/>
              <p:cNvSpPr/>
              <p:nvPr/>
            </p:nvSpPr>
            <p:spPr>
              <a:xfrm>
                <a:off x="6515100" y="3124200"/>
                <a:ext cx="2057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Relays feedback</a:t>
                </a:r>
                <a:endParaRPr lang="en-US" sz="1200" spc="0" kern="0" b="0" i="0" dirty="0">
                  <a:solidFill>
                    <a:srgbClr val="070154"/>
                  </a:solidFill>
                  <a:latin typeface="IBM Plex Sans"/>
                  <a:ea typeface="IBM Plex Sans"/>
                  <a:cs typeface="IBM Plex Sans"/>
                </a:endParaRPr>
              </a:p>
            </p:txBody>
          </p:sp>
          <p:sp>
            <p:nvSpPr>
              <p:cNvPr id="48" name="node01.item-003.body.item-004.bullets.item-003.marker"/>
              <p:cNvSpPr/>
              <p:nvPr/>
            </p:nvSpPr>
            <p:spPr>
              <a:xfrm>
                <a:off x="6362700" y="3479800"/>
                <a:ext cx="38100" cy="38100"/>
              </a:xfrm>
              <a:prstGeom prst="rect">
                <a:avLst/>
              </a:prstGeom>
              <a:solidFill>
                <a:srgbClr val="070154"/>
              </a:solidFill>
              <a:ln>
                <a:noFill/>
              </a:ln>
            </p:spPr>
          </p:sp>
          <p:sp>
            <p:nvSpPr>
              <p:cNvPr id="49" name="node01.item-003.body.item-004.bullets.item-003.text"/>
              <p:cNvSpPr/>
              <p:nvPr/>
            </p:nvSpPr>
            <p:spPr>
              <a:xfrm>
                <a:off x="6515100" y="3390900"/>
                <a:ext cx="2057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Flags local risks</a:t>
                </a:r>
                <a:endParaRPr lang="en-US" sz="1200" spc="0" kern="0" b="0" i="0" dirty="0">
                  <a:solidFill>
                    <a:srgbClr val="070154"/>
                  </a:solidFill>
                  <a:latin typeface="IBM Plex Sans"/>
                  <a:ea typeface="IBM Plex Sans"/>
                  <a:cs typeface="IBM Plex Sans"/>
                </a:endParaRPr>
              </a:p>
            </p:txBody>
          </p:sp>
          <p:sp>
            <p:nvSpPr>
              <p:cNvPr id="50" name="node01.item-003.body.item-004.bullets.item-004.marker"/>
              <p:cNvSpPr/>
              <p:nvPr/>
            </p:nvSpPr>
            <p:spPr>
              <a:xfrm>
                <a:off x="6362700" y="3746500"/>
                <a:ext cx="38100" cy="38100"/>
              </a:xfrm>
              <a:prstGeom prst="rect">
                <a:avLst/>
              </a:prstGeom>
              <a:solidFill>
                <a:srgbClr val="070154"/>
              </a:solidFill>
              <a:ln>
                <a:noFill/>
              </a:ln>
            </p:spPr>
          </p:sp>
          <p:sp>
            <p:nvSpPr>
              <p:cNvPr id="51" name="node01.item-003.body.item-004.bullets.item-004.text"/>
              <p:cNvSpPr/>
              <p:nvPr/>
            </p:nvSpPr>
            <p:spPr>
              <a:xfrm>
                <a:off x="6515100" y="3657600"/>
                <a:ext cx="2057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Hosts a weekly huddle</a:t>
                </a:r>
                <a:endParaRPr lang="en-US" sz="1200" spc="0" kern="0" b="0" i="0" dirty="0">
                  <a:solidFill>
                    <a:srgbClr val="070154"/>
                  </a:solidFill>
                  <a:latin typeface="IBM Plex Sans"/>
                  <a:ea typeface="IBM Plex Sans"/>
                  <a:cs typeface="IBM Plex Sans"/>
                </a:endParaRPr>
              </a:p>
            </p:txBody>
          </p:sp>
        </p:grpSp>
        <p:grpSp>
          <p:nvGrpSpPr>
            <p:cNvPr id="72" name="node01.item-004"/>
            <p:cNvGrpSpPr/>
            <p:nvPr/>
          </p:nvGrpSpPr>
          <p:grpSpPr>
            <a:xfrm>
              <a:off x="8953500" y="1600200"/>
              <a:ext cx="2514600" cy="3200400"/>
              <a:chOff x="8953500" y="1600200"/>
              <a:chExt cx="2514600" cy="3200400"/>
            </a:xfrm>
          </p:grpSpPr>
          <p:sp>
            <p:nvSpPr>
              <p:cNvPr id="52" name="node01.item-004.container"/>
              <p:cNvSpPr/>
              <p:nvPr/>
            </p:nvSpPr>
            <p:spPr>
              <a:xfrm>
                <a:off x="8959850" y="1606550"/>
                <a:ext cx="2501900" cy="3187700"/>
              </a:xfrm>
              <a:prstGeom prst="rect">
                <a:avLst/>
              </a:prstGeom>
              <a:solidFill>
                <a:srgbClr val="FFFFFF"/>
              </a:solidFill>
              <a:ln w="12700">
                <a:solidFill>
                  <a:srgbClr val="CED7E6"/>
                </a:solidFill>
                <a:prstDash val="solid"/>
              </a:ln>
            </p:spPr>
          </p:sp>
          <p:sp>
            <p:nvSpPr>
              <p:cNvPr id="53" name="node01.item-004.band"/>
              <p:cNvSpPr/>
              <p:nvPr/>
            </p:nvSpPr>
            <p:spPr>
              <a:xfrm>
                <a:off x="8953500" y="1600200"/>
                <a:ext cx="2514600" cy="609600"/>
              </a:xfrm>
              <a:prstGeom prst="rect">
                <a:avLst/>
              </a:prstGeom>
              <a:solidFill>
                <a:srgbClr val="070154"/>
              </a:solidFill>
              <a:ln>
                <a:noFill/>
              </a:ln>
            </p:spPr>
          </p:sp>
          <p:sp>
            <p:nvSpPr>
              <p:cNvPr id="54" name="node01.item-004.number"/>
              <p:cNvSpPr/>
              <p:nvPr/>
            </p:nvSpPr>
            <p:spPr>
              <a:xfrm>
                <a:off x="9105900" y="17526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F900D3"/>
                    </a:solidFill>
                    <a:latin typeface="IBM Plex Mono SemiBold"/>
                    <a:ea typeface="IBM Plex Mono SemiBold"/>
                    <a:cs typeface="IBM Plex Mono SemiBold"/>
                  </a:rPr>
                  <a:t>04</a:t>
                </a:r>
                <a:endParaRPr lang="en-US" sz="1800" spc="0" kern="0" b="0" i="0" dirty="0">
                  <a:solidFill>
                    <a:srgbClr val="F900D3"/>
                  </a:solidFill>
                  <a:latin typeface="IBM Plex Mono SemiBold"/>
                  <a:ea typeface="IBM Plex Mono SemiBold"/>
                  <a:cs typeface="IBM Plex Mono SemiBold"/>
                </a:endParaRPr>
              </a:p>
            </p:txBody>
          </p:sp>
          <p:sp>
            <p:nvSpPr>
              <p:cNvPr id="55" name="node01.item-004.title"/>
              <p:cNvSpPr/>
              <p:nvPr/>
            </p:nvSpPr>
            <p:spPr>
              <a:xfrm>
                <a:off x="9505950" y="1752600"/>
                <a:ext cx="180975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FFFFFF"/>
                    </a:solidFill>
                    <a:latin typeface="IBM Plex Sans SemiBold"/>
                    <a:ea typeface="IBM Plex Sans SemiBold"/>
                    <a:cs typeface="IBM Plex Sans SemiBold"/>
                  </a:rPr>
                  <a:t>Super user</a:t>
                </a:r>
                <a:endParaRPr lang="en-US" sz="1800" spc="-18" kern="0" b="0" i="0" dirty="0">
                  <a:solidFill>
                    <a:srgbClr val="FFFFFF"/>
                  </a:solidFill>
                  <a:latin typeface="IBM Plex Sans SemiBold"/>
                  <a:ea typeface="IBM Plex Sans SemiBold"/>
                  <a:cs typeface="IBM Plex Sans SemiBold"/>
                </a:endParaRPr>
              </a:p>
            </p:txBody>
          </p:sp>
          <p:sp>
            <p:nvSpPr>
              <p:cNvPr id="56" name="node01.item-004.body.item-001.label"/>
              <p:cNvSpPr/>
              <p:nvPr/>
            </p:nvSpPr>
            <p:spPr>
              <a:xfrm>
                <a:off x="9105900" y="2209800"/>
                <a:ext cx="2209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TIME</a:t>
                </a:r>
                <a:endParaRPr lang="en-US" sz="900" spc="54" kern="0" b="0" i="0" dirty="0">
                  <a:solidFill>
                    <a:srgbClr val="0047FF"/>
                  </a:solidFill>
                  <a:latin typeface="IBM Plex Mono Medium"/>
                  <a:ea typeface="IBM Plex Mono Medium"/>
                  <a:cs typeface="IBM Plex Mono Medium"/>
                </a:endParaRPr>
              </a:p>
            </p:txBody>
          </p:sp>
          <p:sp>
            <p:nvSpPr>
              <p:cNvPr id="57" name="node01.item-004.body.item-002.paragraph"/>
              <p:cNvSpPr/>
              <p:nvPr/>
            </p:nvSpPr>
            <p:spPr>
              <a:xfrm>
                <a:off x="9105900" y="2400300"/>
                <a:ext cx="2209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1 hour a week</a:t>
                </a:r>
                <a:endParaRPr lang="en-US" sz="1200" spc="0" kern="0" b="0" i="0" dirty="0">
                  <a:solidFill>
                    <a:srgbClr val="50658E"/>
                  </a:solidFill>
                  <a:latin typeface="IBM Plex Sans"/>
                  <a:ea typeface="IBM Plex Sans"/>
                  <a:cs typeface="IBM Plex Sans"/>
                </a:endParaRPr>
              </a:p>
            </p:txBody>
          </p:sp>
          <p:sp>
            <p:nvSpPr>
              <p:cNvPr id="58" name="node01.item-004.body.item-003.label"/>
              <p:cNvSpPr/>
              <p:nvPr/>
            </p:nvSpPr>
            <p:spPr>
              <a:xfrm>
                <a:off x="9105900" y="2667000"/>
                <a:ext cx="2209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DOES</a:t>
                </a:r>
                <a:endParaRPr lang="en-US" sz="900" spc="54" kern="0" b="0" i="0" dirty="0">
                  <a:solidFill>
                    <a:srgbClr val="0047FF"/>
                  </a:solidFill>
                  <a:latin typeface="IBM Plex Mono Medium"/>
                  <a:ea typeface="IBM Plex Mono Medium"/>
                  <a:cs typeface="IBM Plex Mono Medium"/>
                </a:endParaRPr>
              </a:p>
            </p:txBody>
          </p:sp>
          <p:sp>
            <p:nvSpPr>
              <p:cNvPr id="59" name="node01.item-004.body.item-004.bullets.item-001.marker"/>
              <p:cNvSpPr/>
              <p:nvPr/>
            </p:nvSpPr>
            <p:spPr>
              <a:xfrm>
                <a:off x="9105900" y="2946400"/>
                <a:ext cx="38100" cy="38100"/>
              </a:xfrm>
              <a:prstGeom prst="rect">
                <a:avLst/>
              </a:prstGeom>
              <a:solidFill>
                <a:srgbClr val="070154"/>
              </a:solidFill>
              <a:ln>
                <a:noFill/>
              </a:ln>
            </p:spPr>
          </p:sp>
          <p:sp>
            <p:nvSpPr>
              <p:cNvPr id="60" name="node01.item-004.body.item-004.bullets.item-001.text"/>
              <p:cNvSpPr/>
              <p:nvPr/>
            </p:nvSpPr>
            <p:spPr>
              <a:xfrm>
                <a:off x="9258300" y="2857500"/>
                <a:ext cx="2057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First-line help</a:t>
                </a:r>
                <a:endParaRPr lang="en-US" sz="1200" spc="0" kern="0" b="0" i="0" dirty="0">
                  <a:solidFill>
                    <a:srgbClr val="070154"/>
                  </a:solidFill>
                  <a:latin typeface="IBM Plex Sans"/>
                  <a:ea typeface="IBM Plex Sans"/>
                  <a:cs typeface="IBM Plex Sans"/>
                </a:endParaRPr>
              </a:p>
            </p:txBody>
          </p:sp>
          <p:sp>
            <p:nvSpPr>
              <p:cNvPr id="61" name="node01.item-004.body.item-004.bullets.item-002.marker"/>
              <p:cNvSpPr/>
              <p:nvPr/>
            </p:nvSpPr>
            <p:spPr>
              <a:xfrm>
                <a:off x="9105900" y="3213100"/>
                <a:ext cx="38100" cy="38100"/>
              </a:xfrm>
              <a:prstGeom prst="rect">
                <a:avLst/>
              </a:prstGeom>
              <a:solidFill>
                <a:srgbClr val="070154"/>
              </a:solidFill>
              <a:ln>
                <a:noFill/>
              </a:ln>
            </p:spPr>
          </p:sp>
          <p:sp>
            <p:nvSpPr>
              <p:cNvPr id="62" name="node01.item-004.body.item-004.bullets.item-002.text"/>
              <p:cNvSpPr/>
              <p:nvPr/>
            </p:nvSpPr>
            <p:spPr>
              <a:xfrm>
                <a:off x="9258300" y="3124200"/>
                <a:ext cx="2057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Shares daily tips</a:t>
                </a:r>
                <a:endParaRPr lang="en-US" sz="1200" spc="0" kern="0" b="0" i="0" dirty="0">
                  <a:solidFill>
                    <a:srgbClr val="070154"/>
                  </a:solidFill>
                  <a:latin typeface="IBM Plex Sans"/>
                  <a:ea typeface="IBM Plex Sans"/>
                  <a:cs typeface="IBM Plex Sans"/>
                </a:endParaRPr>
              </a:p>
            </p:txBody>
          </p:sp>
          <p:sp>
            <p:nvSpPr>
              <p:cNvPr id="63" name="node01.item-004.body.item-004.bullets.item-003.marker"/>
              <p:cNvSpPr/>
              <p:nvPr/>
            </p:nvSpPr>
            <p:spPr>
              <a:xfrm>
                <a:off x="9105900" y="3479800"/>
                <a:ext cx="38100" cy="38100"/>
              </a:xfrm>
              <a:prstGeom prst="rect">
                <a:avLst/>
              </a:prstGeom>
              <a:solidFill>
                <a:srgbClr val="070154"/>
              </a:solidFill>
              <a:ln>
                <a:noFill/>
              </a:ln>
            </p:spPr>
          </p:sp>
          <p:sp>
            <p:nvSpPr>
              <p:cNvPr id="64" name="node01.item-004.body.item-004.bullets.item-003.text"/>
              <p:cNvSpPr/>
              <p:nvPr/>
            </p:nvSpPr>
            <p:spPr>
              <a:xfrm>
                <a:off x="9258300" y="3390900"/>
                <a:ext cx="2057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Logs issues</a:t>
                </a:r>
                <a:endParaRPr lang="en-US" sz="1200" spc="0" kern="0" b="0" i="0" dirty="0">
                  <a:solidFill>
                    <a:srgbClr val="070154"/>
                  </a:solidFill>
                  <a:latin typeface="IBM Plex Sans"/>
                  <a:ea typeface="IBM Plex Sans"/>
                  <a:cs typeface="IBM Plex Sans"/>
                </a:endParaRPr>
              </a:p>
            </p:txBody>
          </p:sp>
          <p:sp>
            <p:nvSpPr>
              <p:cNvPr id="65" name="node01.item-004.body.item-004.bullets.item-004.marker"/>
              <p:cNvSpPr/>
              <p:nvPr/>
            </p:nvSpPr>
            <p:spPr>
              <a:xfrm>
                <a:off x="9105900" y="3746500"/>
                <a:ext cx="38100" cy="38100"/>
              </a:xfrm>
              <a:prstGeom prst="rect">
                <a:avLst/>
              </a:prstGeom>
              <a:solidFill>
                <a:srgbClr val="070154"/>
              </a:solidFill>
              <a:ln>
                <a:noFill/>
              </a:ln>
            </p:spPr>
          </p:sp>
          <p:sp>
            <p:nvSpPr>
              <p:cNvPr id="66" name="node01.item-004.body.item-004.bullets.item-004.text"/>
              <p:cNvSpPr/>
              <p:nvPr/>
            </p:nvSpPr>
            <p:spPr>
              <a:xfrm>
                <a:off x="9258300" y="3657600"/>
                <a:ext cx="2057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Joins daily floor huddle</a:t>
                </a:r>
                <a:endParaRPr lang="en-US" sz="1200" spc="0" kern="0" b="0" i="0" dirty="0">
                  <a:solidFill>
                    <a:srgbClr val="070154"/>
                  </a:solidFill>
                  <a:latin typeface="IBM Plex Sans"/>
                  <a:ea typeface="IBM Plex Sans"/>
                  <a:cs typeface="IBM Plex Sans"/>
                </a:endParaRPr>
              </a:p>
            </p:txBody>
          </p:sp>
        </p:grpSp>
      </p:grpSp>
      <p:grpSp>
        <p:nvGrpSpPr>
          <p:cNvPr id="74" name="node02"/>
          <p:cNvGrpSpPr/>
          <p:nvPr/>
        </p:nvGrpSpPr>
        <p:grpSpPr>
          <a:xfrm>
            <a:off x="723900" y="5029200"/>
            <a:ext cx="10744200" cy="685800"/>
            <a:chOff x="723900" y="5029200"/>
            <a:chExt cx="10744200" cy="685800"/>
          </a:xfrm>
        </p:grpSpPr>
        <p:sp>
          <p:nvSpPr>
            <p:cNvPr id="67" name="node02.container"/>
            <p:cNvSpPr/>
            <p:nvPr/>
          </p:nvSpPr>
          <p:spPr>
            <a:xfrm>
              <a:off x="730250" y="5035550"/>
              <a:ext cx="10731500" cy="673100"/>
            </a:xfrm>
            <a:prstGeom prst="rect">
              <a:avLst/>
            </a:prstGeom>
            <a:solidFill>
              <a:srgbClr val="FFFFFF"/>
            </a:solidFill>
            <a:ln w="12700">
              <a:solidFill>
                <a:srgbClr val="CED7E6"/>
              </a:solidFill>
              <a:prstDash val="solid"/>
            </a:ln>
          </p:spPr>
        </p:sp>
        <p:sp>
          <p:nvSpPr>
            <p:cNvPr id="68" name="node02.title"/>
            <p:cNvSpPr/>
            <p:nvPr/>
          </p:nvSpPr>
          <p:spPr>
            <a:xfrm>
              <a:off x="876300" y="5181600"/>
              <a:ext cx="104394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Ratio: one champion for every 35 staff.</a:t>
              </a:r>
              <a:endParaRPr lang="en-US" sz="1800" spc="-18" kern="0" b="0" i="0" dirty="0">
                <a:solidFill>
                  <a:srgbClr val="070154"/>
                </a:solidFill>
                <a:latin typeface="IBM Plex Sans SemiBold"/>
                <a:ea typeface="IBM Plex Sans SemiBold"/>
                <a:cs typeface="IBM Plex Sans SemiBold"/>
              </a:endParaRPr>
            </a:p>
          </p:txBody>
        </p:sp>
      </p:gr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ource-311">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CHANGE NETWORK</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A sponsor, a lead and 54 champions reach every floor</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Northfield Health System change plan; sample figures for layout only.</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88</a:t>
            </a:fld>
            <a:endParaRPr lang="en-US" sz="700" spc="0" kern="0" b="0" i="0" dirty="0">
              <a:solidFill>
                <a:srgbClr val="070154"/>
              </a:solidFill>
              <a:latin typeface="IBM Plex Mono SemiBold"/>
              <a:ea typeface="IBM Plex Mono SemiBold"/>
              <a:cs typeface="IBM Plex Mono SemiBold"/>
            </a:endParaRPr>
          </a:p>
        </p:txBody>
      </p:sp>
      <p:grpSp>
        <p:nvGrpSpPr>
          <p:cNvPr id="36" name="node01"/>
          <p:cNvGrpSpPr/>
          <p:nvPr/>
        </p:nvGrpSpPr>
        <p:grpSpPr>
          <a:xfrm>
            <a:off x="723900" y="1600200"/>
            <a:ext cx="5257800" cy="685800"/>
            <a:chOff x="723900" y="1600200"/>
            <a:chExt cx="5257800" cy="685800"/>
          </a:xfrm>
        </p:grpSpPr>
        <p:sp>
          <p:nvSpPr>
            <p:cNvPr id="7" name="node01.surface"/>
            <p:cNvSpPr/>
            <p:nvPr/>
          </p:nvSpPr>
          <p:spPr>
            <a:xfrm>
              <a:off x="723900" y="1600200"/>
              <a:ext cx="5257800" cy="685800"/>
            </a:xfrm>
            <a:prstGeom prst="rect">
              <a:avLst/>
            </a:prstGeom>
            <a:solidFill>
              <a:srgbClr val="070154"/>
            </a:solidFill>
            <a:ln>
              <a:noFill/>
            </a:ln>
          </p:spPr>
        </p:sp>
        <p:sp>
          <p:nvSpPr>
            <p:cNvPr id="8" name="node01.text"/>
            <p:cNvSpPr/>
            <p:nvPr/>
          </p:nvSpPr>
          <p:spPr>
            <a:xfrm>
              <a:off x="876300" y="1866900"/>
              <a:ext cx="49530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FFFFFF"/>
                  </a:solidFill>
                  <a:latin typeface="IBM Plex Mono Medium"/>
                  <a:ea typeface="IBM Plex Mono Medium"/>
                  <a:cs typeface="IBM Plex Mono Medium"/>
                </a:rPr>
                <a:t>EXECUTIVE SPONSOR, CHIEF OPERATING OFFICER</a:t>
              </a:r>
              <a:endParaRPr lang="en-US" sz="900" spc="54" kern="0" b="0" i="0" dirty="0">
                <a:solidFill>
                  <a:srgbClr val="FFFFFF"/>
                </a:solidFill>
                <a:latin typeface="IBM Plex Mono Medium"/>
                <a:ea typeface="IBM Plex Mono Medium"/>
                <a:cs typeface="IBM Plex Mono Medium"/>
              </a:endParaRPr>
            </a:p>
          </p:txBody>
        </p:sp>
      </p:grpSp>
      <p:grpSp>
        <p:nvGrpSpPr>
          <p:cNvPr id="37" name="node02"/>
          <p:cNvGrpSpPr/>
          <p:nvPr/>
        </p:nvGrpSpPr>
        <p:grpSpPr>
          <a:xfrm>
            <a:off x="723900" y="2743200"/>
            <a:ext cx="5257800" cy="685800"/>
            <a:chOff x="723900" y="2743200"/>
            <a:chExt cx="5257800" cy="685800"/>
          </a:xfrm>
        </p:grpSpPr>
        <p:sp>
          <p:nvSpPr>
            <p:cNvPr id="9" name="node02.surface"/>
            <p:cNvSpPr/>
            <p:nvPr/>
          </p:nvSpPr>
          <p:spPr>
            <a:xfrm>
              <a:off x="723900" y="2743200"/>
              <a:ext cx="5257800" cy="685800"/>
            </a:xfrm>
            <a:prstGeom prst="rect">
              <a:avLst/>
            </a:prstGeom>
            <a:solidFill>
              <a:srgbClr val="CED7E6"/>
            </a:solidFill>
            <a:ln>
              <a:noFill/>
            </a:ln>
          </p:spPr>
        </p:sp>
        <p:sp>
          <p:nvSpPr>
            <p:cNvPr id="10" name="node02.text"/>
            <p:cNvSpPr/>
            <p:nvPr/>
          </p:nvSpPr>
          <p:spPr>
            <a:xfrm>
              <a:off x="876300" y="3009900"/>
              <a:ext cx="49530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Medium"/>
                  <a:ea typeface="IBM Plex Mono Medium"/>
                  <a:cs typeface="IBM Plex Mono Medium"/>
                </a:rPr>
                <a:t>CHANGE LEAD AND PMO</a:t>
              </a:r>
              <a:endParaRPr lang="en-US" sz="900" spc="54" kern="0" b="0" i="0" dirty="0">
                <a:solidFill>
                  <a:srgbClr val="070154"/>
                </a:solidFill>
                <a:latin typeface="IBM Plex Mono Medium"/>
                <a:ea typeface="IBM Plex Mono Medium"/>
                <a:cs typeface="IBM Plex Mono Medium"/>
              </a:endParaRPr>
            </a:p>
          </p:txBody>
        </p:sp>
      </p:grpSp>
      <p:grpSp>
        <p:nvGrpSpPr>
          <p:cNvPr id="38" name="node03"/>
          <p:cNvGrpSpPr/>
          <p:nvPr/>
        </p:nvGrpSpPr>
        <p:grpSpPr>
          <a:xfrm>
            <a:off x="723900" y="3886200"/>
            <a:ext cx="1600200" cy="914400"/>
            <a:chOff x="723900" y="3886200"/>
            <a:chExt cx="1600200" cy="914400"/>
          </a:xfrm>
        </p:grpSpPr>
        <p:sp>
          <p:nvSpPr>
            <p:cNvPr id="11" name="node03.surface"/>
            <p:cNvSpPr/>
            <p:nvPr/>
          </p:nvSpPr>
          <p:spPr>
            <a:xfrm>
              <a:off x="723900" y="3886200"/>
              <a:ext cx="1600200" cy="914400"/>
            </a:xfrm>
            <a:prstGeom prst="rect">
              <a:avLst/>
            </a:prstGeom>
            <a:solidFill>
              <a:srgbClr val="E8EEF8"/>
            </a:solidFill>
            <a:ln>
              <a:noFill/>
            </a:ln>
          </p:spPr>
        </p:sp>
        <p:sp>
          <p:nvSpPr>
            <p:cNvPr id="12" name="node03.text"/>
            <p:cNvSpPr/>
            <p:nvPr/>
          </p:nvSpPr>
          <p:spPr>
            <a:xfrm>
              <a:off x="876300" y="4267200"/>
              <a:ext cx="12954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Medium"/>
                  <a:ea typeface="IBM Plex Mono Medium"/>
                  <a:cs typeface="IBM Plex Mono Medium"/>
                </a:rPr>
                <a:t>SITE CHAMPIONS: 9</a:t>
              </a:r>
              <a:endParaRPr lang="en-US" sz="900" spc="54" kern="0" b="0" i="0" dirty="0">
                <a:solidFill>
                  <a:srgbClr val="070154"/>
                </a:solidFill>
                <a:latin typeface="IBM Plex Mono Medium"/>
                <a:ea typeface="IBM Plex Mono Medium"/>
                <a:cs typeface="IBM Plex Mono Medium"/>
              </a:endParaRPr>
            </a:p>
          </p:txBody>
        </p:sp>
      </p:grpSp>
      <p:grpSp>
        <p:nvGrpSpPr>
          <p:cNvPr id="39" name="node04"/>
          <p:cNvGrpSpPr/>
          <p:nvPr/>
        </p:nvGrpSpPr>
        <p:grpSpPr>
          <a:xfrm>
            <a:off x="2552700" y="3886200"/>
            <a:ext cx="1600200" cy="914400"/>
            <a:chOff x="2552700" y="3886200"/>
            <a:chExt cx="1600200" cy="914400"/>
          </a:xfrm>
        </p:grpSpPr>
        <p:sp>
          <p:nvSpPr>
            <p:cNvPr id="13" name="node04.surface"/>
            <p:cNvSpPr/>
            <p:nvPr/>
          </p:nvSpPr>
          <p:spPr>
            <a:xfrm>
              <a:off x="2552700" y="3886200"/>
              <a:ext cx="1600200" cy="914400"/>
            </a:xfrm>
            <a:prstGeom prst="rect">
              <a:avLst/>
            </a:prstGeom>
            <a:solidFill>
              <a:srgbClr val="E8EEF8"/>
            </a:solidFill>
            <a:ln>
              <a:noFill/>
            </a:ln>
          </p:spPr>
        </p:sp>
        <p:sp>
          <p:nvSpPr>
            <p:cNvPr id="14" name="node04.text"/>
            <p:cNvSpPr/>
            <p:nvPr/>
          </p:nvSpPr>
          <p:spPr>
            <a:xfrm>
              <a:off x="2705100" y="4191000"/>
              <a:ext cx="1295400" cy="3048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Medium"/>
                  <a:ea typeface="IBM Plex Mono Medium"/>
                  <a:cs typeface="IBM Plex Mono Medium"/>
                </a:rPr>
                <a:t>MEDICAL CHAMPIONS: 6</a:t>
              </a:r>
              <a:endParaRPr lang="en-US" sz="900" spc="54" kern="0" b="0" i="0" dirty="0">
                <a:solidFill>
                  <a:srgbClr val="070154"/>
                </a:solidFill>
                <a:latin typeface="IBM Plex Mono Medium"/>
                <a:ea typeface="IBM Plex Mono Medium"/>
                <a:cs typeface="IBM Plex Mono Medium"/>
              </a:endParaRPr>
            </a:p>
          </p:txBody>
        </p:sp>
      </p:grpSp>
      <p:grpSp>
        <p:nvGrpSpPr>
          <p:cNvPr id="40" name="node05"/>
          <p:cNvGrpSpPr/>
          <p:nvPr/>
        </p:nvGrpSpPr>
        <p:grpSpPr>
          <a:xfrm>
            <a:off x="4381500" y="3886200"/>
            <a:ext cx="1600200" cy="914400"/>
            <a:chOff x="4381500" y="3886200"/>
            <a:chExt cx="1600200" cy="914400"/>
          </a:xfrm>
        </p:grpSpPr>
        <p:sp>
          <p:nvSpPr>
            <p:cNvPr id="15" name="node05.surface"/>
            <p:cNvSpPr/>
            <p:nvPr/>
          </p:nvSpPr>
          <p:spPr>
            <a:xfrm>
              <a:off x="4381500" y="3886200"/>
              <a:ext cx="1600200" cy="914400"/>
            </a:xfrm>
            <a:prstGeom prst="rect">
              <a:avLst/>
            </a:prstGeom>
            <a:solidFill>
              <a:srgbClr val="E8EEF8"/>
            </a:solidFill>
            <a:ln>
              <a:noFill/>
            </a:ln>
          </p:spPr>
        </p:sp>
        <p:sp>
          <p:nvSpPr>
            <p:cNvPr id="16" name="node05.text"/>
            <p:cNvSpPr/>
            <p:nvPr/>
          </p:nvSpPr>
          <p:spPr>
            <a:xfrm>
              <a:off x="4533900" y="4267200"/>
              <a:ext cx="12954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Medium"/>
                  <a:ea typeface="IBM Plex Mono Medium"/>
                  <a:cs typeface="IBM Plex Mono Medium"/>
                </a:rPr>
                <a:t>SUPER USERS: 39</a:t>
              </a:r>
              <a:endParaRPr lang="en-US" sz="900" spc="54" kern="0" b="0" i="0" dirty="0">
                <a:solidFill>
                  <a:srgbClr val="070154"/>
                </a:solidFill>
                <a:latin typeface="IBM Plex Mono Medium"/>
                <a:ea typeface="IBM Plex Mono Medium"/>
                <a:cs typeface="IBM Plex Mono Medium"/>
              </a:endParaRPr>
            </a:p>
          </p:txBody>
        </p:sp>
      </p:grpSp>
      <p:grpSp>
        <p:nvGrpSpPr>
          <p:cNvPr id="41" name="node06"/>
          <p:cNvGrpSpPr/>
          <p:nvPr/>
        </p:nvGrpSpPr>
        <p:grpSpPr>
          <a:xfrm>
            <a:off x="3352800" y="2286000"/>
            <a:ext cx="1" cy="457200"/>
            <a:chOff x="3352800" y="2286000"/>
            <a:chExt cx="1" cy="457200"/>
          </a:xfrm>
        </p:grpSpPr>
        <p:sp>
          <p:nvSpPr>
            <p:cNvPr id="17" name="node06.segment-1"/>
            <p:cNvSpPr/>
            <p:nvPr/>
          </p:nvSpPr>
          <p:spPr>
            <a:xfrm>
              <a:off x="3352800" y="2286000"/>
              <a:ext cx="0" cy="457200"/>
            </a:xfrm>
            <a:custGeom>
              <a:avLst/>
              <a:gdLst/>
              <a:ahLst/>
              <a:cxnLst/>
              <a:rect l="l" t="t" r="r" b="b"/>
              <a:pathLst>
                <a:path h="457200">
                  <a:moveTo>
                    <a:pt x="0" y="0"/>
                  </a:moveTo>
                  <a:lnTo>
                    <a:pt x="0" y="457200"/>
                  </a:lnTo>
                </a:path>
              </a:pathLst>
            </a:custGeom>
            <a:ln w="12700">
              <a:solidFill>
                <a:srgbClr val="070154"/>
              </a:solidFill>
              <a:prstDash val="solid"/>
            </a:ln>
          </p:spPr>
        </p:sp>
      </p:grpSp>
      <p:grpSp>
        <p:nvGrpSpPr>
          <p:cNvPr id="42" name="node07"/>
          <p:cNvGrpSpPr/>
          <p:nvPr/>
        </p:nvGrpSpPr>
        <p:grpSpPr>
          <a:xfrm>
            <a:off x="3352800" y="3429000"/>
            <a:ext cx="1" cy="228600"/>
            <a:chOff x="3352800" y="3429000"/>
            <a:chExt cx="1" cy="228600"/>
          </a:xfrm>
        </p:grpSpPr>
        <p:sp>
          <p:nvSpPr>
            <p:cNvPr id="18" name="node07.segment-1"/>
            <p:cNvSpPr/>
            <p:nvPr/>
          </p:nvSpPr>
          <p:spPr>
            <a:xfrm>
              <a:off x="3352800" y="3429000"/>
              <a:ext cx="0" cy="228600"/>
            </a:xfrm>
            <a:custGeom>
              <a:avLst/>
              <a:gdLst/>
              <a:ahLst/>
              <a:cxnLst/>
              <a:rect l="l" t="t" r="r" b="b"/>
              <a:pathLst>
                <a:path h="228600">
                  <a:moveTo>
                    <a:pt x="0" y="0"/>
                  </a:moveTo>
                  <a:lnTo>
                    <a:pt x="0" y="228600"/>
                  </a:lnTo>
                </a:path>
              </a:pathLst>
            </a:custGeom>
            <a:ln w="12700">
              <a:solidFill>
                <a:srgbClr val="070154"/>
              </a:solidFill>
              <a:prstDash val="solid"/>
            </a:ln>
          </p:spPr>
        </p:sp>
      </p:grpSp>
      <p:grpSp>
        <p:nvGrpSpPr>
          <p:cNvPr id="43" name="node08"/>
          <p:cNvGrpSpPr/>
          <p:nvPr/>
        </p:nvGrpSpPr>
        <p:grpSpPr>
          <a:xfrm>
            <a:off x="1524000" y="3657600"/>
            <a:ext cx="3657600" cy="1"/>
            <a:chOff x="1524000" y="3657600"/>
            <a:chExt cx="3657600" cy="1"/>
          </a:xfrm>
        </p:grpSpPr>
        <p:sp>
          <p:nvSpPr>
            <p:cNvPr id="19" name="node08.segment-1"/>
            <p:cNvSpPr/>
            <p:nvPr/>
          </p:nvSpPr>
          <p:spPr>
            <a:xfrm>
              <a:off x="1524000" y="3657600"/>
              <a:ext cx="3657600" cy="0"/>
            </a:xfrm>
            <a:custGeom>
              <a:avLst/>
              <a:gdLst/>
              <a:ahLst/>
              <a:cxnLst/>
              <a:rect l="l" t="t" r="r" b="b"/>
              <a:pathLst>
                <a:path w="3657600">
                  <a:moveTo>
                    <a:pt x="0" y="0"/>
                  </a:moveTo>
                  <a:lnTo>
                    <a:pt x="3657600" y="0"/>
                  </a:lnTo>
                </a:path>
              </a:pathLst>
            </a:custGeom>
            <a:ln w="12700">
              <a:solidFill>
                <a:srgbClr val="070154"/>
              </a:solidFill>
              <a:prstDash val="solid"/>
            </a:ln>
          </p:spPr>
        </p:sp>
      </p:grpSp>
      <p:grpSp>
        <p:nvGrpSpPr>
          <p:cNvPr id="44" name="node09"/>
          <p:cNvGrpSpPr/>
          <p:nvPr/>
        </p:nvGrpSpPr>
        <p:grpSpPr>
          <a:xfrm>
            <a:off x="1524000" y="3657600"/>
            <a:ext cx="1" cy="228600"/>
            <a:chOff x="1524000" y="3657600"/>
            <a:chExt cx="1" cy="228600"/>
          </a:xfrm>
        </p:grpSpPr>
        <p:sp>
          <p:nvSpPr>
            <p:cNvPr id="20" name="node09.segment-1"/>
            <p:cNvSpPr/>
            <p:nvPr/>
          </p:nvSpPr>
          <p:spPr>
            <a:xfrm>
              <a:off x="1524000" y="3657600"/>
              <a:ext cx="0" cy="228600"/>
            </a:xfrm>
            <a:custGeom>
              <a:avLst/>
              <a:gdLst/>
              <a:ahLst/>
              <a:cxnLst/>
              <a:rect l="l" t="t" r="r" b="b"/>
              <a:pathLst>
                <a:path h="228600">
                  <a:moveTo>
                    <a:pt x="0" y="0"/>
                  </a:moveTo>
                  <a:lnTo>
                    <a:pt x="0" y="228600"/>
                  </a:lnTo>
                </a:path>
              </a:pathLst>
            </a:custGeom>
            <a:ln w="12700">
              <a:solidFill>
                <a:srgbClr val="070154"/>
              </a:solidFill>
              <a:prstDash val="solid"/>
            </a:ln>
          </p:spPr>
        </p:sp>
      </p:grpSp>
      <p:grpSp>
        <p:nvGrpSpPr>
          <p:cNvPr id="45" name="node10"/>
          <p:cNvGrpSpPr/>
          <p:nvPr/>
        </p:nvGrpSpPr>
        <p:grpSpPr>
          <a:xfrm>
            <a:off x="3352800" y="3657600"/>
            <a:ext cx="1" cy="228600"/>
            <a:chOff x="3352800" y="3657600"/>
            <a:chExt cx="1" cy="228600"/>
          </a:xfrm>
        </p:grpSpPr>
        <p:sp>
          <p:nvSpPr>
            <p:cNvPr id="21" name="node10.segment-1"/>
            <p:cNvSpPr/>
            <p:nvPr/>
          </p:nvSpPr>
          <p:spPr>
            <a:xfrm>
              <a:off x="3352800" y="3657600"/>
              <a:ext cx="0" cy="228600"/>
            </a:xfrm>
            <a:custGeom>
              <a:avLst/>
              <a:gdLst/>
              <a:ahLst/>
              <a:cxnLst/>
              <a:rect l="l" t="t" r="r" b="b"/>
              <a:pathLst>
                <a:path h="228600">
                  <a:moveTo>
                    <a:pt x="0" y="0"/>
                  </a:moveTo>
                  <a:lnTo>
                    <a:pt x="0" y="228600"/>
                  </a:lnTo>
                </a:path>
              </a:pathLst>
            </a:custGeom>
            <a:ln w="12700">
              <a:solidFill>
                <a:srgbClr val="070154"/>
              </a:solidFill>
              <a:prstDash val="solid"/>
            </a:ln>
          </p:spPr>
        </p:sp>
      </p:grpSp>
      <p:grpSp>
        <p:nvGrpSpPr>
          <p:cNvPr id="46" name="node11"/>
          <p:cNvGrpSpPr/>
          <p:nvPr/>
        </p:nvGrpSpPr>
        <p:grpSpPr>
          <a:xfrm>
            <a:off x="5181600" y="3657600"/>
            <a:ext cx="1" cy="228600"/>
            <a:chOff x="5181600" y="3657600"/>
            <a:chExt cx="1" cy="228600"/>
          </a:xfrm>
        </p:grpSpPr>
        <p:sp>
          <p:nvSpPr>
            <p:cNvPr id="22" name="node11.segment-1"/>
            <p:cNvSpPr/>
            <p:nvPr/>
          </p:nvSpPr>
          <p:spPr>
            <a:xfrm>
              <a:off x="5181600" y="3657600"/>
              <a:ext cx="0" cy="228600"/>
            </a:xfrm>
            <a:custGeom>
              <a:avLst/>
              <a:gdLst/>
              <a:ahLst/>
              <a:cxnLst/>
              <a:rect l="l" t="t" r="r" b="b"/>
              <a:pathLst>
                <a:path h="228600">
                  <a:moveTo>
                    <a:pt x="0" y="0"/>
                  </a:moveTo>
                  <a:lnTo>
                    <a:pt x="0" y="228600"/>
                  </a:lnTo>
                </a:path>
              </a:pathLst>
            </a:custGeom>
            <a:ln w="12700">
              <a:solidFill>
                <a:srgbClr val="070154"/>
              </a:solidFill>
              <a:prstDash val="solid"/>
            </a:ln>
          </p:spPr>
        </p:sp>
      </p:grpSp>
      <p:grpSp>
        <p:nvGrpSpPr>
          <p:cNvPr id="47" name="node12"/>
          <p:cNvGrpSpPr/>
          <p:nvPr/>
        </p:nvGrpSpPr>
        <p:grpSpPr>
          <a:xfrm>
            <a:off x="723900" y="5029200"/>
            <a:ext cx="5257800" cy="457200"/>
            <a:chOff x="723900" y="5029200"/>
            <a:chExt cx="5257800" cy="457200"/>
          </a:xfrm>
        </p:grpSpPr>
        <p:sp>
          <p:nvSpPr>
            <p:cNvPr id="23" name="node12.text"/>
            <p:cNvSpPr/>
            <p:nvPr/>
          </p:nvSpPr>
          <p:spPr>
            <a:xfrm>
              <a:off x="723900" y="5029200"/>
              <a:ext cx="52578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Each site champion leads a cell of four to five super users who sit on the floor and answer questions in real time.</a:t>
              </a:r>
              <a:endParaRPr lang="en-US" sz="1200" spc="0" kern="0" b="0" i="0" dirty="0">
                <a:solidFill>
                  <a:srgbClr val="50658E"/>
                </a:solidFill>
                <a:latin typeface="IBM Plex Sans"/>
                <a:ea typeface="IBM Plex Sans"/>
                <a:cs typeface="IBM Plex Sans"/>
              </a:endParaRPr>
            </a:p>
          </p:txBody>
        </p:sp>
      </p:grpSp>
      <p:grpSp>
        <p:nvGrpSpPr>
          <p:cNvPr id="48" name="node13"/>
          <p:cNvGrpSpPr/>
          <p:nvPr/>
        </p:nvGrpSpPr>
        <p:grpSpPr>
          <a:xfrm>
            <a:off x="6667500" y="1600200"/>
            <a:ext cx="4800600" cy="2971800"/>
            <a:chOff x="6667500" y="1600200"/>
            <a:chExt cx="4800600" cy="2971800"/>
          </a:xfrm>
        </p:grpSpPr>
        <p:sp>
          <p:nvSpPr>
            <p:cNvPr id="24" name="node13.source-001.number"/>
            <p:cNvSpPr/>
            <p:nvPr/>
          </p:nvSpPr>
          <p:spPr>
            <a:xfrm>
              <a:off x="6667500" y="1600200"/>
              <a:ext cx="381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047FF"/>
                  </a:solidFill>
                  <a:latin typeface="IBM Plex Mono SemiBold"/>
                  <a:ea typeface="IBM Plex Mono SemiBold"/>
                  <a:cs typeface="IBM Plex Mono SemiBold"/>
                </a:rPr>
                <a:t>01</a:t>
              </a:r>
              <a:endParaRPr lang="en-US" sz="1200" spc="0" kern="0" b="0" i="0" dirty="0">
                <a:solidFill>
                  <a:srgbClr val="0047FF"/>
                </a:solidFill>
                <a:latin typeface="IBM Plex Mono SemiBold"/>
                <a:ea typeface="IBM Plex Mono SemiBold"/>
                <a:cs typeface="IBM Plex Mono SemiBold"/>
              </a:endParaRPr>
            </a:p>
          </p:txBody>
        </p:sp>
        <p:sp>
          <p:nvSpPr>
            <p:cNvPr id="25" name="node13.source-001.title"/>
            <p:cNvSpPr/>
            <p:nvPr/>
          </p:nvSpPr>
          <p:spPr>
            <a:xfrm>
              <a:off x="7200900" y="1600200"/>
              <a:ext cx="4267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Sponsor</a:t>
              </a:r>
              <a:endParaRPr lang="en-US" sz="1200" spc="0" kern="0" b="0" i="0" dirty="0">
                <a:solidFill>
                  <a:srgbClr val="070154"/>
                </a:solidFill>
                <a:latin typeface="IBM Plex Sans SemiBold"/>
                <a:ea typeface="IBM Plex Sans SemiBold"/>
                <a:cs typeface="IBM Plex Sans SemiBold"/>
              </a:endParaRPr>
            </a:p>
          </p:txBody>
        </p:sp>
        <p:sp>
          <p:nvSpPr>
            <p:cNvPr id="26" name="node13.source-001.text"/>
            <p:cNvSpPr/>
            <p:nvPr/>
          </p:nvSpPr>
          <p:spPr>
            <a:xfrm>
              <a:off x="7200900" y="1828800"/>
              <a:ext cx="42672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Removes blockers, speaks at every town hall, owns the go/no-go vote.</a:t>
              </a:r>
              <a:endParaRPr lang="en-US" sz="1200" spc="0" kern="0" b="0" i="0" dirty="0">
                <a:solidFill>
                  <a:srgbClr val="50658E"/>
                </a:solidFill>
                <a:latin typeface="IBM Plex Sans"/>
                <a:ea typeface="IBM Plex Sans"/>
                <a:cs typeface="IBM Plex Sans"/>
              </a:endParaRPr>
            </a:p>
          </p:txBody>
        </p:sp>
        <p:sp>
          <p:nvSpPr>
            <p:cNvPr id="27" name="node13.source-002.number"/>
            <p:cNvSpPr/>
            <p:nvPr/>
          </p:nvSpPr>
          <p:spPr>
            <a:xfrm>
              <a:off x="6667500" y="2438400"/>
              <a:ext cx="381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047FF"/>
                  </a:solidFill>
                  <a:latin typeface="IBM Plex Mono SemiBold"/>
                  <a:ea typeface="IBM Plex Mono SemiBold"/>
                  <a:cs typeface="IBM Plex Mono SemiBold"/>
                </a:rPr>
                <a:t>02</a:t>
              </a:r>
              <a:endParaRPr lang="en-US" sz="1200" spc="0" kern="0" b="0" i="0" dirty="0">
                <a:solidFill>
                  <a:srgbClr val="0047FF"/>
                </a:solidFill>
                <a:latin typeface="IBM Plex Mono SemiBold"/>
                <a:ea typeface="IBM Plex Mono SemiBold"/>
                <a:cs typeface="IBM Plex Mono SemiBold"/>
              </a:endParaRPr>
            </a:p>
          </p:txBody>
        </p:sp>
        <p:sp>
          <p:nvSpPr>
            <p:cNvPr id="28" name="node13.source-002.title"/>
            <p:cNvSpPr/>
            <p:nvPr/>
          </p:nvSpPr>
          <p:spPr>
            <a:xfrm>
              <a:off x="7200900" y="2438400"/>
              <a:ext cx="4267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Change lead</a:t>
              </a:r>
              <a:endParaRPr lang="en-US" sz="1200" spc="0" kern="0" b="0" i="0" dirty="0">
                <a:solidFill>
                  <a:srgbClr val="070154"/>
                </a:solidFill>
                <a:latin typeface="IBM Plex Sans SemiBold"/>
                <a:ea typeface="IBM Plex Sans SemiBold"/>
                <a:cs typeface="IBM Plex Sans SemiBold"/>
              </a:endParaRPr>
            </a:p>
          </p:txBody>
        </p:sp>
        <p:sp>
          <p:nvSpPr>
            <p:cNvPr id="29" name="node13.source-002.text"/>
            <p:cNvSpPr/>
            <p:nvPr/>
          </p:nvSpPr>
          <p:spPr>
            <a:xfrm>
              <a:off x="7200900" y="2667000"/>
              <a:ext cx="42672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Runs the network, tracks adoption and reports weekly to the steering committee.</a:t>
              </a:r>
              <a:endParaRPr lang="en-US" sz="1200" spc="0" kern="0" b="0" i="0" dirty="0">
                <a:solidFill>
                  <a:srgbClr val="50658E"/>
                </a:solidFill>
                <a:latin typeface="IBM Plex Sans"/>
                <a:ea typeface="IBM Plex Sans"/>
                <a:cs typeface="IBM Plex Sans"/>
              </a:endParaRPr>
            </a:p>
          </p:txBody>
        </p:sp>
        <p:sp>
          <p:nvSpPr>
            <p:cNvPr id="30" name="node13.source-003.number"/>
            <p:cNvSpPr/>
            <p:nvPr/>
          </p:nvSpPr>
          <p:spPr>
            <a:xfrm>
              <a:off x="6667500" y="3276600"/>
              <a:ext cx="381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047FF"/>
                  </a:solidFill>
                  <a:latin typeface="IBM Plex Mono SemiBold"/>
                  <a:ea typeface="IBM Plex Mono SemiBold"/>
                  <a:cs typeface="IBM Plex Mono SemiBold"/>
                </a:rPr>
                <a:t>03</a:t>
              </a:r>
              <a:endParaRPr lang="en-US" sz="1200" spc="0" kern="0" b="0" i="0" dirty="0">
                <a:solidFill>
                  <a:srgbClr val="0047FF"/>
                </a:solidFill>
                <a:latin typeface="IBM Plex Mono SemiBold"/>
                <a:ea typeface="IBM Plex Mono SemiBold"/>
                <a:cs typeface="IBM Plex Mono SemiBold"/>
              </a:endParaRPr>
            </a:p>
          </p:txBody>
        </p:sp>
        <p:sp>
          <p:nvSpPr>
            <p:cNvPr id="31" name="node13.source-003.title"/>
            <p:cNvSpPr/>
            <p:nvPr/>
          </p:nvSpPr>
          <p:spPr>
            <a:xfrm>
              <a:off x="7200900" y="3276600"/>
              <a:ext cx="4267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Champions</a:t>
              </a:r>
              <a:endParaRPr lang="en-US" sz="1200" spc="0" kern="0" b="0" i="0" dirty="0">
                <a:solidFill>
                  <a:srgbClr val="070154"/>
                </a:solidFill>
                <a:latin typeface="IBM Plex Sans SemiBold"/>
                <a:ea typeface="IBM Plex Sans SemiBold"/>
                <a:cs typeface="IBM Plex Sans SemiBold"/>
              </a:endParaRPr>
            </a:p>
          </p:txBody>
        </p:sp>
        <p:sp>
          <p:nvSpPr>
            <p:cNvPr id="32" name="node13.source-003.text"/>
            <p:cNvSpPr/>
            <p:nvPr/>
          </p:nvSpPr>
          <p:spPr>
            <a:xfrm>
              <a:off x="7200900" y="3505200"/>
              <a:ext cx="42672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Two hours a week; coach peers, gather feedback, relay local risks.</a:t>
              </a:r>
              <a:endParaRPr lang="en-US" sz="1200" spc="0" kern="0" b="0" i="0" dirty="0">
                <a:solidFill>
                  <a:srgbClr val="50658E"/>
                </a:solidFill>
                <a:latin typeface="IBM Plex Sans"/>
                <a:ea typeface="IBM Plex Sans"/>
                <a:cs typeface="IBM Plex Sans"/>
              </a:endParaRPr>
            </a:p>
          </p:txBody>
        </p:sp>
        <p:sp>
          <p:nvSpPr>
            <p:cNvPr id="33" name="node13.source-004.number"/>
            <p:cNvSpPr/>
            <p:nvPr/>
          </p:nvSpPr>
          <p:spPr>
            <a:xfrm>
              <a:off x="6667500" y="4114800"/>
              <a:ext cx="381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047FF"/>
                  </a:solidFill>
                  <a:latin typeface="IBM Plex Mono SemiBold"/>
                  <a:ea typeface="IBM Plex Mono SemiBold"/>
                  <a:cs typeface="IBM Plex Mono SemiBold"/>
                </a:rPr>
                <a:t>04</a:t>
              </a:r>
              <a:endParaRPr lang="en-US" sz="1200" spc="0" kern="0" b="0" i="0" dirty="0">
                <a:solidFill>
                  <a:srgbClr val="0047FF"/>
                </a:solidFill>
                <a:latin typeface="IBM Plex Mono SemiBold"/>
                <a:ea typeface="IBM Plex Mono SemiBold"/>
                <a:cs typeface="IBM Plex Mono SemiBold"/>
              </a:endParaRPr>
            </a:p>
          </p:txBody>
        </p:sp>
        <p:sp>
          <p:nvSpPr>
            <p:cNvPr id="34" name="node13.source-004.title"/>
            <p:cNvSpPr/>
            <p:nvPr/>
          </p:nvSpPr>
          <p:spPr>
            <a:xfrm>
              <a:off x="7200900" y="4114800"/>
              <a:ext cx="4267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Super users</a:t>
              </a:r>
              <a:endParaRPr lang="en-US" sz="1200" spc="0" kern="0" b="0" i="0" dirty="0">
                <a:solidFill>
                  <a:srgbClr val="070154"/>
                </a:solidFill>
                <a:latin typeface="IBM Plex Sans SemiBold"/>
                <a:ea typeface="IBM Plex Sans SemiBold"/>
                <a:cs typeface="IBM Plex Sans SemiBold"/>
              </a:endParaRPr>
            </a:p>
          </p:txBody>
        </p:sp>
        <p:sp>
          <p:nvSpPr>
            <p:cNvPr id="35" name="node13.source-004.text"/>
            <p:cNvSpPr/>
            <p:nvPr/>
          </p:nvSpPr>
          <p:spPr>
            <a:xfrm>
              <a:off x="7200900" y="4343400"/>
              <a:ext cx="4267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One hour a week; first-line help and a daily tip for their floor.</a:t>
              </a:r>
              <a:endParaRPr lang="en-US" sz="1200" spc="0" kern="0" b="0" i="0" dirty="0">
                <a:solidFill>
                  <a:srgbClr val="50658E"/>
                </a:solidFill>
                <a:latin typeface="IBM Plex Sans"/>
                <a:ea typeface="IBM Plex Sans"/>
                <a:cs typeface="IBM Plex Sans"/>
              </a:endParaRPr>
            </a:p>
          </p:txBody>
        </p:sp>
      </p:gr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ource-312">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WHY THIS MATTERS</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AI changes how product and engineering operate</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89</a:t>
            </a:fld>
            <a:endParaRPr lang="en-US" sz="700" spc="0" kern="0" b="0" i="0" dirty="0">
              <a:solidFill>
                <a:srgbClr val="070154"/>
              </a:solidFill>
              <a:latin typeface="IBM Plex Mono SemiBold"/>
              <a:ea typeface="IBM Plex Mono SemiBold"/>
              <a:cs typeface="IBM Plex Mono SemiBold"/>
            </a:endParaRPr>
          </a:p>
        </p:txBody>
      </p:sp>
      <p:grpSp>
        <p:nvGrpSpPr>
          <p:cNvPr id="32" name="node01"/>
          <p:cNvGrpSpPr/>
          <p:nvPr/>
        </p:nvGrpSpPr>
        <p:grpSpPr>
          <a:xfrm>
            <a:off x="723900" y="1600200"/>
            <a:ext cx="7086600" cy="152400"/>
            <a:chOff x="723900" y="1600200"/>
            <a:chExt cx="7086600" cy="152400"/>
          </a:xfrm>
        </p:grpSpPr>
        <p:sp>
          <p:nvSpPr>
            <p:cNvPr id="6" name="node01.text"/>
            <p:cNvSpPr/>
            <p:nvPr/>
          </p:nvSpPr>
          <p:spPr>
            <a:xfrm>
              <a:off x="723900" y="1600200"/>
              <a:ext cx="7086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WHY AI CHANGES THE OPERATING MODEL</a:t>
              </a:r>
              <a:endParaRPr lang="en-US" sz="900" spc="54" kern="0" b="0" i="0" dirty="0">
                <a:solidFill>
                  <a:srgbClr val="50658E"/>
                </a:solidFill>
                <a:latin typeface="IBM Plex Mono Medium"/>
                <a:ea typeface="IBM Plex Mono Medium"/>
                <a:cs typeface="IBM Plex Mono Medium"/>
              </a:endParaRPr>
            </a:p>
          </p:txBody>
        </p:sp>
      </p:grpSp>
      <p:grpSp>
        <p:nvGrpSpPr>
          <p:cNvPr id="33" name="node02"/>
          <p:cNvGrpSpPr/>
          <p:nvPr/>
        </p:nvGrpSpPr>
        <p:grpSpPr>
          <a:xfrm>
            <a:off x="723900" y="2057400"/>
            <a:ext cx="7086600" cy="2705100"/>
            <a:chOff x="723900" y="2057400"/>
            <a:chExt cx="7086600" cy="2705100"/>
          </a:xfrm>
        </p:grpSpPr>
        <p:sp>
          <p:nvSpPr>
            <p:cNvPr id="7" name="node02.source-001.number"/>
            <p:cNvSpPr/>
            <p:nvPr/>
          </p:nvSpPr>
          <p:spPr>
            <a:xfrm>
              <a:off x="723900" y="2057400"/>
              <a:ext cx="685800" cy="458978"/>
            </a:xfrm>
            <a:prstGeom prst="rect">
              <a:avLst/>
            </a:prstGeom>
            <a:noFill/>
            <a:ln/>
          </p:spPr>
          <p:txBody>
            <a:bodyPr wrap="square" lIns="0" tIns="0" rIns="0" bIns="0" rtlCol="0" anchor="t"/>
            <a:lstStyle/>
            <a:p>
              <a:pPr algn="l" indent="0" marL="0">
                <a:lnSpc>
                  <a:spcPts val="3600"/>
                </a:lnSpc>
                <a:buNone/>
              </a:pPr>
              <a:r>
                <a:rPr lang="en-US" sz="3600" spc="-72" kern="0" b="0" i="0" dirty="0">
                  <a:solidFill>
                    <a:srgbClr val="F900D3"/>
                  </a:solidFill>
                  <a:latin typeface="IBM Plex Mono SemiBold"/>
                  <a:ea typeface="IBM Plex Mono SemiBold"/>
                  <a:cs typeface="IBM Plex Mono SemiBold"/>
                </a:rPr>
                <a:t>01</a:t>
              </a:r>
              <a:endParaRPr lang="en-US" sz="3600" spc="-72" kern="0" b="0" i="0" dirty="0">
                <a:solidFill>
                  <a:srgbClr val="F900D3"/>
                </a:solidFill>
                <a:latin typeface="IBM Plex Mono SemiBold"/>
                <a:ea typeface="IBM Plex Mono SemiBold"/>
                <a:cs typeface="IBM Plex Mono SemiBold"/>
              </a:endParaRPr>
            </a:p>
          </p:txBody>
        </p:sp>
        <p:sp>
          <p:nvSpPr>
            <p:cNvPr id="8" name="node02.source-001.title"/>
            <p:cNvSpPr/>
            <p:nvPr/>
          </p:nvSpPr>
          <p:spPr>
            <a:xfrm>
              <a:off x="1562100" y="2057400"/>
              <a:ext cx="62484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Speed changes the unit of work</a:t>
              </a:r>
              <a:endParaRPr lang="en-US" sz="1400" spc="0" kern="0" b="0" i="0" dirty="0">
                <a:solidFill>
                  <a:srgbClr val="070154"/>
                </a:solidFill>
                <a:latin typeface="IBM Plex Sans SemiBold"/>
                <a:ea typeface="IBM Plex Sans SemiBold"/>
                <a:cs typeface="IBM Plex Sans SemiBold"/>
              </a:endParaRPr>
            </a:p>
          </p:txBody>
        </p:sp>
        <p:sp>
          <p:nvSpPr>
            <p:cNvPr id="9" name="node02.source-001.text"/>
            <p:cNvSpPr/>
            <p:nvPr/>
          </p:nvSpPr>
          <p:spPr>
            <a:xfrm>
              <a:off x="1562100" y="2324100"/>
              <a:ext cx="62484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Drafting, coding, testing and prototyping move faster, so teams can work in smaller, testable slices.</a:t>
              </a:r>
              <a:endParaRPr lang="en-US" sz="1400" spc="0" kern="0" b="0" i="0" dirty="0">
                <a:solidFill>
                  <a:srgbClr val="50658E"/>
                </a:solidFill>
                <a:latin typeface="IBM Plex Sans"/>
                <a:ea typeface="IBM Plex Sans"/>
                <a:cs typeface="IBM Plex Sans"/>
              </a:endParaRPr>
            </a:p>
          </p:txBody>
        </p:sp>
        <p:sp>
          <p:nvSpPr>
            <p:cNvPr id="10" name="node02.source-002.number"/>
            <p:cNvSpPr/>
            <p:nvPr/>
          </p:nvSpPr>
          <p:spPr>
            <a:xfrm>
              <a:off x="723900" y="3009900"/>
              <a:ext cx="685800" cy="458978"/>
            </a:xfrm>
            <a:prstGeom prst="rect">
              <a:avLst/>
            </a:prstGeom>
            <a:noFill/>
            <a:ln/>
          </p:spPr>
          <p:txBody>
            <a:bodyPr wrap="square" lIns="0" tIns="0" rIns="0" bIns="0" rtlCol="0" anchor="t"/>
            <a:lstStyle/>
            <a:p>
              <a:pPr algn="l" indent="0" marL="0">
                <a:lnSpc>
                  <a:spcPts val="3600"/>
                </a:lnSpc>
                <a:buNone/>
              </a:pPr>
              <a:r>
                <a:rPr lang="en-US" sz="3600" spc="-72" kern="0" b="0" i="0" dirty="0">
                  <a:solidFill>
                    <a:srgbClr val="F900D3"/>
                  </a:solidFill>
                  <a:latin typeface="IBM Plex Mono SemiBold"/>
                  <a:ea typeface="IBM Plex Mono SemiBold"/>
                  <a:cs typeface="IBM Plex Mono SemiBold"/>
                </a:rPr>
                <a:t>02</a:t>
              </a:r>
              <a:endParaRPr lang="en-US" sz="3600" spc="-72" kern="0" b="0" i="0" dirty="0">
                <a:solidFill>
                  <a:srgbClr val="F900D3"/>
                </a:solidFill>
                <a:latin typeface="IBM Plex Mono SemiBold"/>
                <a:ea typeface="IBM Plex Mono SemiBold"/>
                <a:cs typeface="IBM Plex Mono SemiBold"/>
              </a:endParaRPr>
            </a:p>
          </p:txBody>
        </p:sp>
        <p:sp>
          <p:nvSpPr>
            <p:cNvPr id="11" name="node02.source-002.title"/>
            <p:cNvSpPr/>
            <p:nvPr/>
          </p:nvSpPr>
          <p:spPr>
            <a:xfrm>
              <a:off x="1562100" y="3009900"/>
              <a:ext cx="62484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Ambiguity becomes the bottleneck</a:t>
              </a:r>
              <a:endParaRPr lang="en-US" sz="1400" spc="0" kern="0" b="0" i="0" dirty="0">
                <a:solidFill>
                  <a:srgbClr val="070154"/>
                </a:solidFill>
                <a:latin typeface="IBM Plex Sans SemiBold"/>
                <a:ea typeface="IBM Plex Sans SemiBold"/>
                <a:cs typeface="IBM Plex Sans SemiBold"/>
              </a:endParaRPr>
            </a:p>
          </p:txBody>
        </p:sp>
        <p:sp>
          <p:nvSpPr>
            <p:cNvPr id="12" name="node02.source-002.text"/>
            <p:cNvSpPr/>
            <p:nvPr/>
          </p:nvSpPr>
          <p:spPr>
            <a:xfrm>
              <a:off x="1562100" y="3276600"/>
              <a:ext cx="62484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Unclear evidence, intent and acceptance criteria spread through delivery just as quickly.</a:t>
              </a:r>
              <a:endParaRPr lang="en-US" sz="1400" spc="0" kern="0" b="0" i="0" dirty="0">
                <a:solidFill>
                  <a:srgbClr val="50658E"/>
                </a:solidFill>
                <a:latin typeface="IBM Plex Sans"/>
                <a:ea typeface="IBM Plex Sans"/>
                <a:cs typeface="IBM Plex Sans"/>
              </a:endParaRPr>
            </a:p>
          </p:txBody>
        </p:sp>
        <p:sp>
          <p:nvSpPr>
            <p:cNvPr id="13" name="node02.source-003.number"/>
            <p:cNvSpPr/>
            <p:nvPr/>
          </p:nvSpPr>
          <p:spPr>
            <a:xfrm>
              <a:off x="723900" y="3962400"/>
              <a:ext cx="685800" cy="458978"/>
            </a:xfrm>
            <a:prstGeom prst="rect">
              <a:avLst/>
            </a:prstGeom>
            <a:noFill/>
            <a:ln/>
          </p:spPr>
          <p:txBody>
            <a:bodyPr wrap="square" lIns="0" tIns="0" rIns="0" bIns="0" rtlCol="0" anchor="t"/>
            <a:lstStyle/>
            <a:p>
              <a:pPr algn="l" indent="0" marL="0">
                <a:lnSpc>
                  <a:spcPts val="3600"/>
                </a:lnSpc>
                <a:buNone/>
              </a:pPr>
              <a:r>
                <a:rPr lang="en-US" sz="3600" spc="-72" kern="0" b="0" i="0" dirty="0">
                  <a:solidFill>
                    <a:srgbClr val="F900D3"/>
                  </a:solidFill>
                  <a:latin typeface="IBM Plex Mono SemiBold"/>
                  <a:ea typeface="IBM Plex Mono SemiBold"/>
                  <a:cs typeface="IBM Plex Mono SemiBold"/>
                </a:rPr>
                <a:t>03</a:t>
              </a:r>
              <a:endParaRPr lang="en-US" sz="3600" spc="-72" kern="0" b="0" i="0" dirty="0">
                <a:solidFill>
                  <a:srgbClr val="F900D3"/>
                </a:solidFill>
                <a:latin typeface="IBM Plex Mono SemiBold"/>
                <a:ea typeface="IBM Plex Mono SemiBold"/>
                <a:cs typeface="IBM Plex Mono SemiBold"/>
              </a:endParaRPr>
            </a:p>
          </p:txBody>
        </p:sp>
        <p:sp>
          <p:nvSpPr>
            <p:cNvPr id="14" name="node02.source-003.title"/>
            <p:cNvSpPr/>
            <p:nvPr/>
          </p:nvSpPr>
          <p:spPr>
            <a:xfrm>
              <a:off x="1562100" y="3962400"/>
              <a:ext cx="62484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The product interface is the advantage</a:t>
              </a:r>
              <a:endParaRPr lang="en-US" sz="1400" spc="0" kern="0" b="0" i="0" dirty="0">
                <a:solidFill>
                  <a:srgbClr val="070154"/>
                </a:solidFill>
                <a:latin typeface="IBM Plex Sans SemiBold"/>
                <a:ea typeface="IBM Plex Sans SemiBold"/>
                <a:cs typeface="IBM Plex Sans SemiBold"/>
              </a:endParaRPr>
            </a:p>
          </p:txBody>
        </p:sp>
        <p:sp>
          <p:nvSpPr>
            <p:cNvPr id="15" name="node02.source-003.text"/>
            <p:cNvSpPr/>
            <p:nvPr/>
          </p:nvSpPr>
          <p:spPr>
            <a:xfrm>
              <a:off x="1562100" y="4229100"/>
              <a:ext cx="62484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Shared evidence, review and governance turn isolated gains into repeatable team performance.</a:t>
              </a:r>
              <a:endParaRPr lang="en-US" sz="1400" spc="0" kern="0" b="0" i="0" dirty="0">
                <a:solidFill>
                  <a:srgbClr val="50658E"/>
                </a:solidFill>
                <a:latin typeface="IBM Plex Sans"/>
                <a:ea typeface="IBM Plex Sans"/>
                <a:cs typeface="IBM Plex Sans"/>
              </a:endParaRPr>
            </a:p>
          </p:txBody>
        </p:sp>
      </p:grpSp>
      <p:grpSp>
        <p:nvGrpSpPr>
          <p:cNvPr id="34" name="node03"/>
          <p:cNvGrpSpPr/>
          <p:nvPr/>
        </p:nvGrpSpPr>
        <p:grpSpPr>
          <a:xfrm>
            <a:off x="8039100" y="1600200"/>
            <a:ext cx="3429000" cy="3886200"/>
            <a:chOff x="8039100" y="1600200"/>
            <a:chExt cx="3429000" cy="3886200"/>
          </a:xfrm>
        </p:grpSpPr>
        <p:sp>
          <p:nvSpPr>
            <p:cNvPr id="16" name="node03.container"/>
            <p:cNvSpPr/>
            <p:nvPr/>
          </p:nvSpPr>
          <p:spPr>
            <a:xfrm>
              <a:off x="8039100" y="1600200"/>
              <a:ext cx="3429000" cy="3886200"/>
            </a:xfrm>
            <a:prstGeom prst="rect">
              <a:avLst/>
            </a:prstGeom>
            <a:solidFill>
              <a:srgbClr val="070154"/>
            </a:solidFill>
            <a:ln>
              <a:noFill/>
            </a:ln>
          </p:spPr>
        </p:sp>
        <p:sp>
          <p:nvSpPr>
            <p:cNvPr id="17" name="node03.edge"/>
            <p:cNvSpPr/>
            <p:nvPr/>
          </p:nvSpPr>
          <p:spPr>
            <a:xfrm>
              <a:off x="8039100" y="1600200"/>
              <a:ext cx="3429000" cy="76200"/>
            </a:xfrm>
            <a:prstGeom prst="rect">
              <a:avLst/>
            </a:prstGeom>
            <a:solidFill>
              <a:srgbClr val="F900D3"/>
            </a:solidFill>
            <a:ln>
              <a:noFill/>
            </a:ln>
          </p:spPr>
        </p:sp>
        <p:sp>
          <p:nvSpPr>
            <p:cNvPr id="18" name="node03.label"/>
            <p:cNvSpPr/>
            <p:nvPr/>
          </p:nvSpPr>
          <p:spPr>
            <a:xfrm>
              <a:off x="8267700" y="1905000"/>
              <a:ext cx="2971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900D3"/>
                  </a:solidFill>
                  <a:latin typeface="IBM Plex Mono Medium"/>
                  <a:ea typeface="IBM Plex Mono Medium"/>
                  <a:cs typeface="IBM Plex Mono Medium"/>
                </a:rPr>
                <a:t>HOW WE WILL RUN IT</a:t>
              </a:r>
              <a:endParaRPr lang="en-US" sz="900" spc="54" kern="0" b="0" i="0" dirty="0">
                <a:solidFill>
                  <a:srgbClr val="F900D3"/>
                </a:solidFill>
                <a:latin typeface="IBM Plex Mono Medium"/>
                <a:ea typeface="IBM Plex Mono Medium"/>
                <a:cs typeface="IBM Plex Mono Medium"/>
              </a:endParaRPr>
            </a:p>
          </p:txBody>
        </p:sp>
        <p:sp>
          <p:nvSpPr>
            <p:cNvPr id="19" name="node03.title"/>
            <p:cNvSpPr/>
            <p:nvPr/>
          </p:nvSpPr>
          <p:spPr>
            <a:xfrm>
              <a:off x="8267700" y="2095500"/>
              <a:ext cx="2971800" cy="6096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FFFFFF"/>
                  </a:solidFill>
                  <a:latin typeface="IBM Plex Sans SemiBold"/>
                  <a:ea typeface="IBM Plex Sans SemiBold"/>
                  <a:cs typeface="IBM Plex Sans SemiBold"/>
                </a:rPr>
                <a:t>Guide the process without taking over the work</a:t>
              </a:r>
              <a:endParaRPr lang="en-US" sz="1800" spc="-18" kern="0" b="0" i="0" dirty="0">
                <a:solidFill>
                  <a:srgbClr val="FFFFFF"/>
                </a:solidFill>
                <a:latin typeface="IBM Plex Sans SemiBold"/>
                <a:ea typeface="IBM Plex Sans SemiBold"/>
                <a:cs typeface="IBM Plex Sans SemiBold"/>
              </a:endParaRPr>
            </a:p>
          </p:txBody>
        </p:sp>
        <p:sp>
          <p:nvSpPr>
            <p:cNvPr id="20" name="node03.body.item-001.bullets.item-001.marker"/>
            <p:cNvSpPr/>
            <p:nvPr/>
          </p:nvSpPr>
          <p:spPr>
            <a:xfrm>
              <a:off x="8267700" y="2908300"/>
              <a:ext cx="38100" cy="38100"/>
            </a:xfrm>
            <a:prstGeom prst="rect">
              <a:avLst/>
            </a:prstGeom>
            <a:solidFill>
              <a:srgbClr val="FFFFFF"/>
            </a:solidFill>
            <a:ln>
              <a:noFill/>
            </a:ln>
          </p:spPr>
        </p:sp>
        <p:sp>
          <p:nvSpPr>
            <p:cNvPr id="21" name="node03.body.item-001.bullets.item-001.text"/>
            <p:cNvSpPr/>
            <p:nvPr/>
          </p:nvSpPr>
          <p:spPr>
            <a:xfrm>
              <a:off x="8420100" y="2819400"/>
              <a:ext cx="281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Short prompts, then participant work</a:t>
              </a:r>
              <a:endParaRPr lang="en-US" sz="1200" spc="0" kern="0" b="0" i="0" dirty="0">
                <a:solidFill>
                  <a:srgbClr val="FFFFFF"/>
                </a:solidFill>
                <a:latin typeface="IBM Plex Sans"/>
                <a:ea typeface="IBM Plex Sans"/>
                <a:cs typeface="IBM Plex Sans"/>
              </a:endParaRPr>
            </a:p>
          </p:txBody>
        </p:sp>
        <p:sp>
          <p:nvSpPr>
            <p:cNvPr id="22" name="node03.body.item-001.bullets.item-002.marker"/>
            <p:cNvSpPr/>
            <p:nvPr/>
          </p:nvSpPr>
          <p:spPr>
            <a:xfrm>
              <a:off x="8267700" y="3175000"/>
              <a:ext cx="38100" cy="38100"/>
            </a:xfrm>
            <a:prstGeom prst="rect">
              <a:avLst/>
            </a:prstGeom>
            <a:solidFill>
              <a:srgbClr val="FFFFFF"/>
            </a:solidFill>
            <a:ln>
              <a:noFill/>
            </a:ln>
          </p:spPr>
        </p:sp>
        <p:sp>
          <p:nvSpPr>
            <p:cNvPr id="23" name="node03.body.item-001.bullets.item-002.text"/>
            <p:cNvSpPr/>
            <p:nvPr/>
          </p:nvSpPr>
          <p:spPr>
            <a:xfrm>
              <a:off x="8420100" y="3086100"/>
              <a:ext cx="281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Named checkpoints and timeboxes</a:t>
              </a:r>
              <a:endParaRPr lang="en-US" sz="1200" spc="0" kern="0" b="0" i="0" dirty="0">
                <a:solidFill>
                  <a:srgbClr val="FFFFFF"/>
                </a:solidFill>
                <a:latin typeface="IBM Plex Sans"/>
                <a:ea typeface="IBM Plex Sans"/>
                <a:cs typeface="IBM Plex Sans"/>
              </a:endParaRPr>
            </a:p>
          </p:txBody>
        </p:sp>
        <p:sp>
          <p:nvSpPr>
            <p:cNvPr id="24" name="node03.body.item-001.bullets.item-003.marker"/>
            <p:cNvSpPr/>
            <p:nvPr/>
          </p:nvSpPr>
          <p:spPr>
            <a:xfrm>
              <a:off x="8267700" y="3441700"/>
              <a:ext cx="38100" cy="38100"/>
            </a:xfrm>
            <a:prstGeom prst="rect">
              <a:avLst/>
            </a:prstGeom>
            <a:solidFill>
              <a:srgbClr val="FFFFFF"/>
            </a:solidFill>
            <a:ln>
              <a:noFill/>
            </a:ln>
          </p:spPr>
        </p:sp>
        <p:sp>
          <p:nvSpPr>
            <p:cNvPr id="25" name="node03.body.item-001.bullets.item-003.text"/>
            <p:cNvSpPr/>
            <p:nvPr/>
          </p:nvSpPr>
          <p:spPr>
            <a:xfrm>
              <a:off x="8420100" y="3352800"/>
              <a:ext cx="281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Active coaching and unblocking</a:t>
              </a:r>
              <a:endParaRPr lang="en-US" sz="1200" spc="0" kern="0" b="0" i="0" dirty="0">
                <a:solidFill>
                  <a:srgbClr val="FFFFFF"/>
                </a:solidFill>
                <a:latin typeface="IBM Plex Sans"/>
                <a:ea typeface="IBM Plex Sans"/>
                <a:cs typeface="IBM Plex Sans"/>
              </a:endParaRPr>
            </a:p>
          </p:txBody>
        </p:sp>
        <p:sp>
          <p:nvSpPr>
            <p:cNvPr id="26" name="node03.body.item-001.bullets.item-004.marker"/>
            <p:cNvSpPr/>
            <p:nvPr/>
          </p:nvSpPr>
          <p:spPr>
            <a:xfrm>
              <a:off x="8267700" y="3708400"/>
              <a:ext cx="38100" cy="38100"/>
            </a:xfrm>
            <a:prstGeom prst="rect">
              <a:avLst/>
            </a:prstGeom>
            <a:solidFill>
              <a:srgbClr val="FFFFFF"/>
            </a:solidFill>
            <a:ln>
              <a:noFill/>
            </a:ln>
          </p:spPr>
        </p:sp>
        <p:sp>
          <p:nvSpPr>
            <p:cNvPr id="27" name="node03.body.item-001.bullets.item-004.text"/>
            <p:cNvSpPr/>
            <p:nvPr/>
          </p:nvSpPr>
          <p:spPr>
            <a:xfrm>
              <a:off x="8420100" y="3619500"/>
              <a:ext cx="281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Human approval at every gate</a:t>
              </a:r>
              <a:endParaRPr lang="en-US" sz="1200" spc="0" kern="0" b="0" i="0" dirty="0">
                <a:solidFill>
                  <a:srgbClr val="FFFFFF"/>
                </a:solidFill>
                <a:latin typeface="IBM Plex Sans"/>
                <a:ea typeface="IBM Plex Sans"/>
                <a:cs typeface="IBM Plex Sans"/>
              </a:endParaRPr>
            </a:p>
          </p:txBody>
        </p:sp>
        <p:sp>
          <p:nvSpPr>
            <p:cNvPr id="28" name="node03.body.item-001.bullets.item-005.marker"/>
            <p:cNvSpPr/>
            <p:nvPr/>
          </p:nvSpPr>
          <p:spPr>
            <a:xfrm>
              <a:off x="8267700" y="3975100"/>
              <a:ext cx="38100" cy="38100"/>
            </a:xfrm>
            <a:prstGeom prst="rect">
              <a:avLst/>
            </a:prstGeom>
            <a:solidFill>
              <a:srgbClr val="FFFFFF"/>
            </a:solidFill>
            <a:ln>
              <a:noFill/>
            </a:ln>
          </p:spPr>
        </p:sp>
        <p:sp>
          <p:nvSpPr>
            <p:cNvPr id="29" name="node03.body.item-001.bullets.item-005.text"/>
            <p:cNvSpPr/>
            <p:nvPr/>
          </p:nvSpPr>
          <p:spPr>
            <a:xfrm>
              <a:off x="8420100" y="3886200"/>
              <a:ext cx="281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Shared notes captured live</a:t>
              </a:r>
              <a:endParaRPr lang="en-US" sz="1200" spc="0" kern="0" b="0" i="0" dirty="0">
                <a:solidFill>
                  <a:srgbClr val="FFFFFF"/>
                </a:solidFill>
                <a:latin typeface="IBM Plex Sans"/>
                <a:ea typeface="IBM Plex Sans"/>
                <a:cs typeface="IBM Plex Sans"/>
              </a:endParaRPr>
            </a:p>
          </p:txBody>
        </p:sp>
        <p:sp>
          <p:nvSpPr>
            <p:cNvPr id="30" name="node03.body.item-001.bullets.item-006.marker"/>
            <p:cNvSpPr/>
            <p:nvPr/>
          </p:nvSpPr>
          <p:spPr>
            <a:xfrm>
              <a:off x="8267700" y="4241800"/>
              <a:ext cx="38100" cy="38100"/>
            </a:xfrm>
            <a:prstGeom prst="rect">
              <a:avLst/>
            </a:prstGeom>
            <a:solidFill>
              <a:srgbClr val="FFFFFF"/>
            </a:solidFill>
            <a:ln>
              <a:noFill/>
            </a:ln>
          </p:spPr>
        </p:sp>
        <p:sp>
          <p:nvSpPr>
            <p:cNvPr id="31" name="node03.body.item-001.bullets.item-006.text"/>
            <p:cNvSpPr/>
            <p:nvPr/>
          </p:nvSpPr>
          <p:spPr>
            <a:xfrm>
              <a:off x="8420100" y="4152900"/>
              <a:ext cx="281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Open risks logged for follow-up</a:t>
              </a:r>
              <a:endParaRPr lang="en-US" sz="1200" spc="0" kern="0" b="0" i="0" dirty="0">
                <a:solidFill>
                  <a:srgbClr val="FFFFFF"/>
                </a:solidFill>
                <a:latin typeface="IBM Plex Sans"/>
                <a:ea typeface="IBM Plex Sans"/>
                <a:cs typeface="IBM Plex Sans"/>
              </a:endParaRPr>
            </a:p>
          </p:txBody>
        </p:sp>
      </p:gr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ource-313">
    <p:spTree>
      <p:nvGrpSpPr>
        <p:cNvPr id="1" name=""/>
        <p:cNvGrpSpPr/>
        <p:nvPr/>
      </p:nvGrpSpPr>
      <p:grpSpPr>
        <a:xfrm>
          <a:off x="0" y="0"/>
          <a:ext cx="0" cy="0"/>
          <a:chOff x="0" y="0"/>
          <a:chExt cx="0" cy="0"/>
        </a:xfrm>
      </p:grpSpPr>
      <p:sp>
        <p:nvSpPr>
          <p:cNvPr id="3" name="eyebrow"/>
          <p:cNvSpPr/>
          <p:nvPr/>
        </p:nvSpPr>
        <p:spPr>
          <a:xfrm>
            <a:off x="723900" y="457200"/>
            <a:ext cx="70866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WHY THIS MATTERS</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7086600" cy="11430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AI changes how product and engineering operate</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90</a:t>
            </a:fld>
            <a:endParaRPr lang="en-US" sz="700" spc="0" kern="0" b="0" i="0" dirty="0">
              <a:solidFill>
                <a:srgbClr val="070154"/>
              </a:solidFill>
              <a:latin typeface="IBM Plex Mono SemiBold"/>
              <a:ea typeface="IBM Plex Mono SemiBold"/>
              <a:cs typeface="IBM Plex Mono SemiBold"/>
            </a:endParaRPr>
          </a:p>
        </p:txBody>
      </p:sp>
      <p:grpSp>
        <p:nvGrpSpPr>
          <p:cNvPr id="32" name="node01"/>
          <p:cNvGrpSpPr/>
          <p:nvPr/>
        </p:nvGrpSpPr>
        <p:grpSpPr>
          <a:xfrm>
            <a:off x="723900" y="2057400"/>
            <a:ext cx="7086600" cy="152400"/>
            <a:chOff x="723900" y="2057400"/>
            <a:chExt cx="7086600" cy="152400"/>
          </a:xfrm>
        </p:grpSpPr>
        <p:sp>
          <p:nvSpPr>
            <p:cNvPr id="6" name="node01.text"/>
            <p:cNvSpPr/>
            <p:nvPr/>
          </p:nvSpPr>
          <p:spPr>
            <a:xfrm>
              <a:off x="723900" y="2057400"/>
              <a:ext cx="7086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WHY AI CHANGES THE OPERATING MODEL</a:t>
              </a:r>
              <a:endParaRPr lang="en-US" sz="900" spc="54" kern="0" b="0" i="0" dirty="0">
                <a:solidFill>
                  <a:srgbClr val="50658E"/>
                </a:solidFill>
                <a:latin typeface="IBM Plex Mono Medium"/>
                <a:ea typeface="IBM Plex Mono Medium"/>
                <a:cs typeface="IBM Plex Mono Medium"/>
              </a:endParaRPr>
            </a:p>
          </p:txBody>
        </p:sp>
      </p:grpSp>
      <p:grpSp>
        <p:nvGrpSpPr>
          <p:cNvPr id="33" name="node02"/>
          <p:cNvGrpSpPr/>
          <p:nvPr/>
        </p:nvGrpSpPr>
        <p:grpSpPr>
          <a:xfrm>
            <a:off x="723900" y="2514600"/>
            <a:ext cx="7086600" cy="2705100"/>
            <a:chOff x="723900" y="2514600"/>
            <a:chExt cx="7086600" cy="2705100"/>
          </a:xfrm>
        </p:grpSpPr>
        <p:sp>
          <p:nvSpPr>
            <p:cNvPr id="7" name="node02.source-001.number"/>
            <p:cNvSpPr/>
            <p:nvPr/>
          </p:nvSpPr>
          <p:spPr>
            <a:xfrm>
              <a:off x="723900" y="2514600"/>
              <a:ext cx="685800" cy="458978"/>
            </a:xfrm>
            <a:prstGeom prst="rect">
              <a:avLst/>
            </a:prstGeom>
            <a:noFill/>
            <a:ln/>
          </p:spPr>
          <p:txBody>
            <a:bodyPr wrap="square" lIns="0" tIns="0" rIns="0" bIns="0" rtlCol="0" anchor="t"/>
            <a:lstStyle/>
            <a:p>
              <a:pPr algn="l" indent="0" marL="0">
                <a:lnSpc>
                  <a:spcPts val="3600"/>
                </a:lnSpc>
                <a:buNone/>
              </a:pPr>
              <a:r>
                <a:rPr lang="en-US" sz="3600" spc="-72" kern="0" b="0" i="0" dirty="0">
                  <a:solidFill>
                    <a:srgbClr val="F900D3"/>
                  </a:solidFill>
                  <a:latin typeface="IBM Plex Mono SemiBold"/>
                  <a:ea typeface="IBM Plex Mono SemiBold"/>
                  <a:cs typeface="IBM Plex Mono SemiBold"/>
                </a:rPr>
                <a:t>01</a:t>
              </a:r>
              <a:endParaRPr lang="en-US" sz="3600" spc="-72" kern="0" b="0" i="0" dirty="0">
                <a:solidFill>
                  <a:srgbClr val="F900D3"/>
                </a:solidFill>
                <a:latin typeface="IBM Plex Mono SemiBold"/>
                <a:ea typeface="IBM Plex Mono SemiBold"/>
                <a:cs typeface="IBM Plex Mono SemiBold"/>
              </a:endParaRPr>
            </a:p>
          </p:txBody>
        </p:sp>
        <p:sp>
          <p:nvSpPr>
            <p:cNvPr id="8" name="node02.source-001.title"/>
            <p:cNvSpPr/>
            <p:nvPr/>
          </p:nvSpPr>
          <p:spPr>
            <a:xfrm>
              <a:off x="1562100" y="2514600"/>
              <a:ext cx="62484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Speed changes the unit of work</a:t>
              </a:r>
              <a:endParaRPr lang="en-US" sz="1400" spc="0" kern="0" b="0" i="0" dirty="0">
                <a:solidFill>
                  <a:srgbClr val="070154"/>
                </a:solidFill>
                <a:latin typeface="IBM Plex Sans SemiBold"/>
                <a:ea typeface="IBM Plex Sans SemiBold"/>
                <a:cs typeface="IBM Plex Sans SemiBold"/>
              </a:endParaRPr>
            </a:p>
          </p:txBody>
        </p:sp>
        <p:sp>
          <p:nvSpPr>
            <p:cNvPr id="9" name="node02.source-001.text"/>
            <p:cNvSpPr/>
            <p:nvPr/>
          </p:nvSpPr>
          <p:spPr>
            <a:xfrm>
              <a:off x="1562100" y="2781300"/>
              <a:ext cx="62484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Drafting, coding, testing and prototyping move faster, so teams can work in smaller, testable slices.</a:t>
              </a:r>
              <a:endParaRPr lang="en-US" sz="1400" spc="0" kern="0" b="0" i="0" dirty="0">
                <a:solidFill>
                  <a:srgbClr val="50658E"/>
                </a:solidFill>
                <a:latin typeface="IBM Plex Sans"/>
                <a:ea typeface="IBM Plex Sans"/>
                <a:cs typeface="IBM Plex Sans"/>
              </a:endParaRPr>
            </a:p>
          </p:txBody>
        </p:sp>
        <p:sp>
          <p:nvSpPr>
            <p:cNvPr id="10" name="node02.source-002.number"/>
            <p:cNvSpPr/>
            <p:nvPr/>
          </p:nvSpPr>
          <p:spPr>
            <a:xfrm>
              <a:off x="723900" y="3467100"/>
              <a:ext cx="685800" cy="458978"/>
            </a:xfrm>
            <a:prstGeom prst="rect">
              <a:avLst/>
            </a:prstGeom>
            <a:noFill/>
            <a:ln/>
          </p:spPr>
          <p:txBody>
            <a:bodyPr wrap="square" lIns="0" tIns="0" rIns="0" bIns="0" rtlCol="0" anchor="t"/>
            <a:lstStyle/>
            <a:p>
              <a:pPr algn="l" indent="0" marL="0">
                <a:lnSpc>
                  <a:spcPts val="3600"/>
                </a:lnSpc>
                <a:buNone/>
              </a:pPr>
              <a:r>
                <a:rPr lang="en-US" sz="3600" spc="-72" kern="0" b="0" i="0" dirty="0">
                  <a:solidFill>
                    <a:srgbClr val="F900D3"/>
                  </a:solidFill>
                  <a:latin typeface="IBM Plex Mono SemiBold"/>
                  <a:ea typeface="IBM Plex Mono SemiBold"/>
                  <a:cs typeface="IBM Plex Mono SemiBold"/>
                </a:rPr>
                <a:t>02</a:t>
              </a:r>
              <a:endParaRPr lang="en-US" sz="3600" spc="-72" kern="0" b="0" i="0" dirty="0">
                <a:solidFill>
                  <a:srgbClr val="F900D3"/>
                </a:solidFill>
                <a:latin typeface="IBM Plex Mono SemiBold"/>
                <a:ea typeface="IBM Plex Mono SemiBold"/>
                <a:cs typeface="IBM Plex Mono SemiBold"/>
              </a:endParaRPr>
            </a:p>
          </p:txBody>
        </p:sp>
        <p:sp>
          <p:nvSpPr>
            <p:cNvPr id="11" name="node02.source-002.title"/>
            <p:cNvSpPr/>
            <p:nvPr/>
          </p:nvSpPr>
          <p:spPr>
            <a:xfrm>
              <a:off x="1562100" y="3467100"/>
              <a:ext cx="62484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Ambiguity becomes the bottleneck</a:t>
              </a:r>
              <a:endParaRPr lang="en-US" sz="1400" spc="0" kern="0" b="0" i="0" dirty="0">
                <a:solidFill>
                  <a:srgbClr val="070154"/>
                </a:solidFill>
                <a:latin typeface="IBM Plex Sans SemiBold"/>
                <a:ea typeface="IBM Plex Sans SemiBold"/>
                <a:cs typeface="IBM Plex Sans SemiBold"/>
              </a:endParaRPr>
            </a:p>
          </p:txBody>
        </p:sp>
        <p:sp>
          <p:nvSpPr>
            <p:cNvPr id="12" name="node02.source-002.text"/>
            <p:cNvSpPr/>
            <p:nvPr/>
          </p:nvSpPr>
          <p:spPr>
            <a:xfrm>
              <a:off x="1562100" y="3733800"/>
              <a:ext cx="62484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Unclear evidence, intent and acceptance criteria spread through delivery just as quickly.</a:t>
              </a:r>
              <a:endParaRPr lang="en-US" sz="1400" spc="0" kern="0" b="0" i="0" dirty="0">
                <a:solidFill>
                  <a:srgbClr val="50658E"/>
                </a:solidFill>
                <a:latin typeface="IBM Plex Sans"/>
                <a:ea typeface="IBM Plex Sans"/>
                <a:cs typeface="IBM Plex Sans"/>
              </a:endParaRPr>
            </a:p>
          </p:txBody>
        </p:sp>
        <p:sp>
          <p:nvSpPr>
            <p:cNvPr id="13" name="node02.source-003.number"/>
            <p:cNvSpPr/>
            <p:nvPr/>
          </p:nvSpPr>
          <p:spPr>
            <a:xfrm>
              <a:off x="723900" y="4419600"/>
              <a:ext cx="685800" cy="458978"/>
            </a:xfrm>
            <a:prstGeom prst="rect">
              <a:avLst/>
            </a:prstGeom>
            <a:noFill/>
            <a:ln/>
          </p:spPr>
          <p:txBody>
            <a:bodyPr wrap="square" lIns="0" tIns="0" rIns="0" bIns="0" rtlCol="0" anchor="t"/>
            <a:lstStyle/>
            <a:p>
              <a:pPr algn="l" indent="0" marL="0">
                <a:lnSpc>
                  <a:spcPts val="3600"/>
                </a:lnSpc>
                <a:buNone/>
              </a:pPr>
              <a:r>
                <a:rPr lang="en-US" sz="3600" spc="-72" kern="0" b="0" i="0" dirty="0">
                  <a:solidFill>
                    <a:srgbClr val="F900D3"/>
                  </a:solidFill>
                  <a:latin typeface="IBM Plex Mono SemiBold"/>
                  <a:ea typeface="IBM Plex Mono SemiBold"/>
                  <a:cs typeface="IBM Plex Mono SemiBold"/>
                </a:rPr>
                <a:t>03</a:t>
              </a:r>
              <a:endParaRPr lang="en-US" sz="3600" spc="-72" kern="0" b="0" i="0" dirty="0">
                <a:solidFill>
                  <a:srgbClr val="F900D3"/>
                </a:solidFill>
                <a:latin typeface="IBM Plex Mono SemiBold"/>
                <a:ea typeface="IBM Plex Mono SemiBold"/>
                <a:cs typeface="IBM Plex Mono SemiBold"/>
              </a:endParaRPr>
            </a:p>
          </p:txBody>
        </p:sp>
        <p:sp>
          <p:nvSpPr>
            <p:cNvPr id="14" name="node02.source-003.title"/>
            <p:cNvSpPr/>
            <p:nvPr/>
          </p:nvSpPr>
          <p:spPr>
            <a:xfrm>
              <a:off x="1562100" y="4419600"/>
              <a:ext cx="62484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The product interface is the advantage</a:t>
              </a:r>
              <a:endParaRPr lang="en-US" sz="1400" spc="0" kern="0" b="0" i="0" dirty="0">
                <a:solidFill>
                  <a:srgbClr val="070154"/>
                </a:solidFill>
                <a:latin typeface="IBM Plex Sans SemiBold"/>
                <a:ea typeface="IBM Plex Sans SemiBold"/>
                <a:cs typeface="IBM Plex Sans SemiBold"/>
              </a:endParaRPr>
            </a:p>
          </p:txBody>
        </p:sp>
        <p:sp>
          <p:nvSpPr>
            <p:cNvPr id="15" name="node02.source-003.text"/>
            <p:cNvSpPr/>
            <p:nvPr/>
          </p:nvSpPr>
          <p:spPr>
            <a:xfrm>
              <a:off x="1562100" y="4686300"/>
              <a:ext cx="62484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Shared evidence, review and governance turn isolated gains into repeatable team performance.</a:t>
              </a:r>
              <a:endParaRPr lang="en-US" sz="1400" spc="0" kern="0" b="0" i="0" dirty="0">
                <a:solidFill>
                  <a:srgbClr val="50658E"/>
                </a:solidFill>
                <a:latin typeface="IBM Plex Sans"/>
                <a:ea typeface="IBM Plex Sans"/>
                <a:cs typeface="IBM Plex Sans"/>
              </a:endParaRPr>
            </a:p>
          </p:txBody>
        </p:sp>
      </p:grpSp>
      <p:grpSp>
        <p:nvGrpSpPr>
          <p:cNvPr id="34" name="node03"/>
          <p:cNvGrpSpPr/>
          <p:nvPr/>
        </p:nvGrpSpPr>
        <p:grpSpPr>
          <a:xfrm>
            <a:off x="8039100" y="457200"/>
            <a:ext cx="3429000" cy="3429000"/>
            <a:chOff x="8039100" y="457200"/>
            <a:chExt cx="3429000" cy="3429000"/>
          </a:xfrm>
        </p:grpSpPr>
        <p:sp>
          <p:nvSpPr>
            <p:cNvPr id="16" name="node03.container"/>
            <p:cNvSpPr/>
            <p:nvPr/>
          </p:nvSpPr>
          <p:spPr>
            <a:xfrm>
              <a:off x="8039100" y="457200"/>
              <a:ext cx="3429000" cy="3429000"/>
            </a:xfrm>
            <a:prstGeom prst="rect">
              <a:avLst/>
            </a:prstGeom>
            <a:solidFill>
              <a:srgbClr val="070154"/>
            </a:solidFill>
            <a:ln>
              <a:noFill/>
            </a:ln>
          </p:spPr>
        </p:sp>
        <p:sp>
          <p:nvSpPr>
            <p:cNvPr id="17" name="node03.edge"/>
            <p:cNvSpPr/>
            <p:nvPr/>
          </p:nvSpPr>
          <p:spPr>
            <a:xfrm>
              <a:off x="8039100" y="457200"/>
              <a:ext cx="3429000" cy="76200"/>
            </a:xfrm>
            <a:prstGeom prst="rect">
              <a:avLst/>
            </a:prstGeom>
            <a:solidFill>
              <a:srgbClr val="F900D3"/>
            </a:solidFill>
            <a:ln>
              <a:noFill/>
            </a:ln>
          </p:spPr>
        </p:sp>
        <p:sp>
          <p:nvSpPr>
            <p:cNvPr id="18" name="node03.label"/>
            <p:cNvSpPr/>
            <p:nvPr/>
          </p:nvSpPr>
          <p:spPr>
            <a:xfrm>
              <a:off x="8267700" y="762000"/>
              <a:ext cx="2971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900D3"/>
                  </a:solidFill>
                  <a:latin typeface="IBM Plex Mono Medium"/>
                  <a:ea typeface="IBM Plex Mono Medium"/>
                  <a:cs typeface="IBM Plex Mono Medium"/>
                </a:rPr>
                <a:t>HOW WE WILL RUN IT</a:t>
              </a:r>
              <a:endParaRPr lang="en-US" sz="900" spc="54" kern="0" b="0" i="0" dirty="0">
                <a:solidFill>
                  <a:srgbClr val="F900D3"/>
                </a:solidFill>
                <a:latin typeface="IBM Plex Mono Medium"/>
                <a:ea typeface="IBM Plex Mono Medium"/>
                <a:cs typeface="IBM Plex Mono Medium"/>
              </a:endParaRPr>
            </a:p>
          </p:txBody>
        </p:sp>
        <p:sp>
          <p:nvSpPr>
            <p:cNvPr id="19" name="node03.title"/>
            <p:cNvSpPr/>
            <p:nvPr/>
          </p:nvSpPr>
          <p:spPr>
            <a:xfrm>
              <a:off x="8267700" y="952500"/>
              <a:ext cx="2971800" cy="6096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FFFFFF"/>
                  </a:solidFill>
                  <a:latin typeface="IBM Plex Sans SemiBold"/>
                  <a:ea typeface="IBM Plex Sans SemiBold"/>
                  <a:cs typeface="IBM Plex Sans SemiBold"/>
                </a:rPr>
                <a:t>Guide the process without taking over the work</a:t>
              </a:r>
              <a:endParaRPr lang="en-US" sz="1800" spc="-18" kern="0" b="0" i="0" dirty="0">
                <a:solidFill>
                  <a:srgbClr val="FFFFFF"/>
                </a:solidFill>
                <a:latin typeface="IBM Plex Sans SemiBold"/>
                <a:ea typeface="IBM Plex Sans SemiBold"/>
                <a:cs typeface="IBM Plex Sans SemiBold"/>
              </a:endParaRPr>
            </a:p>
          </p:txBody>
        </p:sp>
        <p:sp>
          <p:nvSpPr>
            <p:cNvPr id="20" name="node03.body.item-001.bullets.item-001.marker"/>
            <p:cNvSpPr/>
            <p:nvPr/>
          </p:nvSpPr>
          <p:spPr>
            <a:xfrm>
              <a:off x="8267700" y="1765300"/>
              <a:ext cx="38100" cy="38100"/>
            </a:xfrm>
            <a:prstGeom prst="rect">
              <a:avLst/>
            </a:prstGeom>
            <a:solidFill>
              <a:srgbClr val="FFFFFF"/>
            </a:solidFill>
            <a:ln>
              <a:noFill/>
            </a:ln>
          </p:spPr>
        </p:sp>
        <p:sp>
          <p:nvSpPr>
            <p:cNvPr id="21" name="node03.body.item-001.bullets.item-001.text"/>
            <p:cNvSpPr/>
            <p:nvPr/>
          </p:nvSpPr>
          <p:spPr>
            <a:xfrm>
              <a:off x="8420100" y="1676400"/>
              <a:ext cx="281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Short prompts, then participant work</a:t>
              </a:r>
              <a:endParaRPr lang="en-US" sz="1200" spc="0" kern="0" b="0" i="0" dirty="0">
                <a:solidFill>
                  <a:srgbClr val="FFFFFF"/>
                </a:solidFill>
                <a:latin typeface="IBM Plex Sans"/>
                <a:ea typeface="IBM Plex Sans"/>
                <a:cs typeface="IBM Plex Sans"/>
              </a:endParaRPr>
            </a:p>
          </p:txBody>
        </p:sp>
        <p:sp>
          <p:nvSpPr>
            <p:cNvPr id="22" name="node03.body.item-001.bullets.item-002.marker"/>
            <p:cNvSpPr/>
            <p:nvPr/>
          </p:nvSpPr>
          <p:spPr>
            <a:xfrm>
              <a:off x="8267700" y="2032000"/>
              <a:ext cx="38100" cy="38100"/>
            </a:xfrm>
            <a:prstGeom prst="rect">
              <a:avLst/>
            </a:prstGeom>
            <a:solidFill>
              <a:srgbClr val="FFFFFF"/>
            </a:solidFill>
            <a:ln>
              <a:noFill/>
            </a:ln>
          </p:spPr>
        </p:sp>
        <p:sp>
          <p:nvSpPr>
            <p:cNvPr id="23" name="node03.body.item-001.bullets.item-002.text"/>
            <p:cNvSpPr/>
            <p:nvPr/>
          </p:nvSpPr>
          <p:spPr>
            <a:xfrm>
              <a:off x="8420100" y="1943100"/>
              <a:ext cx="281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Named checkpoints and timeboxes</a:t>
              </a:r>
              <a:endParaRPr lang="en-US" sz="1200" spc="0" kern="0" b="0" i="0" dirty="0">
                <a:solidFill>
                  <a:srgbClr val="FFFFFF"/>
                </a:solidFill>
                <a:latin typeface="IBM Plex Sans"/>
                <a:ea typeface="IBM Plex Sans"/>
                <a:cs typeface="IBM Plex Sans"/>
              </a:endParaRPr>
            </a:p>
          </p:txBody>
        </p:sp>
        <p:sp>
          <p:nvSpPr>
            <p:cNvPr id="24" name="node03.body.item-001.bullets.item-003.marker"/>
            <p:cNvSpPr/>
            <p:nvPr/>
          </p:nvSpPr>
          <p:spPr>
            <a:xfrm>
              <a:off x="8267700" y="2298700"/>
              <a:ext cx="38100" cy="38100"/>
            </a:xfrm>
            <a:prstGeom prst="rect">
              <a:avLst/>
            </a:prstGeom>
            <a:solidFill>
              <a:srgbClr val="FFFFFF"/>
            </a:solidFill>
            <a:ln>
              <a:noFill/>
            </a:ln>
          </p:spPr>
        </p:sp>
        <p:sp>
          <p:nvSpPr>
            <p:cNvPr id="25" name="node03.body.item-001.bullets.item-003.text"/>
            <p:cNvSpPr/>
            <p:nvPr/>
          </p:nvSpPr>
          <p:spPr>
            <a:xfrm>
              <a:off x="8420100" y="2209800"/>
              <a:ext cx="281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Active coaching and unblocking</a:t>
              </a:r>
              <a:endParaRPr lang="en-US" sz="1200" spc="0" kern="0" b="0" i="0" dirty="0">
                <a:solidFill>
                  <a:srgbClr val="FFFFFF"/>
                </a:solidFill>
                <a:latin typeface="IBM Plex Sans"/>
                <a:ea typeface="IBM Plex Sans"/>
                <a:cs typeface="IBM Plex Sans"/>
              </a:endParaRPr>
            </a:p>
          </p:txBody>
        </p:sp>
        <p:sp>
          <p:nvSpPr>
            <p:cNvPr id="26" name="node03.body.item-001.bullets.item-004.marker"/>
            <p:cNvSpPr/>
            <p:nvPr/>
          </p:nvSpPr>
          <p:spPr>
            <a:xfrm>
              <a:off x="8267700" y="2565400"/>
              <a:ext cx="38100" cy="38100"/>
            </a:xfrm>
            <a:prstGeom prst="rect">
              <a:avLst/>
            </a:prstGeom>
            <a:solidFill>
              <a:srgbClr val="FFFFFF"/>
            </a:solidFill>
            <a:ln>
              <a:noFill/>
            </a:ln>
          </p:spPr>
        </p:sp>
        <p:sp>
          <p:nvSpPr>
            <p:cNvPr id="27" name="node03.body.item-001.bullets.item-004.text"/>
            <p:cNvSpPr/>
            <p:nvPr/>
          </p:nvSpPr>
          <p:spPr>
            <a:xfrm>
              <a:off x="8420100" y="2476500"/>
              <a:ext cx="281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Human approval at every gate</a:t>
              </a:r>
              <a:endParaRPr lang="en-US" sz="1200" spc="0" kern="0" b="0" i="0" dirty="0">
                <a:solidFill>
                  <a:srgbClr val="FFFFFF"/>
                </a:solidFill>
                <a:latin typeface="IBM Plex Sans"/>
                <a:ea typeface="IBM Plex Sans"/>
                <a:cs typeface="IBM Plex Sans"/>
              </a:endParaRPr>
            </a:p>
          </p:txBody>
        </p:sp>
        <p:sp>
          <p:nvSpPr>
            <p:cNvPr id="28" name="node03.body.item-001.bullets.item-005.marker"/>
            <p:cNvSpPr/>
            <p:nvPr/>
          </p:nvSpPr>
          <p:spPr>
            <a:xfrm>
              <a:off x="8267700" y="2832100"/>
              <a:ext cx="38100" cy="38100"/>
            </a:xfrm>
            <a:prstGeom prst="rect">
              <a:avLst/>
            </a:prstGeom>
            <a:solidFill>
              <a:srgbClr val="FFFFFF"/>
            </a:solidFill>
            <a:ln>
              <a:noFill/>
            </a:ln>
          </p:spPr>
        </p:sp>
        <p:sp>
          <p:nvSpPr>
            <p:cNvPr id="29" name="node03.body.item-001.bullets.item-005.text"/>
            <p:cNvSpPr/>
            <p:nvPr/>
          </p:nvSpPr>
          <p:spPr>
            <a:xfrm>
              <a:off x="8420100" y="2743200"/>
              <a:ext cx="281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Shared notes captured live</a:t>
              </a:r>
              <a:endParaRPr lang="en-US" sz="1200" spc="0" kern="0" b="0" i="0" dirty="0">
                <a:solidFill>
                  <a:srgbClr val="FFFFFF"/>
                </a:solidFill>
                <a:latin typeface="IBM Plex Sans"/>
                <a:ea typeface="IBM Plex Sans"/>
                <a:cs typeface="IBM Plex Sans"/>
              </a:endParaRPr>
            </a:p>
          </p:txBody>
        </p:sp>
        <p:sp>
          <p:nvSpPr>
            <p:cNvPr id="30" name="node03.body.item-001.bullets.item-006.marker"/>
            <p:cNvSpPr/>
            <p:nvPr/>
          </p:nvSpPr>
          <p:spPr>
            <a:xfrm>
              <a:off x="8267700" y="3098800"/>
              <a:ext cx="38100" cy="38100"/>
            </a:xfrm>
            <a:prstGeom prst="rect">
              <a:avLst/>
            </a:prstGeom>
            <a:solidFill>
              <a:srgbClr val="FFFFFF"/>
            </a:solidFill>
            <a:ln>
              <a:noFill/>
            </a:ln>
          </p:spPr>
        </p:sp>
        <p:sp>
          <p:nvSpPr>
            <p:cNvPr id="31" name="node03.body.item-001.bullets.item-006.text"/>
            <p:cNvSpPr/>
            <p:nvPr/>
          </p:nvSpPr>
          <p:spPr>
            <a:xfrm>
              <a:off x="8420100" y="3009900"/>
              <a:ext cx="281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Open risks logged for follow-up</a:t>
              </a:r>
              <a:endParaRPr lang="en-US" sz="1200" spc="0" kern="0" b="0" i="0" dirty="0">
                <a:solidFill>
                  <a:srgbClr val="FFFFFF"/>
                </a:solidFill>
                <a:latin typeface="IBM Plex Sans"/>
                <a:ea typeface="IBM Plex Sans"/>
                <a:cs typeface="IBM Plex Sans"/>
              </a:endParaRPr>
            </a:p>
          </p:txBody>
        </p:sp>
      </p:gr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ource-314">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WHY THIS MATTERS</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AI changes how product and engineering operate</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91</a:t>
            </a:fld>
            <a:endParaRPr lang="en-US" sz="700" spc="0" kern="0" b="0" i="0" dirty="0">
              <a:solidFill>
                <a:srgbClr val="070154"/>
              </a:solidFill>
              <a:latin typeface="IBM Plex Mono SemiBold"/>
              <a:ea typeface="IBM Plex Mono SemiBold"/>
              <a:cs typeface="IBM Plex Mono SemiBold"/>
            </a:endParaRPr>
          </a:p>
        </p:txBody>
      </p:sp>
      <p:grpSp>
        <p:nvGrpSpPr>
          <p:cNvPr id="43" name="node01"/>
          <p:cNvGrpSpPr/>
          <p:nvPr/>
        </p:nvGrpSpPr>
        <p:grpSpPr>
          <a:xfrm>
            <a:off x="723900" y="1600200"/>
            <a:ext cx="4343400" cy="152400"/>
            <a:chOff x="723900" y="1600200"/>
            <a:chExt cx="4343400" cy="152400"/>
          </a:xfrm>
        </p:grpSpPr>
        <p:sp>
          <p:nvSpPr>
            <p:cNvPr id="6" name="node01.text"/>
            <p:cNvSpPr/>
            <p:nvPr/>
          </p:nvSpPr>
          <p:spPr>
            <a:xfrm>
              <a:off x="723900" y="1600200"/>
              <a:ext cx="43434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WHY AI CHANGES THE OPERATING MODEL</a:t>
              </a:r>
              <a:endParaRPr lang="en-US" sz="900" spc="54" kern="0" b="0" i="0" dirty="0">
                <a:solidFill>
                  <a:srgbClr val="50658E"/>
                </a:solidFill>
                <a:latin typeface="IBM Plex Mono Medium"/>
                <a:ea typeface="IBM Plex Mono Medium"/>
                <a:cs typeface="IBM Plex Mono Medium"/>
              </a:endParaRPr>
            </a:p>
          </p:txBody>
        </p:sp>
      </p:grpSp>
      <p:grpSp>
        <p:nvGrpSpPr>
          <p:cNvPr id="44" name="node02"/>
          <p:cNvGrpSpPr/>
          <p:nvPr/>
        </p:nvGrpSpPr>
        <p:grpSpPr>
          <a:xfrm>
            <a:off x="723900" y="2057400"/>
            <a:ext cx="4343400" cy="3505200"/>
            <a:chOff x="723900" y="2057400"/>
            <a:chExt cx="4343400" cy="3505200"/>
          </a:xfrm>
        </p:grpSpPr>
        <p:sp>
          <p:nvSpPr>
            <p:cNvPr id="7" name="node02.source-001.number"/>
            <p:cNvSpPr/>
            <p:nvPr/>
          </p:nvSpPr>
          <p:spPr>
            <a:xfrm>
              <a:off x="723900" y="2057400"/>
              <a:ext cx="685800" cy="458978"/>
            </a:xfrm>
            <a:prstGeom prst="rect">
              <a:avLst/>
            </a:prstGeom>
            <a:noFill/>
            <a:ln/>
          </p:spPr>
          <p:txBody>
            <a:bodyPr wrap="square" lIns="0" tIns="0" rIns="0" bIns="0" rtlCol="0" anchor="t"/>
            <a:lstStyle/>
            <a:p>
              <a:pPr algn="l" indent="0" marL="0">
                <a:lnSpc>
                  <a:spcPts val="3600"/>
                </a:lnSpc>
                <a:buNone/>
              </a:pPr>
              <a:r>
                <a:rPr lang="en-US" sz="3600" spc="-72" kern="0" b="0" i="0" dirty="0">
                  <a:solidFill>
                    <a:srgbClr val="F900D3"/>
                  </a:solidFill>
                  <a:latin typeface="IBM Plex Mono SemiBold"/>
                  <a:ea typeface="IBM Plex Mono SemiBold"/>
                  <a:cs typeface="IBM Plex Mono SemiBold"/>
                </a:rPr>
                <a:t>01</a:t>
              </a:r>
              <a:endParaRPr lang="en-US" sz="3600" spc="-72" kern="0" b="0" i="0" dirty="0">
                <a:solidFill>
                  <a:srgbClr val="F900D3"/>
                </a:solidFill>
                <a:latin typeface="IBM Plex Mono SemiBold"/>
                <a:ea typeface="IBM Plex Mono SemiBold"/>
                <a:cs typeface="IBM Plex Mono SemiBold"/>
              </a:endParaRPr>
            </a:p>
          </p:txBody>
        </p:sp>
        <p:sp>
          <p:nvSpPr>
            <p:cNvPr id="8" name="node02.source-001.title"/>
            <p:cNvSpPr/>
            <p:nvPr/>
          </p:nvSpPr>
          <p:spPr>
            <a:xfrm>
              <a:off x="1562100" y="2057400"/>
              <a:ext cx="35052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Speed changes the unit of work</a:t>
              </a:r>
              <a:endParaRPr lang="en-US" sz="1400" spc="0" kern="0" b="0" i="0" dirty="0">
                <a:solidFill>
                  <a:srgbClr val="070154"/>
                </a:solidFill>
                <a:latin typeface="IBM Plex Sans SemiBold"/>
                <a:ea typeface="IBM Plex Sans SemiBold"/>
                <a:cs typeface="IBM Plex Sans SemiBold"/>
              </a:endParaRPr>
            </a:p>
          </p:txBody>
        </p:sp>
        <p:sp>
          <p:nvSpPr>
            <p:cNvPr id="9" name="node02.source-001.text"/>
            <p:cNvSpPr/>
            <p:nvPr/>
          </p:nvSpPr>
          <p:spPr>
            <a:xfrm>
              <a:off x="1562100" y="2324100"/>
              <a:ext cx="3505200" cy="8001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Drafting, coding, testing and prototyping move faster, so teams can work in smaller, testable slices.</a:t>
              </a:r>
              <a:endParaRPr lang="en-US" sz="1400" spc="0" kern="0" b="0" i="0" dirty="0">
                <a:solidFill>
                  <a:srgbClr val="50658E"/>
                </a:solidFill>
                <a:latin typeface="IBM Plex Sans"/>
                <a:ea typeface="IBM Plex Sans"/>
                <a:cs typeface="IBM Plex Sans"/>
              </a:endParaRPr>
            </a:p>
          </p:txBody>
        </p:sp>
        <p:sp>
          <p:nvSpPr>
            <p:cNvPr id="10" name="node02.source-002.number"/>
            <p:cNvSpPr/>
            <p:nvPr/>
          </p:nvSpPr>
          <p:spPr>
            <a:xfrm>
              <a:off x="723900" y="3276600"/>
              <a:ext cx="685800" cy="458978"/>
            </a:xfrm>
            <a:prstGeom prst="rect">
              <a:avLst/>
            </a:prstGeom>
            <a:noFill/>
            <a:ln/>
          </p:spPr>
          <p:txBody>
            <a:bodyPr wrap="square" lIns="0" tIns="0" rIns="0" bIns="0" rtlCol="0" anchor="t"/>
            <a:lstStyle/>
            <a:p>
              <a:pPr algn="l" indent="0" marL="0">
                <a:lnSpc>
                  <a:spcPts val="3600"/>
                </a:lnSpc>
                <a:buNone/>
              </a:pPr>
              <a:r>
                <a:rPr lang="en-US" sz="3600" spc="-72" kern="0" b="0" i="0" dirty="0">
                  <a:solidFill>
                    <a:srgbClr val="F900D3"/>
                  </a:solidFill>
                  <a:latin typeface="IBM Plex Mono SemiBold"/>
                  <a:ea typeface="IBM Plex Mono SemiBold"/>
                  <a:cs typeface="IBM Plex Mono SemiBold"/>
                </a:rPr>
                <a:t>02</a:t>
              </a:r>
              <a:endParaRPr lang="en-US" sz="3600" spc="-72" kern="0" b="0" i="0" dirty="0">
                <a:solidFill>
                  <a:srgbClr val="F900D3"/>
                </a:solidFill>
                <a:latin typeface="IBM Plex Mono SemiBold"/>
                <a:ea typeface="IBM Plex Mono SemiBold"/>
                <a:cs typeface="IBM Plex Mono SemiBold"/>
              </a:endParaRPr>
            </a:p>
          </p:txBody>
        </p:sp>
        <p:sp>
          <p:nvSpPr>
            <p:cNvPr id="11" name="node02.source-002.title"/>
            <p:cNvSpPr/>
            <p:nvPr/>
          </p:nvSpPr>
          <p:spPr>
            <a:xfrm>
              <a:off x="1562100" y="3276600"/>
              <a:ext cx="35052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Ambiguity becomes the bottleneck</a:t>
              </a:r>
              <a:endParaRPr lang="en-US" sz="1400" spc="0" kern="0" b="0" i="0" dirty="0">
                <a:solidFill>
                  <a:srgbClr val="070154"/>
                </a:solidFill>
                <a:latin typeface="IBM Plex Sans SemiBold"/>
                <a:ea typeface="IBM Plex Sans SemiBold"/>
                <a:cs typeface="IBM Plex Sans SemiBold"/>
              </a:endParaRPr>
            </a:p>
          </p:txBody>
        </p:sp>
        <p:sp>
          <p:nvSpPr>
            <p:cNvPr id="12" name="node02.source-002.text"/>
            <p:cNvSpPr/>
            <p:nvPr/>
          </p:nvSpPr>
          <p:spPr>
            <a:xfrm>
              <a:off x="1562100" y="3543300"/>
              <a:ext cx="3505200" cy="8001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Unclear evidence, intent and acceptance criteria spread through delivery just as quickly.</a:t>
              </a:r>
              <a:endParaRPr lang="en-US" sz="1400" spc="0" kern="0" b="0" i="0" dirty="0">
                <a:solidFill>
                  <a:srgbClr val="50658E"/>
                </a:solidFill>
                <a:latin typeface="IBM Plex Sans"/>
                <a:ea typeface="IBM Plex Sans"/>
                <a:cs typeface="IBM Plex Sans"/>
              </a:endParaRPr>
            </a:p>
          </p:txBody>
        </p:sp>
        <p:sp>
          <p:nvSpPr>
            <p:cNvPr id="13" name="node02.source-003.number"/>
            <p:cNvSpPr/>
            <p:nvPr/>
          </p:nvSpPr>
          <p:spPr>
            <a:xfrm>
              <a:off x="723900" y="4495800"/>
              <a:ext cx="685800" cy="458978"/>
            </a:xfrm>
            <a:prstGeom prst="rect">
              <a:avLst/>
            </a:prstGeom>
            <a:noFill/>
            <a:ln/>
          </p:spPr>
          <p:txBody>
            <a:bodyPr wrap="square" lIns="0" tIns="0" rIns="0" bIns="0" rtlCol="0" anchor="t"/>
            <a:lstStyle/>
            <a:p>
              <a:pPr algn="l" indent="0" marL="0">
                <a:lnSpc>
                  <a:spcPts val="3600"/>
                </a:lnSpc>
                <a:buNone/>
              </a:pPr>
              <a:r>
                <a:rPr lang="en-US" sz="3600" spc="-72" kern="0" b="0" i="0" dirty="0">
                  <a:solidFill>
                    <a:srgbClr val="F900D3"/>
                  </a:solidFill>
                  <a:latin typeface="IBM Plex Mono SemiBold"/>
                  <a:ea typeface="IBM Plex Mono SemiBold"/>
                  <a:cs typeface="IBM Plex Mono SemiBold"/>
                </a:rPr>
                <a:t>03</a:t>
              </a:r>
              <a:endParaRPr lang="en-US" sz="3600" spc="-72" kern="0" b="0" i="0" dirty="0">
                <a:solidFill>
                  <a:srgbClr val="F900D3"/>
                </a:solidFill>
                <a:latin typeface="IBM Plex Mono SemiBold"/>
                <a:ea typeface="IBM Plex Mono SemiBold"/>
                <a:cs typeface="IBM Plex Mono SemiBold"/>
              </a:endParaRPr>
            </a:p>
          </p:txBody>
        </p:sp>
        <p:sp>
          <p:nvSpPr>
            <p:cNvPr id="14" name="node02.source-003.title"/>
            <p:cNvSpPr/>
            <p:nvPr/>
          </p:nvSpPr>
          <p:spPr>
            <a:xfrm>
              <a:off x="1562100" y="4495800"/>
              <a:ext cx="35052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The product interface is the advantage</a:t>
              </a:r>
              <a:endParaRPr lang="en-US" sz="1400" spc="0" kern="0" b="0" i="0" dirty="0">
                <a:solidFill>
                  <a:srgbClr val="070154"/>
                </a:solidFill>
                <a:latin typeface="IBM Plex Sans SemiBold"/>
                <a:ea typeface="IBM Plex Sans SemiBold"/>
                <a:cs typeface="IBM Plex Sans SemiBold"/>
              </a:endParaRPr>
            </a:p>
          </p:txBody>
        </p:sp>
        <p:sp>
          <p:nvSpPr>
            <p:cNvPr id="15" name="node02.source-003.text"/>
            <p:cNvSpPr/>
            <p:nvPr/>
          </p:nvSpPr>
          <p:spPr>
            <a:xfrm>
              <a:off x="1562100" y="4762500"/>
              <a:ext cx="3505200" cy="8001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Shared evidence, review and governance turn isolated gains into repeatable team performance.</a:t>
              </a:r>
              <a:endParaRPr lang="en-US" sz="1400" spc="0" kern="0" b="0" i="0" dirty="0">
                <a:solidFill>
                  <a:srgbClr val="50658E"/>
                </a:solidFill>
                <a:latin typeface="IBM Plex Sans"/>
                <a:ea typeface="IBM Plex Sans"/>
                <a:cs typeface="IBM Plex Sans"/>
              </a:endParaRPr>
            </a:p>
          </p:txBody>
        </p:sp>
      </p:grpSp>
      <p:grpSp>
        <p:nvGrpSpPr>
          <p:cNvPr id="45" name="node03"/>
          <p:cNvGrpSpPr/>
          <p:nvPr/>
        </p:nvGrpSpPr>
        <p:grpSpPr>
          <a:xfrm>
            <a:off x="5295900" y="1600200"/>
            <a:ext cx="6172200" cy="4343400"/>
            <a:chOff x="5295900" y="1600200"/>
            <a:chExt cx="6172200" cy="4343400"/>
          </a:xfrm>
        </p:grpSpPr>
        <p:sp>
          <p:nvSpPr>
            <p:cNvPr id="16" name="node03.surface"/>
            <p:cNvSpPr/>
            <p:nvPr/>
          </p:nvSpPr>
          <p:spPr>
            <a:xfrm>
              <a:off x="5295900" y="1600200"/>
              <a:ext cx="6172200" cy="4343400"/>
            </a:xfrm>
            <a:prstGeom prst="rect">
              <a:avLst/>
            </a:prstGeom>
            <a:solidFill>
              <a:srgbClr val="070154"/>
            </a:solidFill>
            <a:ln>
              <a:noFill/>
            </a:ln>
          </p:spPr>
        </p:sp>
      </p:grpSp>
      <p:grpSp>
        <p:nvGrpSpPr>
          <p:cNvPr id="46" name="node04"/>
          <p:cNvGrpSpPr/>
          <p:nvPr/>
        </p:nvGrpSpPr>
        <p:grpSpPr>
          <a:xfrm>
            <a:off x="5524500" y="1828800"/>
            <a:ext cx="5715000" cy="152400"/>
            <a:chOff x="5524500" y="1828800"/>
            <a:chExt cx="5715000" cy="152400"/>
          </a:xfrm>
        </p:grpSpPr>
        <p:sp>
          <p:nvSpPr>
            <p:cNvPr id="17" name="node04.text"/>
            <p:cNvSpPr/>
            <p:nvPr/>
          </p:nvSpPr>
          <p:spPr>
            <a:xfrm>
              <a:off x="5524500" y="1828800"/>
              <a:ext cx="5715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900D3"/>
                  </a:solidFill>
                  <a:latin typeface="IBM Plex Mono Medium"/>
                  <a:ea typeface="IBM Plex Mono Medium"/>
                  <a:cs typeface="IBM Plex Mono Medium"/>
                </a:rPr>
                <a:t>WHAT PARTICIPANTS WILL UNDERSTAND</a:t>
              </a:r>
              <a:endParaRPr lang="en-US" sz="900" spc="54" kern="0" b="0" i="0" dirty="0">
                <a:solidFill>
                  <a:srgbClr val="F900D3"/>
                </a:solidFill>
                <a:latin typeface="IBM Plex Mono Medium"/>
                <a:ea typeface="IBM Plex Mono Medium"/>
                <a:cs typeface="IBM Plex Mono Medium"/>
              </a:endParaRPr>
            </a:p>
          </p:txBody>
        </p:sp>
      </p:grpSp>
      <p:grpSp>
        <p:nvGrpSpPr>
          <p:cNvPr id="47" name="node05"/>
          <p:cNvGrpSpPr/>
          <p:nvPr/>
        </p:nvGrpSpPr>
        <p:grpSpPr>
          <a:xfrm>
            <a:off x="5524500" y="2057400"/>
            <a:ext cx="5715000" cy="381000"/>
            <a:chOff x="5524500" y="2057400"/>
            <a:chExt cx="5715000" cy="381000"/>
          </a:xfrm>
        </p:grpSpPr>
        <p:sp>
          <p:nvSpPr>
            <p:cNvPr id="18" name="node05.text"/>
            <p:cNvSpPr/>
            <p:nvPr/>
          </p:nvSpPr>
          <p:spPr>
            <a:xfrm>
              <a:off x="5524500" y="2057400"/>
              <a:ext cx="5715000" cy="3810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FFFFFF"/>
                  </a:solidFill>
                  <a:latin typeface="IBM Plex Sans SemiBold"/>
                  <a:ea typeface="IBM Plex Sans SemiBold"/>
                  <a:cs typeface="IBM Plex Sans SemiBold"/>
                </a:rPr>
                <a:t>Six outcomes define the workshop</a:t>
              </a:r>
              <a:endParaRPr lang="en-US" sz="2400" spc="-36" kern="0" b="0" i="0" dirty="0">
                <a:solidFill>
                  <a:srgbClr val="FFFFFF"/>
                </a:solidFill>
                <a:latin typeface="IBM Plex Sans SemiBold"/>
                <a:ea typeface="IBM Plex Sans SemiBold"/>
                <a:cs typeface="IBM Plex Sans SemiBold"/>
              </a:endParaRPr>
            </a:p>
          </p:txBody>
        </p:sp>
      </p:grpSp>
      <p:grpSp>
        <p:nvGrpSpPr>
          <p:cNvPr id="48" name="node06"/>
          <p:cNvGrpSpPr/>
          <p:nvPr/>
        </p:nvGrpSpPr>
        <p:grpSpPr>
          <a:xfrm>
            <a:off x="5524500" y="2514600"/>
            <a:ext cx="2743200" cy="990600"/>
            <a:chOff x="5524500" y="2514600"/>
            <a:chExt cx="2743200" cy="990600"/>
          </a:xfrm>
        </p:grpSpPr>
        <p:sp>
          <p:nvSpPr>
            <p:cNvPr id="19" name="node06.container"/>
            <p:cNvSpPr/>
            <p:nvPr/>
          </p:nvSpPr>
          <p:spPr>
            <a:xfrm>
              <a:off x="5524500" y="2514600"/>
              <a:ext cx="2743200" cy="990600"/>
            </a:xfrm>
            <a:prstGeom prst="rect">
              <a:avLst/>
            </a:prstGeom>
            <a:solidFill>
              <a:srgbClr val="05013F"/>
            </a:solidFill>
            <a:ln>
              <a:noFill/>
            </a:ln>
          </p:spPr>
        </p:sp>
        <p:sp>
          <p:nvSpPr>
            <p:cNvPr id="20" name="node06.edge"/>
            <p:cNvSpPr/>
            <p:nvPr/>
          </p:nvSpPr>
          <p:spPr>
            <a:xfrm>
              <a:off x="5524500" y="2514600"/>
              <a:ext cx="38100" cy="990600"/>
            </a:xfrm>
            <a:prstGeom prst="rect">
              <a:avLst/>
            </a:prstGeom>
            <a:solidFill>
              <a:srgbClr val="F900D3"/>
            </a:solidFill>
            <a:ln>
              <a:noFill/>
            </a:ln>
          </p:spPr>
        </p:sp>
        <p:sp>
          <p:nvSpPr>
            <p:cNvPr id="21" name="node06.title"/>
            <p:cNvSpPr/>
            <p:nvPr/>
          </p:nvSpPr>
          <p:spPr>
            <a:xfrm>
              <a:off x="5676900" y="2628900"/>
              <a:ext cx="24765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FFFFFF"/>
                  </a:solidFill>
                  <a:latin typeface="IBM Plex Sans"/>
                  <a:ea typeface="IBM Plex Sans"/>
                  <a:cs typeface="IBM Plex Sans"/>
                </a:rPr>
                <a:t>Frame the right opportunity</a:t>
              </a:r>
              <a:endParaRPr lang="en-US" sz="1400" spc="0" kern="0" b="0" i="0" dirty="0">
                <a:solidFill>
                  <a:srgbClr val="FFFFFF"/>
                </a:solidFill>
                <a:latin typeface="IBM Plex Sans"/>
                <a:ea typeface="IBM Plex Sans"/>
                <a:cs typeface="IBM Plex Sans"/>
              </a:endParaRPr>
            </a:p>
          </p:txBody>
        </p:sp>
        <p:sp>
          <p:nvSpPr>
            <p:cNvPr id="22" name="node06.body.item-001.paragraph"/>
            <p:cNvSpPr/>
            <p:nvPr/>
          </p:nvSpPr>
          <p:spPr>
            <a:xfrm>
              <a:off x="5676900" y="2971800"/>
              <a:ext cx="24765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CED7E6"/>
                  </a:solidFill>
                  <a:latin typeface="IBM Plex Sans"/>
                  <a:ea typeface="IBM Plex Sans"/>
                  <a:cs typeface="IBM Plex Sans"/>
                </a:rPr>
                <a:t>Pick a feasible problem</a:t>
              </a:r>
              <a:endParaRPr lang="en-US" sz="1200" spc="0" kern="0" b="0" i="0" dirty="0">
                <a:solidFill>
                  <a:srgbClr val="CED7E6"/>
                </a:solidFill>
                <a:latin typeface="IBM Plex Sans"/>
                <a:ea typeface="IBM Plex Sans"/>
                <a:cs typeface="IBM Plex Sans"/>
              </a:endParaRPr>
            </a:p>
          </p:txBody>
        </p:sp>
      </p:grpSp>
      <p:grpSp>
        <p:nvGrpSpPr>
          <p:cNvPr id="49" name="node07"/>
          <p:cNvGrpSpPr/>
          <p:nvPr/>
        </p:nvGrpSpPr>
        <p:grpSpPr>
          <a:xfrm>
            <a:off x="8496300" y="2514600"/>
            <a:ext cx="2743200" cy="990600"/>
            <a:chOff x="8496300" y="2514600"/>
            <a:chExt cx="2743200" cy="990600"/>
          </a:xfrm>
        </p:grpSpPr>
        <p:sp>
          <p:nvSpPr>
            <p:cNvPr id="23" name="node07.container"/>
            <p:cNvSpPr/>
            <p:nvPr/>
          </p:nvSpPr>
          <p:spPr>
            <a:xfrm>
              <a:off x="8496300" y="2514600"/>
              <a:ext cx="2743200" cy="990600"/>
            </a:xfrm>
            <a:prstGeom prst="rect">
              <a:avLst/>
            </a:prstGeom>
            <a:solidFill>
              <a:srgbClr val="05013F"/>
            </a:solidFill>
            <a:ln>
              <a:noFill/>
            </a:ln>
          </p:spPr>
        </p:sp>
        <p:sp>
          <p:nvSpPr>
            <p:cNvPr id="24" name="node07.edge"/>
            <p:cNvSpPr/>
            <p:nvPr/>
          </p:nvSpPr>
          <p:spPr>
            <a:xfrm>
              <a:off x="8496300" y="2514600"/>
              <a:ext cx="38100" cy="990600"/>
            </a:xfrm>
            <a:prstGeom prst="rect">
              <a:avLst/>
            </a:prstGeom>
            <a:solidFill>
              <a:srgbClr val="F900D3"/>
            </a:solidFill>
            <a:ln>
              <a:noFill/>
            </a:ln>
          </p:spPr>
        </p:sp>
        <p:sp>
          <p:nvSpPr>
            <p:cNvPr id="25" name="node07.title"/>
            <p:cNvSpPr/>
            <p:nvPr/>
          </p:nvSpPr>
          <p:spPr>
            <a:xfrm>
              <a:off x="8648700" y="2628900"/>
              <a:ext cx="24765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FFFFFF"/>
                  </a:solidFill>
                  <a:latin typeface="IBM Plex Sans"/>
                  <a:ea typeface="IBM Plex Sans"/>
                  <a:cs typeface="IBM Plex Sans"/>
                </a:rPr>
                <a:t>Turn evidence into intent</a:t>
              </a:r>
              <a:endParaRPr lang="en-US" sz="1400" spc="0" kern="0" b="0" i="0" dirty="0">
                <a:solidFill>
                  <a:srgbClr val="FFFFFF"/>
                </a:solidFill>
                <a:latin typeface="IBM Plex Sans"/>
                <a:ea typeface="IBM Plex Sans"/>
                <a:cs typeface="IBM Plex Sans"/>
              </a:endParaRPr>
            </a:p>
          </p:txBody>
        </p:sp>
        <p:sp>
          <p:nvSpPr>
            <p:cNvPr id="26" name="node07.body.item-001.paragraph"/>
            <p:cNvSpPr/>
            <p:nvPr/>
          </p:nvSpPr>
          <p:spPr>
            <a:xfrm>
              <a:off x="8648700" y="2971800"/>
              <a:ext cx="24765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CED7E6"/>
                  </a:solidFill>
                  <a:latin typeface="IBM Plex Sans"/>
                  <a:ea typeface="IBM Plex Sans"/>
                  <a:cs typeface="IBM Plex Sans"/>
                </a:rPr>
                <a:t>Stories and criteria</a:t>
              </a:r>
              <a:endParaRPr lang="en-US" sz="1200" spc="0" kern="0" b="0" i="0" dirty="0">
                <a:solidFill>
                  <a:srgbClr val="CED7E6"/>
                </a:solidFill>
                <a:latin typeface="IBM Plex Sans"/>
                <a:ea typeface="IBM Plex Sans"/>
                <a:cs typeface="IBM Plex Sans"/>
              </a:endParaRPr>
            </a:p>
          </p:txBody>
        </p:sp>
      </p:grpSp>
      <p:grpSp>
        <p:nvGrpSpPr>
          <p:cNvPr id="50" name="node08"/>
          <p:cNvGrpSpPr/>
          <p:nvPr/>
        </p:nvGrpSpPr>
        <p:grpSpPr>
          <a:xfrm>
            <a:off x="5524500" y="3657600"/>
            <a:ext cx="2743200" cy="990600"/>
            <a:chOff x="5524500" y="3657600"/>
            <a:chExt cx="2743200" cy="990600"/>
          </a:xfrm>
        </p:grpSpPr>
        <p:sp>
          <p:nvSpPr>
            <p:cNvPr id="27" name="node08.container"/>
            <p:cNvSpPr/>
            <p:nvPr/>
          </p:nvSpPr>
          <p:spPr>
            <a:xfrm>
              <a:off x="5524500" y="3657600"/>
              <a:ext cx="2743200" cy="990600"/>
            </a:xfrm>
            <a:prstGeom prst="rect">
              <a:avLst/>
            </a:prstGeom>
            <a:solidFill>
              <a:srgbClr val="05013F"/>
            </a:solidFill>
            <a:ln>
              <a:noFill/>
            </a:ln>
          </p:spPr>
        </p:sp>
        <p:sp>
          <p:nvSpPr>
            <p:cNvPr id="28" name="node08.edge"/>
            <p:cNvSpPr/>
            <p:nvPr/>
          </p:nvSpPr>
          <p:spPr>
            <a:xfrm>
              <a:off x="5524500" y="3657600"/>
              <a:ext cx="38100" cy="990600"/>
            </a:xfrm>
            <a:prstGeom prst="rect">
              <a:avLst/>
            </a:prstGeom>
            <a:solidFill>
              <a:srgbClr val="F900D3"/>
            </a:solidFill>
            <a:ln>
              <a:noFill/>
            </a:ln>
          </p:spPr>
        </p:sp>
        <p:sp>
          <p:nvSpPr>
            <p:cNvPr id="29" name="node08.title"/>
            <p:cNvSpPr/>
            <p:nvPr/>
          </p:nvSpPr>
          <p:spPr>
            <a:xfrm>
              <a:off x="5676900" y="3771900"/>
              <a:ext cx="24765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FFFFFF"/>
                  </a:solidFill>
                  <a:latin typeface="IBM Plex Sans"/>
                  <a:ea typeface="IBM Plex Sans"/>
                  <a:cs typeface="IBM Plex Sans"/>
                </a:rPr>
                <a:t>Agents across the SDLC</a:t>
              </a:r>
              <a:endParaRPr lang="en-US" sz="1400" spc="0" kern="0" b="0" i="0" dirty="0">
                <a:solidFill>
                  <a:srgbClr val="FFFFFF"/>
                </a:solidFill>
                <a:latin typeface="IBM Plex Sans"/>
                <a:ea typeface="IBM Plex Sans"/>
                <a:cs typeface="IBM Plex Sans"/>
              </a:endParaRPr>
            </a:p>
          </p:txBody>
        </p:sp>
        <p:sp>
          <p:nvSpPr>
            <p:cNvPr id="30" name="node08.body.item-001.paragraph"/>
            <p:cNvSpPr/>
            <p:nvPr/>
          </p:nvSpPr>
          <p:spPr>
            <a:xfrm>
              <a:off x="5676900" y="4114800"/>
              <a:ext cx="24765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CED7E6"/>
                  </a:solidFill>
                  <a:latin typeface="IBM Plex Sans"/>
                  <a:ea typeface="IBM Plex Sans"/>
                  <a:cs typeface="IBM Plex Sans"/>
                </a:rPr>
                <a:t>Plan, code, test, release</a:t>
              </a:r>
              <a:endParaRPr lang="en-US" sz="1200" spc="0" kern="0" b="0" i="0" dirty="0">
                <a:solidFill>
                  <a:srgbClr val="CED7E6"/>
                </a:solidFill>
                <a:latin typeface="IBM Plex Sans"/>
                <a:ea typeface="IBM Plex Sans"/>
                <a:cs typeface="IBM Plex Sans"/>
              </a:endParaRPr>
            </a:p>
          </p:txBody>
        </p:sp>
      </p:grpSp>
      <p:grpSp>
        <p:nvGrpSpPr>
          <p:cNvPr id="51" name="node09"/>
          <p:cNvGrpSpPr/>
          <p:nvPr/>
        </p:nvGrpSpPr>
        <p:grpSpPr>
          <a:xfrm>
            <a:off x="8496300" y="3657600"/>
            <a:ext cx="2743200" cy="990600"/>
            <a:chOff x="8496300" y="3657600"/>
            <a:chExt cx="2743200" cy="990600"/>
          </a:xfrm>
        </p:grpSpPr>
        <p:sp>
          <p:nvSpPr>
            <p:cNvPr id="31" name="node09.container"/>
            <p:cNvSpPr/>
            <p:nvPr/>
          </p:nvSpPr>
          <p:spPr>
            <a:xfrm>
              <a:off x="8496300" y="3657600"/>
              <a:ext cx="2743200" cy="990600"/>
            </a:xfrm>
            <a:prstGeom prst="rect">
              <a:avLst/>
            </a:prstGeom>
            <a:solidFill>
              <a:srgbClr val="05013F"/>
            </a:solidFill>
            <a:ln>
              <a:noFill/>
            </a:ln>
          </p:spPr>
        </p:sp>
        <p:sp>
          <p:nvSpPr>
            <p:cNvPr id="32" name="node09.edge"/>
            <p:cNvSpPr/>
            <p:nvPr/>
          </p:nvSpPr>
          <p:spPr>
            <a:xfrm>
              <a:off x="8496300" y="3657600"/>
              <a:ext cx="38100" cy="990600"/>
            </a:xfrm>
            <a:prstGeom prst="rect">
              <a:avLst/>
            </a:prstGeom>
            <a:solidFill>
              <a:srgbClr val="F900D3"/>
            </a:solidFill>
            <a:ln>
              <a:noFill/>
            </a:ln>
          </p:spPr>
        </p:sp>
        <p:sp>
          <p:nvSpPr>
            <p:cNvPr id="33" name="node09.title"/>
            <p:cNvSpPr/>
            <p:nvPr/>
          </p:nvSpPr>
          <p:spPr>
            <a:xfrm>
              <a:off x="8648700" y="3771900"/>
              <a:ext cx="24765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FFFFFF"/>
                  </a:solidFill>
                  <a:latin typeface="IBM Plex Sans"/>
                  <a:ea typeface="IBM Plex Sans"/>
                  <a:cs typeface="IBM Plex Sans"/>
                </a:rPr>
                <a:t>Product-to-R&amp;D interface</a:t>
              </a:r>
              <a:endParaRPr lang="en-US" sz="1400" spc="0" kern="0" b="0" i="0" dirty="0">
                <a:solidFill>
                  <a:srgbClr val="FFFFFF"/>
                </a:solidFill>
                <a:latin typeface="IBM Plex Sans"/>
                <a:ea typeface="IBM Plex Sans"/>
                <a:cs typeface="IBM Plex Sans"/>
              </a:endParaRPr>
            </a:p>
          </p:txBody>
        </p:sp>
        <p:sp>
          <p:nvSpPr>
            <p:cNvPr id="34" name="node09.body.item-001.paragraph"/>
            <p:cNvSpPr/>
            <p:nvPr/>
          </p:nvSpPr>
          <p:spPr>
            <a:xfrm>
              <a:off x="8648700" y="4114800"/>
              <a:ext cx="24765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CED7E6"/>
                  </a:solidFill>
                  <a:latin typeface="IBM Plex Sans"/>
                  <a:ea typeface="IBM Plex Sans"/>
                  <a:cs typeface="IBM Plex Sans"/>
                </a:rPr>
                <a:t>Agree a demonstrable slice</a:t>
              </a:r>
              <a:endParaRPr lang="en-US" sz="1200" spc="0" kern="0" b="0" i="0" dirty="0">
                <a:solidFill>
                  <a:srgbClr val="CED7E6"/>
                </a:solidFill>
                <a:latin typeface="IBM Plex Sans"/>
                <a:ea typeface="IBM Plex Sans"/>
                <a:cs typeface="IBM Plex Sans"/>
              </a:endParaRPr>
            </a:p>
          </p:txBody>
        </p:sp>
      </p:grpSp>
      <p:grpSp>
        <p:nvGrpSpPr>
          <p:cNvPr id="52" name="node10"/>
          <p:cNvGrpSpPr/>
          <p:nvPr/>
        </p:nvGrpSpPr>
        <p:grpSpPr>
          <a:xfrm>
            <a:off x="5524500" y="4800600"/>
            <a:ext cx="2743200" cy="990600"/>
            <a:chOff x="5524500" y="4800600"/>
            <a:chExt cx="2743200" cy="990600"/>
          </a:xfrm>
        </p:grpSpPr>
        <p:sp>
          <p:nvSpPr>
            <p:cNvPr id="35" name="node10.container"/>
            <p:cNvSpPr/>
            <p:nvPr/>
          </p:nvSpPr>
          <p:spPr>
            <a:xfrm>
              <a:off x="5524500" y="4800600"/>
              <a:ext cx="2743200" cy="990600"/>
            </a:xfrm>
            <a:prstGeom prst="rect">
              <a:avLst/>
            </a:prstGeom>
            <a:solidFill>
              <a:srgbClr val="05013F"/>
            </a:solidFill>
            <a:ln>
              <a:noFill/>
            </a:ln>
          </p:spPr>
        </p:sp>
        <p:sp>
          <p:nvSpPr>
            <p:cNvPr id="36" name="node10.edge"/>
            <p:cNvSpPr/>
            <p:nvPr/>
          </p:nvSpPr>
          <p:spPr>
            <a:xfrm>
              <a:off x="5524500" y="4800600"/>
              <a:ext cx="38100" cy="990600"/>
            </a:xfrm>
            <a:prstGeom prst="rect">
              <a:avLst/>
            </a:prstGeom>
            <a:solidFill>
              <a:srgbClr val="F900D3"/>
            </a:solidFill>
            <a:ln>
              <a:noFill/>
            </a:ln>
          </p:spPr>
        </p:sp>
        <p:sp>
          <p:nvSpPr>
            <p:cNvPr id="37" name="node10.title"/>
            <p:cNvSpPr/>
            <p:nvPr/>
          </p:nvSpPr>
          <p:spPr>
            <a:xfrm>
              <a:off x="5676900" y="4914900"/>
              <a:ext cx="24765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FFFFFF"/>
                  </a:solidFill>
                  <a:latin typeface="IBM Plex Sans"/>
                  <a:ea typeface="IBM Plex Sans"/>
                  <a:cs typeface="IBM Plex Sans"/>
                </a:rPr>
                <a:t>Compress feedback loops</a:t>
              </a:r>
              <a:endParaRPr lang="en-US" sz="1400" spc="0" kern="0" b="0" i="0" dirty="0">
                <a:solidFill>
                  <a:srgbClr val="FFFFFF"/>
                </a:solidFill>
                <a:latin typeface="IBM Plex Sans"/>
                <a:ea typeface="IBM Plex Sans"/>
                <a:cs typeface="IBM Plex Sans"/>
              </a:endParaRPr>
            </a:p>
          </p:txBody>
        </p:sp>
        <p:sp>
          <p:nvSpPr>
            <p:cNvPr id="38" name="node10.body.item-001.paragraph"/>
            <p:cNvSpPr/>
            <p:nvPr/>
          </p:nvSpPr>
          <p:spPr>
            <a:xfrm>
              <a:off x="5676900" y="5257800"/>
              <a:ext cx="24765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CED7E6"/>
                  </a:solidFill>
                  <a:latin typeface="IBM Plex Sans"/>
                  <a:ea typeface="IBM Plex Sans"/>
                  <a:cs typeface="IBM Plex Sans"/>
                </a:rPr>
                <a:t>Prototype in parallel</a:t>
              </a:r>
              <a:endParaRPr lang="en-US" sz="1200" spc="0" kern="0" b="0" i="0" dirty="0">
                <a:solidFill>
                  <a:srgbClr val="CED7E6"/>
                </a:solidFill>
                <a:latin typeface="IBM Plex Sans"/>
                <a:ea typeface="IBM Plex Sans"/>
                <a:cs typeface="IBM Plex Sans"/>
              </a:endParaRPr>
            </a:p>
          </p:txBody>
        </p:sp>
      </p:grpSp>
      <p:grpSp>
        <p:nvGrpSpPr>
          <p:cNvPr id="53" name="node11"/>
          <p:cNvGrpSpPr/>
          <p:nvPr/>
        </p:nvGrpSpPr>
        <p:grpSpPr>
          <a:xfrm>
            <a:off x="8496300" y="4800600"/>
            <a:ext cx="2743200" cy="990600"/>
            <a:chOff x="8496300" y="4800600"/>
            <a:chExt cx="2743200" cy="990600"/>
          </a:xfrm>
        </p:grpSpPr>
        <p:sp>
          <p:nvSpPr>
            <p:cNvPr id="39" name="node11.container"/>
            <p:cNvSpPr/>
            <p:nvPr/>
          </p:nvSpPr>
          <p:spPr>
            <a:xfrm>
              <a:off x="8496300" y="4800600"/>
              <a:ext cx="2743200" cy="990600"/>
            </a:xfrm>
            <a:prstGeom prst="rect">
              <a:avLst/>
            </a:prstGeom>
            <a:solidFill>
              <a:srgbClr val="05013F"/>
            </a:solidFill>
            <a:ln>
              <a:noFill/>
            </a:ln>
          </p:spPr>
        </p:sp>
        <p:sp>
          <p:nvSpPr>
            <p:cNvPr id="40" name="node11.edge"/>
            <p:cNvSpPr/>
            <p:nvPr/>
          </p:nvSpPr>
          <p:spPr>
            <a:xfrm>
              <a:off x="8496300" y="4800600"/>
              <a:ext cx="38100" cy="990600"/>
            </a:xfrm>
            <a:prstGeom prst="rect">
              <a:avLst/>
            </a:prstGeom>
            <a:solidFill>
              <a:srgbClr val="F900D3"/>
            </a:solidFill>
            <a:ln>
              <a:noFill/>
            </a:ln>
          </p:spPr>
        </p:sp>
        <p:sp>
          <p:nvSpPr>
            <p:cNvPr id="41" name="node11.title"/>
            <p:cNvSpPr/>
            <p:nvPr/>
          </p:nvSpPr>
          <p:spPr>
            <a:xfrm>
              <a:off x="8648700" y="4914900"/>
              <a:ext cx="24765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FFFFFF"/>
                  </a:solidFill>
                  <a:latin typeface="IBM Plex Sans"/>
                  <a:ea typeface="IBM Plex Sans"/>
                  <a:cs typeface="IBM Plex Sans"/>
                </a:rPr>
                <a:t>Scale AI-enabled delivery</a:t>
              </a:r>
              <a:endParaRPr lang="en-US" sz="1400" spc="0" kern="0" b="0" i="0" dirty="0">
                <a:solidFill>
                  <a:srgbClr val="FFFFFF"/>
                </a:solidFill>
                <a:latin typeface="IBM Plex Sans"/>
                <a:ea typeface="IBM Plex Sans"/>
                <a:cs typeface="IBM Plex Sans"/>
              </a:endParaRPr>
            </a:p>
          </p:txBody>
        </p:sp>
        <p:sp>
          <p:nvSpPr>
            <p:cNvPr id="42" name="node11.body.item-001.paragraph"/>
            <p:cNvSpPr/>
            <p:nvPr/>
          </p:nvSpPr>
          <p:spPr>
            <a:xfrm>
              <a:off x="8648700" y="5257800"/>
              <a:ext cx="24765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CED7E6"/>
                  </a:solidFill>
                  <a:latin typeface="IBM Plex Sans"/>
                  <a:ea typeface="IBM Plex Sans"/>
                  <a:cs typeface="IBM Plex Sans"/>
                </a:rPr>
                <a:t>Adoption and governance</a:t>
              </a:r>
              <a:endParaRPr lang="en-US" sz="1200" spc="0" kern="0" b="0" i="0" dirty="0">
                <a:solidFill>
                  <a:srgbClr val="CED7E6"/>
                </a:solidFill>
                <a:latin typeface="IBM Plex Sans"/>
                <a:ea typeface="IBM Plex Sans"/>
                <a:cs typeface="IBM Plex Sans"/>
              </a:endParaRPr>
            </a:p>
          </p:txBody>
        </p:sp>
      </p:gr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ource-315">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QUALIFICATIONS</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11430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We are deeply embedded across healthcare, with proven work in payer, provider and pharmacy</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West Monroe engagement history.</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92</a:t>
            </a:fld>
            <a:endParaRPr lang="en-US" sz="700" spc="0" kern="0" b="0" i="0" dirty="0">
              <a:solidFill>
                <a:srgbClr val="070154"/>
              </a:solidFill>
              <a:latin typeface="IBM Plex Mono SemiBold"/>
              <a:ea typeface="IBM Plex Mono SemiBold"/>
              <a:cs typeface="IBM Plex Mono SemiBold"/>
            </a:endParaRPr>
          </a:p>
        </p:txBody>
      </p:sp>
      <p:grpSp>
        <p:nvGrpSpPr>
          <p:cNvPr id="79" name="node01"/>
          <p:cNvGrpSpPr/>
          <p:nvPr/>
        </p:nvGrpSpPr>
        <p:grpSpPr>
          <a:xfrm>
            <a:off x="723900" y="2057400"/>
            <a:ext cx="2971800" cy="1219200"/>
            <a:chOff x="723900" y="2057400"/>
            <a:chExt cx="2971800" cy="1219200"/>
          </a:xfrm>
        </p:grpSpPr>
        <p:sp>
          <p:nvSpPr>
            <p:cNvPr id="7" name="node01.text"/>
            <p:cNvSpPr/>
            <p:nvPr/>
          </p:nvSpPr>
          <p:spPr>
            <a:xfrm>
              <a:off x="723900" y="2057400"/>
              <a:ext cx="2971800" cy="1219200"/>
            </a:xfrm>
            <a:prstGeom prst="rect">
              <a:avLst/>
            </a:prstGeom>
            <a:noFill/>
            <a:ln/>
          </p:spPr>
          <p:txBody>
            <a:bodyPr wrap="square" lIns="0" tIns="0" rIns="0" bIns="0" rtlCol="0" anchor="t"/>
            <a:lstStyle/>
            <a:p>
              <a:pPr algn="l" indent="0" marL="0">
                <a:lnSpc>
                  <a:spcPts val="2400"/>
                </a:lnSpc>
                <a:buNone/>
              </a:pPr>
              <a:r>
                <a:rPr lang="en-US" sz="1600" spc="0" kern="0" b="0" i="0" dirty="0">
                  <a:solidFill>
                    <a:srgbClr val="070154"/>
                  </a:solidFill>
                  <a:latin typeface="IBM Plex Sans"/>
                  <a:ea typeface="IBM Plex Sans"/>
                  <a:cs typeface="IBM Plex Sans"/>
                </a:rPr>
                <a:t>We deliver modernization through targeted offerings across the healthcare value chain.</a:t>
              </a:r>
              <a:endParaRPr lang="en-US" sz="1600" spc="0" kern="0" b="0" i="0" dirty="0">
                <a:solidFill>
                  <a:srgbClr val="070154"/>
                </a:solidFill>
                <a:latin typeface="IBM Plex Sans"/>
                <a:ea typeface="IBM Plex Sans"/>
                <a:cs typeface="IBM Plex Sans"/>
              </a:endParaRPr>
            </a:p>
          </p:txBody>
        </p:sp>
      </p:grpSp>
      <p:grpSp>
        <p:nvGrpSpPr>
          <p:cNvPr id="80" name="node02"/>
          <p:cNvGrpSpPr/>
          <p:nvPr/>
        </p:nvGrpSpPr>
        <p:grpSpPr>
          <a:xfrm>
            <a:off x="723900" y="3429000"/>
            <a:ext cx="2971800" cy="228600"/>
            <a:chOff x="723900" y="3429000"/>
            <a:chExt cx="2971800" cy="228600"/>
          </a:xfrm>
        </p:grpSpPr>
        <p:sp>
          <p:nvSpPr>
            <p:cNvPr id="8" name="node02.label"/>
            <p:cNvSpPr/>
            <p:nvPr/>
          </p:nvSpPr>
          <p:spPr>
            <a:xfrm>
              <a:off x="723900" y="3429000"/>
              <a:ext cx="1527820"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TECHNOLOGY ALLIANCES</a:t>
              </a:r>
              <a:endParaRPr lang="en-US" sz="900" spc="54" kern="0" b="0" i="0" dirty="0">
                <a:solidFill>
                  <a:srgbClr val="50658E"/>
                </a:solidFill>
                <a:latin typeface="IBM Plex Mono Medium"/>
                <a:ea typeface="IBM Plex Mono Medium"/>
                <a:cs typeface="IBM Plex Mono Medium"/>
              </a:endParaRPr>
            </a:p>
          </p:txBody>
        </p:sp>
        <p:sp>
          <p:nvSpPr>
            <p:cNvPr id="9" name="node02.rule"/>
            <p:cNvSpPr/>
            <p:nvPr/>
          </p:nvSpPr>
          <p:spPr>
            <a:xfrm>
              <a:off x="2378720" y="3538538"/>
              <a:ext cx="1316980" cy="9525"/>
            </a:xfrm>
            <a:prstGeom prst="rect">
              <a:avLst/>
            </a:prstGeom>
            <a:solidFill>
              <a:srgbClr val="CED7E6"/>
            </a:solidFill>
            <a:ln>
              <a:noFill/>
            </a:ln>
          </p:spPr>
        </p:sp>
      </p:grpSp>
      <p:grpSp>
        <p:nvGrpSpPr>
          <p:cNvPr id="81" name="node03"/>
          <p:cNvGrpSpPr/>
          <p:nvPr/>
        </p:nvGrpSpPr>
        <p:grpSpPr>
          <a:xfrm>
            <a:off x="723900" y="3657600"/>
            <a:ext cx="1371600" cy="203200"/>
            <a:chOff x="723900" y="3657600"/>
            <a:chExt cx="1371600" cy="203200"/>
          </a:xfrm>
        </p:grpSpPr>
        <p:sp>
          <p:nvSpPr>
            <p:cNvPr id="10" name="node03.surface"/>
            <p:cNvSpPr/>
            <p:nvPr/>
          </p:nvSpPr>
          <p:spPr>
            <a:xfrm>
              <a:off x="723900" y="3657600"/>
              <a:ext cx="1371600" cy="203200"/>
            </a:xfrm>
            <a:prstGeom prst="rect">
              <a:avLst/>
            </a:prstGeom>
            <a:solidFill>
              <a:srgbClr val="E8EEF8"/>
            </a:solidFill>
            <a:ln>
              <a:noFill/>
            </a:ln>
          </p:spPr>
        </p:sp>
        <p:sp>
          <p:nvSpPr>
            <p:cNvPr id="11" name="node03.text"/>
            <p:cNvSpPr/>
            <p:nvPr/>
          </p:nvSpPr>
          <p:spPr>
            <a:xfrm>
              <a:off x="800100" y="3683000"/>
              <a:ext cx="12192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Medium"/>
                  <a:ea typeface="IBM Plex Mono Medium"/>
                  <a:cs typeface="IBM Plex Mono Medium"/>
                </a:rPr>
                <a:t>CLOUD PLATFORM</a:t>
              </a:r>
              <a:endParaRPr lang="en-US" sz="900" spc="54" kern="0" b="0" i="0" dirty="0">
                <a:solidFill>
                  <a:srgbClr val="070154"/>
                </a:solidFill>
                <a:latin typeface="IBM Plex Mono Medium"/>
                <a:ea typeface="IBM Plex Mono Medium"/>
                <a:cs typeface="IBM Plex Mono Medium"/>
              </a:endParaRPr>
            </a:p>
          </p:txBody>
        </p:sp>
      </p:grpSp>
      <p:grpSp>
        <p:nvGrpSpPr>
          <p:cNvPr id="82" name="node04"/>
          <p:cNvGrpSpPr/>
          <p:nvPr/>
        </p:nvGrpSpPr>
        <p:grpSpPr>
          <a:xfrm>
            <a:off x="2324100" y="3657600"/>
            <a:ext cx="1371600" cy="203200"/>
            <a:chOff x="2324100" y="3657600"/>
            <a:chExt cx="1371600" cy="203200"/>
          </a:xfrm>
        </p:grpSpPr>
        <p:sp>
          <p:nvSpPr>
            <p:cNvPr id="12" name="node04.surface"/>
            <p:cNvSpPr/>
            <p:nvPr/>
          </p:nvSpPr>
          <p:spPr>
            <a:xfrm>
              <a:off x="2324100" y="3657600"/>
              <a:ext cx="1371600" cy="203200"/>
            </a:xfrm>
            <a:prstGeom prst="rect">
              <a:avLst/>
            </a:prstGeom>
            <a:solidFill>
              <a:srgbClr val="E8EEF8"/>
            </a:solidFill>
            <a:ln>
              <a:noFill/>
            </a:ln>
          </p:spPr>
        </p:sp>
        <p:sp>
          <p:nvSpPr>
            <p:cNvPr id="13" name="node04.text"/>
            <p:cNvSpPr/>
            <p:nvPr/>
          </p:nvSpPr>
          <p:spPr>
            <a:xfrm>
              <a:off x="2400300" y="3683000"/>
              <a:ext cx="12192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Medium"/>
                  <a:ea typeface="IBM Plex Mono Medium"/>
                  <a:cs typeface="IBM Plex Mono Medium"/>
                </a:rPr>
                <a:t>LAKEHOUSE</a:t>
              </a:r>
              <a:endParaRPr lang="en-US" sz="900" spc="54" kern="0" b="0" i="0" dirty="0">
                <a:solidFill>
                  <a:srgbClr val="070154"/>
                </a:solidFill>
                <a:latin typeface="IBM Plex Mono Medium"/>
                <a:ea typeface="IBM Plex Mono Medium"/>
                <a:cs typeface="IBM Plex Mono Medium"/>
              </a:endParaRPr>
            </a:p>
          </p:txBody>
        </p:sp>
      </p:grpSp>
      <p:grpSp>
        <p:nvGrpSpPr>
          <p:cNvPr id="83" name="node05"/>
          <p:cNvGrpSpPr/>
          <p:nvPr/>
        </p:nvGrpSpPr>
        <p:grpSpPr>
          <a:xfrm>
            <a:off x="723900" y="3886200"/>
            <a:ext cx="1371600" cy="203200"/>
            <a:chOff x="723900" y="3886200"/>
            <a:chExt cx="1371600" cy="203200"/>
          </a:xfrm>
        </p:grpSpPr>
        <p:sp>
          <p:nvSpPr>
            <p:cNvPr id="14" name="node05.surface"/>
            <p:cNvSpPr/>
            <p:nvPr/>
          </p:nvSpPr>
          <p:spPr>
            <a:xfrm>
              <a:off x="723900" y="3886200"/>
              <a:ext cx="1371600" cy="203200"/>
            </a:xfrm>
            <a:prstGeom prst="rect">
              <a:avLst/>
            </a:prstGeom>
            <a:solidFill>
              <a:srgbClr val="E8EEF8"/>
            </a:solidFill>
            <a:ln>
              <a:noFill/>
            </a:ln>
          </p:spPr>
        </p:sp>
        <p:sp>
          <p:nvSpPr>
            <p:cNvPr id="15" name="node05.text"/>
            <p:cNvSpPr/>
            <p:nvPr/>
          </p:nvSpPr>
          <p:spPr>
            <a:xfrm>
              <a:off x="800100" y="3911600"/>
              <a:ext cx="12192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Medium"/>
                  <a:ea typeface="IBM Plex Mono Medium"/>
                  <a:cs typeface="IBM Plex Mono Medium"/>
                </a:rPr>
                <a:t>CRM</a:t>
              </a:r>
              <a:endParaRPr lang="en-US" sz="900" spc="54" kern="0" b="0" i="0" dirty="0">
                <a:solidFill>
                  <a:srgbClr val="070154"/>
                </a:solidFill>
                <a:latin typeface="IBM Plex Mono Medium"/>
                <a:ea typeface="IBM Plex Mono Medium"/>
                <a:cs typeface="IBM Plex Mono Medium"/>
              </a:endParaRPr>
            </a:p>
          </p:txBody>
        </p:sp>
      </p:grpSp>
      <p:grpSp>
        <p:nvGrpSpPr>
          <p:cNvPr id="84" name="node06"/>
          <p:cNvGrpSpPr/>
          <p:nvPr/>
        </p:nvGrpSpPr>
        <p:grpSpPr>
          <a:xfrm>
            <a:off x="2324100" y="3886200"/>
            <a:ext cx="1371600" cy="203200"/>
            <a:chOff x="2324100" y="3886200"/>
            <a:chExt cx="1371600" cy="203200"/>
          </a:xfrm>
        </p:grpSpPr>
        <p:sp>
          <p:nvSpPr>
            <p:cNvPr id="16" name="node06.surface"/>
            <p:cNvSpPr/>
            <p:nvPr/>
          </p:nvSpPr>
          <p:spPr>
            <a:xfrm>
              <a:off x="2324100" y="3886200"/>
              <a:ext cx="1371600" cy="203200"/>
            </a:xfrm>
            <a:prstGeom prst="rect">
              <a:avLst/>
            </a:prstGeom>
            <a:solidFill>
              <a:srgbClr val="E8EEF8"/>
            </a:solidFill>
            <a:ln>
              <a:noFill/>
            </a:ln>
          </p:spPr>
        </p:sp>
        <p:sp>
          <p:nvSpPr>
            <p:cNvPr id="17" name="node06.text"/>
            <p:cNvSpPr/>
            <p:nvPr/>
          </p:nvSpPr>
          <p:spPr>
            <a:xfrm>
              <a:off x="2400300" y="3911600"/>
              <a:ext cx="12192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Medium"/>
                  <a:ea typeface="IBM Plex Mono Medium"/>
                  <a:cs typeface="IBM Plex Mono Medium"/>
                </a:rPr>
                <a:t>CORE ADMIN</a:t>
              </a:r>
              <a:endParaRPr lang="en-US" sz="900" spc="54" kern="0" b="0" i="0" dirty="0">
                <a:solidFill>
                  <a:srgbClr val="070154"/>
                </a:solidFill>
                <a:latin typeface="IBM Plex Mono Medium"/>
                <a:ea typeface="IBM Plex Mono Medium"/>
                <a:cs typeface="IBM Plex Mono Medium"/>
              </a:endParaRPr>
            </a:p>
          </p:txBody>
        </p:sp>
      </p:grpSp>
      <p:grpSp>
        <p:nvGrpSpPr>
          <p:cNvPr id="85" name="node07"/>
          <p:cNvGrpSpPr/>
          <p:nvPr/>
        </p:nvGrpSpPr>
        <p:grpSpPr>
          <a:xfrm>
            <a:off x="723900" y="4114800"/>
            <a:ext cx="1371600" cy="203200"/>
            <a:chOff x="723900" y="4114800"/>
            <a:chExt cx="1371600" cy="203200"/>
          </a:xfrm>
        </p:grpSpPr>
        <p:sp>
          <p:nvSpPr>
            <p:cNvPr id="18" name="node07.surface"/>
            <p:cNvSpPr/>
            <p:nvPr/>
          </p:nvSpPr>
          <p:spPr>
            <a:xfrm>
              <a:off x="723900" y="4114800"/>
              <a:ext cx="1371600" cy="203200"/>
            </a:xfrm>
            <a:prstGeom prst="rect">
              <a:avLst/>
            </a:prstGeom>
            <a:solidFill>
              <a:srgbClr val="E8EEF8"/>
            </a:solidFill>
            <a:ln>
              <a:noFill/>
            </a:ln>
          </p:spPr>
        </p:sp>
        <p:sp>
          <p:nvSpPr>
            <p:cNvPr id="19" name="node07.text"/>
            <p:cNvSpPr/>
            <p:nvPr/>
          </p:nvSpPr>
          <p:spPr>
            <a:xfrm>
              <a:off x="800100" y="4140200"/>
              <a:ext cx="12192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Medium"/>
                  <a:ea typeface="IBM Plex Mono Medium"/>
                  <a:cs typeface="IBM Plex Mono Medium"/>
                </a:rPr>
                <a:t>INTEGRATION</a:t>
              </a:r>
              <a:endParaRPr lang="en-US" sz="900" spc="54" kern="0" b="0" i="0" dirty="0">
                <a:solidFill>
                  <a:srgbClr val="070154"/>
                </a:solidFill>
                <a:latin typeface="IBM Plex Mono Medium"/>
                <a:ea typeface="IBM Plex Mono Medium"/>
                <a:cs typeface="IBM Plex Mono Medium"/>
              </a:endParaRPr>
            </a:p>
          </p:txBody>
        </p:sp>
      </p:grpSp>
      <p:grpSp>
        <p:nvGrpSpPr>
          <p:cNvPr id="86" name="node08"/>
          <p:cNvGrpSpPr/>
          <p:nvPr/>
        </p:nvGrpSpPr>
        <p:grpSpPr>
          <a:xfrm>
            <a:off x="2324100" y="4114800"/>
            <a:ext cx="1371600" cy="203200"/>
            <a:chOff x="2324100" y="4114800"/>
            <a:chExt cx="1371600" cy="203200"/>
          </a:xfrm>
        </p:grpSpPr>
        <p:sp>
          <p:nvSpPr>
            <p:cNvPr id="20" name="node08.surface"/>
            <p:cNvSpPr/>
            <p:nvPr/>
          </p:nvSpPr>
          <p:spPr>
            <a:xfrm>
              <a:off x="2324100" y="4114800"/>
              <a:ext cx="1371600" cy="203200"/>
            </a:xfrm>
            <a:prstGeom prst="rect">
              <a:avLst/>
            </a:prstGeom>
            <a:solidFill>
              <a:srgbClr val="E8EEF8"/>
            </a:solidFill>
            <a:ln>
              <a:noFill/>
            </a:ln>
          </p:spPr>
        </p:sp>
        <p:sp>
          <p:nvSpPr>
            <p:cNvPr id="21" name="node08.text"/>
            <p:cNvSpPr/>
            <p:nvPr/>
          </p:nvSpPr>
          <p:spPr>
            <a:xfrm>
              <a:off x="2400300" y="4140200"/>
              <a:ext cx="12192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Medium"/>
                  <a:ea typeface="IBM Plex Mono Medium"/>
                  <a:cs typeface="IBM Plex Mono Medium"/>
                </a:rPr>
                <a:t>BI TOOLS</a:t>
              </a:r>
              <a:endParaRPr lang="en-US" sz="900" spc="54" kern="0" b="0" i="0" dirty="0">
                <a:solidFill>
                  <a:srgbClr val="070154"/>
                </a:solidFill>
                <a:latin typeface="IBM Plex Mono Medium"/>
                <a:ea typeface="IBM Plex Mono Medium"/>
                <a:cs typeface="IBM Plex Mono Medium"/>
              </a:endParaRPr>
            </a:p>
          </p:txBody>
        </p:sp>
      </p:grpSp>
      <p:grpSp>
        <p:nvGrpSpPr>
          <p:cNvPr id="87" name="node09"/>
          <p:cNvGrpSpPr/>
          <p:nvPr/>
        </p:nvGrpSpPr>
        <p:grpSpPr>
          <a:xfrm>
            <a:off x="723900" y="4343400"/>
            <a:ext cx="1371600" cy="203200"/>
            <a:chOff x="723900" y="4343400"/>
            <a:chExt cx="1371600" cy="203200"/>
          </a:xfrm>
        </p:grpSpPr>
        <p:sp>
          <p:nvSpPr>
            <p:cNvPr id="22" name="node09.surface"/>
            <p:cNvSpPr/>
            <p:nvPr/>
          </p:nvSpPr>
          <p:spPr>
            <a:xfrm>
              <a:off x="723900" y="4343400"/>
              <a:ext cx="1371600" cy="203200"/>
            </a:xfrm>
            <a:prstGeom prst="rect">
              <a:avLst/>
            </a:prstGeom>
            <a:solidFill>
              <a:srgbClr val="E8EEF8"/>
            </a:solidFill>
            <a:ln>
              <a:noFill/>
            </a:ln>
          </p:spPr>
        </p:sp>
        <p:sp>
          <p:nvSpPr>
            <p:cNvPr id="23" name="node09.text"/>
            <p:cNvSpPr/>
            <p:nvPr/>
          </p:nvSpPr>
          <p:spPr>
            <a:xfrm>
              <a:off x="800100" y="4368800"/>
              <a:ext cx="12192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Medium"/>
                  <a:ea typeface="IBM Plex Mono Medium"/>
                  <a:cs typeface="IBM Plex Mono Medium"/>
                </a:rPr>
                <a:t>CONTACT CENTER</a:t>
              </a:r>
              <a:endParaRPr lang="en-US" sz="900" spc="54" kern="0" b="0" i="0" dirty="0">
                <a:solidFill>
                  <a:srgbClr val="070154"/>
                </a:solidFill>
                <a:latin typeface="IBM Plex Mono Medium"/>
                <a:ea typeface="IBM Plex Mono Medium"/>
                <a:cs typeface="IBM Plex Mono Medium"/>
              </a:endParaRPr>
            </a:p>
          </p:txBody>
        </p:sp>
      </p:grpSp>
      <p:grpSp>
        <p:nvGrpSpPr>
          <p:cNvPr id="88" name="node10"/>
          <p:cNvGrpSpPr/>
          <p:nvPr/>
        </p:nvGrpSpPr>
        <p:grpSpPr>
          <a:xfrm>
            <a:off x="2324100" y="4343400"/>
            <a:ext cx="1371600" cy="203200"/>
            <a:chOff x="2324100" y="4343400"/>
            <a:chExt cx="1371600" cy="203200"/>
          </a:xfrm>
        </p:grpSpPr>
        <p:sp>
          <p:nvSpPr>
            <p:cNvPr id="24" name="node10.surface"/>
            <p:cNvSpPr/>
            <p:nvPr/>
          </p:nvSpPr>
          <p:spPr>
            <a:xfrm>
              <a:off x="2324100" y="4343400"/>
              <a:ext cx="1371600" cy="203200"/>
            </a:xfrm>
            <a:prstGeom prst="rect">
              <a:avLst/>
            </a:prstGeom>
            <a:solidFill>
              <a:srgbClr val="E8EEF8"/>
            </a:solidFill>
            <a:ln>
              <a:noFill/>
            </a:ln>
          </p:spPr>
        </p:sp>
        <p:sp>
          <p:nvSpPr>
            <p:cNvPr id="25" name="node10.text"/>
            <p:cNvSpPr/>
            <p:nvPr/>
          </p:nvSpPr>
          <p:spPr>
            <a:xfrm>
              <a:off x="2400300" y="4368800"/>
              <a:ext cx="12192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Medium"/>
                  <a:ea typeface="IBM Plex Mono Medium"/>
                  <a:cs typeface="IBM Plex Mono Medium"/>
                </a:rPr>
                <a:t>IDENTITY</a:t>
              </a:r>
              <a:endParaRPr lang="en-US" sz="900" spc="54" kern="0" b="0" i="0" dirty="0">
                <a:solidFill>
                  <a:srgbClr val="070154"/>
                </a:solidFill>
                <a:latin typeface="IBM Plex Mono Medium"/>
                <a:ea typeface="IBM Plex Mono Medium"/>
                <a:cs typeface="IBM Plex Mono Medium"/>
              </a:endParaRPr>
            </a:p>
          </p:txBody>
        </p:sp>
      </p:grpSp>
      <p:grpSp>
        <p:nvGrpSpPr>
          <p:cNvPr id="89" name="node11"/>
          <p:cNvGrpSpPr/>
          <p:nvPr/>
        </p:nvGrpSpPr>
        <p:grpSpPr>
          <a:xfrm>
            <a:off x="723900" y="4572000"/>
            <a:ext cx="1371600" cy="203200"/>
            <a:chOff x="723900" y="4572000"/>
            <a:chExt cx="1371600" cy="203200"/>
          </a:xfrm>
        </p:grpSpPr>
        <p:sp>
          <p:nvSpPr>
            <p:cNvPr id="26" name="node11.surface"/>
            <p:cNvSpPr/>
            <p:nvPr/>
          </p:nvSpPr>
          <p:spPr>
            <a:xfrm>
              <a:off x="723900" y="4572000"/>
              <a:ext cx="1371600" cy="203200"/>
            </a:xfrm>
            <a:prstGeom prst="rect">
              <a:avLst/>
            </a:prstGeom>
            <a:solidFill>
              <a:srgbClr val="E8EEF8"/>
            </a:solidFill>
            <a:ln>
              <a:noFill/>
            </a:ln>
          </p:spPr>
        </p:sp>
        <p:sp>
          <p:nvSpPr>
            <p:cNvPr id="27" name="node11.text"/>
            <p:cNvSpPr/>
            <p:nvPr/>
          </p:nvSpPr>
          <p:spPr>
            <a:xfrm>
              <a:off x="800100" y="4597400"/>
              <a:ext cx="12192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Medium"/>
                  <a:ea typeface="IBM Plex Mono Medium"/>
                  <a:cs typeface="IBM Plex Mono Medium"/>
                </a:rPr>
                <a:t>ERP</a:t>
              </a:r>
              <a:endParaRPr lang="en-US" sz="900" spc="54" kern="0" b="0" i="0" dirty="0">
                <a:solidFill>
                  <a:srgbClr val="070154"/>
                </a:solidFill>
                <a:latin typeface="IBM Plex Mono Medium"/>
                <a:ea typeface="IBM Plex Mono Medium"/>
                <a:cs typeface="IBM Plex Mono Medium"/>
              </a:endParaRPr>
            </a:p>
          </p:txBody>
        </p:sp>
      </p:grpSp>
      <p:grpSp>
        <p:nvGrpSpPr>
          <p:cNvPr id="90" name="node12"/>
          <p:cNvGrpSpPr/>
          <p:nvPr/>
        </p:nvGrpSpPr>
        <p:grpSpPr>
          <a:xfrm>
            <a:off x="2324100" y="4572000"/>
            <a:ext cx="1371600" cy="203200"/>
            <a:chOff x="2324100" y="4572000"/>
            <a:chExt cx="1371600" cy="203200"/>
          </a:xfrm>
        </p:grpSpPr>
        <p:sp>
          <p:nvSpPr>
            <p:cNvPr id="28" name="node12.surface"/>
            <p:cNvSpPr/>
            <p:nvPr/>
          </p:nvSpPr>
          <p:spPr>
            <a:xfrm>
              <a:off x="2324100" y="4572000"/>
              <a:ext cx="1371600" cy="203200"/>
            </a:xfrm>
            <a:prstGeom prst="rect">
              <a:avLst/>
            </a:prstGeom>
            <a:solidFill>
              <a:srgbClr val="E8EEF8"/>
            </a:solidFill>
            <a:ln>
              <a:noFill/>
            </a:ln>
          </p:spPr>
        </p:sp>
        <p:sp>
          <p:nvSpPr>
            <p:cNvPr id="29" name="node12.text"/>
            <p:cNvSpPr/>
            <p:nvPr/>
          </p:nvSpPr>
          <p:spPr>
            <a:xfrm>
              <a:off x="2400300" y="4597400"/>
              <a:ext cx="12192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Medium"/>
                  <a:ea typeface="IBM Plex Mono Medium"/>
                  <a:cs typeface="IBM Plex Mono Medium"/>
                </a:rPr>
                <a:t>EHR</a:t>
              </a:r>
              <a:endParaRPr lang="en-US" sz="900" spc="54" kern="0" b="0" i="0" dirty="0">
                <a:solidFill>
                  <a:srgbClr val="070154"/>
                </a:solidFill>
                <a:latin typeface="IBM Plex Mono Medium"/>
                <a:ea typeface="IBM Plex Mono Medium"/>
                <a:cs typeface="IBM Plex Mono Medium"/>
              </a:endParaRPr>
            </a:p>
          </p:txBody>
        </p:sp>
      </p:grpSp>
      <p:grpSp>
        <p:nvGrpSpPr>
          <p:cNvPr id="91" name="node13"/>
          <p:cNvGrpSpPr/>
          <p:nvPr/>
        </p:nvGrpSpPr>
        <p:grpSpPr>
          <a:xfrm>
            <a:off x="723900" y="4800600"/>
            <a:ext cx="1371600" cy="203200"/>
            <a:chOff x="723900" y="4800600"/>
            <a:chExt cx="1371600" cy="203200"/>
          </a:xfrm>
        </p:grpSpPr>
        <p:sp>
          <p:nvSpPr>
            <p:cNvPr id="30" name="node13.surface"/>
            <p:cNvSpPr/>
            <p:nvPr/>
          </p:nvSpPr>
          <p:spPr>
            <a:xfrm>
              <a:off x="723900" y="4800600"/>
              <a:ext cx="1371600" cy="203200"/>
            </a:xfrm>
            <a:prstGeom prst="rect">
              <a:avLst/>
            </a:prstGeom>
            <a:solidFill>
              <a:srgbClr val="E8EEF8"/>
            </a:solidFill>
            <a:ln>
              <a:noFill/>
            </a:ln>
          </p:spPr>
        </p:sp>
        <p:sp>
          <p:nvSpPr>
            <p:cNvPr id="31" name="node13.text"/>
            <p:cNvSpPr/>
            <p:nvPr/>
          </p:nvSpPr>
          <p:spPr>
            <a:xfrm>
              <a:off x="800100" y="4826000"/>
              <a:ext cx="12192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Medium"/>
                  <a:ea typeface="IBM Plex Mono Medium"/>
                  <a:cs typeface="IBM Plex Mono Medium"/>
                </a:rPr>
                <a:t>DATA QUALITY</a:t>
              </a:r>
              <a:endParaRPr lang="en-US" sz="900" spc="54" kern="0" b="0" i="0" dirty="0">
                <a:solidFill>
                  <a:srgbClr val="070154"/>
                </a:solidFill>
                <a:latin typeface="IBM Plex Mono Medium"/>
                <a:ea typeface="IBM Plex Mono Medium"/>
                <a:cs typeface="IBM Plex Mono Medium"/>
              </a:endParaRPr>
            </a:p>
          </p:txBody>
        </p:sp>
      </p:grpSp>
      <p:grpSp>
        <p:nvGrpSpPr>
          <p:cNvPr id="92" name="node14"/>
          <p:cNvGrpSpPr/>
          <p:nvPr/>
        </p:nvGrpSpPr>
        <p:grpSpPr>
          <a:xfrm>
            <a:off x="2324100" y="4800600"/>
            <a:ext cx="1371600" cy="203200"/>
            <a:chOff x="2324100" y="4800600"/>
            <a:chExt cx="1371600" cy="203200"/>
          </a:xfrm>
        </p:grpSpPr>
        <p:sp>
          <p:nvSpPr>
            <p:cNvPr id="32" name="node14.surface"/>
            <p:cNvSpPr/>
            <p:nvPr/>
          </p:nvSpPr>
          <p:spPr>
            <a:xfrm>
              <a:off x="2324100" y="4800600"/>
              <a:ext cx="1371600" cy="203200"/>
            </a:xfrm>
            <a:prstGeom prst="rect">
              <a:avLst/>
            </a:prstGeom>
            <a:solidFill>
              <a:srgbClr val="E8EEF8"/>
            </a:solidFill>
            <a:ln>
              <a:noFill/>
            </a:ln>
          </p:spPr>
        </p:sp>
        <p:sp>
          <p:nvSpPr>
            <p:cNvPr id="33" name="node14.text"/>
            <p:cNvSpPr/>
            <p:nvPr/>
          </p:nvSpPr>
          <p:spPr>
            <a:xfrm>
              <a:off x="2400300" y="4826000"/>
              <a:ext cx="12192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Medium"/>
                  <a:ea typeface="IBM Plex Mono Medium"/>
                  <a:cs typeface="IBM Plex Mono Medium"/>
                </a:rPr>
                <a:t>GENERATIVE AI</a:t>
              </a:r>
              <a:endParaRPr lang="en-US" sz="900" spc="54" kern="0" b="0" i="0" dirty="0">
                <a:solidFill>
                  <a:srgbClr val="070154"/>
                </a:solidFill>
                <a:latin typeface="IBM Plex Mono Medium"/>
                <a:ea typeface="IBM Plex Mono Medium"/>
                <a:cs typeface="IBM Plex Mono Medium"/>
              </a:endParaRPr>
            </a:p>
          </p:txBody>
        </p:sp>
      </p:grpSp>
      <p:grpSp>
        <p:nvGrpSpPr>
          <p:cNvPr id="93" name="node15"/>
          <p:cNvGrpSpPr/>
          <p:nvPr/>
        </p:nvGrpSpPr>
        <p:grpSpPr>
          <a:xfrm>
            <a:off x="723900" y="5029200"/>
            <a:ext cx="1371600" cy="203200"/>
            <a:chOff x="723900" y="5029200"/>
            <a:chExt cx="1371600" cy="203200"/>
          </a:xfrm>
        </p:grpSpPr>
        <p:sp>
          <p:nvSpPr>
            <p:cNvPr id="34" name="node15.surface"/>
            <p:cNvSpPr/>
            <p:nvPr/>
          </p:nvSpPr>
          <p:spPr>
            <a:xfrm>
              <a:off x="723900" y="5029200"/>
              <a:ext cx="1371600" cy="203200"/>
            </a:xfrm>
            <a:prstGeom prst="rect">
              <a:avLst/>
            </a:prstGeom>
            <a:solidFill>
              <a:srgbClr val="E8EEF8"/>
            </a:solidFill>
            <a:ln>
              <a:noFill/>
            </a:ln>
          </p:spPr>
        </p:sp>
        <p:sp>
          <p:nvSpPr>
            <p:cNvPr id="35" name="node15.text"/>
            <p:cNvSpPr/>
            <p:nvPr/>
          </p:nvSpPr>
          <p:spPr>
            <a:xfrm>
              <a:off x="800100" y="5054600"/>
              <a:ext cx="12192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Medium"/>
                  <a:ea typeface="IBM Plex Mono Medium"/>
                  <a:cs typeface="IBM Plex Mono Medium"/>
                </a:rPr>
                <a:t>SUPPLY CHAIN</a:t>
              </a:r>
              <a:endParaRPr lang="en-US" sz="900" spc="54" kern="0" b="0" i="0" dirty="0">
                <a:solidFill>
                  <a:srgbClr val="070154"/>
                </a:solidFill>
                <a:latin typeface="IBM Plex Mono Medium"/>
                <a:ea typeface="IBM Plex Mono Medium"/>
                <a:cs typeface="IBM Plex Mono Medium"/>
              </a:endParaRPr>
            </a:p>
          </p:txBody>
        </p:sp>
      </p:grpSp>
      <p:grpSp>
        <p:nvGrpSpPr>
          <p:cNvPr id="94" name="node16"/>
          <p:cNvGrpSpPr/>
          <p:nvPr/>
        </p:nvGrpSpPr>
        <p:grpSpPr>
          <a:xfrm>
            <a:off x="2324100" y="5029200"/>
            <a:ext cx="1371600" cy="203200"/>
            <a:chOff x="2324100" y="5029200"/>
            <a:chExt cx="1371600" cy="203200"/>
          </a:xfrm>
        </p:grpSpPr>
        <p:sp>
          <p:nvSpPr>
            <p:cNvPr id="36" name="node16.surface"/>
            <p:cNvSpPr/>
            <p:nvPr/>
          </p:nvSpPr>
          <p:spPr>
            <a:xfrm>
              <a:off x="2324100" y="5029200"/>
              <a:ext cx="1371600" cy="203200"/>
            </a:xfrm>
            <a:prstGeom prst="rect">
              <a:avLst/>
            </a:prstGeom>
            <a:solidFill>
              <a:srgbClr val="E8EEF8"/>
            </a:solidFill>
            <a:ln>
              <a:noFill/>
            </a:ln>
          </p:spPr>
        </p:sp>
        <p:sp>
          <p:nvSpPr>
            <p:cNvPr id="37" name="node16.text"/>
            <p:cNvSpPr/>
            <p:nvPr/>
          </p:nvSpPr>
          <p:spPr>
            <a:xfrm>
              <a:off x="2400300" y="5054600"/>
              <a:ext cx="12192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Medium"/>
                  <a:ea typeface="IBM Plex Mono Medium"/>
                  <a:cs typeface="IBM Plex Mono Medium"/>
                </a:rPr>
                <a:t>PAYMENTS</a:t>
              </a:r>
              <a:endParaRPr lang="en-US" sz="900" spc="54" kern="0" b="0" i="0" dirty="0">
                <a:solidFill>
                  <a:srgbClr val="070154"/>
                </a:solidFill>
                <a:latin typeface="IBM Plex Mono Medium"/>
                <a:ea typeface="IBM Plex Mono Medium"/>
                <a:cs typeface="IBM Plex Mono Medium"/>
              </a:endParaRPr>
            </a:p>
          </p:txBody>
        </p:sp>
      </p:grpSp>
      <p:grpSp>
        <p:nvGrpSpPr>
          <p:cNvPr id="95" name="node17"/>
          <p:cNvGrpSpPr/>
          <p:nvPr/>
        </p:nvGrpSpPr>
        <p:grpSpPr>
          <a:xfrm>
            <a:off x="723900" y="5257800"/>
            <a:ext cx="1371600" cy="203200"/>
            <a:chOff x="723900" y="5257800"/>
            <a:chExt cx="1371600" cy="203200"/>
          </a:xfrm>
        </p:grpSpPr>
        <p:sp>
          <p:nvSpPr>
            <p:cNvPr id="38" name="node17.surface"/>
            <p:cNvSpPr/>
            <p:nvPr/>
          </p:nvSpPr>
          <p:spPr>
            <a:xfrm>
              <a:off x="723900" y="5257800"/>
              <a:ext cx="1371600" cy="203200"/>
            </a:xfrm>
            <a:prstGeom prst="rect">
              <a:avLst/>
            </a:prstGeom>
            <a:solidFill>
              <a:srgbClr val="E8EEF8"/>
            </a:solidFill>
            <a:ln>
              <a:noFill/>
            </a:ln>
          </p:spPr>
        </p:sp>
        <p:sp>
          <p:nvSpPr>
            <p:cNvPr id="39" name="node17.text"/>
            <p:cNvSpPr/>
            <p:nvPr/>
          </p:nvSpPr>
          <p:spPr>
            <a:xfrm>
              <a:off x="800100" y="5283200"/>
              <a:ext cx="12192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Medium"/>
                  <a:ea typeface="IBM Plex Mono Medium"/>
                  <a:cs typeface="IBM Plex Mono Medium"/>
                </a:rPr>
                <a:t>REVENUE CYCLE</a:t>
              </a:r>
              <a:endParaRPr lang="en-US" sz="900" spc="54" kern="0" b="0" i="0" dirty="0">
                <a:solidFill>
                  <a:srgbClr val="070154"/>
                </a:solidFill>
                <a:latin typeface="IBM Plex Mono Medium"/>
                <a:ea typeface="IBM Plex Mono Medium"/>
                <a:cs typeface="IBM Plex Mono Medium"/>
              </a:endParaRPr>
            </a:p>
          </p:txBody>
        </p:sp>
      </p:grpSp>
      <p:grpSp>
        <p:nvGrpSpPr>
          <p:cNvPr id="96" name="node18"/>
          <p:cNvGrpSpPr/>
          <p:nvPr/>
        </p:nvGrpSpPr>
        <p:grpSpPr>
          <a:xfrm>
            <a:off x="2324100" y="5257800"/>
            <a:ext cx="1371600" cy="203200"/>
            <a:chOff x="2324100" y="5257800"/>
            <a:chExt cx="1371600" cy="203200"/>
          </a:xfrm>
        </p:grpSpPr>
        <p:sp>
          <p:nvSpPr>
            <p:cNvPr id="40" name="node18.surface"/>
            <p:cNvSpPr/>
            <p:nvPr/>
          </p:nvSpPr>
          <p:spPr>
            <a:xfrm>
              <a:off x="2324100" y="5257800"/>
              <a:ext cx="1371600" cy="203200"/>
            </a:xfrm>
            <a:prstGeom prst="rect">
              <a:avLst/>
            </a:prstGeom>
            <a:solidFill>
              <a:srgbClr val="E8EEF8"/>
            </a:solidFill>
            <a:ln>
              <a:noFill/>
            </a:ln>
          </p:spPr>
        </p:sp>
        <p:sp>
          <p:nvSpPr>
            <p:cNvPr id="41" name="node18.text"/>
            <p:cNvSpPr/>
            <p:nvPr/>
          </p:nvSpPr>
          <p:spPr>
            <a:xfrm>
              <a:off x="2400300" y="5283200"/>
              <a:ext cx="12192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Medium"/>
                  <a:ea typeface="IBM Plex Mono Medium"/>
                  <a:cs typeface="IBM Plex Mono Medium"/>
                </a:rPr>
                <a:t>TELEHEALTH</a:t>
              </a:r>
              <a:endParaRPr lang="en-US" sz="900" spc="54" kern="0" b="0" i="0" dirty="0">
                <a:solidFill>
                  <a:srgbClr val="070154"/>
                </a:solidFill>
                <a:latin typeface="IBM Plex Mono Medium"/>
                <a:ea typeface="IBM Plex Mono Medium"/>
                <a:cs typeface="IBM Plex Mono Medium"/>
              </a:endParaRPr>
            </a:p>
          </p:txBody>
        </p:sp>
      </p:grpSp>
      <p:grpSp>
        <p:nvGrpSpPr>
          <p:cNvPr id="97" name="node19"/>
          <p:cNvGrpSpPr/>
          <p:nvPr/>
        </p:nvGrpSpPr>
        <p:grpSpPr>
          <a:xfrm>
            <a:off x="723900" y="5486400"/>
            <a:ext cx="1371600" cy="203200"/>
            <a:chOff x="723900" y="5486400"/>
            <a:chExt cx="1371600" cy="203200"/>
          </a:xfrm>
        </p:grpSpPr>
        <p:sp>
          <p:nvSpPr>
            <p:cNvPr id="42" name="node19.surface"/>
            <p:cNvSpPr/>
            <p:nvPr/>
          </p:nvSpPr>
          <p:spPr>
            <a:xfrm>
              <a:off x="723900" y="5486400"/>
              <a:ext cx="1371600" cy="203200"/>
            </a:xfrm>
            <a:prstGeom prst="rect">
              <a:avLst/>
            </a:prstGeom>
            <a:solidFill>
              <a:srgbClr val="E8EEF8"/>
            </a:solidFill>
            <a:ln>
              <a:noFill/>
            </a:ln>
          </p:spPr>
        </p:sp>
        <p:sp>
          <p:nvSpPr>
            <p:cNvPr id="43" name="node19.text"/>
            <p:cNvSpPr/>
            <p:nvPr/>
          </p:nvSpPr>
          <p:spPr>
            <a:xfrm>
              <a:off x="800100" y="5511800"/>
              <a:ext cx="12192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Medium"/>
                  <a:ea typeface="IBM Plex Mono Medium"/>
                  <a:cs typeface="IBM Plex Mono Medium"/>
                </a:rPr>
                <a:t>CYBERSECURITY</a:t>
              </a:r>
              <a:endParaRPr lang="en-US" sz="900" spc="54" kern="0" b="0" i="0" dirty="0">
                <a:solidFill>
                  <a:srgbClr val="070154"/>
                </a:solidFill>
                <a:latin typeface="IBM Plex Mono Medium"/>
                <a:ea typeface="IBM Plex Mono Medium"/>
                <a:cs typeface="IBM Plex Mono Medium"/>
              </a:endParaRPr>
            </a:p>
          </p:txBody>
        </p:sp>
      </p:grpSp>
      <p:grpSp>
        <p:nvGrpSpPr>
          <p:cNvPr id="98" name="node20"/>
          <p:cNvGrpSpPr/>
          <p:nvPr/>
        </p:nvGrpSpPr>
        <p:grpSpPr>
          <a:xfrm>
            <a:off x="2324100" y="5486400"/>
            <a:ext cx="1371600" cy="203200"/>
            <a:chOff x="2324100" y="5486400"/>
            <a:chExt cx="1371600" cy="203200"/>
          </a:xfrm>
        </p:grpSpPr>
        <p:sp>
          <p:nvSpPr>
            <p:cNvPr id="44" name="node20.surface"/>
            <p:cNvSpPr/>
            <p:nvPr/>
          </p:nvSpPr>
          <p:spPr>
            <a:xfrm>
              <a:off x="2324100" y="5486400"/>
              <a:ext cx="1371600" cy="203200"/>
            </a:xfrm>
            <a:prstGeom prst="rect">
              <a:avLst/>
            </a:prstGeom>
            <a:solidFill>
              <a:srgbClr val="E8EEF8"/>
            </a:solidFill>
            <a:ln>
              <a:noFill/>
            </a:ln>
          </p:spPr>
        </p:sp>
        <p:sp>
          <p:nvSpPr>
            <p:cNvPr id="45" name="node20.text"/>
            <p:cNvSpPr/>
            <p:nvPr/>
          </p:nvSpPr>
          <p:spPr>
            <a:xfrm>
              <a:off x="2400300" y="5511800"/>
              <a:ext cx="12192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Medium"/>
                  <a:ea typeface="IBM Plex Mono Medium"/>
                  <a:cs typeface="IBM Plex Mono Medium"/>
                </a:rPr>
                <a:t>INTEROPERABILITY</a:t>
              </a:r>
              <a:endParaRPr lang="en-US" sz="900" spc="54" kern="0" b="0" i="0" dirty="0">
                <a:solidFill>
                  <a:srgbClr val="070154"/>
                </a:solidFill>
                <a:latin typeface="IBM Plex Mono Medium"/>
                <a:ea typeface="IBM Plex Mono Medium"/>
                <a:cs typeface="IBM Plex Mono Medium"/>
              </a:endParaRPr>
            </a:p>
          </p:txBody>
        </p:sp>
      </p:grpSp>
      <p:grpSp>
        <p:nvGrpSpPr>
          <p:cNvPr id="99" name="node21"/>
          <p:cNvGrpSpPr/>
          <p:nvPr/>
        </p:nvGrpSpPr>
        <p:grpSpPr>
          <a:xfrm>
            <a:off x="3924300" y="2057400"/>
            <a:ext cx="3429000" cy="3657600"/>
            <a:chOff x="3924300" y="2057400"/>
            <a:chExt cx="3429000" cy="3657600"/>
          </a:xfrm>
        </p:grpSpPr>
        <p:sp>
          <p:nvSpPr>
            <p:cNvPr id="46" name="node21.surface"/>
            <p:cNvSpPr/>
            <p:nvPr/>
          </p:nvSpPr>
          <p:spPr>
            <a:xfrm>
              <a:off x="3924300" y="2057400"/>
              <a:ext cx="3429000" cy="3657600"/>
            </a:xfrm>
            <a:prstGeom prst="rect">
              <a:avLst/>
            </a:prstGeom>
            <a:solidFill>
              <a:srgbClr val="070154"/>
            </a:solidFill>
            <a:ln>
              <a:noFill/>
            </a:ln>
          </p:spPr>
        </p:sp>
      </p:grpSp>
      <p:grpSp>
        <p:nvGrpSpPr>
          <p:cNvPr id="100" name="node22"/>
          <p:cNvGrpSpPr/>
          <p:nvPr/>
        </p:nvGrpSpPr>
        <p:grpSpPr>
          <a:xfrm>
            <a:off x="4152900" y="2133600"/>
            <a:ext cx="2971800" cy="304800"/>
            <a:chOff x="4152900" y="2133600"/>
            <a:chExt cx="2971800" cy="304800"/>
          </a:xfrm>
        </p:grpSpPr>
        <p:sp>
          <p:nvSpPr>
            <p:cNvPr id="47" name="node22.text"/>
            <p:cNvSpPr/>
            <p:nvPr/>
          </p:nvSpPr>
          <p:spPr>
            <a:xfrm>
              <a:off x="4152900" y="2133600"/>
              <a:ext cx="29718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FFFFFF"/>
                  </a:solidFill>
                  <a:latin typeface="IBM Plex Sans SemiBold"/>
                  <a:ea typeface="IBM Plex Sans SemiBold"/>
                  <a:cs typeface="IBM Plex Sans SemiBold"/>
                </a:rPr>
                <a:t>Industry offerings</a:t>
              </a:r>
              <a:endParaRPr lang="en-US" sz="1800" spc="-18" kern="0" b="0" i="0" dirty="0">
                <a:solidFill>
                  <a:srgbClr val="FFFFFF"/>
                </a:solidFill>
                <a:latin typeface="IBM Plex Sans SemiBold"/>
                <a:ea typeface="IBM Plex Sans SemiBold"/>
                <a:cs typeface="IBM Plex Sans SemiBold"/>
              </a:endParaRPr>
            </a:p>
          </p:txBody>
        </p:sp>
      </p:grpSp>
      <p:grpSp>
        <p:nvGrpSpPr>
          <p:cNvPr id="101" name="node23"/>
          <p:cNvGrpSpPr/>
          <p:nvPr/>
        </p:nvGrpSpPr>
        <p:grpSpPr>
          <a:xfrm>
            <a:off x="4152900" y="2438400"/>
            <a:ext cx="2971800" cy="152400"/>
            <a:chOff x="4152900" y="2438400"/>
            <a:chExt cx="2971800" cy="152400"/>
          </a:xfrm>
        </p:grpSpPr>
        <p:sp>
          <p:nvSpPr>
            <p:cNvPr id="48" name="node23.text"/>
            <p:cNvSpPr/>
            <p:nvPr/>
          </p:nvSpPr>
          <p:spPr>
            <a:xfrm>
              <a:off x="4152900" y="2438400"/>
              <a:ext cx="2971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900D3"/>
                  </a:solidFill>
                  <a:latin typeface="IBM Plex Mono Medium"/>
                  <a:ea typeface="IBM Plex Mono Medium"/>
                  <a:cs typeface="IBM Plex Mono Medium"/>
                </a:rPr>
                <a:t>PAYER</a:t>
              </a:r>
              <a:endParaRPr lang="en-US" sz="900" spc="54" kern="0" b="0" i="0" dirty="0">
                <a:solidFill>
                  <a:srgbClr val="F900D3"/>
                </a:solidFill>
                <a:latin typeface="IBM Plex Mono Medium"/>
                <a:ea typeface="IBM Plex Mono Medium"/>
                <a:cs typeface="IBM Plex Mono Medium"/>
              </a:endParaRPr>
            </a:p>
          </p:txBody>
        </p:sp>
      </p:grpSp>
      <p:grpSp>
        <p:nvGrpSpPr>
          <p:cNvPr id="102" name="node24"/>
          <p:cNvGrpSpPr/>
          <p:nvPr/>
        </p:nvGrpSpPr>
        <p:grpSpPr>
          <a:xfrm>
            <a:off x="4152900" y="2667000"/>
            <a:ext cx="2971800" cy="762000"/>
            <a:chOff x="4152900" y="2667000"/>
            <a:chExt cx="2971800" cy="762000"/>
          </a:xfrm>
        </p:grpSpPr>
        <p:sp>
          <p:nvSpPr>
            <p:cNvPr id="49" name="node24.source-001.bullet"/>
            <p:cNvSpPr/>
            <p:nvPr/>
          </p:nvSpPr>
          <p:spPr>
            <a:xfrm>
              <a:off x="4152900" y="2755900"/>
              <a:ext cx="38100" cy="38100"/>
            </a:xfrm>
            <a:prstGeom prst="rect">
              <a:avLst/>
            </a:prstGeom>
            <a:solidFill>
              <a:srgbClr val="FFFFFF"/>
            </a:solidFill>
            <a:ln>
              <a:noFill/>
            </a:ln>
          </p:spPr>
        </p:sp>
        <p:sp>
          <p:nvSpPr>
            <p:cNvPr id="50" name="node24.source-001.text"/>
            <p:cNvSpPr/>
            <p:nvPr/>
          </p:nvSpPr>
          <p:spPr>
            <a:xfrm>
              <a:off x="4305300" y="2667000"/>
              <a:ext cx="281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Care management modernization</a:t>
              </a:r>
              <a:endParaRPr lang="en-US" sz="1200" spc="0" kern="0" b="0" i="0" dirty="0">
                <a:solidFill>
                  <a:srgbClr val="FFFFFF"/>
                </a:solidFill>
                <a:latin typeface="IBM Plex Sans"/>
                <a:ea typeface="IBM Plex Sans"/>
                <a:cs typeface="IBM Plex Sans"/>
              </a:endParaRPr>
            </a:p>
          </p:txBody>
        </p:sp>
        <p:sp>
          <p:nvSpPr>
            <p:cNvPr id="51" name="node24.source-002.bullet"/>
            <p:cNvSpPr/>
            <p:nvPr/>
          </p:nvSpPr>
          <p:spPr>
            <a:xfrm>
              <a:off x="4152900" y="3022600"/>
              <a:ext cx="38100" cy="38100"/>
            </a:xfrm>
            <a:prstGeom prst="rect">
              <a:avLst/>
            </a:prstGeom>
            <a:solidFill>
              <a:srgbClr val="FFFFFF"/>
            </a:solidFill>
            <a:ln>
              <a:noFill/>
            </a:ln>
          </p:spPr>
        </p:sp>
        <p:sp>
          <p:nvSpPr>
            <p:cNvPr id="52" name="node24.source-002.text"/>
            <p:cNvSpPr/>
            <p:nvPr/>
          </p:nvSpPr>
          <p:spPr>
            <a:xfrm>
              <a:off x="4305300" y="2933700"/>
              <a:ext cx="281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Claims platform modernization</a:t>
              </a:r>
              <a:endParaRPr lang="en-US" sz="1200" spc="0" kern="0" b="0" i="0" dirty="0">
                <a:solidFill>
                  <a:srgbClr val="FFFFFF"/>
                </a:solidFill>
                <a:latin typeface="IBM Plex Sans"/>
                <a:ea typeface="IBM Plex Sans"/>
                <a:cs typeface="IBM Plex Sans"/>
              </a:endParaRPr>
            </a:p>
          </p:txBody>
        </p:sp>
        <p:sp>
          <p:nvSpPr>
            <p:cNvPr id="53" name="node24.source-003.bullet"/>
            <p:cNvSpPr/>
            <p:nvPr/>
          </p:nvSpPr>
          <p:spPr>
            <a:xfrm>
              <a:off x="4152900" y="3289300"/>
              <a:ext cx="38100" cy="38100"/>
            </a:xfrm>
            <a:prstGeom prst="rect">
              <a:avLst/>
            </a:prstGeom>
            <a:solidFill>
              <a:srgbClr val="FFFFFF"/>
            </a:solidFill>
            <a:ln>
              <a:noFill/>
            </a:ln>
          </p:spPr>
        </p:sp>
        <p:sp>
          <p:nvSpPr>
            <p:cNvPr id="54" name="node24.source-003.text"/>
            <p:cNvSpPr/>
            <p:nvPr/>
          </p:nvSpPr>
          <p:spPr>
            <a:xfrm>
              <a:off x="4305300" y="3200400"/>
              <a:ext cx="281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Member digital strategy</a:t>
              </a:r>
              <a:endParaRPr lang="en-US" sz="1200" spc="0" kern="0" b="0" i="0" dirty="0">
                <a:solidFill>
                  <a:srgbClr val="FFFFFF"/>
                </a:solidFill>
                <a:latin typeface="IBM Plex Sans"/>
                <a:ea typeface="IBM Plex Sans"/>
                <a:cs typeface="IBM Plex Sans"/>
              </a:endParaRPr>
            </a:p>
          </p:txBody>
        </p:sp>
      </p:grpSp>
      <p:grpSp>
        <p:nvGrpSpPr>
          <p:cNvPr id="103" name="node25"/>
          <p:cNvGrpSpPr/>
          <p:nvPr/>
        </p:nvGrpSpPr>
        <p:grpSpPr>
          <a:xfrm>
            <a:off x="4152900" y="3505200"/>
            <a:ext cx="2971800" cy="152400"/>
            <a:chOff x="4152900" y="3505200"/>
            <a:chExt cx="2971800" cy="152400"/>
          </a:xfrm>
        </p:grpSpPr>
        <p:sp>
          <p:nvSpPr>
            <p:cNvPr id="55" name="node25.text"/>
            <p:cNvSpPr/>
            <p:nvPr/>
          </p:nvSpPr>
          <p:spPr>
            <a:xfrm>
              <a:off x="4152900" y="3505200"/>
              <a:ext cx="2971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900D3"/>
                  </a:solidFill>
                  <a:latin typeface="IBM Plex Mono Medium"/>
                  <a:ea typeface="IBM Plex Mono Medium"/>
                  <a:cs typeface="IBM Plex Mono Medium"/>
                </a:rPr>
                <a:t>PROVIDER</a:t>
              </a:r>
              <a:endParaRPr lang="en-US" sz="900" spc="54" kern="0" b="0" i="0" dirty="0">
                <a:solidFill>
                  <a:srgbClr val="F900D3"/>
                </a:solidFill>
                <a:latin typeface="IBM Plex Mono Medium"/>
                <a:ea typeface="IBM Plex Mono Medium"/>
                <a:cs typeface="IBM Plex Mono Medium"/>
              </a:endParaRPr>
            </a:p>
          </p:txBody>
        </p:sp>
      </p:grpSp>
      <p:grpSp>
        <p:nvGrpSpPr>
          <p:cNvPr id="104" name="node26"/>
          <p:cNvGrpSpPr/>
          <p:nvPr/>
        </p:nvGrpSpPr>
        <p:grpSpPr>
          <a:xfrm>
            <a:off x="4152900" y="3733800"/>
            <a:ext cx="2971800" cy="762000"/>
            <a:chOff x="4152900" y="3733800"/>
            <a:chExt cx="2971800" cy="762000"/>
          </a:xfrm>
        </p:grpSpPr>
        <p:sp>
          <p:nvSpPr>
            <p:cNvPr id="56" name="node26.source-001.bullet"/>
            <p:cNvSpPr/>
            <p:nvPr/>
          </p:nvSpPr>
          <p:spPr>
            <a:xfrm>
              <a:off x="4152900" y="3822700"/>
              <a:ext cx="38100" cy="38100"/>
            </a:xfrm>
            <a:prstGeom prst="rect">
              <a:avLst/>
            </a:prstGeom>
            <a:solidFill>
              <a:srgbClr val="FFFFFF"/>
            </a:solidFill>
            <a:ln>
              <a:noFill/>
            </a:ln>
          </p:spPr>
        </p:sp>
        <p:sp>
          <p:nvSpPr>
            <p:cNvPr id="57" name="node26.source-001.text"/>
            <p:cNvSpPr/>
            <p:nvPr/>
          </p:nvSpPr>
          <p:spPr>
            <a:xfrm>
              <a:off x="4305300" y="3733800"/>
              <a:ext cx="281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Population health modernization</a:t>
              </a:r>
              <a:endParaRPr lang="en-US" sz="1200" spc="0" kern="0" b="0" i="0" dirty="0">
                <a:solidFill>
                  <a:srgbClr val="FFFFFF"/>
                </a:solidFill>
                <a:latin typeface="IBM Plex Sans"/>
                <a:ea typeface="IBM Plex Sans"/>
                <a:cs typeface="IBM Plex Sans"/>
              </a:endParaRPr>
            </a:p>
          </p:txBody>
        </p:sp>
        <p:sp>
          <p:nvSpPr>
            <p:cNvPr id="58" name="node26.source-002.bullet"/>
            <p:cNvSpPr/>
            <p:nvPr/>
          </p:nvSpPr>
          <p:spPr>
            <a:xfrm>
              <a:off x="4152900" y="4089400"/>
              <a:ext cx="38100" cy="38100"/>
            </a:xfrm>
            <a:prstGeom prst="rect">
              <a:avLst/>
            </a:prstGeom>
            <a:solidFill>
              <a:srgbClr val="FFFFFF"/>
            </a:solidFill>
            <a:ln>
              <a:noFill/>
            </a:ln>
          </p:spPr>
        </p:sp>
        <p:sp>
          <p:nvSpPr>
            <p:cNvPr id="59" name="node26.source-002.text"/>
            <p:cNvSpPr/>
            <p:nvPr/>
          </p:nvSpPr>
          <p:spPr>
            <a:xfrm>
              <a:off x="4305300" y="4000500"/>
              <a:ext cx="281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Care experience design</a:t>
              </a:r>
              <a:endParaRPr lang="en-US" sz="1200" spc="0" kern="0" b="0" i="0" dirty="0">
                <a:solidFill>
                  <a:srgbClr val="FFFFFF"/>
                </a:solidFill>
                <a:latin typeface="IBM Plex Sans"/>
                <a:ea typeface="IBM Plex Sans"/>
                <a:cs typeface="IBM Plex Sans"/>
              </a:endParaRPr>
            </a:p>
          </p:txBody>
        </p:sp>
        <p:sp>
          <p:nvSpPr>
            <p:cNvPr id="60" name="node26.source-003.bullet"/>
            <p:cNvSpPr/>
            <p:nvPr/>
          </p:nvSpPr>
          <p:spPr>
            <a:xfrm>
              <a:off x="4152900" y="4356100"/>
              <a:ext cx="38100" cy="38100"/>
            </a:xfrm>
            <a:prstGeom prst="rect">
              <a:avLst/>
            </a:prstGeom>
            <a:solidFill>
              <a:srgbClr val="FFFFFF"/>
            </a:solidFill>
            <a:ln>
              <a:noFill/>
            </a:ln>
          </p:spPr>
        </p:sp>
        <p:sp>
          <p:nvSpPr>
            <p:cNvPr id="61" name="node26.source-003.text"/>
            <p:cNvSpPr/>
            <p:nvPr/>
          </p:nvSpPr>
          <p:spPr>
            <a:xfrm>
              <a:off x="4305300" y="4267200"/>
              <a:ext cx="281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Clinical audit readiness</a:t>
              </a:r>
              <a:endParaRPr lang="en-US" sz="1200" spc="0" kern="0" b="0" i="0" dirty="0">
                <a:solidFill>
                  <a:srgbClr val="FFFFFF"/>
                </a:solidFill>
                <a:latin typeface="IBM Plex Sans"/>
                <a:ea typeface="IBM Plex Sans"/>
                <a:cs typeface="IBM Plex Sans"/>
              </a:endParaRPr>
            </a:p>
          </p:txBody>
        </p:sp>
      </p:grpSp>
      <p:grpSp>
        <p:nvGrpSpPr>
          <p:cNvPr id="105" name="node27"/>
          <p:cNvGrpSpPr/>
          <p:nvPr/>
        </p:nvGrpSpPr>
        <p:grpSpPr>
          <a:xfrm>
            <a:off x="4152900" y="4572000"/>
            <a:ext cx="2971800" cy="152400"/>
            <a:chOff x="4152900" y="4572000"/>
            <a:chExt cx="2971800" cy="152400"/>
          </a:xfrm>
        </p:grpSpPr>
        <p:sp>
          <p:nvSpPr>
            <p:cNvPr id="62" name="node27.text"/>
            <p:cNvSpPr/>
            <p:nvPr/>
          </p:nvSpPr>
          <p:spPr>
            <a:xfrm>
              <a:off x="4152900" y="4572000"/>
              <a:ext cx="2971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900D3"/>
                  </a:solidFill>
                  <a:latin typeface="IBM Plex Mono Medium"/>
                  <a:ea typeface="IBM Plex Mono Medium"/>
                  <a:cs typeface="IBM Plex Mono Medium"/>
                </a:rPr>
                <a:t>PHARMACY AND LIFE SCIENCES</a:t>
              </a:r>
              <a:endParaRPr lang="en-US" sz="900" spc="54" kern="0" b="0" i="0" dirty="0">
                <a:solidFill>
                  <a:srgbClr val="F900D3"/>
                </a:solidFill>
                <a:latin typeface="IBM Plex Mono Medium"/>
                <a:ea typeface="IBM Plex Mono Medium"/>
                <a:cs typeface="IBM Plex Mono Medium"/>
              </a:endParaRPr>
            </a:p>
          </p:txBody>
        </p:sp>
      </p:grpSp>
      <p:grpSp>
        <p:nvGrpSpPr>
          <p:cNvPr id="106" name="node28"/>
          <p:cNvGrpSpPr/>
          <p:nvPr/>
        </p:nvGrpSpPr>
        <p:grpSpPr>
          <a:xfrm>
            <a:off x="4152900" y="4800600"/>
            <a:ext cx="2971800" cy="762000"/>
            <a:chOff x="4152900" y="4800600"/>
            <a:chExt cx="2971800" cy="762000"/>
          </a:xfrm>
        </p:grpSpPr>
        <p:sp>
          <p:nvSpPr>
            <p:cNvPr id="63" name="node28.source-001.bullet"/>
            <p:cNvSpPr/>
            <p:nvPr/>
          </p:nvSpPr>
          <p:spPr>
            <a:xfrm>
              <a:off x="4152900" y="4889500"/>
              <a:ext cx="38100" cy="38100"/>
            </a:xfrm>
            <a:prstGeom prst="rect">
              <a:avLst/>
            </a:prstGeom>
            <a:solidFill>
              <a:srgbClr val="FFFFFF"/>
            </a:solidFill>
            <a:ln>
              <a:noFill/>
            </a:ln>
          </p:spPr>
        </p:sp>
        <p:sp>
          <p:nvSpPr>
            <p:cNvPr id="64" name="node28.source-001.text"/>
            <p:cNvSpPr/>
            <p:nvPr/>
          </p:nvSpPr>
          <p:spPr>
            <a:xfrm>
              <a:off x="4305300" y="4800600"/>
              <a:ext cx="281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Clinical program management</a:t>
              </a:r>
              <a:endParaRPr lang="en-US" sz="1200" spc="0" kern="0" b="0" i="0" dirty="0">
                <a:solidFill>
                  <a:srgbClr val="FFFFFF"/>
                </a:solidFill>
                <a:latin typeface="IBM Plex Sans"/>
                <a:ea typeface="IBM Plex Sans"/>
                <a:cs typeface="IBM Plex Sans"/>
              </a:endParaRPr>
            </a:p>
          </p:txBody>
        </p:sp>
        <p:sp>
          <p:nvSpPr>
            <p:cNvPr id="65" name="node28.source-002.bullet"/>
            <p:cNvSpPr/>
            <p:nvPr/>
          </p:nvSpPr>
          <p:spPr>
            <a:xfrm>
              <a:off x="4152900" y="5156200"/>
              <a:ext cx="38100" cy="38100"/>
            </a:xfrm>
            <a:prstGeom prst="rect">
              <a:avLst/>
            </a:prstGeom>
            <a:solidFill>
              <a:srgbClr val="FFFFFF"/>
            </a:solidFill>
            <a:ln>
              <a:noFill/>
            </a:ln>
          </p:spPr>
        </p:sp>
        <p:sp>
          <p:nvSpPr>
            <p:cNvPr id="66" name="node28.source-002.text"/>
            <p:cNvSpPr/>
            <p:nvPr/>
          </p:nvSpPr>
          <p:spPr>
            <a:xfrm>
              <a:off x="4305300" y="5067300"/>
              <a:ext cx="281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Manufacturing excellence</a:t>
              </a:r>
              <a:endParaRPr lang="en-US" sz="1200" spc="0" kern="0" b="0" i="0" dirty="0">
                <a:solidFill>
                  <a:srgbClr val="FFFFFF"/>
                </a:solidFill>
                <a:latin typeface="IBM Plex Sans"/>
                <a:ea typeface="IBM Plex Sans"/>
                <a:cs typeface="IBM Plex Sans"/>
              </a:endParaRPr>
            </a:p>
          </p:txBody>
        </p:sp>
        <p:sp>
          <p:nvSpPr>
            <p:cNvPr id="67" name="node28.source-003.bullet"/>
            <p:cNvSpPr/>
            <p:nvPr/>
          </p:nvSpPr>
          <p:spPr>
            <a:xfrm>
              <a:off x="4152900" y="5422900"/>
              <a:ext cx="38100" cy="38100"/>
            </a:xfrm>
            <a:prstGeom prst="rect">
              <a:avLst/>
            </a:prstGeom>
            <a:solidFill>
              <a:srgbClr val="FFFFFF"/>
            </a:solidFill>
            <a:ln>
              <a:noFill/>
            </a:ln>
          </p:spPr>
        </p:sp>
        <p:sp>
          <p:nvSpPr>
            <p:cNvPr id="68" name="node28.source-003.text"/>
            <p:cNvSpPr/>
            <p:nvPr/>
          </p:nvSpPr>
          <p:spPr>
            <a:xfrm>
              <a:off x="4305300" y="5334000"/>
              <a:ext cx="281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Commercial enablement</a:t>
              </a:r>
              <a:endParaRPr lang="en-US" sz="1200" spc="0" kern="0" b="0" i="0" dirty="0">
                <a:solidFill>
                  <a:srgbClr val="FFFFFF"/>
                </a:solidFill>
                <a:latin typeface="IBM Plex Sans"/>
                <a:ea typeface="IBM Plex Sans"/>
                <a:cs typeface="IBM Plex Sans"/>
              </a:endParaRPr>
            </a:p>
          </p:txBody>
        </p:sp>
      </p:grpSp>
      <p:grpSp>
        <p:nvGrpSpPr>
          <p:cNvPr id="107" name="node29"/>
          <p:cNvGrpSpPr/>
          <p:nvPr/>
        </p:nvGrpSpPr>
        <p:grpSpPr>
          <a:xfrm>
            <a:off x="7581900" y="2057400"/>
            <a:ext cx="3886200" cy="3657600"/>
            <a:chOff x="7581900" y="2057400"/>
            <a:chExt cx="3886200" cy="3657600"/>
          </a:xfrm>
        </p:grpSpPr>
        <p:sp>
          <p:nvSpPr>
            <p:cNvPr id="69" name="node29.surface"/>
            <p:cNvSpPr/>
            <p:nvPr/>
          </p:nvSpPr>
          <p:spPr>
            <a:xfrm>
              <a:off x="7581900" y="2057400"/>
              <a:ext cx="3886200" cy="3657600"/>
            </a:xfrm>
            <a:prstGeom prst="rect">
              <a:avLst/>
            </a:prstGeom>
            <a:solidFill>
              <a:srgbClr val="E8EEF8"/>
            </a:solidFill>
            <a:ln>
              <a:noFill/>
            </a:ln>
          </p:spPr>
        </p:sp>
      </p:grpSp>
      <p:grpSp>
        <p:nvGrpSpPr>
          <p:cNvPr id="108" name="node30"/>
          <p:cNvGrpSpPr/>
          <p:nvPr/>
        </p:nvGrpSpPr>
        <p:grpSpPr>
          <a:xfrm>
            <a:off x="7810500" y="2209800"/>
            <a:ext cx="3429000" cy="304800"/>
            <a:chOff x="7810500" y="2209800"/>
            <a:chExt cx="3429000" cy="304800"/>
          </a:xfrm>
        </p:grpSpPr>
        <p:sp>
          <p:nvSpPr>
            <p:cNvPr id="70" name="node30.text"/>
            <p:cNvSpPr/>
            <p:nvPr/>
          </p:nvSpPr>
          <p:spPr>
            <a:xfrm>
              <a:off x="7810500" y="2209800"/>
              <a:ext cx="34290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Cross-functional capabilities</a:t>
              </a:r>
              <a:endParaRPr lang="en-US" sz="1800" spc="-18" kern="0" b="0" i="0" dirty="0">
                <a:solidFill>
                  <a:srgbClr val="070154"/>
                </a:solidFill>
                <a:latin typeface="IBM Plex Sans SemiBold"/>
                <a:ea typeface="IBM Plex Sans SemiBold"/>
                <a:cs typeface="IBM Plex Sans SemiBold"/>
              </a:endParaRPr>
            </a:p>
          </p:txBody>
        </p:sp>
      </p:grpSp>
      <p:grpSp>
        <p:nvGrpSpPr>
          <p:cNvPr id="109" name="node31"/>
          <p:cNvGrpSpPr/>
          <p:nvPr/>
        </p:nvGrpSpPr>
        <p:grpSpPr>
          <a:xfrm>
            <a:off x="7810500" y="2667000"/>
            <a:ext cx="3429000" cy="152400"/>
            <a:chOff x="7810500" y="2667000"/>
            <a:chExt cx="3429000" cy="152400"/>
          </a:xfrm>
        </p:grpSpPr>
        <p:sp>
          <p:nvSpPr>
            <p:cNvPr id="71" name="node31.text"/>
            <p:cNvSpPr/>
            <p:nvPr/>
          </p:nvSpPr>
          <p:spPr>
            <a:xfrm>
              <a:off x="7810500" y="2667000"/>
              <a:ext cx="3429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ADVANCED ANALYTICS AND AI</a:t>
              </a:r>
              <a:endParaRPr lang="en-US" sz="900" spc="54" kern="0" b="0" i="0" dirty="0">
                <a:solidFill>
                  <a:srgbClr val="0047FF"/>
                </a:solidFill>
                <a:latin typeface="IBM Plex Mono Medium"/>
                <a:ea typeface="IBM Plex Mono Medium"/>
                <a:cs typeface="IBM Plex Mono Medium"/>
              </a:endParaRPr>
            </a:p>
          </p:txBody>
        </p:sp>
      </p:grpSp>
      <p:grpSp>
        <p:nvGrpSpPr>
          <p:cNvPr id="110" name="node32"/>
          <p:cNvGrpSpPr/>
          <p:nvPr/>
        </p:nvGrpSpPr>
        <p:grpSpPr>
          <a:xfrm>
            <a:off x="7810500" y="2870200"/>
            <a:ext cx="3429000" cy="457200"/>
            <a:chOff x="7810500" y="2870200"/>
            <a:chExt cx="3429000" cy="457200"/>
          </a:xfrm>
        </p:grpSpPr>
        <p:sp>
          <p:nvSpPr>
            <p:cNvPr id="72" name="node32.text"/>
            <p:cNvSpPr/>
            <p:nvPr/>
          </p:nvSpPr>
          <p:spPr>
            <a:xfrm>
              <a:off x="7810500" y="2870200"/>
              <a:ext cx="34290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Generative AI accelerators · ML delivery · Data architecture · Cloud data strategy</a:t>
              </a:r>
              <a:endParaRPr lang="en-US" sz="1200" spc="0" kern="0" b="0" i="0" dirty="0">
                <a:solidFill>
                  <a:srgbClr val="070154"/>
                </a:solidFill>
                <a:latin typeface="IBM Plex Sans"/>
                <a:ea typeface="IBM Plex Sans"/>
                <a:cs typeface="IBM Plex Sans"/>
              </a:endParaRPr>
            </a:p>
          </p:txBody>
        </p:sp>
      </p:grpSp>
      <p:grpSp>
        <p:nvGrpSpPr>
          <p:cNvPr id="111" name="node33"/>
          <p:cNvGrpSpPr/>
          <p:nvPr/>
        </p:nvGrpSpPr>
        <p:grpSpPr>
          <a:xfrm>
            <a:off x="7810500" y="3429000"/>
            <a:ext cx="3429000" cy="152400"/>
            <a:chOff x="7810500" y="3429000"/>
            <a:chExt cx="3429000" cy="152400"/>
          </a:xfrm>
        </p:grpSpPr>
        <p:sp>
          <p:nvSpPr>
            <p:cNvPr id="73" name="node33.text"/>
            <p:cNvSpPr/>
            <p:nvPr/>
          </p:nvSpPr>
          <p:spPr>
            <a:xfrm>
              <a:off x="7810500" y="3429000"/>
              <a:ext cx="3429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EXPERIENCE STRATEGY</a:t>
              </a:r>
              <a:endParaRPr lang="en-US" sz="900" spc="54" kern="0" b="0" i="0" dirty="0">
                <a:solidFill>
                  <a:srgbClr val="0047FF"/>
                </a:solidFill>
                <a:latin typeface="IBM Plex Mono Medium"/>
                <a:ea typeface="IBM Plex Mono Medium"/>
                <a:cs typeface="IBM Plex Mono Medium"/>
              </a:endParaRPr>
            </a:p>
          </p:txBody>
        </p:sp>
      </p:grpSp>
      <p:grpSp>
        <p:nvGrpSpPr>
          <p:cNvPr id="112" name="node34"/>
          <p:cNvGrpSpPr/>
          <p:nvPr/>
        </p:nvGrpSpPr>
        <p:grpSpPr>
          <a:xfrm>
            <a:off x="7810500" y="3632200"/>
            <a:ext cx="3429000" cy="457200"/>
            <a:chOff x="7810500" y="3632200"/>
            <a:chExt cx="3429000" cy="457200"/>
          </a:xfrm>
        </p:grpSpPr>
        <p:sp>
          <p:nvSpPr>
            <p:cNvPr id="74" name="node34.text"/>
            <p:cNvSpPr/>
            <p:nvPr/>
          </p:nvSpPr>
          <p:spPr>
            <a:xfrm>
              <a:off x="7810500" y="3632200"/>
              <a:ext cx="34290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Service design · Persona development · CRM implementation · Market research</a:t>
              </a:r>
              <a:endParaRPr lang="en-US" sz="1200" spc="0" kern="0" b="0" i="0" dirty="0">
                <a:solidFill>
                  <a:srgbClr val="070154"/>
                </a:solidFill>
                <a:latin typeface="IBM Plex Sans"/>
                <a:ea typeface="IBM Plex Sans"/>
                <a:cs typeface="IBM Plex Sans"/>
              </a:endParaRPr>
            </a:p>
          </p:txBody>
        </p:sp>
      </p:grpSp>
      <p:grpSp>
        <p:nvGrpSpPr>
          <p:cNvPr id="113" name="node35"/>
          <p:cNvGrpSpPr/>
          <p:nvPr/>
        </p:nvGrpSpPr>
        <p:grpSpPr>
          <a:xfrm>
            <a:off x="7810500" y="4191000"/>
            <a:ext cx="3429000" cy="152400"/>
            <a:chOff x="7810500" y="4191000"/>
            <a:chExt cx="3429000" cy="152400"/>
          </a:xfrm>
        </p:grpSpPr>
        <p:sp>
          <p:nvSpPr>
            <p:cNvPr id="75" name="node35.text"/>
            <p:cNvSpPr/>
            <p:nvPr/>
          </p:nvSpPr>
          <p:spPr>
            <a:xfrm>
              <a:off x="7810500" y="4191000"/>
              <a:ext cx="3429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ENTERPRISE STRATEGY AND TECHNOLOGY</a:t>
              </a:r>
              <a:endParaRPr lang="en-US" sz="900" spc="54" kern="0" b="0" i="0" dirty="0">
                <a:solidFill>
                  <a:srgbClr val="0047FF"/>
                </a:solidFill>
                <a:latin typeface="IBM Plex Mono Medium"/>
                <a:ea typeface="IBM Plex Mono Medium"/>
                <a:cs typeface="IBM Plex Mono Medium"/>
              </a:endParaRPr>
            </a:p>
          </p:txBody>
        </p:sp>
      </p:grpSp>
      <p:grpSp>
        <p:nvGrpSpPr>
          <p:cNvPr id="114" name="node36"/>
          <p:cNvGrpSpPr/>
          <p:nvPr/>
        </p:nvGrpSpPr>
        <p:grpSpPr>
          <a:xfrm>
            <a:off x="7810500" y="4394200"/>
            <a:ext cx="3429000" cy="457200"/>
            <a:chOff x="7810500" y="4394200"/>
            <a:chExt cx="3429000" cy="457200"/>
          </a:xfrm>
        </p:grpSpPr>
        <p:sp>
          <p:nvSpPr>
            <p:cNvPr id="76" name="node36.text"/>
            <p:cNvSpPr/>
            <p:nvPr/>
          </p:nvSpPr>
          <p:spPr>
            <a:xfrm>
              <a:off x="7810500" y="4394200"/>
              <a:ext cx="34290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Application rationalization · IT cost optimization · ERP selection · Cybersecurity</a:t>
              </a:r>
              <a:endParaRPr lang="en-US" sz="1200" spc="0" kern="0" b="0" i="0" dirty="0">
                <a:solidFill>
                  <a:srgbClr val="070154"/>
                </a:solidFill>
                <a:latin typeface="IBM Plex Sans"/>
                <a:ea typeface="IBM Plex Sans"/>
                <a:cs typeface="IBM Plex Sans"/>
              </a:endParaRPr>
            </a:p>
          </p:txBody>
        </p:sp>
      </p:grpSp>
      <p:grpSp>
        <p:nvGrpSpPr>
          <p:cNvPr id="115" name="node37"/>
          <p:cNvGrpSpPr/>
          <p:nvPr/>
        </p:nvGrpSpPr>
        <p:grpSpPr>
          <a:xfrm>
            <a:off x="7810500" y="4953000"/>
            <a:ext cx="3429000" cy="152400"/>
            <a:chOff x="7810500" y="4953000"/>
            <a:chExt cx="3429000" cy="152400"/>
          </a:xfrm>
        </p:grpSpPr>
        <p:sp>
          <p:nvSpPr>
            <p:cNvPr id="77" name="node37.text"/>
            <p:cNvSpPr/>
            <p:nvPr/>
          </p:nvSpPr>
          <p:spPr>
            <a:xfrm>
              <a:off x="7810500" y="4953000"/>
              <a:ext cx="3429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PRODUCT AND WORKFORCE</a:t>
              </a:r>
              <a:endParaRPr lang="en-US" sz="900" spc="54" kern="0" b="0" i="0" dirty="0">
                <a:solidFill>
                  <a:srgbClr val="0047FF"/>
                </a:solidFill>
                <a:latin typeface="IBM Plex Mono Medium"/>
                <a:ea typeface="IBM Plex Mono Medium"/>
                <a:cs typeface="IBM Plex Mono Medium"/>
              </a:endParaRPr>
            </a:p>
          </p:txBody>
        </p:sp>
      </p:grpSp>
      <p:grpSp>
        <p:nvGrpSpPr>
          <p:cNvPr id="116" name="node38"/>
          <p:cNvGrpSpPr/>
          <p:nvPr/>
        </p:nvGrpSpPr>
        <p:grpSpPr>
          <a:xfrm>
            <a:off x="7810500" y="5156200"/>
            <a:ext cx="3429000" cy="457200"/>
            <a:chOff x="7810500" y="5156200"/>
            <a:chExt cx="3429000" cy="457200"/>
          </a:xfrm>
        </p:grpSpPr>
        <p:sp>
          <p:nvSpPr>
            <p:cNvPr id="78" name="node38.text"/>
            <p:cNvSpPr/>
            <p:nvPr/>
          </p:nvSpPr>
          <p:spPr>
            <a:xfrm>
              <a:off x="7810500" y="5156200"/>
              <a:ext cx="34290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Product strategy · Software engineering · DevOps · Org change management</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ource-316">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OFFERINGS</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Revenue cycle diagnostic</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Sample figures for layout only; replace with current firm data before use.</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93</a:t>
            </a:fld>
            <a:endParaRPr lang="en-US" sz="700" spc="0" kern="0" b="0" i="0" dirty="0">
              <a:solidFill>
                <a:srgbClr val="070154"/>
              </a:solidFill>
              <a:latin typeface="IBM Plex Mono SemiBold"/>
              <a:ea typeface="IBM Plex Mono SemiBold"/>
              <a:cs typeface="IBM Plex Mono SemiBold"/>
            </a:endParaRPr>
          </a:p>
        </p:txBody>
      </p:sp>
      <p:grpSp>
        <p:nvGrpSpPr>
          <p:cNvPr id="52" name="node01"/>
          <p:cNvGrpSpPr/>
          <p:nvPr/>
        </p:nvGrpSpPr>
        <p:grpSpPr>
          <a:xfrm>
            <a:off x="723900" y="1600200"/>
            <a:ext cx="7543800" cy="152400"/>
            <a:chOff x="723900" y="1600200"/>
            <a:chExt cx="7543800" cy="152400"/>
          </a:xfrm>
        </p:grpSpPr>
        <p:sp>
          <p:nvSpPr>
            <p:cNvPr id="7" name="node01.text"/>
            <p:cNvSpPr/>
            <p:nvPr/>
          </p:nvSpPr>
          <p:spPr>
            <a:xfrm>
              <a:off x="723900" y="1600200"/>
              <a:ext cx="7543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1 · WHAT WE WILL DO</a:t>
              </a:r>
              <a:endParaRPr lang="en-US" sz="900" spc="54" kern="0" b="0" i="0" dirty="0">
                <a:solidFill>
                  <a:srgbClr val="0047FF"/>
                </a:solidFill>
                <a:latin typeface="IBM Plex Mono Medium"/>
                <a:ea typeface="IBM Plex Mono Medium"/>
                <a:cs typeface="IBM Plex Mono Medium"/>
              </a:endParaRPr>
            </a:p>
          </p:txBody>
        </p:sp>
      </p:grpSp>
      <p:grpSp>
        <p:nvGrpSpPr>
          <p:cNvPr id="53" name="node02"/>
          <p:cNvGrpSpPr/>
          <p:nvPr/>
        </p:nvGrpSpPr>
        <p:grpSpPr>
          <a:xfrm>
            <a:off x="723900" y="1828800"/>
            <a:ext cx="7543800" cy="800100"/>
            <a:chOff x="723900" y="1828800"/>
            <a:chExt cx="7543800" cy="800100"/>
          </a:xfrm>
        </p:grpSpPr>
        <p:sp>
          <p:nvSpPr>
            <p:cNvPr id="8" name="node02.text"/>
            <p:cNvSpPr/>
            <p:nvPr/>
          </p:nvSpPr>
          <p:spPr>
            <a:xfrm>
              <a:off x="723900" y="1828800"/>
              <a:ext cx="7543800" cy="8001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Find where claims stall between registration and cash, size every leak and leave a fix list the revenue cycle team can start on. We work from 24 months of your own claims, not from benchmarks, and agree every number with Finance before it goes in the plan.</a:t>
              </a:r>
              <a:endParaRPr lang="en-US" sz="1400" spc="0" kern="0" b="0" i="0" dirty="0">
                <a:solidFill>
                  <a:srgbClr val="50658E"/>
                </a:solidFill>
                <a:latin typeface="IBM Plex Sans"/>
                <a:ea typeface="IBM Plex Sans"/>
                <a:cs typeface="IBM Plex Sans"/>
              </a:endParaRPr>
            </a:p>
          </p:txBody>
        </p:sp>
      </p:grpSp>
      <p:grpSp>
        <p:nvGrpSpPr>
          <p:cNvPr id="54" name="node03"/>
          <p:cNvGrpSpPr/>
          <p:nvPr/>
        </p:nvGrpSpPr>
        <p:grpSpPr>
          <a:xfrm>
            <a:off x="723900" y="2743200"/>
            <a:ext cx="7543800" cy="152400"/>
            <a:chOff x="723900" y="2743200"/>
            <a:chExt cx="7543800" cy="152400"/>
          </a:xfrm>
        </p:grpSpPr>
        <p:sp>
          <p:nvSpPr>
            <p:cNvPr id="9" name="node03.text"/>
            <p:cNvSpPr/>
            <p:nvPr/>
          </p:nvSpPr>
          <p:spPr>
            <a:xfrm>
              <a:off x="723900" y="2743200"/>
              <a:ext cx="7543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2 · HOW WE WILL DO IT · 6 WEEKS</a:t>
              </a:r>
              <a:endParaRPr lang="en-US" sz="900" spc="54" kern="0" b="0" i="0" dirty="0">
                <a:solidFill>
                  <a:srgbClr val="0047FF"/>
                </a:solidFill>
                <a:latin typeface="IBM Plex Mono Medium"/>
                <a:ea typeface="IBM Plex Mono Medium"/>
                <a:cs typeface="IBM Plex Mono Medium"/>
              </a:endParaRPr>
            </a:p>
          </p:txBody>
        </p:sp>
      </p:grpSp>
      <p:sp>
        <p:nvSpPr>
          <p:cNvPr id="10" name="node04"/>
          <p:cNvSpPr/>
          <p:nvPr/>
        </p:nvSpPr>
        <p:spPr>
          <a:xfrm>
            <a:off x="723900" y="3009900"/>
            <a:ext cx="2362200" cy="12700"/>
          </a:xfrm>
          <a:prstGeom prst="rect">
            <a:avLst/>
          </a:prstGeom>
          <a:solidFill>
            <a:srgbClr val="CED7E6"/>
          </a:solidFill>
          <a:ln>
            <a:noFill/>
          </a:ln>
        </p:spPr>
      </p:sp>
      <p:grpSp>
        <p:nvGrpSpPr>
          <p:cNvPr id="55" name="node05"/>
          <p:cNvGrpSpPr/>
          <p:nvPr/>
        </p:nvGrpSpPr>
        <p:grpSpPr>
          <a:xfrm>
            <a:off x="723900" y="3124200"/>
            <a:ext cx="2362200" cy="152400"/>
            <a:chOff x="723900" y="3124200"/>
            <a:chExt cx="2362200" cy="152400"/>
          </a:xfrm>
        </p:grpSpPr>
        <p:sp>
          <p:nvSpPr>
            <p:cNvPr id="11" name="node05.text"/>
            <p:cNvSpPr/>
            <p:nvPr/>
          </p:nvSpPr>
          <p:spPr>
            <a:xfrm>
              <a:off x="723900" y="3124200"/>
              <a:ext cx="2362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01 · WEEKS 1 TO 2</a:t>
              </a:r>
              <a:endParaRPr lang="en-US" sz="900" spc="54" kern="0" b="0" i="0" dirty="0">
                <a:solidFill>
                  <a:srgbClr val="0047FF"/>
                </a:solidFill>
                <a:latin typeface="IBM Plex Mono Medium"/>
                <a:ea typeface="IBM Plex Mono Medium"/>
                <a:cs typeface="IBM Plex Mono Medium"/>
              </a:endParaRPr>
            </a:p>
          </p:txBody>
        </p:sp>
      </p:grpSp>
      <p:grpSp>
        <p:nvGrpSpPr>
          <p:cNvPr id="56" name="node06"/>
          <p:cNvGrpSpPr/>
          <p:nvPr/>
        </p:nvGrpSpPr>
        <p:grpSpPr>
          <a:xfrm>
            <a:off x="723900" y="3352800"/>
            <a:ext cx="2362200" cy="304800"/>
            <a:chOff x="723900" y="3352800"/>
            <a:chExt cx="2362200" cy="304800"/>
          </a:xfrm>
        </p:grpSpPr>
        <p:sp>
          <p:nvSpPr>
            <p:cNvPr id="12" name="node06.text"/>
            <p:cNvSpPr/>
            <p:nvPr/>
          </p:nvSpPr>
          <p:spPr>
            <a:xfrm>
              <a:off x="723900" y="3352800"/>
              <a:ext cx="23622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Baseline</a:t>
              </a:r>
              <a:endParaRPr lang="en-US" sz="1800" spc="-18" kern="0" b="0" i="0" dirty="0">
                <a:solidFill>
                  <a:srgbClr val="070154"/>
                </a:solidFill>
                <a:latin typeface="IBM Plex Sans SemiBold"/>
                <a:ea typeface="IBM Plex Sans SemiBold"/>
                <a:cs typeface="IBM Plex Sans SemiBold"/>
              </a:endParaRPr>
            </a:p>
          </p:txBody>
        </p:sp>
      </p:grpSp>
      <p:grpSp>
        <p:nvGrpSpPr>
          <p:cNvPr id="57" name="node07"/>
          <p:cNvGrpSpPr/>
          <p:nvPr/>
        </p:nvGrpSpPr>
        <p:grpSpPr>
          <a:xfrm>
            <a:off x="723900" y="3695700"/>
            <a:ext cx="2362200" cy="990600"/>
            <a:chOff x="723900" y="3695700"/>
            <a:chExt cx="2362200" cy="990600"/>
          </a:xfrm>
        </p:grpSpPr>
        <p:sp>
          <p:nvSpPr>
            <p:cNvPr id="13" name="node07.source-001.bullet"/>
            <p:cNvSpPr/>
            <p:nvPr/>
          </p:nvSpPr>
          <p:spPr>
            <a:xfrm>
              <a:off x="723900" y="3784600"/>
              <a:ext cx="38100" cy="38100"/>
            </a:xfrm>
            <a:prstGeom prst="rect">
              <a:avLst/>
            </a:prstGeom>
            <a:solidFill>
              <a:srgbClr val="070154"/>
            </a:solidFill>
            <a:ln>
              <a:noFill/>
            </a:ln>
          </p:spPr>
        </p:sp>
        <p:sp>
          <p:nvSpPr>
            <p:cNvPr id="14" name="node07.source-001.text"/>
            <p:cNvSpPr/>
            <p:nvPr/>
          </p:nvSpPr>
          <p:spPr>
            <a:xfrm>
              <a:off x="876300" y="3695700"/>
              <a:ext cx="22098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Pull 24 months of claims by payer</a:t>
              </a:r>
              <a:endParaRPr lang="en-US" sz="1200" spc="0" kern="0" b="0" i="0" dirty="0">
                <a:solidFill>
                  <a:srgbClr val="070154"/>
                </a:solidFill>
                <a:latin typeface="IBM Plex Sans"/>
                <a:ea typeface="IBM Plex Sans"/>
                <a:cs typeface="IBM Plex Sans"/>
              </a:endParaRPr>
            </a:p>
          </p:txBody>
        </p:sp>
        <p:sp>
          <p:nvSpPr>
            <p:cNvPr id="15" name="node07.source-002.bullet"/>
            <p:cNvSpPr/>
            <p:nvPr/>
          </p:nvSpPr>
          <p:spPr>
            <a:xfrm>
              <a:off x="723900" y="4279900"/>
              <a:ext cx="38100" cy="38100"/>
            </a:xfrm>
            <a:prstGeom prst="rect">
              <a:avLst/>
            </a:prstGeom>
            <a:solidFill>
              <a:srgbClr val="070154"/>
            </a:solidFill>
            <a:ln>
              <a:noFill/>
            </a:ln>
          </p:spPr>
        </p:sp>
        <p:sp>
          <p:nvSpPr>
            <p:cNvPr id="16" name="node07.source-002.text"/>
            <p:cNvSpPr/>
            <p:nvPr/>
          </p:nvSpPr>
          <p:spPr>
            <a:xfrm>
              <a:off x="876300" y="4191000"/>
              <a:ext cx="2209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Map registration to cash steps</a:t>
              </a:r>
              <a:endParaRPr lang="en-US" sz="1200" spc="0" kern="0" b="0" i="0" dirty="0">
                <a:solidFill>
                  <a:srgbClr val="070154"/>
                </a:solidFill>
                <a:latin typeface="IBM Plex Sans"/>
                <a:ea typeface="IBM Plex Sans"/>
                <a:cs typeface="IBM Plex Sans"/>
              </a:endParaRPr>
            </a:p>
          </p:txBody>
        </p:sp>
        <p:sp>
          <p:nvSpPr>
            <p:cNvPr id="17" name="node07.source-003.bullet"/>
            <p:cNvSpPr/>
            <p:nvPr/>
          </p:nvSpPr>
          <p:spPr>
            <a:xfrm>
              <a:off x="723900" y="4546600"/>
              <a:ext cx="38100" cy="38100"/>
            </a:xfrm>
            <a:prstGeom prst="rect">
              <a:avLst/>
            </a:prstGeom>
            <a:solidFill>
              <a:srgbClr val="070154"/>
            </a:solidFill>
            <a:ln>
              <a:noFill/>
            </a:ln>
          </p:spPr>
        </p:sp>
        <p:sp>
          <p:nvSpPr>
            <p:cNvPr id="18" name="node07.source-003.text"/>
            <p:cNvSpPr/>
            <p:nvPr/>
          </p:nvSpPr>
          <p:spPr>
            <a:xfrm>
              <a:off x="876300" y="4457700"/>
              <a:ext cx="2209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Set KPI baselines with Finance</a:t>
              </a:r>
              <a:endParaRPr lang="en-US" sz="1200" spc="0" kern="0" b="0" i="0" dirty="0">
                <a:solidFill>
                  <a:srgbClr val="070154"/>
                </a:solidFill>
                <a:latin typeface="IBM Plex Sans"/>
                <a:ea typeface="IBM Plex Sans"/>
                <a:cs typeface="IBM Plex Sans"/>
              </a:endParaRPr>
            </a:p>
          </p:txBody>
        </p:sp>
      </p:grpSp>
      <p:sp>
        <p:nvSpPr>
          <p:cNvPr id="19" name="node08"/>
          <p:cNvSpPr/>
          <p:nvPr/>
        </p:nvSpPr>
        <p:spPr>
          <a:xfrm>
            <a:off x="3314700" y="3009900"/>
            <a:ext cx="2362200" cy="12700"/>
          </a:xfrm>
          <a:prstGeom prst="rect">
            <a:avLst/>
          </a:prstGeom>
          <a:solidFill>
            <a:srgbClr val="CED7E6"/>
          </a:solidFill>
          <a:ln>
            <a:noFill/>
          </a:ln>
        </p:spPr>
      </p:sp>
      <p:grpSp>
        <p:nvGrpSpPr>
          <p:cNvPr id="58" name="node09"/>
          <p:cNvGrpSpPr/>
          <p:nvPr/>
        </p:nvGrpSpPr>
        <p:grpSpPr>
          <a:xfrm>
            <a:off x="3314700" y="3124200"/>
            <a:ext cx="2362200" cy="152400"/>
            <a:chOff x="3314700" y="3124200"/>
            <a:chExt cx="2362200" cy="152400"/>
          </a:xfrm>
        </p:grpSpPr>
        <p:sp>
          <p:nvSpPr>
            <p:cNvPr id="20" name="node09.text"/>
            <p:cNvSpPr/>
            <p:nvPr/>
          </p:nvSpPr>
          <p:spPr>
            <a:xfrm>
              <a:off x="3314700" y="3124200"/>
              <a:ext cx="2362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02 · WEEKS 3 TO 4</a:t>
              </a:r>
              <a:endParaRPr lang="en-US" sz="900" spc="54" kern="0" b="0" i="0" dirty="0">
                <a:solidFill>
                  <a:srgbClr val="0047FF"/>
                </a:solidFill>
                <a:latin typeface="IBM Plex Mono Medium"/>
                <a:ea typeface="IBM Plex Mono Medium"/>
                <a:cs typeface="IBM Plex Mono Medium"/>
              </a:endParaRPr>
            </a:p>
          </p:txBody>
        </p:sp>
      </p:grpSp>
      <p:grpSp>
        <p:nvGrpSpPr>
          <p:cNvPr id="59" name="node10"/>
          <p:cNvGrpSpPr/>
          <p:nvPr/>
        </p:nvGrpSpPr>
        <p:grpSpPr>
          <a:xfrm>
            <a:off x="3314700" y="3352800"/>
            <a:ext cx="2362200" cy="304800"/>
            <a:chOff x="3314700" y="3352800"/>
            <a:chExt cx="2362200" cy="304800"/>
          </a:xfrm>
        </p:grpSpPr>
        <p:sp>
          <p:nvSpPr>
            <p:cNvPr id="21" name="node10.text"/>
            <p:cNvSpPr/>
            <p:nvPr/>
          </p:nvSpPr>
          <p:spPr>
            <a:xfrm>
              <a:off x="3314700" y="3352800"/>
              <a:ext cx="23622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Diagnose</a:t>
              </a:r>
              <a:endParaRPr lang="en-US" sz="1800" spc="-18" kern="0" b="0" i="0" dirty="0">
                <a:solidFill>
                  <a:srgbClr val="070154"/>
                </a:solidFill>
                <a:latin typeface="IBM Plex Sans SemiBold"/>
                <a:ea typeface="IBM Plex Sans SemiBold"/>
                <a:cs typeface="IBM Plex Sans SemiBold"/>
              </a:endParaRPr>
            </a:p>
          </p:txBody>
        </p:sp>
      </p:grpSp>
      <p:grpSp>
        <p:nvGrpSpPr>
          <p:cNvPr id="60" name="node11"/>
          <p:cNvGrpSpPr/>
          <p:nvPr/>
        </p:nvGrpSpPr>
        <p:grpSpPr>
          <a:xfrm>
            <a:off x="3314700" y="3695700"/>
            <a:ext cx="2362200" cy="990600"/>
            <a:chOff x="3314700" y="3695700"/>
            <a:chExt cx="2362200" cy="990600"/>
          </a:xfrm>
        </p:grpSpPr>
        <p:sp>
          <p:nvSpPr>
            <p:cNvPr id="22" name="node11.source-001.bullet"/>
            <p:cNvSpPr/>
            <p:nvPr/>
          </p:nvSpPr>
          <p:spPr>
            <a:xfrm>
              <a:off x="3314700" y="3784600"/>
              <a:ext cx="38100" cy="38100"/>
            </a:xfrm>
            <a:prstGeom prst="rect">
              <a:avLst/>
            </a:prstGeom>
            <a:solidFill>
              <a:srgbClr val="070154"/>
            </a:solidFill>
            <a:ln>
              <a:noFill/>
            </a:ln>
          </p:spPr>
        </p:sp>
        <p:sp>
          <p:nvSpPr>
            <p:cNvPr id="23" name="node11.source-001.text"/>
            <p:cNvSpPr/>
            <p:nvPr/>
          </p:nvSpPr>
          <p:spPr>
            <a:xfrm>
              <a:off x="3467100" y="3695700"/>
              <a:ext cx="22098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Root-cause denials and underpayments</a:t>
              </a:r>
              <a:endParaRPr lang="en-US" sz="1200" spc="0" kern="0" b="0" i="0" dirty="0">
                <a:solidFill>
                  <a:srgbClr val="070154"/>
                </a:solidFill>
                <a:latin typeface="IBM Plex Sans"/>
                <a:ea typeface="IBM Plex Sans"/>
                <a:cs typeface="IBM Plex Sans"/>
              </a:endParaRPr>
            </a:p>
          </p:txBody>
        </p:sp>
        <p:sp>
          <p:nvSpPr>
            <p:cNvPr id="24" name="node11.source-002.bullet"/>
            <p:cNvSpPr/>
            <p:nvPr/>
          </p:nvSpPr>
          <p:spPr>
            <a:xfrm>
              <a:off x="3314700" y="4279900"/>
              <a:ext cx="38100" cy="38100"/>
            </a:xfrm>
            <a:prstGeom prst="rect">
              <a:avLst/>
            </a:prstGeom>
            <a:solidFill>
              <a:srgbClr val="070154"/>
            </a:solidFill>
            <a:ln>
              <a:noFill/>
            </a:ln>
          </p:spPr>
        </p:sp>
        <p:sp>
          <p:nvSpPr>
            <p:cNvPr id="25" name="node11.source-002.text"/>
            <p:cNvSpPr/>
            <p:nvPr/>
          </p:nvSpPr>
          <p:spPr>
            <a:xfrm>
              <a:off x="3467100" y="4191000"/>
              <a:ext cx="2209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Trace A/R aging by payer</a:t>
              </a:r>
              <a:endParaRPr lang="en-US" sz="1200" spc="0" kern="0" b="0" i="0" dirty="0">
                <a:solidFill>
                  <a:srgbClr val="070154"/>
                </a:solidFill>
                <a:latin typeface="IBM Plex Sans"/>
                <a:ea typeface="IBM Plex Sans"/>
                <a:cs typeface="IBM Plex Sans"/>
              </a:endParaRPr>
            </a:p>
          </p:txBody>
        </p:sp>
        <p:sp>
          <p:nvSpPr>
            <p:cNvPr id="26" name="node11.source-003.bullet"/>
            <p:cNvSpPr/>
            <p:nvPr/>
          </p:nvSpPr>
          <p:spPr>
            <a:xfrm>
              <a:off x="3314700" y="4546600"/>
              <a:ext cx="38100" cy="38100"/>
            </a:xfrm>
            <a:prstGeom prst="rect">
              <a:avLst/>
            </a:prstGeom>
            <a:solidFill>
              <a:srgbClr val="070154"/>
            </a:solidFill>
            <a:ln>
              <a:noFill/>
            </a:ln>
          </p:spPr>
        </p:sp>
        <p:sp>
          <p:nvSpPr>
            <p:cNvPr id="27" name="node11.source-003.text"/>
            <p:cNvSpPr/>
            <p:nvPr/>
          </p:nvSpPr>
          <p:spPr>
            <a:xfrm>
              <a:off x="3467100" y="4457700"/>
              <a:ext cx="2209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Validate leaks with billing leads</a:t>
              </a:r>
              <a:endParaRPr lang="en-US" sz="1200" spc="0" kern="0" b="0" i="0" dirty="0">
                <a:solidFill>
                  <a:srgbClr val="070154"/>
                </a:solidFill>
                <a:latin typeface="IBM Plex Sans"/>
                <a:ea typeface="IBM Plex Sans"/>
                <a:cs typeface="IBM Plex Sans"/>
              </a:endParaRPr>
            </a:p>
          </p:txBody>
        </p:sp>
      </p:grpSp>
      <p:sp>
        <p:nvSpPr>
          <p:cNvPr id="28" name="node12"/>
          <p:cNvSpPr/>
          <p:nvPr/>
        </p:nvSpPr>
        <p:spPr>
          <a:xfrm>
            <a:off x="5905500" y="3009900"/>
            <a:ext cx="2362200" cy="12700"/>
          </a:xfrm>
          <a:prstGeom prst="rect">
            <a:avLst/>
          </a:prstGeom>
          <a:solidFill>
            <a:srgbClr val="CED7E6"/>
          </a:solidFill>
          <a:ln>
            <a:noFill/>
          </a:ln>
        </p:spPr>
      </p:sp>
      <p:grpSp>
        <p:nvGrpSpPr>
          <p:cNvPr id="61" name="node13"/>
          <p:cNvGrpSpPr/>
          <p:nvPr/>
        </p:nvGrpSpPr>
        <p:grpSpPr>
          <a:xfrm>
            <a:off x="5905500" y="3124200"/>
            <a:ext cx="2362200" cy="152400"/>
            <a:chOff x="5905500" y="3124200"/>
            <a:chExt cx="2362200" cy="152400"/>
          </a:xfrm>
        </p:grpSpPr>
        <p:sp>
          <p:nvSpPr>
            <p:cNvPr id="29" name="node13.text"/>
            <p:cNvSpPr/>
            <p:nvPr/>
          </p:nvSpPr>
          <p:spPr>
            <a:xfrm>
              <a:off x="5905500" y="3124200"/>
              <a:ext cx="2362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03 · WEEKS 5 TO 6</a:t>
              </a:r>
              <a:endParaRPr lang="en-US" sz="900" spc="54" kern="0" b="0" i="0" dirty="0">
                <a:solidFill>
                  <a:srgbClr val="0047FF"/>
                </a:solidFill>
                <a:latin typeface="IBM Plex Mono Medium"/>
                <a:ea typeface="IBM Plex Mono Medium"/>
                <a:cs typeface="IBM Plex Mono Medium"/>
              </a:endParaRPr>
            </a:p>
          </p:txBody>
        </p:sp>
      </p:grpSp>
      <p:grpSp>
        <p:nvGrpSpPr>
          <p:cNvPr id="62" name="node14"/>
          <p:cNvGrpSpPr/>
          <p:nvPr/>
        </p:nvGrpSpPr>
        <p:grpSpPr>
          <a:xfrm>
            <a:off x="5905500" y="3352800"/>
            <a:ext cx="2362200" cy="304800"/>
            <a:chOff x="5905500" y="3352800"/>
            <a:chExt cx="2362200" cy="304800"/>
          </a:xfrm>
        </p:grpSpPr>
        <p:sp>
          <p:nvSpPr>
            <p:cNvPr id="30" name="node14.text"/>
            <p:cNvSpPr/>
            <p:nvPr/>
          </p:nvSpPr>
          <p:spPr>
            <a:xfrm>
              <a:off x="5905500" y="3352800"/>
              <a:ext cx="23622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Size and plan</a:t>
              </a:r>
              <a:endParaRPr lang="en-US" sz="1800" spc="-18" kern="0" b="0" i="0" dirty="0">
                <a:solidFill>
                  <a:srgbClr val="070154"/>
                </a:solidFill>
                <a:latin typeface="IBM Plex Sans SemiBold"/>
                <a:ea typeface="IBM Plex Sans SemiBold"/>
                <a:cs typeface="IBM Plex Sans SemiBold"/>
              </a:endParaRPr>
            </a:p>
          </p:txBody>
        </p:sp>
      </p:grpSp>
      <p:grpSp>
        <p:nvGrpSpPr>
          <p:cNvPr id="63" name="node15"/>
          <p:cNvGrpSpPr/>
          <p:nvPr/>
        </p:nvGrpSpPr>
        <p:grpSpPr>
          <a:xfrm>
            <a:off x="5905500" y="3695700"/>
            <a:ext cx="2362200" cy="762000"/>
            <a:chOff x="5905500" y="3695700"/>
            <a:chExt cx="2362200" cy="762000"/>
          </a:xfrm>
        </p:grpSpPr>
        <p:sp>
          <p:nvSpPr>
            <p:cNvPr id="31" name="node15.source-001.bullet"/>
            <p:cNvSpPr/>
            <p:nvPr/>
          </p:nvSpPr>
          <p:spPr>
            <a:xfrm>
              <a:off x="5905500" y="3784600"/>
              <a:ext cx="38100" cy="38100"/>
            </a:xfrm>
            <a:prstGeom prst="rect">
              <a:avLst/>
            </a:prstGeom>
            <a:solidFill>
              <a:srgbClr val="070154"/>
            </a:solidFill>
            <a:ln>
              <a:noFill/>
            </a:ln>
          </p:spPr>
        </p:sp>
        <p:sp>
          <p:nvSpPr>
            <p:cNvPr id="32" name="node15.source-001.text"/>
            <p:cNvSpPr/>
            <p:nvPr/>
          </p:nvSpPr>
          <p:spPr>
            <a:xfrm>
              <a:off x="6057900" y="3695700"/>
              <a:ext cx="2209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Size each fix: low, base, high</a:t>
              </a:r>
              <a:endParaRPr lang="en-US" sz="1200" spc="0" kern="0" b="0" i="0" dirty="0">
                <a:solidFill>
                  <a:srgbClr val="070154"/>
                </a:solidFill>
                <a:latin typeface="IBM Plex Sans"/>
                <a:ea typeface="IBM Plex Sans"/>
                <a:cs typeface="IBM Plex Sans"/>
              </a:endParaRPr>
            </a:p>
          </p:txBody>
        </p:sp>
        <p:sp>
          <p:nvSpPr>
            <p:cNvPr id="33" name="node15.source-002.bullet"/>
            <p:cNvSpPr/>
            <p:nvPr/>
          </p:nvSpPr>
          <p:spPr>
            <a:xfrm>
              <a:off x="5905500" y="4051300"/>
              <a:ext cx="38100" cy="38100"/>
            </a:xfrm>
            <a:prstGeom prst="rect">
              <a:avLst/>
            </a:prstGeom>
            <a:solidFill>
              <a:srgbClr val="070154"/>
            </a:solidFill>
            <a:ln>
              <a:noFill/>
            </a:ln>
          </p:spPr>
        </p:sp>
        <p:sp>
          <p:nvSpPr>
            <p:cNvPr id="34" name="node15.source-002.text"/>
            <p:cNvSpPr/>
            <p:nvPr/>
          </p:nvSpPr>
          <p:spPr>
            <a:xfrm>
              <a:off x="6057900" y="3962400"/>
              <a:ext cx="2209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Sequence by effort and value</a:t>
              </a:r>
              <a:endParaRPr lang="en-US" sz="1200" spc="0" kern="0" b="0" i="0" dirty="0">
                <a:solidFill>
                  <a:srgbClr val="070154"/>
                </a:solidFill>
                <a:latin typeface="IBM Plex Sans"/>
                <a:ea typeface="IBM Plex Sans"/>
                <a:cs typeface="IBM Plex Sans"/>
              </a:endParaRPr>
            </a:p>
          </p:txBody>
        </p:sp>
        <p:sp>
          <p:nvSpPr>
            <p:cNvPr id="35" name="node15.source-003.bullet"/>
            <p:cNvSpPr/>
            <p:nvPr/>
          </p:nvSpPr>
          <p:spPr>
            <a:xfrm>
              <a:off x="5905500" y="4318000"/>
              <a:ext cx="38100" cy="38100"/>
            </a:xfrm>
            <a:prstGeom prst="rect">
              <a:avLst/>
            </a:prstGeom>
            <a:solidFill>
              <a:srgbClr val="070154"/>
            </a:solidFill>
            <a:ln>
              <a:noFill/>
            </a:ln>
          </p:spPr>
        </p:sp>
        <p:sp>
          <p:nvSpPr>
            <p:cNvPr id="36" name="node15.source-003.text"/>
            <p:cNvSpPr/>
            <p:nvPr/>
          </p:nvSpPr>
          <p:spPr>
            <a:xfrm>
              <a:off x="6057900" y="4229100"/>
              <a:ext cx="2209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Name owners and start weeks</a:t>
              </a:r>
              <a:endParaRPr lang="en-US" sz="1200" spc="0" kern="0" b="0" i="0" dirty="0">
                <a:solidFill>
                  <a:srgbClr val="070154"/>
                </a:solidFill>
                <a:latin typeface="IBM Plex Sans"/>
                <a:ea typeface="IBM Plex Sans"/>
                <a:cs typeface="IBM Plex Sans"/>
              </a:endParaRPr>
            </a:p>
          </p:txBody>
        </p:sp>
      </p:grpSp>
      <p:grpSp>
        <p:nvGrpSpPr>
          <p:cNvPr id="64" name="node16"/>
          <p:cNvGrpSpPr/>
          <p:nvPr/>
        </p:nvGrpSpPr>
        <p:grpSpPr>
          <a:xfrm>
            <a:off x="723900" y="5029200"/>
            <a:ext cx="2514600" cy="685800"/>
            <a:chOff x="723900" y="5029200"/>
            <a:chExt cx="2514600" cy="685800"/>
          </a:xfrm>
        </p:grpSpPr>
        <p:sp>
          <p:nvSpPr>
            <p:cNvPr id="37" name="node16.surface"/>
            <p:cNvSpPr/>
            <p:nvPr/>
          </p:nvSpPr>
          <p:spPr>
            <a:xfrm>
              <a:off x="723900" y="5029200"/>
              <a:ext cx="2514600" cy="685800"/>
            </a:xfrm>
            <a:prstGeom prst="rect">
              <a:avLst/>
            </a:prstGeom>
            <a:solidFill>
              <a:srgbClr val="070154"/>
            </a:solidFill>
            <a:ln>
              <a:noFill/>
            </a:ln>
          </p:spPr>
        </p:sp>
      </p:grpSp>
      <p:grpSp>
        <p:nvGrpSpPr>
          <p:cNvPr id="65" name="node17"/>
          <p:cNvGrpSpPr/>
          <p:nvPr/>
        </p:nvGrpSpPr>
        <p:grpSpPr>
          <a:xfrm>
            <a:off x="876300" y="5143500"/>
            <a:ext cx="1333500" cy="458978"/>
            <a:chOff x="876300" y="5143500"/>
            <a:chExt cx="1333500" cy="458978"/>
          </a:xfrm>
        </p:grpSpPr>
        <p:sp>
          <p:nvSpPr>
            <p:cNvPr id="38" name="node17.text"/>
            <p:cNvSpPr/>
            <p:nvPr/>
          </p:nvSpPr>
          <p:spPr>
            <a:xfrm>
              <a:off x="876300" y="5143500"/>
              <a:ext cx="1333500" cy="458978"/>
            </a:xfrm>
            <a:prstGeom prst="rect">
              <a:avLst/>
            </a:prstGeom>
            <a:noFill/>
            <a:ln/>
          </p:spPr>
          <p:txBody>
            <a:bodyPr wrap="square" lIns="0" tIns="0" rIns="0" bIns="0" rtlCol="0" anchor="t"/>
            <a:lstStyle/>
            <a:p>
              <a:pPr algn="l" indent="0" marL="0">
                <a:lnSpc>
                  <a:spcPts val="3600"/>
                </a:lnSpc>
                <a:buNone/>
              </a:pPr>
              <a:r>
                <a:rPr lang="en-US" sz="3600" spc="-72" kern="0" b="0" i="0" dirty="0">
                  <a:solidFill>
                    <a:srgbClr val="FFFFFF"/>
                  </a:solidFill>
                  <a:latin typeface="IBM Plex Mono SemiBold"/>
                  <a:ea typeface="IBM Plex Mono SemiBold"/>
                  <a:cs typeface="IBM Plex Mono SemiBold"/>
                </a:rPr>
                <a:t>$145K</a:t>
              </a:r>
              <a:endParaRPr lang="en-US" sz="3600" spc="-72" kern="0" b="0" i="0" dirty="0">
                <a:solidFill>
                  <a:srgbClr val="FFFFFF"/>
                </a:solidFill>
                <a:latin typeface="IBM Plex Mono SemiBold"/>
                <a:ea typeface="IBM Plex Mono SemiBold"/>
                <a:cs typeface="IBM Plex Mono SemiBold"/>
              </a:endParaRPr>
            </a:p>
          </p:txBody>
        </p:sp>
      </p:grpSp>
      <p:grpSp>
        <p:nvGrpSpPr>
          <p:cNvPr id="66" name="node18"/>
          <p:cNvGrpSpPr/>
          <p:nvPr/>
        </p:nvGrpSpPr>
        <p:grpSpPr>
          <a:xfrm>
            <a:off x="2324100" y="5143500"/>
            <a:ext cx="838200" cy="228600"/>
            <a:chOff x="2324100" y="5143500"/>
            <a:chExt cx="838200" cy="228600"/>
          </a:xfrm>
        </p:grpSpPr>
        <p:sp>
          <p:nvSpPr>
            <p:cNvPr id="39" name="node18.text"/>
            <p:cNvSpPr/>
            <p:nvPr/>
          </p:nvSpPr>
          <p:spPr>
            <a:xfrm>
              <a:off x="2324100" y="5143500"/>
              <a:ext cx="838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fixed fee</a:t>
              </a:r>
              <a:endParaRPr lang="en-US" sz="1200" spc="0" kern="0" b="0" i="0" dirty="0">
                <a:solidFill>
                  <a:srgbClr val="FFFFFF"/>
                </a:solidFill>
                <a:latin typeface="IBM Plex Sans"/>
                <a:ea typeface="IBM Plex Sans"/>
                <a:cs typeface="IBM Plex Sans"/>
              </a:endParaRPr>
            </a:p>
          </p:txBody>
        </p:sp>
      </p:grpSp>
      <p:grpSp>
        <p:nvGrpSpPr>
          <p:cNvPr id="67" name="node19"/>
          <p:cNvGrpSpPr/>
          <p:nvPr/>
        </p:nvGrpSpPr>
        <p:grpSpPr>
          <a:xfrm>
            <a:off x="2324100" y="5372100"/>
            <a:ext cx="838200" cy="228600"/>
            <a:chOff x="2324100" y="5372100"/>
            <a:chExt cx="838200" cy="228600"/>
          </a:xfrm>
        </p:grpSpPr>
        <p:sp>
          <p:nvSpPr>
            <p:cNvPr id="40" name="node19.text"/>
            <p:cNvSpPr/>
            <p:nvPr/>
          </p:nvSpPr>
          <p:spPr>
            <a:xfrm>
              <a:off x="2324100" y="5372100"/>
              <a:ext cx="838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CED7E6"/>
                  </a:solidFill>
                  <a:latin typeface="IBM Plex Sans"/>
                  <a:ea typeface="IBM Plex Sans"/>
                  <a:cs typeface="IBM Plex Sans"/>
                </a:rPr>
                <a:t>6 weeks</a:t>
              </a:r>
              <a:endParaRPr lang="en-US" sz="1200" spc="0" kern="0" b="0" i="0" dirty="0">
                <a:solidFill>
                  <a:srgbClr val="CED7E6"/>
                </a:solidFill>
                <a:latin typeface="IBM Plex Sans"/>
                <a:ea typeface="IBM Plex Sans"/>
                <a:cs typeface="IBM Plex Sans"/>
              </a:endParaRPr>
            </a:p>
          </p:txBody>
        </p:sp>
      </p:grpSp>
      <p:grpSp>
        <p:nvGrpSpPr>
          <p:cNvPr id="68" name="node20"/>
          <p:cNvGrpSpPr/>
          <p:nvPr/>
        </p:nvGrpSpPr>
        <p:grpSpPr>
          <a:xfrm>
            <a:off x="3467100" y="5029200"/>
            <a:ext cx="4800600" cy="685800"/>
            <a:chOff x="3467100" y="5029200"/>
            <a:chExt cx="4800600" cy="685800"/>
          </a:xfrm>
        </p:grpSpPr>
        <p:sp>
          <p:nvSpPr>
            <p:cNvPr id="41" name="node20.surface"/>
            <p:cNvSpPr/>
            <p:nvPr/>
          </p:nvSpPr>
          <p:spPr>
            <a:xfrm>
              <a:off x="3467100" y="5029200"/>
              <a:ext cx="4800600" cy="685800"/>
            </a:xfrm>
            <a:prstGeom prst="rect">
              <a:avLst/>
            </a:prstGeom>
            <a:solidFill>
              <a:srgbClr val="E8EEF8"/>
            </a:solidFill>
            <a:ln>
              <a:noFill/>
            </a:ln>
          </p:spPr>
        </p:sp>
      </p:grpSp>
      <p:grpSp>
        <p:nvGrpSpPr>
          <p:cNvPr id="69" name="node21"/>
          <p:cNvGrpSpPr/>
          <p:nvPr/>
        </p:nvGrpSpPr>
        <p:grpSpPr>
          <a:xfrm>
            <a:off x="3619500" y="5105400"/>
            <a:ext cx="4495800" cy="457200"/>
            <a:chOff x="3619500" y="5105400"/>
            <a:chExt cx="4495800" cy="457200"/>
          </a:xfrm>
        </p:grpSpPr>
        <p:sp>
          <p:nvSpPr>
            <p:cNvPr id="42" name="node21.text"/>
            <p:cNvSpPr/>
            <p:nvPr/>
          </p:nvSpPr>
          <p:spPr>
            <a:xfrm>
              <a:off x="3619500" y="5105400"/>
              <a:ext cx="44958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Deliverables: KPI baseline, leak heat map, opportunity sizing, 90-day plan. Assumes a claims extract in week 1; no new tools.</a:t>
              </a:r>
              <a:endParaRPr lang="en-US" sz="1200" spc="0" kern="0" b="0" i="0" dirty="0">
                <a:solidFill>
                  <a:srgbClr val="070154"/>
                </a:solidFill>
                <a:latin typeface="IBM Plex Sans"/>
                <a:ea typeface="IBM Plex Sans"/>
                <a:cs typeface="IBM Plex Sans"/>
              </a:endParaRPr>
            </a:p>
          </p:txBody>
        </p:sp>
      </p:grpSp>
      <p:grpSp>
        <p:nvGrpSpPr>
          <p:cNvPr id="70" name="node22"/>
          <p:cNvGrpSpPr/>
          <p:nvPr/>
        </p:nvGrpSpPr>
        <p:grpSpPr>
          <a:xfrm>
            <a:off x="8953500" y="1600200"/>
            <a:ext cx="2514600" cy="152400"/>
            <a:chOff x="8953500" y="1600200"/>
            <a:chExt cx="2514600" cy="152400"/>
          </a:xfrm>
        </p:grpSpPr>
        <p:sp>
          <p:nvSpPr>
            <p:cNvPr id="43" name="node22.text"/>
            <p:cNvSpPr/>
            <p:nvPr/>
          </p:nvSpPr>
          <p:spPr>
            <a:xfrm>
              <a:off x="8953500" y="16002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PROOF · SAMPLE CLIENT</a:t>
              </a:r>
              <a:endParaRPr lang="en-US" sz="900" spc="54" kern="0" b="0" i="0" dirty="0">
                <a:solidFill>
                  <a:srgbClr val="0047FF"/>
                </a:solidFill>
                <a:latin typeface="IBM Plex Mono Medium"/>
                <a:ea typeface="IBM Plex Mono Medium"/>
                <a:cs typeface="IBM Plex Mono Medium"/>
              </a:endParaRPr>
            </a:p>
          </p:txBody>
        </p:sp>
      </p:grpSp>
      <p:grpSp>
        <p:nvGrpSpPr>
          <p:cNvPr id="71" name="node23"/>
          <p:cNvGrpSpPr/>
          <p:nvPr/>
        </p:nvGrpSpPr>
        <p:grpSpPr>
          <a:xfrm>
            <a:off x="8953500" y="1828800"/>
            <a:ext cx="2514600" cy="457200"/>
            <a:chOff x="8953500" y="1828800"/>
            <a:chExt cx="2514600" cy="457200"/>
          </a:xfrm>
        </p:grpSpPr>
        <p:sp>
          <p:nvSpPr>
            <p:cNvPr id="44" name="node23.text"/>
            <p:cNvSpPr/>
            <p:nvPr/>
          </p:nvSpPr>
          <p:spPr>
            <a:xfrm>
              <a:off x="8953500" y="1828800"/>
              <a:ext cx="25146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Sample case: 14 hospitals, 220 clinics.</a:t>
              </a:r>
              <a:endParaRPr lang="en-US" sz="1200" spc="0" kern="0" b="0" i="0" dirty="0">
                <a:solidFill>
                  <a:srgbClr val="50658E"/>
                </a:solidFill>
                <a:latin typeface="IBM Plex Sans"/>
                <a:ea typeface="IBM Plex Sans"/>
                <a:cs typeface="IBM Plex Sans"/>
              </a:endParaRPr>
            </a:p>
          </p:txBody>
        </p:sp>
      </p:grpSp>
      <p:grpSp>
        <p:nvGrpSpPr>
          <p:cNvPr id="72" name="node24"/>
          <p:cNvGrpSpPr/>
          <p:nvPr/>
        </p:nvGrpSpPr>
        <p:grpSpPr>
          <a:xfrm>
            <a:off x="8953500" y="2362200"/>
            <a:ext cx="1066800" cy="458978"/>
            <a:chOff x="8953500" y="2362200"/>
            <a:chExt cx="1066800" cy="458978"/>
          </a:xfrm>
        </p:grpSpPr>
        <p:sp>
          <p:nvSpPr>
            <p:cNvPr id="45" name="node24.text"/>
            <p:cNvSpPr/>
            <p:nvPr/>
          </p:nvSpPr>
          <p:spPr>
            <a:xfrm>
              <a:off x="8953500" y="2362200"/>
              <a:ext cx="1066800" cy="458978"/>
            </a:xfrm>
            <a:prstGeom prst="rect">
              <a:avLst/>
            </a:prstGeom>
            <a:noFill/>
            <a:ln/>
          </p:spPr>
          <p:txBody>
            <a:bodyPr wrap="square" lIns="0" tIns="0" rIns="0" bIns="0" rtlCol="0" anchor="t"/>
            <a:lstStyle/>
            <a:p>
              <a:pPr algn="l" indent="0" marL="0">
                <a:lnSpc>
                  <a:spcPts val="3600"/>
                </a:lnSpc>
                <a:buNone/>
              </a:pPr>
              <a:r>
                <a:rPr lang="en-US" sz="3600" spc="-72" kern="0" b="0" i="0" dirty="0">
                  <a:solidFill>
                    <a:srgbClr val="070154"/>
                  </a:solidFill>
                  <a:latin typeface="IBM Plex Mono SemiBold"/>
                  <a:ea typeface="IBM Plex Mono SemiBold"/>
                  <a:cs typeface="IBM Plex Mono SemiBold"/>
                </a:rPr>
                <a:t>18%</a:t>
              </a:r>
              <a:endParaRPr lang="en-US" sz="3600" spc="-72" kern="0" b="0" i="0" dirty="0">
                <a:solidFill>
                  <a:srgbClr val="070154"/>
                </a:solidFill>
                <a:latin typeface="IBM Plex Mono SemiBold"/>
                <a:ea typeface="IBM Plex Mono SemiBold"/>
                <a:cs typeface="IBM Plex Mono SemiBold"/>
              </a:endParaRPr>
            </a:p>
          </p:txBody>
        </p:sp>
      </p:grpSp>
      <p:grpSp>
        <p:nvGrpSpPr>
          <p:cNvPr id="73" name="node25"/>
          <p:cNvGrpSpPr/>
          <p:nvPr/>
        </p:nvGrpSpPr>
        <p:grpSpPr>
          <a:xfrm>
            <a:off x="10096500" y="2400300"/>
            <a:ext cx="1371600" cy="228600"/>
            <a:chOff x="10096500" y="2400300"/>
            <a:chExt cx="1371600" cy="228600"/>
          </a:xfrm>
        </p:grpSpPr>
        <p:sp>
          <p:nvSpPr>
            <p:cNvPr id="46" name="node25.text"/>
            <p:cNvSpPr/>
            <p:nvPr/>
          </p:nvSpPr>
          <p:spPr>
            <a:xfrm>
              <a:off x="10096500" y="2400300"/>
              <a:ext cx="1371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fewer denials</a:t>
              </a:r>
              <a:endParaRPr lang="en-US" sz="1200" spc="0" kern="0" b="0" i="0" dirty="0">
                <a:solidFill>
                  <a:srgbClr val="50658E"/>
                </a:solidFill>
                <a:latin typeface="IBM Plex Sans"/>
                <a:ea typeface="IBM Plex Sans"/>
                <a:cs typeface="IBM Plex Sans"/>
              </a:endParaRPr>
            </a:p>
          </p:txBody>
        </p:sp>
      </p:grpSp>
      <p:grpSp>
        <p:nvGrpSpPr>
          <p:cNvPr id="74" name="node26"/>
          <p:cNvGrpSpPr/>
          <p:nvPr/>
        </p:nvGrpSpPr>
        <p:grpSpPr>
          <a:xfrm>
            <a:off x="8953500" y="3048000"/>
            <a:ext cx="1066800" cy="458978"/>
            <a:chOff x="8953500" y="3048000"/>
            <a:chExt cx="1066800" cy="458978"/>
          </a:xfrm>
        </p:grpSpPr>
        <p:sp>
          <p:nvSpPr>
            <p:cNvPr id="47" name="node26.text"/>
            <p:cNvSpPr/>
            <p:nvPr/>
          </p:nvSpPr>
          <p:spPr>
            <a:xfrm>
              <a:off x="8953500" y="3048000"/>
              <a:ext cx="1066800" cy="458978"/>
            </a:xfrm>
            <a:prstGeom prst="rect">
              <a:avLst/>
            </a:prstGeom>
            <a:noFill/>
            <a:ln/>
          </p:spPr>
          <p:txBody>
            <a:bodyPr wrap="square" lIns="0" tIns="0" rIns="0" bIns="0" rtlCol="0" anchor="t"/>
            <a:lstStyle/>
            <a:p>
              <a:pPr algn="l" indent="0" marL="0">
                <a:lnSpc>
                  <a:spcPts val="3600"/>
                </a:lnSpc>
                <a:buNone/>
              </a:pPr>
              <a:r>
                <a:rPr lang="en-US" sz="3600" spc="-72" kern="0" b="0" i="0" dirty="0">
                  <a:solidFill>
                    <a:srgbClr val="070154"/>
                  </a:solidFill>
                  <a:latin typeface="IBM Plex Mono SemiBold"/>
                  <a:ea typeface="IBM Plex Mono SemiBold"/>
                  <a:cs typeface="IBM Plex Mono SemiBold"/>
                </a:rPr>
                <a:t>$11M</a:t>
              </a:r>
              <a:endParaRPr lang="en-US" sz="3600" spc="-72" kern="0" b="0" i="0" dirty="0">
                <a:solidFill>
                  <a:srgbClr val="070154"/>
                </a:solidFill>
                <a:latin typeface="IBM Plex Mono SemiBold"/>
                <a:ea typeface="IBM Plex Mono SemiBold"/>
                <a:cs typeface="IBM Plex Mono SemiBold"/>
              </a:endParaRPr>
            </a:p>
          </p:txBody>
        </p:sp>
      </p:grpSp>
      <p:grpSp>
        <p:nvGrpSpPr>
          <p:cNvPr id="75" name="node27"/>
          <p:cNvGrpSpPr/>
          <p:nvPr/>
        </p:nvGrpSpPr>
        <p:grpSpPr>
          <a:xfrm>
            <a:off x="10096500" y="3086100"/>
            <a:ext cx="1371600" cy="457200"/>
            <a:chOff x="10096500" y="3086100"/>
            <a:chExt cx="1371600" cy="457200"/>
          </a:xfrm>
        </p:grpSpPr>
        <p:sp>
          <p:nvSpPr>
            <p:cNvPr id="48" name="node27.text"/>
            <p:cNvSpPr/>
            <p:nvPr/>
          </p:nvSpPr>
          <p:spPr>
            <a:xfrm>
              <a:off x="10096500" y="3086100"/>
              <a:ext cx="13716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annual cash opportunity</a:t>
              </a:r>
              <a:endParaRPr lang="en-US" sz="1200" spc="0" kern="0" b="0" i="0" dirty="0">
                <a:solidFill>
                  <a:srgbClr val="50658E"/>
                </a:solidFill>
                <a:latin typeface="IBM Plex Sans"/>
                <a:ea typeface="IBM Plex Sans"/>
                <a:cs typeface="IBM Plex Sans"/>
              </a:endParaRPr>
            </a:p>
          </p:txBody>
        </p:sp>
      </p:grpSp>
      <p:grpSp>
        <p:nvGrpSpPr>
          <p:cNvPr id="76" name="node28"/>
          <p:cNvGrpSpPr/>
          <p:nvPr/>
        </p:nvGrpSpPr>
        <p:grpSpPr>
          <a:xfrm>
            <a:off x="8953500" y="3733800"/>
            <a:ext cx="1066800" cy="458978"/>
            <a:chOff x="8953500" y="3733800"/>
            <a:chExt cx="1066800" cy="458978"/>
          </a:xfrm>
        </p:grpSpPr>
        <p:sp>
          <p:nvSpPr>
            <p:cNvPr id="49" name="node28.text"/>
            <p:cNvSpPr/>
            <p:nvPr/>
          </p:nvSpPr>
          <p:spPr>
            <a:xfrm>
              <a:off x="8953500" y="3733800"/>
              <a:ext cx="1066800" cy="458978"/>
            </a:xfrm>
            <a:prstGeom prst="rect">
              <a:avLst/>
            </a:prstGeom>
            <a:noFill/>
            <a:ln/>
          </p:spPr>
          <p:txBody>
            <a:bodyPr wrap="square" lIns="0" tIns="0" rIns="0" bIns="0" rtlCol="0" anchor="t"/>
            <a:lstStyle/>
            <a:p>
              <a:pPr algn="l" indent="0" marL="0">
                <a:lnSpc>
                  <a:spcPts val="3600"/>
                </a:lnSpc>
                <a:buNone/>
              </a:pPr>
              <a:r>
                <a:rPr lang="en-US" sz="3600" spc="-72" kern="0" b="0" i="0" dirty="0">
                  <a:solidFill>
                    <a:srgbClr val="070154"/>
                  </a:solidFill>
                  <a:latin typeface="IBM Plex Mono SemiBold"/>
                  <a:ea typeface="IBM Plex Mono SemiBold"/>
                  <a:cs typeface="IBM Plex Mono SemiBold"/>
                </a:rPr>
                <a:t>9d</a:t>
              </a:r>
              <a:endParaRPr lang="en-US" sz="3600" spc="-72" kern="0" b="0" i="0" dirty="0">
                <a:solidFill>
                  <a:srgbClr val="070154"/>
                </a:solidFill>
                <a:latin typeface="IBM Plex Mono SemiBold"/>
                <a:ea typeface="IBM Plex Mono SemiBold"/>
                <a:cs typeface="IBM Plex Mono SemiBold"/>
              </a:endParaRPr>
            </a:p>
          </p:txBody>
        </p:sp>
      </p:grpSp>
      <p:grpSp>
        <p:nvGrpSpPr>
          <p:cNvPr id="77" name="node29"/>
          <p:cNvGrpSpPr/>
          <p:nvPr/>
        </p:nvGrpSpPr>
        <p:grpSpPr>
          <a:xfrm>
            <a:off x="10096500" y="3771900"/>
            <a:ext cx="1371600" cy="228600"/>
            <a:chOff x="10096500" y="3771900"/>
            <a:chExt cx="1371600" cy="228600"/>
          </a:xfrm>
        </p:grpSpPr>
        <p:sp>
          <p:nvSpPr>
            <p:cNvPr id="50" name="node29.text"/>
            <p:cNvSpPr/>
            <p:nvPr/>
          </p:nvSpPr>
          <p:spPr>
            <a:xfrm>
              <a:off x="10096500" y="3771900"/>
              <a:ext cx="1371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faster to cash</a:t>
              </a:r>
              <a:endParaRPr lang="en-US" sz="1200" spc="0" kern="0" b="0" i="0" dirty="0">
                <a:solidFill>
                  <a:srgbClr val="50658E"/>
                </a:solidFill>
                <a:latin typeface="IBM Plex Sans"/>
                <a:ea typeface="IBM Plex Sans"/>
                <a:cs typeface="IBM Plex Sans"/>
              </a:endParaRPr>
            </a:p>
          </p:txBody>
        </p:sp>
      </p:grpSp>
      <p:grpSp>
        <p:nvGrpSpPr>
          <p:cNvPr id="78" name="node30"/>
          <p:cNvGrpSpPr/>
          <p:nvPr/>
        </p:nvGrpSpPr>
        <p:grpSpPr>
          <a:xfrm>
            <a:off x="8953500" y="4648200"/>
            <a:ext cx="2514600" cy="685800"/>
            <a:chOff x="8953500" y="4648200"/>
            <a:chExt cx="2514600" cy="685800"/>
          </a:xfrm>
        </p:grpSpPr>
        <p:sp>
          <p:nvSpPr>
            <p:cNvPr id="51" name="node30.text"/>
            <p:cNvSpPr/>
            <p:nvPr/>
          </p:nvSpPr>
          <p:spPr>
            <a:xfrm>
              <a:off x="8953500" y="4648200"/>
              <a:ext cx="2514600" cy="685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“We stopped debating the numbers and started fixing the top five leaks.” VP Revenue Cycle, sample client</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ource-317">
    <p:spTree>
      <p:nvGrpSpPr>
        <p:cNvPr id="1" name=""/>
        <p:cNvGrpSpPr/>
        <p:nvPr/>
      </p:nvGrpSpPr>
      <p:grpSpPr>
        <a:xfrm>
          <a:off x="0" y="0"/>
          <a:ext cx="0" cy="0"/>
          <a:chOff x="0" y="0"/>
          <a:chExt cx="0" cy="0"/>
        </a:xfrm>
      </p:grpSpPr>
      <p:sp>
        <p:nvSpPr>
          <p:cNvPr id="3" name="eyebrow"/>
          <p:cNvSpPr/>
          <p:nvPr/>
        </p:nvSpPr>
        <p:spPr>
          <a:xfrm>
            <a:off x="4381500" y="457200"/>
            <a:ext cx="70866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OFFERINGS</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4381500" y="685800"/>
            <a:ext cx="7086600" cy="11430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Data platform jumpstart, proven at a health system</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4381500" y="5829300"/>
            <a:ext cx="70866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Sample figures for layout only; replace with current firm data before use.</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94</a:t>
            </a:fld>
            <a:endParaRPr lang="en-US" sz="700" spc="0" kern="0" b="0" i="0" dirty="0">
              <a:solidFill>
                <a:srgbClr val="070154"/>
              </a:solidFill>
              <a:latin typeface="IBM Plex Mono SemiBold"/>
              <a:ea typeface="IBM Plex Mono SemiBold"/>
              <a:cs typeface="IBM Plex Mono SemiBold"/>
            </a:endParaRPr>
          </a:p>
        </p:txBody>
      </p:sp>
      <p:grpSp>
        <p:nvGrpSpPr>
          <p:cNvPr id="61" name="node01"/>
          <p:cNvGrpSpPr/>
          <p:nvPr/>
        </p:nvGrpSpPr>
        <p:grpSpPr>
          <a:xfrm>
            <a:off x="723900" y="457200"/>
            <a:ext cx="3429000" cy="152400"/>
            <a:chOff x="723900" y="457200"/>
            <a:chExt cx="3429000" cy="152400"/>
          </a:xfrm>
        </p:grpSpPr>
        <p:sp>
          <p:nvSpPr>
            <p:cNvPr id="7" name="node01.text"/>
            <p:cNvSpPr/>
            <p:nvPr/>
          </p:nvSpPr>
          <p:spPr>
            <a:xfrm>
              <a:off x="723900" y="457200"/>
              <a:ext cx="3429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2 · HOW WE WILL DO IT · 10 WEEKS</a:t>
              </a:r>
              <a:endParaRPr lang="en-US" sz="900" spc="54" kern="0" b="0" i="0" dirty="0">
                <a:solidFill>
                  <a:srgbClr val="0047FF"/>
                </a:solidFill>
                <a:latin typeface="IBM Plex Mono Medium"/>
                <a:ea typeface="IBM Plex Mono Medium"/>
                <a:cs typeface="IBM Plex Mono Medium"/>
              </a:endParaRPr>
            </a:p>
          </p:txBody>
        </p:sp>
      </p:grpSp>
      <p:sp>
        <p:nvSpPr>
          <p:cNvPr id="8" name="node02"/>
          <p:cNvSpPr/>
          <p:nvPr/>
        </p:nvSpPr>
        <p:spPr>
          <a:xfrm>
            <a:off x="723900" y="800100"/>
            <a:ext cx="3429000" cy="12700"/>
          </a:xfrm>
          <a:prstGeom prst="rect">
            <a:avLst/>
          </a:prstGeom>
          <a:solidFill>
            <a:srgbClr val="CED7E6"/>
          </a:solidFill>
          <a:ln>
            <a:noFill/>
          </a:ln>
        </p:spPr>
      </p:sp>
      <p:grpSp>
        <p:nvGrpSpPr>
          <p:cNvPr id="62" name="node03"/>
          <p:cNvGrpSpPr/>
          <p:nvPr/>
        </p:nvGrpSpPr>
        <p:grpSpPr>
          <a:xfrm>
            <a:off x="723900" y="876300"/>
            <a:ext cx="3429000" cy="152400"/>
            <a:chOff x="723900" y="876300"/>
            <a:chExt cx="3429000" cy="152400"/>
          </a:xfrm>
        </p:grpSpPr>
        <p:sp>
          <p:nvSpPr>
            <p:cNvPr id="9" name="node03.text"/>
            <p:cNvSpPr/>
            <p:nvPr/>
          </p:nvSpPr>
          <p:spPr>
            <a:xfrm>
              <a:off x="723900" y="876300"/>
              <a:ext cx="3429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01 · FRAME · W1 TO 2</a:t>
              </a:r>
              <a:endParaRPr lang="en-US" sz="900" spc="54" kern="0" b="0" i="0" dirty="0">
                <a:solidFill>
                  <a:srgbClr val="0047FF"/>
                </a:solidFill>
                <a:latin typeface="IBM Plex Mono Medium"/>
                <a:ea typeface="IBM Plex Mono Medium"/>
                <a:cs typeface="IBM Plex Mono Medium"/>
              </a:endParaRPr>
            </a:p>
          </p:txBody>
        </p:sp>
      </p:grpSp>
      <p:grpSp>
        <p:nvGrpSpPr>
          <p:cNvPr id="63" name="node04"/>
          <p:cNvGrpSpPr/>
          <p:nvPr/>
        </p:nvGrpSpPr>
        <p:grpSpPr>
          <a:xfrm>
            <a:off x="723900" y="1104900"/>
            <a:ext cx="3429000" cy="762000"/>
            <a:chOff x="723900" y="1104900"/>
            <a:chExt cx="3429000" cy="762000"/>
          </a:xfrm>
        </p:grpSpPr>
        <p:sp>
          <p:nvSpPr>
            <p:cNvPr id="10" name="node04.source-001.bullet"/>
            <p:cNvSpPr/>
            <p:nvPr/>
          </p:nvSpPr>
          <p:spPr>
            <a:xfrm>
              <a:off x="723900" y="1193800"/>
              <a:ext cx="38100" cy="38100"/>
            </a:xfrm>
            <a:prstGeom prst="rect">
              <a:avLst/>
            </a:prstGeom>
            <a:solidFill>
              <a:srgbClr val="070154"/>
            </a:solidFill>
            <a:ln>
              <a:noFill/>
            </a:ln>
          </p:spPr>
        </p:sp>
        <p:sp>
          <p:nvSpPr>
            <p:cNvPr id="11" name="node04.source-001.text"/>
            <p:cNvSpPr/>
            <p:nvPr/>
          </p:nvSpPr>
          <p:spPr>
            <a:xfrm>
              <a:off x="876300" y="11049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Triage six sources; agree naming</a:t>
              </a:r>
              <a:endParaRPr lang="en-US" sz="1200" spc="0" kern="0" b="0" i="0" dirty="0">
                <a:solidFill>
                  <a:srgbClr val="070154"/>
                </a:solidFill>
                <a:latin typeface="IBM Plex Sans"/>
                <a:ea typeface="IBM Plex Sans"/>
                <a:cs typeface="IBM Plex Sans"/>
              </a:endParaRPr>
            </a:p>
          </p:txBody>
        </p:sp>
        <p:sp>
          <p:nvSpPr>
            <p:cNvPr id="12" name="node04.source-002.bullet"/>
            <p:cNvSpPr/>
            <p:nvPr/>
          </p:nvSpPr>
          <p:spPr>
            <a:xfrm>
              <a:off x="723900" y="1460500"/>
              <a:ext cx="38100" cy="38100"/>
            </a:xfrm>
            <a:prstGeom prst="rect">
              <a:avLst/>
            </a:prstGeom>
            <a:solidFill>
              <a:srgbClr val="070154"/>
            </a:solidFill>
            <a:ln>
              <a:noFill/>
            </a:ln>
          </p:spPr>
        </p:sp>
        <p:sp>
          <p:nvSpPr>
            <p:cNvPr id="13" name="node04.source-002.text"/>
            <p:cNvSpPr/>
            <p:nvPr/>
          </p:nvSpPr>
          <p:spPr>
            <a:xfrm>
              <a:off x="876300" y="13716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Set security and access standards</a:t>
              </a:r>
              <a:endParaRPr lang="en-US" sz="1200" spc="0" kern="0" b="0" i="0" dirty="0">
                <a:solidFill>
                  <a:srgbClr val="070154"/>
                </a:solidFill>
                <a:latin typeface="IBM Plex Sans"/>
                <a:ea typeface="IBM Plex Sans"/>
                <a:cs typeface="IBM Plex Sans"/>
              </a:endParaRPr>
            </a:p>
          </p:txBody>
        </p:sp>
        <p:sp>
          <p:nvSpPr>
            <p:cNvPr id="14" name="node04.source-003.bullet"/>
            <p:cNvSpPr/>
            <p:nvPr/>
          </p:nvSpPr>
          <p:spPr>
            <a:xfrm>
              <a:off x="723900" y="1727200"/>
              <a:ext cx="38100" cy="38100"/>
            </a:xfrm>
            <a:prstGeom prst="rect">
              <a:avLst/>
            </a:prstGeom>
            <a:solidFill>
              <a:srgbClr val="070154"/>
            </a:solidFill>
            <a:ln>
              <a:noFill/>
            </a:ln>
          </p:spPr>
        </p:sp>
        <p:sp>
          <p:nvSpPr>
            <p:cNvPr id="15" name="node04.source-003.text"/>
            <p:cNvSpPr/>
            <p:nvPr/>
          </p:nvSpPr>
          <p:spPr>
            <a:xfrm>
              <a:off x="876300" y="16383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Design the target model</a:t>
              </a:r>
              <a:endParaRPr lang="en-US" sz="1200" spc="0" kern="0" b="0" i="0" dirty="0">
                <a:solidFill>
                  <a:srgbClr val="070154"/>
                </a:solidFill>
                <a:latin typeface="IBM Plex Sans"/>
                <a:ea typeface="IBM Plex Sans"/>
                <a:cs typeface="IBM Plex Sans"/>
              </a:endParaRPr>
            </a:p>
          </p:txBody>
        </p:sp>
      </p:grpSp>
      <p:sp>
        <p:nvSpPr>
          <p:cNvPr id="16" name="node05"/>
          <p:cNvSpPr/>
          <p:nvPr/>
        </p:nvSpPr>
        <p:spPr>
          <a:xfrm>
            <a:off x="723900" y="2095500"/>
            <a:ext cx="3429000" cy="12700"/>
          </a:xfrm>
          <a:prstGeom prst="rect">
            <a:avLst/>
          </a:prstGeom>
          <a:solidFill>
            <a:srgbClr val="CED7E6"/>
          </a:solidFill>
          <a:ln>
            <a:noFill/>
          </a:ln>
        </p:spPr>
      </p:sp>
      <p:grpSp>
        <p:nvGrpSpPr>
          <p:cNvPr id="64" name="node06"/>
          <p:cNvGrpSpPr/>
          <p:nvPr/>
        </p:nvGrpSpPr>
        <p:grpSpPr>
          <a:xfrm>
            <a:off x="723900" y="2171700"/>
            <a:ext cx="3429000" cy="152400"/>
            <a:chOff x="723900" y="2171700"/>
            <a:chExt cx="3429000" cy="152400"/>
          </a:xfrm>
        </p:grpSpPr>
        <p:sp>
          <p:nvSpPr>
            <p:cNvPr id="17" name="node06.text"/>
            <p:cNvSpPr/>
            <p:nvPr/>
          </p:nvSpPr>
          <p:spPr>
            <a:xfrm>
              <a:off x="723900" y="2171700"/>
              <a:ext cx="3429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02 · BUILD · W3 TO 7</a:t>
              </a:r>
              <a:endParaRPr lang="en-US" sz="900" spc="54" kern="0" b="0" i="0" dirty="0">
                <a:solidFill>
                  <a:srgbClr val="0047FF"/>
                </a:solidFill>
                <a:latin typeface="IBM Plex Mono Medium"/>
                <a:ea typeface="IBM Plex Mono Medium"/>
                <a:cs typeface="IBM Plex Mono Medium"/>
              </a:endParaRPr>
            </a:p>
          </p:txBody>
        </p:sp>
      </p:grpSp>
      <p:grpSp>
        <p:nvGrpSpPr>
          <p:cNvPr id="65" name="node07"/>
          <p:cNvGrpSpPr/>
          <p:nvPr/>
        </p:nvGrpSpPr>
        <p:grpSpPr>
          <a:xfrm>
            <a:off x="723900" y="2400300"/>
            <a:ext cx="3429000" cy="762000"/>
            <a:chOff x="723900" y="2400300"/>
            <a:chExt cx="3429000" cy="762000"/>
          </a:xfrm>
        </p:grpSpPr>
        <p:sp>
          <p:nvSpPr>
            <p:cNvPr id="18" name="node07.source-001.bullet"/>
            <p:cNvSpPr/>
            <p:nvPr/>
          </p:nvSpPr>
          <p:spPr>
            <a:xfrm>
              <a:off x="723900" y="2489200"/>
              <a:ext cx="38100" cy="38100"/>
            </a:xfrm>
            <a:prstGeom prst="rect">
              <a:avLst/>
            </a:prstGeom>
            <a:solidFill>
              <a:srgbClr val="070154"/>
            </a:solidFill>
            <a:ln>
              <a:noFill/>
            </a:ln>
          </p:spPr>
        </p:sp>
        <p:sp>
          <p:nvSpPr>
            <p:cNvPr id="19" name="node07.source-001.text"/>
            <p:cNvSpPr/>
            <p:nvPr/>
          </p:nvSpPr>
          <p:spPr>
            <a:xfrm>
              <a:off x="876300" y="24003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Pipelines for six sources, with tests</a:t>
              </a:r>
              <a:endParaRPr lang="en-US" sz="1200" spc="0" kern="0" b="0" i="0" dirty="0">
                <a:solidFill>
                  <a:srgbClr val="070154"/>
                </a:solidFill>
                <a:latin typeface="IBM Plex Sans"/>
                <a:ea typeface="IBM Plex Sans"/>
                <a:cs typeface="IBM Plex Sans"/>
              </a:endParaRPr>
            </a:p>
          </p:txBody>
        </p:sp>
        <p:sp>
          <p:nvSpPr>
            <p:cNvPr id="20" name="node07.source-002.bullet"/>
            <p:cNvSpPr/>
            <p:nvPr/>
          </p:nvSpPr>
          <p:spPr>
            <a:xfrm>
              <a:off x="723900" y="2755900"/>
              <a:ext cx="38100" cy="38100"/>
            </a:xfrm>
            <a:prstGeom prst="rect">
              <a:avLst/>
            </a:prstGeom>
            <a:solidFill>
              <a:srgbClr val="070154"/>
            </a:solidFill>
            <a:ln>
              <a:noFill/>
            </a:ln>
          </p:spPr>
        </p:sp>
        <p:sp>
          <p:nvSpPr>
            <p:cNvPr id="21" name="node07.source-002.text"/>
            <p:cNvSpPr/>
            <p:nvPr/>
          </p:nvSpPr>
          <p:spPr>
            <a:xfrm>
              <a:off x="876300" y="26670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Model the core with data owners</a:t>
              </a:r>
              <a:endParaRPr lang="en-US" sz="1200" spc="0" kern="0" b="0" i="0" dirty="0">
                <a:solidFill>
                  <a:srgbClr val="070154"/>
                </a:solidFill>
                <a:latin typeface="IBM Plex Sans"/>
                <a:ea typeface="IBM Plex Sans"/>
                <a:cs typeface="IBM Plex Sans"/>
              </a:endParaRPr>
            </a:p>
          </p:txBody>
        </p:sp>
        <p:sp>
          <p:nvSpPr>
            <p:cNvPr id="22" name="node07.source-003.bullet"/>
            <p:cNvSpPr/>
            <p:nvPr/>
          </p:nvSpPr>
          <p:spPr>
            <a:xfrm>
              <a:off x="723900" y="3022600"/>
              <a:ext cx="38100" cy="38100"/>
            </a:xfrm>
            <a:prstGeom prst="rect">
              <a:avLst/>
            </a:prstGeom>
            <a:solidFill>
              <a:srgbClr val="070154"/>
            </a:solidFill>
            <a:ln>
              <a:noFill/>
            </a:ln>
          </p:spPr>
        </p:sp>
        <p:sp>
          <p:nvSpPr>
            <p:cNvPr id="23" name="node07.source-003.text"/>
            <p:cNvSpPr/>
            <p:nvPr/>
          </p:nvSpPr>
          <p:spPr>
            <a:xfrm>
              <a:off x="876300" y="29337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Weekly review of lineage and quality</a:t>
              </a:r>
              <a:endParaRPr lang="en-US" sz="1200" spc="0" kern="0" b="0" i="0" dirty="0">
                <a:solidFill>
                  <a:srgbClr val="070154"/>
                </a:solidFill>
                <a:latin typeface="IBM Plex Sans"/>
                <a:ea typeface="IBM Plex Sans"/>
                <a:cs typeface="IBM Plex Sans"/>
              </a:endParaRPr>
            </a:p>
          </p:txBody>
        </p:sp>
      </p:grpSp>
      <p:sp>
        <p:nvSpPr>
          <p:cNvPr id="24" name="node08"/>
          <p:cNvSpPr/>
          <p:nvPr/>
        </p:nvSpPr>
        <p:spPr>
          <a:xfrm>
            <a:off x="723900" y="3390900"/>
            <a:ext cx="3429000" cy="12700"/>
          </a:xfrm>
          <a:prstGeom prst="rect">
            <a:avLst/>
          </a:prstGeom>
          <a:solidFill>
            <a:srgbClr val="CED7E6"/>
          </a:solidFill>
          <a:ln>
            <a:noFill/>
          </a:ln>
        </p:spPr>
      </p:sp>
      <p:grpSp>
        <p:nvGrpSpPr>
          <p:cNvPr id="66" name="node09"/>
          <p:cNvGrpSpPr/>
          <p:nvPr/>
        </p:nvGrpSpPr>
        <p:grpSpPr>
          <a:xfrm>
            <a:off x="723900" y="3467100"/>
            <a:ext cx="3429000" cy="152400"/>
            <a:chOff x="723900" y="3467100"/>
            <a:chExt cx="3429000" cy="152400"/>
          </a:xfrm>
        </p:grpSpPr>
        <p:sp>
          <p:nvSpPr>
            <p:cNvPr id="25" name="node09.text"/>
            <p:cNvSpPr/>
            <p:nvPr/>
          </p:nvSpPr>
          <p:spPr>
            <a:xfrm>
              <a:off x="723900" y="3467100"/>
              <a:ext cx="3429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03 · PROVE · W8 TO 9</a:t>
              </a:r>
              <a:endParaRPr lang="en-US" sz="900" spc="54" kern="0" b="0" i="0" dirty="0">
                <a:solidFill>
                  <a:srgbClr val="0047FF"/>
                </a:solidFill>
                <a:latin typeface="IBM Plex Mono Medium"/>
                <a:ea typeface="IBM Plex Mono Medium"/>
                <a:cs typeface="IBM Plex Mono Medium"/>
              </a:endParaRPr>
            </a:p>
          </p:txBody>
        </p:sp>
      </p:grpSp>
      <p:grpSp>
        <p:nvGrpSpPr>
          <p:cNvPr id="67" name="node10"/>
          <p:cNvGrpSpPr/>
          <p:nvPr/>
        </p:nvGrpSpPr>
        <p:grpSpPr>
          <a:xfrm>
            <a:off x="723900" y="3695700"/>
            <a:ext cx="3429000" cy="762000"/>
            <a:chOff x="723900" y="3695700"/>
            <a:chExt cx="3429000" cy="762000"/>
          </a:xfrm>
        </p:grpSpPr>
        <p:sp>
          <p:nvSpPr>
            <p:cNvPr id="26" name="node10.source-001.bullet"/>
            <p:cNvSpPr/>
            <p:nvPr/>
          </p:nvSpPr>
          <p:spPr>
            <a:xfrm>
              <a:off x="723900" y="3784600"/>
              <a:ext cx="38100" cy="38100"/>
            </a:xfrm>
            <a:prstGeom prst="rect">
              <a:avLst/>
            </a:prstGeom>
            <a:solidFill>
              <a:srgbClr val="070154"/>
            </a:solidFill>
            <a:ln>
              <a:noFill/>
            </a:ln>
          </p:spPr>
        </p:sp>
        <p:sp>
          <p:nvSpPr>
            <p:cNvPr id="27" name="node10.source-001.text"/>
            <p:cNvSpPr/>
            <p:nvPr/>
          </p:nvSpPr>
          <p:spPr>
            <a:xfrm>
              <a:off x="876300" y="36957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Build two priority reports</a:t>
              </a:r>
              <a:endParaRPr lang="en-US" sz="1200" spc="0" kern="0" b="0" i="0" dirty="0">
                <a:solidFill>
                  <a:srgbClr val="070154"/>
                </a:solidFill>
                <a:latin typeface="IBM Plex Sans"/>
                <a:ea typeface="IBM Plex Sans"/>
                <a:cs typeface="IBM Plex Sans"/>
              </a:endParaRPr>
            </a:p>
          </p:txBody>
        </p:sp>
        <p:sp>
          <p:nvSpPr>
            <p:cNvPr id="28" name="node10.source-002.bullet"/>
            <p:cNvSpPr/>
            <p:nvPr/>
          </p:nvSpPr>
          <p:spPr>
            <a:xfrm>
              <a:off x="723900" y="4051300"/>
              <a:ext cx="38100" cy="38100"/>
            </a:xfrm>
            <a:prstGeom prst="rect">
              <a:avLst/>
            </a:prstGeom>
            <a:solidFill>
              <a:srgbClr val="070154"/>
            </a:solidFill>
            <a:ln>
              <a:noFill/>
            </a:ln>
          </p:spPr>
        </p:sp>
        <p:sp>
          <p:nvSpPr>
            <p:cNvPr id="29" name="node10.source-002.text"/>
            <p:cNvSpPr/>
            <p:nvPr/>
          </p:nvSpPr>
          <p:spPr>
            <a:xfrm>
              <a:off x="876300" y="39624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Validate numbers with Finance and clinical</a:t>
              </a:r>
              <a:endParaRPr lang="en-US" sz="1200" spc="0" kern="0" b="0" i="0" dirty="0">
                <a:solidFill>
                  <a:srgbClr val="070154"/>
                </a:solidFill>
                <a:latin typeface="IBM Plex Sans"/>
                <a:ea typeface="IBM Plex Sans"/>
                <a:cs typeface="IBM Plex Sans"/>
              </a:endParaRPr>
            </a:p>
          </p:txBody>
        </p:sp>
        <p:sp>
          <p:nvSpPr>
            <p:cNvPr id="30" name="node10.source-003.bullet"/>
            <p:cNvSpPr/>
            <p:nvPr/>
          </p:nvSpPr>
          <p:spPr>
            <a:xfrm>
              <a:off x="723900" y="4318000"/>
              <a:ext cx="38100" cy="38100"/>
            </a:xfrm>
            <a:prstGeom prst="rect">
              <a:avLst/>
            </a:prstGeom>
            <a:solidFill>
              <a:srgbClr val="070154"/>
            </a:solidFill>
            <a:ln>
              <a:noFill/>
            </a:ln>
          </p:spPr>
        </p:sp>
        <p:sp>
          <p:nvSpPr>
            <p:cNvPr id="31" name="node10.source-003.text"/>
            <p:cNvSpPr/>
            <p:nvPr/>
          </p:nvSpPr>
          <p:spPr>
            <a:xfrm>
              <a:off x="876300" y="42291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Fix gaps before go-live</a:t>
              </a:r>
              <a:endParaRPr lang="en-US" sz="1200" spc="0" kern="0" b="0" i="0" dirty="0">
                <a:solidFill>
                  <a:srgbClr val="070154"/>
                </a:solidFill>
                <a:latin typeface="IBM Plex Sans"/>
                <a:ea typeface="IBM Plex Sans"/>
                <a:cs typeface="IBM Plex Sans"/>
              </a:endParaRPr>
            </a:p>
          </p:txBody>
        </p:sp>
      </p:grpSp>
      <p:sp>
        <p:nvSpPr>
          <p:cNvPr id="32" name="node11"/>
          <p:cNvSpPr/>
          <p:nvPr/>
        </p:nvSpPr>
        <p:spPr>
          <a:xfrm>
            <a:off x="723900" y="4610100"/>
            <a:ext cx="3429000" cy="12700"/>
          </a:xfrm>
          <a:prstGeom prst="rect">
            <a:avLst/>
          </a:prstGeom>
          <a:solidFill>
            <a:srgbClr val="CED7E6"/>
          </a:solidFill>
          <a:ln>
            <a:noFill/>
          </a:ln>
        </p:spPr>
      </p:sp>
      <p:grpSp>
        <p:nvGrpSpPr>
          <p:cNvPr id="68" name="node12"/>
          <p:cNvGrpSpPr/>
          <p:nvPr/>
        </p:nvGrpSpPr>
        <p:grpSpPr>
          <a:xfrm>
            <a:off x="723900" y="4686300"/>
            <a:ext cx="3429000" cy="152400"/>
            <a:chOff x="723900" y="4686300"/>
            <a:chExt cx="3429000" cy="152400"/>
          </a:xfrm>
        </p:grpSpPr>
        <p:sp>
          <p:nvSpPr>
            <p:cNvPr id="33" name="node12.text"/>
            <p:cNvSpPr/>
            <p:nvPr/>
          </p:nvSpPr>
          <p:spPr>
            <a:xfrm>
              <a:off x="723900" y="4686300"/>
              <a:ext cx="3429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04 · HAND OVER · W10</a:t>
              </a:r>
              <a:endParaRPr lang="en-US" sz="900" spc="54" kern="0" b="0" i="0" dirty="0">
                <a:solidFill>
                  <a:srgbClr val="0047FF"/>
                </a:solidFill>
                <a:latin typeface="IBM Plex Mono Medium"/>
                <a:ea typeface="IBM Plex Mono Medium"/>
                <a:cs typeface="IBM Plex Mono Medium"/>
              </a:endParaRPr>
            </a:p>
          </p:txBody>
        </p:sp>
      </p:grpSp>
      <p:grpSp>
        <p:nvGrpSpPr>
          <p:cNvPr id="69" name="node13"/>
          <p:cNvGrpSpPr/>
          <p:nvPr/>
        </p:nvGrpSpPr>
        <p:grpSpPr>
          <a:xfrm>
            <a:off x="723900" y="4914900"/>
            <a:ext cx="3429000" cy="762000"/>
            <a:chOff x="723900" y="4914900"/>
            <a:chExt cx="3429000" cy="762000"/>
          </a:xfrm>
        </p:grpSpPr>
        <p:sp>
          <p:nvSpPr>
            <p:cNvPr id="34" name="node13.source-001.bullet"/>
            <p:cNvSpPr/>
            <p:nvPr/>
          </p:nvSpPr>
          <p:spPr>
            <a:xfrm>
              <a:off x="723900" y="5003800"/>
              <a:ext cx="38100" cy="38100"/>
            </a:xfrm>
            <a:prstGeom prst="rect">
              <a:avLst/>
            </a:prstGeom>
            <a:solidFill>
              <a:srgbClr val="070154"/>
            </a:solidFill>
            <a:ln>
              <a:noFill/>
            </a:ln>
          </p:spPr>
        </p:sp>
        <p:sp>
          <p:nvSpPr>
            <p:cNvPr id="35" name="node13.source-001.text"/>
            <p:cNvSpPr/>
            <p:nvPr/>
          </p:nvSpPr>
          <p:spPr>
            <a:xfrm>
              <a:off x="876300" y="49149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Run book and monitoring</a:t>
              </a:r>
              <a:endParaRPr lang="en-US" sz="1200" spc="0" kern="0" b="0" i="0" dirty="0">
                <a:solidFill>
                  <a:srgbClr val="070154"/>
                </a:solidFill>
                <a:latin typeface="IBM Plex Sans"/>
                <a:ea typeface="IBM Plex Sans"/>
                <a:cs typeface="IBM Plex Sans"/>
              </a:endParaRPr>
            </a:p>
          </p:txBody>
        </p:sp>
        <p:sp>
          <p:nvSpPr>
            <p:cNvPr id="36" name="node13.source-002.bullet"/>
            <p:cNvSpPr/>
            <p:nvPr/>
          </p:nvSpPr>
          <p:spPr>
            <a:xfrm>
              <a:off x="723900" y="5270500"/>
              <a:ext cx="38100" cy="38100"/>
            </a:xfrm>
            <a:prstGeom prst="rect">
              <a:avLst/>
            </a:prstGeom>
            <a:solidFill>
              <a:srgbClr val="070154"/>
            </a:solidFill>
            <a:ln>
              <a:noFill/>
            </a:ln>
          </p:spPr>
        </p:sp>
        <p:sp>
          <p:nvSpPr>
            <p:cNvPr id="37" name="node13.source-002.text"/>
            <p:cNvSpPr/>
            <p:nvPr/>
          </p:nvSpPr>
          <p:spPr>
            <a:xfrm>
              <a:off x="876300" y="51816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Train 30 report builders</a:t>
              </a:r>
              <a:endParaRPr lang="en-US" sz="1200" spc="0" kern="0" b="0" i="0" dirty="0">
                <a:solidFill>
                  <a:srgbClr val="070154"/>
                </a:solidFill>
                <a:latin typeface="IBM Plex Sans"/>
                <a:ea typeface="IBM Plex Sans"/>
                <a:cs typeface="IBM Plex Sans"/>
              </a:endParaRPr>
            </a:p>
          </p:txBody>
        </p:sp>
        <p:sp>
          <p:nvSpPr>
            <p:cNvPr id="38" name="node13.source-003.bullet"/>
            <p:cNvSpPr/>
            <p:nvPr/>
          </p:nvSpPr>
          <p:spPr>
            <a:xfrm>
              <a:off x="723900" y="5537200"/>
              <a:ext cx="38100" cy="38100"/>
            </a:xfrm>
            <a:prstGeom prst="rect">
              <a:avLst/>
            </a:prstGeom>
            <a:solidFill>
              <a:srgbClr val="070154"/>
            </a:solidFill>
            <a:ln>
              <a:noFill/>
            </a:ln>
          </p:spPr>
        </p:sp>
        <p:sp>
          <p:nvSpPr>
            <p:cNvPr id="39" name="node13.source-003.text"/>
            <p:cNvSpPr/>
            <p:nvPr/>
          </p:nvSpPr>
          <p:spPr>
            <a:xfrm>
              <a:off x="876300" y="54483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Backlog for the next quarter</a:t>
              </a:r>
              <a:endParaRPr lang="en-US" sz="1200" spc="0" kern="0" b="0" i="0" dirty="0">
                <a:solidFill>
                  <a:srgbClr val="070154"/>
                </a:solidFill>
                <a:latin typeface="IBM Plex Sans"/>
                <a:ea typeface="IBM Plex Sans"/>
                <a:cs typeface="IBM Plex Sans"/>
              </a:endParaRPr>
            </a:p>
          </p:txBody>
        </p:sp>
      </p:grpSp>
      <p:grpSp>
        <p:nvGrpSpPr>
          <p:cNvPr id="70" name="node14"/>
          <p:cNvGrpSpPr/>
          <p:nvPr/>
        </p:nvGrpSpPr>
        <p:grpSpPr>
          <a:xfrm>
            <a:off x="4381500" y="2057400"/>
            <a:ext cx="7086600" cy="152400"/>
            <a:chOff x="4381500" y="2057400"/>
            <a:chExt cx="7086600" cy="152400"/>
          </a:xfrm>
        </p:grpSpPr>
        <p:sp>
          <p:nvSpPr>
            <p:cNvPr id="40" name="node14.text"/>
            <p:cNvSpPr/>
            <p:nvPr/>
          </p:nvSpPr>
          <p:spPr>
            <a:xfrm>
              <a:off x="4381500" y="2057400"/>
              <a:ext cx="7086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1 · WHAT WE WILL DO</a:t>
              </a:r>
              <a:endParaRPr lang="en-US" sz="900" spc="54" kern="0" b="0" i="0" dirty="0">
                <a:solidFill>
                  <a:srgbClr val="0047FF"/>
                </a:solidFill>
                <a:latin typeface="IBM Plex Mono Medium"/>
                <a:ea typeface="IBM Plex Mono Medium"/>
                <a:cs typeface="IBM Plex Mono Medium"/>
              </a:endParaRPr>
            </a:p>
          </p:txBody>
        </p:sp>
      </p:grpSp>
      <p:grpSp>
        <p:nvGrpSpPr>
          <p:cNvPr id="71" name="node15"/>
          <p:cNvGrpSpPr/>
          <p:nvPr/>
        </p:nvGrpSpPr>
        <p:grpSpPr>
          <a:xfrm>
            <a:off x="4381500" y="2286000"/>
            <a:ext cx="7086600" cy="800100"/>
            <a:chOff x="4381500" y="2286000"/>
            <a:chExt cx="7086600" cy="800100"/>
          </a:xfrm>
        </p:grpSpPr>
        <p:sp>
          <p:nvSpPr>
            <p:cNvPr id="41" name="node15.text"/>
            <p:cNvSpPr/>
            <p:nvPr/>
          </p:nvSpPr>
          <p:spPr>
            <a:xfrm>
              <a:off x="4381500" y="2286000"/>
              <a:ext cx="7086600" cy="8001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A governed starter platform on real Northfield data in ten weeks: six sources ingested, a tested core model and two live reports that finance and clinical leaders both use, built beside your team so you can extend it.</a:t>
              </a:r>
              <a:endParaRPr lang="en-US" sz="1400" spc="0" kern="0" b="0" i="0" dirty="0">
                <a:solidFill>
                  <a:srgbClr val="50658E"/>
                </a:solidFill>
                <a:latin typeface="IBM Plex Sans"/>
                <a:ea typeface="IBM Plex Sans"/>
                <a:cs typeface="IBM Plex Sans"/>
              </a:endParaRPr>
            </a:p>
          </p:txBody>
        </p:sp>
      </p:grpSp>
      <p:grpSp>
        <p:nvGrpSpPr>
          <p:cNvPr id="72" name="node16"/>
          <p:cNvGrpSpPr/>
          <p:nvPr/>
        </p:nvGrpSpPr>
        <p:grpSpPr>
          <a:xfrm>
            <a:off x="4381500" y="3200400"/>
            <a:ext cx="3429000" cy="1143000"/>
            <a:chOff x="4381500" y="3200400"/>
            <a:chExt cx="3429000" cy="1143000"/>
          </a:xfrm>
        </p:grpSpPr>
        <p:sp>
          <p:nvSpPr>
            <p:cNvPr id="42" name="node16.surface"/>
            <p:cNvSpPr/>
            <p:nvPr/>
          </p:nvSpPr>
          <p:spPr>
            <a:xfrm>
              <a:off x="4381500" y="3200400"/>
              <a:ext cx="3429000" cy="1143000"/>
            </a:xfrm>
            <a:prstGeom prst="rect">
              <a:avLst/>
            </a:prstGeom>
            <a:solidFill>
              <a:srgbClr val="070154"/>
            </a:solidFill>
            <a:ln>
              <a:noFill/>
            </a:ln>
          </p:spPr>
        </p:sp>
      </p:grpSp>
      <p:grpSp>
        <p:nvGrpSpPr>
          <p:cNvPr id="73" name="node17"/>
          <p:cNvGrpSpPr/>
          <p:nvPr/>
        </p:nvGrpSpPr>
        <p:grpSpPr>
          <a:xfrm>
            <a:off x="4533900" y="3352800"/>
            <a:ext cx="3124200" cy="152400"/>
            <a:chOff x="4533900" y="3352800"/>
            <a:chExt cx="3124200" cy="152400"/>
          </a:xfrm>
        </p:grpSpPr>
        <p:sp>
          <p:nvSpPr>
            <p:cNvPr id="43" name="node17.text"/>
            <p:cNvSpPr/>
            <p:nvPr/>
          </p:nvSpPr>
          <p:spPr>
            <a:xfrm>
              <a:off x="4533900" y="3352800"/>
              <a:ext cx="3124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CED7E6"/>
                  </a:solidFill>
                  <a:latin typeface="IBM Plex Mono Medium"/>
                  <a:ea typeface="IBM Plex Mono Medium"/>
                  <a:cs typeface="IBM Plex Mono Medium"/>
                </a:rPr>
                <a:t>FIXED FEE</a:t>
              </a:r>
              <a:endParaRPr lang="en-US" sz="900" spc="54" kern="0" b="0" i="0" dirty="0">
                <a:solidFill>
                  <a:srgbClr val="CED7E6"/>
                </a:solidFill>
                <a:latin typeface="IBM Plex Mono Medium"/>
                <a:ea typeface="IBM Plex Mono Medium"/>
                <a:cs typeface="IBM Plex Mono Medium"/>
              </a:endParaRPr>
            </a:p>
          </p:txBody>
        </p:sp>
      </p:grpSp>
      <p:grpSp>
        <p:nvGrpSpPr>
          <p:cNvPr id="74" name="node18"/>
          <p:cNvGrpSpPr/>
          <p:nvPr/>
        </p:nvGrpSpPr>
        <p:grpSpPr>
          <a:xfrm>
            <a:off x="4533900" y="3581400"/>
            <a:ext cx="1524000" cy="458978"/>
            <a:chOff x="4533900" y="3581400"/>
            <a:chExt cx="1524000" cy="458978"/>
          </a:xfrm>
        </p:grpSpPr>
        <p:sp>
          <p:nvSpPr>
            <p:cNvPr id="44" name="node18.text"/>
            <p:cNvSpPr/>
            <p:nvPr/>
          </p:nvSpPr>
          <p:spPr>
            <a:xfrm>
              <a:off x="4533900" y="3581400"/>
              <a:ext cx="1524000" cy="458978"/>
            </a:xfrm>
            <a:prstGeom prst="rect">
              <a:avLst/>
            </a:prstGeom>
            <a:noFill/>
            <a:ln/>
          </p:spPr>
          <p:txBody>
            <a:bodyPr wrap="square" lIns="0" tIns="0" rIns="0" bIns="0" rtlCol="0" anchor="t"/>
            <a:lstStyle/>
            <a:p>
              <a:pPr algn="l" indent="0" marL="0">
                <a:lnSpc>
                  <a:spcPts val="3600"/>
                </a:lnSpc>
                <a:buNone/>
              </a:pPr>
              <a:r>
                <a:rPr lang="en-US" sz="3600" spc="-72" kern="0" b="0" i="0" dirty="0">
                  <a:solidFill>
                    <a:srgbClr val="FFFFFF"/>
                  </a:solidFill>
                  <a:latin typeface="IBM Plex Mono SemiBold"/>
                  <a:ea typeface="IBM Plex Mono SemiBold"/>
                  <a:cs typeface="IBM Plex Mono SemiBold"/>
                </a:rPr>
                <a:t>$240K</a:t>
              </a:r>
              <a:endParaRPr lang="en-US" sz="3600" spc="-72" kern="0" b="0" i="0" dirty="0">
                <a:solidFill>
                  <a:srgbClr val="FFFFFF"/>
                </a:solidFill>
                <a:latin typeface="IBM Plex Mono SemiBold"/>
                <a:ea typeface="IBM Plex Mono SemiBold"/>
                <a:cs typeface="IBM Plex Mono SemiBold"/>
              </a:endParaRPr>
            </a:p>
          </p:txBody>
        </p:sp>
      </p:grpSp>
      <p:grpSp>
        <p:nvGrpSpPr>
          <p:cNvPr id="75" name="node19"/>
          <p:cNvGrpSpPr/>
          <p:nvPr/>
        </p:nvGrpSpPr>
        <p:grpSpPr>
          <a:xfrm>
            <a:off x="6057900" y="3619500"/>
            <a:ext cx="1600200" cy="228600"/>
            <a:chOff x="6057900" y="3619500"/>
            <a:chExt cx="1600200" cy="228600"/>
          </a:xfrm>
        </p:grpSpPr>
        <p:sp>
          <p:nvSpPr>
            <p:cNvPr id="45" name="node19.text"/>
            <p:cNvSpPr/>
            <p:nvPr/>
          </p:nvSpPr>
          <p:spPr>
            <a:xfrm>
              <a:off x="6057900" y="3619500"/>
              <a:ext cx="1600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fixed fee, 10 weeks</a:t>
              </a:r>
              <a:endParaRPr lang="en-US" sz="1200" spc="0" kern="0" b="0" i="0" dirty="0">
                <a:solidFill>
                  <a:srgbClr val="FFFFFF"/>
                </a:solidFill>
                <a:latin typeface="IBM Plex Sans"/>
                <a:ea typeface="IBM Plex Sans"/>
                <a:cs typeface="IBM Plex Sans"/>
              </a:endParaRPr>
            </a:p>
          </p:txBody>
        </p:sp>
      </p:grpSp>
      <p:grpSp>
        <p:nvGrpSpPr>
          <p:cNvPr id="76" name="node20"/>
          <p:cNvGrpSpPr/>
          <p:nvPr/>
        </p:nvGrpSpPr>
        <p:grpSpPr>
          <a:xfrm>
            <a:off x="6057900" y="3848100"/>
            <a:ext cx="1600200" cy="228600"/>
            <a:chOff x="6057900" y="3848100"/>
            <a:chExt cx="1600200" cy="228600"/>
          </a:xfrm>
        </p:grpSpPr>
        <p:sp>
          <p:nvSpPr>
            <p:cNvPr id="46" name="node20.text"/>
            <p:cNvSpPr/>
            <p:nvPr/>
          </p:nvSpPr>
          <p:spPr>
            <a:xfrm>
              <a:off x="6057900" y="3848100"/>
              <a:ext cx="1600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CED7E6"/>
                  </a:solidFill>
                  <a:latin typeface="IBM Plex Sans"/>
                  <a:ea typeface="IBM Plex Sans"/>
                  <a:cs typeface="IBM Plex Sans"/>
                </a:rPr>
                <a:t>3 invoices, net 30</a:t>
              </a:r>
              <a:endParaRPr lang="en-US" sz="1200" spc="0" kern="0" b="0" i="0" dirty="0">
                <a:solidFill>
                  <a:srgbClr val="CED7E6"/>
                </a:solidFill>
                <a:latin typeface="IBM Plex Sans"/>
                <a:ea typeface="IBM Plex Sans"/>
                <a:cs typeface="IBM Plex Sans"/>
              </a:endParaRPr>
            </a:p>
          </p:txBody>
        </p:sp>
      </p:grpSp>
      <p:grpSp>
        <p:nvGrpSpPr>
          <p:cNvPr id="77" name="node21"/>
          <p:cNvGrpSpPr/>
          <p:nvPr/>
        </p:nvGrpSpPr>
        <p:grpSpPr>
          <a:xfrm>
            <a:off x="8039100" y="3200400"/>
            <a:ext cx="3429000" cy="152400"/>
            <a:chOff x="8039100" y="3200400"/>
            <a:chExt cx="3429000" cy="152400"/>
          </a:xfrm>
        </p:grpSpPr>
        <p:sp>
          <p:nvSpPr>
            <p:cNvPr id="47" name="node21.text"/>
            <p:cNvSpPr/>
            <p:nvPr/>
          </p:nvSpPr>
          <p:spPr>
            <a:xfrm>
              <a:off x="8039100" y="3200400"/>
              <a:ext cx="3429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DELIVERABLES</a:t>
              </a:r>
              <a:endParaRPr lang="en-US" sz="900" spc="54" kern="0" b="0" i="0" dirty="0">
                <a:solidFill>
                  <a:srgbClr val="0047FF"/>
                </a:solidFill>
                <a:latin typeface="IBM Plex Mono Medium"/>
                <a:ea typeface="IBM Plex Mono Medium"/>
                <a:cs typeface="IBM Plex Mono Medium"/>
              </a:endParaRPr>
            </a:p>
          </p:txBody>
        </p:sp>
      </p:grpSp>
      <p:grpSp>
        <p:nvGrpSpPr>
          <p:cNvPr id="78" name="node22"/>
          <p:cNvGrpSpPr/>
          <p:nvPr/>
        </p:nvGrpSpPr>
        <p:grpSpPr>
          <a:xfrm>
            <a:off x="8039100" y="3429000"/>
            <a:ext cx="3429000" cy="762000"/>
            <a:chOff x="8039100" y="3429000"/>
            <a:chExt cx="3429000" cy="762000"/>
          </a:xfrm>
        </p:grpSpPr>
        <p:sp>
          <p:nvSpPr>
            <p:cNvPr id="48" name="node22.source-001.bullet"/>
            <p:cNvSpPr/>
            <p:nvPr/>
          </p:nvSpPr>
          <p:spPr>
            <a:xfrm>
              <a:off x="8039100" y="3517900"/>
              <a:ext cx="38100" cy="38100"/>
            </a:xfrm>
            <a:prstGeom prst="rect">
              <a:avLst/>
            </a:prstGeom>
            <a:solidFill>
              <a:srgbClr val="070154"/>
            </a:solidFill>
            <a:ln>
              <a:noFill/>
            </a:ln>
          </p:spPr>
        </p:sp>
        <p:sp>
          <p:nvSpPr>
            <p:cNvPr id="49" name="node22.source-001.text"/>
            <p:cNvSpPr/>
            <p:nvPr/>
          </p:nvSpPr>
          <p:spPr>
            <a:xfrm>
              <a:off x="8191500" y="34290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Platform blueprint and standards</a:t>
              </a:r>
              <a:endParaRPr lang="en-US" sz="1200" spc="0" kern="0" b="0" i="0" dirty="0">
                <a:solidFill>
                  <a:srgbClr val="070154"/>
                </a:solidFill>
                <a:latin typeface="IBM Plex Sans"/>
                <a:ea typeface="IBM Plex Sans"/>
                <a:cs typeface="IBM Plex Sans"/>
              </a:endParaRPr>
            </a:p>
          </p:txBody>
        </p:sp>
        <p:sp>
          <p:nvSpPr>
            <p:cNvPr id="50" name="node22.source-002.bullet"/>
            <p:cNvSpPr/>
            <p:nvPr/>
          </p:nvSpPr>
          <p:spPr>
            <a:xfrm>
              <a:off x="8039100" y="3784600"/>
              <a:ext cx="38100" cy="38100"/>
            </a:xfrm>
            <a:prstGeom prst="rect">
              <a:avLst/>
            </a:prstGeom>
            <a:solidFill>
              <a:srgbClr val="070154"/>
            </a:solidFill>
            <a:ln>
              <a:noFill/>
            </a:ln>
          </p:spPr>
        </p:sp>
        <p:sp>
          <p:nvSpPr>
            <p:cNvPr id="51" name="node22.source-002.text"/>
            <p:cNvSpPr/>
            <p:nvPr/>
          </p:nvSpPr>
          <p:spPr>
            <a:xfrm>
              <a:off x="8191500" y="36957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Tested core model, six sources</a:t>
              </a:r>
              <a:endParaRPr lang="en-US" sz="1200" spc="0" kern="0" b="0" i="0" dirty="0">
                <a:solidFill>
                  <a:srgbClr val="070154"/>
                </a:solidFill>
                <a:latin typeface="IBM Plex Sans"/>
                <a:ea typeface="IBM Plex Sans"/>
                <a:cs typeface="IBM Plex Sans"/>
              </a:endParaRPr>
            </a:p>
          </p:txBody>
        </p:sp>
        <p:sp>
          <p:nvSpPr>
            <p:cNvPr id="52" name="node22.source-003.bullet"/>
            <p:cNvSpPr/>
            <p:nvPr/>
          </p:nvSpPr>
          <p:spPr>
            <a:xfrm>
              <a:off x="8039100" y="4051300"/>
              <a:ext cx="38100" cy="38100"/>
            </a:xfrm>
            <a:prstGeom prst="rect">
              <a:avLst/>
            </a:prstGeom>
            <a:solidFill>
              <a:srgbClr val="070154"/>
            </a:solidFill>
            <a:ln>
              <a:noFill/>
            </a:ln>
          </p:spPr>
        </p:sp>
        <p:sp>
          <p:nvSpPr>
            <p:cNvPr id="53" name="node22.source-003.text"/>
            <p:cNvSpPr/>
            <p:nvPr/>
          </p:nvSpPr>
          <p:spPr>
            <a:xfrm>
              <a:off x="8191500" y="39624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Two live reports, run book</a:t>
              </a:r>
              <a:endParaRPr lang="en-US" sz="1200" spc="0" kern="0" b="0" i="0" dirty="0">
                <a:solidFill>
                  <a:srgbClr val="070154"/>
                </a:solidFill>
                <a:latin typeface="IBM Plex Sans"/>
                <a:ea typeface="IBM Plex Sans"/>
                <a:cs typeface="IBM Plex Sans"/>
              </a:endParaRPr>
            </a:p>
          </p:txBody>
        </p:sp>
      </p:grpSp>
      <p:grpSp>
        <p:nvGrpSpPr>
          <p:cNvPr id="79" name="node23"/>
          <p:cNvGrpSpPr/>
          <p:nvPr/>
        </p:nvGrpSpPr>
        <p:grpSpPr>
          <a:xfrm>
            <a:off x="4381500" y="4495800"/>
            <a:ext cx="7086600" cy="228600"/>
            <a:chOff x="4381500" y="4495800"/>
            <a:chExt cx="7086600" cy="228600"/>
          </a:xfrm>
        </p:grpSpPr>
        <p:sp>
          <p:nvSpPr>
            <p:cNvPr id="54" name="node23.text"/>
            <p:cNvSpPr/>
            <p:nvPr/>
          </p:nvSpPr>
          <p:spPr>
            <a:xfrm>
              <a:off x="4381500" y="4495800"/>
              <a:ext cx="708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Team: lead, architect, two engineers, analyst. Assumes cloud tenant by week 2; up to six sources.</a:t>
              </a:r>
              <a:endParaRPr lang="en-US" sz="1200" spc="0" kern="0" b="0" i="0" dirty="0">
                <a:solidFill>
                  <a:srgbClr val="50658E"/>
                </a:solidFill>
                <a:latin typeface="IBM Plex Sans"/>
                <a:ea typeface="IBM Plex Sans"/>
                <a:cs typeface="IBM Plex Sans"/>
              </a:endParaRPr>
            </a:p>
          </p:txBody>
        </p:sp>
      </p:grpSp>
      <p:grpSp>
        <p:nvGrpSpPr>
          <p:cNvPr id="80" name="node24"/>
          <p:cNvGrpSpPr/>
          <p:nvPr/>
        </p:nvGrpSpPr>
        <p:grpSpPr>
          <a:xfrm>
            <a:off x="4381500" y="5029200"/>
            <a:ext cx="7086600" cy="685800"/>
            <a:chOff x="4381500" y="5029200"/>
            <a:chExt cx="7086600" cy="685800"/>
          </a:xfrm>
        </p:grpSpPr>
        <p:sp>
          <p:nvSpPr>
            <p:cNvPr id="55" name="node24.surface"/>
            <p:cNvSpPr/>
            <p:nvPr/>
          </p:nvSpPr>
          <p:spPr>
            <a:xfrm>
              <a:off x="4381500" y="5029200"/>
              <a:ext cx="7086600" cy="685800"/>
            </a:xfrm>
            <a:prstGeom prst="rect">
              <a:avLst/>
            </a:prstGeom>
            <a:solidFill>
              <a:srgbClr val="E8EEF8"/>
            </a:solidFill>
            <a:ln>
              <a:noFill/>
            </a:ln>
          </p:spPr>
        </p:sp>
      </p:grpSp>
      <p:grpSp>
        <p:nvGrpSpPr>
          <p:cNvPr id="81" name="node25"/>
          <p:cNvGrpSpPr/>
          <p:nvPr/>
        </p:nvGrpSpPr>
        <p:grpSpPr>
          <a:xfrm>
            <a:off x="4533900" y="5143500"/>
            <a:ext cx="609600" cy="458978"/>
            <a:chOff x="4533900" y="5143500"/>
            <a:chExt cx="609600" cy="458978"/>
          </a:xfrm>
        </p:grpSpPr>
        <p:sp>
          <p:nvSpPr>
            <p:cNvPr id="56" name="node25.text"/>
            <p:cNvSpPr/>
            <p:nvPr/>
          </p:nvSpPr>
          <p:spPr>
            <a:xfrm>
              <a:off x="4533900" y="5143500"/>
              <a:ext cx="609600" cy="458978"/>
            </a:xfrm>
            <a:prstGeom prst="rect">
              <a:avLst/>
            </a:prstGeom>
            <a:noFill/>
            <a:ln/>
          </p:spPr>
          <p:txBody>
            <a:bodyPr wrap="square" lIns="0" tIns="0" rIns="0" bIns="0" rtlCol="0" anchor="t"/>
            <a:lstStyle/>
            <a:p>
              <a:pPr algn="l" indent="0" marL="0">
                <a:lnSpc>
                  <a:spcPts val="3600"/>
                </a:lnSpc>
                <a:buNone/>
              </a:pPr>
              <a:r>
                <a:rPr lang="en-US" sz="3600" spc="-72" kern="0" b="0" i="0" dirty="0">
                  <a:solidFill>
                    <a:srgbClr val="070154"/>
                  </a:solidFill>
                  <a:latin typeface="IBM Plex Mono SemiBold"/>
                  <a:ea typeface="IBM Plex Mono SemiBold"/>
                  <a:cs typeface="IBM Plex Mono SemiBold"/>
                </a:rPr>
                <a:t>14</a:t>
              </a:r>
              <a:endParaRPr lang="en-US" sz="3600" spc="-72" kern="0" b="0" i="0" dirty="0">
                <a:solidFill>
                  <a:srgbClr val="070154"/>
                </a:solidFill>
                <a:latin typeface="IBM Plex Mono SemiBold"/>
                <a:ea typeface="IBM Plex Mono SemiBold"/>
                <a:cs typeface="IBM Plex Mono SemiBold"/>
              </a:endParaRPr>
            </a:p>
          </p:txBody>
        </p:sp>
      </p:grpSp>
      <p:grpSp>
        <p:nvGrpSpPr>
          <p:cNvPr id="82" name="node26"/>
          <p:cNvGrpSpPr/>
          <p:nvPr/>
        </p:nvGrpSpPr>
        <p:grpSpPr>
          <a:xfrm>
            <a:off x="5219700" y="5143500"/>
            <a:ext cx="1295400" cy="457200"/>
            <a:chOff x="5219700" y="5143500"/>
            <a:chExt cx="1295400" cy="457200"/>
          </a:xfrm>
        </p:grpSpPr>
        <p:sp>
          <p:nvSpPr>
            <p:cNvPr id="57" name="node26.text"/>
            <p:cNvSpPr/>
            <p:nvPr/>
          </p:nvSpPr>
          <p:spPr>
            <a:xfrm>
              <a:off x="5219700" y="5143500"/>
              <a:ext cx="12954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reports on one platform</a:t>
              </a:r>
              <a:endParaRPr lang="en-US" sz="1200" spc="0" kern="0" b="0" i="0" dirty="0">
                <a:solidFill>
                  <a:srgbClr val="50658E"/>
                </a:solidFill>
                <a:latin typeface="IBM Plex Sans"/>
                <a:ea typeface="IBM Plex Sans"/>
                <a:cs typeface="IBM Plex Sans"/>
              </a:endParaRPr>
            </a:p>
          </p:txBody>
        </p:sp>
      </p:grpSp>
      <p:grpSp>
        <p:nvGrpSpPr>
          <p:cNvPr id="83" name="node27"/>
          <p:cNvGrpSpPr/>
          <p:nvPr/>
        </p:nvGrpSpPr>
        <p:grpSpPr>
          <a:xfrm>
            <a:off x="6515100" y="5143500"/>
            <a:ext cx="1371600" cy="458978"/>
            <a:chOff x="6515100" y="5143500"/>
            <a:chExt cx="1371600" cy="458978"/>
          </a:xfrm>
        </p:grpSpPr>
        <p:sp>
          <p:nvSpPr>
            <p:cNvPr id="58" name="node27.text"/>
            <p:cNvSpPr/>
            <p:nvPr/>
          </p:nvSpPr>
          <p:spPr>
            <a:xfrm>
              <a:off x="6515100" y="5143500"/>
              <a:ext cx="1371600" cy="458978"/>
            </a:xfrm>
            <a:prstGeom prst="rect">
              <a:avLst/>
            </a:prstGeom>
            <a:noFill/>
            <a:ln/>
          </p:spPr>
          <p:txBody>
            <a:bodyPr wrap="square" lIns="0" tIns="0" rIns="0" bIns="0" rtlCol="0" anchor="t"/>
            <a:lstStyle/>
            <a:p>
              <a:pPr algn="l" indent="0" marL="0">
                <a:lnSpc>
                  <a:spcPts val="3600"/>
                </a:lnSpc>
                <a:buNone/>
              </a:pPr>
              <a:r>
                <a:rPr lang="en-US" sz="3600" spc="-72" kern="0" b="0" i="0" dirty="0">
                  <a:solidFill>
                    <a:srgbClr val="070154"/>
                  </a:solidFill>
                  <a:latin typeface="IBM Plex Mono SemiBold"/>
                  <a:ea typeface="IBM Plex Mono SemiBold"/>
                  <a:cs typeface="IBM Plex Mono SemiBold"/>
                </a:rPr>
                <a:t>-32%</a:t>
              </a:r>
              <a:endParaRPr lang="en-US" sz="3600" spc="-72" kern="0" b="0" i="0" dirty="0">
                <a:solidFill>
                  <a:srgbClr val="070154"/>
                </a:solidFill>
                <a:latin typeface="IBM Plex Mono SemiBold"/>
                <a:ea typeface="IBM Plex Mono SemiBold"/>
                <a:cs typeface="IBM Plex Mono SemiBold"/>
              </a:endParaRPr>
            </a:p>
          </p:txBody>
        </p:sp>
      </p:grpSp>
      <p:grpSp>
        <p:nvGrpSpPr>
          <p:cNvPr id="84" name="node28"/>
          <p:cNvGrpSpPr/>
          <p:nvPr/>
        </p:nvGrpSpPr>
        <p:grpSpPr>
          <a:xfrm>
            <a:off x="8039100" y="5143500"/>
            <a:ext cx="1143000" cy="457200"/>
            <a:chOff x="8039100" y="5143500"/>
            <a:chExt cx="1143000" cy="457200"/>
          </a:xfrm>
        </p:grpSpPr>
        <p:sp>
          <p:nvSpPr>
            <p:cNvPr id="59" name="node28.text"/>
            <p:cNvSpPr/>
            <p:nvPr/>
          </p:nvSpPr>
          <p:spPr>
            <a:xfrm>
              <a:off x="8039100" y="5143500"/>
              <a:ext cx="11430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less manual rework</a:t>
              </a:r>
              <a:endParaRPr lang="en-US" sz="1200" spc="0" kern="0" b="0" i="0" dirty="0">
                <a:solidFill>
                  <a:srgbClr val="50658E"/>
                </a:solidFill>
                <a:latin typeface="IBM Plex Sans"/>
                <a:ea typeface="IBM Plex Sans"/>
                <a:cs typeface="IBM Plex Sans"/>
              </a:endParaRPr>
            </a:p>
          </p:txBody>
        </p:sp>
      </p:grpSp>
      <p:grpSp>
        <p:nvGrpSpPr>
          <p:cNvPr id="85" name="node29"/>
          <p:cNvGrpSpPr/>
          <p:nvPr/>
        </p:nvGrpSpPr>
        <p:grpSpPr>
          <a:xfrm>
            <a:off x="9410700" y="5143500"/>
            <a:ext cx="1905000" cy="457200"/>
            <a:chOff x="9410700" y="5143500"/>
            <a:chExt cx="1905000" cy="457200"/>
          </a:xfrm>
        </p:grpSpPr>
        <p:sp>
          <p:nvSpPr>
            <p:cNvPr id="60" name="node29.text"/>
            <p:cNvSpPr/>
            <p:nvPr/>
          </p:nvSpPr>
          <p:spPr>
            <a:xfrm>
              <a:off x="9410700" y="5143500"/>
              <a:ext cx="19050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“One source we all trust.” CFO, sample client</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ource-320">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OFFERINGS</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Cloud landing zone sprint: eight weeks to production</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Sample figures for layout only; replace with current firm data before use.</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95</a:t>
            </a:fld>
            <a:endParaRPr lang="en-US" sz="700" spc="0" kern="0" b="0" i="0" dirty="0">
              <a:solidFill>
                <a:srgbClr val="070154"/>
              </a:solidFill>
              <a:latin typeface="IBM Plex Mono SemiBold"/>
              <a:ea typeface="IBM Plex Mono SemiBold"/>
              <a:cs typeface="IBM Plex Mono SemiBold"/>
            </a:endParaRPr>
          </a:p>
        </p:txBody>
      </p:sp>
      <p:grpSp>
        <p:nvGrpSpPr>
          <p:cNvPr id="102" name="node01"/>
          <p:cNvGrpSpPr/>
          <p:nvPr/>
        </p:nvGrpSpPr>
        <p:grpSpPr>
          <a:xfrm>
            <a:off x="723900" y="1600200"/>
            <a:ext cx="7086600" cy="2692400"/>
            <a:chOff x="723900" y="1600200"/>
            <a:chExt cx="7086600" cy="2692400"/>
          </a:xfrm>
        </p:grpSpPr>
        <p:sp>
          <p:nvSpPr>
            <p:cNvPr id="7" name="node01.period-header"/>
            <p:cNvSpPr/>
            <p:nvPr/>
          </p:nvSpPr>
          <p:spPr>
            <a:xfrm>
              <a:off x="723900" y="1981200"/>
              <a:ext cx="7086600" cy="304800"/>
            </a:xfrm>
            <a:prstGeom prst="rect">
              <a:avLst/>
            </a:prstGeom>
            <a:solidFill>
              <a:srgbClr val="E8EEF8"/>
            </a:solidFill>
            <a:ln>
              <a:noFill/>
            </a:ln>
          </p:spPr>
        </p:sp>
        <p:sp>
          <p:nvSpPr>
            <p:cNvPr id="8" name="node01.sidebar-heading"/>
            <p:cNvSpPr/>
            <p:nvPr/>
          </p:nvSpPr>
          <p:spPr>
            <a:xfrm>
              <a:off x="800100" y="2047875"/>
              <a:ext cx="1752600" cy="17145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SemiBold"/>
                  <a:ea typeface="IBM Plex Mono SemiBold"/>
                  <a:cs typeface="IBM Plex Mono SemiBold"/>
                </a:rPr>
                <a:t>WORKSTREAM</a:t>
              </a:r>
              <a:endParaRPr lang="en-US" sz="900" spc="54" kern="0" b="0" i="0" dirty="0">
                <a:solidFill>
                  <a:srgbClr val="50658E"/>
                </a:solidFill>
                <a:latin typeface="IBM Plex Mono SemiBold"/>
                <a:ea typeface="IBM Plex Mono SemiBold"/>
                <a:cs typeface="IBM Plex Mono SemiBold"/>
              </a:endParaRPr>
            </a:p>
          </p:txBody>
        </p:sp>
        <p:sp>
          <p:nvSpPr>
            <p:cNvPr id="9" name="node01.periods.slot-001.label"/>
            <p:cNvSpPr/>
            <p:nvPr/>
          </p:nvSpPr>
          <p:spPr>
            <a:xfrm>
              <a:off x="2628900" y="2047875"/>
              <a:ext cx="647700" cy="17145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SemiBold"/>
                  <a:ea typeface="IBM Plex Mono SemiBold"/>
                  <a:cs typeface="IBM Plex Mono SemiBold"/>
                </a:rPr>
                <a:t>W1</a:t>
              </a:r>
              <a:endParaRPr lang="en-US" sz="900" spc="54" kern="0" b="0" i="0" dirty="0">
                <a:solidFill>
                  <a:srgbClr val="070154"/>
                </a:solidFill>
                <a:latin typeface="IBM Plex Mono SemiBold"/>
                <a:ea typeface="IBM Plex Mono SemiBold"/>
                <a:cs typeface="IBM Plex Mono SemiBold"/>
              </a:endParaRPr>
            </a:p>
          </p:txBody>
        </p:sp>
        <p:sp>
          <p:nvSpPr>
            <p:cNvPr id="10" name="node01.periods.slot-002.label"/>
            <p:cNvSpPr/>
            <p:nvPr/>
          </p:nvSpPr>
          <p:spPr>
            <a:xfrm>
              <a:off x="3276600" y="2047875"/>
              <a:ext cx="647700" cy="17145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SemiBold"/>
                  <a:ea typeface="IBM Plex Mono SemiBold"/>
                  <a:cs typeface="IBM Plex Mono SemiBold"/>
                </a:rPr>
                <a:t>W2</a:t>
              </a:r>
              <a:endParaRPr lang="en-US" sz="900" spc="54" kern="0" b="0" i="0" dirty="0">
                <a:solidFill>
                  <a:srgbClr val="070154"/>
                </a:solidFill>
                <a:latin typeface="IBM Plex Mono SemiBold"/>
                <a:ea typeface="IBM Plex Mono SemiBold"/>
                <a:cs typeface="IBM Plex Mono SemiBold"/>
              </a:endParaRPr>
            </a:p>
          </p:txBody>
        </p:sp>
        <p:sp>
          <p:nvSpPr>
            <p:cNvPr id="11" name="node01.periods.slot-003.label"/>
            <p:cNvSpPr/>
            <p:nvPr/>
          </p:nvSpPr>
          <p:spPr>
            <a:xfrm>
              <a:off x="3924300" y="2047875"/>
              <a:ext cx="647700" cy="17145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SemiBold"/>
                  <a:ea typeface="IBM Plex Mono SemiBold"/>
                  <a:cs typeface="IBM Plex Mono SemiBold"/>
                </a:rPr>
                <a:t>W3</a:t>
              </a:r>
              <a:endParaRPr lang="en-US" sz="900" spc="54" kern="0" b="0" i="0" dirty="0">
                <a:solidFill>
                  <a:srgbClr val="070154"/>
                </a:solidFill>
                <a:latin typeface="IBM Plex Mono SemiBold"/>
                <a:ea typeface="IBM Plex Mono SemiBold"/>
                <a:cs typeface="IBM Plex Mono SemiBold"/>
              </a:endParaRPr>
            </a:p>
          </p:txBody>
        </p:sp>
        <p:sp>
          <p:nvSpPr>
            <p:cNvPr id="12" name="node01.periods.slot-004.label"/>
            <p:cNvSpPr/>
            <p:nvPr/>
          </p:nvSpPr>
          <p:spPr>
            <a:xfrm>
              <a:off x="4572000" y="2047875"/>
              <a:ext cx="647700" cy="17145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SemiBold"/>
                  <a:ea typeface="IBM Plex Mono SemiBold"/>
                  <a:cs typeface="IBM Plex Mono SemiBold"/>
                </a:rPr>
                <a:t>W4</a:t>
              </a:r>
              <a:endParaRPr lang="en-US" sz="900" spc="54" kern="0" b="0" i="0" dirty="0">
                <a:solidFill>
                  <a:srgbClr val="070154"/>
                </a:solidFill>
                <a:latin typeface="IBM Plex Mono SemiBold"/>
                <a:ea typeface="IBM Plex Mono SemiBold"/>
                <a:cs typeface="IBM Plex Mono SemiBold"/>
              </a:endParaRPr>
            </a:p>
          </p:txBody>
        </p:sp>
        <p:sp>
          <p:nvSpPr>
            <p:cNvPr id="13" name="node01.periods.slot-005.label"/>
            <p:cNvSpPr/>
            <p:nvPr/>
          </p:nvSpPr>
          <p:spPr>
            <a:xfrm>
              <a:off x="5219700" y="2047875"/>
              <a:ext cx="647700" cy="17145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SemiBold"/>
                  <a:ea typeface="IBM Plex Mono SemiBold"/>
                  <a:cs typeface="IBM Plex Mono SemiBold"/>
                </a:rPr>
                <a:t>W5</a:t>
              </a:r>
              <a:endParaRPr lang="en-US" sz="900" spc="54" kern="0" b="0" i="0" dirty="0">
                <a:solidFill>
                  <a:srgbClr val="070154"/>
                </a:solidFill>
                <a:latin typeface="IBM Plex Mono SemiBold"/>
                <a:ea typeface="IBM Plex Mono SemiBold"/>
                <a:cs typeface="IBM Plex Mono SemiBold"/>
              </a:endParaRPr>
            </a:p>
          </p:txBody>
        </p:sp>
        <p:sp>
          <p:nvSpPr>
            <p:cNvPr id="14" name="node01.periods.slot-006.label"/>
            <p:cNvSpPr/>
            <p:nvPr/>
          </p:nvSpPr>
          <p:spPr>
            <a:xfrm>
              <a:off x="5867400" y="2047875"/>
              <a:ext cx="647700" cy="17145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SemiBold"/>
                  <a:ea typeface="IBM Plex Mono SemiBold"/>
                  <a:cs typeface="IBM Plex Mono SemiBold"/>
                </a:rPr>
                <a:t>W6</a:t>
              </a:r>
              <a:endParaRPr lang="en-US" sz="900" spc="54" kern="0" b="0" i="0" dirty="0">
                <a:solidFill>
                  <a:srgbClr val="070154"/>
                </a:solidFill>
                <a:latin typeface="IBM Plex Mono SemiBold"/>
                <a:ea typeface="IBM Plex Mono SemiBold"/>
                <a:cs typeface="IBM Plex Mono SemiBold"/>
              </a:endParaRPr>
            </a:p>
          </p:txBody>
        </p:sp>
        <p:sp>
          <p:nvSpPr>
            <p:cNvPr id="15" name="node01.periods.slot-007.label"/>
            <p:cNvSpPr/>
            <p:nvPr/>
          </p:nvSpPr>
          <p:spPr>
            <a:xfrm>
              <a:off x="6515100" y="2047875"/>
              <a:ext cx="647700" cy="17145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SemiBold"/>
                  <a:ea typeface="IBM Plex Mono SemiBold"/>
                  <a:cs typeface="IBM Plex Mono SemiBold"/>
                </a:rPr>
                <a:t>W7</a:t>
              </a:r>
              <a:endParaRPr lang="en-US" sz="900" spc="54" kern="0" b="0" i="0" dirty="0">
                <a:solidFill>
                  <a:srgbClr val="070154"/>
                </a:solidFill>
                <a:latin typeface="IBM Plex Mono SemiBold"/>
                <a:ea typeface="IBM Plex Mono SemiBold"/>
                <a:cs typeface="IBM Plex Mono SemiBold"/>
              </a:endParaRPr>
            </a:p>
          </p:txBody>
        </p:sp>
        <p:sp>
          <p:nvSpPr>
            <p:cNvPr id="16" name="node01.periods.slot-008.label"/>
            <p:cNvSpPr/>
            <p:nvPr/>
          </p:nvSpPr>
          <p:spPr>
            <a:xfrm>
              <a:off x="7162800" y="2047875"/>
              <a:ext cx="647700" cy="17145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SemiBold"/>
                  <a:ea typeface="IBM Plex Mono SemiBold"/>
                  <a:cs typeface="IBM Plex Mono SemiBold"/>
                </a:rPr>
                <a:t>W8</a:t>
              </a:r>
              <a:endParaRPr lang="en-US" sz="900" spc="54" kern="0" b="0" i="0" dirty="0">
                <a:solidFill>
                  <a:srgbClr val="070154"/>
                </a:solidFill>
                <a:latin typeface="IBM Plex Mono SemiBold"/>
                <a:ea typeface="IBM Plex Mono SemiBold"/>
                <a:cs typeface="IBM Plex Mono SemiBold"/>
              </a:endParaRPr>
            </a:p>
          </p:txBody>
        </p:sp>
        <p:sp>
          <p:nvSpPr>
            <p:cNvPr id="17" name="node01.phases.slot-001.rule"/>
            <p:cNvSpPr/>
            <p:nvPr/>
          </p:nvSpPr>
          <p:spPr>
            <a:xfrm>
              <a:off x="2641600" y="1676400"/>
              <a:ext cx="622300" cy="38100"/>
            </a:xfrm>
            <a:prstGeom prst="rect">
              <a:avLst/>
            </a:prstGeom>
            <a:solidFill>
              <a:srgbClr val="CED7E6"/>
            </a:solidFill>
            <a:ln>
              <a:noFill/>
            </a:ln>
          </p:spPr>
        </p:sp>
        <p:sp>
          <p:nvSpPr>
            <p:cNvPr id="18" name="node01.phases.slot-001.label"/>
            <p:cNvSpPr/>
            <p:nvPr/>
          </p:nvSpPr>
          <p:spPr>
            <a:xfrm>
              <a:off x="2705100" y="1714500"/>
              <a:ext cx="546100" cy="2667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SemiBold"/>
                  <a:ea typeface="IBM Plex Mono SemiBold"/>
                  <a:cs typeface="IBM Plex Mono SemiBold"/>
                </a:rPr>
                <a:t>PREP</a:t>
              </a:r>
              <a:endParaRPr lang="en-US" sz="900" spc="54" kern="0" b="0" i="0" dirty="0">
                <a:solidFill>
                  <a:srgbClr val="070154"/>
                </a:solidFill>
                <a:latin typeface="IBM Plex Mono SemiBold"/>
                <a:ea typeface="IBM Plex Mono SemiBold"/>
                <a:cs typeface="IBM Plex Mono SemiBold"/>
              </a:endParaRPr>
            </a:p>
          </p:txBody>
        </p:sp>
        <p:sp>
          <p:nvSpPr>
            <p:cNvPr id="19" name="node01.phases.slot-002.rule"/>
            <p:cNvSpPr/>
            <p:nvPr/>
          </p:nvSpPr>
          <p:spPr>
            <a:xfrm>
              <a:off x="3289300" y="1676400"/>
              <a:ext cx="1917700" cy="38100"/>
            </a:xfrm>
            <a:prstGeom prst="rect">
              <a:avLst/>
            </a:prstGeom>
            <a:solidFill>
              <a:srgbClr val="070154"/>
            </a:solidFill>
            <a:ln>
              <a:noFill/>
            </a:ln>
          </p:spPr>
        </p:sp>
        <p:sp>
          <p:nvSpPr>
            <p:cNvPr id="20" name="node01.phases.slot-002.label"/>
            <p:cNvSpPr/>
            <p:nvPr/>
          </p:nvSpPr>
          <p:spPr>
            <a:xfrm>
              <a:off x="3352800" y="1714500"/>
              <a:ext cx="1841500" cy="2667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SemiBold"/>
                  <a:ea typeface="IBM Plex Mono SemiBold"/>
                  <a:cs typeface="IBM Plex Mono SemiBold"/>
                </a:rPr>
                <a:t>DESIGN</a:t>
              </a:r>
              <a:endParaRPr lang="en-US" sz="900" spc="54" kern="0" b="0" i="0" dirty="0">
                <a:solidFill>
                  <a:srgbClr val="070154"/>
                </a:solidFill>
                <a:latin typeface="IBM Plex Mono SemiBold"/>
                <a:ea typeface="IBM Plex Mono SemiBold"/>
                <a:cs typeface="IBM Plex Mono SemiBold"/>
              </a:endParaRPr>
            </a:p>
          </p:txBody>
        </p:sp>
        <p:sp>
          <p:nvSpPr>
            <p:cNvPr id="21" name="node01.phases.slot-003.rule"/>
            <p:cNvSpPr/>
            <p:nvPr/>
          </p:nvSpPr>
          <p:spPr>
            <a:xfrm>
              <a:off x="5232400" y="1676400"/>
              <a:ext cx="1917700" cy="38100"/>
            </a:xfrm>
            <a:prstGeom prst="rect">
              <a:avLst/>
            </a:prstGeom>
            <a:solidFill>
              <a:srgbClr val="0047FF"/>
            </a:solidFill>
            <a:ln>
              <a:noFill/>
            </a:ln>
          </p:spPr>
        </p:sp>
        <p:sp>
          <p:nvSpPr>
            <p:cNvPr id="22" name="node01.phases.slot-003.label"/>
            <p:cNvSpPr/>
            <p:nvPr/>
          </p:nvSpPr>
          <p:spPr>
            <a:xfrm>
              <a:off x="5295900" y="1714500"/>
              <a:ext cx="1841500" cy="2667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SemiBold"/>
                  <a:ea typeface="IBM Plex Mono SemiBold"/>
                  <a:cs typeface="IBM Plex Mono SemiBold"/>
                </a:rPr>
                <a:t>BUILD</a:t>
              </a:r>
              <a:endParaRPr lang="en-US" sz="900" spc="54" kern="0" b="0" i="0" dirty="0">
                <a:solidFill>
                  <a:srgbClr val="070154"/>
                </a:solidFill>
                <a:latin typeface="IBM Plex Mono SemiBold"/>
                <a:ea typeface="IBM Plex Mono SemiBold"/>
                <a:cs typeface="IBM Plex Mono SemiBold"/>
              </a:endParaRPr>
            </a:p>
          </p:txBody>
        </p:sp>
        <p:sp>
          <p:nvSpPr>
            <p:cNvPr id="23" name="node01.phases.slot-004.rule"/>
            <p:cNvSpPr/>
            <p:nvPr/>
          </p:nvSpPr>
          <p:spPr>
            <a:xfrm>
              <a:off x="7175500" y="1676400"/>
              <a:ext cx="622300" cy="38100"/>
            </a:xfrm>
            <a:prstGeom prst="rect">
              <a:avLst/>
            </a:prstGeom>
            <a:solidFill>
              <a:srgbClr val="F900D3"/>
            </a:solidFill>
            <a:ln>
              <a:noFill/>
            </a:ln>
          </p:spPr>
        </p:sp>
        <p:sp>
          <p:nvSpPr>
            <p:cNvPr id="24" name="node01.phases.slot-004.label"/>
            <p:cNvSpPr/>
            <p:nvPr/>
          </p:nvSpPr>
          <p:spPr>
            <a:xfrm>
              <a:off x="7239000" y="1714500"/>
              <a:ext cx="546100" cy="2667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SemiBold"/>
                  <a:ea typeface="IBM Plex Mono SemiBold"/>
                  <a:cs typeface="IBM Plex Mono SemiBold"/>
                </a:rPr>
                <a:t>CLOSE</a:t>
              </a:r>
              <a:endParaRPr lang="en-US" sz="900" spc="54" kern="0" b="0" i="0" dirty="0">
                <a:solidFill>
                  <a:srgbClr val="070154"/>
                </a:solidFill>
                <a:latin typeface="IBM Plex Mono SemiBold"/>
                <a:ea typeface="IBM Plex Mono SemiBold"/>
                <a:cs typeface="IBM Plex Mono SemiBold"/>
              </a:endParaRPr>
            </a:p>
          </p:txBody>
        </p:sp>
        <p:sp>
          <p:nvSpPr>
            <p:cNvPr id="25" name="node01.grid-1"/>
            <p:cNvSpPr/>
            <p:nvPr/>
          </p:nvSpPr>
          <p:spPr>
            <a:xfrm>
              <a:off x="3276600" y="2286000"/>
              <a:ext cx="0" cy="1600200"/>
            </a:xfrm>
            <a:custGeom>
              <a:avLst/>
              <a:gdLst/>
              <a:ahLst/>
              <a:cxnLst/>
              <a:rect l="l" t="t" r="r" b="b"/>
              <a:pathLst>
                <a:path h="1600200">
                  <a:moveTo>
                    <a:pt x="0" y="0"/>
                  </a:moveTo>
                  <a:lnTo>
                    <a:pt x="0" y="1600200"/>
                  </a:lnTo>
                </a:path>
              </a:pathLst>
            </a:custGeom>
            <a:ln w="9525">
              <a:solidFill>
                <a:srgbClr val="CED7E6"/>
              </a:solidFill>
              <a:prstDash val="solid"/>
            </a:ln>
          </p:spPr>
        </p:sp>
        <p:sp>
          <p:nvSpPr>
            <p:cNvPr id="26" name="node01.grid-2"/>
            <p:cNvSpPr/>
            <p:nvPr/>
          </p:nvSpPr>
          <p:spPr>
            <a:xfrm>
              <a:off x="3924300" y="2286000"/>
              <a:ext cx="0" cy="1600200"/>
            </a:xfrm>
            <a:custGeom>
              <a:avLst/>
              <a:gdLst/>
              <a:ahLst/>
              <a:cxnLst/>
              <a:rect l="l" t="t" r="r" b="b"/>
              <a:pathLst>
                <a:path h="1600200">
                  <a:moveTo>
                    <a:pt x="0" y="0"/>
                  </a:moveTo>
                  <a:lnTo>
                    <a:pt x="0" y="1600200"/>
                  </a:lnTo>
                </a:path>
              </a:pathLst>
            </a:custGeom>
            <a:ln w="9525">
              <a:solidFill>
                <a:srgbClr val="CED7E6"/>
              </a:solidFill>
              <a:prstDash val="solid"/>
            </a:ln>
          </p:spPr>
        </p:sp>
        <p:sp>
          <p:nvSpPr>
            <p:cNvPr id="27" name="node01.grid-3"/>
            <p:cNvSpPr/>
            <p:nvPr/>
          </p:nvSpPr>
          <p:spPr>
            <a:xfrm>
              <a:off x="4572000" y="2286000"/>
              <a:ext cx="0" cy="1600200"/>
            </a:xfrm>
            <a:custGeom>
              <a:avLst/>
              <a:gdLst/>
              <a:ahLst/>
              <a:cxnLst/>
              <a:rect l="l" t="t" r="r" b="b"/>
              <a:pathLst>
                <a:path h="1600200">
                  <a:moveTo>
                    <a:pt x="0" y="0"/>
                  </a:moveTo>
                  <a:lnTo>
                    <a:pt x="0" y="1600200"/>
                  </a:lnTo>
                </a:path>
              </a:pathLst>
            </a:custGeom>
            <a:ln w="9525">
              <a:solidFill>
                <a:srgbClr val="CED7E6"/>
              </a:solidFill>
              <a:prstDash val="solid"/>
            </a:ln>
          </p:spPr>
        </p:sp>
        <p:sp>
          <p:nvSpPr>
            <p:cNvPr id="28" name="node01.grid-4"/>
            <p:cNvSpPr/>
            <p:nvPr/>
          </p:nvSpPr>
          <p:spPr>
            <a:xfrm>
              <a:off x="5219700" y="2286000"/>
              <a:ext cx="0" cy="1600200"/>
            </a:xfrm>
            <a:custGeom>
              <a:avLst/>
              <a:gdLst/>
              <a:ahLst/>
              <a:cxnLst/>
              <a:rect l="l" t="t" r="r" b="b"/>
              <a:pathLst>
                <a:path h="1600200">
                  <a:moveTo>
                    <a:pt x="0" y="0"/>
                  </a:moveTo>
                  <a:lnTo>
                    <a:pt x="0" y="1600200"/>
                  </a:lnTo>
                </a:path>
              </a:pathLst>
            </a:custGeom>
            <a:ln w="9525">
              <a:solidFill>
                <a:srgbClr val="CED7E6"/>
              </a:solidFill>
              <a:prstDash val="solid"/>
            </a:ln>
          </p:spPr>
        </p:sp>
        <p:sp>
          <p:nvSpPr>
            <p:cNvPr id="29" name="node01.grid-5"/>
            <p:cNvSpPr/>
            <p:nvPr/>
          </p:nvSpPr>
          <p:spPr>
            <a:xfrm>
              <a:off x="5867400" y="2286000"/>
              <a:ext cx="0" cy="1600200"/>
            </a:xfrm>
            <a:custGeom>
              <a:avLst/>
              <a:gdLst/>
              <a:ahLst/>
              <a:cxnLst/>
              <a:rect l="l" t="t" r="r" b="b"/>
              <a:pathLst>
                <a:path h="1600200">
                  <a:moveTo>
                    <a:pt x="0" y="0"/>
                  </a:moveTo>
                  <a:lnTo>
                    <a:pt x="0" y="1600200"/>
                  </a:lnTo>
                </a:path>
              </a:pathLst>
            </a:custGeom>
            <a:ln w="9525">
              <a:solidFill>
                <a:srgbClr val="CED7E6"/>
              </a:solidFill>
              <a:prstDash val="solid"/>
            </a:ln>
          </p:spPr>
        </p:sp>
        <p:sp>
          <p:nvSpPr>
            <p:cNvPr id="30" name="node01.grid-6"/>
            <p:cNvSpPr/>
            <p:nvPr/>
          </p:nvSpPr>
          <p:spPr>
            <a:xfrm>
              <a:off x="6515100" y="2286000"/>
              <a:ext cx="0" cy="1600200"/>
            </a:xfrm>
            <a:custGeom>
              <a:avLst/>
              <a:gdLst/>
              <a:ahLst/>
              <a:cxnLst/>
              <a:rect l="l" t="t" r="r" b="b"/>
              <a:pathLst>
                <a:path h="1600200">
                  <a:moveTo>
                    <a:pt x="0" y="0"/>
                  </a:moveTo>
                  <a:lnTo>
                    <a:pt x="0" y="1600200"/>
                  </a:lnTo>
                </a:path>
              </a:pathLst>
            </a:custGeom>
            <a:ln w="9525">
              <a:solidFill>
                <a:srgbClr val="CED7E6"/>
              </a:solidFill>
              <a:prstDash val="solid"/>
            </a:ln>
          </p:spPr>
        </p:sp>
        <p:sp>
          <p:nvSpPr>
            <p:cNvPr id="31" name="node01.grid-7"/>
            <p:cNvSpPr/>
            <p:nvPr/>
          </p:nvSpPr>
          <p:spPr>
            <a:xfrm>
              <a:off x="7162800" y="2286000"/>
              <a:ext cx="0" cy="1600200"/>
            </a:xfrm>
            <a:custGeom>
              <a:avLst/>
              <a:gdLst/>
              <a:ahLst/>
              <a:cxnLst/>
              <a:rect l="l" t="t" r="r" b="b"/>
              <a:pathLst>
                <a:path h="1600200">
                  <a:moveTo>
                    <a:pt x="0" y="0"/>
                  </a:moveTo>
                  <a:lnTo>
                    <a:pt x="0" y="1600200"/>
                  </a:lnTo>
                </a:path>
              </a:pathLst>
            </a:custGeom>
            <a:ln w="9525">
              <a:solidFill>
                <a:srgbClr val="CED7E6"/>
              </a:solidFill>
              <a:prstDash val="solid"/>
            </a:ln>
          </p:spPr>
        </p:sp>
        <p:sp>
          <p:nvSpPr>
            <p:cNvPr id="32" name="node01.timeline-left"/>
            <p:cNvSpPr/>
            <p:nvPr/>
          </p:nvSpPr>
          <p:spPr>
            <a:xfrm>
              <a:off x="2628900" y="1600200"/>
              <a:ext cx="0" cy="2286000"/>
            </a:xfrm>
            <a:custGeom>
              <a:avLst/>
              <a:gdLst/>
              <a:ahLst/>
              <a:cxnLst/>
              <a:rect l="l" t="t" r="r" b="b"/>
              <a:pathLst>
                <a:path h="2286000">
                  <a:moveTo>
                    <a:pt x="0" y="0"/>
                  </a:moveTo>
                  <a:lnTo>
                    <a:pt x="0" y="2286000"/>
                  </a:lnTo>
                </a:path>
              </a:pathLst>
            </a:custGeom>
            <a:ln w="12700">
              <a:solidFill>
                <a:srgbClr val="CED7E6"/>
              </a:solidFill>
              <a:prstDash val="solid"/>
            </a:ln>
          </p:spPr>
        </p:sp>
        <p:sp>
          <p:nvSpPr>
            <p:cNvPr id="33" name="node01.groups.slot-001.tab"/>
            <p:cNvSpPr/>
            <p:nvPr/>
          </p:nvSpPr>
          <p:spPr>
            <a:xfrm>
              <a:off x="723900" y="2324100"/>
              <a:ext cx="228600" cy="990600"/>
            </a:xfrm>
            <a:prstGeom prst="rect">
              <a:avLst/>
            </a:prstGeom>
            <a:solidFill>
              <a:srgbClr val="070154"/>
            </a:solidFill>
            <a:ln>
              <a:noFill/>
            </a:ln>
          </p:spPr>
        </p:sp>
        <p:sp>
          <p:nvSpPr>
            <p:cNvPr id="34" name="node01.groups.slot-001.label"/>
            <p:cNvSpPr/>
            <p:nvPr/>
          </p:nvSpPr>
          <p:spPr>
            <a:xfrm rot="-5400000">
              <a:off x="381000" y="2743200"/>
              <a:ext cx="914400" cy="152400"/>
            </a:xfrm>
            <a:prstGeom prst="rect">
              <a:avLst/>
            </a:prstGeom>
            <a:noFill/>
            <a:ln/>
          </p:spPr>
          <p:txBody>
            <a:bodyPr wrap="square" lIns="0" tIns="0" rIns="0" bIns="0" rtlCol="0" anchor="t"/>
            <a:lstStyle/>
            <a:p>
              <a:pPr algn="ctr" indent="0" marL="0">
                <a:lnSpc>
                  <a:spcPts val="1200"/>
                </a:lnSpc>
                <a:buNone/>
              </a:pPr>
              <a:r>
                <a:rPr lang="en-US" sz="800" spc="80" kern="0" b="0" i="0" dirty="0">
                  <a:solidFill>
                    <a:srgbClr val="FFFFFF"/>
                  </a:solidFill>
                  <a:latin typeface="IBM Plex Mono SemiBold"/>
                  <a:ea typeface="IBM Plex Mono SemiBold"/>
                  <a:cs typeface="IBM Plex Mono SemiBold"/>
                </a:rPr>
                <a:t>PLAN</a:t>
              </a:r>
              <a:endParaRPr lang="en-US" sz="800" spc="80" kern="0" b="0" i="0" dirty="0">
                <a:solidFill>
                  <a:srgbClr val="FFFFFF"/>
                </a:solidFill>
                <a:latin typeface="IBM Plex Mono SemiBold"/>
                <a:ea typeface="IBM Plex Mono SemiBold"/>
                <a:cs typeface="IBM Plex Mono SemiBold"/>
              </a:endParaRPr>
            </a:p>
          </p:txBody>
        </p:sp>
        <p:grpSp>
          <p:nvGrpSpPr>
            <p:cNvPr id="98" name="node01.groups.slot-001.lanes.slot-001.icon"/>
            <p:cNvGrpSpPr/>
            <p:nvPr/>
          </p:nvGrpSpPr>
          <p:grpSpPr>
            <a:xfrm>
              <a:off x="1066800" y="2438400"/>
              <a:ext cx="228600" cy="228600"/>
              <a:chOff x="1066800" y="2438400"/>
              <a:chExt cx="228600" cy="228600"/>
            </a:xfrm>
          </p:grpSpPr>
          <p:pic>
            <p:nvPicPr>
              <p:cNvPr id="35" name="node01.groups.slot-001.lanes.slot-001.icon.image" descr="icon/layered-documents/navy; canonical SHA256=db84d00de5e459ac3c9d0cccae790edc7cc7245ecc7202e2555053b853b340f8">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66800" y="2438400"/>
                <a:ext cx="228600" cy="228600"/>
              </a:xfrm>
              <a:prstGeom prst="rect">
                <a:avLst/>
              </a:prstGeom>
            </p:spPr>
          </p:pic>
        </p:grpSp>
        <p:sp>
          <p:nvSpPr>
            <p:cNvPr id="36" name="node01.groups.slot-001.lanes.slot-001.title"/>
            <p:cNvSpPr/>
            <p:nvPr/>
          </p:nvSpPr>
          <p:spPr>
            <a:xfrm>
              <a:off x="1409700" y="2433638"/>
              <a:ext cx="1104900" cy="238125"/>
            </a:xfrm>
            <a:prstGeom prst="rect">
              <a:avLst/>
            </a:prstGeom>
            <a:noFill/>
            <a:ln/>
          </p:spPr>
          <p:txBody>
            <a:bodyPr wrap="square" lIns="0" tIns="0" rIns="0" bIns="0" rtlCol="0" anchor="t"/>
            <a:lstStyle/>
            <a:p>
              <a:pPr algn="l" indent="0" marL="0">
                <a:lnSpc>
                  <a:spcPts val="1800"/>
                </a:lnSpc>
                <a:buNone/>
              </a:pPr>
              <a:r>
                <a:rPr lang="en-US" sz="1250" spc="0" kern="0" b="0" i="0" dirty="0">
                  <a:solidFill>
                    <a:srgbClr val="070154"/>
                  </a:solidFill>
                  <a:latin typeface="IBM Plex Sans SemiBold"/>
                  <a:ea typeface="IBM Plex Sans SemiBold"/>
                  <a:cs typeface="IBM Plex Sans SemiBold"/>
                </a:rPr>
                <a:t>1 Zone design</a:t>
              </a:r>
              <a:endParaRPr lang="en-US" sz="1250" spc="0" kern="0" b="0" i="0" dirty="0">
                <a:solidFill>
                  <a:srgbClr val="070154"/>
                </a:solidFill>
                <a:latin typeface="IBM Plex Sans SemiBold"/>
                <a:ea typeface="IBM Plex Sans SemiBold"/>
                <a:cs typeface="IBM Plex Sans SemiBold"/>
              </a:endParaRPr>
            </a:p>
          </p:txBody>
        </p:sp>
        <p:sp>
          <p:nvSpPr>
            <p:cNvPr id="37" name="node01.groups.slot-001.lanes.slot-001.separator"/>
            <p:cNvSpPr/>
            <p:nvPr/>
          </p:nvSpPr>
          <p:spPr>
            <a:xfrm>
              <a:off x="952500" y="2814638"/>
              <a:ext cx="6858000" cy="0"/>
            </a:xfrm>
            <a:custGeom>
              <a:avLst/>
              <a:gdLst/>
              <a:ahLst/>
              <a:cxnLst/>
              <a:rect l="l" t="t" r="r" b="b"/>
              <a:pathLst>
                <a:path w="6858000">
                  <a:moveTo>
                    <a:pt x="0" y="0"/>
                  </a:moveTo>
                  <a:lnTo>
                    <a:pt x="6858000" y="0"/>
                  </a:lnTo>
                </a:path>
              </a:pathLst>
            </a:custGeom>
            <a:ln w="9525">
              <a:solidFill>
                <a:srgbClr val="CED7E6"/>
              </a:solidFill>
              <a:prstDash val="solid"/>
            </a:ln>
          </p:spPr>
        </p:sp>
        <p:sp>
          <p:nvSpPr>
            <p:cNvPr id="38" name="node01.groups.slot-001.lanes.slot-001.items.slot-001.segment-0"/>
            <p:cNvSpPr/>
            <p:nvPr/>
          </p:nvSpPr>
          <p:spPr>
            <a:xfrm>
              <a:off x="2628900" y="2413000"/>
              <a:ext cx="2266950" cy="279400"/>
            </a:xfrm>
            <a:prstGeom prst="rect">
              <a:avLst/>
            </a:prstGeom>
            <a:solidFill>
              <a:srgbClr val="070154"/>
            </a:solidFill>
            <a:ln w="9525">
              <a:solidFill>
                <a:srgbClr val="070154"/>
              </a:solidFill>
              <a:prstDash val="solid"/>
            </a:ln>
          </p:spPr>
        </p:sp>
        <p:sp>
          <p:nvSpPr>
            <p:cNvPr id="39" name="node01.groups.slot-001.lanes.slot-001.items.slot-001.label"/>
            <p:cNvSpPr/>
            <p:nvPr/>
          </p:nvSpPr>
          <p:spPr>
            <a:xfrm>
              <a:off x="2717800" y="2438400"/>
              <a:ext cx="530225"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SemiBold"/>
                  <a:ea typeface="IBM Plex Sans SemiBold"/>
                  <a:cs typeface="IBM Plex Sans SemiBold"/>
                </a:rPr>
                <a:t>Design</a:t>
              </a:r>
              <a:endParaRPr lang="en-US" sz="1200" spc="0" kern="0" b="0" i="0" dirty="0">
                <a:solidFill>
                  <a:srgbClr val="FFFFFF"/>
                </a:solidFill>
                <a:latin typeface="IBM Plex Sans SemiBold"/>
                <a:ea typeface="IBM Plex Sans SemiBold"/>
                <a:cs typeface="IBM Plex Sans SemiBold"/>
              </a:endParaRPr>
            </a:p>
          </p:txBody>
        </p:sp>
        <p:grpSp>
          <p:nvGrpSpPr>
            <p:cNvPr id="99" name="node01.groups.slot-001.lanes.slot-002.icon"/>
            <p:cNvGrpSpPr/>
            <p:nvPr/>
          </p:nvGrpSpPr>
          <p:grpSpPr>
            <a:xfrm>
              <a:off x="1066800" y="2971800"/>
              <a:ext cx="228600" cy="228600"/>
              <a:chOff x="1066800" y="2971800"/>
              <a:chExt cx="228600" cy="228600"/>
            </a:xfrm>
          </p:grpSpPr>
          <p:pic>
            <p:nvPicPr>
              <p:cNvPr id="40" name="node01.groups.slot-001.lanes.slot-002.icon.image" descr="icon/shield/navy; canonical SHA256=8a65d759bb7213063d806d329f93ae17f9d9121a8e03baf2fad4c24e8efebad9">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66800" y="2971800"/>
                <a:ext cx="228600" cy="228600"/>
              </a:xfrm>
              <a:prstGeom prst="rect">
                <a:avLst/>
              </a:prstGeom>
            </p:spPr>
          </p:pic>
        </p:grpSp>
        <p:sp>
          <p:nvSpPr>
            <p:cNvPr id="41" name="node01.groups.slot-001.lanes.slot-002.title"/>
            <p:cNvSpPr/>
            <p:nvPr/>
          </p:nvSpPr>
          <p:spPr>
            <a:xfrm>
              <a:off x="1409700" y="2967038"/>
              <a:ext cx="1104900" cy="238125"/>
            </a:xfrm>
            <a:prstGeom prst="rect">
              <a:avLst/>
            </a:prstGeom>
            <a:noFill/>
            <a:ln/>
          </p:spPr>
          <p:txBody>
            <a:bodyPr wrap="square" lIns="0" tIns="0" rIns="0" bIns="0" rtlCol="0" anchor="t"/>
            <a:lstStyle/>
            <a:p>
              <a:pPr algn="l" indent="0" marL="0">
                <a:lnSpc>
                  <a:spcPts val="1800"/>
                </a:lnSpc>
                <a:buNone/>
              </a:pPr>
              <a:r>
                <a:rPr lang="en-US" sz="1250" spc="0" kern="0" b="0" i="0" dirty="0">
                  <a:solidFill>
                    <a:srgbClr val="070154"/>
                  </a:solidFill>
                  <a:latin typeface="IBM Plex Sans SemiBold"/>
                  <a:ea typeface="IBM Plex Sans SemiBold"/>
                  <a:cs typeface="IBM Plex Sans SemiBold"/>
                </a:rPr>
                <a:t>2 Guardrails</a:t>
              </a:r>
              <a:endParaRPr lang="en-US" sz="1250" spc="0" kern="0" b="0" i="0" dirty="0">
                <a:solidFill>
                  <a:srgbClr val="070154"/>
                </a:solidFill>
                <a:latin typeface="IBM Plex Sans SemiBold"/>
                <a:ea typeface="IBM Plex Sans SemiBold"/>
                <a:cs typeface="IBM Plex Sans SemiBold"/>
              </a:endParaRPr>
            </a:p>
          </p:txBody>
        </p:sp>
        <p:sp>
          <p:nvSpPr>
            <p:cNvPr id="42" name="node01.groups.slot-001.lanes.slot-002.separator"/>
            <p:cNvSpPr/>
            <p:nvPr/>
          </p:nvSpPr>
          <p:spPr>
            <a:xfrm>
              <a:off x="723900" y="3346450"/>
              <a:ext cx="7086600" cy="0"/>
            </a:xfrm>
            <a:custGeom>
              <a:avLst/>
              <a:gdLst/>
              <a:ahLst/>
              <a:cxnLst/>
              <a:rect l="l" t="t" r="r" b="b"/>
              <a:pathLst>
                <a:path w="7086600">
                  <a:moveTo>
                    <a:pt x="0" y="0"/>
                  </a:moveTo>
                  <a:lnTo>
                    <a:pt x="7086600" y="0"/>
                  </a:lnTo>
                </a:path>
              </a:pathLst>
            </a:custGeom>
            <a:ln w="12700">
              <a:solidFill>
                <a:srgbClr val="070154"/>
              </a:solidFill>
              <a:prstDash val="solid"/>
            </a:ln>
          </p:spPr>
        </p:sp>
        <p:sp>
          <p:nvSpPr>
            <p:cNvPr id="43" name="node01.groups.slot-001.lanes.slot-002.items.slot-001.segment-0"/>
            <p:cNvSpPr/>
            <p:nvPr/>
          </p:nvSpPr>
          <p:spPr>
            <a:xfrm>
              <a:off x="3600450" y="2946400"/>
              <a:ext cx="2266950" cy="279400"/>
            </a:xfrm>
            <a:prstGeom prst="rect">
              <a:avLst/>
            </a:prstGeom>
            <a:solidFill>
              <a:srgbClr val="070154"/>
            </a:solidFill>
            <a:ln w="9525">
              <a:solidFill>
                <a:srgbClr val="070154"/>
              </a:solidFill>
              <a:prstDash val="solid"/>
            </a:ln>
          </p:spPr>
        </p:sp>
        <p:sp>
          <p:nvSpPr>
            <p:cNvPr id="44" name="node01.groups.slot-001.lanes.slot-002.items.slot-001.label"/>
            <p:cNvSpPr/>
            <p:nvPr/>
          </p:nvSpPr>
          <p:spPr>
            <a:xfrm>
              <a:off x="3689350" y="2971800"/>
              <a:ext cx="10541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SemiBold"/>
                  <a:ea typeface="IBM Plex Sans SemiBold"/>
                  <a:cs typeface="IBM Plex Sans SemiBold"/>
                </a:rPr>
                <a:t>Policy as code</a:t>
              </a:r>
              <a:endParaRPr lang="en-US" sz="1200" spc="0" kern="0" b="0" i="0" dirty="0">
                <a:solidFill>
                  <a:srgbClr val="FFFFFF"/>
                </a:solidFill>
                <a:latin typeface="IBM Plex Sans SemiBold"/>
                <a:ea typeface="IBM Plex Sans SemiBold"/>
                <a:cs typeface="IBM Plex Sans SemiBold"/>
              </a:endParaRPr>
            </a:p>
          </p:txBody>
        </p:sp>
        <p:sp>
          <p:nvSpPr>
            <p:cNvPr id="45" name="node01.groups.slot-002.tab"/>
            <p:cNvSpPr/>
            <p:nvPr/>
          </p:nvSpPr>
          <p:spPr>
            <a:xfrm>
              <a:off x="723900" y="3390900"/>
              <a:ext cx="228600" cy="457200"/>
            </a:xfrm>
            <a:prstGeom prst="rect">
              <a:avLst/>
            </a:prstGeom>
            <a:solidFill>
              <a:srgbClr val="50658E"/>
            </a:solidFill>
            <a:ln>
              <a:noFill/>
            </a:ln>
          </p:spPr>
        </p:sp>
        <p:sp>
          <p:nvSpPr>
            <p:cNvPr id="46" name="node01.groups.slot-002.label"/>
            <p:cNvSpPr/>
            <p:nvPr/>
          </p:nvSpPr>
          <p:spPr>
            <a:xfrm rot="-5400000">
              <a:off x="647700" y="3543300"/>
              <a:ext cx="381000" cy="152400"/>
            </a:xfrm>
            <a:prstGeom prst="rect">
              <a:avLst/>
            </a:prstGeom>
            <a:noFill/>
            <a:ln/>
          </p:spPr>
          <p:txBody>
            <a:bodyPr wrap="square" lIns="0" tIns="0" rIns="0" bIns="0" rtlCol="0" anchor="t"/>
            <a:lstStyle/>
            <a:p>
              <a:pPr algn="ctr" indent="0" marL="0">
                <a:lnSpc>
                  <a:spcPts val="1200"/>
                </a:lnSpc>
                <a:buNone/>
              </a:pPr>
              <a:r>
                <a:rPr lang="en-US" sz="800" spc="80" kern="0" b="0" i="0" dirty="0">
                  <a:solidFill>
                    <a:srgbClr val="FFFFFF"/>
                  </a:solidFill>
                  <a:latin typeface="IBM Plex Mono SemiBold"/>
                  <a:ea typeface="IBM Plex Mono SemiBold"/>
                  <a:cs typeface="IBM Plex Mono SemiBold"/>
                </a:rPr>
                <a:t>BUILD</a:t>
              </a:r>
              <a:endParaRPr lang="en-US" sz="800" spc="80" kern="0" b="0" i="0" dirty="0">
                <a:solidFill>
                  <a:srgbClr val="FFFFFF"/>
                </a:solidFill>
                <a:latin typeface="IBM Plex Mono SemiBold"/>
                <a:ea typeface="IBM Plex Mono SemiBold"/>
                <a:cs typeface="IBM Plex Mono SemiBold"/>
              </a:endParaRPr>
            </a:p>
          </p:txBody>
        </p:sp>
        <p:grpSp>
          <p:nvGrpSpPr>
            <p:cNvPr id="100" name="node01.groups.slot-002.lanes.slot-001.icon"/>
            <p:cNvGrpSpPr/>
            <p:nvPr/>
          </p:nvGrpSpPr>
          <p:grpSpPr>
            <a:xfrm>
              <a:off x="1066800" y="3505200"/>
              <a:ext cx="228600" cy="228600"/>
              <a:chOff x="1066800" y="3505200"/>
              <a:chExt cx="228600" cy="228600"/>
            </a:xfrm>
          </p:grpSpPr>
          <p:pic>
            <p:nvPicPr>
              <p:cNvPr id="47" name="node01.groups.slot-002.lanes.slot-001.icon.image" descr="icon/database/navy; canonical SHA256=2d90200e97698869a773eaca7ed4fcff2e1a2d564b97865c1556b4849ff5b917">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66800" y="3505200"/>
                <a:ext cx="228600" cy="228600"/>
              </a:xfrm>
              <a:prstGeom prst="rect">
                <a:avLst/>
              </a:prstGeom>
            </p:spPr>
          </p:pic>
        </p:grpSp>
        <p:sp>
          <p:nvSpPr>
            <p:cNvPr id="48" name="node01.groups.slot-002.lanes.slot-001.title"/>
            <p:cNvSpPr/>
            <p:nvPr/>
          </p:nvSpPr>
          <p:spPr>
            <a:xfrm>
              <a:off x="1409700" y="3386138"/>
              <a:ext cx="1104900" cy="466725"/>
            </a:xfrm>
            <a:prstGeom prst="rect">
              <a:avLst/>
            </a:prstGeom>
            <a:noFill/>
            <a:ln/>
          </p:spPr>
          <p:txBody>
            <a:bodyPr wrap="square" lIns="0" tIns="0" rIns="0" bIns="0" rtlCol="0" anchor="t"/>
            <a:lstStyle/>
            <a:p>
              <a:pPr algn="l" indent="0" marL="0">
                <a:lnSpc>
                  <a:spcPts val="1800"/>
                </a:lnSpc>
                <a:buNone/>
              </a:pPr>
              <a:r>
                <a:rPr lang="en-US" sz="1250" spc="0" kern="0" b="0" i="0" dirty="0">
                  <a:solidFill>
                    <a:srgbClr val="070154"/>
                  </a:solidFill>
                  <a:latin typeface="IBM Plex Sans SemiBold"/>
                  <a:ea typeface="IBM Plex Sans SemiBold"/>
                  <a:cs typeface="IBM Plex Sans SemiBold"/>
                </a:rPr>
                <a:t>3 Build, handover</a:t>
              </a:r>
              <a:endParaRPr lang="en-US" sz="1250" spc="0" kern="0" b="0" i="0" dirty="0">
                <a:solidFill>
                  <a:srgbClr val="070154"/>
                </a:solidFill>
                <a:latin typeface="IBM Plex Sans SemiBold"/>
                <a:ea typeface="IBM Plex Sans SemiBold"/>
                <a:cs typeface="IBM Plex Sans SemiBold"/>
              </a:endParaRPr>
            </a:p>
          </p:txBody>
        </p:sp>
        <p:sp>
          <p:nvSpPr>
            <p:cNvPr id="49" name="node01.groups.slot-002.lanes.slot-001.separator"/>
            <p:cNvSpPr/>
            <p:nvPr/>
          </p:nvSpPr>
          <p:spPr>
            <a:xfrm>
              <a:off x="723900" y="3879850"/>
              <a:ext cx="7086600" cy="0"/>
            </a:xfrm>
            <a:custGeom>
              <a:avLst/>
              <a:gdLst/>
              <a:ahLst/>
              <a:cxnLst/>
              <a:rect l="l" t="t" r="r" b="b"/>
              <a:pathLst>
                <a:path w="7086600">
                  <a:moveTo>
                    <a:pt x="0" y="0"/>
                  </a:moveTo>
                  <a:lnTo>
                    <a:pt x="7086600" y="0"/>
                  </a:lnTo>
                </a:path>
              </a:pathLst>
            </a:custGeom>
            <a:ln w="12700">
              <a:solidFill>
                <a:srgbClr val="070154"/>
              </a:solidFill>
              <a:prstDash val="solid"/>
            </a:ln>
          </p:spPr>
        </p:sp>
        <p:sp>
          <p:nvSpPr>
            <p:cNvPr id="50" name="node01.groups.slot-002.lanes.slot-001.items.slot-001.segment-0"/>
            <p:cNvSpPr/>
            <p:nvPr/>
          </p:nvSpPr>
          <p:spPr>
            <a:xfrm>
              <a:off x="4895850" y="3479800"/>
              <a:ext cx="1619250" cy="279400"/>
            </a:xfrm>
            <a:prstGeom prst="rect">
              <a:avLst/>
            </a:prstGeom>
            <a:solidFill>
              <a:srgbClr val="070154"/>
            </a:solidFill>
            <a:ln w="9525">
              <a:solidFill>
                <a:srgbClr val="070154"/>
              </a:solidFill>
              <a:prstDash val="solid"/>
            </a:ln>
          </p:spPr>
        </p:sp>
        <p:sp>
          <p:nvSpPr>
            <p:cNvPr id="51" name="node01.groups.slot-002.lanes.slot-001.items.slot-001.label"/>
            <p:cNvSpPr/>
            <p:nvPr/>
          </p:nvSpPr>
          <p:spPr>
            <a:xfrm>
              <a:off x="4984750" y="3505200"/>
              <a:ext cx="4191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SemiBold"/>
                  <a:ea typeface="IBM Plex Sans SemiBold"/>
                  <a:cs typeface="IBM Plex Sans SemiBold"/>
                </a:rPr>
                <a:t>Build</a:t>
              </a:r>
              <a:endParaRPr lang="en-US" sz="1200" spc="0" kern="0" b="0" i="0" dirty="0">
                <a:solidFill>
                  <a:srgbClr val="FFFFFF"/>
                </a:solidFill>
                <a:latin typeface="IBM Plex Sans SemiBold"/>
                <a:ea typeface="IBM Plex Sans SemiBold"/>
                <a:cs typeface="IBM Plex Sans SemiBold"/>
              </a:endParaRPr>
            </a:p>
          </p:txBody>
        </p:sp>
        <p:sp>
          <p:nvSpPr>
            <p:cNvPr id="52" name="node01.groups.slot-002.lanes.slot-001.items.slot-002.segment-0"/>
            <p:cNvSpPr/>
            <p:nvPr/>
          </p:nvSpPr>
          <p:spPr>
            <a:xfrm>
              <a:off x="6579870" y="3479800"/>
              <a:ext cx="1230630" cy="279400"/>
            </a:xfrm>
            <a:prstGeom prst="rect">
              <a:avLst/>
            </a:prstGeom>
            <a:solidFill>
              <a:srgbClr val="CED7E6"/>
            </a:solidFill>
            <a:ln w="9525">
              <a:solidFill>
                <a:srgbClr val="070154"/>
              </a:solidFill>
              <a:prstDash val="solid"/>
            </a:ln>
          </p:spPr>
        </p:sp>
        <p:sp>
          <p:nvSpPr>
            <p:cNvPr id="53" name="node01.groups.slot-002.lanes.slot-001.items.slot-002.label"/>
            <p:cNvSpPr/>
            <p:nvPr/>
          </p:nvSpPr>
          <p:spPr>
            <a:xfrm>
              <a:off x="6668770" y="3505200"/>
              <a:ext cx="738188"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Handover</a:t>
              </a:r>
              <a:endParaRPr lang="en-US" sz="1200" spc="0" kern="0" b="0" i="0" dirty="0">
                <a:solidFill>
                  <a:srgbClr val="070154"/>
                </a:solidFill>
                <a:latin typeface="IBM Plex Sans SemiBold"/>
                <a:ea typeface="IBM Plex Sans SemiBold"/>
                <a:cs typeface="IBM Plex Sans SemiBold"/>
              </a:endParaRPr>
            </a:p>
          </p:txBody>
        </p:sp>
        <p:grpSp>
          <p:nvGrpSpPr>
            <p:cNvPr id="101" name="node01.legend"/>
            <p:cNvGrpSpPr/>
            <p:nvPr/>
          </p:nvGrpSpPr>
          <p:grpSpPr>
            <a:xfrm>
              <a:off x="2628900" y="4064000"/>
              <a:ext cx="2844800" cy="228600"/>
              <a:chOff x="2628900" y="4064000"/>
              <a:chExt cx="2844800" cy="228600"/>
            </a:xfrm>
          </p:grpSpPr>
          <p:sp>
            <p:nvSpPr>
              <p:cNvPr id="54" name="node01.legend.items.kind-core.swatch"/>
              <p:cNvSpPr/>
              <p:nvPr/>
            </p:nvSpPr>
            <p:spPr>
              <a:xfrm>
                <a:off x="2628900" y="4114800"/>
                <a:ext cx="127000" cy="127000"/>
              </a:xfrm>
              <a:prstGeom prst="rect">
                <a:avLst/>
              </a:prstGeom>
              <a:solidFill>
                <a:srgbClr val="070154"/>
              </a:solidFill>
              <a:ln w="9525">
                <a:solidFill>
                  <a:srgbClr val="070154"/>
                </a:solidFill>
                <a:prstDash val="solid"/>
              </a:ln>
            </p:spPr>
          </p:sp>
          <p:sp>
            <p:nvSpPr>
              <p:cNvPr id="55" name="node01.legend.items.kind-core.text"/>
              <p:cNvSpPr/>
              <p:nvPr/>
            </p:nvSpPr>
            <p:spPr>
              <a:xfrm>
                <a:off x="2819400" y="4064000"/>
                <a:ext cx="900113"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Core activity</a:t>
                </a:r>
                <a:endParaRPr lang="en-US" sz="1200" spc="0" kern="0" b="0" i="0" dirty="0">
                  <a:solidFill>
                    <a:srgbClr val="070154"/>
                  </a:solidFill>
                  <a:latin typeface="IBM Plex Sans"/>
                  <a:ea typeface="IBM Plex Sans"/>
                  <a:cs typeface="IBM Plex Sans"/>
                </a:endParaRPr>
              </a:p>
            </p:txBody>
          </p:sp>
          <p:sp>
            <p:nvSpPr>
              <p:cNvPr id="56" name="node01.legend.items.kind-support.swatch"/>
              <p:cNvSpPr/>
              <p:nvPr/>
            </p:nvSpPr>
            <p:spPr>
              <a:xfrm>
                <a:off x="3948112" y="4114800"/>
                <a:ext cx="127000" cy="127000"/>
              </a:xfrm>
              <a:prstGeom prst="rect">
                <a:avLst/>
              </a:prstGeom>
              <a:solidFill>
                <a:srgbClr val="CED7E6"/>
              </a:solidFill>
              <a:ln w="9525">
                <a:solidFill>
                  <a:srgbClr val="070154"/>
                </a:solidFill>
                <a:prstDash val="solid"/>
              </a:ln>
            </p:spPr>
          </p:sp>
          <p:sp>
            <p:nvSpPr>
              <p:cNvPr id="57" name="node01.legend.items.kind-support.text"/>
              <p:cNvSpPr/>
              <p:nvPr/>
            </p:nvSpPr>
            <p:spPr>
              <a:xfrm>
                <a:off x="4138613" y="4064000"/>
                <a:ext cx="1335088"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Supporting activity</a:t>
                </a:r>
                <a:endParaRPr lang="en-US" sz="1200" spc="0" kern="0" b="0" i="0" dirty="0">
                  <a:solidFill>
                    <a:srgbClr val="070154"/>
                  </a:solidFill>
                  <a:latin typeface="IBM Plex Sans"/>
                  <a:ea typeface="IBM Plex Sans"/>
                  <a:cs typeface="IBM Plex Sans"/>
                </a:endParaRPr>
              </a:p>
            </p:txBody>
          </p:sp>
        </p:grpSp>
      </p:grpSp>
      <p:sp>
        <p:nvSpPr>
          <p:cNvPr id="58" name="node02"/>
          <p:cNvSpPr/>
          <p:nvPr/>
        </p:nvSpPr>
        <p:spPr>
          <a:xfrm>
            <a:off x="723900" y="4343400"/>
            <a:ext cx="2209800" cy="12700"/>
          </a:xfrm>
          <a:prstGeom prst="rect">
            <a:avLst/>
          </a:prstGeom>
          <a:solidFill>
            <a:srgbClr val="CED7E6"/>
          </a:solidFill>
          <a:ln>
            <a:noFill/>
          </a:ln>
        </p:spPr>
      </p:sp>
      <p:grpSp>
        <p:nvGrpSpPr>
          <p:cNvPr id="103" name="node03"/>
          <p:cNvGrpSpPr/>
          <p:nvPr/>
        </p:nvGrpSpPr>
        <p:grpSpPr>
          <a:xfrm>
            <a:off x="723900" y="4419600"/>
            <a:ext cx="2209800" cy="152400"/>
            <a:chOff x="723900" y="4419600"/>
            <a:chExt cx="2209800" cy="152400"/>
          </a:xfrm>
        </p:grpSpPr>
        <p:sp>
          <p:nvSpPr>
            <p:cNvPr id="59" name="node03.text"/>
            <p:cNvSpPr/>
            <p:nvPr/>
          </p:nvSpPr>
          <p:spPr>
            <a:xfrm>
              <a:off x="723900" y="4419600"/>
              <a:ext cx="2209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1 · ZONE DESIGN · W1 TO 4</a:t>
              </a:r>
              <a:endParaRPr lang="en-US" sz="900" spc="54" kern="0" b="0" i="0" dirty="0">
                <a:solidFill>
                  <a:srgbClr val="0047FF"/>
                </a:solidFill>
                <a:latin typeface="IBM Plex Mono Medium"/>
                <a:ea typeface="IBM Plex Mono Medium"/>
                <a:cs typeface="IBM Plex Mono Medium"/>
              </a:endParaRPr>
            </a:p>
          </p:txBody>
        </p:sp>
      </p:grpSp>
      <p:grpSp>
        <p:nvGrpSpPr>
          <p:cNvPr id="104" name="node04"/>
          <p:cNvGrpSpPr/>
          <p:nvPr/>
        </p:nvGrpSpPr>
        <p:grpSpPr>
          <a:xfrm>
            <a:off x="723900" y="4648200"/>
            <a:ext cx="2209800" cy="990600"/>
            <a:chOff x="723900" y="4648200"/>
            <a:chExt cx="2209800" cy="990600"/>
          </a:xfrm>
        </p:grpSpPr>
        <p:sp>
          <p:nvSpPr>
            <p:cNvPr id="60" name="node04.source-001.bullet"/>
            <p:cNvSpPr/>
            <p:nvPr/>
          </p:nvSpPr>
          <p:spPr>
            <a:xfrm>
              <a:off x="723900" y="4737100"/>
              <a:ext cx="38100" cy="38100"/>
            </a:xfrm>
            <a:prstGeom prst="rect">
              <a:avLst/>
            </a:prstGeom>
            <a:solidFill>
              <a:srgbClr val="070154"/>
            </a:solidFill>
            <a:ln>
              <a:noFill/>
            </a:ln>
          </p:spPr>
        </p:sp>
        <p:sp>
          <p:nvSpPr>
            <p:cNvPr id="61" name="node04.source-001.text"/>
            <p:cNvSpPr/>
            <p:nvPr/>
          </p:nvSpPr>
          <p:spPr>
            <a:xfrm>
              <a:off x="876300" y="4648200"/>
              <a:ext cx="2057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Network and account design</a:t>
              </a:r>
              <a:endParaRPr lang="en-US" sz="1200" spc="0" kern="0" b="0" i="0" dirty="0">
                <a:solidFill>
                  <a:srgbClr val="070154"/>
                </a:solidFill>
                <a:latin typeface="IBM Plex Sans"/>
                <a:ea typeface="IBM Plex Sans"/>
                <a:cs typeface="IBM Plex Sans"/>
              </a:endParaRPr>
            </a:p>
          </p:txBody>
        </p:sp>
        <p:sp>
          <p:nvSpPr>
            <p:cNvPr id="62" name="node04.source-002.bullet"/>
            <p:cNvSpPr/>
            <p:nvPr/>
          </p:nvSpPr>
          <p:spPr>
            <a:xfrm>
              <a:off x="723900" y="5003800"/>
              <a:ext cx="38100" cy="38100"/>
            </a:xfrm>
            <a:prstGeom prst="rect">
              <a:avLst/>
            </a:prstGeom>
            <a:solidFill>
              <a:srgbClr val="070154"/>
            </a:solidFill>
            <a:ln>
              <a:noFill/>
            </a:ln>
          </p:spPr>
        </p:sp>
        <p:sp>
          <p:nvSpPr>
            <p:cNvPr id="63" name="node04.source-002.text"/>
            <p:cNvSpPr/>
            <p:nvPr/>
          </p:nvSpPr>
          <p:spPr>
            <a:xfrm>
              <a:off x="876300" y="4914900"/>
              <a:ext cx="20574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Identity and tagging standards</a:t>
              </a:r>
              <a:endParaRPr lang="en-US" sz="1200" spc="0" kern="0" b="0" i="0" dirty="0">
                <a:solidFill>
                  <a:srgbClr val="070154"/>
                </a:solidFill>
                <a:latin typeface="IBM Plex Sans"/>
                <a:ea typeface="IBM Plex Sans"/>
                <a:cs typeface="IBM Plex Sans"/>
              </a:endParaRPr>
            </a:p>
          </p:txBody>
        </p:sp>
        <p:sp>
          <p:nvSpPr>
            <p:cNvPr id="64" name="node04.source-003.bullet"/>
            <p:cNvSpPr/>
            <p:nvPr/>
          </p:nvSpPr>
          <p:spPr>
            <a:xfrm>
              <a:off x="723900" y="5499100"/>
              <a:ext cx="38100" cy="38100"/>
            </a:xfrm>
            <a:prstGeom prst="rect">
              <a:avLst/>
            </a:prstGeom>
            <a:solidFill>
              <a:srgbClr val="070154"/>
            </a:solidFill>
            <a:ln>
              <a:noFill/>
            </a:ln>
          </p:spPr>
        </p:sp>
        <p:sp>
          <p:nvSpPr>
            <p:cNvPr id="65" name="node04.source-003.text"/>
            <p:cNvSpPr/>
            <p:nvPr/>
          </p:nvSpPr>
          <p:spPr>
            <a:xfrm>
              <a:off x="876300" y="5410200"/>
              <a:ext cx="2057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Three environments agreed</a:t>
              </a:r>
              <a:endParaRPr lang="en-US" sz="1200" spc="0" kern="0" b="0" i="0" dirty="0">
                <a:solidFill>
                  <a:srgbClr val="070154"/>
                </a:solidFill>
                <a:latin typeface="IBM Plex Sans"/>
                <a:ea typeface="IBM Plex Sans"/>
                <a:cs typeface="IBM Plex Sans"/>
              </a:endParaRPr>
            </a:p>
          </p:txBody>
        </p:sp>
      </p:grpSp>
      <p:sp>
        <p:nvSpPr>
          <p:cNvPr id="66" name="node05"/>
          <p:cNvSpPr/>
          <p:nvPr/>
        </p:nvSpPr>
        <p:spPr>
          <a:xfrm>
            <a:off x="3086100" y="4343400"/>
            <a:ext cx="2209800" cy="12700"/>
          </a:xfrm>
          <a:prstGeom prst="rect">
            <a:avLst/>
          </a:prstGeom>
          <a:solidFill>
            <a:srgbClr val="CED7E6"/>
          </a:solidFill>
          <a:ln>
            <a:noFill/>
          </a:ln>
        </p:spPr>
      </p:sp>
      <p:grpSp>
        <p:nvGrpSpPr>
          <p:cNvPr id="105" name="node06"/>
          <p:cNvGrpSpPr/>
          <p:nvPr/>
        </p:nvGrpSpPr>
        <p:grpSpPr>
          <a:xfrm>
            <a:off x="3086100" y="4419600"/>
            <a:ext cx="2209800" cy="152400"/>
            <a:chOff x="3086100" y="4419600"/>
            <a:chExt cx="2209800" cy="152400"/>
          </a:xfrm>
        </p:grpSpPr>
        <p:sp>
          <p:nvSpPr>
            <p:cNvPr id="67" name="node06.text"/>
            <p:cNvSpPr/>
            <p:nvPr/>
          </p:nvSpPr>
          <p:spPr>
            <a:xfrm>
              <a:off x="3086100" y="4419600"/>
              <a:ext cx="2209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2 · GUARDRAILS · W2 TO 5</a:t>
              </a:r>
              <a:endParaRPr lang="en-US" sz="900" spc="54" kern="0" b="0" i="0" dirty="0">
                <a:solidFill>
                  <a:srgbClr val="0047FF"/>
                </a:solidFill>
                <a:latin typeface="IBM Plex Mono Medium"/>
                <a:ea typeface="IBM Plex Mono Medium"/>
                <a:cs typeface="IBM Plex Mono Medium"/>
              </a:endParaRPr>
            </a:p>
          </p:txBody>
        </p:sp>
      </p:grpSp>
      <p:grpSp>
        <p:nvGrpSpPr>
          <p:cNvPr id="106" name="node07"/>
          <p:cNvGrpSpPr/>
          <p:nvPr/>
        </p:nvGrpSpPr>
        <p:grpSpPr>
          <a:xfrm>
            <a:off x="3086100" y="4648200"/>
            <a:ext cx="2209800" cy="762000"/>
            <a:chOff x="3086100" y="4648200"/>
            <a:chExt cx="2209800" cy="762000"/>
          </a:xfrm>
        </p:grpSpPr>
        <p:sp>
          <p:nvSpPr>
            <p:cNvPr id="68" name="node07.source-001.bullet"/>
            <p:cNvSpPr/>
            <p:nvPr/>
          </p:nvSpPr>
          <p:spPr>
            <a:xfrm>
              <a:off x="3086100" y="4737100"/>
              <a:ext cx="38100" cy="38100"/>
            </a:xfrm>
            <a:prstGeom prst="rect">
              <a:avLst/>
            </a:prstGeom>
            <a:solidFill>
              <a:srgbClr val="070154"/>
            </a:solidFill>
            <a:ln>
              <a:noFill/>
            </a:ln>
          </p:spPr>
        </p:sp>
        <p:sp>
          <p:nvSpPr>
            <p:cNvPr id="69" name="node07.source-001.text"/>
            <p:cNvSpPr/>
            <p:nvPr/>
          </p:nvSpPr>
          <p:spPr>
            <a:xfrm>
              <a:off x="3238500" y="4648200"/>
              <a:ext cx="2057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Security baselines as code</a:t>
              </a:r>
              <a:endParaRPr lang="en-US" sz="1200" spc="0" kern="0" b="0" i="0" dirty="0">
                <a:solidFill>
                  <a:srgbClr val="070154"/>
                </a:solidFill>
                <a:latin typeface="IBM Plex Sans"/>
                <a:ea typeface="IBM Plex Sans"/>
                <a:cs typeface="IBM Plex Sans"/>
              </a:endParaRPr>
            </a:p>
          </p:txBody>
        </p:sp>
        <p:sp>
          <p:nvSpPr>
            <p:cNvPr id="70" name="node07.source-002.bullet"/>
            <p:cNvSpPr/>
            <p:nvPr/>
          </p:nvSpPr>
          <p:spPr>
            <a:xfrm>
              <a:off x="3086100" y="5003800"/>
              <a:ext cx="38100" cy="38100"/>
            </a:xfrm>
            <a:prstGeom prst="rect">
              <a:avLst/>
            </a:prstGeom>
            <a:solidFill>
              <a:srgbClr val="070154"/>
            </a:solidFill>
            <a:ln>
              <a:noFill/>
            </a:ln>
          </p:spPr>
        </p:sp>
        <p:sp>
          <p:nvSpPr>
            <p:cNvPr id="71" name="node07.source-002.text"/>
            <p:cNvSpPr/>
            <p:nvPr/>
          </p:nvSpPr>
          <p:spPr>
            <a:xfrm>
              <a:off x="3238500" y="4914900"/>
              <a:ext cx="2057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Drift and compliance checks</a:t>
              </a:r>
              <a:endParaRPr lang="en-US" sz="1200" spc="0" kern="0" b="0" i="0" dirty="0">
                <a:solidFill>
                  <a:srgbClr val="070154"/>
                </a:solidFill>
                <a:latin typeface="IBM Plex Sans"/>
                <a:ea typeface="IBM Plex Sans"/>
                <a:cs typeface="IBM Plex Sans"/>
              </a:endParaRPr>
            </a:p>
          </p:txBody>
        </p:sp>
        <p:sp>
          <p:nvSpPr>
            <p:cNvPr id="72" name="node07.source-003.bullet"/>
            <p:cNvSpPr/>
            <p:nvPr/>
          </p:nvSpPr>
          <p:spPr>
            <a:xfrm>
              <a:off x="3086100" y="5270500"/>
              <a:ext cx="38100" cy="38100"/>
            </a:xfrm>
            <a:prstGeom prst="rect">
              <a:avLst/>
            </a:prstGeom>
            <a:solidFill>
              <a:srgbClr val="070154"/>
            </a:solidFill>
            <a:ln>
              <a:noFill/>
            </a:ln>
          </p:spPr>
        </p:sp>
        <p:sp>
          <p:nvSpPr>
            <p:cNvPr id="73" name="node07.source-003.text"/>
            <p:cNvSpPr/>
            <p:nvPr/>
          </p:nvSpPr>
          <p:spPr>
            <a:xfrm>
              <a:off x="3238500" y="5181600"/>
              <a:ext cx="2057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Security lead sign-off</a:t>
              </a:r>
              <a:endParaRPr lang="en-US" sz="1200" spc="0" kern="0" b="0" i="0" dirty="0">
                <a:solidFill>
                  <a:srgbClr val="070154"/>
                </a:solidFill>
                <a:latin typeface="IBM Plex Sans"/>
                <a:ea typeface="IBM Plex Sans"/>
                <a:cs typeface="IBM Plex Sans"/>
              </a:endParaRPr>
            </a:p>
          </p:txBody>
        </p:sp>
      </p:grpSp>
      <p:sp>
        <p:nvSpPr>
          <p:cNvPr id="74" name="node08"/>
          <p:cNvSpPr/>
          <p:nvPr/>
        </p:nvSpPr>
        <p:spPr>
          <a:xfrm>
            <a:off x="5448300" y="4343400"/>
            <a:ext cx="2362200" cy="12700"/>
          </a:xfrm>
          <a:prstGeom prst="rect">
            <a:avLst/>
          </a:prstGeom>
          <a:solidFill>
            <a:srgbClr val="CED7E6"/>
          </a:solidFill>
          <a:ln>
            <a:noFill/>
          </a:ln>
        </p:spPr>
      </p:sp>
      <p:grpSp>
        <p:nvGrpSpPr>
          <p:cNvPr id="107" name="node09"/>
          <p:cNvGrpSpPr/>
          <p:nvPr/>
        </p:nvGrpSpPr>
        <p:grpSpPr>
          <a:xfrm>
            <a:off x="5448300" y="4419600"/>
            <a:ext cx="2362200" cy="152400"/>
            <a:chOff x="5448300" y="4419600"/>
            <a:chExt cx="2362200" cy="152400"/>
          </a:xfrm>
        </p:grpSpPr>
        <p:sp>
          <p:nvSpPr>
            <p:cNvPr id="75" name="node09.text"/>
            <p:cNvSpPr/>
            <p:nvPr/>
          </p:nvSpPr>
          <p:spPr>
            <a:xfrm>
              <a:off x="5448300" y="4419600"/>
              <a:ext cx="2362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3 · BUILD, HANDOVER · W4 TO 8</a:t>
              </a:r>
              <a:endParaRPr lang="en-US" sz="900" spc="54" kern="0" b="0" i="0" dirty="0">
                <a:solidFill>
                  <a:srgbClr val="0047FF"/>
                </a:solidFill>
                <a:latin typeface="IBM Plex Mono Medium"/>
                <a:ea typeface="IBM Plex Mono Medium"/>
                <a:cs typeface="IBM Plex Mono Medium"/>
              </a:endParaRPr>
            </a:p>
          </p:txBody>
        </p:sp>
      </p:grpSp>
      <p:grpSp>
        <p:nvGrpSpPr>
          <p:cNvPr id="108" name="node10"/>
          <p:cNvGrpSpPr/>
          <p:nvPr/>
        </p:nvGrpSpPr>
        <p:grpSpPr>
          <a:xfrm>
            <a:off x="5448300" y="4648200"/>
            <a:ext cx="2362200" cy="762000"/>
            <a:chOff x="5448300" y="4648200"/>
            <a:chExt cx="2362200" cy="762000"/>
          </a:xfrm>
        </p:grpSpPr>
        <p:sp>
          <p:nvSpPr>
            <p:cNvPr id="76" name="node10.source-001.bullet"/>
            <p:cNvSpPr/>
            <p:nvPr/>
          </p:nvSpPr>
          <p:spPr>
            <a:xfrm>
              <a:off x="5448300" y="4737100"/>
              <a:ext cx="38100" cy="38100"/>
            </a:xfrm>
            <a:prstGeom prst="rect">
              <a:avLst/>
            </a:prstGeom>
            <a:solidFill>
              <a:srgbClr val="070154"/>
            </a:solidFill>
            <a:ln>
              <a:noFill/>
            </a:ln>
          </p:spPr>
        </p:sp>
        <p:sp>
          <p:nvSpPr>
            <p:cNvPr id="77" name="node10.source-001.text"/>
            <p:cNvSpPr/>
            <p:nvPr/>
          </p:nvSpPr>
          <p:spPr>
            <a:xfrm>
              <a:off x="5600700" y="4648200"/>
              <a:ext cx="2209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Pipelines tested in all three</a:t>
              </a:r>
              <a:endParaRPr lang="en-US" sz="1200" spc="0" kern="0" b="0" i="0" dirty="0">
                <a:solidFill>
                  <a:srgbClr val="070154"/>
                </a:solidFill>
                <a:latin typeface="IBM Plex Sans"/>
                <a:ea typeface="IBM Plex Sans"/>
                <a:cs typeface="IBM Plex Sans"/>
              </a:endParaRPr>
            </a:p>
          </p:txBody>
        </p:sp>
        <p:sp>
          <p:nvSpPr>
            <p:cNvPr id="78" name="node10.source-002.bullet"/>
            <p:cNvSpPr/>
            <p:nvPr/>
          </p:nvSpPr>
          <p:spPr>
            <a:xfrm>
              <a:off x="5448300" y="5003800"/>
              <a:ext cx="38100" cy="38100"/>
            </a:xfrm>
            <a:prstGeom prst="rect">
              <a:avLst/>
            </a:prstGeom>
            <a:solidFill>
              <a:srgbClr val="070154"/>
            </a:solidFill>
            <a:ln>
              <a:noFill/>
            </a:ln>
          </p:spPr>
        </p:sp>
        <p:sp>
          <p:nvSpPr>
            <p:cNvPr id="79" name="node10.source-002.text"/>
            <p:cNvSpPr/>
            <p:nvPr/>
          </p:nvSpPr>
          <p:spPr>
            <a:xfrm>
              <a:off x="5600700" y="4914900"/>
              <a:ext cx="2209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Operations team trained</a:t>
              </a:r>
              <a:endParaRPr lang="en-US" sz="1200" spc="0" kern="0" b="0" i="0" dirty="0">
                <a:solidFill>
                  <a:srgbClr val="070154"/>
                </a:solidFill>
                <a:latin typeface="IBM Plex Sans"/>
                <a:ea typeface="IBM Plex Sans"/>
                <a:cs typeface="IBM Plex Sans"/>
              </a:endParaRPr>
            </a:p>
          </p:txBody>
        </p:sp>
        <p:sp>
          <p:nvSpPr>
            <p:cNvPr id="80" name="node10.source-003.bullet"/>
            <p:cNvSpPr/>
            <p:nvPr/>
          </p:nvSpPr>
          <p:spPr>
            <a:xfrm>
              <a:off x="5448300" y="5270500"/>
              <a:ext cx="38100" cy="38100"/>
            </a:xfrm>
            <a:prstGeom prst="rect">
              <a:avLst/>
            </a:prstGeom>
            <a:solidFill>
              <a:srgbClr val="070154"/>
            </a:solidFill>
            <a:ln>
              <a:noFill/>
            </a:ln>
          </p:spPr>
        </p:sp>
        <p:sp>
          <p:nvSpPr>
            <p:cNvPr id="81" name="node10.source-003.text"/>
            <p:cNvSpPr/>
            <p:nvPr/>
          </p:nvSpPr>
          <p:spPr>
            <a:xfrm>
              <a:off x="5600700" y="5181600"/>
              <a:ext cx="2209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Readout and cost baseline</a:t>
              </a:r>
              <a:endParaRPr lang="en-US" sz="1200" spc="0" kern="0" b="0" i="0" dirty="0">
                <a:solidFill>
                  <a:srgbClr val="070154"/>
                </a:solidFill>
                <a:latin typeface="IBM Plex Sans"/>
                <a:ea typeface="IBM Plex Sans"/>
                <a:cs typeface="IBM Plex Sans"/>
              </a:endParaRPr>
            </a:p>
          </p:txBody>
        </p:sp>
      </p:grpSp>
      <p:grpSp>
        <p:nvGrpSpPr>
          <p:cNvPr id="109" name="node11"/>
          <p:cNvGrpSpPr/>
          <p:nvPr/>
        </p:nvGrpSpPr>
        <p:grpSpPr>
          <a:xfrm>
            <a:off x="8039100" y="1600200"/>
            <a:ext cx="3429000" cy="152400"/>
            <a:chOff x="8039100" y="1600200"/>
            <a:chExt cx="3429000" cy="152400"/>
          </a:xfrm>
        </p:grpSpPr>
        <p:sp>
          <p:nvSpPr>
            <p:cNvPr id="82" name="node11.text"/>
            <p:cNvSpPr/>
            <p:nvPr/>
          </p:nvSpPr>
          <p:spPr>
            <a:xfrm>
              <a:off x="8039100" y="1600200"/>
              <a:ext cx="3429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WHAT WE WILL DO</a:t>
              </a:r>
              <a:endParaRPr lang="en-US" sz="900" spc="54" kern="0" b="0" i="0" dirty="0">
                <a:solidFill>
                  <a:srgbClr val="0047FF"/>
                </a:solidFill>
                <a:latin typeface="IBM Plex Mono Medium"/>
                <a:ea typeface="IBM Plex Mono Medium"/>
                <a:cs typeface="IBM Plex Mono Medium"/>
              </a:endParaRPr>
            </a:p>
          </p:txBody>
        </p:sp>
      </p:grpSp>
      <p:grpSp>
        <p:nvGrpSpPr>
          <p:cNvPr id="110" name="node12"/>
          <p:cNvGrpSpPr/>
          <p:nvPr/>
        </p:nvGrpSpPr>
        <p:grpSpPr>
          <a:xfrm>
            <a:off x="8039100" y="1828800"/>
            <a:ext cx="3429000" cy="1066800"/>
            <a:chOff x="8039100" y="1828800"/>
            <a:chExt cx="3429000" cy="1066800"/>
          </a:xfrm>
        </p:grpSpPr>
        <p:sp>
          <p:nvSpPr>
            <p:cNvPr id="83" name="node12.text"/>
            <p:cNvSpPr/>
            <p:nvPr/>
          </p:nvSpPr>
          <p:spPr>
            <a:xfrm>
              <a:off x="8039100" y="1828800"/>
              <a:ext cx="3429000" cy="10668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A secure, governed cloud foundation Northfield can build on: designed, built and tested in eight weeks, then handed over with runbooks.</a:t>
              </a:r>
              <a:endParaRPr lang="en-US" sz="1400" spc="0" kern="0" b="0" i="0" dirty="0">
                <a:solidFill>
                  <a:srgbClr val="50658E"/>
                </a:solidFill>
                <a:latin typeface="IBM Plex Sans"/>
                <a:ea typeface="IBM Plex Sans"/>
                <a:cs typeface="IBM Plex Sans"/>
              </a:endParaRPr>
            </a:p>
          </p:txBody>
        </p:sp>
      </p:grpSp>
      <p:grpSp>
        <p:nvGrpSpPr>
          <p:cNvPr id="111" name="node13"/>
          <p:cNvGrpSpPr/>
          <p:nvPr/>
        </p:nvGrpSpPr>
        <p:grpSpPr>
          <a:xfrm>
            <a:off x="8039100" y="2971800"/>
            <a:ext cx="3429000" cy="1371600"/>
            <a:chOff x="8039100" y="2971800"/>
            <a:chExt cx="3429000" cy="1371600"/>
          </a:xfrm>
        </p:grpSpPr>
        <p:sp>
          <p:nvSpPr>
            <p:cNvPr id="84" name="node13.surface"/>
            <p:cNvSpPr/>
            <p:nvPr/>
          </p:nvSpPr>
          <p:spPr>
            <a:xfrm>
              <a:off x="8039100" y="2971800"/>
              <a:ext cx="3429000" cy="1371600"/>
            </a:xfrm>
            <a:prstGeom prst="rect">
              <a:avLst/>
            </a:prstGeom>
            <a:solidFill>
              <a:srgbClr val="070154"/>
            </a:solidFill>
            <a:ln>
              <a:noFill/>
            </a:ln>
          </p:spPr>
        </p:sp>
      </p:grpSp>
      <p:grpSp>
        <p:nvGrpSpPr>
          <p:cNvPr id="112" name="node14"/>
          <p:cNvGrpSpPr/>
          <p:nvPr/>
        </p:nvGrpSpPr>
        <p:grpSpPr>
          <a:xfrm>
            <a:off x="8191500" y="3124200"/>
            <a:ext cx="3124200" cy="152400"/>
            <a:chOff x="8191500" y="3124200"/>
            <a:chExt cx="3124200" cy="152400"/>
          </a:xfrm>
        </p:grpSpPr>
        <p:sp>
          <p:nvSpPr>
            <p:cNvPr id="85" name="node14.text"/>
            <p:cNvSpPr/>
            <p:nvPr/>
          </p:nvSpPr>
          <p:spPr>
            <a:xfrm>
              <a:off x="8191500" y="3124200"/>
              <a:ext cx="3124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CED7E6"/>
                  </a:solidFill>
                  <a:latin typeface="IBM Plex Mono Medium"/>
                  <a:ea typeface="IBM Plex Mono Medium"/>
                  <a:cs typeface="IBM Plex Mono Medium"/>
                </a:rPr>
                <a:t>FIXED FEE</a:t>
              </a:r>
              <a:endParaRPr lang="en-US" sz="900" spc="54" kern="0" b="0" i="0" dirty="0">
                <a:solidFill>
                  <a:srgbClr val="CED7E6"/>
                </a:solidFill>
                <a:latin typeface="IBM Plex Mono Medium"/>
                <a:ea typeface="IBM Plex Mono Medium"/>
                <a:cs typeface="IBM Plex Mono Medium"/>
              </a:endParaRPr>
            </a:p>
          </p:txBody>
        </p:sp>
      </p:grpSp>
      <p:grpSp>
        <p:nvGrpSpPr>
          <p:cNvPr id="113" name="node15"/>
          <p:cNvGrpSpPr/>
          <p:nvPr/>
        </p:nvGrpSpPr>
        <p:grpSpPr>
          <a:xfrm>
            <a:off x="8191500" y="3352800"/>
            <a:ext cx="1524000" cy="458978"/>
            <a:chOff x="8191500" y="3352800"/>
            <a:chExt cx="1524000" cy="458978"/>
          </a:xfrm>
        </p:grpSpPr>
        <p:sp>
          <p:nvSpPr>
            <p:cNvPr id="86" name="node15.text"/>
            <p:cNvSpPr/>
            <p:nvPr/>
          </p:nvSpPr>
          <p:spPr>
            <a:xfrm>
              <a:off x="8191500" y="3352800"/>
              <a:ext cx="1524000" cy="458978"/>
            </a:xfrm>
            <a:prstGeom prst="rect">
              <a:avLst/>
            </a:prstGeom>
            <a:noFill/>
            <a:ln/>
          </p:spPr>
          <p:txBody>
            <a:bodyPr wrap="square" lIns="0" tIns="0" rIns="0" bIns="0" rtlCol="0" anchor="t"/>
            <a:lstStyle/>
            <a:p>
              <a:pPr algn="l" indent="0" marL="0">
                <a:lnSpc>
                  <a:spcPts val="3600"/>
                </a:lnSpc>
                <a:buNone/>
              </a:pPr>
              <a:r>
                <a:rPr lang="en-US" sz="3600" spc="-72" kern="0" b="0" i="0" dirty="0">
                  <a:solidFill>
                    <a:srgbClr val="FFFFFF"/>
                  </a:solidFill>
                  <a:latin typeface="IBM Plex Mono SemiBold"/>
                  <a:ea typeface="IBM Plex Mono SemiBold"/>
                  <a:cs typeface="IBM Plex Mono SemiBold"/>
                </a:rPr>
                <a:t>$210K</a:t>
              </a:r>
              <a:endParaRPr lang="en-US" sz="3600" spc="-72" kern="0" b="0" i="0" dirty="0">
                <a:solidFill>
                  <a:srgbClr val="FFFFFF"/>
                </a:solidFill>
                <a:latin typeface="IBM Plex Mono SemiBold"/>
                <a:ea typeface="IBM Plex Mono SemiBold"/>
                <a:cs typeface="IBM Plex Mono SemiBold"/>
              </a:endParaRPr>
            </a:p>
          </p:txBody>
        </p:sp>
      </p:grpSp>
      <p:grpSp>
        <p:nvGrpSpPr>
          <p:cNvPr id="114" name="node16"/>
          <p:cNvGrpSpPr/>
          <p:nvPr/>
        </p:nvGrpSpPr>
        <p:grpSpPr>
          <a:xfrm>
            <a:off x="9715500" y="3390900"/>
            <a:ext cx="1600200" cy="228600"/>
            <a:chOff x="9715500" y="3390900"/>
            <a:chExt cx="1600200" cy="228600"/>
          </a:xfrm>
        </p:grpSpPr>
        <p:sp>
          <p:nvSpPr>
            <p:cNvPr id="87" name="node16.text"/>
            <p:cNvSpPr/>
            <p:nvPr/>
          </p:nvSpPr>
          <p:spPr>
            <a:xfrm>
              <a:off x="9715500" y="3390900"/>
              <a:ext cx="1600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fixed fee, 8 weeks</a:t>
              </a:r>
              <a:endParaRPr lang="en-US" sz="1200" spc="0" kern="0" b="0" i="0" dirty="0">
                <a:solidFill>
                  <a:srgbClr val="FFFFFF"/>
                </a:solidFill>
                <a:latin typeface="IBM Plex Sans"/>
                <a:ea typeface="IBM Plex Sans"/>
                <a:cs typeface="IBM Plex Sans"/>
              </a:endParaRPr>
            </a:p>
          </p:txBody>
        </p:sp>
      </p:grpSp>
      <p:grpSp>
        <p:nvGrpSpPr>
          <p:cNvPr id="115" name="node17"/>
          <p:cNvGrpSpPr/>
          <p:nvPr/>
        </p:nvGrpSpPr>
        <p:grpSpPr>
          <a:xfrm>
            <a:off x="9715500" y="3619500"/>
            <a:ext cx="1600200" cy="228600"/>
            <a:chOff x="9715500" y="3619500"/>
            <a:chExt cx="1600200" cy="228600"/>
          </a:xfrm>
        </p:grpSpPr>
        <p:sp>
          <p:nvSpPr>
            <p:cNvPr id="88" name="node17.text"/>
            <p:cNvSpPr/>
            <p:nvPr/>
          </p:nvSpPr>
          <p:spPr>
            <a:xfrm>
              <a:off x="9715500" y="3619500"/>
              <a:ext cx="1600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CED7E6"/>
                  </a:solidFill>
                  <a:latin typeface="IBM Plex Sans"/>
                  <a:ea typeface="IBM Plex Sans"/>
                  <a:cs typeface="IBM Plex Sans"/>
                </a:rPr>
                <a:t>Invoiced at weeks 4, 8</a:t>
              </a:r>
              <a:endParaRPr lang="en-US" sz="1200" spc="0" kern="0" b="0" i="0" dirty="0">
                <a:solidFill>
                  <a:srgbClr val="CED7E6"/>
                </a:solidFill>
                <a:latin typeface="IBM Plex Sans"/>
                <a:ea typeface="IBM Plex Sans"/>
                <a:cs typeface="IBM Plex Sans"/>
              </a:endParaRPr>
            </a:p>
          </p:txBody>
        </p:sp>
      </p:grpSp>
      <p:grpSp>
        <p:nvGrpSpPr>
          <p:cNvPr id="116" name="node18"/>
          <p:cNvGrpSpPr/>
          <p:nvPr/>
        </p:nvGrpSpPr>
        <p:grpSpPr>
          <a:xfrm>
            <a:off x="8191500" y="3886200"/>
            <a:ext cx="3124200" cy="228600"/>
            <a:chOff x="8191500" y="3886200"/>
            <a:chExt cx="3124200" cy="228600"/>
          </a:xfrm>
        </p:grpSpPr>
        <p:sp>
          <p:nvSpPr>
            <p:cNvPr id="89" name="node18.text"/>
            <p:cNvSpPr/>
            <p:nvPr/>
          </p:nvSpPr>
          <p:spPr>
            <a:xfrm>
              <a:off x="8191500" y="3886200"/>
              <a:ext cx="3124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Team: lead 25%, architect, two engineers</a:t>
              </a:r>
              <a:endParaRPr lang="en-US" sz="1200" spc="0" kern="0" b="0" i="0" dirty="0">
                <a:solidFill>
                  <a:srgbClr val="FFFFFF"/>
                </a:solidFill>
                <a:latin typeface="IBM Plex Sans"/>
                <a:ea typeface="IBM Plex Sans"/>
                <a:cs typeface="IBM Plex Sans"/>
              </a:endParaRPr>
            </a:p>
          </p:txBody>
        </p:sp>
      </p:grpSp>
      <p:grpSp>
        <p:nvGrpSpPr>
          <p:cNvPr id="117" name="node19"/>
          <p:cNvGrpSpPr/>
          <p:nvPr/>
        </p:nvGrpSpPr>
        <p:grpSpPr>
          <a:xfrm>
            <a:off x="8039100" y="4495800"/>
            <a:ext cx="3429000" cy="152400"/>
            <a:chOff x="8039100" y="4495800"/>
            <a:chExt cx="3429000" cy="152400"/>
          </a:xfrm>
        </p:grpSpPr>
        <p:sp>
          <p:nvSpPr>
            <p:cNvPr id="90" name="node19.text"/>
            <p:cNvSpPr/>
            <p:nvPr/>
          </p:nvSpPr>
          <p:spPr>
            <a:xfrm>
              <a:off x="8039100" y="4495800"/>
              <a:ext cx="3429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DELIVERABLES</a:t>
              </a:r>
              <a:endParaRPr lang="en-US" sz="900" spc="54" kern="0" b="0" i="0" dirty="0">
                <a:solidFill>
                  <a:srgbClr val="0047FF"/>
                </a:solidFill>
                <a:latin typeface="IBM Plex Mono Medium"/>
                <a:ea typeface="IBM Plex Mono Medium"/>
                <a:cs typeface="IBM Plex Mono Medium"/>
              </a:endParaRPr>
            </a:p>
          </p:txBody>
        </p:sp>
      </p:grpSp>
      <p:grpSp>
        <p:nvGrpSpPr>
          <p:cNvPr id="118" name="node20"/>
          <p:cNvGrpSpPr/>
          <p:nvPr/>
        </p:nvGrpSpPr>
        <p:grpSpPr>
          <a:xfrm>
            <a:off x="8039100" y="4724400"/>
            <a:ext cx="3429000" cy="762000"/>
            <a:chOff x="8039100" y="4724400"/>
            <a:chExt cx="3429000" cy="762000"/>
          </a:xfrm>
        </p:grpSpPr>
        <p:sp>
          <p:nvSpPr>
            <p:cNvPr id="91" name="node20.source-001.bullet"/>
            <p:cNvSpPr/>
            <p:nvPr/>
          </p:nvSpPr>
          <p:spPr>
            <a:xfrm>
              <a:off x="8039100" y="4813300"/>
              <a:ext cx="38100" cy="38100"/>
            </a:xfrm>
            <a:prstGeom prst="rect">
              <a:avLst/>
            </a:prstGeom>
            <a:solidFill>
              <a:srgbClr val="070154"/>
            </a:solidFill>
            <a:ln>
              <a:noFill/>
            </a:ln>
          </p:spPr>
        </p:sp>
        <p:sp>
          <p:nvSpPr>
            <p:cNvPr id="92" name="node20.source-001.text"/>
            <p:cNvSpPr/>
            <p:nvPr/>
          </p:nvSpPr>
          <p:spPr>
            <a:xfrm>
              <a:off x="8191500" y="47244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Landing zone in production</a:t>
              </a:r>
              <a:endParaRPr lang="en-US" sz="1200" spc="0" kern="0" b="0" i="0" dirty="0">
                <a:solidFill>
                  <a:srgbClr val="070154"/>
                </a:solidFill>
                <a:latin typeface="IBM Plex Sans"/>
                <a:ea typeface="IBM Plex Sans"/>
                <a:cs typeface="IBM Plex Sans"/>
              </a:endParaRPr>
            </a:p>
          </p:txBody>
        </p:sp>
        <p:sp>
          <p:nvSpPr>
            <p:cNvPr id="93" name="node20.source-002.bullet"/>
            <p:cNvSpPr/>
            <p:nvPr/>
          </p:nvSpPr>
          <p:spPr>
            <a:xfrm>
              <a:off x="8039100" y="5080000"/>
              <a:ext cx="38100" cy="38100"/>
            </a:xfrm>
            <a:prstGeom prst="rect">
              <a:avLst/>
            </a:prstGeom>
            <a:solidFill>
              <a:srgbClr val="070154"/>
            </a:solidFill>
            <a:ln>
              <a:noFill/>
            </a:ln>
          </p:spPr>
        </p:sp>
        <p:sp>
          <p:nvSpPr>
            <p:cNvPr id="94" name="node20.source-002.text"/>
            <p:cNvSpPr/>
            <p:nvPr/>
          </p:nvSpPr>
          <p:spPr>
            <a:xfrm>
              <a:off x="8191500" y="49911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Policy-as-code library</a:t>
              </a:r>
              <a:endParaRPr lang="en-US" sz="1200" spc="0" kern="0" b="0" i="0" dirty="0">
                <a:solidFill>
                  <a:srgbClr val="070154"/>
                </a:solidFill>
                <a:latin typeface="IBM Plex Sans"/>
                <a:ea typeface="IBM Plex Sans"/>
                <a:cs typeface="IBM Plex Sans"/>
              </a:endParaRPr>
            </a:p>
          </p:txBody>
        </p:sp>
        <p:sp>
          <p:nvSpPr>
            <p:cNvPr id="95" name="node20.source-003.bullet"/>
            <p:cNvSpPr/>
            <p:nvPr/>
          </p:nvSpPr>
          <p:spPr>
            <a:xfrm>
              <a:off x="8039100" y="5346700"/>
              <a:ext cx="38100" cy="38100"/>
            </a:xfrm>
            <a:prstGeom prst="rect">
              <a:avLst/>
            </a:prstGeom>
            <a:solidFill>
              <a:srgbClr val="070154"/>
            </a:solidFill>
            <a:ln>
              <a:noFill/>
            </a:ln>
          </p:spPr>
        </p:sp>
        <p:sp>
          <p:nvSpPr>
            <p:cNvPr id="96" name="node20.source-003.text"/>
            <p:cNvSpPr/>
            <p:nvPr/>
          </p:nvSpPr>
          <p:spPr>
            <a:xfrm>
              <a:off x="8191500" y="52578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Runbooks and cost baseline</a:t>
              </a:r>
              <a:endParaRPr lang="en-US" sz="1200" spc="0" kern="0" b="0" i="0" dirty="0">
                <a:solidFill>
                  <a:srgbClr val="070154"/>
                </a:solidFill>
                <a:latin typeface="IBM Plex Sans"/>
                <a:ea typeface="IBM Plex Sans"/>
                <a:cs typeface="IBM Plex Sans"/>
              </a:endParaRPr>
            </a:p>
          </p:txBody>
        </p:sp>
      </p:grpSp>
      <p:grpSp>
        <p:nvGrpSpPr>
          <p:cNvPr id="119" name="node21"/>
          <p:cNvGrpSpPr/>
          <p:nvPr/>
        </p:nvGrpSpPr>
        <p:grpSpPr>
          <a:xfrm>
            <a:off x="8039100" y="5486400"/>
            <a:ext cx="3429000" cy="228600"/>
            <a:chOff x="8039100" y="5486400"/>
            <a:chExt cx="3429000" cy="228600"/>
          </a:xfrm>
        </p:grpSpPr>
        <p:sp>
          <p:nvSpPr>
            <p:cNvPr id="97" name="node21.text"/>
            <p:cNvSpPr/>
            <p:nvPr/>
          </p:nvSpPr>
          <p:spPr>
            <a:xfrm>
              <a:off x="8039100" y="5486400"/>
              <a:ext cx="3429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Assumes tenant and SSO ready in week 1</a:t>
              </a:r>
              <a:endParaRPr lang="en-US" sz="1200" spc="0" kern="0" b="0" i="0" dirty="0">
                <a:solidFill>
                  <a:srgbClr val="50658E"/>
                </a:solidFill>
                <a:latin typeface="IBM Plex Sans"/>
                <a:ea typeface="IBM Plex Sans"/>
                <a:cs typeface="IBM Plex Sans"/>
              </a:endParaRPr>
            </a:p>
          </p:txBody>
        </p:sp>
      </p:gr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ource-321">
    <p:spTree>
      <p:nvGrpSpPr>
        <p:cNvPr id="1" name=""/>
        <p:cNvGrpSpPr/>
        <p:nvPr/>
      </p:nvGrpSpPr>
      <p:grpSpPr>
        <a:xfrm>
          <a:off x="0" y="0"/>
          <a:ext cx="0" cy="0"/>
          <a:chOff x="0" y="0"/>
          <a:chExt cx="0" cy="0"/>
        </a:xfrm>
      </p:grpSpPr>
      <p:sp>
        <p:nvSpPr>
          <p:cNvPr id="3" name="eyebrow"/>
          <p:cNvSpPr/>
          <p:nvPr/>
        </p:nvSpPr>
        <p:spPr>
          <a:xfrm>
            <a:off x="723900" y="457200"/>
            <a:ext cx="34290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OFFERINGS</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3429000" cy="9144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Six weeks to a clear scale or stop call</a:t>
            </a:r>
            <a:endParaRPr lang="en-US" sz="2400" spc="-36"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905500"/>
            <a:ext cx="3429000" cy="3048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Sample figures for layout only; replace with current firm data before use.</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410325"/>
            <a:ext cx="304800" cy="13335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96</a:t>
            </a:fld>
            <a:endParaRPr lang="en-US" sz="700" spc="0" kern="0" b="0" i="0" dirty="0">
              <a:solidFill>
                <a:srgbClr val="070154"/>
              </a:solidFill>
              <a:latin typeface="IBM Plex Mono SemiBold"/>
              <a:ea typeface="IBM Plex Mono SemiBold"/>
              <a:cs typeface="IBM Plex Mono SemiBold"/>
            </a:endParaRPr>
          </a:p>
        </p:txBody>
      </p:sp>
      <p:grpSp>
        <p:nvGrpSpPr>
          <p:cNvPr id="104" name="node01"/>
          <p:cNvGrpSpPr/>
          <p:nvPr/>
        </p:nvGrpSpPr>
        <p:grpSpPr>
          <a:xfrm>
            <a:off x="4381500" y="457200"/>
            <a:ext cx="7086600" cy="2692400"/>
            <a:chOff x="4381500" y="457200"/>
            <a:chExt cx="7086600" cy="2692400"/>
          </a:xfrm>
        </p:grpSpPr>
        <p:sp>
          <p:nvSpPr>
            <p:cNvPr id="7" name="node01.period-header"/>
            <p:cNvSpPr/>
            <p:nvPr/>
          </p:nvSpPr>
          <p:spPr>
            <a:xfrm>
              <a:off x="4381500" y="838200"/>
              <a:ext cx="7086600" cy="304800"/>
            </a:xfrm>
            <a:prstGeom prst="rect">
              <a:avLst/>
            </a:prstGeom>
            <a:solidFill>
              <a:srgbClr val="E8EEF8"/>
            </a:solidFill>
            <a:ln>
              <a:noFill/>
            </a:ln>
          </p:spPr>
        </p:sp>
        <p:sp>
          <p:nvSpPr>
            <p:cNvPr id="8" name="node01.sidebar-heading"/>
            <p:cNvSpPr/>
            <p:nvPr/>
          </p:nvSpPr>
          <p:spPr>
            <a:xfrm>
              <a:off x="4457700" y="904875"/>
              <a:ext cx="1752600" cy="17145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SemiBold"/>
                  <a:ea typeface="IBM Plex Mono SemiBold"/>
                  <a:cs typeface="IBM Plex Mono SemiBold"/>
                </a:rPr>
                <a:t>WORKSTREAM</a:t>
              </a:r>
              <a:endParaRPr lang="en-US" sz="900" spc="54" kern="0" b="0" i="0" dirty="0">
                <a:solidFill>
                  <a:srgbClr val="50658E"/>
                </a:solidFill>
                <a:latin typeface="IBM Plex Mono SemiBold"/>
                <a:ea typeface="IBM Plex Mono SemiBold"/>
                <a:cs typeface="IBM Plex Mono SemiBold"/>
              </a:endParaRPr>
            </a:p>
          </p:txBody>
        </p:sp>
        <p:sp>
          <p:nvSpPr>
            <p:cNvPr id="9" name="node01.periods.slot-001.label"/>
            <p:cNvSpPr/>
            <p:nvPr/>
          </p:nvSpPr>
          <p:spPr>
            <a:xfrm>
              <a:off x="6286500" y="904875"/>
              <a:ext cx="863600" cy="17145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SemiBold"/>
                  <a:ea typeface="IBM Plex Mono SemiBold"/>
                  <a:cs typeface="IBM Plex Mono SemiBold"/>
                </a:rPr>
                <a:t>W1</a:t>
              </a:r>
              <a:endParaRPr lang="en-US" sz="900" spc="54" kern="0" b="0" i="0" dirty="0">
                <a:solidFill>
                  <a:srgbClr val="070154"/>
                </a:solidFill>
                <a:latin typeface="IBM Plex Mono SemiBold"/>
                <a:ea typeface="IBM Plex Mono SemiBold"/>
                <a:cs typeface="IBM Plex Mono SemiBold"/>
              </a:endParaRPr>
            </a:p>
          </p:txBody>
        </p:sp>
        <p:sp>
          <p:nvSpPr>
            <p:cNvPr id="10" name="node01.periods.slot-002.label"/>
            <p:cNvSpPr/>
            <p:nvPr/>
          </p:nvSpPr>
          <p:spPr>
            <a:xfrm>
              <a:off x="7150100" y="904875"/>
              <a:ext cx="863600" cy="17145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SemiBold"/>
                  <a:ea typeface="IBM Plex Mono SemiBold"/>
                  <a:cs typeface="IBM Plex Mono SemiBold"/>
                </a:rPr>
                <a:t>W2</a:t>
              </a:r>
              <a:endParaRPr lang="en-US" sz="900" spc="54" kern="0" b="0" i="0" dirty="0">
                <a:solidFill>
                  <a:srgbClr val="070154"/>
                </a:solidFill>
                <a:latin typeface="IBM Plex Mono SemiBold"/>
                <a:ea typeface="IBM Plex Mono SemiBold"/>
                <a:cs typeface="IBM Plex Mono SemiBold"/>
              </a:endParaRPr>
            </a:p>
          </p:txBody>
        </p:sp>
        <p:sp>
          <p:nvSpPr>
            <p:cNvPr id="11" name="node01.periods.slot-003.label"/>
            <p:cNvSpPr/>
            <p:nvPr/>
          </p:nvSpPr>
          <p:spPr>
            <a:xfrm>
              <a:off x="8013700" y="904875"/>
              <a:ext cx="863600" cy="17145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SemiBold"/>
                  <a:ea typeface="IBM Plex Mono SemiBold"/>
                  <a:cs typeface="IBM Plex Mono SemiBold"/>
                </a:rPr>
                <a:t>W3</a:t>
              </a:r>
              <a:endParaRPr lang="en-US" sz="900" spc="54" kern="0" b="0" i="0" dirty="0">
                <a:solidFill>
                  <a:srgbClr val="070154"/>
                </a:solidFill>
                <a:latin typeface="IBM Plex Mono SemiBold"/>
                <a:ea typeface="IBM Plex Mono SemiBold"/>
                <a:cs typeface="IBM Plex Mono SemiBold"/>
              </a:endParaRPr>
            </a:p>
          </p:txBody>
        </p:sp>
        <p:sp>
          <p:nvSpPr>
            <p:cNvPr id="12" name="node01.periods.slot-004.label"/>
            <p:cNvSpPr/>
            <p:nvPr/>
          </p:nvSpPr>
          <p:spPr>
            <a:xfrm>
              <a:off x="8877300" y="904875"/>
              <a:ext cx="863600" cy="17145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SemiBold"/>
                  <a:ea typeface="IBM Plex Mono SemiBold"/>
                  <a:cs typeface="IBM Plex Mono SemiBold"/>
                </a:rPr>
                <a:t>W4</a:t>
              </a:r>
              <a:endParaRPr lang="en-US" sz="900" spc="54" kern="0" b="0" i="0" dirty="0">
                <a:solidFill>
                  <a:srgbClr val="070154"/>
                </a:solidFill>
                <a:latin typeface="IBM Plex Mono SemiBold"/>
                <a:ea typeface="IBM Plex Mono SemiBold"/>
                <a:cs typeface="IBM Plex Mono SemiBold"/>
              </a:endParaRPr>
            </a:p>
          </p:txBody>
        </p:sp>
        <p:sp>
          <p:nvSpPr>
            <p:cNvPr id="13" name="node01.periods.slot-005.label"/>
            <p:cNvSpPr/>
            <p:nvPr/>
          </p:nvSpPr>
          <p:spPr>
            <a:xfrm>
              <a:off x="9740900" y="904875"/>
              <a:ext cx="863600" cy="17145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SemiBold"/>
                  <a:ea typeface="IBM Plex Mono SemiBold"/>
                  <a:cs typeface="IBM Plex Mono SemiBold"/>
                </a:rPr>
                <a:t>W5</a:t>
              </a:r>
              <a:endParaRPr lang="en-US" sz="900" spc="54" kern="0" b="0" i="0" dirty="0">
                <a:solidFill>
                  <a:srgbClr val="070154"/>
                </a:solidFill>
                <a:latin typeface="IBM Plex Mono SemiBold"/>
                <a:ea typeface="IBM Plex Mono SemiBold"/>
                <a:cs typeface="IBM Plex Mono SemiBold"/>
              </a:endParaRPr>
            </a:p>
          </p:txBody>
        </p:sp>
        <p:sp>
          <p:nvSpPr>
            <p:cNvPr id="14" name="node01.periods.slot-006.label"/>
            <p:cNvSpPr/>
            <p:nvPr/>
          </p:nvSpPr>
          <p:spPr>
            <a:xfrm>
              <a:off x="10604500" y="904875"/>
              <a:ext cx="863600" cy="17145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SemiBold"/>
                  <a:ea typeface="IBM Plex Mono SemiBold"/>
                  <a:cs typeface="IBM Plex Mono SemiBold"/>
                </a:rPr>
                <a:t>W6</a:t>
              </a:r>
              <a:endParaRPr lang="en-US" sz="900" spc="54" kern="0" b="0" i="0" dirty="0">
                <a:solidFill>
                  <a:srgbClr val="070154"/>
                </a:solidFill>
                <a:latin typeface="IBM Plex Mono SemiBold"/>
                <a:ea typeface="IBM Plex Mono SemiBold"/>
                <a:cs typeface="IBM Plex Mono SemiBold"/>
              </a:endParaRPr>
            </a:p>
          </p:txBody>
        </p:sp>
        <p:sp>
          <p:nvSpPr>
            <p:cNvPr id="15" name="node01.phases.slot-001.rule"/>
            <p:cNvSpPr/>
            <p:nvPr/>
          </p:nvSpPr>
          <p:spPr>
            <a:xfrm>
              <a:off x="6299200" y="533400"/>
              <a:ext cx="838200" cy="38100"/>
            </a:xfrm>
            <a:prstGeom prst="rect">
              <a:avLst/>
            </a:prstGeom>
            <a:solidFill>
              <a:srgbClr val="CED7E6"/>
            </a:solidFill>
            <a:ln>
              <a:noFill/>
            </a:ln>
          </p:spPr>
        </p:sp>
        <p:sp>
          <p:nvSpPr>
            <p:cNvPr id="16" name="node01.phases.slot-001.label"/>
            <p:cNvSpPr/>
            <p:nvPr/>
          </p:nvSpPr>
          <p:spPr>
            <a:xfrm>
              <a:off x="6362700" y="571500"/>
              <a:ext cx="762000" cy="2667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SemiBold"/>
                  <a:ea typeface="IBM Plex Mono SemiBold"/>
                  <a:cs typeface="IBM Plex Mono SemiBold"/>
                </a:rPr>
                <a:t>FRAME</a:t>
              </a:r>
              <a:endParaRPr lang="en-US" sz="900" spc="54" kern="0" b="0" i="0" dirty="0">
                <a:solidFill>
                  <a:srgbClr val="070154"/>
                </a:solidFill>
                <a:latin typeface="IBM Plex Mono SemiBold"/>
                <a:ea typeface="IBM Plex Mono SemiBold"/>
                <a:cs typeface="IBM Plex Mono SemiBold"/>
              </a:endParaRPr>
            </a:p>
          </p:txBody>
        </p:sp>
        <p:sp>
          <p:nvSpPr>
            <p:cNvPr id="17" name="node01.phases.slot-002.rule"/>
            <p:cNvSpPr/>
            <p:nvPr/>
          </p:nvSpPr>
          <p:spPr>
            <a:xfrm>
              <a:off x="7162800" y="533400"/>
              <a:ext cx="3429000" cy="38100"/>
            </a:xfrm>
            <a:prstGeom prst="rect">
              <a:avLst/>
            </a:prstGeom>
            <a:solidFill>
              <a:srgbClr val="070154"/>
            </a:solidFill>
            <a:ln>
              <a:noFill/>
            </a:ln>
          </p:spPr>
        </p:sp>
        <p:sp>
          <p:nvSpPr>
            <p:cNvPr id="18" name="node01.phases.slot-002.label"/>
            <p:cNvSpPr/>
            <p:nvPr/>
          </p:nvSpPr>
          <p:spPr>
            <a:xfrm>
              <a:off x="7226300" y="571500"/>
              <a:ext cx="3352800" cy="2667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SemiBold"/>
                  <a:ea typeface="IBM Plex Mono SemiBold"/>
                  <a:cs typeface="IBM Plex Mono SemiBold"/>
                </a:rPr>
                <a:t>PILOT</a:t>
              </a:r>
              <a:endParaRPr lang="en-US" sz="900" spc="54" kern="0" b="0" i="0" dirty="0">
                <a:solidFill>
                  <a:srgbClr val="070154"/>
                </a:solidFill>
                <a:latin typeface="IBM Plex Mono SemiBold"/>
                <a:ea typeface="IBM Plex Mono SemiBold"/>
                <a:cs typeface="IBM Plex Mono SemiBold"/>
              </a:endParaRPr>
            </a:p>
          </p:txBody>
        </p:sp>
        <p:sp>
          <p:nvSpPr>
            <p:cNvPr id="19" name="node01.phases.slot-003.rule"/>
            <p:cNvSpPr/>
            <p:nvPr/>
          </p:nvSpPr>
          <p:spPr>
            <a:xfrm>
              <a:off x="10617200" y="533400"/>
              <a:ext cx="838200" cy="38100"/>
            </a:xfrm>
            <a:prstGeom prst="rect">
              <a:avLst/>
            </a:prstGeom>
            <a:solidFill>
              <a:srgbClr val="F900D3"/>
            </a:solidFill>
            <a:ln>
              <a:noFill/>
            </a:ln>
          </p:spPr>
        </p:sp>
        <p:sp>
          <p:nvSpPr>
            <p:cNvPr id="20" name="node01.phases.slot-003.label"/>
            <p:cNvSpPr/>
            <p:nvPr/>
          </p:nvSpPr>
          <p:spPr>
            <a:xfrm>
              <a:off x="10680700" y="571500"/>
              <a:ext cx="762000" cy="2667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SemiBold"/>
                  <a:ea typeface="IBM Plex Mono SemiBold"/>
                  <a:cs typeface="IBM Plex Mono SemiBold"/>
                </a:rPr>
                <a:t>DECIDE</a:t>
              </a:r>
              <a:endParaRPr lang="en-US" sz="900" spc="54" kern="0" b="0" i="0" dirty="0">
                <a:solidFill>
                  <a:srgbClr val="070154"/>
                </a:solidFill>
                <a:latin typeface="IBM Plex Mono SemiBold"/>
                <a:ea typeface="IBM Plex Mono SemiBold"/>
                <a:cs typeface="IBM Plex Mono SemiBold"/>
              </a:endParaRPr>
            </a:p>
          </p:txBody>
        </p:sp>
        <p:sp>
          <p:nvSpPr>
            <p:cNvPr id="21" name="node01.grid-1"/>
            <p:cNvSpPr/>
            <p:nvPr/>
          </p:nvSpPr>
          <p:spPr>
            <a:xfrm>
              <a:off x="7150100" y="1143000"/>
              <a:ext cx="0" cy="1600200"/>
            </a:xfrm>
            <a:custGeom>
              <a:avLst/>
              <a:gdLst/>
              <a:ahLst/>
              <a:cxnLst/>
              <a:rect l="l" t="t" r="r" b="b"/>
              <a:pathLst>
                <a:path h="1600200">
                  <a:moveTo>
                    <a:pt x="0" y="0"/>
                  </a:moveTo>
                  <a:lnTo>
                    <a:pt x="0" y="1600200"/>
                  </a:lnTo>
                </a:path>
              </a:pathLst>
            </a:custGeom>
            <a:ln w="9525">
              <a:solidFill>
                <a:srgbClr val="CED7E6"/>
              </a:solidFill>
              <a:prstDash val="solid"/>
            </a:ln>
          </p:spPr>
        </p:sp>
        <p:sp>
          <p:nvSpPr>
            <p:cNvPr id="22" name="node01.grid-2"/>
            <p:cNvSpPr/>
            <p:nvPr/>
          </p:nvSpPr>
          <p:spPr>
            <a:xfrm>
              <a:off x="8013700" y="1143000"/>
              <a:ext cx="0" cy="1600200"/>
            </a:xfrm>
            <a:custGeom>
              <a:avLst/>
              <a:gdLst/>
              <a:ahLst/>
              <a:cxnLst/>
              <a:rect l="l" t="t" r="r" b="b"/>
              <a:pathLst>
                <a:path h="1600200">
                  <a:moveTo>
                    <a:pt x="0" y="0"/>
                  </a:moveTo>
                  <a:lnTo>
                    <a:pt x="0" y="1600200"/>
                  </a:lnTo>
                </a:path>
              </a:pathLst>
            </a:custGeom>
            <a:ln w="9525">
              <a:solidFill>
                <a:srgbClr val="CED7E6"/>
              </a:solidFill>
              <a:prstDash val="solid"/>
            </a:ln>
          </p:spPr>
        </p:sp>
        <p:sp>
          <p:nvSpPr>
            <p:cNvPr id="23" name="node01.grid-3"/>
            <p:cNvSpPr/>
            <p:nvPr/>
          </p:nvSpPr>
          <p:spPr>
            <a:xfrm>
              <a:off x="8877300" y="1143000"/>
              <a:ext cx="0" cy="1600200"/>
            </a:xfrm>
            <a:custGeom>
              <a:avLst/>
              <a:gdLst/>
              <a:ahLst/>
              <a:cxnLst/>
              <a:rect l="l" t="t" r="r" b="b"/>
              <a:pathLst>
                <a:path h="1600200">
                  <a:moveTo>
                    <a:pt x="0" y="0"/>
                  </a:moveTo>
                  <a:lnTo>
                    <a:pt x="0" y="1600200"/>
                  </a:lnTo>
                </a:path>
              </a:pathLst>
            </a:custGeom>
            <a:ln w="9525">
              <a:solidFill>
                <a:srgbClr val="CED7E6"/>
              </a:solidFill>
              <a:prstDash val="solid"/>
            </a:ln>
          </p:spPr>
        </p:sp>
        <p:sp>
          <p:nvSpPr>
            <p:cNvPr id="24" name="node01.grid-4"/>
            <p:cNvSpPr/>
            <p:nvPr/>
          </p:nvSpPr>
          <p:spPr>
            <a:xfrm>
              <a:off x="9740900" y="1143000"/>
              <a:ext cx="0" cy="1600200"/>
            </a:xfrm>
            <a:custGeom>
              <a:avLst/>
              <a:gdLst/>
              <a:ahLst/>
              <a:cxnLst/>
              <a:rect l="l" t="t" r="r" b="b"/>
              <a:pathLst>
                <a:path h="1600200">
                  <a:moveTo>
                    <a:pt x="0" y="0"/>
                  </a:moveTo>
                  <a:lnTo>
                    <a:pt x="0" y="1600200"/>
                  </a:lnTo>
                </a:path>
              </a:pathLst>
            </a:custGeom>
            <a:ln w="9525">
              <a:solidFill>
                <a:srgbClr val="CED7E6"/>
              </a:solidFill>
              <a:prstDash val="solid"/>
            </a:ln>
          </p:spPr>
        </p:sp>
        <p:sp>
          <p:nvSpPr>
            <p:cNvPr id="25" name="node01.grid-5"/>
            <p:cNvSpPr/>
            <p:nvPr/>
          </p:nvSpPr>
          <p:spPr>
            <a:xfrm>
              <a:off x="10604500" y="1143000"/>
              <a:ext cx="0" cy="1600200"/>
            </a:xfrm>
            <a:custGeom>
              <a:avLst/>
              <a:gdLst/>
              <a:ahLst/>
              <a:cxnLst/>
              <a:rect l="l" t="t" r="r" b="b"/>
              <a:pathLst>
                <a:path h="1600200">
                  <a:moveTo>
                    <a:pt x="0" y="0"/>
                  </a:moveTo>
                  <a:lnTo>
                    <a:pt x="0" y="1600200"/>
                  </a:lnTo>
                </a:path>
              </a:pathLst>
            </a:custGeom>
            <a:ln w="9525">
              <a:solidFill>
                <a:srgbClr val="CED7E6"/>
              </a:solidFill>
              <a:prstDash val="solid"/>
            </a:ln>
          </p:spPr>
        </p:sp>
        <p:sp>
          <p:nvSpPr>
            <p:cNvPr id="26" name="node01.timeline-left"/>
            <p:cNvSpPr/>
            <p:nvPr/>
          </p:nvSpPr>
          <p:spPr>
            <a:xfrm>
              <a:off x="6286500" y="457200"/>
              <a:ext cx="0" cy="2286000"/>
            </a:xfrm>
            <a:custGeom>
              <a:avLst/>
              <a:gdLst/>
              <a:ahLst/>
              <a:cxnLst/>
              <a:rect l="l" t="t" r="r" b="b"/>
              <a:pathLst>
                <a:path h="2286000">
                  <a:moveTo>
                    <a:pt x="0" y="0"/>
                  </a:moveTo>
                  <a:lnTo>
                    <a:pt x="0" y="2286000"/>
                  </a:lnTo>
                </a:path>
              </a:pathLst>
            </a:custGeom>
            <a:ln w="12700">
              <a:solidFill>
                <a:srgbClr val="CED7E6"/>
              </a:solidFill>
              <a:prstDash val="solid"/>
            </a:ln>
          </p:spPr>
        </p:sp>
        <p:sp>
          <p:nvSpPr>
            <p:cNvPr id="27" name="node01.groups.slot-001.tab"/>
            <p:cNvSpPr/>
            <p:nvPr/>
          </p:nvSpPr>
          <p:spPr>
            <a:xfrm>
              <a:off x="4381500" y="1181100"/>
              <a:ext cx="228600" cy="1524000"/>
            </a:xfrm>
            <a:prstGeom prst="rect">
              <a:avLst/>
            </a:prstGeom>
            <a:solidFill>
              <a:srgbClr val="070154"/>
            </a:solidFill>
            <a:ln>
              <a:noFill/>
            </a:ln>
          </p:spPr>
        </p:sp>
        <p:sp>
          <p:nvSpPr>
            <p:cNvPr id="28" name="node01.groups.slot-001.label"/>
            <p:cNvSpPr/>
            <p:nvPr/>
          </p:nvSpPr>
          <p:spPr>
            <a:xfrm rot="-5400000">
              <a:off x="3771900" y="1866900"/>
              <a:ext cx="1447800" cy="152400"/>
            </a:xfrm>
            <a:prstGeom prst="rect">
              <a:avLst/>
            </a:prstGeom>
            <a:noFill/>
            <a:ln/>
          </p:spPr>
          <p:txBody>
            <a:bodyPr wrap="square" lIns="0" tIns="0" rIns="0" bIns="0" rtlCol="0" anchor="t"/>
            <a:lstStyle/>
            <a:p>
              <a:pPr algn="ctr" indent="0" marL="0">
                <a:lnSpc>
                  <a:spcPts val="1200"/>
                </a:lnSpc>
                <a:buNone/>
              </a:pPr>
              <a:r>
                <a:rPr lang="en-US" sz="800" spc="80" kern="0" b="0" i="0" dirty="0">
                  <a:solidFill>
                    <a:srgbClr val="FFFFFF"/>
                  </a:solidFill>
                  <a:latin typeface="IBM Plex Mono SemiBold"/>
                  <a:ea typeface="IBM Plex Mono SemiBold"/>
                  <a:cs typeface="IBM Plex Mono SemiBold"/>
                </a:rPr>
                <a:t>PILOT</a:t>
              </a:r>
              <a:endParaRPr lang="en-US" sz="800" spc="80" kern="0" b="0" i="0" dirty="0">
                <a:solidFill>
                  <a:srgbClr val="FFFFFF"/>
                </a:solidFill>
                <a:latin typeface="IBM Plex Mono SemiBold"/>
                <a:ea typeface="IBM Plex Mono SemiBold"/>
                <a:cs typeface="IBM Plex Mono SemiBold"/>
              </a:endParaRPr>
            </a:p>
          </p:txBody>
        </p:sp>
        <p:grpSp>
          <p:nvGrpSpPr>
            <p:cNvPr id="100" name="node01.groups.slot-001.lanes.slot-001.icon"/>
            <p:cNvGrpSpPr/>
            <p:nvPr/>
          </p:nvGrpSpPr>
          <p:grpSpPr>
            <a:xfrm>
              <a:off x="4724400" y="1295400"/>
              <a:ext cx="228600" cy="228600"/>
              <a:chOff x="4724400" y="1295400"/>
              <a:chExt cx="228600" cy="228600"/>
            </a:xfrm>
          </p:grpSpPr>
          <p:pic>
            <p:nvPicPr>
              <p:cNvPr id="29" name="node01.groups.slot-001.lanes.slot-001.icon.image" descr="icon/target/navy; canonical SHA256=7e8fac18a33f4dbf87bdc105aa76f235f0d896fece68d1da2e445593da87cb5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724400" y="1295400"/>
                <a:ext cx="228600" cy="228600"/>
              </a:xfrm>
              <a:prstGeom prst="rect">
                <a:avLst/>
              </a:prstGeom>
            </p:spPr>
          </p:pic>
        </p:grpSp>
        <p:sp>
          <p:nvSpPr>
            <p:cNvPr id="30" name="node01.groups.slot-001.lanes.slot-001.title"/>
            <p:cNvSpPr/>
            <p:nvPr/>
          </p:nvSpPr>
          <p:spPr>
            <a:xfrm>
              <a:off x="5067300" y="1176338"/>
              <a:ext cx="1104900" cy="466725"/>
            </a:xfrm>
            <a:prstGeom prst="rect">
              <a:avLst/>
            </a:prstGeom>
            <a:noFill/>
            <a:ln/>
          </p:spPr>
          <p:txBody>
            <a:bodyPr wrap="square" lIns="0" tIns="0" rIns="0" bIns="0" rtlCol="0" anchor="t"/>
            <a:lstStyle/>
            <a:p>
              <a:pPr algn="l" indent="0" marL="0">
                <a:lnSpc>
                  <a:spcPts val="1800"/>
                </a:lnSpc>
                <a:buNone/>
              </a:pPr>
              <a:r>
                <a:rPr lang="en-US" sz="1250" spc="0" kern="0" b="0" i="0" dirty="0">
                  <a:solidFill>
                    <a:srgbClr val="070154"/>
                  </a:solidFill>
                  <a:latin typeface="IBM Plex Sans SemiBold"/>
                  <a:ea typeface="IBM Plex Sans SemiBold"/>
                  <a:cs typeface="IBM Plex Sans SemiBold"/>
                </a:rPr>
                <a:t>1 Use-case scoping</a:t>
              </a:r>
              <a:endParaRPr lang="en-US" sz="1250" spc="0" kern="0" b="0" i="0" dirty="0">
                <a:solidFill>
                  <a:srgbClr val="070154"/>
                </a:solidFill>
                <a:latin typeface="IBM Plex Sans SemiBold"/>
                <a:ea typeface="IBM Plex Sans SemiBold"/>
                <a:cs typeface="IBM Plex Sans SemiBold"/>
              </a:endParaRPr>
            </a:p>
          </p:txBody>
        </p:sp>
        <p:sp>
          <p:nvSpPr>
            <p:cNvPr id="31" name="node01.groups.slot-001.lanes.slot-001.separator"/>
            <p:cNvSpPr/>
            <p:nvPr/>
          </p:nvSpPr>
          <p:spPr>
            <a:xfrm>
              <a:off x="4610100" y="1671638"/>
              <a:ext cx="6858000" cy="0"/>
            </a:xfrm>
            <a:custGeom>
              <a:avLst/>
              <a:gdLst/>
              <a:ahLst/>
              <a:cxnLst/>
              <a:rect l="l" t="t" r="r" b="b"/>
              <a:pathLst>
                <a:path w="6858000">
                  <a:moveTo>
                    <a:pt x="0" y="0"/>
                  </a:moveTo>
                  <a:lnTo>
                    <a:pt x="6858000" y="0"/>
                  </a:lnTo>
                </a:path>
              </a:pathLst>
            </a:custGeom>
            <a:ln w="9525">
              <a:solidFill>
                <a:srgbClr val="CED7E6"/>
              </a:solidFill>
              <a:prstDash val="solid"/>
            </a:ln>
          </p:spPr>
        </p:sp>
        <p:sp>
          <p:nvSpPr>
            <p:cNvPr id="32" name="node01.groups.slot-001.lanes.slot-001.items.slot-001.segment-0"/>
            <p:cNvSpPr/>
            <p:nvPr/>
          </p:nvSpPr>
          <p:spPr>
            <a:xfrm>
              <a:off x="6286500" y="1270000"/>
              <a:ext cx="2159000" cy="279400"/>
            </a:xfrm>
            <a:prstGeom prst="rect">
              <a:avLst/>
            </a:prstGeom>
            <a:solidFill>
              <a:srgbClr val="070154"/>
            </a:solidFill>
            <a:ln w="9525">
              <a:solidFill>
                <a:srgbClr val="070154"/>
              </a:solidFill>
              <a:prstDash val="solid"/>
            </a:ln>
          </p:spPr>
        </p:sp>
        <p:sp>
          <p:nvSpPr>
            <p:cNvPr id="33" name="node01.groups.slot-001.lanes.slot-001.items.slot-001.label"/>
            <p:cNvSpPr/>
            <p:nvPr/>
          </p:nvSpPr>
          <p:spPr>
            <a:xfrm>
              <a:off x="6375400" y="1295400"/>
              <a:ext cx="485775"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SemiBold"/>
                  <a:ea typeface="IBM Plex Sans SemiBold"/>
                  <a:cs typeface="IBM Plex Sans SemiBold"/>
                </a:rPr>
                <a:t>Scope</a:t>
              </a:r>
              <a:endParaRPr lang="en-US" sz="1200" spc="0" kern="0" b="0" i="0" dirty="0">
                <a:solidFill>
                  <a:srgbClr val="FFFFFF"/>
                </a:solidFill>
                <a:latin typeface="IBM Plex Sans SemiBold"/>
                <a:ea typeface="IBM Plex Sans SemiBold"/>
                <a:cs typeface="IBM Plex Sans SemiBold"/>
              </a:endParaRPr>
            </a:p>
          </p:txBody>
        </p:sp>
        <p:sp>
          <p:nvSpPr>
            <p:cNvPr id="34" name="node01.groups.slot-001.lanes.slot-001.items.slot-002.marker"/>
            <p:cNvSpPr/>
            <p:nvPr/>
          </p:nvSpPr>
          <p:spPr>
            <a:xfrm>
              <a:off x="8788400" y="1320800"/>
              <a:ext cx="177800" cy="177800"/>
            </a:xfrm>
            <a:prstGeom prst="star5">
              <a:avLst/>
            </a:prstGeom>
            <a:solidFill>
              <a:srgbClr val="F900D3"/>
            </a:solidFill>
            <a:ln>
              <a:noFill/>
            </a:ln>
          </p:spPr>
        </p:sp>
        <p:sp>
          <p:nvSpPr>
            <p:cNvPr id="35" name="node01.groups.slot-001.lanes.slot-001.items.slot-002.label"/>
            <p:cNvSpPr/>
            <p:nvPr/>
          </p:nvSpPr>
          <p:spPr>
            <a:xfrm>
              <a:off x="9017000" y="1295400"/>
              <a:ext cx="769938"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Workshop</a:t>
              </a:r>
              <a:endParaRPr lang="en-US" sz="1200" spc="0" kern="0" b="0" i="0" dirty="0">
                <a:solidFill>
                  <a:srgbClr val="070154"/>
                </a:solidFill>
                <a:latin typeface="IBM Plex Sans SemiBold"/>
                <a:ea typeface="IBM Plex Sans SemiBold"/>
                <a:cs typeface="IBM Plex Sans SemiBold"/>
              </a:endParaRPr>
            </a:p>
          </p:txBody>
        </p:sp>
        <p:grpSp>
          <p:nvGrpSpPr>
            <p:cNvPr id="101" name="node01.groups.slot-001.lanes.slot-002.icon"/>
            <p:cNvGrpSpPr/>
            <p:nvPr/>
          </p:nvGrpSpPr>
          <p:grpSpPr>
            <a:xfrm>
              <a:off x="4724400" y="1828800"/>
              <a:ext cx="228600" cy="228600"/>
              <a:chOff x="4724400" y="1828800"/>
              <a:chExt cx="228600" cy="228600"/>
            </a:xfrm>
          </p:grpSpPr>
          <p:pic>
            <p:nvPicPr>
              <p:cNvPr id="36" name="node01.groups.slot-001.lanes.slot-002.icon.image" descr="icon/layered-documents/navy; canonical SHA256=db84d00de5e459ac3c9d0cccae790edc7cc7245ecc7202e2555053b853b340f8">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724400" y="1828800"/>
                <a:ext cx="228600" cy="228600"/>
              </a:xfrm>
              <a:prstGeom prst="rect">
                <a:avLst/>
              </a:prstGeom>
            </p:spPr>
          </p:pic>
        </p:grpSp>
        <p:sp>
          <p:nvSpPr>
            <p:cNvPr id="37" name="node01.groups.slot-001.lanes.slot-002.title"/>
            <p:cNvSpPr/>
            <p:nvPr/>
          </p:nvSpPr>
          <p:spPr>
            <a:xfrm>
              <a:off x="5067300" y="1824038"/>
              <a:ext cx="1104900" cy="238125"/>
            </a:xfrm>
            <a:prstGeom prst="rect">
              <a:avLst/>
            </a:prstGeom>
            <a:noFill/>
            <a:ln/>
          </p:spPr>
          <p:txBody>
            <a:bodyPr wrap="square" lIns="0" tIns="0" rIns="0" bIns="0" rtlCol="0" anchor="t"/>
            <a:lstStyle/>
            <a:p>
              <a:pPr algn="l" indent="0" marL="0">
                <a:lnSpc>
                  <a:spcPts val="1800"/>
                </a:lnSpc>
                <a:buNone/>
              </a:pPr>
              <a:r>
                <a:rPr lang="en-US" sz="1250" spc="0" kern="0" b="0" i="0" dirty="0">
                  <a:solidFill>
                    <a:srgbClr val="070154"/>
                  </a:solidFill>
                  <a:latin typeface="IBM Plex Sans SemiBold"/>
                  <a:ea typeface="IBM Plex Sans SemiBold"/>
                  <a:cs typeface="IBM Plex Sans SemiBold"/>
                </a:rPr>
                <a:t>2 Prototype</a:t>
              </a:r>
              <a:endParaRPr lang="en-US" sz="1250" spc="0" kern="0" b="0" i="0" dirty="0">
                <a:solidFill>
                  <a:srgbClr val="070154"/>
                </a:solidFill>
                <a:latin typeface="IBM Plex Sans SemiBold"/>
                <a:ea typeface="IBM Plex Sans SemiBold"/>
                <a:cs typeface="IBM Plex Sans SemiBold"/>
              </a:endParaRPr>
            </a:p>
          </p:txBody>
        </p:sp>
        <p:sp>
          <p:nvSpPr>
            <p:cNvPr id="38" name="node01.groups.slot-001.lanes.slot-002.separator"/>
            <p:cNvSpPr/>
            <p:nvPr/>
          </p:nvSpPr>
          <p:spPr>
            <a:xfrm>
              <a:off x="4610100" y="2205038"/>
              <a:ext cx="6858000" cy="0"/>
            </a:xfrm>
            <a:custGeom>
              <a:avLst/>
              <a:gdLst/>
              <a:ahLst/>
              <a:cxnLst/>
              <a:rect l="l" t="t" r="r" b="b"/>
              <a:pathLst>
                <a:path w="6858000">
                  <a:moveTo>
                    <a:pt x="0" y="0"/>
                  </a:moveTo>
                  <a:lnTo>
                    <a:pt x="6858000" y="0"/>
                  </a:lnTo>
                </a:path>
              </a:pathLst>
            </a:custGeom>
            <a:ln w="9525">
              <a:solidFill>
                <a:srgbClr val="CED7E6"/>
              </a:solidFill>
              <a:prstDash val="solid"/>
            </a:ln>
          </p:spPr>
        </p:sp>
        <p:sp>
          <p:nvSpPr>
            <p:cNvPr id="39" name="node01.groups.slot-001.lanes.slot-002.items.slot-001.segment-0"/>
            <p:cNvSpPr/>
            <p:nvPr/>
          </p:nvSpPr>
          <p:spPr>
            <a:xfrm>
              <a:off x="8013700" y="1803400"/>
              <a:ext cx="2590800" cy="279400"/>
            </a:xfrm>
            <a:prstGeom prst="rect">
              <a:avLst/>
            </a:prstGeom>
            <a:solidFill>
              <a:srgbClr val="070154"/>
            </a:solidFill>
            <a:ln w="9525">
              <a:solidFill>
                <a:srgbClr val="070154"/>
              </a:solidFill>
              <a:prstDash val="solid"/>
            </a:ln>
          </p:spPr>
        </p:sp>
        <p:sp>
          <p:nvSpPr>
            <p:cNvPr id="40" name="node01.groups.slot-001.lanes.slot-002.items.slot-001.label"/>
            <p:cNvSpPr/>
            <p:nvPr/>
          </p:nvSpPr>
          <p:spPr>
            <a:xfrm>
              <a:off x="8102600" y="1828800"/>
              <a:ext cx="10795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SemiBold"/>
                  <a:ea typeface="IBM Plex Sans SemiBold"/>
                  <a:cs typeface="IBM Plex Sans SemiBold"/>
                </a:rPr>
                <a:t>Build and tune</a:t>
              </a:r>
              <a:endParaRPr lang="en-US" sz="1200" spc="0" kern="0" b="0" i="0" dirty="0">
                <a:solidFill>
                  <a:srgbClr val="FFFFFF"/>
                </a:solidFill>
                <a:latin typeface="IBM Plex Sans SemiBold"/>
                <a:ea typeface="IBM Plex Sans SemiBold"/>
                <a:cs typeface="IBM Plex Sans SemiBold"/>
              </a:endParaRPr>
            </a:p>
          </p:txBody>
        </p:sp>
        <p:grpSp>
          <p:nvGrpSpPr>
            <p:cNvPr id="102" name="node01.groups.slot-001.lanes.slot-003.icon"/>
            <p:cNvGrpSpPr/>
            <p:nvPr/>
          </p:nvGrpSpPr>
          <p:grpSpPr>
            <a:xfrm>
              <a:off x="4724400" y="2362200"/>
              <a:ext cx="228600" cy="228600"/>
              <a:chOff x="4724400" y="2362200"/>
              <a:chExt cx="228600" cy="228600"/>
            </a:xfrm>
          </p:grpSpPr>
          <p:pic>
            <p:nvPicPr>
              <p:cNvPr id="41" name="node01.groups.slot-001.lanes.slot-003.icon.image" descr="icon/bar-chart/navy; canonical SHA256=ef1f15eb38c1ba82ee6b782272a1e5c09e5bdbdd07b859ba9938db4f552022db">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724400" y="2362200"/>
                <a:ext cx="228600" cy="228600"/>
              </a:xfrm>
              <a:prstGeom prst="rect">
                <a:avLst/>
              </a:prstGeom>
            </p:spPr>
          </p:pic>
        </p:grpSp>
        <p:sp>
          <p:nvSpPr>
            <p:cNvPr id="42" name="node01.groups.slot-001.lanes.slot-003.title"/>
            <p:cNvSpPr/>
            <p:nvPr/>
          </p:nvSpPr>
          <p:spPr>
            <a:xfrm>
              <a:off x="5067300" y="2243138"/>
              <a:ext cx="1104900" cy="466725"/>
            </a:xfrm>
            <a:prstGeom prst="rect">
              <a:avLst/>
            </a:prstGeom>
            <a:noFill/>
            <a:ln/>
          </p:spPr>
          <p:txBody>
            <a:bodyPr wrap="square" lIns="0" tIns="0" rIns="0" bIns="0" rtlCol="0" anchor="t"/>
            <a:lstStyle/>
            <a:p>
              <a:pPr algn="l" indent="0" marL="0">
                <a:lnSpc>
                  <a:spcPts val="1800"/>
                </a:lnSpc>
                <a:buNone/>
              </a:pPr>
              <a:r>
                <a:rPr lang="en-US" sz="1250" spc="0" kern="0" b="0" i="0" dirty="0">
                  <a:solidFill>
                    <a:srgbClr val="070154"/>
                  </a:solidFill>
                  <a:latin typeface="IBM Plex Sans SemiBold"/>
                  <a:ea typeface="IBM Plex Sans SemiBold"/>
                  <a:cs typeface="IBM Plex Sans SemiBold"/>
                </a:rPr>
                <a:t>3 Evaluate, decide</a:t>
              </a:r>
              <a:endParaRPr lang="en-US" sz="1250" spc="0" kern="0" b="0" i="0" dirty="0">
                <a:solidFill>
                  <a:srgbClr val="070154"/>
                </a:solidFill>
                <a:latin typeface="IBM Plex Sans SemiBold"/>
                <a:ea typeface="IBM Plex Sans SemiBold"/>
                <a:cs typeface="IBM Plex Sans SemiBold"/>
              </a:endParaRPr>
            </a:p>
          </p:txBody>
        </p:sp>
        <p:sp>
          <p:nvSpPr>
            <p:cNvPr id="43" name="node01.groups.slot-001.lanes.slot-003.separator"/>
            <p:cNvSpPr/>
            <p:nvPr/>
          </p:nvSpPr>
          <p:spPr>
            <a:xfrm>
              <a:off x="4381500" y="2736850"/>
              <a:ext cx="7086600" cy="0"/>
            </a:xfrm>
            <a:custGeom>
              <a:avLst/>
              <a:gdLst/>
              <a:ahLst/>
              <a:cxnLst/>
              <a:rect l="l" t="t" r="r" b="b"/>
              <a:pathLst>
                <a:path w="7086600">
                  <a:moveTo>
                    <a:pt x="0" y="0"/>
                  </a:moveTo>
                  <a:lnTo>
                    <a:pt x="7086600" y="0"/>
                  </a:lnTo>
                </a:path>
              </a:pathLst>
            </a:custGeom>
            <a:ln w="12700">
              <a:solidFill>
                <a:srgbClr val="070154"/>
              </a:solidFill>
              <a:prstDash val="solid"/>
            </a:ln>
          </p:spPr>
        </p:sp>
        <p:sp>
          <p:nvSpPr>
            <p:cNvPr id="44" name="node01.groups.slot-001.lanes.slot-003.items.slot-001.segment-0"/>
            <p:cNvSpPr/>
            <p:nvPr/>
          </p:nvSpPr>
          <p:spPr>
            <a:xfrm>
              <a:off x="9309100" y="2336800"/>
              <a:ext cx="1468120" cy="279400"/>
            </a:xfrm>
            <a:prstGeom prst="rect">
              <a:avLst/>
            </a:prstGeom>
            <a:solidFill>
              <a:srgbClr val="CED7E6"/>
            </a:solidFill>
            <a:ln w="9525">
              <a:solidFill>
                <a:srgbClr val="070154"/>
              </a:solidFill>
              <a:prstDash val="solid"/>
            </a:ln>
          </p:spPr>
        </p:sp>
        <p:sp>
          <p:nvSpPr>
            <p:cNvPr id="45" name="node01.groups.slot-001.lanes.slot-003.items.slot-001.label"/>
            <p:cNvSpPr/>
            <p:nvPr/>
          </p:nvSpPr>
          <p:spPr>
            <a:xfrm>
              <a:off x="9398000" y="2362200"/>
              <a:ext cx="657225"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Measure</a:t>
              </a:r>
              <a:endParaRPr lang="en-US" sz="1200" spc="0" kern="0" b="0" i="0" dirty="0">
                <a:solidFill>
                  <a:srgbClr val="070154"/>
                </a:solidFill>
                <a:latin typeface="IBM Plex Sans SemiBold"/>
                <a:ea typeface="IBM Plex Sans SemiBold"/>
                <a:cs typeface="IBM Plex Sans SemiBold"/>
              </a:endParaRPr>
            </a:p>
          </p:txBody>
        </p:sp>
        <p:sp>
          <p:nvSpPr>
            <p:cNvPr id="46" name="node01.groups.slot-001.lanes.slot-003.items.slot-002.segment-0"/>
            <p:cNvSpPr/>
            <p:nvPr/>
          </p:nvSpPr>
          <p:spPr>
            <a:xfrm>
              <a:off x="10777220" y="2336800"/>
              <a:ext cx="690880" cy="279400"/>
            </a:xfrm>
            <a:prstGeom prst="rect">
              <a:avLst/>
            </a:prstGeom>
            <a:solidFill>
              <a:srgbClr val="CED7E6"/>
            </a:solidFill>
            <a:ln w="9525">
              <a:solidFill>
                <a:srgbClr val="070154"/>
              </a:solidFill>
              <a:prstDash val="solid"/>
            </a:ln>
          </p:spPr>
        </p:sp>
        <p:sp>
          <p:nvSpPr>
            <p:cNvPr id="47" name="node01.groups.slot-001.lanes.slot-003.items.slot-002.label"/>
            <p:cNvSpPr/>
            <p:nvPr/>
          </p:nvSpPr>
          <p:spPr>
            <a:xfrm>
              <a:off x="10866120" y="2362200"/>
              <a:ext cx="32385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Call</a:t>
              </a:r>
              <a:endParaRPr lang="en-US" sz="1200" spc="0" kern="0" b="0" i="0" dirty="0">
                <a:solidFill>
                  <a:srgbClr val="070154"/>
                </a:solidFill>
                <a:latin typeface="IBM Plex Sans SemiBold"/>
                <a:ea typeface="IBM Plex Sans SemiBold"/>
                <a:cs typeface="IBM Plex Sans SemiBold"/>
              </a:endParaRPr>
            </a:p>
          </p:txBody>
        </p:sp>
        <p:grpSp>
          <p:nvGrpSpPr>
            <p:cNvPr id="103" name="node01.legend"/>
            <p:cNvGrpSpPr/>
            <p:nvPr/>
          </p:nvGrpSpPr>
          <p:grpSpPr>
            <a:xfrm>
              <a:off x="6286500" y="2921000"/>
              <a:ext cx="4035425" cy="228600"/>
              <a:chOff x="6286500" y="2921000"/>
              <a:chExt cx="4035425" cy="228600"/>
            </a:xfrm>
          </p:grpSpPr>
          <p:sp>
            <p:nvSpPr>
              <p:cNvPr id="48" name="node01.legend.items.kind-core.swatch"/>
              <p:cNvSpPr/>
              <p:nvPr/>
            </p:nvSpPr>
            <p:spPr>
              <a:xfrm>
                <a:off x="6286500" y="2971800"/>
                <a:ext cx="127000" cy="127000"/>
              </a:xfrm>
              <a:prstGeom prst="rect">
                <a:avLst/>
              </a:prstGeom>
              <a:solidFill>
                <a:srgbClr val="070154"/>
              </a:solidFill>
              <a:ln w="9525">
                <a:solidFill>
                  <a:srgbClr val="070154"/>
                </a:solidFill>
                <a:prstDash val="solid"/>
              </a:ln>
            </p:spPr>
          </p:sp>
          <p:sp>
            <p:nvSpPr>
              <p:cNvPr id="49" name="node01.legend.items.kind-core.text"/>
              <p:cNvSpPr/>
              <p:nvPr/>
            </p:nvSpPr>
            <p:spPr>
              <a:xfrm>
                <a:off x="6477000" y="2921000"/>
                <a:ext cx="900113"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Core activity</a:t>
                </a:r>
                <a:endParaRPr lang="en-US" sz="1200" spc="0" kern="0" b="0" i="0" dirty="0">
                  <a:solidFill>
                    <a:srgbClr val="070154"/>
                  </a:solidFill>
                  <a:latin typeface="IBM Plex Sans"/>
                  <a:ea typeface="IBM Plex Sans"/>
                  <a:cs typeface="IBM Plex Sans"/>
                </a:endParaRPr>
              </a:p>
            </p:txBody>
          </p:sp>
          <p:sp>
            <p:nvSpPr>
              <p:cNvPr id="50" name="node01.legend.items.kind-support.swatch"/>
              <p:cNvSpPr/>
              <p:nvPr/>
            </p:nvSpPr>
            <p:spPr>
              <a:xfrm>
                <a:off x="7605713" y="2971800"/>
                <a:ext cx="127000" cy="127000"/>
              </a:xfrm>
              <a:prstGeom prst="rect">
                <a:avLst/>
              </a:prstGeom>
              <a:solidFill>
                <a:srgbClr val="CED7E6"/>
              </a:solidFill>
              <a:ln w="9525">
                <a:solidFill>
                  <a:srgbClr val="070154"/>
                </a:solidFill>
                <a:prstDash val="solid"/>
              </a:ln>
            </p:spPr>
          </p:sp>
          <p:sp>
            <p:nvSpPr>
              <p:cNvPr id="51" name="node01.legend.items.kind-support.text"/>
              <p:cNvSpPr/>
              <p:nvPr/>
            </p:nvSpPr>
            <p:spPr>
              <a:xfrm>
                <a:off x="7796212" y="2921000"/>
                <a:ext cx="1335088"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Supporting activity</a:t>
                </a:r>
                <a:endParaRPr lang="en-US" sz="1200" spc="0" kern="0" b="0" i="0" dirty="0">
                  <a:solidFill>
                    <a:srgbClr val="070154"/>
                  </a:solidFill>
                  <a:latin typeface="IBM Plex Sans"/>
                  <a:ea typeface="IBM Plex Sans"/>
                  <a:cs typeface="IBM Plex Sans"/>
                </a:endParaRPr>
              </a:p>
            </p:txBody>
          </p:sp>
          <p:sp>
            <p:nvSpPr>
              <p:cNvPr id="52" name="node01.legend.items.event-star.swatch"/>
              <p:cNvSpPr/>
              <p:nvPr/>
            </p:nvSpPr>
            <p:spPr>
              <a:xfrm>
                <a:off x="9359900" y="2959100"/>
                <a:ext cx="152400" cy="152400"/>
              </a:xfrm>
              <a:prstGeom prst="star5">
                <a:avLst/>
              </a:prstGeom>
              <a:solidFill>
                <a:srgbClr val="F900D3"/>
              </a:solidFill>
              <a:ln w="9525">
                <a:solidFill>
                  <a:srgbClr val="070154"/>
                </a:solidFill>
                <a:prstDash val="solid"/>
              </a:ln>
            </p:spPr>
          </p:sp>
          <p:sp>
            <p:nvSpPr>
              <p:cNvPr id="53" name="node01.legend.items.event-star.text"/>
              <p:cNvSpPr/>
              <p:nvPr/>
            </p:nvSpPr>
            <p:spPr>
              <a:xfrm>
                <a:off x="9575800" y="2921000"/>
                <a:ext cx="746125"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Workshop</a:t>
                </a:r>
                <a:endParaRPr lang="en-US" sz="1200" spc="0" kern="0" b="0" i="0" dirty="0">
                  <a:solidFill>
                    <a:srgbClr val="070154"/>
                  </a:solidFill>
                  <a:latin typeface="IBM Plex Sans"/>
                  <a:ea typeface="IBM Plex Sans"/>
                  <a:cs typeface="IBM Plex Sans"/>
                </a:endParaRPr>
              </a:p>
            </p:txBody>
          </p:sp>
        </p:grpSp>
      </p:grpSp>
      <p:sp>
        <p:nvSpPr>
          <p:cNvPr id="54" name="node02"/>
          <p:cNvSpPr/>
          <p:nvPr/>
        </p:nvSpPr>
        <p:spPr>
          <a:xfrm>
            <a:off x="4381500" y="3352800"/>
            <a:ext cx="3429000" cy="12700"/>
          </a:xfrm>
          <a:prstGeom prst="rect">
            <a:avLst/>
          </a:prstGeom>
          <a:solidFill>
            <a:srgbClr val="CED7E6"/>
          </a:solidFill>
          <a:ln>
            <a:noFill/>
          </a:ln>
        </p:spPr>
      </p:sp>
      <p:grpSp>
        <p:nvGrpSpPr>
          <p:cNvPr id="105" name="node03"/>
          <p:cNvGrpSpPr/>
          <p:nvPr/>
        </p:nvGrpSpPr>
        <p:grpSpPr>
          <a:xfrm>
            <a:off x="4381500" y="3429000"/>
            <a:ext cx="3429000" cy="152400"/>
            <a:chOff x="4381500" y="3429000"/>
            <a:chExt cx="3429000" cy="152400"/>
          </a:xfrm>
        </p:grpSpPr>
        <p:sp>
          <p:nvSpPr>
            <p:cNvPr id="55" name="node03.text"/>
            <p:cNvSpPr/>
            <p:nvPr/>
          </p:nvSpPr>
          <p:spPr>
            <a:xfrm>
              <a:off x="4381500" y="3429000"/>
              <a:ext cx="3429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1 · SCOPING · W1 TO 3</a:t>
              </a:r>
              <a:endParaRPr lang="en-US" sz="900" spc="54" kern="0" b="0" i="0" dirty="0">
                <a:solidFill>
                  <a:srgbClr val="0047FF"/>
                </a:solidFill>
                <a:latin typeface="IBM Plex Mono Medium"/>
                <a:ea typeface="IBM Plex Mono Medium"/>
                <a:cs typeface="IBM Plex Mono Medium"/>
              </a:endParaRPr>
            </a:p>
          </p:txBody>
        </p:sp>
      </p:grpSp>
      <p:grpSp>
        <p:nvGrpSpPr>
          <p:cNvPr id="106" name="node04"/>
          <p:cNvGrpSpPr/>
          <p:nvPr/>
        </p:nvGrpSpPr>
        <p:grpSpPr>
          <a:xfrm>
            <a:off x="4381500" y="3657600"/>
            <a:ext cx="3429000" cy="762000"/>
            <a:chOff x="4381500" y="3657600"/>
            <a:chExt cx="3429000" cy="762000"/>
          </a:xfrm>
        </p:grpSpPr>
        <p:sp>
          <p:nvSpPr>
            <p:cNvPr id="56" name="node04.source-001.bullet"/>
            <p:cNvSpPr/>
            <p:nvPr/>
          </p:nvSpPr>
          <p:spPr>
            <a:xfrm>
              <a:off x="4381500" y="3746500"/>
              <a:ext cx="38100" cy="38100"/>
            </a:xfrm>
            <a:prstGeom prst="rect">
              <a:avLst/>
            </a:prstGeom>
            <a:solidFill>
              <a:srgbClr val="070154"/>
            </a:solidFill>
            <a:ln>
              <a:noFill/>
            </a:ln>
          </p:spPr>
        </p:sp>
        <p:sp>
          <p:nvSpPr>
            <p:cNvPr id="57" name="node04.source-001.text"/>
            <p:cNvSpPr/>
            <p:nvPr/>
          </p:nvSpPr>
          <p:spPr>
            <a:xfrm>
              <a:off x="4533900" y="36576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Pick one use case and success measure</a:t>
              </a:r>
              <a:endParaRPr lang="en-US" sz="1200" spc="0" kern="0" b="0" i="0" dirty="0">
                <a:solidFill>
                  <a:srgbClr val="070154"/>
                </a:solidFill>
                <a:latin typeface="IBM Plex Sans"/>
                <a:ea typeface="IBM Plex Sans"/>
                <a:cs typeface="IBM Plex Sans"/>
              </a:endParaRPr>
            </a:p>
          </p:txBody>
        </p:sp>
        <p:sp>
          <p:nvSpPr>
            <p:cNvPr id="58" name="node04.source-002.bullet"/>
            <p:cNvSpPr/>
            <p:nvPr/>
          </p:nvSpPr>
          <p:spPr>
            <a:xfrm>
              <a:off x="4381500" y="4013200"/>
              <a:ext cx="38100" cy="38100"/>
            </a:xfrm>
            <a:prstGeom prst="rect">
              <a:avLst/>
            </a:prstGeom>
            <a:solidFill>
              <a:srgbClr val="070154"/>
            </a:solidFill>
            <a:ln>
              <a:noFill/>
            </a:ln>
          </p:spPr>
        </p:sp>
        <p:sp>
          <p:nvSpPr>
            <p:cNvPr id="59" name="node04.source-002.text"/>
            <p:cNvSpPr/>
            <p:nvPr/>
          </p:nvSpPr>
          <p:spPr>
            <a:xfrm>
              <a:off x="4533900" y="39243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Map data, risks and clinical owners</a:t>
              </a:r>
              <a:endParaRPr lang="en-US" sz="1200" spc="0" kern="0" b="0" i="0" dirty="0">
                <a:solidFill>
                  <a:srgbClr val="070154"/>
                </a:solidFill>
                <a:latin typeface="IBM Plex Sans"/>
                <a:ea typeface="IBM Plex Sans"/>
                <a:cs typeface="IBM Plex Sans"/>
              </a:endParaRPr>
            </a:p>
          </p:txBody>
        </p:sp>
        <p:sp>
          <p:nvSpPr>
            <p:cNvPr id="60" name="node04.source-003.bullet"/>
            <p:cNvSpPr/>
            <p:nvPr/>
          </p:nvSpPr>
          <p:spPr>
            <a:xfrm>
              <a:off x="4381500" y="4279900"/>
              <a:ext cx="38100" cy="38100"/>
            </a:xfrm>
            <a:prstGeom prst="rect">
              <a:avLst/>
            </a:prstGeom>
            <a:solidFill>
              <a:srgbClr val="070154"/>
            </a:solidFill>
            <a:ln>
              <a:noFill/>
            </a:ln>
          </p:spPr>
        </p:sp>
        <p:sp>
          <p:nvSpPr>
            <p:cNvPr id="61" name="node04.source-003.text"/>
            <p:cNvSpPr/>
            <p:nvPr/>
          </p:nvSpPr>
          <p:spPr>
            <a:xfrm>
              <a:off x="4533900" y="41910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Workshop to agree the scope</a:t>
              </a:r>
              <a:endParaRPr lang="en-US" sz="1200" spc="0" kern="0" b="0" i="0" dirty="0">
                <a:solidFill>
                  <a:srgbClr val="070154"/>
                </a:solidFill>
                <a:latin typeface="IBM Plex Sans"/>
                <a:ea typeface="IBM Plex Sans"/>
                <a:cs typeface="IBM Plex Sans"/>
              </a:endParaRPr>
            </a:p>
          </p:txBody>
        </p:sp>
      </p:grpSp>
      <p:sp>
        <p:nvSpPr>
          <p:cNvPr id="62" name="node05"/>
          <p:cNvSpPr/>
          <p:nvPr/>
        </p:nvSpPr>
        <p:spPr>
          <a:xfrm>
            <a:off x="8039100" y="3352800"/>
            <a:ext cx="3429000" cy="12700"/>
          </a:xfrm>
          <a:prstGeom prst="rect">
            <a:avLst/>
          </a:prstGeom>
          <a:solidFill>
            <a:srgbClr val="CED7E6"/>
          </a:solidFill>
          <a:ln>
            <a:noFill/>
          </a:ln>
        </p:spPr>
      </p:sp>
      <p:grpSp>
        <p:nvGrpSpPr>
          <p:cNvPr id="107" name="node06"/>
          <p:cNvGrpSpPr/>
          <p:nvPr/>
        </p:nvGrpSpPr>
        <p:grpSpPr>
          <a:xfrm>
            <a:off x="8039100" y="3429000"/>
            <a:ext cx="3429000" cy="152400"/>
            <a:chOff x="8039100" y="3429000"/>
            <a:chExt cx="3429000" cy="152400"/>
          </a:xfrm>
        </p:grpSpPr>
        <p:sp>
          <p:nvSpPr>
            <p:cNvPr id="63" name="node06.text"/>
            <p:cNvSpPr/>
            <p:nvPr/>
          </p:nvSpPr>
          <p:spPr>
            <a:xfrm>
              <a:off x="8039100" y="3429000"/>
              <a:ext cx="3429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2 · PROTOTYPE · W3 TO 5</a:t>
              </a:r>
              <a:endParaRPr lang="en-US" sz="900" spc="54" kern="0" b="0" i="0" dirty="0">
                <a:solidFill>
                  <a:srgbClr val="0047FF"/>
                </a:solidFill>
                <a:latin typeface="IBM Plex Mono Medium"/>
                <a:ea typeface="IBM Plex Mono Medium"/>
                <a:cs typeface="IBM Plex Mono Medium"/>
              </a:endParaRPr>
            </a:p>
          </p:txBody>
        </p:sp>
      </p:grpSp>
      <p:grpSp>
        <p:nvGrpSpPr>
          <p:cNvPr id="108" name="node07"/>
          <p:cNvGrpSpPr/>
          <p:nvPr/>
        </p:nvGrpSpPr>
        <p:grpSpPr>
          <a:xfrm>
            <a:off x="8039100" y="3657600"/>
            <a:ext cx="3429000" cy="762000"/>
            <a:chOff x="8039100" y="3657600"/>
            <a:chExt cx="3429000" cy="762000"/>
          </a:xfrm>
        </p:grpSpPr>
        <p:sp>
          <p:nvSpPr>
            <p:cNvPr id="64" name="node07.source-001.bullet"/>
            <p:cNvSpPr/>
            <p:nvPr/>
          </p:nvSpPr>
          <p:spPr>
            <a:xfrm>
              <a:off x="8039100" y="3746500"/>
              <a:ext cx="38100" cy="38100"/>
            </a:xfrm>
            <a:prstGeom prst="rect">
              <a:avLst/>
            </a:prstGeom>
            <a:solidFill>
              <a:srgbClr val="070154"/>
            </a:solidFill>
            <a:ln>
              <a:noFill/>
            </a:ln>
          </p:spPr>
        </p:sp>
        <p:sp>
          <p:nvSpPr>
            <p:cNvPr id="65" name="node07.source-001.text"/>
            <p:cNvSpPr/>
            <p:nvPr/>
          </p:nvSpPr>
          <p:spPr>
            <a:xfrm>
              <a:off x="8191500" y="36576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Build on a slice of Northfield data</a:t>
              </a:r>
              <a:endParaRPr lang="en-US" sz="1200" spc="0" kern="0" b="0" i="0" dirty="0">
                <a:solidFill>
                  <a:srgbClr val="070154"/>
                </a:solidFill>
                <a:latin typeface="IBM Plex Sans"/>
                <a:ea typeface="IBM Plex Sans"/>
                <a:cs typeface="IBM Plex Sans"/>
              </a:endParaRPr>
            </a:p>
          </p:txBody>
        </p:sp>
        <p:sp>
          <p:nvSpPr>
            <p:cNvPr id="66" name="node07.source-002.bullet"/>
            <p:cNvSpPr/>
            <p:nvPr/>
          </p:nvSpPr>
          <p:spPr>
            <a:xfrm>
              <a:off x="8039100" y="4013200"/>
              <a:ext cx="38100" cy="38100"/>
            </a:xfrm>
            <a:prstGeom prst="rect">
              <a:avLst/>
            </a:prstGeom>
            <a:solidFill>
              <a:srgbClr val="070154"/>
            </a:solidFill>
            <a:ln>
              <a:noFill/>
            </a:ln>
          </p:spPr>
        </p:sp>
        <p:sp>
          <p:nvSpPr>
            <p:cNvPr id="67" name="node07.source-002.text"/>
            <p:cNvSpPr/>
            <p:nvPr/>
          </p:nvSpPr>
          <p:spPr>
            <a:xfrm>
              <a:off x="8191500" y="39243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Tune prompts, models and guardrails</a:t>
              </a:r>
              <a:endParaRPr lang="en-US" sz="1200" spc="0" kern="0" b="0" i="0" dirty="0">
                <a:solidFill>
                  <a:srgbClr val="070154"/>
                </a:solidFill>
                <a:latin typeface="IBM Plex Sans"/>
                <a:ea typeface="IBM Plex Sans"/>
                <a:cs typeface="IBM Plex Sans"/>
              </a:endParaRPr>
            </a:p>
          </p:txBody>
        </p:sp>
        <p:sp>
          <p:nvSpPr>
            <p:cNvPr id="68" name="node07.source-003.bullet"/>
            <p:cNvSpPr/>
            <p:nvPr/>
          </p:nvSpPr>
          <p:spPr>
            <a:xfrm>
              <a:off x="8039100" y="4279900"/>
              <a:ext cx="38100" cy="38100"/>
            </a:xfrm>
            <a:prstGeom prst="rect">
              <a:avLst/>
            </a:prstGeom>
            <a:solidFill>
              <a:srgbClr val="070154"/>
            </a:solidFill>
            <a:ln>
              <a:noFill/>
            </a:ln>
          </p:spPr>
        </p:sp>
        <p:sp>
          <p:nvSpPr>
            <p:cNvPr id="69" name="node07.source-003.text"/>
            <p:cNvSpPr/>
            <p:nvPr/>
          </p:nvSpPr>
          <p:spPr>
            <a:xfrm>
              <a:off x="8191500" y="41910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Weekly demo to the clinical lead</a:t>
              </a:r>
              <a:endParaRPr lang="en-US" sz="1200" spc="0" kern="0" b="0" i="0" dirty="0">
                <a:solidFill>
                  <a:srgbClr val="070154"/>
                </a:solidFill>
                <a:latin typeface="IBM Plex Sans"/>
                <a:ea typeface="IBM Plex Sans"/>
                <a:cs typeface="IBM Plex Sans"/>
              </a:endParaRPr>
            </a:p>
          </p:txBody>
        </p:sp>
      </p:grpSp>
      <p:sp>
        <p:nvSpPr>
          <p:cNvPr id="70" name="node08"/>
          <p:cNvSpPr/>
          <p:nvPr/>
        </p:nvSpPr>
        <p:spPr>
          <a:xfrm>
            <a:off x="4381500" y="4495800"/>
            <a:ext cx="3429000" cy="12700"/>
          </a:xfrm>
          <a:prstGeom prst="rect">
            <a:avLst/>
          </a:prstGeom>
          <a:solidFill>
            <a:srgbClr val="CED7E6"/>
          </a:solidFill>
          <a:ln>
            <a:noFill/>
          </a:ln>
        </p:spPr>
      </p:sp>
      <p:grpSp>
        <p:nvGrpSpPr>
          <p:cNvPr id="109" name="node09"/>
          <p:cNvGrpSpPr/>
          <p:nvPr/>
        </p:nvGrpSpPr>
        <p:grpSpPr>
          <a:xfrm>
            <a:off x="4381500" y="4572000"/>
            <a:ext cx="3429000" cy="152400"/>
            <a:chOff x="4381500" y="4572000"/>
            <a:chExt cx="3429000" cy="152400"/>
          </a:xfrm>
        </p:grpSpPr>
        <p:sp>
          <p:nvSpPr>
            <p:cNvPr id="71" name="node09.text"/>
            <p:cNvSpPr/>
            <p:nvPr/>
          </p:nvSpPr>
          <p:spPr>
            <a:xfrm>
              <a:off x="4381500" y="4572000"/>
              <a:ext cx="3429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3 · EVALUATE, DECIDE · W4 TO 6</a:t>
              </a:r>
              <a:endParaRPr lang="en-US" sz="900" spc="54" kern="0" b="0" i="0" dirty="0">
                <a:solidFill>
                  <a:srgbClr val="0047FF"/>
                </a:solidFill>
                <a:latin typeface="IBM Plex Mono Medium"/>
                <a:ea typeface="IBM Plex Mono Medium"/>
                <a:cs typeface="IBM Plex Mono Medium"/>
              </a:endParaRPr>
            </a:p>
          </p:txBody>
        </p:sp>
      </p:grpSp>
      <p:grpSp>
        <p:nvGrpSpPr>
          <p:cNvPr id="110" name="node10"/>
          <p:cNvGrpSpPr/>
          <p:nvPr/>
        </p:nvGrpSpPr>
        <p:grpSpPr>
          <a:xfrm>
            <a:off x="4381500" y="4800600"/>
            <a:ext cx="3429000" cy="762000"/>
            <a:chOff x="4381500" y="4800600"/>
            <a:chExt cx="3429000" cy="762000"/>
          </a:xfrm>
        </p:grpSpPr>
        <p:sp>
          <p:nvSpPr>
            <p:cNvPr id="72" name="node10.source-001.bullet"/>
            <p:cNvSpPr/>
            <p:nvPr/>
          </p:nvSpPr>
          <p:spPr>
            <a:xfrm>
              <a:off x="4381500" y="4889500"/>
              <a:ext cx="38100" cy="38100"/>
            </a:xfrm>
            <a:prstGeom prst="rect">
              <a:avLst/>
            </a:prstGeom>
            <a:solidFill>
              <a:srgbClr val="070154"/>
            </a:solidFill>
            <a:ln>
              <a:noFill/>
            </a:ln>
          </p:spPr>
        </p:sp>
        <p:sp>
          <p:nvSpPr>
            <p:cNvPr id="73" name="node10.source-001.text"/>
            <p:cNvSpPr/>
            <p:nvPr/>
          </p:nvSpPr>
          <p:spPr>
            <a:xfrm>
              <a:off x="4533900" y="48006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Score accuracy, safety and usability</a:t>
              </a:r>
              <a:endParaRPr lang="en-US" sz="1200" spc="0" kern="0" b="0" i="0" dirty="0">
                <a:solidFill>
                  <a:srgbClr val="070154"/>
                </a:solidFill>
                <a:latin typeface="IBM Plex Sans"/>
                <a:ea typeface="IBM Plex Sans"/>
                <a:cs typeface="IBM Plex Sans"/>
              </a:endParaRPr>
            </a:p>
          </p:txBody>
        </p:sp>
        <p:sp>
          <p:nvSpPr>
            <p:cNvPr id="74" name="node10.source-002.bullet"/>
            <p:cNvSpPr/>
            <p:nvPr/>
          </p:nvSpPr>
          <p:spPr>
            <a:xfrm>
              <a:off x="4381500" y="5156200"/>
              <a:ext cx="38100" cy="38100"/>
            </a:xfrm>
            <a:prstGeom prst="rect">
              <a:avLst/>
            </a:prstGeom>
            <a:solidFill>
              <a:srgbClr val="070154"/>
            </a:solidFill>
            <a:ln>
              <a:noFill/>
            </a:ln>
          </p:spPr>
        </p:sp>
        <p:sp>
          <p:nvSpPr>
            <p:cNvPr id="75" name="node10.source-002.text"/>
            <p:cNvSpPr/>
            <p:nvPr/>
          </p:nvSpPr>
          <p:spPr>
            <a:xfrm>
              <a:off x="4533900" y="50673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Test with 10 clinical users</a:t>
              </a:r>
              <a:endParaRPr lang="en-US" sz="1200" spc="0" kern="0" b="0" i="0" dirty="0">
                <a:solidFill>
                  <a:srgbClr val="070154"/>
                </a:solidFill>
                <a:latin typeface="IBM Plex Sans"/>
                <a:ea typeface="IBM Plex Sans"/>
                <a:cs typeface="IBM Plex Sans"/>
              </a:endParaRPr>
            </a:p>
          </p:txBody>
        </p:sp>
        <p:sp>
          <p:nvSpPr>
            <p:cNvPr id="76" name="node10.source-003.bullet"/>
            <p:cNvSpPr/>
            <p:nvPr/>
          </p:nvSpPr>
          <p:spPr>
            <a:xfrm>
              <a:off x="4381500" y="5422900"/>
              <a:ext cx="38100" cy="38100"/>
            </a:xfrm>
            <a:prstGeom prst="rect">
              <a:avLst/>
            </a:prstGeom>
            <a:solidFill>
              <a:srgbClr val="070154"/>
            </a:solidFill>
            <a:ln>
              <a:noFill/>
            </a:ln>
          </p:spPr>
        </p:sp>
        <p:sp>
          <p:nvSpPr>
            <p:cNvPr id="77" name="node10.source-003.text"/>
            <p:cNvSpPr/>
            <p:nvPr/>
          </p:nvSpPr>
          <p:spPr>
            <a:xfrm>
              <a:off x="4533900" y="53340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Scale-or-stop case with costed options</a:t>
              </a:r>
              <a:endParaRPr lang="en-US" sz="1200" spc="0" kern="0" b="0" i="0" dirty="0">
                <a:solidFill>
                  <a:srgbClr val="070154"/>
                </a:solidFill>
                <a:latin typeface="IBM Plex Sans"/>
                <a:ea typeface="IBM Plex Sans"/>
                <a:cs typeface="IBM Plex Sans"/>
              </a:endParaRPr>
            </a:p>
          </p:txBody>
        </p:sp>
      </p:grpSp>
      <p:sp>
        <p:nvSpPr>
          <p:cNvPr id="78" name="node11"/>
          <p:cNvSpPr/>
          <p:nvPr/>
        </p:nvSpPr>
        <p:spPr>
          <a:xfrm>
            <a:off x="8039100" y="4495800"/>
            <a:ext cx="3429000" cy="12700"/>
          </a:xfrm>
          <a:prstGeom prst="rect">
            <a:avLst/>
          </a:prstGeom>
          <a:solidFill>
            <a:srgbClr val="CED7E6"/>
          </a:solidFill>
          <a:ln>
            <a:noFill/>
          </a:ln>
        </p:spPr>
      </p:sp>
      <p:grpSp>
        <p:nvGrpSpPr>
          <p:cNvPr id="111" name="node12"/>
          <p:cNvGrpSpPr/>
          <p:nvPr/>
        </p:nvGrpSpPr>
        <p:grpSpPr>
          <a:xfrm>
            <a:off x="8039100" y="4572000"/>
            <a:ext cx="3429000" cy="152400"/>
            <a:chOff x="8039100" y="4572000"/>
            <a:chExt cx="3429000" cy="152400"/>
          </a:xfrm>
        </p:grpSpPr>
        <p:sp>
          <p:nvSpPr>
            <p:cNvPr id="79" name="node12.text"/>
            <p:cNvSpPr/>
            <p:nvPr/>
          </p:nvSpPr>
          <p:spPr>
            <a:xfrm>
              <a:off x="8039100" y="4572000"/>
              <a:ext cx="3429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TEAM AND ASSUMPTIONS</a:t>
              </a:r>
              <a:endParaRPr lang="en-US" sz="900" spc="54" kern="0" b="0" i="0" dirty="0">
                <a:solidFill>
                  <a:srgbClr val="0047FF"/>
                </a:solidFill>
                <a:latin typeface="IBM Plex Mono Medium"/>
                <a:ea typeface="IBM Plex Mono Medium"/>
                <a:cs typeface="IBM Plex Mono Medium"/>
              </a:endParaRPr>
            </a:p>
          </p:txBody>
        </p:sp>
      </p:grpSp>
      <p:grpSp>
        <p:nvGrpSpPr>
          <p:cNvPr id="112" name="node13"/>
          <p:cNvGrpSpPr/>
          <p:nvPr/>
        </p:nvGrpSpPr>
        <p:grpSpPr>
          <a:xfrm>
            <a:off x="8039100" y="4800600"/>
            <a:ext cx="3429000" cy="762000"/>
            <a:chOff x="8039100" y="4800600"/>
            <a:chExt cx="3429000" cy="762000"/>
          </a:xfrm>
        </p:grpSpPr>
        <p:sp>
          <p:nvSpPr>
            <p:cNvPr id="80" name="node13.source-001.bullet"/>
            <p:cNvSpPr/>
            <p:nvPr/>
          </p:nvSpPr>
          <p:spPr>
            <a:xfrm>
              <a:off x="8039100" y="4889500"/>
              <a:ext cx="38100" cy="38100"/>
            </a:xfrm>
            <a:prstGeom prst="rect">
              <a:avLst/>
            </a:prstGeom>
            <a:solidFill>
              <a:srgbClr val="070154"/>
            </a:solidFill>
            <a:ln>
              <a:noFill/>
            </a:ln>
          </p:spPr>
        </p:sp>
        <p:sp>
          <p:nvSpPr>
            <p:cNvPr id="81" name="node13.source-001.text"/>
            <p:cNvSpPr/>
            <p:nvPr/>
          </p:nvSpPr>
          <p:spPr>
            <a:xfrm>
              <a:off x="8191500" y="48006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Lead 25%, engineer, analyst, advisor</a:t>
              </a:r>
              <a:endParaRPr lang="en-US" sz="1200" spc="0" kern="0" b="0" i="0" dirty="0">
                <a:solidFill>
                  <a:srgbClr val="070154"/>
                </a:solidFill>
                <a:latin typeface="IBM Plex Sans"/>
                <a:ea typeface="IBM Plex Sans"/>
                <a:cs typeface="IBM Plex Sans"/>
              </a:endParaRPr>
            </a:p>
          </p:txBody>
        </p:sp>
        <p:sp>
          <p:nvSpPr>
            <p:cNvPr id="82" name="node13.source-002.bullet"/>
            <p:cNvSpPr/>
            <p:nvPr/>
          </p:nvSpPr>
          <p:spPr>
            <a:xfrm>
              <a:off x="8039100" y="5156200"/>
              <a:ext cx="38100" cy="38100"/>
            </a:xfrm>
            <a:prstGeom prst="rect">
              <a:avLst/>
            </a:prstGeom>
            <a:solidFill>
              <a:srgbClr val="070154"/>
            </a:solidFill>
            <a:ln>
              <a:noFill/>
            </a:ln>
          </p:spPr>
        </p:sp>
        <p:sp>
          <p:nvSpPr>
            <p:cNvPr id="83" name="node13.source-002.text"/>
            <p:cNvSpPr/>
            <p:nvPr/>
          </p:nvSpPr>
          <p:spPr>
            <a:xfrm>
              <a:off x="8191500" y="50673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One use case chosen in week 1</a:t>
              </a:r>
              <a:endParaRPr lang="en-US" sz="1200" spc="0" kern="0" b="0" i="0" dirty="0">
                <a:solidFill>
                  <a:srgbClr val="070154"/>
                </a:solidFill>
                <a:latin typeface="IBM Plex Sans"/>
                <a:ea typeface="IBM Plex Sans"/>
                <a:cs typeface="IBM Plex Sans"/>
              </a:endParaRPr>
            </a:p>
          </p:txBody>
        </p:sp>
        <p:sp>
          <p:nvSpPr>
            <p:cNvPr id="84" name="node13.source-003.bullet"/>
            <p:cNvSpPr/>
            <p:nvPr/>
          </p:nvSpPr>
          <p:spPr>
            <a:xfrm>
              <a:off x="8039100" y="5422900"/>
              <a:ext cx="38100" cy="38100"/>
            </a:xfrm>
            <a:prstGeom prst="rect">
              <a:avLst/>
            </a:prstGeom>
            <a:solidFill>
              <a:srgbClr val="070154"/>
            </a:solidFill>
            <a:ln>
              <a:noFill/>
            </a:ln>
          </p:spPr>
        </p:sp>
        <p:sp>
          <p:nvSpPr>
            <p:cNvPr id="85" name="node13.source-003.text"/>
            <p:cNvSpPr/>
            <p:nvPr/>
          </p:nvSpPr>
          <p:spPr>
            <a:xfrm>
              <a:off x="8191500" y="53340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Clinical lead 4 hours a week</a:t>
              </a:r>
              <a:endParaRPr lang="en-US" sz="1200" spc="0" kern="0" b="0" i="0" dirty="0">
                <a:solidFill>
                  <a:srgbClr val="070154"/>
                </a:solidFill>
                <a:latin typeface="IBM Plex Sans"/>
                <a:ea typeface="IBM Plex Sans"/>
                <a:cs typeface="IBM Plex Sans"/>
              </a:endParaRPr>
            </a:p>
          </p:txBody>
        </p:sp>
      </p:grpSp>
      <p:grpSp>
        <p:nvGrpSpPr>
          <p:cNvPr id="113" name="node14"/>
          <p:cNvGrpSpPr/>
          <p:nvPr/>
        </p:nvGrpSpPr>
        <p:grpSpPr>
          <a:xfrm>
            <a:off x="723900" y="1828800"/>
            <a:ext cx="3429000" cy="152400"/>
            <a:chOff x="723900" y="1828800"/>
            <a:chExt cx="3429000" cy="152400"/>
          </a:xfrm>
        </p:grpSpPr>
        <p:sp>
          <p:nvSpPr>
            <p:cNvPr id="86" name="node14.text"/>
            <p:cNvSpPr/>
            <p:nvPr/>
          </p:nvSpPr>
          <p:spPr>
            <a:xfrm>
              <a:off x="723900" y="1828800"/>
              <a:ext cx="3429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WHAT WE WILL DO</a:t>
              </a:r>
              <a:endParaRPr lang="en-US" sz="900" spc="54" kern="0" b="0" i="0" dirty="0">
                <a:solidFill>
                  <a:srgbClr val="0047FF"/>
                </a:solidFill>
                <a:latin typeface="IBM Plex Mono Medium"/>
                <a:ea typeface="IBM Plex Mono Medium"/>
                <a:cs typeface="IBM Plex Mono Medium"/>
              </a:endParaRPr>
            </a:p>
          </p:txBody>
        </p:sp>
      </p:grpSp>
      <p:grpSp>
        <p:nvGrpSpPr>
          <p:cNvPr id="114" name="node15"/>
          <p:cNvGrpSpPr/>
          <p:nvPr/>
        </p:nvGrpSpPr>
        <p:grpSpPr>
          <a:xfrm>
            <a:off x="723900" y="2057400"/>
            <a:ext cx="3429000" cy="1066800"/>
            <a:chOff x="723900" y="2057400"/>
            <a:chExt cx="3429000" cy="1066800"/>
          </a:xfrm>
        </p:grpSpPr>
        <p:sp>
          <p:nvSpPr>
            <p:cNvPr id="87" name="node15.text"/>
            <p:cNvSpPr/>
            <p:nvPr/>
          </p:nvSpPr>
          <p:spPr>
            <a:xfrm>
              <a:off x="723900" y="2057400"/>
              <a:ext cx="3429000" cy="10668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Test one AI use case on your own data before you commit to scale. We build and measure a working prototype, then give you a clear scale-or-stop call.</a:t>
              </a:r>
              <a:endParaRPr lang="en-US" sz="1400" spc="0" kern="0" b="0" i="0" dirty="0">
                <a:solidFill>
                  <a:srgbClr val="50658E"/>
                </a:solidFill>
                <a:latin typeface="IBM Plex Sans"/>
                <a:ea typeface="IBM Plex Sans"/>
                <a:cs typeface="IBM Plex Sans"/>
              </a:endParaRPr>
            </a:p>
          </p:txBody>
        </p:sp>
      </p:grpSp>
      <p:grpSp>
        <p:nvGrpSpPr>
          <p:cNvPr id="115" name="node16"/>
          <p:cNvGrpSpPr/>
          <p:nvPr/>
        </p:nvGrpSpPr>
        <p:grpSpPr>
          <a:xfrm>
            <a:off x="723900" y="3200400"/>
            <a:ext cx="3429000" cy="914400"/>
            <a:chOff x="723900" y="3200400"/>
            <a:chExt cx="3429000" cy="914400"/>
          </a:xfrm>
        </p:grpSpPr>
        <p:sp>
          <p:nvSpPr>
            <p:cNvPr id="88" name="node16.surface"/>
            <p:cNvSpPr/>
            <p:nvPr/>
          </p:nvSpPr>
          <p:spPr>
            <a:xfrm>
              <a:off x="723900" y="3200400"/>
              <a:ext cx="3429000" cy="914400"/>
            </a:xfrm>
            <a:prstGeom prst="rect">
              <a:avLst/>
            </a:prstGeom>
            <a:solidFill>
              <a:srgbClr val="070154"/>
            </a:solidFill>
            <a:ln>
              <a:noFill/>
            </a:ln>
          </p:spPr>
        </p:sp>
      </p:grpSp>
      <p:grpSp>
        <p:nvGrpSpPr>
          <p:cNvPr id="116" name="node17"/>
          <p:cNvGrpSpPr/>
          <p:nvPr/>
        </p:nvGrpSpPr>
        <p:grpSpPr>
          <a:xfrm>
            <a:off x="876300" y="3352800"/>
            <a:ext cx="3124200" cy="152400"/>
            <a:chOff x="876300" y="3352800"/>
            <a:chExt cx="3124200" cy="152400"/>
          </a:xfrm>
        </p:grpSpPr>
        <p:sp>
          <p:nvSpPr>
            <p:cNvPr id="89" name="node17.text"/>
            <p:cNvSpPr/>
            <p:nvPr/>
          </p:nvSpPr>
          <p:spPr>
            <a:xfrm>
              <a:off x="876300" y="3352800"/>
              <a:ext cx="3124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CED7E6"/>
                  </a:solidFill>
                  <a:latin typeface="IBM Plex Mono Medium"/>
                  <a:ea typeface="IBM Plex Mono Medium"/>
                  <a:cs typeface="IBM Plex Mono Medium"/>
                </a:rPr>
                <a:t>FIXED FEE</a:t>
              </a:r>
              <a:endParaRPr lang="en-US" sz="900" spc="54" kern="0" b="0" i="0" dirty="0">
                <a:solidFill>
                  <a:srgbClr val="CED7E6"/>
                </a:solidFill>
                <a:latin typeface="IBM Plex Mono Medium"/>
                <a:ea typeface="IBM Plex Mono Medium"/>
                <a:cs typeface="IBM Plex Mono Medium"/>
              </a:endParaRPr>
            </a:p>
          </p:txBody>
        </p:sp>
      </p:grpSp>
      <p:grpSp>
        <p:nvGrpSpPr>
          <p:cNvPr id="117" name="node18"/>
          <p:cNvGrpSpPr/>
          <p:nvPr/>
        </p:nvGrpSpPr>
        <p:grpSpPr>
          <a:xfrm>
            <a:off x="876300" y="3581400"/>
            <a:ext cx="1524000" cy="458978"/>
            <a:chOff x="876300" y="3581400"/>
            <a:chExt cx="1524000" cy="458978"/>
          </a:xfrm>
        </p:grpSpPr>
        <p:sp>
          <p:nvSpPr>
            <p:cNvPr id="90" name="node18.text"/>
            <p:cNvSpPr/>
            <p:nvPr/>
          </p:nvSpPr>
          <p:spPr>
            <a:xfrm>
              <a:off x="876300" y="3581400"/>
              <a:ext cx="1524000" cy="458978"/>
            </a:xfrm>
            <a:prstGeom prst="rect">
              <a:avLst/>
            </a:prstGeom>
            <a:noFill/>
            <a:ln/>
          </p:spPr>
          <p:txBody>
            <a:bodyPr wrap="square" lIns="0" tIns="0" rIns="0" bIns="0" rtlCol="0" anchor="t"/>
            <a:lstStyle/>
            <a:p>
              <a:pPr algn="l" indent="0" marL="0">
                <a:lnSpc>
                  <a:spcPts val="3600"/>
                </a:lnSpc>
                <a:buNone/>
              </a:pPr>
              <a:r>
                <a:rPr lang="en-US" sz="3600" spc="-72" kern="0" b="0" i="0" dirty="0">
                  <a:solidFill>
                    <a:srgbClr val="FFFFFF"/>
                  </a:solidFill>
                  <a:latin typeface="IBM Plex Mono SemiBold"/>
                  <a:ea typeface="IBM Plex Mono SemiBold"/>
                  <a:cs typeface="IBM Plex Mono SemiBold"/>
                </a:rPr>
                <a:t>$150K</a:t>
              </a:r>
              <a:endParaRPr lang="en-US" sz="3600" spc="-72" kern="0" b="0" i="0" dirty="0">
                <a:solidFill>
                  <a:srgbClr val="FFFFFF"/>
                </a:solidFill>
                <a:latin typeface="IBM Plex Mono SemiBold"/>
                <a:ea typeface="IBM Plex Mono SemiBold"/>
                <a:cs typeface="IBM Plex Mono SemiBold"/>
              </a:endParaRPr>
            </a:p>
          </p:txBody>
        </p:sp>
      </p:grpSp>
      <p:grpSp>
        <p:nvGrpSpPr>
          <p:cNvPr id="118" name="node19"/>
          <p:cNvGrpSpPr/>
          <p:nvPr/>
        </p:nvGrpSpPr>
        <p:grpSpPr>
          <a:xfrm>
            <a:off x="2400300" y="3619500"/>
            <a:ext cx="1600200" cy="228600"/>
            <a:chOff x="2400300" y="3619500"/>
            <a:chExt cx="1600200" cy="228600"/>
          </a:xfrm>
        </p:grpSpPr>
        <p:sp>
          <p:nvSpPr>
            <p:cNvPr id="91" name="node19.text"/>
            <p:cNvSpPr/>
            <p:nvPr/>
          </p:nvSpPr>
          <p:spPr>
            <a:xfrm>
              <a:off x="2400300" y="3619500"/>
              <a:ext cx="1600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fixed fee</a:t>
              </a:r>
              <a:endParaRPr lang="en-US" sz="1200" spc="0" kern="0" b="0" i="0" dirty="0">
                <a:solidFill>
                  <a:srgbClr val="FFFFFF"/>
                </a:solidFill>
                <a:latin typeface="IBM Plex Sans"/>
                <a:ea typeface="IBM Plex Sans"/>
                <a:cs typeface="IBM Plex Sans"/>
              </a:endParaRPr>
            </a:p>
          </p:txBody>
        </p:sp>
      </p:grpSp>
      <p:grpSp>
        <p:nvGrpSpPr>
          <p:cNvPr id="119" name="node20"/>
          <p:cNvGrpSpPr/>
          <p:nvPr/>
        </p:nvGrpSpPr>
        <p:grpSpPr>
          <a:xfrm>
            <a:off x="2400300" y="3848100"/>
            <a:ext cx="1600200" cy="228600"/>
            <a:chOff x="2400300" y="3848100"/>
            <a:chExt cx="1600200" cy="228600"/>
          </a:xfrm>
        </p:grpSpPr>
        <p:sp>
          <p:nvSpPr>
            <p:cNvPr id="92" name="node20.text"/>
            <p:cNvSpPr/>
            <p:nvPr/>
          </p:nvSpPr>
          <p:spPr>
            <a:xfrm>
              <a:off x="2400300" y="3848100"/>
              <a:ext cx="1600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CED7E6"/>
                  </a:solidFill>
                  <a:latin typeface="IBM Plex Sans"/>
                  <a:ea typeface="IBM Plex Sans"/>
                  <a:cs typeface="IBM Plex Sans"/>
                </a:rPr>
                <a:t>6 weeks</a:t>
              </a:r>
              <a:endParaRPr lang="en-US" sz="1200" spc="0" kern="0" b="0" i="0" dirty="0">
                <a:solidFill>
                  <a:srgbClr val="CED7E6"/>
                </a:solidFill>
                <a:latin typeface="IBM Plex Sans"/>
                <a:ea typeface="IBM Plex Sans"/>
                <a:cs typeface="IBM Plex Sans"/>
              </a:endParaRPr>
            </a:p>
          </p:txBody>
        </p:sp>
      </p:grpSp>
      <p:grpSp>
        <p:nvGrpSpPr>
          <p:cNvPr id="120" name="node21"/>
          <p:cNvGrpSpPr/>
          <p:nvPr/>
        </p:nvGrpSpPr>
        <p:grpSpPr>
          <a:xfrm>
            <a:off x="723900" y="4267200"/>
            <a:ext cx="3429000" cy="152400"/>
            <a:chOff x="723900" y="4267200"/>
            <a:chExt cx="3429000" cy="152400"/>
          </a:xfrm>
        </p:grpSpPr>
        <p:sp>
          <p:nvSpPr>
            <p:cNvPr id="93" name="node21.text"/>
            <p:cNvSpPr/>
            <p:nvPr/>
          </p:nvSpPr>
          <p:spPr>
            <a:xfrm>
              <a:off x="723900" y="4267200"/>
              <a:ext cx="3429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DELIVERABLES</a:t>
              </a:r>
              <a:endParaRPr lang="en-US" sz="900" spc="54" kern="0" b="0" i="0" dirty="0">
                <a:solidFill>
                  <a:srgbClr val="0047FF"/>
                </a:solidFill>
                <a:latin typeface="IBM Plex Mono Medium"/>
                <a:ea typeface="IBM Plex Mono Medium"/>
                <a:cs typeface="IBM Plex Mono Medium"/>
              </a:endParaRPr>
            </a:p>
          </p:txBody>
        </p:sp>
      </p:grpSp>
      <p:grpSp>
        <p:nvGrpSpPr>
          <p:cNvPr id="121" name="node22"/>
          <p:cNvGrpSpPr/>
          <p:nvPr/>
        </p:nvGrpSpPr>
        <p:grpSpPr>
          <a:xfrm>
            <a:off x="723900" y="4495800"/>
            <a:ext cx="3429000" cy="762000"/>
            <a:chOff x="723900" y="4495800"/>
            <a:chExt cx="3429000" cy="762000"/>
          </a:xfrm>
        </p:grpSpPr>
        <p:sp>
          <p:nvSpPr>
            <p:cNvPr id="94" name="node22.source-001.bullet"/>
            <p:cNvSpPr/>
            <p:nvPr/>
          </p:nvSpPr>
          <p:spPr>
            <a:xfrm>
              <a:off x="723900" y="4584700"/>
              <a:ext cx="38100" cy="38100"/>
            </a:xfrm>
            <a:prstGeom prst="rect">
              <a:avLst/>
            </a:prstGeom>
            <a:solidFill>
              <a:srgbClr val="070154"/>
            </a:solidFill>
            <a:ln>
              <a:noFill/>
            </a:ln>
          </p:spPr>
        </p:sp>
        <p:sp>
          <p:nvSpPr>
            <p:cNvPr id="95" name="node22.source-001.text"/>
            <p:cNvSpPr/>
            <p:nvPr/>
          </p:nvSpPr>
          <p:spPr>
            <a:xfrm>
              <a:off x="876300" y="44958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Working prototype on Northfield data</a:t>
              </a:r>
              <a:endParaRPr lang="en-US" sz="1200" spc="0" kern="0" b="0" i="0" dirty="0">
                <a:solidFill>
                  <a:srgbClr val="070154"/>
                </a:solidFill>
                <a:latin typeface="IBM Plex Sans"/>
                <a:ea typeface="IBM Plex Sans"/>
                <a:cs typeface="IBM Plex Sans"/>
              </a:endParaRPr>
            </a:p>
          </p:txBody>
        </p:sp>
        <p:sp>
          <p:nvSpPr>
            <p:cNvPr id="96" name="node22.source-002.bullet"/>
            <p:cNvSpPr/>
            <p:nvPr/>
          </p:nvSpPr>
          <p:spPr>
            <a:xfrm>
              <a:off x="723900" y="4851400"/>
              <a:ext cx="38100" cy="38100"/>
            </a:xfrm>
            <a:prstGeom prst="rect">
              <a:avLst/>
            </a:prstGeom>
            <a:solidFill>
              <a:srgbClr val="070154"/>
            </a:solidFill>
            <a:ln>
              <a:noFill/>
            </a:ln>
          </p:spPr>
        </p:sp>
        <p:sp>
          <p:nvSpPr>
            <p:cNvPr id="97" name="node22.source-002.text"/>
            <p:cNvSpPr/>
            <p:nvPr/>
          </p:nvSpPr>
          <p:spPr>
            <a:xfrm>
              <a:off x="876300" y="47625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Evaluation scorecard</a:t>
              </a:r>
              <a:endParaRPr lang="en-US" sz="1200" spc="0" kern="0" b="0" i="0" dirty="0">
                <a:solidFill>
                  <a:srgbClr val="070154"/>
                </a:solidFill>
                <a:latin typeface="IBM Plex Sans"/>
                <a:ea typeface="IBM Plex Sans"/>
                <a:cs typeface="IBM Plex Sans"/>
              </a:endParaRPr>
            </a:p>
          </p:txBody>
        </p:sp>
        <p:sp>
          <p:nvSpPr>
            <p:cNvPr id="98" name="node22.source-003.bullet"/>
            <p:cNvSpPr/>
            <p:nvPr/>
          </p:nvSpPr>
          <p:spPr>
            <a:xfrm>
              <a:off x="723900" y="5118100"/>
              <a:ext cx="38100" cy="38100"/>
            </a:xfrm>
            <a:prstGeom prst="rect">
              <a:avLst/>
            </a:prstGeom>
            <a:solidFill>
              <a:srgbClr val="070154"/>
            </a:solidFill>
            <a:ln>
              <a:noFill/>
            </a:ln>
          </p:spPr>
        </p:sp>
        <p:sp>
          <p:nvSpPr>
            <p:cNvPr id="99" name="node22.source-003.text"/>
            <p:cNvSpPr/>
            <p:nvPr/>
          </p:nvSpPr>
          <p:spPr>
            <a:xfrm>
              <a:off x="876300" y="50292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Scale-or-stop recommendation</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ource-323">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OFFERINGS</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AI readiness assessment: one page, one fixed fee</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Sample figures for layout only; replace with current firm data before use.</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97</a:t>
            </a:fld>
            <a:endParaRPr lang="en-US" sz="700" spc="0" kern="0" b="0" i="0" dirty="0">
              <a:solidFill>
                <a:srgbClr val="070154"/>
              </a:solidFill>
              <a:latin typeface="IBM Plex Mono SemiBold"/>
              <a:ea typeface="IBM Plex Mono SemiBold"/>
              <a:cs typeface="IBM Plex Mono SemiBold"/>
            </a:endParaRPr>
          </a:p>
        </p:txBody>
      </p:sp>
      <p:grpSp>
        <p:nvGrpSpPr>
          <p:cNvPr id="57" name="node01"/>
          <p:cNvGrpSpPr/>
          <p:nvPr/>
        </p:nvGrpSpPr>
        <p:grpSpPr>
          <a:xfrm>
            <a:off x="723900" y="1600200"/>
            <a:ext cx="6934200" cy="152400"/>
            <a:chOff x="723900" y="1600200"/>
            <a:chExt cx="6934200" cy="152400"/>
          </a:xfrm>
        </p:grpSpPr>
        <p:sp>
          <p:nvSpPr>
            <p:cNvPr id="7" name="node01.text"/>
            <p:cNvSpPr/>
            <p:nvPr/>
          </p:nvSpPr>
          <p:spPr>
            <a:xfrm>
              <a:off x="723900" y="1600200"/>
              <a:ext cx="6934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1 · WHAT WE WILL DO</a:t>
              </a:r>
              <a:endParaRPr lang="en-US" sz="900" spc="54" kern="0" b="0" i="0" dirty="0">
                <a:solidFill>
                  <a:srgbClr val="0047FF"/>
                </a:solidFill>
                <a:latin typeface="IBM Plex Mono Medium"/>
                <a:ea typeface="IBM Plex Mono Medium"/>
                <a:cs typeface="IBM Plex Mono Medium"/>
              </a:endParaRPr>
            </a:p>
          </p:txBody>
        </p:sp>
      </p:grpSp>
      <p:grpSp>
        <p:nvGrpSpPr>
          <p:cNvPr id="58" name="node02"/>
          <p:cNvGrpSpPr/>
          <p:nvPr/>
        </p:nvGrpSpPr>
        <p:grpSpPr>
          <a:xfrm>
            <a:off x="723900" y="1828800"/>
            <a:ext cx="6934200" cy="800100"/>
            <a:chOff x="723900" y="1828800"/>
            <a:chExt cx="6934200" cy="800100"/>
          </a:xfrm>
        </p:grpSpPr>
        <p:sp>
          <p:nvSpPr>
            <p:cNvPr id="8" name="node02.text"/>
            <p:cNvSpPr/>
            <p:nvPr/>
          </p:nvSpPr>
          <p:spPr>
            <a:xfrm>
              <a:off x="723900" y="1828800"/>
              <a:ext cx="6934200" cy="8001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Health systems are piloting AI faster than they can govern it. In eight weeks we assess data, people, risk and use cases across Northfield, rank what to do first and leave a funded, sequenced first wave.</a:t>
              </a:r>
              <a:endParaRPr lang="en-US" sz="1400" spc="0" kern="0" b="0" i="0" dirty="0">
                <a:solidFill>
                  <a:srgbClr val="50658E"/>
                </a:solidFill>
                <a:latin typeface="IBM Plex Sans"/>
                <a:ea typeface="IBM Plex Sans"/>
                <a:cs typeface="IBM Plex Sans"/>
              </a:endParaRPr>
            </a:p>
          </p:txBody>
        </p:sp>
      </p:grpSp>
      <p:grpSp>
        <p:nvGrpSpPr>
          <p:cNvPr id="59" name="node03"/>
          <p:cNvGrpSpPr/>
          <p:nvPr/>
        </p:nvGrpSpPr>
        <p:grpSpPr>
          <a:xfrm>
            <a:off x="8039100" y="1600200"/>
            <a:ext cx="3429000" cy="1143000"/>
            <a:chOff x="8039100" y="1600200"/>
            <a:chExt cx="3429000" cy="1143000"/>
          </a:xfrm>
        </p:grpSpPr>
        <p:sp>
          <p:nvSpPr>
            <p:cNvPr id="9" name="node03.surface"/>
            <p:cNvSpPr/>
            <p:nvPr/>
          </p:nvSpPr>
          <p:spPr>
            <a:xfrm>
              <a:off x="8039100" y="1600200"/>
              <a:ext cx="3429000" cy="1143000"/>
            </a:xfrm>
            <a:prstGeom prst="rect">
              <a:avLst/>
            </a:prstGeom>
            <a:solidFill>
              <a:srgbClr val="070154"/>
            </a:solidFill>
            <a:ln>
              <a:noFill/>
            </a:ln>
          </p:spPr>
        </p:sp>
      </p:grpSp>
      <p:grpSp>
        <p:nvGrpSpPr>
          <p:cNvPr id="60" name="node04"/>
          <p:cNvGrpSpPr/>
          <p:nvPr/>
        </p:nvGrpSpPr>
        <p:grpSpPr>
          <a:xfrm>
            <a:off x="8191500" y="1752600"/>
            <a:ext cx="3124200" cy="152400"/>
            <a:chOff x="8191500" y="1752600"/>
            <a:chExt cx="3124200" cy="152400"/>
          </a:xfrm>
        </p:grpSpPr>
        <p:sp>
          <p:nvSpPr>
            <p:cNvPr id="10" name="node04.text"/>
            <p:cNvSpPr/>
            <p:nvPr/>
          </p:nvSpPr>
          <p:spPr>
            <a:xfrm>
              <a:off x="8191500" y="1752600"/>
              <a:ext cx="3124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CED7E6"/>
                  </a:solidFill>
                  <a:latin typeface="IBM Plex Mono Medium"/>
                  <a:ea typeface="IBM Plex Mono Medium"/>
                  <a:cs typeface="IBM Plex Mono Medium"/>
                </a:rPr>
                <a:t>FIXED FEE</a:t>
              </a:r>
              <a:endParaRPr lang="en-US" sz="900" spc="54" kern="0" b="0" i="0" dirty="0">
                <a:solidFill>
                  <a:srgbClr val="CED7E6"/>
                </a:solidFill>
                <a:latin typeface="IBM Plex Mono Medium"/>
                <a:ea typeface="IBM Plex Mono Medium"/>
                <a:cs typeface="IBM Plex Mono Medium"/>
              </a:endParaRPr>
            </a:p>
          </p:txBody>
        </p:sp>
      </p:grpSp>
      <p:grpSp>
        <p:nvGrpSpPr>
          <p:cNvPr id="61" name="node05"/>
          <p:cNvGrpSpPr/>
          <p:nvPr/>
        </p:nvGrpSpPr>
        <p:grpSpPr>
          <a:xfrm>
            <a:off x="8191500" y="1981200"/>
            <a:ext cx="1524000" cy="458978"/>
            <a:chOff x="8191500" y="1981200"/>
            <a:chExt cx="1524000" cy="458978"/>
          </a:xfrm>
        </p:grpSpPr>
        <p:sp>
          <p:nvSpPr>
            <p:cNvPr id="11" name="node05.text"/>
            <p:cNvSpPr/>
            <p:nvPr/>
          </p:nvSpPr>
          <p:spPr>
            <a:xfrm>
              <a:off x="8191500" y="1981200"/>
              <a:ext cx="1524000" cy="458978"/>
            </a:xfrm>
            <a:prstGeom prst="rect">
              <a:avLst/>
            </a:prstGeom>
            <a:noFill/>
            <a:ln/>
          </p:spPr>
          <p:txBody>
            <a:bodyPr wrap="square" lIns="0" tIns="0" rIns="0" bIns="0" rtlCol="0" anchor="t"/>
            <a:lstStyle/>
            <a:p>
              <a:pPr algn="l" indent="0" marL="0">
                <a:lnSpc>
                  <a:spcPts val="3600"/>
                </a:lnSpc>
                <a:buNone/>
              </a:pPr>
              <a:r>
                <a:rPr lang="en-US" sz="3600" spc="-72" kern="0" b="0" i="0" dirty="0">
                  <a:solidFill>
                    <a:srgbClr val="FFFFFF"/>
                  </a:solidFill>
                  <a:latin typeface="IBM Plex Mono SemiBold"/>
                  <a:ea typeface="IBM Plex Mono SemiBold"/>
                  <a:cs typeface="IBM Plex Mono SemiBold"/>
                </a:rPr>
                <a:t>$185K</a:t>
              </a:r>
              <a:endParaRPr lang="en-US" sz="3600" spc="-72" kern="0" b="0" i="0" dirty="0">
                <a:solidFill>
                  <a:srgbClr val="FFFFFF"/>
                </a:solidFill>
                <a:latin typeface="IBM Plex Mono SemiBold"/>
                <a:ea typeface="IBM Plex Mono SemiBold"/>
                <a:cs typeface="IBM Plex Mono SemiBold"/>
              </a:endParaRPr>
            </a:p>
          </p:txBody>
        </p:sp>
      </p:grpSp>
      <p:grpSp>
        <p:nvGrpSpPr>
          <p:cNvPr id="62" name="node06"/>
          <p:cNvGrpSpPr/>
          <p:nvPr/>
        </p:nvGrpSpPr>
        <p:grpSpPr>
          <a:xfrm>
            <a:off x="9715500" y="2019300"/>
            <a:ext cx="1600200" cy="228600"/>
            <a:chOff x="9715500" y="2019300"/>
            <a:chExt cx="1600200" cy="228600"/>
          </a:xfrm>
        </p:grpSpPr>
        <p:sp>
          <p:nvSpPr>
            <p:cNvPr id="12" name="node06.text"/>
            <p:cNvSpPr/>
            <p:nvPr/>
          </p:nvSpPr>
          <p:spPr>
            <a:xfrm>
              <a:off x="9715500" y="2019300"/>
              <a:ext cx="1600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fixed fee, 8 weeks</a:t>
              </a:r>
              <a:endParaRPr lang="en-US" sz="1200" spc="0" kern="0" b="0" i="0" dirty="0">
                <a:solidFill>
                  <a:srgbClr val="FFFFFF"/>
                </a:solidFill>
                <a:latin typeface="IBM Plex Sans"/>
                <a:ea typeface="IBM Plex Sans"/>
                <a:cs typeface="IBM Plex Sans"/>
              </a:endParaRPr>
            </a:p>
          </p:txBody>
        </p:sp>
      </p:grpSp>
      <p:grpSp>
        <p:nvGrpSpPr>
          <p:cNvPr id="63" name="node07"/>
          <p:cNvGrpSpPr/>
          <p:nvPr/>
        </p:nvGrpSpPr>
        <p:grpSpPr>
          <a:xfrm>
            <a:off x="9715500" y="2247900"/>
            <a:ext cx="1600200" cy="228600"/>
            <a:chOff x="9715500" y="2247900"/>
            <a:chExt cx="1600200" cy="228600"/>
          </a:xfrm>
        </p:grpSpPr>
        <p:sp>
          <p:nvSpPr>
            <p:cNvPr id="13" name="node07.text"/>
            <p:cNvSpPr/>
            <p:nvPr/>
          </p:nvSpPr>
          <p:spPr>
            <a:xfrm>
              <a:off x="9715500" y="2247900"/>
              <a:ext cx="1600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CED7E6"/>
                  </a:solidFill>
                  <a:latin typeface="IBM Plex Sans"/>
                  <a:ea typeface="IBM Plex Sans"/>
                  <a:cs typeface="IBM Plex Sans"/>
                </a:rPr>
                <a:t>2 invoices, net 30</a:t>
              </a:r>
              <a:endParaRPr lang="en-US" sz="1200" spc="0" kern="0" b="0" i="0" dirty="0">
                <a:solidFill>
                  <a:srgbClr val="CED7E6"/>
                </a:solidFill>
                <a:latin typeface="IBM Plex Sans"/>
                <a:ea typeface="IBM Plex Sans"/>
                <a:cs typeface="IBM Plex Sans"/>
              </a:endParaRPr>
            </a:p>
          </p:txBody>
        </p:sp>
      </p:grpSp>
      <p:grpSp>
        <p:nvGrpSpPr>
          <p:cNvPr id="64" name="node08"/>
          <p:cNvGrpSpPr/>
          <p:nvPr/>
        </p:nvGrpSpPr>
        <p:grpSpPr>
          <a:xfrm>
            <a:off x="723900" y="2895600"/>
            <a:ext cx="10744200" cy="152400"/>
            <a:chOff x="723900" y="2895600"/>
            <a:chExt cx="10744200" cy="152400"/>
          </a:xfrm>
        </p:grpSpPr>
        <p:sp>
          <p:nvSpPr>
            <p:cNvPr id="14" name="node08.text"/>
            <p:cNvSpPr/>
            <p:nvPr/>
          </p:nvSpPr>
          <p:spPr>
            <a:xfrm>
              <a:off x="723900" y="2895600"/>
              <a:ext cx="10744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2 · HOW WE WILL DO IT · 8 WEEKS</a:t>
              </a:r>
              <a:endParaRPr lang="en-US" sz="900" spc="54" kern="0" b="0" i="0" dirty="0">
                <a:solidFill>
                  <a:srgbClr val="0047FF"/>
                </a:solidFill>
                <a:latin typeface="IBM Plex Mono Medium"/>
                <a:ea typeface="IBM Plex Mono Medium"/>
                <a:cs typeface="IBM Plex Mono Medium"/>
              </a:endParaRPr>
            </a:p>
          </p:txBody>
        </p:sp>
      </p:grpSp>
      <p:sp>
        <p:nvSpPr>
          <p:cNvPr id="15" name="node09"/>
          <p:cNvSpPr/>
          <p:nvPr/>
        </p:nvSpPr>
        <p:spPr>
          <a:xfrm>
            <a:off x="723900" y="3162300"/>
            <a:ext cx="2514600" cy="12700"/>
          </a:xfrm>
          <a:prstGeom prst="rect">
            <a:avLst/>
          </a:prstGeom>
          <a:solidFill>
            <a:srgbClr val="CED7E6"/>
          </a:solidFill>
          <a:ln>
            <a:noFill/>
          </a:ln>
        </p:spPr>
      </p:sp>
      <p:grpSp>
        <p:nvGrpSpPr>
          <p:cNvPr id="65" name="node10"/>
          <p:cNvGrpSpPr/>
          <p:nvPr/>
        </p:nvGrpSpPr>
        <p:grpSpPr>
          <a:xfrm>
            <a:off x="723900" y="3276600"/>
            <a:ext cx="2514600" cy="152400"/>
            <a:chOff x="723900" y="3276600"/>
            <a:chExt cx="2514600" cy="152400"/>
          </a:xfrm>
        </p:grpSpPr>
        <p:sp>
          <p:nvSpPr>
            <p:cNvPr id="16" name="node10.text"/>
            <p:cNvSpPr/>
            <p:nvPr/>
          </p:nvSpPr>
          <p:spPr>
            <a:xfrm>
              <a:off x="723900" y="32766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01 · WEEKS 1 TO 2</a:t>
              </a:r>
              <a:endParaRPr lang="en-US" sz="900" spc="54" kern="0" b="0" i="0" dirty="0">
                <a:solidFill>
                  <a:srgbClr val="0047FF"/>
                </a:solidFill>
                <a:latin typeface="IBM Plex Mono Medium"/>
                <a:ea typeface="IBM Plex Mono Medium"/>
                <a:cs typeface="IBM Plex Mono Medium"/>
              </a:endParaRPr>
            </a:p>
          </p:txBody>
        </p:sp>
      </p:grpSp>
      <p:grpSp>
        <p:nvGrpSpPr>
          <p:cNvPr id="66" name="node11"/>
          <p:cNvGrpSpPr/>
          <p:nvPr/>
        </p:nvGrpSpPr>
        <p:grpSpPr>
          <a:xfrm>
            <a:off x="723900" y="3505200"/>
            <a:ext cx="2514600" cy="304800"/>
            <a:chOff x="723900" y="3505200"/>
            <a:chExt cx="2514600" cy="304800"/>
          </a:xfrm>
        </p:grpSpPr>
        <p:sp>
          <p:nvSpPr>
            <p:cNvPr id="17" name="node11.text"/>
            <p:cNvSpPr/>
            <p:nvPr/>
          </p:nvSpPr>
          <p:spPr>
            <a:xfrm>
              <a:off x="723900" y="3505200"/>
              <a:ext cx="25146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Align</a:t>
              </a:r>
              <a:endParaRPr lang="en-US" sz="1800" spc="-18" kern="0" b="0" i="0" dirty="0">
                <a:solidFill>
                  <a:srgbClr val="070154"/>
                </a:solidFill>
                <a:latin typeface="IBM Plex Sans SemiBold"/>
                <a:ea typeface="IBM Plex Sans SemiBold"/>
                <a:cs typeface="IBM Plex Sans SemiBold"/>
              </a:endParaRPr>
            </a:p>
          </p:txBody>
        </p:sp>
      </p:grpSp>
      <p:grpSp>
        <p:nvGrpSpPr>
          <p:cNvPr id="67" name="node12"/>
          <p:cNvGrpSpPr/>
          <p:nvPr/>
        </p:nvGrpSpPr>
        <p:grpSpPr>
          <a:xfrm>
            <a:off x="723900" y="3848100"/>
            <a:ext cx="2514600" cy="990600"/>
            <a:chOff x="723900" y="3848100"/>
            <a:chExt cx="2514600" cy="990600"/>
          </a:xfrm>
        </p:grpSpPr>
        <p:sp>
          <p:nvSpPr>
            <p:cNvPr id="18" name="node12.source-001.bullet"/>
            <p:cNvSpPr/>
            <p:nvPr/>
          </p:nvSpPr>
          <p:spPr>
            <a:xfrm>
              <a:off x="723900" y="3937000"/>
              <a:ext cx="38100" cy="38100"/>
            </a:xfrm>
            <a:prstGeom prst="rect">
              <a:avLst/>
            </a:prstGeom>
            <a:solidFill>
              <a:srgbClr val="070154"/>
            </a:solidFill>
            <a:ln>
              <a:noFill/>
            </a:ln>
          </p:spPr>
        </p:sp>
        <p:sp>
          <p:nvSpPr>
            <p:cNvPr id="19" name="node12.source-001.text"/>
            <p:cNvSpPr/>
            <p:nvPr/>
          </p:nvSpPr>
          <p:spPr>
            <a:xfrm>
              <a:off x="876300" y="3848100"/>
              <a:ext cx="23622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Confirm sponsor goals and risk appetite</a:t>
              </a:r>
              <a:endParaRPr lang="en-US" sz="1200" spc="0" kern="0" b="0" i="0" dirty="0">
                <a:solidFill>
                  <a:srgbClr val="070154"/>
                </a:solidFill>
                <a:latin typeface="IBM Plex Sans"/>
                <a:ea typeface="IBM Plex Sans"/>
                <a:cs typeface="IBM Plex Sans"/>
              </a:endParaRPr>
            </a:p>
          </p:txBody>
        </p:sp>
        <p:sp>
          <p:nvSpPr>
            <p:cNvPr id="20" name="node12.source-002.bullet"/>
            <p:cNvSpPr/>
            <p:nvPr/>
          </p:nvSpPr>
          <p:spPr>
            <a:xfrm>
              <a:off x="723900" y="4432300"/>
              <a:ext cx="38100" cy="38100"/>
            </a:xfrm>
            <a:prstGeom prst="rect">
              <a:avLst/>
            </a:prstGeom>
            <a:solidFill>
              <a:srgbClr val="070154"/>
            </a:solidFill>
            <a:ln>
              <a:noFill/>
            </a:ln>
          </p:spPr>
        </p:sp>
        <p:sp>
          <p:nvSpPr>
            <p:cNvPr id="21" name="node12.source-002.text"/>
            <p:cNvSpPr/>
            <p:nvPr/>
          </p:nvSpPr>
          <p:spPr>
            <a:xfrm>
              <a:off x="876300" y="43434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20 stakeholder interviews</a:t>
              </a:r>
              <a:endParaRPr lang="en-US" sz="1200" spc="0" kern="0" b="0" i="0" dirty="0">
                <a:solidFill>
                  <a:srgbClr val="070154"/>
                </a:solidFill>
                <a:latin typeface="IBM Plex Sans"/>
                <a:ea typeface="IBM Plex Sans"/>
                <a:cs typeface="IBM Plex Sans"/>
              </a:endParaRPr>
            </a:p>
          </p:txBody>
        </p:sp>
        <p:sp>
          <p:nvSpPr>
            <p:cNvPr id="22" name="node12.source-003.bullet"/>
            <p:cNvSpPr/>
            <p:nvPr/>
          </p:nvSpPr>
          <p:spPr>
            <a:xfrm>
              <a:off x="723900" y="4699000"/>
              <a:ext cx="38100" cy="38100"/>
            </a:xfrm>
            <a:prstGeom prst="rect">
              <a:avLst/>
            </a:prstGeom>
            <a:solidFill>
              <a:srgbClr val="070154"/>
            </a:solidFill>
            <a:ln>
              <a:noFill/>
            </a:ln>
          </p:spPr>
        </p:sp>
        <p:sp>
          <p:nvSpPr>
            <p:cNvPr id="23" name="node12.source-003.text"/>
            <p:cNvSpPr/>
            <p:nvPr/>
          </p:nvSpPr>
          <p:spPr>
            <a:xfrm>
              <a:off x="876300" y="46101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Agree scoring criteria</a:t>
              </a:r>
              <a:endParaRPr lang="en-US" sz="1200" spc="0" kern="0" b="0" i="0" dirty="0">
                <a:solidFill>
                  <a:srgbClr val="070154"/>
                </a:solidFill>
                <a:latin typeface="IBM Plex Sans"/>
                <a:ea typeface="IBM Plex Sans"/>
                <a:cs typeface="IBM Plex Sans"/>
              </a:endParaRPr>
            </a:p>
          </p:txBody>
        </p:sp>
      </p:grpSp>
      <p:sp>
        <p:nvSpPr>
          <p:cNvPr id="24" name="node13"/>
          <p:cNvSpPr/>
          <p:nvPr/>
        </p:nvSpPr>
        <p:spPr>
          <a:xfrm>
            <a:off x="3467100" y="3162300"/>
            <a:ext cx="2514600" cy="12700"/>
          </a:xfrm>
          <a:prstGeom prst="rect">
            <a:avLst/>
          </a:prstGeom>
          <a:solidFill>
            <a:srgbClr val="CED7E6"/>
          </a:solidFill>
          <a:ln>
            <a:noFill/>
          </a:ln>
        </p:spPr>
      </p:sp>
      <p:grpSp>
        <p:nvGrpSpPr>
          <p:cNvPr id="68" name="node14"/>
          <p:cNvGrpSpPr/>
          <p:nvPr/>
        </p:nvGrpSpPr>
        <p:grpSpPr>
          <a:xfrm>
            <a:off x="3467100" y="3276600"/>
            <a:ext cx="2514600" cy="152400"/>
            <a:chOff x="3467100" y="3276600"/>
            <a:chExt cx="2514600" cy="152400"/>
          </a:xfrm>
        </p:grpSpPr>
        <p:sp>
          <p:nvSpPr>
            <p:cNvPr id="25" name="node14.text"/>
            <p:cNvSpPr/>
            <p:nvPr/>
          </p:nvSpPr>
          <p:spPr>
            <a:xfrm>
              <a:off x="3467100" y="32766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02 · WEEKS 3 TO 5</a:t>
              </a:r>
              <a:endParaRPr lang="en-US" sz="900" spc="54" kern="0" b="0" i="0" dirty="0">
                <a:solidFill>
                  <a:srgbClr val="0047FF"/>
                </a:solidFill>
                <a:latin typeface="IBM Plex Mono Medium"/>
                <a:ea typeface="IBM Plex Mono Medium"/>
                <a:cs typeface="IBM Plex Mono Medium"/>
              </a:endParaRPr>
            </a:p>
          </p:txBody>
        </p:sp>
      </p:grpSp>
      <p:grpSp>
        <p:nvGrpSpPr>
          <p:cNvPr id="69" name="node15"/>
          <p:cNvGrpSpPr/>
          <p:nvPr/>
        </p:nvGrpSpPr>
        <p:grpSpPr>
          <a:xfrm>
            <a:off x="3467100" y="3505200"/>
            <a:ext cx="2514600" cy="304800"/>
            <a:chOff x="3467100" y="3505200"/>
            <a:chExt cx="2514600" cy="304800"/>
          </a:xfrm>
        </p:grpSpPr>
        <p:sp>
          <p:nvSpPr>
            <p:cNvPr id="26" name="node15.text"/>
            <p:cNvSpPr/>
            <p:nvPr/>
          </p:nvSpPr>
          <p:spPr>
            <a:xfrm>
              <a:off x="3467100" y="3505200"/>
              <a:ext cx="25146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Assess</a:t>
              </a:r>
              <a:endParaRPr lang="en-US" sz="1800" spc="-18" kern="0" b="0" i="0" dirty="0">
                <a:solidFill>
                  <a:srgbClr val="070154"/>
                </a:solidFill>
                <a:latin typeface="IBM Plex Sans SemiBold"/>
                <a:ea typeface="IBM Plex Sans SemiBold"/>
                <a:cs typeface="IBM Plex Sans SemiBold"/>
              </a:endParaRPr>
            </a:p>
          </p:txBody>
        </p:sp>
      </p:grpSp>
      <p:grpSp>
        <p:nvGrpSpPr>
          <p:cNvPr id="70" name="node16"/>
          <p:cNvGrpSpPr/>
          <p:nvPr/>
        </p:nvGrpSpPr>
        <p:grpSpPr>
          <a:xfrm>
            <a:off x="3467100" y="3848100"/>
            <a:ext cx="2514600" cy="990600"/>
            <a:chOff x="3467100" y="3848100"/>
            <a:chExt cx="2514600" cy="990600"/>
          </a:xfrm>
        </p:grpSpPr>
        <p:sp>
          <p:nvSpPr>
            <p:cNvPr id="27" name="node16.source-001.bullet"/>
            <p:cNvSpPr/>
            <p:nvPr/>
          </p:nvSpPr>
          <p:spPr>
            <a:xfrm>
              <a:off x="3467100" y="3937000"/>
              <a:ext cx="38100" cy="38100"/>
            </a:xfrm>
            <a:prstGeom prst="rect">
              <a:avLst/>
            </a:prstGeom>
            <a:solidFill>
              <a:srgbClr val="070154"/>
            </a:solidFill>
            <a:ln>
              <a:noFill/>
            </a:ln>
          </p:spPr>
        </p:sp>
        <p:sp>
          <p:nvSpPr>
            <p:cNvPr id="28" name="node16.source-001.text"/>
            <p:cNvSpPr/>
            <p:nvPr/>
          </p:nvSpPr>
          <p:spPr>
            <a:xfrm>
              <a:off x="3619500" y="3848100"/>
              <a:ext cx="23622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Scan data, platform and talent against five domains</a:t>
              </a:r>
              <a:endParaRPr lang="en-US" sz="1200" spc="0" kern="0" b="0" i="0" dirty="0">
                <a:solidFill>
                  <a:srgbClr val="070154"/>
                </a:solidFill>
                <a:latin typeface="IBM Plex Sans"/>
                <a:ea typeface="IBM Plex Sans"/>
                <a:cs typeface="IBM Plex Sans"/>
              </a:endParaRPr>
            </a:p>
          </p:txBody>
        </p:sp>
        <p:sp>
          <p:nvSpPr>
            <p:cNvPr id="29" name="node16.source-002.bullet"/>
            <p:cNvSpPr/>
            <p:nvPr/>
          </p:nvSpPr>
          <p:spPr>
            <a:xfrm>
              <a:off x="3467100" y="4432300"/>
              <a:ext cx="38100" cy="38100"/>
            </a:xfrm>
            <a:prstGeom prst="rect">
              <a:avLst/>
            </a:prstGeom>
            <a:solidFill>
              <a:srgbClr val="070154"/>
            </a:solidFill>
            <a:ln>
              <a:noFill/>
            </a:ln>
          </p:spPr>
        </p:sp>
        <p:sp>
          <p:nvSpPr>
            <p:cNvPr id="30" name="node16.source-002.text"/>
            <p:cNvSpPr/>
            <p:nvPr/>
          </p:nvSpPr>
          <p:spPr>
            <a:xfrm>
              <a:off x="3619500" y="43434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Score each domain 1 to 5</a:t>
              </a:r>
              <a:endParaRPr lang="en-US" sz="1200" spc="0" kern="0" b="0" i="0" dirty="0">
                <a:solidFill>
                  <a:srgbClr val="070154"/>
                </a:solidFill>
                <a:latin typeface="IBM Plex Sans"/>
                <a:ea typeface="IBM Plex Sans"/>
                <a:cs typeface="IBM Plex Sans"/>
              </a:endParaRPr>
            </a:p>
          </p:txBody>
        </p:sp>
        <p:sp>
          <p:nvSpPr>
            <p:cNvPr id="31" name="node16.source-003.bullet"/>
            <p:cNvSpPr/>
            <p:nvPr/>
          </p:nvSpPr>
          <p:spPr>
            <a:xfrm>
              <a:off x="3467100" y="4699000"/>
              <a:ext cx="38100" cy="38100"/>
            </a:xfrm>
            <a:prstGeom prst="rect">
              <a:avLst/>
            </a:prstGeom>
            <a:solidFill>
              <a:srgbClr val="070154"/>
            </a:solidFill>
            <a:ln>
              <a:noFill/>
            </a:ln>
          </p:spPr>
        </p:sp>
        <p:sp>
          <p:nvSpPr>
            <p:cNvPr id="32" name="node16.source-003.text"/>
            <p:cNvSpPr/>
            <p:nvPr/>
          </p:nvSpPr>
          <p:spPr>
            <a:xfrm>
              <a:off x="3619500" y="46101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Compare with peer systems</a:t>
              </a:r>
              <a:endParaRPr lang="en-US" sz="1200" spc="0" kern="0" b="0" i="0" dirty="0">
                <a:solidFill>
                  <a:srgbClr val="070154"/>
                </a:solidFill>
                <a:latin typeface="IBM Plex Sans"/>
                <a:ea typeface="IBM Plex Sans"/>
                <a:cs typeface="IBM Plex Sans"/>
              </a:endParaRPr>
            </a:p>
          </p:txBody>
        </p:sp>
      </p:grpSp>
      <p:sp>
        <p:nvSpPr>
          <p:cNvPr id="33" name="node17"/>
          <p:cNvSpPr/>
          <p:nvPr/>
        </p:nvSpPr>
        <p:spPr>
          <a:xfrm>
            <a:off x="6210300" y="3162300"/>
            <a:ext cx="2514600" cy="12700"/>
          </a:xfrm>
          <a:prstGeom prst="rect">
            <a:avLst/>
          </a:prstGeom>
          <a:solidFill>
            <a:srgbClr val="CED7E6"/>
          </a:solidFill>
          <a:ln>
            <a:noFill/>
          </a:ln>
        </p:spPr>
      </p:sp>
      <p:grpSp>
        <p:nvGrpSpPr>
          <p:cNvPr id="71" name="node18"/>
          <p:cNvGrpSpPr/>
          <p:nvPr/>
        </p:nvGrpSpPr>
        <p:grpSpPr>
          <a:xfrm>
            <a:off x="6210300" y="3276600"/>
            <a:ext cx="2514600" cy="152400"/>
            <a:chOff x="6210300" y="3276600"/>
            <a:chExt cx="2514600" cy="152400"/>
          </a:xfrm>
        </p:grpSpPr>
        <p:sp>
          <p:nvSpPr>
            <p:cNvPr id="34" name="node18.text"/>
            <p:cNvSpPr/>
            <p:nvPr/>
          </p:nvSpPr>
          <p:spPr>
            <a:xfrm>
              <a:off x="6210300" y="32766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03 · WEEKS 6 TO 7</a:t>
              </a:r>
              <a:endParaRPr lang="en-US" sz="900" spc="54" kern="0" b="0" i="0" dirty="0">
                <a:solidFill>
                  <a:srgbClr val="0047FF"/>
                </a:solidFill>
                <a:latin typeface="IBM Plex Mono Medium"/>
                <a:ea typeface="IBM Plex Mono Medium"/>
                <a:cs typeface="IBM Plex Mono Medium"/>
              </a:endParaRPr>
            </a:p>
          </p:txBody>
        </p:sp>
      </p:grpSp>
      <p:grpSp>
        <p:nvGrpSpPr>
          <p:cNvPr id="72" name="node19"/>
          <p:cNvGrpSpPr/>
          <p:nvPr/>
        </p:nvGrpSpPr>
        <p:grpSpPr>
          <a:xfrm>
            <a:off x="6210300" y="3505200"/>
            <a:ext cx="2514600" cy="304800"/>
            <a:chOff x="6210300" y="3505200"/>
            <a:chExt cx="2514600" cy="304800"/>
          </a:xfrm>
        </p:grpSpPr>
        <p:sp>
          <p:nvSpPr>
            <p:cNvPr id="35" name="node19.text"/>
            <p:cNvSpPr/>
            <p:nvPr/>
          </p:nvSpPr>
          <p:spPr>
            <a:xfrm>
              <a:off x="6210300" y="3505200"/>
              <a:ext cx="25146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Prioritize</a:t>
              </a:r>
              <a:endParaRPr lang="en-US" sz="1800" spc="-18" kern="0" b="0" i="0" dirty="0">
                <a:solidFill>
                  <a:srgbClr val="070154"/>
                </a:solidFill>
                <a:latin typeface="IBM Plex Sans SemiBold"/>
                <a:ea typeface="IBM Plex Sans SemiBold"/>
                <a:cs typeface="IBM Plex Sans SemiBold"/>
              </a:endParaRPr>
            </a:p>
          </p:txBody>
        </p:sp>
      </p:grpSp>
      <p:grpSp>
        <p:nvGrpSpPr>
          <p:cNvPr id="73" name="node20"/>
          <p:cNvGrpSpPr/>
          <p:nvPr/>
        </p:nvGrpSpPr>
        <p:grpSpPr>
          <a:xfrm>
            <a:off x="6210300" y="3848100"/>
            <a:ext cx="2514600" cy="990600"/>
            <a:chOff x="6210300" y="3848100"/>
            <a:chExt cx="2514600" cy="990600"/>
          </a:xfrm>
        </p:grpSpPr>
        <p:sp>
          <p:nvSpPr>
            <p:cNvPr id="36" name="node20.source-001.bullet"/>
            <p:cNvSpPr/>
            <p:nvPr/>
          </p:nvSpPr>
          <p:spPr>
            <a:xfrm>
              <a:off x="6210300" y="3937000"/>
              <a:ext cx="38100" cy="38100"/>
            </a:xfrm>
            <a:prstGeom prst="rect">
              <a:avLst/>
            </a:prstGeom>
            <a:solidFill>
              <a:srgbClr val="070154"/>
            </a:solidFill>
            <a:ln>
              <a:noFill/>
            </a:ln>
          </p:spPr>
        </p:sp>
        <p:sp>
          <p:nvSpPr>
            <p:cNvPr id="37" name="node20.source-001.text"/>
            <p:cNvSpPr/>
            <p:nvPr/>
          </p:nvSpPr>
          <p:spPr>
            <a:xfrm>
              <a:off x="6362700" y="3848100"/>
              <a:ext cx="23622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Long-list 30 use cases with clinical and finance leads</a:t>
              </a:r>
              <a:endParaRPr lang="en-US" sz="1200" spc="0" kern="0" b="0" i="0" dirty="0">
                <a:solidFill>
                  <a:srgbClr val="070154"/>
                </a:solidFill>
                <a:latin typeface="IBM Plex Sans"/>
                <a:ea typeface="IBM Plex Sans"/>
                <a:cs typeface="IBM Plex Sans"/>
              </a:endParaRPr>
            </a:p>
          </p:txBody>
        </p:sp>
        <p:sp>
          <p:nvSpPr>
            <p:cNvPr id="38" name="node20.source-002.bullet"/>
            <p:cNvSpPr/>
            <p:nvPr/>
          </p:nvSpPr>
          <p:spPr>
            <a:xfrm>
              <a:off x="6210300" y="4432300"/>
              <a:ext cx="38100" cy="38100"/>
            </a:xfrm>
            <a:prstGeom prst="rect">
              <a:avLst/>
            </a:prstGeom>
            <a:solidFill>
              <a:srgbClr val="070154"/>
            </a:solidFill>
            <a:ln>
              <a:noFill/>
            </a:ln>
          </p:spPr>
        </p:sp>
        <p:sp>
          <p:nvSpPr>
            <p:cNvPr id="39" name="node20.source-002.text"/>
            <p:cNvSpPr/>
            <p:nvPr/>
          </p:nvSpPr>
          <p:spPr>
            <a:xfrm>
              <a:off x="6362700" y="43434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Rank on value, risk and readiness</a:t>
              </a:r>
              <a:endParaRPr lang="en-US" sz="1200" spc="0" kern="0" b="0" i="0" dirty="0">
                <a:solidFill>
                  <a:srgbClr val="070154"/>
                </a:solidFill>
                <a:latin typeface="IBM Plex Sans"/>
                <a:ea typeface="IBM Plex Sans"/>
                <a:cs typeface="IBM Plex Sans"/>
              </a:endParaRPr>
            </a:p>
          </p:txBody>
        </p:sp>
        <p:sp>
          <p:nvSpPr>
            <p:cNvPr id="40" name="node20.source-003.bullet"/>
            <p:cNvSpPr/>
            <p:nvPr/>
          </p:nvSpPr>
          <p:spPr>
            <a:xfrm>
              <a:off x="6210300" y="4699000"/>
              <a:ext cx="38100" cy="38100"/>
            </a:xfrm>
            <a:prstGeom prst="rect">
              <a:avLst/>
            </a:prstGeom>
            <a:solidFill>
              <a:srgbClr val="070154"/>
            </a:solidFill>
            <a:ln>
              <a:noFill/>
            </a:ln>
          </p:spPr>
        </p:sp>
        <p:sp>
          <p:nvSpPr>
            <p:cNvPr id="41" name="node20.source-003.text"/>
            <p:cNvSpPr/>
            <p:nvPr/>
          </p:nvSpPr>
          <p:spPr>
            <a:xfrm>
              <a:off x="6362700" y="46101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Agree the top ten</a:t>
              </a:r>
              <a:endParaRPr lang="en-US" sz="1200" spc="0" kern="0" b="0" i="0" dirty="0">
                <a:solidFill>
                  <a:srgbClr val="070154"/>
                </a:solidFill>
                <a:latin typeface="IBM Plex Sans"/>
                <a:ea typeface="IBM Plex Sans"/>
                <a:cs typeface="IBM Plex Sans"/>
              </a:endParaRPr>
            </a:p>
          </p:txBody>
        </p:sp>
      </p:grpSp>
      <p:sp>
        <p:nvSpPr>
          <p:cNvPr id="42" name="node21"/>
          <p:cNvSpPr/>
          <p:nvPr/>
        </p:nvSpPr>
        <p:spPr>
          <a:xfrm>
            <a:off x="8953500" y="3162300"/>
            <a:ext cx="2514600" cy="12700"/>
          </a:xfrm>
          <a:prstGeom prst="rect">
            <a:avLst/>
          </a:prstGeom>
          <a:solidFill>
            <a:srgbClr val="CED7E6"/>
          </a:solidFill>
          <a:ln>
            <a:noFill/>
          </a:ln>
        </p:spPr>
      </p:sp>
      <p:grpSp>
        <p:nvGrpSpPr>
          <p:cNvPr id="74" name="node22"/>
          <p:cNvGrpSpPr/>
          <p:nvPr/>
        </p:nvGrpSpPr>
        <p:grpSpPr>
          <a:xfrm>
            <a:off x="8953500" y="3276600"/>
            <a:ext cx="2514600" cy="152400"/>
            <a:chOff x="8953500" y="3276600"/>
            <a:chExt cx="2514600" cy="152400"/>
          </a:xfrm>
        </p:grpSpPr>
        <p:sp>
          <p:nvSpPr>
            <p:cNvPr id="43" name="node22.text"/>
            <p:cNvSpPr/>
            <p:nvPr/>
          </p:nvSpPr>
          <p:spPr>
            <a:xfrm>
              <a:off x="8953500" y="32766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04 · WEEK 8</a:t>
              </a:r>
              <a:endParaRPr lang="en-US" sz="900" spc="54" kern="0" b="0" i="0" dirty="0">
                <a:solidFill>
                  <a:srgbClr val="0047FF"/>
                </a:solidFill>
                <a:latin typeface="IBM Plex Mono Medium"/>
                <a:ea typeface="IBM Plex Mono Medium"/>
                <a:cs typeface="IBM Plex Mono Medium"/>
              </a:endParaRPr>
            </a:p>
          </p:txBody>
        </p:sp>
      </p:grpSp>
      <p:grpSp>
        <p:nvGrpSpPr>
          <p:cNvPr id="75" name="node23"/>
          <p:cNvGrpSpPr/>
          <p:nvPr/>
        </p:nvGrpSpPr>
        <p:grpSpPr>
          <a:xfrm>
            <a:off x="8953500" y="3505200"/>
            <a:ext cx="2514600" cy="304800"/>
            <a:chOff x="8953500" y="3505200"/>
            <a:chExt cx="2514600" cy="304800"/>
          </a:xfrm>
        </p:grpSpPr>
        <p:sp>
          <p:nvSpPr>
            <p:cNvPr id="44" name="node23.text"/>
            <p:cNvSpPr/>
            <p:nvPr/>
          </p:nvSpPr>
          <p:spPr>
            <a:xfrm>
              <a:off x="8953500" y="3505200"/>
              <a:ext cx="25146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Plan</a:t>
              </a:r>
              <a:endParaRPr lang="en-US" sz="1800" spc="-18" kern="0" b="0" i="0" dirty="0">
                <a:solidFill>
                  <a:srgbClr val="070154"/>
                </a:solidFill>
                <a:latin typeface="IBM Plex Sans SemiBold"/>
                <a:ea typeface="IBM Plex Sans SemiBold"/>
                <a:cs typeface="IBM Plex Sans SemiBold"/>
              </a:endParaRPr>
            </a:p>
          </p:txBody>
        </p:sp>
      </p:grpSp>
      <p:grpSp>
        <p:nvGrpSpPr>
          <p:cNvPr id="76" name="node24"/>
          <p:cNvGrpSpPr/>
          <p:nvPr/>
        </p:nvGrpSpPr>
        <p:grpSpPr>
          <a:xfrm>
            <a:off x="8953500" y="3848100"/>
            <a:ext cx="2514600" cy="990600"/>
            <a:chOff x="8953500" y="3848100"/>
            <a:chExt cx="2514600" cy="990600"/>
          </a:xfrm>
        </p:grpSpPr>
        <p:sp>
          <p:nvSpPr>
            <p:cNvPr id="45" name="node24.source-001.bullet"/>
            <p:cNvSpPr/>
            <p:nvPr/>
          </p:nvSpPr>
          <p:spPr>
            <a:xfrm>
              <a:off x="8953500" y="3937000"/>
              <a:ext cx="38100" cy="38100"/>
            </a:xfrm>
            <a:prstGeom prst="rect">
              <a:avLst/>
            </a:prstGeom>
            <a:solidFill>
              <a:srgbClr val="070154"/>
            </a:solidFill>
            <a:ln>
              <a:noFill/>
            </a:ln>
          </p:spPr>
        </p:sp>
        <p:sp>
          <p:nvSpPr>
            <p:cNvPr id="46" name="node24.source-001.text"/>
            <p:cNvSpPr/>
            <p:nvPr/>
          </p:nvSpPr>
          <p:spPr>
            <a:xfrm>
              <a:off x="9105900" y="3848100"/>
              <a:ext cx="23622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Governance and risk model with review gates</a:t>
              </a:r>
              <a:endParaRPr lang="en-US" sz="1200" spc="0" kern="0" b="0" i="0" dirty="0">
                <a:solidFill>
                  <a:srgbClr val="070154"/>
                </a:solidFill>
                <a:latin typeface="IBM Plex Sans"/>
                <a:ea typeface="IBM Plex Sans"/>
                <a:cs typeface="IBM Plex Sans"/>
              </a:endParaRPr>
            </a:p>
          </p:txBody>
        </p:sp>
        <p:sp>
          <p:nvSpPr>
            <p:cNvPr id="47" name="node24.source-002.bullet"/>
            <p:cNvSpPr/>
            <p:nvPr/>
          </p:nvSpPr>
          <p:spPr>
            <a:xfrm>
              <a:off x="8953500" y="4432300"/>
              <a:ext cx="38100" cy="38100"/>
            </a:xfrm>
            <a:prstGeom prst="rect">
              <a:avLst/>
            </a:prstGeom>
            <a:solidFill>
              <a:srgbClr val="070154"/>
            </a:solidFill>
            <a:ln>
              <a:noFill/>
            </a:ln>
          </p:spPr>
        </p:sp>
        <p:sp>
          <p:nvSpPr>
            <p:cNvPr id="48" name="node24.source-002.text"/>
            <p:cNvSpPr/>
            <p:nvPr/>
          </p:nvSpPr>
          <p:spPr>
            <a:xfrm>
              <a:off x="9105900" y="43434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90-day roadmap with owners</a:t>
              </a:r>
              <a:endParaRPr lang="en-US" sz="1200" spc="0" kern="0" b="0" i="0" dirty="0">
                <a:solidFill>
                  <a:srgbClr val="070154"/>
                </a:solidFill>
                <a:latin typeface="IBM Plex Sans"/>
                <a:ea typeface="IBM Plex Sans"/>
                <a:cs typeface="IBM Plex Sans"/>
              </a:endParaRPr>
            </a:p>
          </p:txBody>
        </p:sp>
        <p:sp>
          <p:nvSpPr>
            <p:cNvPr id="49" name="node24.source-003.bullet"/>
            <p:cNvSpPr/>
            <p:nvPr/>
          </p:nvSpPr>
          <p:spPr>
            <a:xfrm>
              <a:off x="8953500" y="4699000"/>
              <a:ext cx="38100" cy="38100"/>
            </a:xfrm>
            <a:prstGeom prst="rect">
              <a:avLst/>
            </a:prstGeom>
            <a:solidFill>
              <a:srgbClr val="070154"/>
            </a:solidFill>
            <a:ln>
              <a:noFill/>
            </a:ln>
          </p:spPr>
        </p:sp>
        <p:sp>
          <p:nvSpPr>
            <p:cNvPr id="50" name="node24.source-003.text"/>
            <p:cNvSpPr/>
            <p:nvPr/>
          </p:nvSpPr>
          <p:spPr>
            <a:xfrm>
              <a:off x="9105900" y="46101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Business case and readout</a:t>
              </a:r>
              <a:endParaRPr lang="en-US" sz="1200" spc="0" kern="0" b="0" i="0" dirty="0">
                <a:solidFill>
                  <a:srgbClr val="070154"/>
                </a:solidFill>
                <a:latin typeface="IBM Plex Sans"/>
                <a:ea typeface="IBM Plex Sans"/>
                <a:cs typeface="IBM Plex Sans"/>
              </a:endParaRPr>
            </a:p>
          </p:txBody>
        </p:sp>
      </p:grpSp>
      <p:grpSp>
        <p:nvGrpSpPr>
          <p:cNvPr id="77" name="node25"/>
          <p:cNvGrpSpPr/>
          <p:nvPr/>
        </p:nvGrpSpPr>
        <p:grpSpPr>
          <a:xfrm>
            <a:off x="723900" y="5029200"/>
            <a:ext cx="5257800" cy="685800"/>
            <a:chOff x="723900" y="5029200"/>
            <a:chExt cx="5257800" cy="685800"/>
          </a:xfrm>
        </p:grpSpPr>
        <p:sp>
          <p:nvSpPr>
            <p:cNvPr id="51" name="node25.surface"/>
            <p:cNvSpPr/>
            <p:nvPr/>
          </p:nvSpPr>
          <p:spPr>
            <a:xfrm>
              <a:off x="723900" y="5029200"/>
              <a:ext cx="5257800" cy="685800"/>
            </a:xfrm>
            <a:prstGeom prst="rect">
              <a:avLst/>
            </a:prstGeom>
            <a:solidFill>
              <a:srgbClr val="E8EEF8"/>
            </a:solidFill>
            <a:ln>
              <a:noFill/>
            </a:ln>
          </p:spPr>
        </p:sp>
      </p:grpSp>
      <p:grpSp>
        <p:nvGrpSpPr>
          <p:cNvPr id="78" name="node26"/>
          <p:cNvGrpSpPr/>
          <p:nvPr/>
        </p:nvGrpSpPr>
        <p:grpSpPr>
          <a:xfrm>
            <a:off x="876300" y="5143500"/>
            <a:ext cx="1219200" cy="152400"/>
            <a:chOff x="876300" y="5143500"/>
            <a:chExt cx="1219200" cy="152400"/>
          </a:xfrm>
        </p:grpSpPr>
        <p:sp>
          <p:nvSpPr>
            <p:cNvPr id="52" name="node26.text"/>
            <p:cNvSpPr/>
            <p:nvPr/>
          </p:nvSpPr>
          <p:spPr>
            <a:xfrm>
              <a:off x="876300" y="5143500"/>
              <a:ext cx="1219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DELIVERABLES</a:t>
              </a:r>
              <a:endParaRPr lang="en-US" sz="900" spc="54" kern="0" b="0" i="0" dirty="0">
                <a:solidFill>
                  <a:srgbClr val="0047FF"/>
                </a:solidFill>
                <a:latin typeface="IBM Plex Mono Medium"/>
                <a:ea typeface="IBM Plex Mono Medium"/>
                <a:cs typeface="IBM Plex Mono Medium"/>
              </a:endParaRPr>
            </a:p>
          </p:txBody>
        </p:sp>
      </p:grpSp>
      <p:grpSp>
        <p:nvGrpSpPr>
          <p:cNvPr id="79" name="node27"/>
          <p:cNvGrpSpPr/>
          <p:nvPr/>
        </p:nvGrpSpPr>
        <p:grpSpPr>
          <a:xfrm>
            <a:off x="2095500" y="5105400"/>
            <a:ext cx="3733800" cy="457200"/>
            <a:chOff x="2095500" y="5105400"/>
            <a:chExt cx="3733800" cy="457200"/>
          </a:xfrm>
        </p:grpSpPr>
        <p:sp>
          <p:nvSpPr>
            <p:cNvPr id="53" name="node27.text"/>
            <p:cNvSpPr/>
            <p:nvPr/>
          </p:nvSpPr>
          <p:spPr>
            <a:xfrm>
              <a:off x="2095500" y="5105400"/>
              <a:ext cx="37338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Readiness scorecard, ranked use-case portfolio, governance model, 90-day roadmap</a:t>
              </a:r>
              <a:endParaRPr lang="en-US" sz="1200" spc="0" kern="0" b="0" i="0" dirty="0">
                <a:solidFill>
                  <a:srgbClr val="070154"/>
                </a:solidFill>
                <a:latin typeface="IBM Plex Sans"/>
                <a:ea typeface="IBM Plex Sans"/>
                <a:cs typeface="IBM Plex Sans"/>
              </a:endParaRPr>
            </a:p>
          </p:txBody>
        </p:sp>
      </p:grpSp>
      <p:grpSp>
        <p:nvGrpSpPr>
          <p:cNvPr id="80" name="node28"/>
          <p:cNvGrpSpPr/>
          <p:nvPr/>
        </p:nvGrpSpPr>
        <p:grpSpPr>
          <a:xfrm>
            <a:off x="6210300" y="5029200"/>
            <a:ext cx="5257800" cy="685800"/>
            <a:chOff x="6210300" y="5029200"/>
            <a:chExt cx="5257800" cy="685800"/>
          </a:xfrm>
        </p:grpSpPr>
        <p:sp>
          <p:nvSpPr>
            <p:cNvPr id="54" name="node28.surface"/>
            <p:cNvSpPr/>
            <p:nvPr/>
          </p:nvSpPr>
          <p:spPr>
            <a:xfrm>
              <a:off x="6210300" y="5029200"/>
              <a:ext cx="5257800" cy="685800"/>
            </a:xfrm>
            <a:prstGeom prst="rect">
              <a:avLst/>
            </a:prstGeom>
            <a:solidFill>
              <a:srgbClr val="E8EEF8"/>
            </a:solidFill>
            <a:ln>
              <a:noFill/>
            </a:ln>
          </p:spPr>
        </p:sp>
      </p:grpSp>
      <p:grpSp>
        <p:nvGrpSpPr>
          <p:cNvPr id="81" name="node29"/>
          <p:cNvGrpSpPr/>
          <p:nvPr/>
        </p:nvGrpSpPr>
        <p:grpSpPr>
          <a:xfrm>
            <a:off x="6362700" y="5143500"/>
            <a:ext cx="1219200" cy="152400"/>
            <a:chOff x="6362700" y="5143500"/>
            <a:chExt cx="1219200" cy="152400"/>
          </a:xfrm>
        </p:grpSpPr>
        <p:sp>
          <p:nvSpPr>
            <p:cNvPr id="55" name="node29.text"/>
            <p:cNvSpPr/>
            <p:nvPr/>
          </p:nvSpPr>
          <p:spPr>
            <a:xfrm>
              <a:off x="6362700" y="5143500"/>
              <a:ext cx="1219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ASSUMPTIONS</a:t>
              </a:r>
              <a:endParaRPr lang="en-US" sz="900" spc="54" kern="0" b="0" i="0" dirty="0">
                <a:solidFill>
                  <a:srgbClr val="0047FF"/>
                </a:solidFill>
                <a:latin typeface="IBM Plex Mono Medium"/>
                <a:ea typeface="IBM Plex Mono Medium"/>
                <a:cs typeface="IBM Plex Mono Medium"/>
              </a:endParaRPr>
            </a:p>
          </p:txBody>
        </p:sp>
      </p:grpSp>
      <p:grpSp>
        <p:nvGrpSpPr>
          <p:cNvPr id="82" name="node30"/>
          <p:cNvGrpSpPr/>
          <p:nvPr/>
        </p:nvGrpSpPr>
        <p:grpSpPr>
          <a:xfrm>
            <a:off x="7581900" y="5105400"/>
            <a:ext cx="3733800" cy="457200"/>
            <a:chOff x="7581900" y="5105400"/>
            <a:chExt cx="3733800" cy="457200"/>
          </a:xfrm>
        </p:grpSpPr>
        <p:sp>
          <p:nvSpPr>
            <p:cNvPr id="56" name="node30.text"/>
            <p:cNvSpPr/>
            <p:nvPr/>
          </p:nvSpPr>
          <p:spPr>
            <a:xfrm>
              <a:off x="7581900" y="5105400"/>
              <a:ext cx="37338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Data access and a data owner in week 1; sponsors decide in five days; no model build</a:t>
              </a:r>
              <a:endParaRPr lang="en-US" sz="1200" spc="0" kern="0" b="0" i="0" dirty="0">
                <a:solidFill>
                  <a:srgbClr val="50658E"/>
                </a:solidFill>
                <a:latin typeface="IBM Plex Sans"/>
                <a:ea typeface="IBM Plex Sans"/>
                <a:cs typeface="IBM Plex Sans"/>
              </a:endParaRPr>
            </a:p>
          </p:txBody>
        </p:sp>
      </p:gr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ource-325">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OFFERINGS</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Cloud cost review: four weeks, $75K fixed</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Sample figures for layout only; replace with current firm data before use.</a:t>
            </a:r>
            <a:endParaRPr lang="en-US" sz="900" spc="0" kern="0" b="0" i="0" dirty="0">
              <a:solidFill>
                <a:srgbClr val="50658E"/>
              </a:solidFill>
              <a:latin typeface="IBM Plex Sans"/>
              <a:ea typeface="IBM Plex Sans"/>
              <a:cs typeface="IBM Plex Sans"/>
            </a:endParaRPr>
          </a:p>
        </p:txBody>
      </p:sp>
      <p:sp>
        <p:nvSpPr>
          <p:cNvPr id="6" name="nav.section-01"/>
          <p:cNvSpPr/>
          <p:nvPr/>
        </p:nvSpPr>
        <p:spPr>
          <a:xfrm>
            <a:off x="266700" y="457200"/>
            <a:ext cx="228600" cy="1314450"/>
          </a:xfrm>
          <a:prstGeom prst="rect">
            <a:avLst/>
          </a:prstGeom>
          <a:solidFill>
            <a:srgbClr val="E8EEF8"/>
          </a:solidFill>
          <a:ln>
            <a:noFill/>
          </a:ln>
        </p:spPr>
      </p:sp>
      <p:sp>
        <p:nvSpPr>
          <p:cNvPr id="7" name="nav.label.section-01"/>
          <p:cNvSpPr/>
          <p:nvPr/>
        </p:nvSpPr>
        <p:spPr>
          <a:xfrm>
            <a:off x="266700" y="457200"/>
            <a:ext cx="228600" cy="131445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50658E"/>
                </a:solidFill>
                <a:latin typeface="IBM Plex Mono SemiBold"/>
                <a:ea typeface="IBM Plex Mono SemiBold"/>
                <a:cs typeface="IBM Plex Mono SemiBold"/>
              </a:rPr>
              <a:t>ASSESS</a:t>
            </a:r>
            <a:endParaRPr lang="en-US" sz="800" spc="80" kern="0" b="0" i="0" dirty="0">
              <a:solidFill>
                <a:srgbClr val="50658E"/>
              </a:solidFill>
              <a:latin typeface="IBM Plex Mono SemiBold"/>
              <a:ea typeface="IBM Plex Mono SemiBold"/>
              <a:cs typeface="IBM Plex Mono SemiBold"/>
            </a:endParaRPr>
          </a:p>
        </p:txBody>
      </p:sp>
      <p:sp>
        <p:nvSpPr>
          <p:cNvPr id="8" name="nav.section-02"/>
          <p:cNvSpPr/>
          <p:nvPr/>
        </p:nvSpPr>
        <p:spPr>
          <a:xfrm>
            <a:off x="266700" y="1847850"/>
            <a:ext cx="228600" cy="1314450"/>
          </a:xfrm>
          <a:prstGeom prst="rect">
            <a:avLst/>
          </a:prstGeom>
          <a:solidFill>
            <a:srgbClr val="070154"/>
          </a:solidFill>
          <a:ln>
            <a:noFill/>
          </a:ln>
        </p:spPr>
      </p:sp>
      <p:sp>
        <p:nvSpPr>
          <p:cNvPr id="9" name="nav.label.section-02"/>
          <p:cNvSpPr/>
          <p:nvPr/>
        </p:nvSpPr>
        <p:spPr>
          <a:xfrm>
            <a:off x="266700" y="1847850"/>
            <a:ext cx="228600" cy="131445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FFFFFF"/>
                </a:solidFill>
                <a:latin typeface="IBM Plex Mono SemiBold"/>
                <a:ea typeface="IBM Plex Mono SemiBold"/>
                <a:cs typeface="IBM Plex Mono SemiBold"/>
              </a:rPr>
              <a:t>OPTIMIZE</a:t>
            </a:r>
            <a:endParaRPr lang="en-US" sz="800" spc="80" kern="0" b="0" i="0" dirty="0">
              <a:solidFill>
                <a:srgbClr val="FFFFFF"/>
              </a:solidFill>
              <a:latin typeface="IBM Plex Mono SemiBold"/>
              <a:ea typeface="IBM Plex Mono SemiBold"/>
              <a:cs typeface="IBM Plex Mono SemiBold"/>
            </a:endParaRPr>
          </a:p>
        </p:txBody>
      </p:sp>
      <p:sp>
        <p:nvSpPr>
          <p:cNvPr id="10" name="nav.section-03"/>
          <p:cNvSpPr/>
          <p:nvPr/>
        </p:nvSpPr>
        <p:spPr>
          <a:xfrm>
            <a:off x="266700" y="3238500"/>
            <a:ext cx="228600" cy="1314450"/>
          </a:xfrm>
          <a:prstGeom prst="rect">
            <a:avLst/>
          </a:prstGeom>
          <a:solidFill>
            <a:srgbClr val="E8EEF8"/>
          </a:solidFill>
          <a:ln>
            <a:noFill/>
          </a:ln>
        </p:spPr>
      </p:sp>
      <p:sp>
        <p:nvSpPr>
          <p:cNvPr id="11" name="nav.label.section-03"/>
          <p:cNvSpPr/>
          <p:nvPr/>
        </p:nvSpPr>
        <p:spPr>
          <a:xfrm>
            <a:off x="266700" y="3238500"/>
            <a:ext cx="228600" cy="131445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50658E"/>
                </a:solidFill>
                <a:latin typeface="IBM Plex Mono SemiBold"/>
                <a:ea typeface="IBM Plex Mono SemiBold"/>
                <a:cs typeface="IBM Plex Mono SemiBold"/>
              </a:rPr>
              <a:t>OPERATE</a:t>
            </a:r>
            <a:endParaRPr lang="en-US" sz="800" spc="80" kern="0" b="0" i="0" dirty="0">
              <a:solidFill>
                <a:srgbClr val="50658E"/>
              </a:solidFill>
              <a:latin typeface="IBM Plex Mono SemiBold"/>
              <a:ea typeface="IBM Plex Mono SemiBold"/>
              <a:cs typeface="IBM Plex Mono SemiBold"/>
            </a:endParaRPr>
          </a:p>
        </p:txBody>
      </p:sp>
      <p:sp>
        <p:nvSpPr>
          <p:cNvPr id="12" name="nav.section-04"/>
          <p:cNvSpPr/>
          <p:nvPr/>
        </p:nvSpPr>
        <p:spPr>
          <a:xfrm>
            <a:off x="266700" y="4629150"/>
            <a:ext cx="228600" cy="1314450"/>
          </a:xfrm>
          <a:prstGeom prst="rect">
            <a:avLst/>
          </a:prstGeom>
          <a:solidFill>
            <a:srgbClr val="E8EEF8"/>
          </a:solidFill>
          <a:ln>
            <a:noFill/>
          </a:ln>
        </p:spPr>
      </p:sp>
      <p:sp>
        <p:nvSpPr>
          <p:cNvPr id="13" name="nav.label.section-04"/>
          <p:cNvSpPr/>
          <p:nvPr/>
        </p:nvSpPr>
        <p:spPr>
          <a:xfrm>
            <a:off x="266700" y="4629150"/>
            <a:ext cx="228600" cy="131445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50658E"/>
                </a:solidFill>
                <a:latin typeface="IBM Plex Mono SemiBold"/>
                <a:ea typeface="IBM Plex Mono SemiBold"/>
                <a:cs typeface="IBM Plex Mono SemiBold"/>
              </a:rPr>
              <a:t>GOVERN</a:t>
            </a:r>
            <a:endParaRPr lang="en-US" sz="800" spc="80" kern="0" b="0" i="0" dirty="0">
              <a:solidFill>
                <a:srgbClr val="50658E"/>
              </a:solidFill>
              <a:latin typeface="IBM Plex Mono SemiBold"/>
              <a:ea typeface="IBM Plex Mono SemiBold"/>
              <a:cs typeface="IBM Plex Mono SemiBold"/>
            </a:endParaRPr>
          </a:p>
        </p:txBody>
      </p:sp>
      <p:sp>
        <p:nvSpPr>
          <p:cNvPr id="14"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98</a:t>
            </a:fld>
            <a:endParaRPr lang="en-US" sz="700" spc="0" kern="0" b="0" i="0" dirty="0">
              <a:solidFill>
                <a:srgbClr val="070154"/>
              </a:solidFill>
              <a:latin typeface="IBM Plex Mono SemiBold"/>
              <a:ea typeface="IBM Plex Mono SemiBold"/>
              <a:cs typeface="IBM Plex Mono SemiBold"/>
            </a:endParaRPr>
          </a:p>
        </p:txBody>
      </p:sp>
      <p:grpSp>
        <p:nvGrpSpPr>
          <p:cNvPr id="65" name="node01"/>
          <p:cNvGrpSpPr/>
          <p:nvPr/>
        </p:nvGrpSpPr>
        <p:grpSpPr>
          <a:xfrm>
            <a:off x="723900" y="1600200"/>
            <a:ext cx="10744200" cy="152400"/>
            <a:chOff x="723900" y="1600200"/>
            <a:chExt cx="10744200" cy="152400"/>
          </a:xfrm>
        </p:grpSpPr>
        <p:sp>
          <p:nvSpPr>
            <p:cNvPr id="15" name="node01.text"/>
            <p:cNvSpPr/>
            <p:nvPr/>
          </p:nvSpPr>
          <p:spPr>
            <a:xfrm>
              <a:off x="723900" y="1600200"/>
              <a:ext cx="10744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1 · WHAT WE WILL DO</a:t>
              </a:r>
              <a:endParaRPr lang="en-US" sz="900" spc="54" kern="0" b="0" i="0" dirty="0">
                <a:solidFill>
                  <a:srgbClr val="0047FF"/>
                </a:solidFill>
                <a:latin typeface="IBM Plex Mono Medium"/>
                <a:ea typeface="IBM Plex Mono Medium"/>
                <a:cs typeface="IBM Plex Mono Medium"/>
              </a:endParaRPr>
            </a:p>
          </p:txBody>
        </p:sp>
      </p:grpSp>
      <p:grpSp>
        <p:nvGrpSpPr>
          <p:cNvPr id="66" name="node02"/>
          <p:cNvGrpSpPr/>
          <p:nvPr/>
        </p:nvGrpSpPr>
        <p:grpSpPr>
          <a:xfrm>
            <a:off x="723900" y="1828800"/>
            <a:ext cx="10744200" cy="533400"/>
            <a:chOff x="723900" y="1828800"/>
            <a:chExt cx="10744200" cy="533400"/>
          </a:xfrm>
        </p:grpSpPr>
        <p:sp>
          <p:nvSpPr>
            <p:cNvPr id="16" name="node02.text"/>
            <p:cNvSpPr/>
            <p:nvPr/>
          </p:nvSpPr>
          <p:spPr>
            <a:xfrm>
              <a:off x="723900" y="1828800"/>
              <a:ext cx="107442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A cloud cost review finds the 20 to 30 percent of Northfield's cloud spend that nobody owns. In four weeks we map every dollar to an owner, find the waste and commitment gaps, and leave a ranked savings backlog.</a:t>
              </a:r>
              <a:endParaRPr lang="en-US" sz="1400" spc="0" kern="0" b="0" i="0" dirty="0">
                <a:solidFill>
                  <a:srgbClr val="50658E"/>
                </a:solidFill>
                <a:latin typeface="IBM Plex Sans"/>
                <a:ea typeface="IBM Plex Sans"/>
                <a:cs typeface="IBM Plex Sans"/>
              </a:endParaRPr>
            </a:p>
          </p:txBody>
        </p:sp>
      </p:grpSp>
      <p:grpSp>
        <p:nvGrpSpPr>
          <p:cNvPr id="67" name="node03"/>
          <p:cNvGrpSpPr/>
          <p:nvPr/>
        </p:nvGrpSpPr>
        <p:grpSpPr>
          <a:xfrm>
            <a:off x="723900" y="2743200"/>
            <a:ext cx="10744200" cy="152400"/>
            <a:chOff x="723900" y="2743200"/>
            <a:chExt cx="10744200" cy="152400"/>
          </a:xfrm>
        </p:grpSpPr>
        <p:sp>
          <p:nvSpPr>
            <p:cNvPr id="17" name="node03.text"/>
            <p:cNvSpPr/>
            <p:nvPr/>
          </p:nvSpPr>
          <p:spPr>
            <a:xfrm>
              <a:off x="723900" y="2743200"/>
              <a:ext cx="10744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2 · HOW WE WILL DO IT · 4 WEEKS</a:t>
              </a:r>
              <a:endParaRPr lang="en-US" sz="900" spc="54" kern="0" b="0" i="0" dirty="0">
                <a:solidFill>
                  <a:srgbClr val="0047FF"/>
                </a:solidFill>
                <a:latin typeface="IBM Plex Mono Medium"/>
                <a:ea typeface="IBM Plex Mono Medium"/>
                <a:cs typeface="IBM Plex Mono Medium"/>
              </a:endParaRPr>
            </a:p>
          </p:txBody>
        </p:sp>
      </p:grpSp>
      <p:sp>
        <p:nvSpPr>
          <p:cNvPr id="18" name="node04"/>
          <p:cNvSpPr/>
          <p:nvPr/>
        </p:nvSpPr>
        <p:spPr>
          <a:xfrm>
            <a:off x="723900" y="3009900"/>
            <a:ext cx="2514600" cy="12700"/>
          </a:xfrm>
          <a:prstGeom prst="rect">
            <a:avLst/>
          </a:prstGeom>
          <a:solidFill>
            <a:srgbClr val="CED7E6"/>
          </a:solidFill>
          <a:ln>
            <a:noFill/>
          </a:ln>
        </p:spPr>
      </p:sp>
      <p:grpSp>
        <p:nvGrpSpPr>
          <p:cNvPr id="68" name="node05"/>
          <p:cNvGrpSpPr/>
          <p:nvPr/>
        </p:nvGrpSpPr>
        <p:grpSpPr>
          <a:xfrm>
            <a:off x="723900" y="3124200"/>
            <a:ext cx="2514600" cy="152400"/>
            <a:chOff x="723900" y="3124200"/>
            <a:chExt cx="2514600" cy="152400"/>
          </a:xfrm>
        </p:grpSpPr>
        <p:sp>
          <p:nvSpPr>
            <p:cNvPr id="19" name="node05.text"/>
            <p:cNvSpPr/>
            <p:nvPr/>
          </p:nvSpPr>
          <p:spPr>
            <a:xfrm>
              <a:off x="723900" y="31242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01 · WEEK 1</a:t>
              </a:r>
              <a:endParaRPr lang="en-US" sz="900" spc="54" kern="0" b="0" i="0" dirty="0">
                <a:solidFill>
                  <a:srgbClr val="0047FF"/>
                </a:solidFill>
                <a:latin typeface="IBM Plex Mono Medium"/>
                <a:ea typeface="IBM Plex Mono Medium"/>
                <a:cs typeface="IBM Plex Mono Medium"/>
              </a:endParaRPr>
            </a:p>
          </p:txBody>
        </p:sp>
      </p:grpSp>
      <p:grpSp>
        <p:nvGrpSpPr>
          <p:cNvPr id="69" name="node06"/>
          <p:cNvGrpSpPr/>
          <p:nvPr/>
        </p:nvGrpSpPr>
        <p:grpSpPr>
          <a:xfrm>
            <a:off x="723900" y="3352800"/>
            <a:ext cx="2514600" cy="304800"/>
            <a:chOff x="723900" y="3352800"/>
            <a:chExt cx="2514600" cy="304800"/>
          </a:xfrm>
        </p:grpSpPr>
        <p:sp>
          <p:nvSpPr>
            <p:cNvPr id="20" name="node06.text"/>
            <p:cNvSpPr/>
            <p:nvPr/>
          </p:nvSpPr>
          <p:spPr>
            <a:xfrm>
              <a:off x="723900" y="3352800"/>
              <a:ext cx="25146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Collect</a:t>
              </a:r>
              <a:endParaRPr lang="en-US" sz="1800" spc="-18" kern="0" b="0" i="0" dirty="0">
                <a:solidFill>
                  <a:srgbClr val="070154"/>
                </a:solidFill>
                <a:latin typeface="IBM Plex Sans SemiBold"/>
                <a:ea typeface="IBM Plex Sans SemiBold"/>
                <a:cs typeface="IBM Plex Sans SemiBold"/>
              </a:endParaRPr>
            </a:p>
          </p:txBody>
        </p:sp>
      </p:grpSp>
      <p:grpSp>
        <p:nvGrpSpPr>
          <p:cNvPr id="70" name="node07"/>
          <p:cNvGrpSpPr/>
          <p:nvPr/>
        </p:nvGrpSpPr>
        <p:grpSpPr>
          <a:xfrm>
            <a:off x="723900" y="3695700"/>
            <a:ext cx="2514600" cy="990600"/>
            <a:chOff x="723900" y="3695700"/>
            <a:chExt cx="2514600" cy="990600"/>
          </a:xfrm>
        </p:grpSpPr>
        <p:sp>
          <p:nvSpPr>
            <p:cNvPr id="21" name="node07.source-001.bullet"/>
            <p:cNvSpPr/>
            <p:nvPr/>
          </p:nvSpPr>
          <p:spPr>
            <a:xfrm>
              <a:off x="723900" y="3784600"/>
              <a:ext cx="38100" cy="38100"/>
            </a:xfrm>
            <a:prstGeom prst="rect">
              <a:avLst/>
            </a:prstGeom>
            <a:solidFill>
              <a:srgbClr val="070154"/>
            </a:solidFill>
            <a:ln>
              <a:noFill/>
            </a:ln>
          </p:spPr>
        </p:sp>
        <p:sp>
          <p:nvSpPr>
            <p:cNvPr id="22" name="node07.source-001.text"/>
            <p:cNvSpPr/>
            <p:nvPr/>
          </p:nvSpPr>
          <p:spPr>
            <a:xfrm>
              <a:off x="876300" y="3695700"/>
              <a:ext cx="23622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Read-only billing and usage access</a:t>
              </a:r>
              <a:endParaRPr lang="en-US" sz="1200" spc="0" kern="0" b="0" i="0" dirty="0">
                <a:solidFill>
                  <a:srgbClr val="070154"/>
                </a:solidFill>
                <a:latin typeface="IBM Plex Sans"/>
                <a:ea typeface="IBM Plex Sans"/>
                <a:cs typeface="IBM Plex Sans"/>
              </a:endParaRPr>
            </a:p>
          </p:txBody>
        </p:sp>
        <p:sp>
          <p:nvSpPr>
            <p:cNvPr id="23" name="node07.source-002.bullet"/>
            <p:cNvSpPr/>
            <p:nvPr/>
          </p:nvSpPr>
          <p:spPr>
            <a:xfrm>
              <a:off x="723900" y="4279900"/>
              <a:ext cx="38100" cy="38100"/>
            </a:xfrm>
            <a:prstGeom prst="rect">
              <a:avLst/>
            </a:prstGeom>
            <a:solidFill>
              <a:srgbClr val="070154"/>
            </a:solidFill>
            <a:ln>
              <a:noFill/>
            </a:ln>
          </p:spPr>
        </p:sp>
        <p:sp>
          <p:nvSpPr>
            <p:cNvPr id="24" name="node07.source-002.text"/>
            <p:cNvSpPr/>
            <p:nvPr/>
          </p:nvSpPr>
          <p:spPr>
            <a:xfrm>
              <a:off x="876300" y="41910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Pull 12 months of spend data</a:t>
              </a:r>
              <a:endParaRPr lang="en-US" sz="1200" spc="0" kern="0" b="0" i="0" dirty="0">
                <a:solidFill>
                  <a:srgbClr val="070154"/>
                </a:solidFill>
                <a:latin typeface="IBM Plex Sans"/>
                <a:ea typeface="IBM Plex Sans"/>
                <a:cs typeface="IBM Plex Sans"/>
              </a:endParaRPr>
            </a:p>
          </p:txBody>
        </p:sp>
        <p:sp>
          <p:nvSpPr>
            <p:cNvPr id="25" name="node07.source-003.bullet"/>
            <p:cNvSpPr/>
            <p:nvPr/>
          </p:nvSpPr>
          <p:spPr>
            <a:xfrm>
              <a:off x="723900" y="4546600"/>
              <a:ext cx="38100" cy="38100"/>
            </a:xfrm>
            <a:prstGeom prst="rect">
              <a:avLst/>
            </a:prstGeom>
            <a:solidFill>
              <a:srgbClr val="070154"/>
            </a:solidFill>
            <a:ln>
              <a:noFill/>
            </a:ln>
          </p:spPr>
        </p:sp>
        <p:sp>
          <p:nvSpPr>
            <p:cNvPr id="26" name="node07.source-003.text"/>
            <p:cNvSpPr/>
            <p:nvPr/>
          </p:nvSpPr>
          <p:spPr>
            <a:xfrm>
              <a:off x="876300" y="44577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Agree the account hierarchy</a:t>
              </a:r>
              <a:endParaRPr lang="en-US" sz="1200" spc="0" kern="0" b="0" i="0" dirty="0">
                <a:solidFill>
                  <a:srgbClr val="070154"/>
                </a:solidFill>
                <a:latin typeface="IBM Plex Sans"/>
                <a:ea typeface="IBM Plex Sans"/>
                <a:cs typeface="IBM Plex Sans"/>
              </a:endParaRPr>
            </a:p>
          </p:txBody>
        </p:sp>
      </p:grpSp>
      <p:sp>
        <p:nvSpPr>
          <p:cNvPr id="27" name="node08"/>
          <p:cNvSpPr/>
          <p:nvPr/>
        </p:nvSpPr>
        <p:spPr>
          <a:xfrm>
            <a:off x="3467100" y="3009900"/>
            <a:ext cx="2514600" cy="12700"/>
          </a:xfrm>
          <a:prstGeom prst="rect">
            <a:avLst/>
          </a:prstGeom>
          <a:solidFill>
            <a:srgbClr val="CED7E6"/>
          </a:solidFill>
          <a:ln>
            <a:noFill/>
          </a:ln>
        </p:spPr>
      </p:sp>
      <p:grpSp>
        <p:nvGrpSpPr>
          <p:cNvPr id="71" name="node09"/>
          <p:cNvGrpSpPr/>
          <p:nvPr/>
        </p:nvGrpSpPr>
        <p:grpSpPr>
          <a:xfrm>
            <a:off x="3467100" y="3124200"/>
            <a:ext cx="2514600" cy="152400"/>
            <a:chOff x="3467100" y="3124200"/>
            <a:chExt cx="2514600" cy="152400"/>
          </a:xfrm>
        </p:grpSpPr>
        <p:sp>
          <p:nvSpPr>
            <p:cNvPr id="28" name="node09.text"/>
            <p:cNvSpPr/>
            <p:nvPr/>
          </p:nvSpPr>
          <p:spPr>
            <a:xfrm>
              <a:off x="3467100" y="31242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02 · WEEK 2</a:t>
              </a:r>
              <a:endParaRPr lang="en-US" sz="900" spc="54" kern="0" b="0" i="0" dirty="0">
                <a:solidFill>
                  <a:srgbClr val="0047FF"/>
                </a:solidFill>
                <a:latin typeface="IBM Plex Mono Medium"/>
                <a:ea typeface="IBM Plex Mono Medium"/>
                <a:cs typeface="IBM Plex Mono Medium"/>
              </a:endParaRPr>
            </a:p>
          </p:txBody>
        </p:sp>
      </p:grpSp>
      <p:grpSp>
        <p:nvGrpSpPr>
          <p:cNvPr id="72" name="node10"/>
          <p:cNvGrpSpPr/>
          <p:nvPr/>
        </p:nvGrpSpPr>
        <p:grpSpPr>
          <a:xfrm>
            <a:off x="3467100" y="3352800"/>
            <a:ext cx="2514600" cy="304800"/>
            <a:chOff x="3467100" y="3352800"/>
            <a:chExt cx="2514600" cy="304800"/>
          </a:xfrm>
        </p:grpSpPr>
        <p:sp>
          <p:nvSpPr>
            <p:cNvPr id="29" name="node10.text"/>
            <p:cNvSpPr/>
            <p:nvPr/>
          </p:nvSpPr>
          <p:spPr>
            <a:xfrm>
              <a:off x="3467100" y="3352800"/>
              <a:ext cx="25146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Map</a:t>
              </a:r>
              <a:endParaRPr lang="en-US" sz="1800" spc="-18" kern="0" b="0" i="0" dirty="0">
                <a:solidFill>
                  <a:srgbClr val="070154"/>
                </a:solidFill>
                <a:latin typeface="IBM Plex Sans SemiBold"/>
                <a:ea typeface="IBM Plex Sans SemiBold"/>
                <a:cs typeface="IBM Plex Sans SemiBold"/>
              </a:endParaRPr>
            </a:p>
          </p:txBody>
        </p:sp>
      </p:grpSp>
      <p:grpSp>
        <p:nvGrpSpPr>
          <p:cNvPr id="73" name="node11"/>
          <p:cNvGrpSpPr/>
          <p:nvPr/>
        </p:nvGrpSpPr>
        <p:grpSpPr>
          <a:xfrm>
            <a:off x="3467100" y="3695700"/>
            <a:ext cx="2514600" cy="762000"/>
            <a:chOff x="3467100" y="3695700"/>
            <a:chExt cx="2514600" cy="762000"/>
          </a:xfrm>
        </p:grpSpPr>
        <p:sp>
          <p:nvSpPr>
            <p:cNvPr id="30" name="node11.source-001.bullet"/>
            <p:cNvSpPr/>
            <p:nvPr/>
          </p:nvSpPr>
          <p:spPr>
            <a:xfrm>
              <a:off x="3467100" y="3784600"/>
              <a:ext cx="38100" cy="38100"/>
            </a:xfrm>
            <a:prstGeom prst="rect">
              <a:avLst/>
            </a:prstGeom>
            <a:solidFill>
              <a:srgbClr val="070154"/>
            </a:solidFill>
            <a:ln>
              <a:noFill/>
            </a:ln>
          </p:spPr>
        </p:sp>
        <p:sp>
          <p:nvSpPr>
            <p:cNvPr id="31" name="node11.source-001.text"/>
            <p:cNvSpPr/>
            <p:nvPr/>
          </p:nvSpPr>
          <p:spPr>
            <a:xfrm>
              <a:off x="3619500" y="36957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Tag and map spend to owners</a:t>
              </a:r>
              <a:endParaRPr lang="en-US" sz="1200" spc="0" kern="0" b="0" i="0" dirty="0">
                <a:solidFill>
                  <a:srgbClr val="070154"/>
                </a:solidFill>
                <a:latin typeface="IBM Plex Sans"/>
                <a:ea typeface="IBM Plex Sans"/>
                <a:cs typeface="IBM Plex Sans"/>
              </a:endParaRPr>
            </a:p>
          </p:txBody>
        </p:sp>
        <p:sp>
          <p:nvSpPr>
            <p:cNvPr id="32" name="node11.source-002.bullet"/>
            <p:cNvSpPr/>
            <p:nvPr/>
          </p:nvSpPr>
          <p:spPr>
            <a:xfrm>
              <a:off x="3467100" y="4051300"/>
              <a:ext cx="38100" cy="38100"/>
            </a:xfrm>
            <a:prstGeom prst="rect">
              <a:avLst/>
            </a:prstGeom>
            <a:solidFill>
              <a:srgbClr val="070154"/>
            </a:solidFill>
            <a:ln>
              <a:noFill/>
            </a:ln>
          </p:spPr>
        </p:sp>
        <p:sp>
          <p:nvSpPr>
            <p:cNvPr id="33" name="node11.source-002.text"/>
            <p:cNvSpPr/>
            <p:nvPr/>
          </p:nvSpPr>
          <p:spPr>
            <a:xfrm>
              <a:off x="3619500" y="39624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Flag untagged and shared cost</a:t>
              </a:r>
              <a:endParaRPr lang="en-US" sz="1200" spc="0" kern="0" b="0" i="0" dirty="0">
                <a:solidFill>
                  <a:srgbClr val="070154"/>
                </a:solidFill>
                <a:latin typeface="IBM Plex Sans"/>
                <a:ea typeface="IBM Plex Sans"/>
                <a:cs typeface="IBM Plex Sans"/>
              </a:endParaRPr>
            </a:p>
          </p:txBody>
        </p:sp>
        <p:sp>
          <p:nvSpPr>
            <p:cNvPr id="34" name="node11.source-003.bullet"/>
            <p:cNvSpPr/>
            <p:nvPr/>
          </p:nvSpPr>
          <p:spPr>
            <a:xfrm>
              <a:off x="3467100" y="4318000"/>
              <a:ext cx="38100" cy="38100"/>
            </a:xfrm>
            <a:prstGeom prst="rect">
              <a:avLst/>
            </a:prstGeom>
            <a:solidFill>
              <a:srgbClr val="070154"/>
            </a:solidFill>
            <a:ln>
              <a:noFill/>
            </a:ln>
          </p:spPr>
        </p:sp>
        <p:sp>
          <p:nvSpPr>
            <p:cNvPr id="35" name="node11.source-003.text"/>
            <p:cNvSpPr/>
            <p:nvPr/>
          </p:nvSpPr>
          <p:spPr>
            <a:xfrm>
              <a:off x="3619500" y="42291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Validate with account owners</a:t>
              </a:r>
              <a:endParaRPr lang="en-US" sz="1200" spc="0" kern="0" b="0" i="0" dirty="0">
                <a:solidFill>
                  <a:srgbClr val="070154"/>
                </a:solidFill>
                <a:latin typeface="IBM Plex Sans"/>
                <a:ea typeface="IBM Plex Sans"/>
                <a:cs typeface="IBM Plex Sans"/>
              </a:endParaRPr>
            </a:p>
          </p:txBody>
        </p:sp>
      </p:grpSp>
      <p:sp>
        <p:nvSpPr>
          <p:cNvPr id="36" name="node12"/>
          <p:cNvSpPr/>
          <p:nvPr/>
        </p:nvSpPr>
        <p:spPr>
          <a:xfrm>
            <a:off x="6210300" y="3009900"/>
            <a:ext cx="2514600" cy="12700"/>
          </a:xfrm>
          <a:prstGeom prst="rect">
            <a:avLst/>
          </a:prstGeom>
          <a:solidFill>
            <a:srgbClr val="CED7E6"/>
          </a:solidFill>
          <a:ln>
            <a:noFill/>
          </a:ln>
        </p:spPr>
      </p:sp>
      <p:grpSp>
        <p:nvGrpSpPr>
          <p:cNvPr id="74" name="node13"/>
          <p:cNvGrpSpPr/>
          <p:nvPr/>
        </p:nvGrpSpPr>
        <p:grpSpPr>
          <a:xfrm>
            <a:off x="6210300" y="3124200"/>
            <a:ext cx="2514600" cy="152400"/>
            <a:chOff x="6210300" y="3124200"/>
            <a:chExt cx="2514600" cy="152400"/>
          </a:xfrm>
        </p:grpSpPr>
        <p:sp>
          <p:nvSpPr>
            <p:cNvPr id="37" name="node13.text"/>
            <p:cNvSpPr/>
            <p:nvPr/>
          </p:nvSpPr>
          <p:spPr>
            <a:xfrm>
              <a:off x="6210300" y="31242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03 · WEEK 3</a:t>
              </a:r>
              <a:endParaRPr lang="en-US" sz="900" spc="54" kern="0" b="0" i="0" dirty="0">
                <a:solidFill>
                  <a:srgbClr val="0047FF"/>
                </a:solidFill>
                <a:latin typeface="IBM Plex Mono Medium"/>
                <a:ea typeface="IBM Plex Mono Medium"/>
                <a:cs typeface="IBM Plex Mono Medium"/>
              </a:endParaRPr>
            </a:p>
          </p:txBody>
        </p:sp>
      </p:grpSp>
      <p:grpSp>
        <p:nvGrpSpPr>
          <p:cNvPr id="75" name="node14"/>
          <p:cNvGrpSpPr/>
          <p:nvPr/>
        </p:nvGrpSpPr>
        <p:grpSpPr>
          <a:xfrm>
            <a:off x="6210300" y="3352800"/>
            <a:ext cx="2514600" cy="304800"/>
            <a:chOff x="6210300" y="3352800"/>
            <a:chExt cx="2514600" cy="304800"/>
          </a:xfrm>
        </p:grpSpPr>
        <p:sp>
          <p:nvSpPr>
            <p:cNvPr id="38" name="node14.text"/>
            <p:cNvSpPr/>
            <p:nvPr/>
          </p:nvSpPr>
          <p:spPr>
            <a:xfrm>
              <a:off x="6210300" y="3352800"/>
              <a:ext cx="25146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Analyze</a:t>
              </a:r>
              <a:endParaRPr lang="en-US" sz="1800" spc="-18" kern="0" b="0" i="0" dirty="0">
                <a:solidFill>
                  <a:srgbClr val="070154"/>
                </a:solidFill>
                <a:latin typeface="IBM Plex Sans SemiBold"/>
                <a:ea typeface="IBM Plex Sans SemiBold"/>
                <a:cs typeface="IBM Plex Sans SemiBold"/>
              </a:endParaRPr>
            </a:p>
          </p:txBody>
        </p:sp>
      </p:grpSp>
      <p:grpSp>
        <p:nvGrpSpPr>
          <p:cNvPr id="76" name="node15"/>
          <p:cNvGrpSpPr/>
          <p:nvPr/>
        </p:nvGrpSpPr>
        <p:grpSpPr>
          <a:xfrm>
            <a:off x="6210300" y="3695700"/>
            <a:ext cx="2514600" cy="762000"/>
            <a:chOff x="6210300" y="3695700"/>
            <a:chExt cx="2514600" cy="762000"/>
          </a:xfrm>
        </p:grpSpPr>
        <p:sp>
          <p:nvSpPr>
            <p:cNvPr id="39" name="node15.source-001.bullet"/>
            <p:cNvSpPr/>
            <p:nvPr/>
          </p:nvSpPr>
          <p:spPr>
            <a:xfrm>
              <a:off x="6210300" y="3784600"/>
              <a:ext cx="38100" cy="38100"/>
            </a:xfrm>
            <a:prstGeom prst="rect">
              <a:avLst/>
            </a:prstGeom>
            <a:solidFill>
              <a:srgbClr val="070154"/>
            </a:solidFill>
            <a:ln>
              <a:noFill/>
            </a:ln>
          </p:spPr>
        </p:sp>
        <p:sp>
          <p:nvSpPr>
            <p:cNvPr id="40" name="node15.source-001.text"/>
            <p:cNvSpPr/>
            <p:nvPr/>
          </p:nvSpPr>
          <p:spPr>
            <a:xfrm>
              <a:off x="6362700" y="36957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Find idle and oversized assets</a:t>
              </a:r>
              <a:endParaRPr lang="en-US" sz="1200" spc="0" kern="0" b="0" i="0" dirty="0">
                <a:solidFill>
                  <a:srgbClr val="070154"/>
                </a:solidFill>
                <a:latin typeface="IBM Plex Sans"/>
                <a:ea typeface="IBM Plex Sans"/>
                <a:cs typeface="IBM Plex Sans"/>
              </a:endParaRPr>
            </a:p>
          </p:txBody>
        </p:sp>
        <p:sp>
          <p:nvSpPr>
            <p:cNvPr id="41" name="node15.source-002.bullet"/>
            <p:cNvSpPr/>
            <p:nvPr/>
          </p:nvSpPr>
          <p:spPr>
            <a:xfrm>
              <a:off x="6210300" y="4051300"/>
              <a:ext cx="38100" cy="38100"/>
            </a:xfrm>
            <a:prstGeom prst="rect">
              <a:avLst/>
            </a:prstGeom>
            <a:solidFill>
              <a:srgbClr val="070154"/>
            </a:solidFill>
            <a:ln>
              <a:noFill/>
            </a:ln>
          </p:spPr>
        </p:sp>
        <p:sp>
          <p:nvSpPr>
            <p:cNvPr id="42" name="node15.source-002.text"/>
            <p:cNvSpPr/>
            <p:nvPr/>
          </p:nvSpPr>
          <p:spPr>
            <a:xfrm>
              <a:off x="6362700" y="39624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Check commitment coverage</a:t>
              </a:r>
              <a:endParaRPr lang="en-US" sz="1200" spc="0" kern="0" b="0" i="0" dirty="0">
                <a:solidFill>
                  <a:srgbClr val="070154"/>
                </a:solidFill>
                <a:latin typeface="IBM Plex Sans"/>
                <a:ea typeface="IBM Plex Sans"/>
                <a:cs typeface="IBM Plex Sans"/>
              </a:endParaRPr>
            </a:p>
          </p:txBody>
        </p:sp>
        <p:sp>
          <p:nvSpPr>
            <p:cNvPr id="43" name="node15.source-003.bullet"/>
            <p:cNvSpPr/>
            <p:nvPr/>
          </p:nvSpPr>
          <p:spPr>
            <a:xfrm>
              <a:off x="6210300" y="4318000"/>
              <a:ext cx="38100" cy="38100"/>
            </a:xfrm>
            <a:prstGeom prst="rect">
              <a:avLst/>
            </a:prstGeom>
            <a:solidFill>
              <a:srgbClr val="070154"/>
            </a:solidFill>
            <a:ln>
              <a:noFill/>
            </a:ln>
          </p:spPr>
        </p:sp>
        <p:sp>
          <p:nvSpPr>
            <p:cNvPr id="44" name="node15.source-003.text"/>
            <p:cNvSpPr/>
            <p:nvPr/>
          </p:nvSpPr>
          <p:spPr>
            <a:xfrm>
              <a:off x="6362700" y="42291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Estimate savings per lever</a:t>
              </a:r>
              <a:endParaRPr lang="en-US" sz="1200" spc="0" kern="0" b="0" i="0" dirty="0">
                <a:solidFill>
                  <a:srgbClr val="070154"/>
                </a:solidFill>
                <a:latin typeface="IBM Plex Sans"/>
                <a:ea typeface="IBM Plex Sans"/>
                <a:cs typeface="IBM Plex Sans"/>
              </a:endParaRPr>
            </a:p>
          </p:txBody>
        </p:sp>
      </p:grpSp>
      <p:sp>
        <p:nvSpPr>
          <p:cNvPr id="45" name="node16"/>
          <p:cNvSpPr/>
          <p:nvPr/>
        </p:nvSpPr>
        <p:spPr>
          <a:xfrm>
            <a:off x="8953500" y="3009900"/>
            <a:ext cx="2514600" cy="12700"/>
          </a:xfrm>
          <a:prstGeom prst="rect">
            <a:avLst/>
          </a:prstGeom>
          <a:solidFill>
            <a:srgbClr val="CED7E6"/>
          </a:solidFill>
          <a:ln>
            <a:noFill/>
          </a:ln>
        </p:spPr>
      </p:sp>
      <p:grpSp>
        <p:nvGrpSpPr>
          <p:cNvPr id="77" name="node17"/>
          <p:cNvGrpSpPr/>
          <p:nvPr/>
        </p:nvGrpSpPr>
        <p:grpSpPr>
          <a:xfrm>
            <a:off x="8953500" y="3124200"/>
            <a:ext cx="2514600" cy="152400"/>
            <a:chOff x="8953500" y="3124200"/>
            <a:chExt cx="2514600" cy="152400"/>
          </a:xfrm>
        </p:grpSpPr>
        <p:sp>
          <p:nvSpPr>
            <p:cNvPr id="46" name="node17.text"/>
            <p:cNvSpPr/>
            <p:nvPr/>
          </p:nvSpPr>
          <p:spPr>
            <a:xfrm>
              <a:off x="8953500" y="31242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04 · WEEK 4</a:t>
              </a:r>
              <a:endParaRPr lang="en-US" sz="900" spc="54" kern="0" b="0" i="0" dirty="0">
                <a:solidFill>
                  <a:srgbClr val="0047FF"/>
                </a:solidFill>
                <a:latin typeface="IBM Plex Mono Medium"/>
                <a:ea typeface="IBM Plex Mono Medium"/>
                <a:cs typeface="IBM Plex Mono Medium"/>
              </a:endParaRPr>
            </a:p>
          </p:txBody>
        </p:sp>
      </p:grpSp>
      <p:grpSp>
        <p:nvGrpSpPr>
          <p:cNvPr id="78" name="node18"/>
          <p:cNvGrpSpPr/>
          <p:nvPr/>
        </p:nvGrpSpPr>
        <p:grpSpPr>
          <a:xfrm>
            <a:off x="8953500" y="3352800"/>
            <a:ext cx="2514600" cy="304800"/>
            <a:chOff x="8953500" y="3352800"/>
            <a:chExt cx="2514600" cy="304800"/>
          </a:xfrm>
        </p:grpSpPr>
        <p:sp>
          <p:nvSpPr>
            <p:cNvPr id="47" name="node18.text"/>
            <p:cNvSpPr/>
            <p:nvPr/>
          </p:nvSpPr>
          <p:spPr>
            <a:xfrm>
              <a:off x="8953500" y="3352800"/>
              <a:ext cx="25146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Decide</a:t>
              </a:r>
              <a:endParaRPr lang="en-US" sz="1800" spc="-18" kern="0" b="0" i="0" dirty="0">
                <a:solidFill>
                  <a:srgbClr val="070154"/>
                </a:solidFill>
                <a:latin typeface="IBM Plex Sans SemiBold"/>
                <a:ea typeface="IBM Plex Sans SemiBold"/>
                <a:cs typeface="IBM Plex Sans SemiBold"/>
              </a:endParaRPr>
            </a:p>
          </p:txBody>
        </p:sp>
      </p:grpSp>
      <p:grpSp>
        <p:nvGrpSpPr>
          <p:cNvPr id="79" name="node19"/>
          <p:cNvGrpSpPr/>
          <p:nvPr/>
        </p:nvGrpSpPr>
        <p:grpSpPr>
          <a:xfrm>
            <a:off x="8953500" y="3695700"/>
            <a:ext cx="2514600" cy="762000"/>
            <a:chOff x="8953500" y="3695700"/>
            <a:chExt cx="2514600" cy="762000"/>
          </a:xfrm>
        </p:grpSpPr>
        <p:sp>
          <p:nvSpPr>
            <p:cNvPr id="48" name="node19.source-001.bullet"/>
            <p:cNvSpPr/>
            <p:nvPr/>
          </p:nvSpPr>
          <p:spPr>
            <a:xfrm>
              <a:off x="8953500" y="3784600"/>
              <a:ext cx="38100" cy="38100"/>
            </a:xfrm>
            <a:prstGeom prst="rect">
              <a:avLst/>
            </a:prstGeom>
            <a:solidFill>
              <a:srgbClr val="070154"/>
            </a:solidFill>
            <a:ln>
              <a:noFill/>
            </a:ln>
          </p:spPr>
        </p:sp>
        <p:sp>
          <p:nvSpPr>
            <p:cNvPr id="49" name="node19.source-001.text"/>
            <p:cNvSpPr/>
            <p:nvPr/>
          </p:nvSpPr>
          <p:spPr>
            <a:xfrm>
              <a:off x="9105900" y="36957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Rank savings by effort and risk</a:t>
              </a:r>
              <a:endParaRPr lang="en-US" sz="1200" spc="0" kern="0" b="0" i="0" dirty="0">
                <a:solidFill>
                  <a:srgbClr val="070154"/>
                </a:solidFill>
                <a:latin typeface="IBM Plex Sans"/>
                <a:ea typeface="IBM Plex Sans"/>
                <a:cs typeface="IBM Plex Sans"/>
              </a:endParaRPr>
            </a:p>
          </p:txBody>
        </p:sp>
        <p:sp>
          <p:nvSpPr>
            <p:cNvPr id="50" name="node19.source-002.bullet"/>
            <p:cNvSpPr/>
            <p:nvPr/>
          </p:nvSpPr>
          <p:spPr>
            <a:xfrm>
              <a:off x="8953500" y="4051300"/>
              <a:ext cx="38100" cy="38100"/>
            </a:xfrm>
            <a:prstGeom prst="rect">
              <a:avLst/>
            </a:prstGeom>
            <a:solidFill>
              <a:srgbClr val="070154"/>
            </a:solidFill>
            <a:ln>
              <a:noFill/>
            </a:ln>
          </p:spPr>
        </p:sp>
        <p:sp>
          <p:nvSpPr>
            <p:cNvPr id="51" name="node19.source-002.text"/>
            <p:cNvSpPr/>
            <p:nvPr/>
          </p:nvSpPr>
          <p:spPr>
            <a:xfrm>
              <a:off x="9105900" y="39624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Draft tagging and budget model</a:t>
              </a:r>
              <a:endParaRPr lang="en-US" sz="1200" spc="0" kern="0" b="0" i="0" dirty="0">
                <a:solidFill>
                  <a:srgbClr val="070154"/>
                </a:solidFill>
                <a:latin typeface="IBM Plex Sans"/>
                <a:ea typeface="IBM Plex Sans"/>
                <a:cs typeface="IBM Plex Sans"/>
              </a:endParaRPr>
            </a:p>
          </p:txBody>
        </p:sp>
        <p:sp>
          <p:nvSpPr>
            <p:cNvPr id="52" name="node19.source-003.bullet"/>
            <p:cNvSpPr/>
            <p:nvPr/>
          </p:nvSpPr>
          <p:spPr>
            <a:xfrm>
              <a:off x="8953500" y="4318000"/>
              <a:ext cx="38100" cy="38100"/>
            </a:xfrm>
            <a:prstGeom prst="rect">
              <a:avLst/>
            </a:prstGeom>
            <a:solidFill>
              <a:srgbClr val="070154"/>
            </a:solidFill>
            <a:ln>
              <a:noFill/>
            </a:ln>
          </p:spPr>
        </p:sp>
        <p:sp>
          <p:nvSpPr>
            <p:cNvPr id="53" name="node19.source-003.text"/>
            <p:cNvSpPr/>
            <p:nvPr/>
          </p:nvSpPr>
          <p:spPr>
            <a:xfrm>
              <a:off x="9105900" y="42291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Readout for the CFO and CIO</a:t>
              </a:r>
              <a:endParaRPr lang="en-US" sz="1200" spc="0" kern="0" b="0" i="0" dirty="0">
                <a:solidFill>
                  <a:srgbClr val="070154"/>
                </a:solidFill>
                <a:latin typeface="IBM Plex Sans"/>
                <a:ea typeface="IBM Plex Sans"/>
                <a:cs typeface="IBM Plex Sans"/>
              </a:endParaRPr>
            </a:p>
          </p:txBody>
        </p:sp>
      </p:grpSp>
      <p:grpSp>
        <p:nvGrpSpPr>
          <p:cNvPr id="80" name="node20"/>
          <p:cNvGrpSpPr/>
          <p:nvPr/>
        </p:nvGrpSpPr>
        <p:grpSpPr>
          <a:xfrm>
            <a:off x="723900" y="4800600"/>
            <a:ext cx="2514600" cy="914400"/>
            <a:chOff x="723900" y="4800600"/>
            <a:chExt cx="2514600" cy="914400"/>
          </a:xfrm>
        </p:grpSpPr>
        <p:sp>
          <p:nvSpPr>
            <p:cNvPr id="54" name="node20.surface"/>
            <p:cNvSpPr/>
            <p:nvPr/>
          </p:nvSpPr>
          <p:spPr>
            <a:xfrm>
              <a:off x="723900" y="4800600"/>
              <a:ext cx="2514600" cy="914400"/>
            </a:xfrm>
            <a:prstGeom prst="rect">
              <a:avLst/>
            </a:prstGeom>
            <a:solidFill>
              <a:srgbClr val="070154"/>
            </a:solidFill>
            <a:ln>
              <a:noFill/>
            </a:ln>
          </p:spPr>
        </p:sp>
      </p:grpSp>
      <p:grpSp>
        <p:nvGrpSpPr>
          <p:cNvPr id="81" name="node21"/>
          <p:cNvGrpSpPr/>
          <p:nvPr/>
        </p:nvGrpSpPr>
        <p:grpSpPr>
          <a:xfrm>
            <a:off x="876300" y="4914900"/>
            <a:ext cx="2209800" cy="152400"/>
            <a:chOff x="876300" y="4914900"/>
            <a:chExt cx="2209800" cy="152400"/>
          </a:xfrm>
        </p:grpSpPr>
        <p:sp>
          <p:nvSpPr>
            <p:cNvPr id="55" name="node21.text"/>
            <p:cNvSpPr/>
            <p:nvPr/>
          </p:nvSpPr>
          <p:spPr>
            <a:xfrm>
              <a:off x="876300" y="4914900"/>
              <a:ext cx="2209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CED7E6"/>
                  </a:solidFill>
                  <a:latin typeface="IBM Plex Mono Medium"/>
                  <a:ea typeface="IBM Plex Mono Medium"/>
                  <a:cs typeface="IBM Plex Mono Medium"/>
                </a:rPr>
                <a:t>3 · FIXED FEE</a:t>
              </a:r>
              <a:endParaRPr lang="en-US" sz="900" spc="54" kern="0" b="0" i="0" dirty="0">
                <a:solidFill>
                  <a:srgbClr val="CED7E6"/>
                </a:solidFill>
                <a:latin typeface="IBM Plex Mono Medium"/>
                <a:ea typeface="IBM Plex Mono Medium"/>
                <a:cs typeface="IBM Plex Mono Medium"/>
              </a:endParaRPr>
            </a:p>
          </p:txBody>
        </p:sp>
      </p:grpSp>
      <p:grpSp>
        <p:nvGrpSpPr>
          <p:cNvPr id="82" name="node22"/>
          <p:cNvGrpSpPr/>
          <p:nvPr/>
        </p:nvGrpSpPr>
        <p:grpSpPr>
          <a:xfrm>
            <a:off x="876300" y="5143500"/>
            <a:ext cx="1143000" cy="458978"/>
            <a:chOff x="876300" y="5143500"/>
            <a:chExt cx="1143000" cy="458978"/>
          </a:xfrm>
        </p:grpSpPr>
        <p:sp>
          <p:nvSpPr>
            <p:cNvPr id="56" name="node22.text"/>
            <p:cNvSpPr/>
            <p:nvPr/>
          </p:nvSpPr>
          <p:spPr>
            <a:xfrm>
              <a:off x="876300" y="5143500"/>
              <a:ext cx="1143000" cy="458978"/>
            </a:xfrm>
            <a:prstGeom prst="rect">
              <a:avLst/>
            </a:prstGeom>
            <a:noFill/>
            <a:ln/>
          </p:spPr>
          <p:txBody>
            <a:bodyPr wrap="square" lIns="0" tIns="0" rIns="0" bIns="0" rtlCol="0" anchor="t"/>
            <a:lstStyle/>
            <a:p>
              <a:pPr algn="l" indent="0" marL="0">
                <a:lnSpc>
                  <a:spcPts val="3600"/>
                </a:lnSpc>
                <a:buNone/>
              </a:pPr>
              <a:r>
                <a:rPr lang="en-US" sz="3600" spc="-72" kern="0" b="0" i="0" dirty="0">
                  <a:solidFill>
                    <a:srgbClr val="FFFFFF"/>
                  </a:solidFill>
                  <a:latin typeface="IBM Plex Mono SemiBold"/>
                  <a:ea typeface="IBM Plex Mono SemiBold"/>
                  <a:cs typeface="IBM Plex Mono SemiBold"/>
                </a:rPr>
                <a:t>$75K</a:t>
              </a:r>
              <a:endParaRPr lang="en-US" sz="3600" spc="-72" kern="0" b="0" i="0" dirty="0">
                <a:solidFill>
                  <a:srgbClr val="FFFFFF"/>
                </a:solidFill>
                <a:latin typeface="IBM Plex Mono SemiBold"/>
                <a:ea typeface="IBM Plex Mono SemiBold"/>
                <a:cs typeface="IBM Plex Mono SemiBold"/>
              </a:endParaRPr>
            </a:p>
          </p:txBody>
        </p:sp>
      </p:grpSp>
      <p:grpSp>
        <p:nvGrpSpPr>
          <p:cNvPr id="83" name="node23"/>
          <p:cNvGrpSpPr/>
          <p:nvPr/>
        </p:nvGrpSpPr>
        <p:grpSpPr>
          <a:xfrm>
            <a:off x="2095500" y="5257800"/>
            <a:ext cx="1066800" cy="228600"/>
            <a:chOff x="2095500" y="5257800"/>
            <a:chExt cx="1066800" cy="228600"/>
          </a:xfrm>
        </p:grpSpPr>
        <p:sp>
          <p:nvSpPr>
            <p:cNvPr id="57" name="node23.text"/>
            <p:cNvSpPr/>
            <p:nvPr/>
          </p:nvSpPr>
          <p:spPr>
            <a:xfrm>
              <a:off x="2095500" y="5257800"/>
              <a:ext cx="1066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4 weeks</a:t>
              </a:r>
              <a:endParaRPr lang="en-US" sz="1200" spc="0" kern="0" b="0" i="0" dirty="0">
                <a:solidFill>
                  <a:srgbClr val="FFFFFF"/>
                </a:solidFill>
                <a:latin typeface="IBM Plex Sans"/>
                <a:ea typeface="IBM Plex Sans"/>
                <a:cs typeface="IBM Plex Sans"/>
              </a:endParaRPr>
            </a:p>
          </p:txBody>
        </p:sp>
      </p:grpSp>
      <p:grpSp>
        <p:nvGrpSpPr>
          <p:cNvPr id="84" name="node24"/>
          <p:cNvGrpSpPr/>
          <p:nvPr/>
        </p:nvGrpSpPr>
        <p:grpSpPr>
          <a:xfrm>
            <a:off x="3467100" y="4800600"/>
            <a:ext cx="8001000" cy="914400"/>
            <a:chOff x="3467100" y="4800600"/>
            <a:chExt cx="8001000" cy="914400"/>
          </a:xfrm>
        </p:grpSpPr>
        <p:sp>
          <p:nvSpPr>
            <p:cNvPr id="58" name="node24.surface"/>
            <p:cNvSpPr/>
            <p:nvPr/>
          </p:nvSpPr>
          <p:spPr>
            <a:xfrm>
              <a:off x="3467100" y="4800600"/>
              <a:ext cx="8001000" cy="914400"/>
            </a:xfrm>
            <a:prstGeom prst="rect">
              <a:avLst/>
            </a:prstGeom>
            <a:solidFill>
              <a:srgbClr val="E8EEF8"/>
            </a:solidFill>
            <a:ln>
              <a:noFill/>
            </a:ln>
          </p:spPr>
        </p:sp>
      </p:grpSp>
      <p:grpSp>
        <p:nvGrpSpPr>
          <p:cNvPr id="85" name="node25"/>
          <p:cNvGrpSpPr/>
          <p:nvPr/>
        </p:nvGrpSpPr>
        <p:grpSpPr>
          <a:xfrm>
            <a:off x="3619500" y="4914900"/>
            <a:ext cx="1905000" cy="152400"/>
            <a:chOff x="3619500" y="4914900"/>
            <a:chExt cx="1905000" cy="152400"/>
          </a:xfrm>
        </p:grpSpPr>
        <p:sp>
          <p:nvSpPr>
            <p:cNvPr id="59" name="node25.text"/>
            <p:cNvSpPr/>
            <p:nvPr/>
          </p:nvSpPr>
          <p:spPr>
            <a:xfrm>
              <a:off x="3619500" y="4914900"/>
              <a:ext cx="1905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DELIVERABLES</a:t>
              </a:r>
              <a:endParaRPr lang="en-US" sz="900" spc="54" kern="0" b="0" i="0" dirty="0">
                <a:solidFill>
                  <a:srgbClr val="0047FF"/>
                </a:solidFill>
                <a:latin typeface="IBM Plex Mono Medium"/>
                <a:ea typeface="IBM Plex Mono Medium"/>
                <a:cs typeface="IBM Plex Mono Medium"/>
              </a:endParaRPr>
            </a:p>
          </p:txBody>
        </p:sp>
      </p:grpSp>
      <p:grpSp>
        <p:nvGrpSpPr>
          <p:cNvPr id="86" name="node26"/>
          <p:cNvGrpSpPr/>
          <p:nvPr/>
        </p:nvGrpSpPr>
        <p:grpSpPr>
          <a:xfrm>
            <a:off x="3619500" y="5143500"/>
            <a:ext cx="2438400" cy="457200"/>
            <a:chOff x="3619500" y="5143500"/>
            <a:chExt cx="2438400" cy="457200"/>
          </a:xfrm>
        </p:grpSpPr>
        <p:sp>
          <p:nvSpPr>
            <p:cNvPr id="60" name="node26.text"/>
            <p:cNvSpPr/>
            <p:nvPr/>
          </p:nvSpPr>
          <p:spPr>
            <a:xfrm>
              <a:off x="3619500" y="5143500"/>
              <a:ext cx="24384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Spend map by service and owner; ranked savings backlog</a:t>
              </a:r>
              <a:endParaRPr lang="en-US" sz="1200" spc="0" kern="0" b="0" i="0" dirty="0">
                <a:solidFill>
                  <a:srgbClr val="070154"/>
                </a:solidFill>
                <a:latin typeface="IBM Plex Sans"/>
                <a:ea typeface="IBM Plex Sans"/>
                <a:cs typeface="IBM Plex Sans"/>
              </a:endParaRPr>
            </a:p>
          </p:txBody>
        </p:sp>
      </p:grpSp>
      <p:grpSp>
        <p:nvGrpSpPr>
          <p:cNvPr id="87" name="node27"/>
          <p:cNvGrpSpPr/>
          <p:nvPr/>
        </p:nvGrpSpPr>
        <p:grpSpPr>
          <a:xfrm>
            <a:off x="6286500" y="4914900"/>
            <a:ext cx="2133600" cy="152400"/>
            <a:chOff x="6286500" y="4914900"/>
            <a:chExt cx="2133600" cy="152400"/>
          </a:xfrm>
        </p:grpSpPr>
        <p:sp>
          <p:nvSpPr>
            <p:cNvPr id="61" name="node27.text"/>
            <p:cNvSpPr/>
            <p:nvPr/>
          </p:nvSpPr>
          <p:spPr>
            <a:xfrm>
              <a:off x="6286500" y="4914900"/>
              <a:ext cx="2133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TEAM</a:t>
              </a:r>
              <a:endParaRPr lang="en-US" sz="900" spc="54" kern="0" b="0" i="0" dirty="0">
                <a:solidFill>
                  <a:srgbClr val="0047FF"/>
                </a:solidFill>
                <a:latin typeface="IBM Plex Mono Medium"/>
                <a:ea typeface="IBM Plex Mono Medium"/>
                <a:cs typeface="IBM Plex Mono Medium"/>
              </a:endParaRPr>
            </a:p>
          </p:txBody>
        </p:sp>
      </p:grpSp>
      <p:grpSp>
        <p:nvGrpSpPr>
          <p:cNvPr id="88" name="node28"/>
          <p:cNvGrpSpPr/>
          <p:nvPr/>
        </p:nvGrpSpPr>
        <p:grpSpPr>
          <a:xfrm>
            <a:off x="6286500" y="5143500"/>
            <a:ext cx="2133600" cy="457200"/>
            <a:chOff x="6286500" y="5143500"/>
            <a:chExt cx="2133600" cy="457200"/>
          </a:xfrm>
        </p:grpSpPr>
        <p:sp>
          <p:nvSpPr>
            <p:cNvPr id="62" name="node28.text"/>
            <p:cNvSpPr/>
            <p:nvPr/>
          </p:nvSpPr>
          <p:spPr>
            <a:xfrm>
              <a:off x="6286500" y="5143500"/>
              <a:ext cx="21336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Lead, FinOps analyst, cloud engineer</a:t>
              </a:r>
              <a:endParaRPr lang="en-US" sz="1200" spc="0" kern="0" b="0" i="0" dirty="0">
                <a:solidFill>
                  <a:srgbClr val="070154"/>
                </a:solidFill>
                <a:latin typeface="IBM Plex Sans"/>
                <a:ea typeface="IBM Plex Sans"/>
                <a:cs typeface="IBM Plex Sans"/>
              </a:endParaRPr>
            </a:p>
          </p:txBody>
        </p:sp>
      </p:grpSp>
      <p:grpSp>
        <p:nvGrpSpPr>
          <p:cNvPr id="89" name="node29"/>
          <p:cNvGrpSpPr/>
          <p:nvPr/>
        </p:nvGrpSpPr>
        <p:grpSpPr>
          <a:xfrm>
            <a:off x="8648700" y="4914900"/>
            <a:ext cx="2667000" cy="152400"/>
            <a:chOff x="8648700" y="4914900"/>
            <a:chExt cx="2667000" cy="152400"/>
          </a:xfrm>
        </p:grpSpPr>
        <p:sp>
          <p:nvSpPr>
            <p:cNvPr id="63" name="node29.text"/>
            <p:cNvSpPr/>
            <p:nvPr/>
          </p:nvSpPr>
          <p:spPr>
            <a:xfrm>
              <a:off x="8648700" y="4914900"/>
              <a:ext cx="2667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ASSUMPTIONS</a:t>
              </a:r>
              <a:endParaRPr lang="en-US" sz="900" spc="54" kern="0" b="0" i="0" dirty="0">
                <a:solidFill>
                  <a:srgbClr val="0047FF"/>
                </a:solidFill>
                <a:latin typeface="IBM Plex Mono Medium"/>
                <a:ea typeface="IBM Plex Mono Medium"/>
                <a:cs typeface="IBM Plex Mono Medium"/>
              </a:endParaRPr>
            </a:p>
          </p:txBody>
        </p:sp>
      </p:grpSp>
      <p:grpSp>
        <p:nvGrpSpPr>
          <p:cNvPr id="90" name="node30"/>
          <p:cNvGrpSpPr/>
          <p:nvPr/>
        </p:nvGrpSpPr>
        <p:grpSpPr>
          <a:xfrm>
            <a:off x="8648700" y="5143500"/>
            <a:ext cx="2667000" cy="457200"/>
            <a:chOff x="8648700" y="5143500"/>
            <a:chExt cx="2667000" cy="457200"/>
          </a:xfrm>
        </p:grpSpPr>
        <p:sp>
          <p:nvSpPr>
            <p:cNvPr id="64" name="node30.text"/>
            <p:cNvSpPr/>
            <p:nvPr/>
          </p:nvSpPr>
          <p:spPr>
            <a:xfrm>
              <a:off x="8648700" y="5143500"/>
              <a:ext cx="26670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Billing access in week 1; up to 40 accounts; savings are estimates</a:t>
              </a:r>
              <a:endParaRPr lang="en-US" sz="1200" spc="0" kern="0" b="0" i="0" dirty="0">
                <a:solidFill>
                  <a:srgbClr val="50658E"/>
                </a:solidFill>
                <a:latin typeface="IBM Plex Sans"/>
                <a:ea typeface="IBM Plex Sans"/>
                <a:cs typeface="IBM Plex Sans"/>
              </a:endParaRPr>
            </a:p>
          </p:txBody>
        </p:sp>
      </p:gr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ource-327">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OFFERINGS</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Finance close accelerator: what, how and what it costs</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Sample figures for layout only; replace with current firm data before use.</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99</a:t>
            </a:fld>
            <a:endParaRPr lang="en-US" sz="700" spc="0" kern="0" b="0" i="0" dirty="0">
              <a:solidFill>
                <a:srgbClr val="070154"/>
              </a:solidFill>
              <a:latin typeface="IBM Plex Mono SemiBold"/>
              <a:ea typeface="IBM Plex Mono SemiBold"/>
              <a:cs typeface="IBM Plex Mono SemiBold"/>
            </a:endParaRPr>
          </a:p>
        </p:txBody>
      </p:sp>
      <p:grpSp>
        <p:nvGrpSpPr>
          <p:cNvPr id="53" name="node01"/>
          <p:cNvGrpSpPr/>
          <p:nvPr/>
        </p:nvGrpSpPr>
        <p:grpSpPr>
          <a:xfrm>
            <a:off x="723900" y="1600200"/>
            <a:ext cx="1371600" cy="152400"/>
            <a:chOff x="723900" y="1600200"/>
            <a:chExt cx="1371600" cy="152400"/>
          </a:xfrm>
        </p:grpSpPr>
        <p:sp>
          <p:nvSpPr>
            <p:cNvPr id="7" name="node01.text"/>
            <p:cNvSpPr/>
            <p:nvPr/>
          </p:nvSpPr>
          <p:spPr>
            <a:xfrm>
              <a:off x="723900" y="1600200"/>
              <a:ext cx="1371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1 · WHAT</a:t>
              </a:r>
              <a:endParaRPr lang="en-US" sz="900" spc="54" kern="0" b="0" i="0" dirty="0">
                <a:solidFill>
                  <a:srgbClr val="0047FF"/>
                </a:solidFill>
                <a:latin typeface="IBM Plex Mono Medium"/>
                <a:ea typeface="IBM Plex Mono Medium"/>
                <a:cs typeface="IBM Plex Mono Medium"/>
              </a:endParaRPr>
            </a:p>
          </p:txBody>
        </p:sp>
      </p:grpSp>
      <p:grpSp>
        <p:nvGrpSpPr>
          <p:cNvPr id="54" name="node02"/>
          <p:cNvGrpSpPr/>
          <p:nvPr/>
        </p:nvGrpSpPr>
        <p:grpSpPr>
          <a:xfrm>
            <a:off x="723900" y="1828800"/>
            <a:ext cx="1371600" cy="457200"/>
            <a:chOff x="723900" y="1828800"/>
            <a:chExt cx="1371600" cy="457200"/>
          </a:xfrm>
        </p:grpSpPr>
        <p:sp>
          <p:nvSpPr>
            <p:cNvPr id="8" name="node02.text"/>
            <p:cNvSpPr/>
            <p:nvPr/>
          </p:nvSpPr>
          <p:spPr>
            <a:xfrm>
              <a:off x="723900" y="1828800"/>
              <a:ext cx="13716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The offer and what you keep</a:t>
              </a:r>
              <a:endParaRPr lang="en-US" sz="1200" spc="0" kern="0" b="0" i="0" dirty="0">
                <a:solidFill>
                  <a:srgbClr val="50658E"/>
                </a:solidFill>
                <a:latin typeface="IBM Plex Sans"/>
                <a:ea typeface="IBM Plex Sans"/>
                <a:cs typeface="IBM Plex Sans"/>
              </a:endParaRPr>
            </a:p>
          </p:txBody>
        </p:sp>
      </p:grpSp>
      <p:grpSp>
        <p:nvGrpSpPr>
          <p:cNvPr id="55" name="node03"/>
          <p:cNvGrpSpPr/>
          <p:nvPr/>
        </p:nvGrpSpPr>
        <p:grpSpPr>
          <a:xfrm>
            <a:off x="2324100" y="1600200"/>
            <a:ext cx="5486400" cy="1066800"/>
            <a:chOff x="2324100" y="1600200"/>
            <a:chExt cx="5486400" cy="1066800"/>
          </a:xfrm>
        </p:grpSpPr>
        <p:sp>
          <p:nvSpPr>
            <p:cNvPr id="9" name="node03.text"/>
            <p:cNvSpPr/>
            <p:nvPr/>
          </p:nvSpPr>
          <p:spPr>
            <a:xfrm>
              <a:off x="2324100" y="1600200"/>
              <a:ext cx="5486400" cy="10668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Close slips because reconciliations, approvals and journal entries run in sequence. We map the close, remove the longest delays and put a five-day target calendar in place, so Finance spends days on analysis, not on chasing.</a:t>
              </a:r>
              <a:endParaRPr lang="en-US" sz="1400" spc="0" kern="0" b="0" i="0" dirty="0">
                <a:solidFill>
                  <a:srgbClr val="50658E"/>
                </a:solidFill>
                <a:latin typeface="IBM Plex Sans"/>
                <a:ea typeface="IBM Plex Sans"/>
                <a:cs typeface="IBM Plex Sans"/>
              </a:endParaRPr>
            </a:p>
          </p:txBody>
        </p:sp>
      </p:grpSp>
      <p:grpSp>
        <p:nvGrpSpPr>
          <p:cNvPr id="56" name="node04"/>
          <p:cNvGrpSpPr/>
          <p:nvPr/>
        </p:nvGrpSpPr>
        <p:grpSpPr>
          <a:xfrm>
            <a:off x="8039100" y="1600200"/>
            <a:ext cx="3429000" cy="152400"/>
            <a:chOff x="8039100" y="1600200"/>
            <a:chExt cx="3429000" cy="152400"/>
          </a:xfrm>
        </p:grpSpPr>
        <p:sp>
          <p:nvSpPr>
            <p:cNvPr id="10" name="node04.text"/>
            <p:cNvSpPr/>
            <p:nvPr/>
          </p:nvSpPr>
          <p:spPr>
            <a:xfrm>
              <a:off x="8039100" y="1600200"/>
              <a:ext cx="3429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WHAT YOU KEEP</a:t>
              </a:r>
              <a:endParaRPr lang="en-US" sz="900" spc="54" kern="0" b="0" i="0" dirty="0">
                <a:solidFill>
                  <a:srgbClr val="0047FF"/>
                </a:solidFill>
                <a:latin typeface="IBM Plex Mono Medium"/>
                <a:ea typeface="IBM Plex Mono Medium"/>
                <a:cs typeface="IBM Plex Mono Medium"/>
              </a:endParaRPr>
            </a:p>
          </p:txBody>
        </p:sp>
      </p:grpSp>
      <p:grpSp>
        <p:nvGrpSpPr>
          <p:cNvPr id="57" name="node05"/>
          <p:cNvGrpSpPr/>
          <p:nvPr/>
        </p:nvGrpSpPr>
        <p:grpSpPr>
          <a:xfrm>
            <a:off x="8039100" y="1828800"/>
            <a:ext cx="3429000" cy="762000"/>
            <a:chOff x="8039100" y="1828800"/>
            <a:chExt cx="3429000" cy="762000"/>
          </a:xfrm>
        </p:grpSpPr>
        <p:sp>
          <p:nvSpPr>
            <p:cNvPr id="11" name="node05.source-001.bullet"/>
            <p:cNvSpPr/>
            <p:nvPr/>
          </p:nvSpPr>
          <p:spPr>
            <a:xfrm>
              <a:off x="8039100" y="1917700"/>
              <a:ext cx="38100" cy="38100"/>
            </a:xfrm>
            <a:prstGeom prst="rect">
              <a:avLst/>
            </a:prstGeom>
            <a:solidFill>
              <a:srgbClr val="070154"/>
            </a:solidFill>
            <a:ln>
              <a:noFill/>
            </a:ln>
          </p:spPr>
        </p:sp>
        <p:sp>
          <p:nvSpPr>
            <p:cNvPr id="12" name="node05.source-001.text"/>
            <p:cNvSpPr/>
            <p:nvPr/>
          </p:nvSpPr>
          <p:spPr>
            <a:xfrm>
              <a:off x="8191500" y="18288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Close map with a delay heat map</a:t>
              </a:r>
              <a:endParaRPr lang="en-US" sz="1200" spc="0" kern="0" b="0" i="0" dirty="0">
                <a:solidFill>
                  <a:srgbClr val="070154"/>
                </a:solidFill>
                <a:latin typeface="IBM Plex Sans"/>
                <a:ea typeface="IBM Plex Sans"/>
                <a:cs typeface="IBM Plex Sans"/>
              </a:endParaRPr>
            </a:p>
          </p:txBody>
        </p:sp>
        <p:sp>
          <p:nvSpPr>
            <p:cNvPr id="13" name="node05.source-002.bullet"/>
            <p:cNvSpPr/>
            <p:nvPr/>
          </p:nvSpPr>
          <p:spPr>
            <a:xfrm>
              <a:off x="8039100" y="2184400"/>
              <a:ext cx="38100" cy="38100"/>
            </a:xfrm>
            <a:prstGeom prst="rect">
              <a:avLst/>
            </a:prstGeom>
            <a:solidFill>
              <a:srgbClr val="070154"/>
            </a:solidFill>
            <a:ln>
              <a:noFill/>
            </a:ln>
          </p:spPr>
        </p:sp>
        <p:sp>
          <p:nvSpPr>
            <p:cNvPr id="14" name="node05.source-002.text"/>
            <p:cNvSpPr/>
            <p:nvPr/>
          </p:nvSpPr>
          <p:spPr>
            <a:xfrm>
              <a:off x="8191500" y="20955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Redesigned close calendar and RACI</a:t>
              </a:r>
              <a:endParaRPr lang="en-US" sz="1200" spc="0" kern="0" b="0" i="0" dirty="0">
                <a:solidFill>
                  <a:srgbClr val="070154"/>
                </a:solidFill>
                <a:latin typeface="IBM Plex Sans"/>
                <a:ea typeface="IBM Plex Sans"/>
                <a:cs typeface="IBM Plex Sans"/>
              </a:endParaRPr>
            </a:p>
          </p:txBody>
        </p:sp>
        <p:sp>
          <p:nvSpPr>
            <p:cNvPr id="15" name="node05.source-003.bullet"/>
            <p:cNvSpPr/>
            <p:nvPr/>
          </p:nvSpPr>
          <p:spPr>
            <a:xfrm>
              <a:off x="8039100" y="2451100"/>
              <a:ext cx="38100" cy="38100"/>
            </a:xfrm>
            <a:prstGeom prst="rect">
              <a:avLst/>
            </a:prstGeom>
            <a:solidFill>
              <a:srgbClr val="070154"/>
            </a:solidFill>
            <a:ln>
              <a:noFill/>
            </a:ln>
          </p:spPr>
        </p:sp>
        <p:sp>
          <p:nvSpPr>
            <p:cNvPr id="16" name="node05.source-003.text"/>
            <p:cNvSpPr/>
            <p:nvPr/>
          </p:nvSpPr>
          <p:spPr>
            <a:xfrm>
              <a:off x="8191500" y="23622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Approval rules, dashboard, playbook</a:t>
              </a:r>
              <a:endParaRPr lang="en-US" sz="1200" spc="0" kern="0" b="0" i="0" dirty="0">
                <a:solidFill>
                  <a:srgbClr val="070154"/>
                </a:solidFill>
                <a:latin typeface="IBM Plex Sans"/>
                <a:ea typeface="IBM Plex Sans"/>
                <a:cs typeface="IBM Plex Sans"/>
              </a:endParaRPr>
            </a:p>
          </p:txBody>
        </p:sp>
      </p:grpSp>
      <p:sp>
        <p:nvSpPr>
          <p:cNvPr id="17" name="node06"/>
          <p:cNvSpPr/>
          <p:nvPr/>
        </p:nvSpPr>
        <p:spPr>
          <a:xfrm>
            <a:off x="723900" y="2895600"/>
            <a:ext cx="10744200" cy="12700"/>
          </a:xfrm>
          <a:prstGeom prst="rect">
            <a:avLst/>
          </a:prstGeom>
          <a:solidFill>
            <a:srgbClr val="CED7E6"/>
          </a:solidFill>
          <a:ln>
            <a:noFill/>
          </a:ln>
        </p:spPr>
      </p:sp>
      <p:grpSp>
        <p:nvGrpSpPr>
          <p:cNvPr id="58" name="node07"/>
          <p:cNvGrpSpPr/>
          <p:nvPr/>
        </p:nvGrpSpPr>
        <p:grpSpPr>
          <a:xfrm>
            <a:off x="723900" y="3048000"/>
            <a:ext cx="1371600" cy="152400"/>
            <a:chOff x="723900" y="3048000"/>
            <a:chExt cx="1371600" cy="152400"/>
          </a:xfrm>
        </p:grpSpPr>
        <p:sp>
          <p:nvSpPr>
            <p:cNvPr id="18" name="node07.text"/>
            <p:cNvSpPr/>
            <p:nvPr/>
          </p:nvSpPr>
          <p:spPr>
            <a:xfrm>
              <a:off x="723900" y="3048000"/>
              <a:ext cx="1371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2 · HOW</a:t>
              </a:r>
              <a:endParaRPr lang="en-US" sz="900" spc="54" kern="0" b="0" i="0" dirty="0">
                <a:solidFill>
                  <a:srgbClr val="0047FF"/>
                </a:solidFill>
                <a:latin typeface="IBM Plex Mono Medium"/>
                <a:ea typeface="IBM Plex Mono Medium"/>
                <a:cs typeface="IBM Plex Mono Medium"/>
              </a:endParaRPr>
            </a:p>
          </p:txBody>
        </p:sp>
      </p:grpSp>
      <p:grpSp>
        <p:nvGrpSpPr>
          <p:cNvPr id="59" name="node08"/>
          <p:cNvGrpSpPr/>
          <p:nvPr/>
        </p:nvGrpSpPr>
        <p:grpSpPr>
          <a:xfrm>
            <a:off x="723900" y="3276600"/>
            <a:ext cx="1371600" cy="457200"/>
            <a:chOff x="723900" y="3276600"/>
            <a:chExt cx="1371600" cy="457200"/>
          </a:xfrm>
        </p:grpSpPr>
        <p:sp>
          <p:nvSpPr>
            <p:cNvPr id="19" name="node08.text"/>
            <p:cNvSpPr/>
            <p:nvPr/>
          </p:nvSpPr>
          <p:spPr>
            <a:xfrm>
              <a:off x="723900" y="3276600"/>
              <a:ext cx="13716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Three phases, ten weeks</a:t>
              </a:r>
              <a:endParaRPr lang="en-US" sz="1200" spc="0" kern="0" b="0" i="0" dirty="0">
                <a:solidFill>
                  <a:srgbClr val="50658E"/>
                </a:solidFill>
                <a:latin typeface="IBM Plex Sans"/>
                <a:ea typeface="IBM Plex Sans"/>
                <a:cs typeface="IBM Plex Sans"/>
              </a:endParaRPr>
            </a:p>
          </p:txBody>
        </p:sp>
      </p:grpSp>
      <p:grpSp>
        <p:nvGrpSpPr>
          <p:cNvPr id="60" name="node09"/>
          <p:cNvGrpSpPr/>
          <p:nvPr/>
        </p:nvGrpSpPr>
        <p:grpSpPr>
          <a:xfrm>
            <a:off x="2324100" y="3048000"/>
            <a:ext cx="2895600" cy="152400"/>
            <a:chOff x="2324100" y="3048000"/>
            <a:chExt cx="2895600" cy="152400"/>
          </a:xfrm>
        </p:grpSpPr>
        <p:sp>
          <p:nvSpPr>
            <p:cNvPr id="20" name="node09.text"/>
            <p:cNvSpPr/>
            <p:nvPr/>
          </p:nvSpPr>
          <p:spPr>
            <a:xfrm>
              <a:off x="2324100" y="3048000"/>
              <a:ext cx="2895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01 · WEEKS 1 TO 3</a:t>
              </a:r>
              <a:endParaRPr lang="en-US" sz="900" spc="54" kern="0" b="0" i="0" dirty="0">
                <a:solidFill>
                  <a:srgbClr val="0047FF"/>
                </a:solidFill>
                <a:latin typeface="IBM Plex Mono Medium"/>
                <a:ea typeface="IBM Plex Mono Medium"/>
                <a:cs typeface="IBM Plex Mono Medium"/>
              </a:endParaRPr>
            </a:p>
          </p:txBody>
        </p:sp>
      </p:grpSp>
      <p:grpSp>
        <p:nvGrpSpPr>
          <p:cNvPr id="61" name="node10"/>
          <p:cNvGrpSpPr/>
          <p:nvPr/>
        </p:nvGrpSpPr>
        <p:grpSpPr>
          <a:xfrm>
            <a:off x="2324100" y="3276600"/>
            <a:ext cx="2895600" cy="304800"/>
            <a:chOff x="2324100" y="3276600"/>
            <a:chExt cx="2895600" cy="304800"/>
          </a:xfrm>
        </p:grpSpPr>
        <p:sp>
          <p:nvSpPr>
            <p:cNvPr id="21" name="node10.text"/>
            <p:cNvSpPr/>
            <p:nvPr/>
          </p:nvSpPr>
          <p:spPr>
            <a:xfrm>
              <a:off x="2324100" y="3276600"/>
              <a:ext cx="28956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Diagnose</a:t>
              </a:r>
              <a:endParaRPr lang="en-US" sz="1800" spc="-18" kern="0" b="0" i="0" dirty="0">
                <a:solidFill>
                  <a:srgbClr val="070154"/>
                </a:solidFill>
                <a:latin typeface="IBM Plex Sans SemiBold"/>
                <a:ea typeface="IBM Plex Sans SemiBold"/>
                <a:cs typeface="IBM Plex Sans SemiBold"/>
              </a:endParaRPr>
            </a:p>
          </p:txBody>
        </p:sp>
      </p:grpSp>
      <p:grpSp>
        <p:nvGrpSpPr>
          <p:cNvPr id="62" name="node11"/>
          <p:cNvGrpSpPr/>
          <p:nvPr/>
        </p:nvGrpSpPr>
        <p:grpSpPr>
          <a:xfrm>
            <a:off x="2324100" y="3619500"/>
            <a:ext cx="2895600" cy="762000"/>
            <a:chOff x="2324100" y="3619500"/>
            <a:chExt cx="2895600" cy="762000"/>
          </a:xfrm>
        </p:grpSpPr>
        <p:sp>
          <p:nvSpPr>
            <p:cNvPr id="22" name="node11.source-001.bullet"/>
            <p:cNvSpPr/>
            <p:nvPr/>
          </p:nvSpPr>
          <p:spPr>
            <a:xfrm>
              <a:off x="2324100" y="3708400"/>
              <a:ext cx="38100" cy="38100"/>
            </a:xfrm>
            <a:prstGeom prst="rect">
              <a:avLst/>
            </a:prstGeom>
            <a:solidFill>
              <a:srgbClr val="070154"/>
            </a:solidFill>
            <a:ln>
              <a:noFill/>
            </a:ln>
          </p:spPr>
        </p:sp>
        <p:sp>
          <p:nvSpPr>
            <p:cNvPr id="23" name="node11.source-001.text"/>
            <p:cNvSpPr/>
            <p:nvPr/>
          </p:nvSpPr>
          <p:spPr>
            <a:xfrm>
              <a:off x="2476500" y="3619500"/>
              <a:ext cx="2743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Time every close task end to end</a:t>
              </a:r>
              <a:endParaRPr lang="en-US" sz="1200" spc="0" kern="0" b="0" i="0" dirty="0">
                <a:solidFill>
                  <a:srgbClr val="070154"/>
                </a:solidFill>
                <a:latin typeface="IBM Plex Sans"/>
                <a:ea typeface="IBM Plex Sans"/>
                <a:cs typeface="IBM Plex Sans"/>
              </a:endParaRPr>
            </a:p>
          </p:txBody>
        </p:sp>
        <p:sp>
          <p:nvSpPr>
            <p:cNvPr id="24" name="node11.source-002.bullet"/>
            <p:cNvSpPr/>
            <p:nvPr/>
          </p:nvSpPr>
          <p:spPr>
            <a:xfrm>
              <a:off x="2324100" y="3975100"/>
              <a:ext cx="38100" cy="38100"/>
            </a:xfrm>
            <a:prstGeom prst="rect">
              <a:avLst/>
            </a:prstGeom>
            <a:solidFill>
              <a:srgbClr val="070154"/>
            </a:solidFill>
            <a:ln>
              <a:noFill/>
            </a:ln>
          </p:spPr>
        </p:sp>
        <p:sp>
          <p:nvSpPr>
            <p:cNvPr id="25" name="node11.source-002.text"/>
            <p:cNvSpPr/>
            <p:nvPr/>
          </p:nvSpPr>
          <p:spPr>
            <a:xfrm>
              <a:off x="2476500" y="3886200"/>
              <a:ext cx="2743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Interview 12 preparers, approvers</a:t>
              </a:r>
              <a:endParaRPr lang="en-US" sz="1200" spc="0" kern="0" b="0" i="0" dirty="0">
                <a:solidFill>
                  <a:srgbClr val="070154"/>
                </a:solidFill>
                <a:latin typeface="IBM Plex Sans"/>
                <a:ea typeface="IBM Plex Sans"/>
                <a:cs typeface="IBM Plex Sans"/>
              </a:endParaRPr>
            </a:p>
          </p:txBody>
        </p:sp>
        <p:sp>
          <p:nvSpPr>
            <p:cNvPr id="26" name="node11.source-003.bullet"/>
            <p:cNvSpPr/>
            <p:nvPr/>
          </p:nvSpPr>
          <p:spPr>
            <a:xfrm>
              <a:off x="2324100" y="4241800"/>
              <a:ext cx="38100" cy="38100"/>
            </a:xfrm>
            <a:prstGeom prst="rect">
              <a:avLst/>
            </a:prstGeom>
            <a:solidFill>
              <a:srgbClr val="070154"/>
            </a:solidFill>
            <a:ln>
              <a:noFill/>
            </a:ln>
          </p:spPr>
        </p:sp>
        <p:sp>
          <p:nvSpPr>
            <p:cNvPr id="27" name="node11.source-003.text"/>
            <p:cNvSpPr/>
            <p:nvPr/>
          </p:nvSpPr>
          <p:spPr>
            <a:xfrm>
              <a:off x="2476500" y="4152900"/>
              <a:ext cx="2743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Rank the 10 longest delays</a:t>
              </a:r>
              <a:endParaRPr lang="en-US" sz="1200" spc="0" kern="0" b="0" i="0" dirty="0">
                <a:solidFill>
                  <a:srgbClr val="070154"/>
                </a:solidFill>
                <a:latin typeface="IBM Plex Sans"/>
                <a:ea typeface="IBM Plex Sans"/>
                <a:cs typeface="IBM Plex Sans"/>
              </a:endParaRPr>
            </a:p>
          </p:txBody>
        </p:sp>
      </p:grpSp>
      <p:grpSp>
        <p:nvGrpSpPr>
          <p:cNvPr id="63" name="node12"/>
          <p:cNvGrpSpPr/>
          <p:nvPr/>
        </p:nvGrpSpPr>
        <p:grpSpPr>
          <a:xfrm>
            <a:off x="5448300" y="3048000"/>
            <a:ext cx="2895600" cy="152400"/>
            <a:chOff x="5448300" y="3048000"/>
            <a:chExt cx="2895600" cy="152400"/>
          </a:xfrm>
        </p:grpSpPr>
        <p:sp>
          <p:nvSpPr>
            <p:cNvPr id="28" name="node12.text"/>
            <p:cNvSpPr/>
            <p:nvPr/>
          </p:nvSpPr>
          <p:spPr>
            <a:xfrm>
              <a:off x="5448300" y="3048000"/>
              <a:ext cx="2895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02 · WEEKS 4 TO 7</a:t>
              </a:r>
              <a:endParaRPr lang="en-US" sz="900" spc="54" kern="0" b="0" i="0" dirty="0">
                <a:solidFill>
                  <a:srgbClr val="0047FF"/>
                </a:solidFill>
                <a:latin typeface="IBM Plex Mono Medium"/>
                <a:ea typeface="IBM Plex Mono Medium"/>
                <a:cs typeface="IBM Plex Mono Medium"/>
              </a:endParaRPr>
            </a:p>
          </p:txBody>
        </p:sp>
      </p:grpSp>
      <p:grpSp>
        <p:nvGrpSpPr>
          <p:cNvPr id="64" name="node13"/>
          <p:cNvGrpSpPr/>
          <p:nvPr/>
        </p:nvGrpSpPr>
        <p:grpSpPr>
          <a:xfrm>
            <a:off x="5448300" y="3276600"/>
            <a:ext cx="2895600" cy="304800"/>
            <a:chOff x="5448300" y="3276600"/>
            <a:chExt cx="2895600" cy="304800"/>
          </a:xfrm>
        </p:grpSpPr>
        <p:sp>
          <p:nvSpPr>
            <p:cNvPr id="29" name="node13.text"/>
            <p:cNvSpPr/>
            <p:nvPr/>
          </p:nvSpPr>
          <p:spPr>
            <a:xfrm>
              <a:off x="5448300" y="3276600"/>
              <a:ext cx="28956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Redesign</a:t>
              </a:r>
              <a:endParaRPr lang="en-US" sz="1800" spc="-18" kern="0" b="0" i="0" dirty="0">
                <a:solidFill>
                  <a:srgbClr val="070154"/>
                </a:solidFill>
                <a:latin typeface="IBM Plex Sans SemiBold"/>
                <a:ea typeface="IBM Plex Sans SemiBold"/>
                <a:cs typeface="IBM Plex Sans SemiBold"/>
              </a:endParaRPr>
            </a:p>
          </p:txBody>
        </p:sp>
      </p:grpSp>
      <p:grpSp>
        <p:nvGrpSpPr>
          <p:cNvPr id="65" name="node14"/>
          <p:cNvGrpSpPr/>
          <p:nvPr/>
        </p:nvGrpSpPr>
        <p:grpSpPr>
          <a:xfrm>
            <a:off x="5448300" y="3619500"/>
            <a:ext cx="2895600" cy="762000"/>
            <a:chOff x="5448300" y="3619500"/>
            <a:chExt cx="2895600" cy="762000"/>
          </a:xfrm>
        </p:grpSpPr>
        <p:sp>
          <p:nvSpPr>
            <p:cNvPr id="30" name="node14.source-001.bullet"/>
            <p:cNvSpPr/>
            <p:nvPr/>
          </p:nvSpPr>
          <p:spPr>
            <a:xfrm>
              <a:off x="5448300" y="3708400"/>
              <a:ext cx="38100" cy="38100"/>
            </a:xfrm>
            <a:prstGeom prst="rect">
              <a:avLst/>
            </a:prstGeom>
            <a:solidFill>
              <a:srgbClr val="070154"/>
            </a:solidFill>
            <a:ln>
              <a:noFill/>
            </a:ln>
          </p:spPr>
        </p:sp>
        <p:sp>
          <p:nvSpPr>
            <p:cNvPr id="31" name="node14.source-001.text"/>
            <p:cNvSpPr/>
            <p:nvPr/>
          </p:nvSpPr>
          <p:spPr>
            <a:xfrm>
              <a:off x="5600700" y="3619500"/>
              <a:ext cx="2743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Parallelize reconciliations</a:t>
              </a:r>
              <a:endParaRPr lang="en-US" sz="1200" spc="0" kern="0" b="0" i="0" dirty="0">
                <a:solidFill>
                  <a:srgbClr val="070154"/>
                </a:solidFill>
                <a:latin typeface="IBM Plex Sans"/>
                <a:ea typeface="IBM Plex Sans"/>
                <a:cs typeface="IBM Plex Sans"/>
              </a:endParaRPr>
            </a:p>
          </p:txBody>
        </p:sp>
        <p:sp>
          <p:nvSpPr>
            <p:cNvPr id="32" name="node14.source-002.bullet"/>
            <p:cNvSpPr/>
            <p:nvPr/>
          </p:nvSpPr>
          <p:spPr>
            <a:xfrm>
              <a:off x="5448300" y="3975100"/>
              <a:ext cx="38100" cy="38100"/>
            </a:xfrm>
            <a:prstGeom prst="rect">
              <a:avLst/>
            </a:prstGeom>
            <a:solidFill>
              <a:srgbClr val="070154"/>
            </a:solidFill>
            <a:ln>
              <a:noFill/>
            </a:ln>
          </p:spPr>
        </p:sp>
        <p:sp>
          <p:nvSpPr>
            <p:cNvPr id="33" name="node14.source-002.text"/>
            <p:cNvSpPr/>
            <p:nvPr/>
          </p:nvSpPr>
          <p:spPr>
            <a:xfrm>
              <a:off x="5600700" y="3886200"/>
              <a:ext cx="2743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Set approval thresholds and SLAs</a:t>
              </a:r>
              <a:endParaRPr lang="en-US" sz="1200" spc="0" kern="0" b="0" i="0" dirty="0">
                <a:solidFill>
                  <a:srgbClr val="070154"/>
                </a:solidFill>
                <a:latin typeface="IBM Plex Sans"/>
                <a:ea typeface="IBM Plex Sans"/>
                <a:cs typeface="IBM Plex Sans"/>
              </a:endParaRPr>
            </a:p>
          </p:txBody>
        </p:sp>
        <p:sp>
          <p:nvSpPr>
            <p:cNvPr id="34" name="node14.source-003.bullet"/>
            <p:cNvSpPr/>
            <p:nvPr/>
          </p:nvSpPr>
          <p:spPr>
            <a:xfrm>
              <a:off x="5448300" y="4241800"/>
              <a:ext cx="38100" cy="38100"/>
            </a:xfrm>
            <a:prstGeom prst="rect">
              <a:avLst/>
            </a:prstGeom>
            <a:solidFill>
              <a:srgbClr val="070154"/>
            </a:solidFill>
            <a:ln>
              <a:noFill/>
            </a:ln>
          </p:spPr>
        </p:sp>
        <p:sp>
          <p:nvSpPr>
            <p:cNvPr id="35" name="node14.source-003.text"/>
            <p:cNvSpPr/>
            <p:nvPr/>
          </p:nvSpPr>
          <p:spPr>
            <a:xfrm>
              <a:off x="5600700" y="4152900"/>
              <a:ext cx="2743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Pilot the calendar on one close</a:t>
              </a:r>
              <a:endParaRPr lang="en-US" sz="1200" spc="0" kern="0" b="0" i="0" dirty="0">
                <a:solidFill>
                  <a:srgbClr val="070154"/>
                </a:solidFill>
                <a:latin typeface="IBM Plex Sans"/>
                <a:ea typeface="IBM Plex Sans"/>
                <a:cs typeface="IBM Plex Sans"/>
              </a:endParaRPr>
            </a:p>
          </p:txBody>
        </p:sp>
      </p:grpSp>
      <p:grpSp>
        <p:nvGrpSpPr>
          <p:cNvPr id="66" name="node15"/>
          <p:cNvGrpSpPr/>
          <p:nvPr/>
        </p:nvGrpSpPr>
        <p:grpSpPr>
          <a:xfrm>
            <a:off x="8572500" y="3048000"/>
            <a:ext cx="2895600" cy="152400"/>
            <a:chOff x="8572500" y="3048000"/>
            <a:chExt cx="2895600" cy="152400"/>
          </a:xfrm>
        </p:grpSpPr>
        <p:sp>
          <p:nvSpPr>
            <p:cNvPr id="36" name="node15.text"/>
            <p:cNvSpPr/>
            <p:nvPr/>
          </p:nvSpPr>
          <p:spPr>
            <a:xfrm>
              <a:off x="8572500" y="3048000"/>
              <a:ext cx="2895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03 · WEEKS 8 TO 10</a:t>
              </a:r>
              <a:endParaRPr lang="en-US" sz="900" spc="54" kern="0" b="0" i="0" dirty="0">
                <a:solidFill>
                  <a:srgbClr val="0047FF"/>
                </a:solidFill>
                <a:latin typeface="IBM Plex Mono Medium"/>
                <a:ea typeface="IBM Plex Mono Medium"/>
                <a:cs typeface="IBM Plex Mono Medium"/>
              </a:endParaRPr>
            </a:p>
          </p:txBody>
        </p:sp>
      </p:grpSp>
      <p:grpSp>
        <p:nvGrpSpPr>
          <p:cNvPr id="67" name="node16"/>
          <p:cNvGrpSpPr/>
          <p:nvPr/>
        </p:nvGrpSpPr>
        <p:grpSpPr>
          <a:xfrm>
            <a:off x="8572500" y="3276600"/>
            <a:ext cx="2895600" cy="304800"/>
            <a:chOff x="8572500" y="3276600"/>
            <a:chExt cx="2895600" cy="304800"/>
          </a:xfrm>
        </p:grpSpPr>
        <p:sp>
          <p:nvSpPr>
            <p:cNvPr id="37" name="node16.text"/>
            <p:cNvSpPr/>
            <p:nvPr/>
          </p:nvSpPr>
          <p:spPr>
            <a:xfrm>
              <a:off x="8572500" y="3276600"/>
              <a:ext cx="28956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Embed</a:t>
              </a:r>
              <a:endParaRPr lang="en-US" sz="1800" spc="-18" kern="0" b="0" i="0" dirty="0">
                <a:solidFill>
                  <a:srgbClr val="070154"/>
                </a:solidFill>
                <a:latin typeface="IBM Plex Sans SemiBold"/>
                <a:ea typeface="IBM Plex Sans SemiBold"/>
                <a:cs typeface="IBM Plex Sans SemiBold"/>
              </a:endParaRPr>
            </a:p>
          </p:txBody>
        </p:sp>
      </p:grpSp>
      <p:grpSp>
        <p:nvGrpSpPr>
          <p:cNvPr id="68" name="node17"/>
          <p:cNvGrpSpPr/>
          <p:nvPr/>
        </p:nvGrpSpPr>
        <p:grpSpPr>
          <a:xfrm>
            <a:off x="8572500" y="3619500"/>
            <a:ext cx="2895600" cy="762000"/>
            <a:chOff x="8572500" y="3619500"/>
            <a:chExt cx="2895600" cy="762000"/>
          </a:xfrm>
        </p:grpSpPr>
        <p:sp>
          <p:nvSpPr>
            <p:cNvPr id="38" name="node17.source-001.bullet"/>
            <p:cNvSpPr/>
            <p:nvPr/>
          </p:nvSpPr>
          <p:spPr>
            <a:xfrm>
              <a:off x="8572500" y="3708400"/>
              <a:ext cx="38100" cy="38100"/>
            </a:xfrm>
            <a:prstGeom prst="rect">
              <a:avLst/>
            </a:prstGeom>
            <a:solidFill>
              <a:srgbClr val="070154"/>
            </a:solidFill>
            <a:ln>
              <a:noFill/>
            </a:ln>
          </p:spPr>
        </p:sp>
        <p:sp>
          <p:nvSpPr>
            <p:cNvPr id="39" name="node17.source-001.text"/>
            <p:cNvSpPr/>
            <p:nvPr/>
          </p:nvSpPr>
          <p:spPr>
            <a:xfrm>
              <a:off x="8724900" y="3619500"/>
              <a:ext cx="2743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Run a full close on the new design</a:t>
              </a:r>
              <a:endParaRPr lang="en-US" sz="1200" spc="0" kern="0" b="0" i="0" dirty="0">
                <a:solidFill>
                  <a:srgbClr val="070154"/>
                </a:solidFill>
                <a:latin typeface="IBM Plex Sans"/>
                <a:ea typeface="IBM Plex Sans"/>
                <a:cs typeface="IBM Plex Sans"/>
              </a:endParaRPr>
            </a:p>
          </p:txBody>
        </p:sp>
        <p:sp>
          <p:nvSpPr>
            <p:cNvPr id="40" name="node17.source-002.bullet"/>
            <p:cNvSpPr/>
            <p:nvPr/>
          </p:nvSpPr>
          <p:spPr>
            <a:xfrm>
              <a:off x="8572500" y="3975100"/>
              <a:ext cx="38100" cy="38100"/>
            </a:xfrm>
            <a:prstGeom prst="rect">
              <a:avLst/>
            </a:prstGeom>
            <a:solidFill>
              <a:srgbClr val="070154"/>
            </a:solidFill>
            <a:ln>
              <a:noFill/>
            </a:ln>
          </p:spPr>
        </p:sp>
        <p:sp>
          <p:nvSpPr>
            <p:cNvPr id="41" name="node17.source-002.text"/>
            <p:cNvSpPr/>
            <p:nvPr/>
          </p:nvSpPr>
          <p:spPr>
            <a:xfrm>
              <a:off x="8724900" y="3886200"/>
              <a:ext cx="2743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Train 40 preparers and approvers</a:t>
              </a:r>
              <a:endParaRPr lang="en-US" sz="1200" spc="0" kern="0" b="0" i="0" dirty="0">
                <a:solidFill>
                  <a:srgbClr val="070154"/>
                </a:solidFill>
                <a:latin typeface="IBM Plex Sans"/>
                <a:ea typeface="IBM Plex Sans"/>
                <a:cs typeface="IBM Plex Sans"/>
              </a:endParaRPr>
            </a:p>
          </p:txBody>
        </p:sp>
        <p:sp>
          <p:nvSpPr>
            <p:cNvPr id="42" name="node17.source-003.bullet"/>
            <p:cNvSpPr/>
            <p:nvPr/>
          </p:nvSpPr>
          <p:spPr>
            <a:xfrm>
              <a:off x="8572500" y="4241800"/>
              <a:ext cx="38100" cy="38100"/>
            </a:xfrm>
            <a:prstGeom prst="rect">
              <a:avLst/>
            </a:prstGeom>
            <a:solidFill>
              <a:srgbClr val="070154"/>
            </a:solidFill>
            <a:ln>
              <a:noFill/>
            </a:ln>
          </p:spPr>
        </p:sp>
        <p:sp>
          <p:nvSpPr>
            <p:cNvPr id="43" name="node17.source-003.text"/>
            <p:cNvSpPr/>
            <p:nvPr/>
          </p:nvSpPr>
          <p:spPr>
            <a:xfrm>
              <a:off x="8724900" y="4152900"/>
              <a:ext cx="2743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Hand over dashboard and playbook</a:t>
              </a:r>
              <a:endParaRPr lang="en-US" sz="1200" spc="0" kern="0" b="0" i="0" dirty="0">
                <a:solidFill>
                  <a:srgbClr val="070154"/>
                </a:solidFill>
                <a:latin typeface="IBM Plex Sans"/>
                <a:ea typeface="IBM Plex Sans"/>
                <a:cs typeface="IBM Plex Sans"/>
              </a:endParaRPr>
            </a:p>
          </p:txBody>
        </p:sp>
      </p:grpSp>
      <p:sp>
        <p:nvSpPr>
          <p:cNvPr id="44" name="node18"/>
          <p:cNvSpPr/>
          <p:nvPr/>
        </p:nvSpPr>
        <p:spPr>
          <a:xfrm>
            <a:off x="723900" y="4495800"/>
            <a:ext cx="10744200" cy="12700"/>
          </a:xfrm>
          <a:prstGeom prst="rect">
            <a:avLst/>
          </a:prstGeom>
          <a:solidFill>
            <a:srgbClr val="CED7E6"/>
          </a:solidFill>
          <a:ln>
            <a:noFill/>
          </a:ln>
        </p:spPr>
      </p:sp>
      <p:grpSp>
        <p:nvGrpSpPr>
          <p:cNvPr id="69" name="node19"/>
          <p:cNvGrpSpPr/>
          <p:nvPr/>
        </p:nvGrpSpPr>
        <p:grpSpPr>
          <a:xfrm>
            <a:off x="723900" y="4648200"/>
            <a:ext cx="1371600" cy="152400"/>
            <a:chOff x="723900" y="4648200"/>
            <a:chExt cx="1371600" cy="152400"/>
          </a:xfrm>
        </p:grpSpPr>
        <p:sp>
          <p:nvSpPr>
            <p:cNvPr id="45" name="node19.text"/>
            <p:cNvSpPr/>
            <p:nvPr/>
          </p:nvSpPr>
          <p:spPr>
            <a:xfrm>
              <a:off x="723900" y="4648200"/>
              <a:ext cx="1371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3 · COST</a:t>
              </a:r>
              <a:endParaRPr lang="en-US" sz="900" spc="54" kern="0" b="0" i="0" dirty="0">
                <a:solidFill>
                  <a:srgbClr val="0047FF"/>
                </a:solidFill>
                <a:latin typeface="IBM Plex Mono Medium"/>
                <a:ea typeface="IBM Plex Mono Medium"/>
                <a:cs typeface="IBM Plex Mono Medium"/>
              </a:endParaRPr>
            </a:p>
          </p:txBody>
        </p:sp>
      </p:grpSp>
      <p:grpSp>
        <p:nvGrpSpPr>
          <p:cNvPr id="70" name="node20"/>
          <p:cNvGrpSpPr/>
          <p:nvPr/>
        </p:nvGrpSpPr>
        <p:grpSpPr>
          <a:xfrm>
            <a:off x="2324100" y="4572000"/>
            <a:ext cx="9144000" cy="1143000"/>
            <a:chOff x="2324100" y="4572000"/>
            <a:chExt cx="9144000" cy="1143000"/>
          </a:xfrm>
        </p:grpSpPr>
        <p:sp>
          <p:nvSpPr>
            <p:cNvPr id="46" name="node20.surface"/>
            <p:cNvSpPr/>
            <p:nvPr/>
          </p:nvSpPr>
          <p:spPr>
            <a:xfrm>
              <a:off x="2324100" y="4572000"/>
              <a:ext cx="9144000" cy="1143000"/>
            </a:xfrm>
            <a:prstGeom prst="rect">
              <a:avLst/>
            </a:prstGeom>
            <a:solidFill>
              <a:srgbClr val="070154"/>
            </a:solidFill>
            <a:ln>
              <a:noFill/>
            </a:ln>
          </p:spPr>
        </p:sp>
      </p:grpSp>
      <p:grpSp>
        <p:nvGrpSpPr>
          <p:cNvPr id="71" name="node21"/>
          <p:cNvGrpSpPr/>
          <p:nvPr/>
        </p:nvGrpSpPr>
        <p:grpSpPr>
          <a:xfrm>
            <a:off x="2552700" y="4800600"/>
            <a:ext cx="1524000" cy="458978"/>
            <a:chOff x="2552700" y="4800600"/>
            <a:chExt cx="1524000" cy="458978"/>
          </a:xfrm>
        </p:grpSpPr>
        <p:sp>
          <p:nvSpPr>
            <p:cNvPr id="47" name="node21.text"/>
            <p:cNvSpPr/>
            <p:nvPr/>
          </p:nvSpPr>
          <p:spPr>
            <a:xfrm>
              <a:off x="2552700" y="4800600"/>
              <a:ext cx="1524000" cy="458978"/>
            </a:xfrm>
            <a:prstGeom prst="rect">
              <a:avLst/>
            </a:prstGeom>
            <a:noFill/>
            <a:ln/>
          </p:spPr>
          <p:txBody>
            <a:bodyPr wrap="square" lIns="0" tIns="0" rIns="0" bIns="0" rtlCol="0" anchor="t"/>
            <a:lstStyle/>
            <a:p>
              <a:pPr algn="l" indent="0" marL="0">
                <a:lnSpc>
                  <a:spcPts val="3600"/>
                </a:lnSpc>
                <a:buNone/>
              </a:pPr>
              <a:r>
                <a:rPr lang="en-US" sz="3600" spc="-72" kern="0" b="0" i="0" dirty="0">
                  <a:solidFill>
                    <a:srgbClr val="FFFFFF"/>
                  </a:solidFill>
                  <a:latin typeface="IBM Plex Mono SemiBold"/>
                  <a:ea typeface="IBM Plex Mono SemiBold"/>
                  <a:cs typeface="IBM Plex Mono SemiBold"/>
                </a:rPr>
                <a:t>$120K</a:t>
              </a:r>
              <a:endParaRPr lang="en-US" sz="3600" spc="-72" kern="0" b="0" i="0" dirty="0">
                <a:solidFill>
                  <a:srgbClr val="FFFFFF"/>
                </a:solidFill>
                <a:latin typeface="IBM Plex Mono SemiBold"/>
                <a:ea typeface="IBM Plex Mono SemiBold"/>
                <a:cs typeface="IBM Plex Mono SemiBold"/>
              </a:endParaRPr>
            </a:p>
          </p:txBody>
        </p:sp>
      </p:grpSp>
      <p:grpSp>
        <p:nvGrpSpPr>
          <p:cNvPr id="72" name="node22"/>
          <p:cNvGrpSpPr/>
          <p:nvPr/>
        </p:nvGrpSpPr>
        <p:grpSpPr>
          <a:xfrm>
            <a:off x="2552700" y="5295900"/>
            <a:ext cx="1524000" cy="228600"/>
            <a:chOff x="2552700" y="5295900"/>
            <a:chExt cx="1524000" cy="228600"/>
          </a:xfrm>
        </p:grpSpPr>
        <p:sp>
          <p:nvSpPr>
            <p:cNvPr id="48" name="node22.text"/>
            <p:cNvSpPr/>
            <p:nvPr/>
          </p:nvSpPr>
          <p:spPr>
            <a:xfrm>
              <a:off x="2552700" y="5295900"/>
              <a:ext cx="1524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CED7E6"/>
                  </a:solidFill>
                  <a:latin typeface="IBM Plex Sans"/>
                  <a:ea typeface="IBM Plex Sans"/>
                  <a:cs typeface="IBM Plex Sans"/>
                </a:rPr>
                <a:t>fixed fee</a:t>
              </a:r>
              <a:endParaRPr lang="en-US" sz="1200" spc="0" kern="0" b="0" i="0" dirty="0">
                <a:solidFill>
                  <a:srgbClr val="CED7E6"/>
                </a:solidFill>
                <a:latin typeface="IBM Plex Sans"/>
                <a:ea typeface="IBM Plex Sans"/>
                <a:cs typeface="IBM Plex Sans"/>
              </a:endParaRPr>
            </a:p>
          </p:txBody>
        </p:sp>
      </p:grpSp>
      <p:grpSp>
        <p:nvGrpSpPr>
          <p:cNvPr id="73" name="node23"/>
          <p:cNvGrpSpPr/>
          <p:nvPr/>
        </p:nvGrpSpPr>
        <p:grpSpPr>
          <a:xfrm>
            <a:off x="4381500" y="4800600"/>
            <a:ext cx="3200400" cy="457200"/>
            <a:chOff x="4381500" y="4800600"/>
            <a:chExt cx="3200400" cy="457200"/>
          </a:xfrm>
        </p:grpSpPr>
        <p:sp>
          <p:nvSpPr>
            <p:cNvPr id="49" name="node23.text"/>
            <p:cNvSpPr/>
            <p:nvPr/>
          </p:nvSpPr>
          <p:spPr>
            <a:xfrm>
              <a:off x="4381500" y="4800600"/>
              <a:ext cx="32004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Ten weeks, three milestone invoices at weeks 3, 7 and 10</a:t>
              </a:r>
              <a:endParaRPr lang="en-US" sz="1200" spc="0" kern="0" b="0" i="0" dirty="0">
                <a:solidFill>
                  <a:srgbClr val="FFFFFF"/>
                </a:solidFill>
                <a:latin typeface="IBM Plex Sans"/>
                <a:ea typeface="IBM Plex Sans"/>
                <a:cs typeface="IBM Plex Sans"/>
              </a:endParaRPr>
            </a:p>
          </p:txBody>
        </p:sp>
      </p:grpSp>
      <p:grpSp>
        <p:nvGrpSpPr>
          <p:cNvPr id="74" name="node24"/>
          <p:cNvGrpSpPr/>
          <p:nvPr/>
        </p:nvGrpSpPr>
        <p:grpSpPr>
          <a:xfrm>
            <a:off x="4381500" y="5257800"/>
            <a:ext cx="3200400" cy="228600"/>
            <a:chOff x="4381500" y="5257800"/>
            <a:chExt cx="3200400" cy="228600"/>
          </a:xfrm>
        </p:grpSpPr>
        <p:sp>
          <p:nvSpPr>
            <p:cNvPr id="50" name="node24.text"/>
            <p:cNvSpPr/>
            <p:nvPr/>
          </p:nvSpPr>
          <p:spPr>
            <a:xfrm>
              <a:off x="4381500" y="5257800"/>
              <a:ext cx="3200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CED7E6"/>
                  </a:solidFill>
                  <a:latin typeface="IBM Plex Sans"/>
                  <a:ea typeface="IBM Plex Sans"/>
                  <a:cs typeface="IBM Plex Sans"/>
                </a:rPr>
                <a:t>Fees exclude expenses; net 30</a:t>
              </a:r>
              <a:endParaRPr lang="en-US" sz="1200" spc="0" kern="0" b="0" i="0" dirty="0">
                <a:solidFill>
                  <a:srgbClr val="CED7E6"/>
                </a:solidFill>
                <a:latin typeface="IBM Plex Sans"/>
                <a:ea typeface="IBM Plex Sans"/>
                <a:cs typeface="IBM Plex Sans"/>
              </a:endParaRPr>
            </a:p>
          </p:txBody>
        </p:sp>
      </p:grpSp>
      <p:grpSp>
        <p:nvGrpSpPr>
          <p:cNvPr id="75" name="node25"/>
          <p:cNvGrpSpPr/>
          <p:nvPr/>
        </p:nvGrpSpPr>
        <p:grpSpPr>
          <a:xfrm>
            <a:off x="7810500" y="4800600"/>
            <a:ext cx="3429000" cy="152400"/>
            <a:chOff x="7810500" y="4800600"/>
            <a:chExt cx="3429000" cy="152400"/>
          </a:xfrm>
        </p:grpSpPr>
        <p:sp>
          <p:nvSpPr>
            <p:cNvPr id="51" name="node25.text"/>
            <p:cNvSpPr/>
            <p:nvPr/>
          </p:nvSpPr>
          <p:spPr>
            <a:xfrm>
              <a:off x="7810500" y="4800600"/>
              <a:ext cx="3429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CED7E6"/>
                  </a:solidFill>
                  <a:latin typeface="IBM Plex Mono Medium"/>
                  <a:ea typeface="IBM Plex Mono Medium"/>
                  <a:cs typeface="IBM Plex Mono Medium"/>
                </a:rPr>
                <a:t>TEAM AND ASSUMPTIONS</a:t>
              </a:r>
              <a:endParaRPr lang="en-US" sz="900" spc="54" kern="0" b="0" i="0" dirty="0">
                <a:solidFill>
                  <a:srgbClr val="CED7E6"/>
                </a:solidFill>
                <a:latin typeface="IBM Plex Mono Medium"/>
                <a:ea typeface="IBM Plex Mono Medium"/>
                <a:cs typeface="IBM Plex Mono Medium"/>
              </a:endParaRPr>
            </a:p>
          </p:txBody>
        </p:sp>
      </p:grpSp>
      <p:grpSp>
        <p:nvGrpSpPr>
          <p:cNvPr id="76" name="node26"/>
          <p:cNvGrpSpPr/>
          <p:nvPr/>
        </p:nvGrpSpPr>
        <p:grpSpPr>
          <a:xfrm>
            <a:off x="7810500" y="5029200"/>
            <a:ext cx="3429000" cy="457200"/>
            <a:chOff x="7810500" y="5029200"/>
            <a:chExt cx="3429000" cy="457200"/>
          </a:xfrm>
        </p:grpSpPr>
        <p:sp>
          <p:nvSpPr>
            <p:cNvPr id="52" name="node26.text"/>
            <p:cNvSpPr/>
            <p:nvPr/>
          </p:nvSpPr>
          <p:spPr>
            <a:xfrm>
              <a:off x="7810500" y="5029200"/>
              <a:ext cx="34290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Lead 25%, close SME and analyst full time. Needs ledger access in week 1.</a:t>
              </a:r>
              <a:endParaRPr lang="en-US" sz="1200" spc="0" kern="0" b="0" i="0" dirty="0">
                <a:solidFill>
                  <a:srgbClr val="FFFFFF"/>
                </a:solidFill>
                <a:latin typeface="IBM Plex Sans"/>
                <a:ea typeface="IBM Plex Sans"/>
                <a:cs typeface="IBM Plex Sans"/>
              </a:endParaRPr>
            </a:p>
          </p:txBody>
        </p:sp>
      </p:gr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ource-328">
    <p:spTree>
      <p:nvGrpSpPr>
        <p:cNvPr id="1" name=""/>
        <p:cNvGrpSpPr/>
        <p:nvPr/>
      </p:nvGrpSpPr>
      <p:grpSpPr>
        <a:xfrm>
          <a:off x="0" y="0"/>
          <a:ext cx="0" cy="0"/>
          <a:chOff x="0" y="0"/>
          <a:chExt cx="0" cy="0"/>
        </a:xfrm>
      </p:grpSpPr>
      <p:sp>
        <p:nvSpPr>
          <p:cNvPr id="3" name="eyebrow"/>
          <p:cNvSpPr/>
          <p:nvPr/>
        </p:nvSpPr>
        <p:spPr>
          <a:xfrm>
            <a:off x="8039100" y="457200"/>
            <a:ext cx="34290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OFFERINGS</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8039100" y="685800"/>
            <a:ext cx="3429000" cy="13716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Six packaged offers, one fixed fee each</a:t>
            </a:r>
            <a:endParaRPr lang="en-US" sz="2400" spc="-36" kern="0" b="0" i="0" dirty="0">
              <a:solidFill>
                <a:srgbClr val="070154"/>
              </a:solidFill>
              <a:latin typeface="IBM Plex Sans SemiBold"/>
              <a:ea typeface="IBM Plex Sans SemiBold"/>
              <a:cs typeface="IBM Plex Sans SemiBold"/>
            </a:endParaRPr>
          </a:p>
        </p:txBody>
      </p:sp>
      <p:sp>
        <p:nvSpPr>
          <p:cNvPr id="5" name="source"/>
          <p:cNvSpPr/>
          <p:nvPr/>
        </p:nvSpPr>
        <p:spPr>
          <a:xfrm>
            <a:off x="8039100" y="5905500"/>
            <a:ext cx="3429000" cy="3048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Sample figures for layout only; replace with current firm data before use.</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410325"/>
            <a:ext cx="304800" cy="13335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100</a:t>
            </a:fld>
            <a:endParaRPr lang="en-US" sz="700" spc="0" kern="0" b="0" i="0" dirty="0">
              <a:solidFill>
                <a:srgbClr val="070154"/>
              </a:solidFill>
              <a:latin typeface="IBM Plex Mono SemiBold"/>
              <a:ea typeface="IBM Plex Mono SemiBold"/>
              <a:cs typeface="IBM Plex Mono SemiBold"/>
            </a:endParaRPr>
          </a:p>
        </p:txBody>
      </p:sp>
      <p:grpSp>
        <p:nvGrpSpPr>
          <p:cNvPr id="23" name="node01"/>
          <p:cNvGrpSpPr/>
          <p:nvPr/>
        </p:nvGrpSpPr>
        <p:grpSpPr>
          <a:xfrm>
            <a:off x="723900" y="457200"/>
            <a:ext cx="7086600" cy="5156200"/>
            <a:chOff x="723900" y="457200"/>
            <a:chExt cx="7086600" cy="5156200"/>
          </a:xfrm>
        </p:grpSpPr>
        <p:graphicFrame>
          <p:nvGraphicFramePr>
            <p:cNvPr id="7" name="node01.native"/>
            <p:cNvGraphicFramePr>
              <a:graphicFrameLocks noGrp="1"/>
            </p:cNvGraphicFramePr>
            <p:nvPr>
              <p:extLst>
                <p:ext uri="{D42A27DB-BD31-4B8C-83A1-F6EECF244321}">
                  <p14:modId xmlns:p14="http://schemas.microsoft.com/office/powerpoint/2010/main" val="1579011935"/>
                </p:ext>
              </p:extLst>
            </p:nvPr>
          </p:nvGraphicFramePr>
          <p:xfrm>
            <a:off x="723900" y="457200"/>
            <a:ext cx="7086600" cy="5156200"/>
          </p:xfrm>
          <a:graphic>
            <a:graphicData uri="http://schemas.openxmlformats.org/drawingml/2006/table">
              <a:tbl>
                <a:tblPr/>
                <a:tblGrid>
                  <a:gridCol w="2057400"/>
                  <a:gridCol w="3810000"/>
                  <a:gridCol w="1219200"/>
                </a:tblGrid>
                <a:tr h="355600">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OFFER</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HOW WE DO IT</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FIXED FEE</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r>
                <a:tr h="800100">
                  <a:tc>
                    <a:txBody>
                      <a:bodyPr wrap="square" anchor="ctr" lIns="0" rIns="0" tIns="0" bIns="0">
                        <a:noAutofit/>
                      </a:bodyPr>
                      <a:lstStyle/>
                      <a:p>
                        <a:pPr algn="l" marL="0" indent="0">
                          <a:lnSpc>
                            <a:spcPts val="1800"/>
                          </a:lnSpc>
                          <a:spcBef>
                            <a:spcPts val="0"/>
                          </a:spcBef>
                          <a:spcAft>
                            <a:spcPts val="20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AI readiness scan</a:t>
                        </a:r>
                        <a:endParaRPr lang="en-US" sz="1200" spc="0" kern="0" b="0" i="0" dirty="0">
                          <a:solidFill>
                            <a:srgbClr val="070154"/>
                          </a:solidFill>
                          <a:latin typeface="IBM Plex Sans SemiBold"/>
                          <a:ea typeface="IBM Plex Sans SemiBold"/>
                          <a:cs typeface="IBM Plex Sans SemiBold"/>
                        </a:endParaRPr>
                      </a:p>
                      <a:p>
                        <a:pPr algn="l" marL="0" indent="0">
                          <a:lnSpc>
                            <a:spcPts val="1800"/>
                          </a:lnSpc>
                          <a:spcBef>
                            <a:spcPts val="0"/>
                          </a:spcBef>
                          <a:spcAft>
                            <a:spcPts val="0"/>
                          </a:spcAft>
                          <a:buNone/>
                          <a:defRPr lang="en-US" sz="1200" spc="0" kern="0" b="0" i="0" dirty="0">
                            <a:solidFill>
                              <a:srgbClr val="50658E"/>
                            </a:solidFill>
                            <a:latin typeface="IBM Plex Sans"/>
                            <a:ea typeface="IBM Plex Sans"/>
                            <a:cs typeface="IBM Plex Sans"/>
                          </a:defRPr>
                        </a:pPr>
                        <a:r>
                          <a:rPr lang="en-US" sz="1200" spc="0" kern="0" b="0" i="0" dirty="0">
                            <a:solidFill>
                              <a:srgbClr val="50658E"/>
                            </a:solidFill>
                            <a:latin typeface="IBM Plex Sans"/>
                            <a:ea typeface="IBM Plex Sans"/>
                            <a:cs typeface="IBM Plex Sans"/>
                          </a:rPr>
                          <a:t xml:space="preserve">Strategy</a:t>
                        </a:r>
                        <a:endParaRPr lang="en-US" sz="1200" spc="0" kern="0" b="0" i="0" dirty="0">
                          <a:solidFill>
                            <a:srgbClr val="50658E"/>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152400" indent="-152400">
                          <a:lnSpc>
                            <a:spcPts val="1800"/>
                          </a:lnSpc>
                          <a:spcBef>
                            <a:spcPts val="0"/>
                          </a:spcBef>
                          <a:spcAft>
                            <a:spcPts val="30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Interview 8 leaders</a:t>
                        </a:r>
                        <a:endParaRPr lang="en-US" sz="1200" spc="0" kern="0" b="0" i="0" dirty="0">
                          <a:solidFill>
                            <a:srgbClr val="070154"/>
                          </a:solidFill>
                          <a:latin typeface="IBM Plex Sans"/>
                          <a:ea typeface="IBM Plex Sans"/>
                          <a:cs typeface="IBM Plex Sans"/>
                        </a:endParaRPr>
                      </a:p>
                      <a:p>
                        <a:pPr algn="l" marL="152400" indent="-152400">
                          <a:lnSpc>
                            <a:spcPts val="1800"/>
                          </a:lnSpc>
                          <a:spcBef>
                            <a:spcPts val="0"/>
                          </a:spcBef>
                          <a:spcAft>
                            <a:spcPts val="30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Scan data, risk, talent</a:t>
                        </a:r>
                        <a:endParaRPr lang="en-US" sz="1200" spc="0" kern="0" b="0" i="0" dirty="0">
                          <a:solidFill>
                            <a:srgbClr val="070154"/>
                          </a:solidFill>
                          <a:latin typeface="IBM Plex Sans"/>
                          <a:ea typeface="IBM Plex Sans"/>
                          <a:cs typeface="IBM Plex Sans"/>
                        </a:endParaRPr>
                      </a:p>
                      <a:p>
                        <a:pPr algn="l" marL="152400" indent="-152400">
                          <a:lnSpc>
                            <a:spcPts val="1800"/>
                          </a:lnSpc>
                          <a:spcBef>
                            <a:spcPts val="0"/>
                          </a:spcBef>
                          <a:spcAft>
                            <a:spcPts val="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Rank top five use cases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20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$65K</a:t>
                        </a:r>
                        <a:endParaRPr lang="en-US" sz="1200" spc="0" kern="0" b="0" i="0" dirty="0">
                          <a:solidFill>
                            <a:srgbClr val="070154"/>
                          </a:solidFill>
                          <a:latin typeface="IBM Plex Sans"/>
                          <a:ea typeface="IBM Plex Sans"/>
                          <a:cs typeface="IBM Plex Sans"/>
                        </a:endParaRPr>
                      </a:p>
                      <a:p>
                        <a:pPr algn="l" marL="0" indent="0">
                          <a:lnSpc>
                            <a:spcPts val="1800"/>
                          </a:lnSpc>
                          <a:spcBef>
                            <a:spcPts val="0"/>
                          </a:spcBef>
                          <a:spcAft>
                            <a:spcPts val="0"/>
                          </a:spcAft>
                          <a:buNone/>
                          <a:defRPr lang="en-US" sz="1200" spc="0" kern="0" b="0" i="0" dirty="0">
                            <a:solidFill>
                              <a:srgbClr val="50658E"/>
                            </a:solidFill>
                            <a:latin typeface="IBM Plex Sans"/>
                            <a:ea typeface="IBM Plex Sans"/>
                            <a:cs typeface="IBM Plex Sans"/>
                          </a:defRPr>
                        </a:pPr>
                        <a:r>
                          <a:rPr lang="en-US" sz="1200" spc="0" kern="0" b="0" i="0" dirty="0">
                            <a:solidFill>
                              <a:srgbClr val="50658E"/>
                            </a:solidFill>
                            <a:latin typeface="IBM Plex Sans"/>
                            <a:ea typeface="IBM Plex Sans"/>
                            <a:cs typeface="IBM Plex Sans"/>
                          </a:rPr>
                          <a:t xml:space="preserve">3 weeks</a:t>
                        </a:r>
                        <a:endParaRPr lang="en-US" sz="1200" spc="0" kern="0" b="0" i="0" dirty="0">
                          <a:solidFill>
                            <a:srgbClr val="50658E"/>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800100">
                  <a:tc>
                    <a:txBody>
                      <a:bodyPr wrap="square" anchor="ctr" lIns="0" rIns="0" tIns="0" bIns="0">
                        <a:noAutofit/>
                      </a:bodyPr>
                      <a:lstStyle/>
                      <a:p>
                        <a:pPr algn="l" marL="0" indent="0">
                          <a:lnSpc>
                            <a:spcPts val="1800"/>
                          </a:lnSpc>
                          <a:spcBef>
                            <a:spcPts val="0"/>
                          </a:spcBef>
                          <a:spcAft>
                            <a:spcPts val="20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AI readiness assessment</a:t>
                        </a:r>
                        <a:endParaRPr lang="en-US" sz="1200" spc="0" kern="0" b="0" i="0" dirty="0">
                          <a:solidFill>
                            <a:srgbClr val="070154"/>
                          </a:solidFill>
                          <a:latin typeface="IBM Plex Sans SemiBold"/>
                          <a:ea typeface="IBM Plex Sans SemiBold"/>
                          <a:cs typeface="IBM Plex Sans SemiBold"/>
                        </a:endParaRPr>
                      </a:p>
                      <a:p>
                        <a:pPr algn="l" marL="0" indent="0">
                          <a:lnSpc>
                            <a:spcPts val="1800"/>
                          </a:lnSpc>
                          <a:spcBef>
                            <a:spcPts val="0"/>
                          </a:spcBef>
                          <a:spcAft>
                            <a:spcPts val="0"/>
                          </a:spcAft>
                          <a:buNone/>
                          <a:defRPr lang="en-US" sz="1200" spc="0" kern="0" b="0" i="0" dirty="0">
                            <a:solidFill>
                              <a:srgbClr val="50658E"/>
                            </a:solidFill>
                            <a:latin typeface="IBM Plex Sans"/>
                            <a:ea typeface="IBM Plex Sans"/>
                            <a:cs typeface="IBM Plex Sans"/>
                          </a:defRPr>
                        </a:pPr>
                        <a:r>
                          <a:rPr lang="en-US" sz="1200" spc="0" kern="0" b="0" i="0" dirty="0">
                            <a:solidFill>
                              <a:srgbClr val="50658E"/>
                            </a:solidFill>
                            <a:latin typeface="IBM Plex Sans"/>
                            <a:ea typeface="IBM Plex Sans"/>
                            <a:cs typeface="IBM Plex Sans"/>
                          </a:rPr>
                          <a:t xml:space="preserve">Strategy</a:t>
                        </a:r>
                        <a:endParaRPr lang="en-US" sz="1200" spc="0" kern="0" b="0" i="0" dirty="0">
                          <a:solidFill>
                            <a:srgbClr val="50658E"/>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152400" indent="-152400">
                          <a:lnSpc>
                            <a:spcPts val="1800"/>
                          </a:lnSpc>
                          <a:spcBef>
                            <a:spcPts val="0"/>
                          </a:spcBef>
                          <a:spcAft>
                            <a:spcPts val="30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Score five domains vs. peers</a:t>
                        </a:r>
                        <a:endParaRPr lang="en-US" sz="1200" spc="0" kern="0" b="0" i="0" dirty="0">
                          <a:solidFill>
                            <a:srgbClr val="070154"/>
                          </a:solidFill>
                          <a:latin typeface="IBM Plex Sans"/>
                          <a:ea typeface="IBM Plex Sans"/>
                          <a:cs typeface="IBM Plex Sans"/>
                        </a:endParaRPr>
                      </a:p>
                      <a:p>
                        <a:pPr algn="l" marL="152400" indent="-152400">
                          <a:lnSpc>
                            <a:spcPts val="1800"/>
                          </a:lnSpc>
                          <a:spcBef>
                            <a:spcPts val="0"/>
                          </a:spcBef>
                          <a:spcAft>
                            <a:spcPts val="30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Rank 30 use cases</a:t>
                        </a:r>
                        <a:endParaRPr lang="en-US" sz="1200" spc="0" kern="0" b="0" i="0" dirty="0">
                          <a:solidFill>
                            <a:srgbClr val="070154"/>
                          </a:solidFill>
                          <a:latin typeface="IBM Plex Sans"/>
                          <a:ea typeface="IBM Plex Sans"/>
                          <a:cs typeface="IBM Plex Sans"/>
                        </a:endParaRPr>
                      </a:p>
                      <a:p>
                        <a:pPr algn="l" marL="152400" indent="-152400">
                          <a:lnSpc>
                            <a:spcPts val="1800"/>
                          </a:lnSpc>
                          <a:spcBef>
                            <a:spcPts val="0"/>
                          </a:spcBef>
                          <a:spcAft>
                            <a:spcPts val="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Governance and 90-day plan</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20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$185K</a:t>
                        </a:r>
                        <a:endParaRPr lang="en-US" sz="1200" spc="0" kern="0" b="0" i="0" dirty="0">
                          <a:solidFill>
                            <a:srgbClr val="070154"/>
                          </a:solidFill>
                          <a:latin typeface="IBM Plex Sans"/>
                          <a:ea typeface="IBM Plex Sans"/>
                          <a:cs typeface="IBM Plex Sans"/>
                        </a:endParaRPr>
                      </a:p>
                      <a:p>
                        <a:pPr algn="l" marL="0" indent="0">
                          <a:lnSpc>
                            <a:spcPts val="1800"/>
                          </a:lnSpc>
                          <a:spcBef>
                            <a:spcPts val="0"/>
                          </a:spcBef>
                          <a:spcAft>
                            <a:spcPts val="0"/>
                          </a:spcAft>
                          <a:buNone/>
                          <a:defRPr lang="en-US" sz="1200" spc="0" kern="0" b="0" i="0" dirty="0">
                            <a:solidFill>
                              <a:srgbClr val="50658E"/>
                            </a:solidFill>
                            <a:latin typeface="IBM Plex Sans"/>
                            <a:ea typeface="IBM Plex Sans"/>
                            <a:cs typeface="IBM Plex Sans"/>
                          </a:defRPr>
                        </a:pPr>
                        <a:r>
                          <a:rPr lang="en-US" sz="1200" spc="0" kern="0" b="0" i="0" dirty="0">
                            <a:solidFill>
                              <a:srgbClr val="50658E"/>
                            </a:solidFill>
                            <a:latin typeface="IBM Plex Sans"/>
                            <a:ea typeface="IBM Plex Sans"/>
                            <a:cs typeface="IBM Plex Sans"/>
                          </a:rPr>
                          <a:t xml:space="preserve">8 weeks</a:t>
                        </a:r>
                        <a:endParaRPr lang="en-US" sz="1200" spc="0" kern="0" b="0" i="0" dirty="0">
                          <a:solidFill>
                            <a:srgbClr val="50658E"/>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800100">
                  <a:tc>
                    <a:txBody>
                      <a:bodyPr wrap="square" anchor="ctr" lIns="0" rIns="0" tIns="0" bIns="0">
                        <a:noAutofit/>
                      </a:bodyPr>
                      <a:lstStyle/>
                      <a:p>
                        <a:pPr algn="l" marL="0" indent="0">
                          <a:lnSpc>
                            <a:spcPts val="1800"/>
                          </a:lnSpc>
                          <a:spcBef>
                            <a:spcPts val="0"/>
                          </a:spcBef>
                          <a:spcAft>
                            <a:spcPts val="20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Revenue cycle diagnostic</a:t>
                        </a:r>
                        <a:endParaRPr lang="en-US" sz="1200" spc="0" kern="0" b="0" i="0" dirty="0">
                          <a:solidFill>
                            <a:srgbClr val="070154"/>
                          </a:solidFill>
                          <a:latin typeface="IBM Plex Sans SemiBold"/>
                          <a:ea typeface="IBM Plex Sans SemiBold"/>
                          <a:cs typeface="IBM Plex Sans SemiBold"/>
                        </a:endParaRPr>
                      </a:p>
                      <a:p>
                        <a:pPr algn="l" marL="0" indent="0">
                          <a:lnSpc>
                            <a:spcPts val="1800"/>
                          </a:lnSpc>
                          <a:spcBef>
                            <a:spcPts val="0"/>
                          </a:spcBef>
                          <a:spcAft>
                            <a:spcPts val="0"/>
                          </a:spcAft>
                          <a:buNone/>
                          <a:defRPr lang="en-US" sz="1200" spc="0" kern="0" b="0" i="0" dirty="0">
                            <a:solidFill>
                              <a:srgbClr val="50658E"/>
                            </a:solidFill>
                            <a:latin typeface="IBM Plex Sans"/>
                            <a:ea typeface="IBM Plex Sans"/>
                            <a:cs typeface="IBM Plex Sans"/>
                          </a:defRPr>
                        </a:pPr>
                        <a:r>
                          <a:rPr lang="en-US" sz="1200" spc="0" kern="0" b="0" i="0" dirty="0">
                            <a:solidFill>
                              <a:srgbClr val="50658E"/>
                            </a:solidFill>
                            <a:latin typeface="IBM Plex Sans"/>
                            <a:ea typeface="IBM Plex Sans"/>
                            <a:cs typeface="IBM Plex Sans"/>
                          </a:rPr>
                          <a:t xml:space="preserve">Finance</a:t>
                        </a:r>
                        <a:endParaRPr lang="en-US" sz="1200" spc="0" kern="0" b="0" i="0" dirty="0">
                          <a:solidFill>
                            <a:srgbClr val="50658E"/>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152400" indent="-152400">
                          <a:lnSpc>
                            <a:spcPts val="1800"/>
                          </a:lnSpc>
                          <a:spcBef>
                            <a:spcPts val="0"/>
                          </a:spcBef>
                          <a:spcAft>
                            <a:spcPts val="30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Baseline 24 months of claims</a:t>
                        </a:r>
                        <a:endParaRPr lang="en-US" sz="1200" spc="0" kern="0" b="0" i="0" dirty="0">
                          <a:solidFill>
                            <a:srgbClr val="070154"/>
                          </a:solidFill>
                          <a:latin typeface="IBM Plex Sans"/>
                          <a:ea typeface="IBM Plex Sans"/>
                          <a:cs typeface="IBM Plex Sans"/>
                        </a:endParaRPr>
                      </a:p>
                      <a:p>
                        <a:pPr algn="l" marL="152400" indent="-152400">
                          <a:lnSpc>
                            <a:spcPts val="1800"/>
                          </a:lnSpc>
                          <a:spcBef>
                            <a:spcPts val="0"/>
                          </a:spcBef>
                          <a:spcAft>
                            <a:spcPts val="30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Root-cause denials and A/R</a:t>
                        </a:r>
                        <a:endParaRPr lang="en-US" sz="1200" spc="0" kern="0" b="0" i="0" dirty="0">
                          <a:solidFill>
                            <a:srgbClr val="070154"/>
                          </a:solidFill>
                          <a:latin typeface="IBM Plex Sans"/>
                          <a:ea typeface="IBM Plex Sans"/>
                          <a:cs typeface="IBM Plex Sans"/>
                        </a:endParaRPr>
                      </a:p>
                      <a:p>
                        <a:pPr algn="l" marL="152400" indent="-152400">
                          <a:lnSpc>
                            <a:spcPts val="1800"/>
                          </a:lnSpc>
                          <a:spcBef>
                            <a:spcPts val="0"/>
                          </a:spcBef>
                          <a:spcAft>
                            <a:spcPts val="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Size fixes; 90-day plan</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20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$145K</a:t>
                        </a:r>
                        <a:endParaRPr lang="en-US" sz="1200" spc="0" kern="0" b="0" i="0" dirty="0">
                          <a:solidFill>
                            <a:srgbClr val="070154"/>
                          </a:solidFill>
                          <a:latin typeface="IBM Plex Sans"/>
                          <a:ea typeface="IBM Plex Sans"/>
                          <a:cs typeface="IBM Plex Sans"/>
                        </a:endParaRPr>
                      </a:p>
                      <a:p>
                        <a:pPr algn="l" marL="0" indent="0">
                          <a:lnSpc>
                            <a:spcPts val="1800"/>
                          </a:lnSpc>
                          <a:spcBef>
                            <a:spcPts val="0"/>
                          </a:spcBef>
                          <a:spcAft>
                            <a:spcPts val="0"/>
                          </a:spcAft>
                          <a:buNone/>
                          <a:defRPr lang="en-US" sz="1200" spc="0" kern="0" b="0" i="0" dirty="0">
                            <a:solidFill>
                              <a:srgbClr val="50658E"/>
                            </a:solidFill>
                            <a:latin typeface="IBM Plex Sans"/>
                            <a:ea typeface="IBM Plex Sans"/>
                            <a:cs typeface="IBM Plex Sans"/>
                          </a:defRPr>
                        </a:pPr>
                        <a:r>
                          <a:rPr lang="en-US" sz="1200" spc="0" kern="0" b="0" i="0" dirty="0">
                            <a:solidFill>
                              <a:srgbClr val="50658E"/>
                            </a:solidFill>
                            <a:latin typeface="IBM Plex Sans"/>
                            <a:ea typeface="IBM Plex Sans"/>
                            <a:cs typeface="IBM Plex Sans"/>
                          </a:rPr>
                          <a:t xml:space="preserve">6 weeks</a:t>
                        </a:r>
                        <a:endParaRPr lang="en-US" sz="1200" spc="0" kern="0" b="0" i="0" dirty="0">
                          <a:solidFill>
                            <a:srgbClr val="50658E"/>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800100">
                  <a:tc>
                    <a:txBody>
                      <a:bodyPr wrap="square" anchor="ctr" lIns="0" rIns="0" tIns="0" bIns="0">
                        <a:noAutofit/>
                      </a:bodyPr>
                      <a:lstStyle/>
                      <a:p>
                        <a:pPr algn="l" marL="0" indent="0">
                          <a:lnSpc>
                            <a:spcPts val="1800"/>
                          </a:lnSpc>
                          <a:spcBef>
                            <a:spcPts val="0"/>
                          </a:spcBef>
                          <a:spcAft>
                            <a:spcPts val="20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Data platform jumpstart</a:t>
                        </a:r>
                        <a:endParaRPr lang="en-US" sz="1200" spc="0" kern="0" b="0" i="0" dirty="0">
                          <a:solidFill>
                            <a:srgbClr val="070154"/>
                          </a:solidFill>
                          <a:latin typeface="IBM Plex Sans SemiBold"/>
                          <a:ea typeface="IBM Plex Sans SemiBold"/>
                          <a:cs typeface="IBM Plex Sans SemiBold"/>
                        </a:endParaRPr>
                      </a:p>
                      <a:p>
                        <a:pPr algn="l" marL="0" indent="0">
                          <a:lnSpc>
                            <a:spcPts val="1800"/>
                          </a:lnSpc>
                          <a:spcBef>
                            <a:spcPts val="0"/>
                          </a:spcBef>
                          <a:spcAft>
                            <a:spcPts val="0"/>
                          </a:spcAft>
                          <a:buNone/>
                          <a:defRPr lang="en-US" sz="1200" spc="0" kern="0" b="0" i="0" dirty="0">
                            <a:solidFill>
                              <a:srgbClr val="50658E"/>
                            </a:solidFill>
                            <a:latin typeface="IBM Plex Sans"/>
                            <a:ea typeface="IBM Plex Sans"/>
                            <a:cs typeface="IBM Plex Sans"/>
                          </a:defRPr>
                        </a:pPr>
                        <a:r>
                          <a:rPr lang="en-US" sz="1200" spc="0" kern="0" b="0" i="0" dirty="0">
                            <a:solidFill>
                              <a:srgbClr val="50658E"/>
                            </a:solidFill>
                            <a:latin typeface="IBM Plex Sans"/>
                            <a:ea typeface="IBM Plex Sans"/>
                            <a:cs typeface="IBM Plex Sans"/>
                          </a:rPr>
                          <a:t xml:space="preserve">Data</a:t>
                        </a:r>
                        <a:endParaRPr lang="en-US" sz="1200" spc="0" kern="0" b="0" i="0" dirty="0">
                          <a:solidFill>
                            <a:srgbClr val="50658E"/>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152400" indent="-152400">
                          <a:lnSpc>
                            <a:spcPts val="1800"/>
                          </a:lnSpc>
                          <a:spcBef>
                            <a:spcPts val="0"/>
                          </a:spcBef>
                          <a:spcAft>
                            <a:spcPts val="30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Frame sources and standards</a:t>
                        </a:r>
                        <a:endParaRPr lang="en-US" sz="1200" spc="0" kern="0" b="0" i="0" dirty="0">
                          <a:solidFill>
                            <a:srgbClr val="070154"/>
                          </a:solidFill>
                          <a:latin typeface="IBM Plex Sans"/>
                          <a:ea typeface="IBM Plex Sans"/>
                          <a:cs typeface="IBM Plex Sans"/>
                        </a:endParaRPr>
                      </a:p>
                      <a:p>
                        <a:pPr algn="l" marL="152400" indent="-152400">
                          <a:lnSpc>
                            <a:spcPts val="1800"/>
                          </a:lnSpc>
                          <a:spcBef>
                            <a:spcPts val="0"/>
                          </a:spcBef>
                          <a:spcAft>
                            <a:spcPts val="30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Build core model, six sources</a:t>
                        </a:r>
                        <a:endParaRPr lang="en-US" sz="1200" spc="0" kern="0" b="0" i="0" dirty="0">
                          <a:solidFill>
                            <a:srgbClr val="070154"/>
                          </a:solidFill>
                          <a:latin typeface="IBM Plex Sans"/>
                          <a:ea typeface="IBM Plex Sans"/>
                          <a:cs typeface="IBM Plex Sans"/>
                        </a:endParaRPr>
                      </a:p>
                      <a:p>
                        <a:pPr algn="l" marL="152400" indent="-152400">
                          <a:lnSpc>
                            <a:spcPts val="1800"/>
                          </a:lnSpc>
                          <a:spcBef>
                            <a:spcPts val="0"/>
                          </a:spcBef>
                          <a:spcAft>
                            <a:spcPts val="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Prove with two live reports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20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$240K</a:t>
                        </a:r>
                        <a:endParaRPr lang="en-US" sz="1200" spc="0" kern="0" b="0" i="0" dirty="0">
                          <a:solidFill>
                            <a:srgbClr val="070154"/>
                          </a:solidFill>
                          <a:latin typeface="IBM Plex Sans"/>
                          <a:ea typeface="IBM Plex Sans"/>
                          <a:cs typeface="IBM Plex Sans"/>
                        </a:endParaRPr>
                      </a:p>
                      <a:p>
                        <a:pPr algn="l" marL="0" indent="0">
                          <a:lnSpc>
                            <a:spcPts val="1800"/>
                          </a:lnSpc>
                          <a:spcBef>
                            <a:spcPts val="0"/>
                          </a:spcBef>
                          <a:spcAft>
                            <a:spcPts val="0"/>
                          </a:spcAft>
                          <a:buNone/>
                          <a:defRPr lang="en-US" sz="1200" spc="0" kern="0" b="0" i="0" dirty="0">
                            <a:solidFill>
                              <a:srgbClr val="50658E"/>
                            </a:solidFill>
                            <a:latin typeface="IBM Plex Sans"/>
                            <a:ea typeface="IBM Plex Sans"/>
                            <a:cs typeface="IBM Plex Sans"/>
                          </a:defRPr>
                        </a:pPr>
                        <a:r>
                          <a:rPr lang="en-US" sz="1200" spc="0" kern="0" b="0" i="0" dirty="0">
                            <a:solidFill>
                              <a:srgbClr val="50658E"/>
                            </a:solidFill>
                            <a:latin typeface="IBM Plex Sans"/>
                            <a:ea typeface="IBM Plex Sans"/>
                            <a:cs typeface="IBM Plex Sans"/>
                          </a:rPr>
                          <a:t xml:space="preserve">10 weeks</a:t>
                        </a:r>
                        <a:endParaRPr lang="en-US" sz="1200" spc="0" kern="0" b="0" i="0" dirty="0">
                          <a:solidFill>
                            <a:srgbClr val="50658E"/>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800100">
                  <a:tc>
                    <a:txBody>
                      <a:bodyPr wrap="square" anchor="ctr" lIns="0" rIns="0" tIns="0" bIns="0">
                        <a:noAutofit/>
                      </a:bodyPr>
                      <a:lstStyle/>
                      <a:p>
                        <a:pPr algn="l" marL="0" indent="0">
                          <a:lnSpc>
                            <a:spcPts val="1800"/>
                          </a:lnSpc>
                          <a:spcBef>
                            <a:spcPts val="0"/>
                          </a:spcBef>
                          <a:spcAft>
                            <a:spcPts val="20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Cloud landing zone sprint</a:t>
                        </a:r>
                        <a:endParaRPr lang="en-US" sz="1200" spc="0" kern="0" b="0" i="0" dirty="0">
                          <a:solidFill>
                            <a:srgbClr val="070154"/>
                          </a:solidFill>
                          <a:latin typeface="IBM Plex Sans SemiBold"/>
                          <a:ea typeface="IBM Plex Sans SemiBold"/>
                          <a:cs typeface="IBM Plex Sans SemiBold"/>
                        </a:endParaRPr>
                      </a:p>
                      <a:p>
                        <a:pPr algn="l" marL="0" indent="0">
                          <a:lnSpc>
                            <a:spcPts val="1800"/>
                          </a:lnSpc>
                          <a:spcBef>
                            <a:spcPts val="0"/>
                          </a:spcBef>
                          <a:spcAft>
                            <a:spcPts val="0"/>
                          </a:spcAft>
                          <a:buNone/>
                          <a:defRPr lang="en-US" sz="1200" spc="0" kern="0" b="0" i="0" dirty="0">
                            <a:solidFill>
                              <a:srgbClr val="50658E"/>
                            </a:solidFill>
                            <a:latin typeface="IBM Plex Sans"/>
                            <a:ea typeface="IBM Plex Sans"/>
                            <a:cs typeface="IBM Plex Sans"/>
                          </a:defRPr>
                        </a:pPr>
                        <a:r>
                          <a:rPr lang="en-US" sz="1200" spc="0" kern="0" b="0" i="0" dirty="0">
                            <a:solidFill>
                              <a:srgbClr val="50658E"/>
                            </a:solidFill>
                            <a:latin typeface="IBM Plex Sans"/>
                            <a:ea typeface="IBM Plex Sans"/>
                            <a:cs typeface="IBM Plex Sans"/>
                          </a:rPr>
                          <a:t xml:space="preserve">Cloud</a:t>
                        </a:r>
                        <a:endParaRPr lang="en-US" sz="1200" spc="0" kern="0" b="0" i="0" dirty="0">
                          <a:solidFill>
                            <a:srgbClr val="50658E"/>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152400" indent="-152400">
                          <a:lnSpc>
                            <a:spcPts val="1800"/>
                          </a:lnSpc>
                          <a:spcBef>
                            <a:spcPts val="0"/>
                          </a:spcBef>
                          <a:spcAft>
                            <a:spcPts val="30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Design zone and guardrails</a:t>
                        </a:r>
                        <a:endParaRPr lang="en-US" sz="1200" spc="0" kern="0" b="0" i="0" dirty="0">
                          <a:solidFill>
                            <a:srgbClr val="070154"/>
                          </a:solidFill>
                          <a:latin typeface="IBM Plex Sans"/>
                          <a:ea typeface="IBM Plex Sans"/>
                          <a:cs typeface="IBM Plex Sans"/>
                        </a:endParaRPr>
                      </a:p>
                      <a:p>
                        <a:pPr algn="l" marL="152400" indent="-152400">
                          <a:lnSpc>
                            <a:spcPts val="1800"/>
                          </a:lnSpc>
                          <a:spcBef>
                            <a:spcPts val="0"/>
                          </a:spcBef>
                          <a:spcAft>
                            <a:spcPts val="30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Build and test pipelines</a:t>
                        </a:r>
                        <a:endParaRPr lang="en-US" sz="1200" spc="0" kern="0" b="0" i="0" dirty="0">
                          <a:solidFill>
                            <a:srgbClr val="070154"/>
                          </a:solidFill>
                          <a:latin typeface="IBM Plex Sans"/>
                          <a:ea typeface="IBM Plex Sans"/>
                          <a:cs typeface="IBM Plex Sans"/>
                        </a:endParaRPr>
                      </a:p>
                      <a:p>
                        <a:pPr algn="l" marL="152400" indent="-152400">
                          <a:lnSpc>
                            <a:spcPts val="1800"/>
                          </a:lnSpc>
                          <a:spcBef>
                            <a:spcPts val="0"/>
                          </a:spcBef>
                          <a:spcAft>
                            <a:spcPts val="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Train and hand over</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20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$210K</a:t>
                        </a:r>
                        <a:endParaRPr lang="en-US" sz="1200" spc="0" kern="0" b="0" i="0" dirty="0">
                          <a:solidFill>
                            <a:srgbClr val="070154"/>
                          </a:solidFill>
                          <a:latin typeface="IBM Plex Sans"/>
                          <a:ea typeface="IBM Plex Sans"/>
                          <a:cs typeface="IBM Plex Sans"/>
                        </a:endParaRPr>
                      </a:p>
                      <a:p>
                        <a:pPr algn="l" marL="0" indent="0">
                          <a:lnSpc>
                            <a:spcPts val="1800"/>
                          </a:lnSpc>
                          <a:spcBef>
                            <a:spcPts val="0"/>
                          </a:spcBef>
                          <a:spcAft>
                            <a:spcPts val="0"/>
                          </a:spcAft>
                          <a:buNone/>
                          <a:defRPr lang="en-US" sz="1200" spc="0" kern="0" b="0" i="0" dirty="0">
                            <a:solidFill>
                              <a:srgbClr val="50658E"/>
                            </a:solidFill>
                            <a:latin typeface="IBM Plex Sans"/>
                            <a:ea typeface="IBM Plex Sans"/>
                            <a:cs typeface="IBM Plex Sans"/>
                          </a:defRPr>
                        </a:pPr>
                        <a:r>
                          <a:rPr lang="en-US" sz="1200" spc="0" kern="0" b="0" i="0" dirty="0">
                            <a:solidFill>
                              <a:srgbClr val="50658E"/>
                            </a:solidFill>
                            <a:latin typeface="IBM Plex Sans"/>
                            <a:ea typeface="IBM Plex Sans"/>
                            <a:cs typeface="IBM Plex Sans"/>
                          </a:rPr>
                          <a:t xml:space="preserve">8 weeks</a:t>
                        </a:r>
                        <a:endParaRPr lang="en-US" sz="1200" spc="0" kern="0" b="0" i="0" dirty="0">
                          <a:solidFill>
                            <a:srgbClr val="50658E"/>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800100">
                  <a:tc>
                    <a:txBody>
                      <a:bodyPr wrap="square" anchor="ctr" lIns="0" rIns="0" tIns="0" bIns="0">
                        <a:noAutofit/>
                      </a:bodyPr>
                      <a:lstStyle/>
                      <a:p>
                        <a:pPr algn="l" marL="0" indent="0">
                          <a:lnSpc>
                            <a:spcPts val="1800"/>
                          </a:lnSpc>
                          <a:spcBef>
                            <a:spcPts val="0"/>
                          </a:spcBef>
                          <a:spcAft>
                            <a:spcPts val="20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Cloud cost review</a:t>
                        </a:r>
                        <a:endParaRPr lang="en-US" sz="1200" spc="0" kern="0" b="0" i="0" dirty="0">
                          <a:solidFill>
                            <a:srgbClr val="070154"/>
                          </a:solidFill>
                          <a:latin typeface="IBM Plex Sans SemiBold"/>
                          <a:ea typeface="IBM Plex Sans SemiBold"/>
                          <a:cs typeface="IBM Plex Sans SemiBold"/>
                        </a:endParaRPr>
                      </a:p>
                      <a:p>
                        <a:pPr algn="l" marL="0" indent="0">
                          <a:lnSpc>
                            <a:spcPts val="1800"/>
                          </a:lnSpc>
                          <a:spcBef>
                            <a:spcPts val="0"/>
                          </a:spcBef>
                          <a:spcAft>
                            <a:spcPts val="0"/>
                          </a:spcAft>
                          <a:buNone/>
                          <a:defRPr lang="en-US" sz="1200" spc="0" kern="0" b="0" i="0" dirty="0">
                            <a:solidFill>
                              <a:srgbClr val="50658E"/>
                            </a:solidFill>
                            <a:latin typeface="IBM Plex Sans"/>
                            <a:ea typeface="IBM Plex Sans"/>
                            <a:cs typeface="IBM Plex Sans"/>
                          </a:defRPr>
                        </a:pPr>
                        <a:r>
                          <a:rPr lang="en-US" sz="1200" spc="0" kern="0" b="0" i="0" dirty="0">
                            <a:solidFill>
                              <a:srgbClr val="50658E"/>
                            </a:solidFill>
                            <a:latin typeface="IBM Plex Sans"/>
                            <a:ea typeface="IBM Plex Sans"/>
                            <a:cs typeface="IBM Plex Sans"/>
                          </a:rPr>
                          <a:t xml:space="preserve">Cloud</a:t>
                        </a:r>
                        <a:endParaRPr lang="en-US" sz="1200" spc="0" kern="0" b="0" i="0" dirty="0">
                          <a:solidFill>
                            <a:srgbClr val="50658E"/>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152400" indent="-152400">
                          <a:lnSpc>
                            <a:spcPts val="1800"/>
                          </a:lnSpc>
                          <a:spcBef>
                            <a:spcPts val="0"/>
                          </a:spcBef>
                          <a:spcAft>
                            <a:spcPts val="30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Pull billing and usage data</a:t>
                        </a:r>
                        <a:endParaRPr lang="en-US" sz="1200" spc="0" kern="0" b="0" i="0" dirty="0">
                          <a:solidFill>
                            <a:srgbClr val="070154"/>
                          </a:solidFill>
                          <a:latin typeface="IBM Plex Sans"/>
                          <a:ea typeface="IBM Plex Sans"/>
                          <a:cs typeface="IBM Plex Sans"/>
                        </a:endParaRPr>
                      </a:p>
                      <a:p>
                        <a:pPr algn="l" marL="152400" indent="-152400">
                          <a:lnSpc>
                            <a:spcPts val="1800"/>
                          </a:lnSpc>
                          <a:spcBef>
                            <a:spcPts val="0"/>
                          </a:spcBef>
                          <a:spcAft>
                            <a:spcPts val="30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Map spend to owners</a:t>
                        </a:r>
                        <a:endParaRPr lang="en-US" sz="1200" spc="0" kern="0" b="0" i="0" dirty="0">
                          <a:solidFill>
                            <a:srgbClr val="070154"/>
                          </a:solidFill>
                          <a:latin typeface="IBM Plex Sans"/>
                          <a:ea typeface="IBM Plex Sans"/>
                          <a:cs typeface="IBM Plex Sans"/>
                        </a:endParaRPr>
                      </a:p>
                      <a:p>
                        <a:pPr algn="l" marL="152400" indent="-152400">
                          <a:lnSpc>
                            <a:spcPts val="1800"/>
                          </a:lnSpc>
                          <a:spcBef>
                            <a:spcPts val="0"/>
                          </a:spcBef>
                          <a:spcAft>
                            <a:spcPts val="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Rank savings by effort</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20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$75K</a:t>
                        </a:r>
                        <a:endParaRPr lang="en-US" sz="1200" spc="0" kern="0" b="0" i="0" dirty="0">
                          <a:solidFill>
                            <a:srgbClr val="070154"/>
                          </a:solidFill>
                          <a:latin typeface="IBM Plex Sans"/>
                          <a:ea typeface="IBM Plex Sans"/>
                          <a:cs typeface="IBM Plex Sans"/>
                        </a:endParaRPr>
                      </a:p>
                      <a:p>
                        <a:pPr algn="l" marL="0" indent="0">
                          <a:lnSpc>
                            <a:spcPts val="1800"/>
                          </a:lnSpc>
                          <a:spcBef>
                            <a:spcPts val="0"/>
                          </a:spcBef>
                          <a:spcAft>
                            <a:spcPts val="0"/>
                          </a:spcAft>
                          <a:buNone/>
                          <a:defRPr lang="en-US" sz="1200" spc="0" kern="0" b="0" i="0" dirty="0">
                            <a:solidFill>
                              <a:srgbClr val="50658E"/>
                            </a:solidFill>
                            <a:latin typeface="IBM Plex Sans"/>
                            <a:ea typeface="IBM Plex Sans"/>
                            <a:cs typeface="IBM Plex Sans"/>
                          </a:defRPr>
                        </a:pPr>
                        <a:r>
                          <a:rPr lang="en-US" sz="1200" spc="0" kern="0" b="0" i="0" dirty="0">
                            <a:solidFill>
                              <a:srgbClr val="50658E"/>
                            </a:solidFill>
                            <a:latin typeface="IBM Plex Sans"/>
                            <a:ea typeface="IBM Plex Sans"/>
                            <a:cs typeface="IBM Plex Sans"/>
                          </a:rPr>
                          <a:t xml:space="preserve">4 weeks</a:t>
                        </a:r>
                        <a:endParaRPr lang="en-US" sz="1200" spc="0" kern="0" b="0" i="0" dirty="0">
                          <a:solidFill>
                            <a:srgbClr val="50658E"/>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bl>
            </a:graphicData>
          </a:graphic>
        </p:graphicFrame>
      </p:grpSp>
      <p:grpSp>
        <p:nvGrpSpPr>
          <p:cNvPr id="24" name="node02"/>
          <p:cNvGrpSpPr/>
          <p:nvPr/>
        </p:nvGrpSpPr>
        <p:grpSpPr>
          <a:xfrm>
            <a:off x="8039100" y="2286000"/>
            <a:ext cx="3429000" cy="152400"/>
            <a:chOff x="8039100" y="2286000"/>
            <a:chExt cx="3429000" cy="152400"/>
          </a:xfrm>
        </p:grpSpPr>
        <p:sp>
          <p:nvSpPr>
            <p:cNvPr id="8" name="node02.text"/>
            <p:cNvSpPr/>
            <p:nvPr/>
          </p:nvSpPr>
          <p:spPr>
            <a:xfrm>
              <a:off x="8039100" y="2286000"/>
              <a:ext cx="3429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WHAT WE WILL DO</a:t>
              </a:r>
              <a:endParaRPr lang="en-US" sz="900" spc="54" kern="0" b="0" i="0" dirty="0">
                <a:solidFill>
                  <a:srgbClr val="0047FF"/>
                </a:solidFill>
                <a:latin typeface="IBM Plex Mono Medium"/>
                <a:ea typeface="IBM Plex Mono Medium"/>
                <a:cs typeface="IBM Plex Mono Medium"/>
              </a:endParaRPr>
            </a:p>
          </p:txBody>
        </p:sp>
      </p:grpSp>
      <p:grpSp>
        <p:nvGrpSpPr>
          <p:cNvPr id="25" name="node03"/>
          <p:cNvGrpSpPr/>
          <p:nvPr/>
        </p:nvGrpSpPr>
        <p:grpSpPr>
          <a:xfrm>
            <a:off x="8039100" y="2514600"/>
            <a:ext cx="3429000" cy="800100"/>
            <a:chOff x="8039100" y="2514600"/>
            <a:chExt cx="3429000" cy="800100"/>
          </a:xfrm>
        </p:grpSpPr>
        <p:sp>
          <p:nvSpPr>
            <p:cNvPr id="9" name="node03.text"/>
            <p:cNvSpPr/>
            <p:nvPr/>
          </p:nvSpPr>
          <p:spPr>
            <a:xfrm>
              <a:off x="8039100" y="2514600"/>
              <a:ext cx="3429000" cy="8001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Pick a package, not a proposal. Each offer is a fixed fee for a fixed time, with named deliverables.</a:t>
              </a:r>
              <a:endParaRPr lang="en-US" sz="1400" spc="0" kern="0" b="0" i="0" dirty="0">
                <a:solidFill>
                  <a:srgbClr val="50658E"/>
                </a:solidFill>
                <a:latin typeface="IBM Plex Sans"/>
                <a:ea typeface="IBM Plex Sans"/>
                <a:cs typeface="IBM Plex Sans"/>
              </a:endParaRPr>
            </a:p>
          </p:txBody>
        </p:sp>
      </p:grpSp>
      <p:grpSp>
        <p:nvGrpSpPr>
          <p:cNvPr id="26" name="node04"/>
          <p:cNvGrpSpPr/>
          <p:nvPr/>
        </p:nvGrpSpPr>
        <p:grpSpPr>
          <a:xfrm>
            <a:off x="8039100" y="3429000"/>
            <a:ext cx="3429000" cy="152400"/>
            <a:chOff x="8039100" y="3429000"/>
            <a:chExt cx="3429000" cy="152400"/>
          </a:xfrm>
        </p:grpSpPr>
        <p:sp>
          <p:nvSpPr>
            <p:cNvPr id="10" name="node04.text"/>
            <p:cNvSpPr/>
            <p:nvPr/>
          </p:nvSpPr>
          <p:spPr>
            <a:xfrm>
              <a:off x="8039100" y="3429000"/>
              <a:ext cx="3429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EVERY OFFER INCLUDES</a:t>
              </a:r>
              <a:endParaRPr lang="en-US" sz="900" spc="54" kern="0" b="0" i="0" dirty="0">
                <a:solidFill>
                  <a:srgbClr val="0047FF"/>
                </a:solidFill>
                <a:latin typeface="IBM Plex Mono Medium"/>
                <a:ea typeface="IBM Plex Mono Medium"/>
                <a:cs typeface="IBM Plex Mono Medium"/>
              </a:endParaRPr>
            </a:p>
          </p:txBody>
        </p:sp>
      </p:grpSp>
      <p:grpSp>
        <p:nvGrpSpPr>
          <p:cNvPr id="27" name="node05"/>
          <p:cNvGrpSpPr/>
          <p:nvPr/>
        </p:nvGrpSpPr>
        <p:grpSpPr>
          <a:xfrm>
            <a:off x="8039100" y="3657600"/>
            <a:ext cx="3429000" cy="762000"/>
            <a:chOff x="8039100" y="3657600"/>
            <a:chExt cx="3429000" cy="762000"/>
          </a:xfrm>
        </p:grpSpPr>
        <p:sp>
          <p:nvSpPr>
            <p:cNvPr id="11" name="node05.source-001.bullet"/>
            <p:cNvSpPr/>
            <p:nvPr/>
          </p:nvSpPr>
          <p:spPr>
            <a:xfrm>
              <a:off x="8039100" y="3746500"/>
              <a:ext cx="38100" cy="38100"/>
            </a:xfrm>
            <a:prstGeom prst="rect">
              <a:avLst/>
            </a:prstGeom>
            <a:solidFill>
              <a:srgbClr val="070154"/>
            </a:solidFill>
            <a:ln>
              <a:noFill/>
            </a:ln>
          </p:spPr>
        </p:sp>
        <p:sp>
          <p:nvSpPr>
            <p:cNvPr id="12" name="node05.source-001.text"/>
            <p:cNvSpPr/>
            <p:nvPr/>
          </p:nvSpPr>
          <p:spPr>
            <a:xfrm>
              <a:off x="8191500" y="36576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A named lead and team</a:t>
              </a:r>
              <a:endParaRPr lang="en-US" sz="1200" spc="0" kern="0" b="0" i="0" dirty="0">
                <a:solidFill>
                  <a:srgbClr val="070154"/>
                </a:solidFill>
                <a:latin typeface="IBM Plex Sans"/>
                <a:ea typeface="IBM Plex Sans"/>
                <a:cs typeface="IBM Plex Sans"/>
              </a:endParaRPr>
            </a:p>
          </p:txBody>
        </p:sp>
        <p:sp>
          <p:nvSpPr>
            <p:cNvPr id="13" name="node05.source-002.bullet"/>
            <p:cNvSpPr/>
            <p:nvPr/>
          </p:nvSpPr>
          <p:spPr>
            <a:xfrm>
              <a:off x="8039100" y="4013200"/>
              <a:ext cx="38100" cy="38100"/>
            </a:xfrm>
            <a:prstGeom prst="rect">
              <a:avLst/>
            </a:prstGeom>
            <a:solidFill>
              <a:srgbClr val="070154"/>
            </a:solidFill>
            <a:ln>
              <a:noFill/>
            </a:ln>
          </p:spPr>
        </p:sp>
        <p:sp>
          <p:nvSpPr>
            <p:cNvPr id="14" name="node05.source-002.text"/>
            <p:cNvSpPr/>
            <p:nvPr/>
          </p:nvSpPr>
          <p:spPr>
            <a:xfrm>
              <a:off x="8191500" y="39243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Weekly sponsor check-in</a:t>
              </a:r>
              <a:endParaRPr lang="en-US" sz="1200" spc="0" kern="0" b="0" i="0" dirty="0">
                <a:solidFill>
                  <a:srgbClr val="070154"/>
                </a:solidFill>
                <a:latin typeface="IBM Plex Sans"/>
                <a:ea typeface="IBM Plex Sans"/>
                <a:cs typeface="IBM Plex Sans"/>
              </a:endParaRPr>
            </a:p>
          </p:txBody>
        </p:sp>
        <p:sp>
          <p:nvSpPr>
            <p:cNvPr id="15" name="node05.source-003.bullet"/>
            <p:cNvSpPr/>
            <p:nvPr/>
          </p:nvSpPr>
          <p:spPr>
            <a:xfrm>
              <a:off x="8039100" y="4279900"/>
              <a:ext cx="38100" cy="38100"/>
            </a:xfrm>
            <a:prstGeom prst="rect">
              <a:avLst/>
            </a:prstGeom>
            <a:solidFill>
              <a:srgbClr val="070154"/>
            </a:solidFill>
            <a:ln>
              <a:noFill/>
            </a:ln>
          </p:spPr>
        </p:sp>
        <p:sp>
          <p:nvSpPr>
            <p:cNvPr id="16" name="node05.source-003.text"/>
            <p:cNvSpPr/>
            <p:nvPr/>
          </p:nvSpPr>
          <p:spPr>
            <a:xfrm>
              <a:off x="8191500" y="41910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Readout and handover pack</a:t>
              </a:r>
              <a:endParaRPr lang="en-US" sz="1200" spc="0" kern="0" b="0" i="0" dirty="0">
                <a:solidFill>
                  <a:srgbClr val="070154"/>
                </a:solidFill>
                <a:latin typeface="IBM Plex Sans"/>
                <a:ea typeface="IBM Plex Sans"/>
                <a:cs typeface="IBM Plex Sans"/>
              </a:endParaRPr>
            </a:p>
          </p:txBody>
        </p:sp>
      </p:grpSp>
      <p:grpSp>
        <p:nvGrpSpPr>
          <p:cNvPr id="28" name="node06"/>
          <p:cNvGrpSpPr/>
          <p:nvPr/>
        </p:nvGrpSpPr>
        <p:grpSpPr>
          <a:xfrm>
            <a:off x="8039100" y="4495800"/>
            <a:ext cx="3429000" cy="152400"/>
            <a:chOff x="8039100" y="4495800"/>
            <a:chExt cx="3429000" cy="152400"/>
          </a:xfrm>
        </p:grpSpPr>
        <p:sp>
          <p:nvSpPr>
            <p:cNvPr id="17" name="node06.text"/>
            <p:cNvSpPr/>
            <p:nvPr/>
          </p:nvSpPr>
          <p:spPr>
            <a:xfrm>
              <a:off x="8039100" y="4495800"/>
              <a:ext cx="3429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HOW OFFERS CHAIN</a:t>
              </a:r>
              <a:endParaRPr lang="en-US" sz="900" spc="54" kern="0" b="0" i="0" dirty="0">
                <a:solidFill>
                  <a:srgbClr val="0047FF"/>
                </a:solidFill>
                <a:latin typeface="IBM Plex Mono Medium"/>
                <a:ea typeface="IBM Plex Mono Medium"/>
                <a:cs typeface="IBM Plex Mono Medium"/>
              </a:endParaRPr>
            </a:p>
          </p:txBody>
        </p:sp>
      </p:grpSp>
      <p:grpSp>
        <p:nvGrpSpPr>
          <p:cNvPr id="29" name="node07"/>
          <p:cNvGrpSpPr/>
          <p:nvPr/>
        </p:nvGrpSpPr>
        <p:grpSpPr>
          <a:xfrm>
            <a:off x="8039100" y="4724400"/>
            <a:ext cx="3429000" cy="495300"/>
            <a:chOff x="8039100" y="4724400"/>
            <a:chExt cx="3429000" cy="495300"/>
          </a:xfrm>
        </p:grpSpPr>
        <p:sp>
          <p:nvSpPr>
            <p:cNvPr id="18" name="node07.source-001.bullet"/>
            <p:cNvSpPr/>
            <p:nvPr/>
          </p:nvSpPr>
          <p:spPr>
            <a:xfrm>
              <a:off x="8039100" y="4813300"/>
              <a:ext cx="38100" cy="38100"/>
            </a:xfrm>
            <a:prstGeom prst="rect">
              <a:avLst/>
            </a:prstGeom>
            <a:solidFill>
              <a:srgbClr val="070154"/>
            </a:solidFill>
            <a:ln>
              <a:noFill/>
            </a:ln>
          </p:spPr>
        </p:sp>
        <p:sp>
          <p:nvSpPr>
            <p:cNvPr id="19" name="node07.source-001.text"/>
            <p:cNvSpPr/>
            <p:nvPr/>
          </p:nvSpPr>
          <p:spPr>
            <a:xfrm>
              <a:off x="8191500" y="47244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Scan, then assessment, then pilot</a:t>
              </a:r>
              <a:endParaRPr lang="en-US" sz="1200" spc="0" kern="0" b="0" i="0" dirty="0">
                <a:solidFill>
                  <a:srgbClr val="070154"/>
                </a:solidFill>
                <a:latin typeface="IBM Plex Sans"/>
                <a:ea typeface="IBM Plex Sans"/>
                <a:cs typeface="IBM Plex Sans"/>
              </a:endParaRPr>
            </a:p>
          </p:txBody>
        </p:sp>
        <p:sp>
          <p:nvSpPr>
            <p:cNvPr id="20" name="node07.source-002.bullet"/>
            <p:cNvSpPr/>
            <p:nvPr/>
          </p:nvSpPr>
          <p:spPr>
            <a:xfrm>
              <a:off x="8039100" y="5080000"/>
              <a:ext cx="38100" cy="38100"/>
            </a:xfrm>
            <a:prstGeom prst="rect">
              <a:avLst/>
            </a:prstGeom>
            <a:solidFill>
              <a:srgbClr val="070154"/>
            </a:solidFill>
            <a:ln>
              <a:noFill/>
            </a:ln>
          </p:spPr>
        </p:sp>
        <p:sp>
          <p:nvSpPr>
            <p:cNvPr id="21" name="node07.source-002.text"/>
            <p:cNvSpPr/>
            <p:nvPr/>
          </p:nvSpPr>
          <p:spPr>
            <a:xfrm>
              <a:off x="8191500" y="49911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Diagnostic, then jumpstart</a:t>
              </a:r>
              <a:endParaRPr lang="en-US" sz="1200" spc="0" kern="0" b="0" i="0" dirty="0">
                <a:solidFill>
                  <a:srgbClr val="070154"/>
                </a:solidFill>
                <a:latin typeface="IBM Plex Sans"/>
                <a:ea typeface="IBM Plex Sans"/>
                <a:cs typeface="IBM Plex Sans"/>
              </a:endParaRPr>
            </a:p>
          </p:txBody>
        </p:sp>
      </p:grpSp>
      <p:grpSp>
        <p:nvGrpSpPr>
          <p:cNvPr id="30" name="node08"/>
          <p:cNvGrpSpPr/>
          <p:nvPr/>
        </p:nvGrpSpPr>
        <p:grpSpPr>
          <a:xfrm>
            <a:off x="8039100" y="5257800"/>
            <a:ext cx="3429000" cy="457200"/>
            <a:chOff x="8039100" y="5257800"/>
            <a:chExt cx="3429000" cy="457200"/>
          </a:xfrm>
        </p:grpSpPr>
        <p:sp>
          <p:nvSpPr>
            <p:cNvPr id="22" name="node08.text"/>
            <p:cNvSpPr/>
            <p:nvPr/>
          </p:nvSpPr>
          <p:spPr>
            <a:xfrm>
              <a:off x="8039100" y="5257800"/>
              <a:ext cx="34290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Assumes data access in week 1. Fees exclude expenses.</a:t>
              </a:r>
              <a:endParaRPr lang="en-US" sz="1200" spc="0" kern="0" b="0" i="0" dirty="0">
                <a:solidFill>
                  <a:srgbClr val="50658E"/>
                </a:solidFill>
                <a:latin typeface="IBM Plex Sans"/>
                <a:ea typeface="IBM Plex Sans"/>
                <a:cs typeface="IBM Plex Sans"/>
              </a:endParaRPr>
            </a:p>
          </p:txBody>
        </p:sp>
      </p:gr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ource-329">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OFFERINGS</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Cloud landing zone: pick the package that fits</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Sample figures for layout only; replace with current firm data before use.</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101</a:t>
            </a:fld>
            <a:endParaRPr lang="en-US" sz="700" spc="0" kern="0" b="0" i="0" dirty="0">
              <a:solidFill>
                <a:srgbClr val="070154"/>
              </a:solidFill>
              <a:latin typeface="IBM Plex Mono SemiBold"/>
              <a:ea typeface="IBM Plex Mono SemiBold"/>
              <a:cs typeface="IBM Plex Mono SemiBold"/>
            </a:endParaRPr>
          </a:p>
        </p:txBody>
      </p:sp>
      <p:grpSp>
        <p:nvGrpSpPr>
          <p:cNvPr id="75" name="node01"/>
          <p:cNvGrpSpPr/>
          <p:nvPr/>
        </p:nvGrpSpPr>
        <p:grpSpPr>
          <a:xfrm>
            <a:off x="723900" y="1600200"/>
            <a:ext cx="2971800" cy="152400"/>
            <a:chOff x="723900" y="1600200"/>
            <a:chExt cx="2971800" cy="152400"/>
          </a:xfrm>
        </p:grpSpPr>
        <p:sp>
          <p:nvSpPr>
            <p:cNvPr id="7" name="node01.text"/>
            <p:cNvSpPr/>
            <p:nvPr/>
          </p:nvSpPr>
          <p:spPr>
            <a:xfrm>
              <a:off x="723900" y="1600200"/>
              <a:ext cx="2971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1 · WHAT WE WILL DO</a:t>
              </a:r>
              <a:endParaRPr lang="en-US" sz="900" spc="54" kern="0" b="0" i="0" dirty="0">
                <a:solidFill>
                  <a:srgbClr val="0047FF"/>
                </a:solidFill>
                <a:latin typeface="IBM Plex Mono Medium"/>
                <a:ea typeface="IBM Plex Mono Medium"/>
                <a:cs typeface="IBM Plex Mono Medium"/>
              </a:endParaRPr>
            </a:p>
          </p:txBody>
        </p:sp>
      </p:grpSp>
      <p:grpSp>
        <p:nvGrpSpPr>
          <p:cNvPr id="76" name="node02"/>
          <p:cNvGrpSpPr/>
          <p:nvPr/>
        </p:nvGrpSpPr>
        <p:grpSpPr>
          <a:xfrm>
            <a:off x="723900" y="1828800"/>
            <a:ext cx="2971800" cy="1066800"/>
            <a:chOff x="723900" y="1828800"/>
            <a:chExt cx="2971800" cy="1066800"/>
          </a:xfrm>
        </p:grpSpPr>
        <p:sp>
          <p:nvSpPr>
            <p:cNvPr id="8" name="node02.text"/>
            <p:cNvSpPr/>
            <p:nvPr/>
          </p:nvSpPr>
          <p:spPr>
            <a:xfrm>
              <a:off x="723900" y="1828800"/>
              <a:ext cx="2971800" cy="10668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Three packages for a secure, governed cloud foundation: review it, build it, or build it and move the first workloads.</a:t>
              </a:r>
              <a:endParaRPr lang="en-US" sz="1400" spc="0" kern="0" b="0" i="0" dirty="0">
                <a:solidFill>
                  <a:srgbClr val="50658E"/>
                </a:solidFill>
                <a:latin typeface="IBM Plex Sans"/>
                <a:ea typeface="IBM Plex Sans"/>
                <a:cs typeface="IBM Plex Sans"/>
              </a:endParaRPr>
            </a:p>
          </p:txBody>
        </p:sp>
      </p:grpSp>
      <p:grpSp>
        <p:nvGrpSpPr>
          <p:cNvPr id="77" name="node03"/>
          <p:cNvGrpSpPr/>
          <p:nvPr/>
        </p:nvGrpSpPr>
        <p:grpSpPr>
          <a:xfrm>
            <a:off x="723900" y="3048000"/>
            <a:ext cx="2971800" cy="152400"/>
            <a:chOff x="723900" y="3048000"/>
            <a:chExt cx="2971800" cy="152400"/>
          </a:xfrm>
        </p:grpSpPr>
        <p:sp>
          <p:nvSpPr>
            <p:cNvPr id="9" name="node03.text"/>
            <p:cNvSpPr/>
            <p:nvPr/>
          </p:nvSpPr>
          <p:spPr>
            <a:xfrm>
              <a:off x="723900" y="3048000"/>
              <a:ext cx="2971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2 · HOW WE DO IT</a:t>
              </a:r>
              <a:endParaRPr lang="en-US" sz="900" spc="54" kern="0" b="0" i="0" dirty="0">
                <a:solidFill>
                  <a:srgbClr val="0047FF"/>
                </a:solidFill>
                <a:latin typeface="IBM Plex Mono Medium"/>
                <a:ea typeface="IBM Plex Mono Medium"/>
                <a:cs typeface="IBM Plex Mono Medium"/>
              </a:endParaRPr>
            </a:p>
          </p:txBody>
        </p:sp>
      </p:grpSp>
      <p:grpSp>
        <p:nvGrpSpPr>
          <p:cNvPr id="78" name="node04"/>
          <p:cNvGrpSpPr/>
          <p:nvPr/>
        </p:nvGrpSpPr>
        <p:grpSpPr>
          <a:xfrm>
            <a:off x="723900" y="3276600"/>
            <a:ext cx="2971800" cy="990600"/>
            <a:chOff x="723900" y="3276600"/>
            <a:chExt cx="2971800" cy="990600"/>
          </a:xfrm>
        </p:grpSpPr>
        <p:sp>
          <p:nvSpPr>
            <p:cNvPr id="10" name="node04.source-001.bullet"/>
            <p:cNvSpPr/>
            <p:nvPr/>
          </p:nvSpPr>
          <p:spPr>
            <a:xfrm>
              <a:off x="723900" y="3365500"/>
              <a:ext cx="38100" cy="38100"/>
            </a:xfrm>
            <a:prstGeom prst="rect">
              <a:avLst/>
            </a:prstGeom>
            <a:solidFill>
              <a:srgbClr val="070154"/>
            </a:solidFill>
            <a:ln>
              <a:noFill/>
            </a:ln>
          </p:spPr>
        </p:sp>
        <p:sp>
          <p:nvSpPr>
            <p:cNvPr id="11" name="node04.source-001.text"/>
            <p:cNvSpPr/>
            <p:nvPr/>
          </p:nvSpPr>
          <p:spPr>
            <a:xfrm>
              <a:off x="876300" y="3276600"/>
              <a:ext cx="281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Review the estate against the design</a:t>
              </a:r>
              <a:endParaRPr lang="en-US" sz="1200" spc="0" kern="0" b="0" i="0" dirty="0">
                <a:solidFill>
                  <a:srgbClr val="070154"/>
                </a:solidFill>
                <a:latin typeface="IBM Plex Sans"/>
                <a:ea typeface="IBM Plex Sans"/>
                <a:cs typeface="IBM Plex Sans"/>
              </a:endParaRPr>
            </a:p>
          </p:txBody>
        </p:sp>
        <p:sp>
          <p:nvSpPr>
            <p:cNvPr id="12" name="node04.source-002.bullet"/>
            <p:cNvSpPr/>
            <p:nvPr/>
          </p:nvSpPr>
          <p:spPr>
            <a:xfrm>
              <a:off x="723900" y="3632200"/>
              <a:ext cx="38100" cy="38100"/>
            </a:xfrm>
            <a:prstGeom prst="rect">
              <a:avLst/>
            </a:prstGeom>
            <a:solidFill>
              <a:srgbClr val="070154"/>
            </a:solidFill>
            <a:ln>
              <a:noFill/>
            </a:ln>
          </p:spPr>
        </p:sp>
        <p:sp>
          <p:nvSpPr>
            <p:cNvPr id="13" name="node04.source-002.text"/>
            <p:cNvSpPr/>
            <p:nvPr/>
          </p:nvSpPr>
          <p:spPr>
            <a:xfrm>
              <a:off x="876300" y="3543300"/>
              <a:ext cx="28194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Design and build the landing zone, guardrails as code</a:t>
              </a:r>
              <a:endParaRPr lang="en-US" sz="1200" spc="0" kern="0" b="0" i="0" dirty="0">
                <a:solidFill>
                  <a:srgbClr val="070154"/>
                </a:solidFill>
                <a:latin typeface="IBM Plex Sans"/>
                <a:ea typeface="IBM Plex Sans"/>
                <a:cs typeface="IBM Plex Sans"/>
              </a:endParaRPr>
            </a:p>
          </p:txBody>
        </p:sp>
        <p:sp>
          <p:nvSpPr>
            <p:cNvPr id="14" name="node04.source-003.bullet"/>
            <p:cNvSpPr/>
            <p:nvPr/>
          </p:nvSpPr>
          <p:spPr>
            <a:xfrm>
              <a:off x="723900" y="4127500"/>
              <a:ext cx="38100" cy="38100"/>
            </a:xfrm>
            <a:prstGeom prst="rect">
              <a:avLst/>
            </a:prstGeom>
            <a:solidFill>
              <a:srgbClr val="070154"/>
            </a:solidFill>
            <a:ln>
              <a:noFill/>
            </a:ln>
          </p:spPr>
        </p:sp>
        <p:sp>
          <p:nvSpPr>
            <p:cNvPr id="15" name="node04.source-003.text"/>
            <p:cNvSpPr/>
            <p:nvPr/>
          </p:nvSpPr>
          <p:spPr>
            <a:xfrm>
              <a:off x="876300" y="4038600"/>
              <a:ext cx="281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Prove it on workloads; hand over</a:t>
              </a:r>
              <a:endParaRPr lang="en-US" sz="1200" spc="0" kern="0" b="0" i="0" dirty="0">
                <a:solidFill>
                  <a:srgbClr val="070154"/>
                </a:solidFill>
                <a:latin typeface="IBM Plex Sans"/>
                <a:ea typeface="IBM Plex Sans"/>
                <a:cs typeface="IBM Plex Sans"/>
              </a:endParaRPr>
            </a:p>
          </p:txBody>
        </p:sp>
      </p:grpSp>
      <p:grpSp>
        <p:nvGrpSpPr>
          <p:cNvPr id="79" name="node05"/>
          <p:cNvGrpSpPr/>
          <p:nvPr/>
        </p:nvGrpSpPr>
        <p:grpSpPr>
          <a:xfrm>
            <a:off x="723900" y="4686300"/>
            <a:ext cx="2971800" cy="152400"/>
            <a:chOff x="723900" y="4686300"/>
            <a:chExt cx="2971800" cy="152400"/>
          </a:xfrm>
        </p:grpSpPr>
        <p:sp>
          <p:nvSpPr>
            <p:cNvPr id="16" name="node05.text"/>
            <p:cNvSpPr/>
            <p:nvPr/>
          </p:nvSpPr>
          <p:spPr>
            <a:xfrm>
              <a:off x="723900" y="4686300"/>
              <a:ext cx="2971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ASSUMPTIONS</a:t>
              </a:r>
              <a:endParaRPr lang="en-US" sz="900" spc="54" kern="0" b="0" i="0" dirty="0">
                <a:solidFill>
                  <a:srgbClr val="0047FF"/>
                </a:solidFill>
                <a:latin typeface="IBM Plex Mono Medium"/>
                <a:ea typeface="IBM Plex Mono Medium"/>
                <a:cs typeface="IBM Plex Mono Medium"/>
              </a:endParaRPr>
            </a:p>
          </p:txBody>
        </p:sp>
      </p:grpSp>
      <p:grpSp>
        <p:nvGrpSpPr>
          <p:cNvPr id="80" name="node06"/>
          <p:cNvGrpSpPr/>
          <p:nvPr/>
        </p:nvGrpSpPr>
        <p:grpSpPr>
          <a:xfrm>
            <a:off x="723900" y="4914900"/>
            <a:ext cx="2971800" cy="762000"/>
            <a:chOff x="723900" y="4914900"/>
            <a:chExt cx="2971800" cy="762000"/>
          </a:xfrm>
        </p:grpSpPr>
        <p:sp>
          <p:nvSpPr>
            <p:cNvPr id="17" name="node06.source-001.bullet"/>
            <p:cNvSpPr/>
            <p:nvPr/>
          </p:nvSpPr>
          <p:spPr>
            <a:xfrm>
              <a:off x="723900" y="5003800"/>
              <a:ext cx="38100" cy="38100"/>
            </a:xfrm>
            <a:prstGeom prst="rect">
              <a:avLst/>
            </a:prstGeom>
            <a:solidFill>
              <a:srgbClr val="070154"/>
            </a:solidFill>
            <a:ln>
              <a:noFill/>
            </a:ln>
          </p:spPr>
        </p:sp>
        <p:sp>
          <p:nvSpPr>
            <p:cNvPr id="18" name="node06.source-001.text"/>
            <p:cNvSpPr/>
            <p:nvPr/>
          </p:nvSpPr>
          <p:spPr>
            <a:xfrm>
              <a:off x="876300" y="4914900"/>
              <a:ext cx="281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Tenant and SSO ready in week 1</a:t>
              </a:r>
              <a:endParaRPr lang="en-US" sz="1200" spc="0" kern="0" b="0" i="0" dirty="0">
                <a:solidFill>
                  <a:srgbClr val="070154"/>
                </a:solidFill>
                <a:latin typeface="IBM Plex Sans"/>
                <a:ea typeface="IBM Plex Sans"/>
                <a:cs typeface="IBM Plex Sans"/>
              </a:endParaRPr>
            </a:p>
          </p:txBody>
        </p:sp>
        <p:sp>
          <p:nvSpPr>
            <p:cNvPr id="19" name="node06.source-002.bullet"/>
            <p:cNvSpPr/>
            <p:nvPr/>
          </p:nvSpPr>
          <p:spPr>
            <a:xfrm>
              <a:off x="723900" y="5270500"/>
              <a:ext cx="38100" cy="38100"/>
            </a:xfrm>
            <a:prstGeom prst="rect">
              <a:avLst/>
            </a:prstGeom>
            <a:solidFill>
              <a:srgbClr val="070154"/>
            </a:solidFill>
            <a:ln>
              <a:noFill/>
            </a:ln>
          </p:spPr>
        </p:sp>
        <p:sp>
          <p:nvSpPr>
            <p:cNvPr id="20" name="node06.source-002.text"/>
            <p:cNvSpPr/>
            <p:nvPr/>
          </p:nvSpPr>
          <p:spPr>
            <a:xfrm>
              <a:off x="876300" y="5181600"/>
              <a:ext cx="281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Up to three environments</a:t>
              </a:r>
              <a:endParaRPr lang="en-US" sz="1200" spc="0" kern="0" b="0" i="0" dirty="0">
                <a:solidFill>
                  <a:srgbClr val="070154"/>
                </a:solidFill>
                <a:latin typeface="IBM Plex Sans"/>
                <a:ea typeface="IBM Plex Sans"/>
                <a:cs typeface="IBM Plex Sans"/>
              </a:endParaRPr>
            </a:p>
          </p:txBody>
        </p:sp>
        <p:sp>
          <p:nvSpPr>
            <p:cNvPr id="21" name="node06.source-003.bullet"/>
            <p:cNvSpPr/>
            <p:nvPr/>
          </p:nvSpPr>
          <p:spPr>
            <a:xfrm>
              <a:off x="723900" y="5537200"/>
              <a:ext cx="38100" cy="38100"/>
            </a:xfrm>
            <a:prstGeom prst="rect">
              <a:avLst/>
            </a:prstGeom>
            <a:solidFill>
              <a:srgbClr val="070154"/>
            </a:solidFill>
            <a:ln>
              <a:noFill/>
            </a:ln>
          </p:spPr>
        </p:sp>
        <p:sp>
          <p:nvSpPr>
            <p:cNvPr id="22" name="node06.source-003.text"/>
            <p:cNvSpPr/>
            <p:nvPr/>
          </p:nvSpPr>
          <p:spPr>
            <a:xfrm>
              <a:off x="876300" y="5448300"/>
              <a:ext cx="281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Northfield holds the licenses</a:t>
              </a:r>
              <a:endParaRPr lang="en-US" sz="1200" spc="0" kern="0" b="0" i="0" dirty="0">
                <a:solidFill>
                  <a:srgbClr val="070154"/>
                </a:solidFill>
                <a:latin typeface="IBM Plex Sans"/>
                <a:ea typeface="IBM Plex Sans"/>
                <a:cs typeface="IBM Plex Sans"/>
              </a:endParaRPr>
            </a:p>
          </p:txBody>
        </p:sp>
      </p:grpSp>
      <p:grpSp>
        <p:nvGrpSpPr>
          <p:cNvPr id="81" name="node07"/>
          <p:cNvGrpSpPr/>
          <p:nvPr/>
        </p:nvGrpSpPr>
        <p:grpSpPr>
          <a:xfrm>
            <a:off x="3924300" y="1600200"/>
            <a:ext cx="7543800" cy="3403600"/>
            <a:chOff x="3924300" y="1600200"/>
            <a:chExt cx="7543800" cy="3403600"/>
          </a:xfrm>
        </p:grpSpPr>
        <p:graphicFrame>
          <p:nvGraphicFramePr>
            <p:cNvPr id="23" name="node07.native"/>
            <p:cNvGraphicFramePr>
              <a:graphicFrameLocks noGrp="1"/>
            </p:cNvGraphicFramePr>
            <p:nvPr>
              <p:extLst>
                <p:ext uri="{D42A27DB-BD31-4B8C-83A1-F6EECF244321}">
                  <p14:modId xmlns:p14="http://schemas.microsoft.com/office/powerpoint/2010/main" val="1579011935"/>
                </p:ext>
              </p:extLst>
            </p:nvPr>
          </p:nvGraphicFramePr>
          <p:xfrm>
            <a:off x="3924300" y="1600200"/>
            <a:ext cx="7543800" cy="3403600"/>
          </p:xfrm>
          <a:graphic>
            <a:graphicData uri="http://schemas.openxmlformats.org/drawingml/2006/table">
              <a:tbl>
                <a:tblPr/>
                <a:tblGrid>
                  <a:gridCol w="2743200"/>
                  <a:gridCol w="1600200"/>
                  <a:gridCol w="1600200"/>
                  <a:gridCol w="1600200"/>
                </a:tblGrid>
                <a:tr h="355600">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WHAT IS INCLUDED</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ctr"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A · REVIEW</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ctr"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B · SPRINT</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ctr"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C · PROGRAM</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r>
                <a:tr h="3810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Current-state review</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E8EEF8"/>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810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Target landing zone design</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E8EEF8"/>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810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Security guardrails as code</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E8EEF8"/>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810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Production landing zone</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E8EEF8"/>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810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Runbooks and cost baseline</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E8EEF8"/>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810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Migration wave plan</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E8EEF8"/>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810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First two waves migrated</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E8EEF8"/>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810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Hypercare, 60 days</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E8EEF8"/>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bl>
            </a:graphicData>
          </a:graphic>
        </p:graphicFrame>
        <p:sp>
          <p:nvSpPr>
            <p:cNvPr id="24" name="node07.row.item-001.a.checked"/>
            <p:cNvSpPr/>
            <p:nvPr/>
          </p:nvSpPr>
          <p:spPr>
            <a:xfrm>
              <a:off x="7391400" y="2070100"/>
              <a:ext cx="152400" cy="152400"/>
            </a:xfrm>
            <a:prstGeom prst="rect">
              <a:avLst/>
            </a:prstGeom>
            <a:solidFill>
              <a:srgbClr val="070154"/>
            </a:solidFill>
            <a:ln>
              <a:noFill/>
            </a:ln>
          </p:spPr>
        </p:sp>
        <p:sp>
          <p:nvSpPr>
            <p:cNvPr id="25" name="node07.row.item-001.a.tick"/>
            <p:cNvSpPr/>
            <p:nvPr/>
          </p:nvSpPr>
          <p:spPr>
            <a:xfrm>
              <a:off x="7391400" y="2070100"/>
              <a:ext cx="152400" cy="152400"/>
            </a:xfrm>
            <a:custGeom>
              <a:avLst/>
              <a:gdLst/>
              <a:ahLst/>
              <a:cxnLst/>
              <a:rect l="l" t="t" r="r" b="b"/>
              <a:pathLst>
                <a:path w="152400" h="152400">
                  <a:moveTo>
                    <a:pt x="38100" y="78740"/>
                  </a:moveTo>
                  <a:lnTo>
                    <a:pt x="63500" y="104140"/>
                  </a:lnTo>
                  <a:lnTo>
                    <a:pt x="114300" y="48260"/>
                  </a:lnTo>
                </a:path>
              </a:pathLst>
            </a:custGeom>
            <a:ln w="17780">
              <a:solidFill>
                <a:srgbClr val="FFFFFF"/>
              </a:solidFill>
              <a:prstDash val="solid"/>
            </a:ln>
          </p:spPr>
        </p:sp>
        <p:sp>
          <p:nvSpPr>
            <p:cNvPr id="26" name="node07.row.item-001.b.checked"/>
            <p:cNvSpPr/>
            <p:nvPr/>
          </p:nvSpPr>
          <p:spPr>
            <a:xfrm>
              <a:off x="8991600" y="2070100"/>
              <a:ext cx="152400" cy="152400"/>
            </a:xfrm>
            <a:prstGeom prst="rect">
              <a:avLst/>
            </a:prstGeom>
            <a:solidFill>
              <a:srgbClr val="070154"/>
            </a:solidFill>
            <a:ln>
              <a:noFill/>
            </a:ln>
          </p:spPr>
        </p:sp>
        <p:sp>
          <p:nvSpPr>
            <p:cNvPr id="27" name="node07.row.item-001.b.tick"/>
            <p:cNvSpPr/>
            <p:nvPr/>
          </p:nvSpPr>
          <p:spPr>
            <a:xfrm>
              <a:off x="8991600" y="2070100"/>
              <a:ext cx="152400" cy="152400"/>
            </a:xfrm>
            <a:custGeom>
              <a:avLst/>
              <a:gdLst/>
              <a:ahLst/>
              <a:cxnLst/>
              <a:rect l="l" t="t" r="r" b="b"/>
              <a:pathLst>
                <a:path w="152400" h="152400">
                  <a:moveTo>
                    <a:pt x="38100" y="78740"/>
                  </a:moveTo>
                  <a:lnTo>
                    <a:pt x="63500" y="104140"/>
                  </a:lnTo>
                  <a:lnTo>
                    <a:pt x="114300" y="48260"/>
                  </a:lnTo>
                </a:path>
              </a:pathLst>
            </a:custGeom>
            <a:ln w="17780">
              <a:solidFill>
                <a:srgbClr val="FFFFFF"/>
              </a:solidFill>
              <a:prstDash val="solid"/>
            </a:ln>
          </p:spPr>
        </p:sp>
        <p:sp>
          <p:nvSpPr>
            <p:cNvPr id="28" name="node07.row.item-001.c.checked"/>
            <p:cNvSpPr/>
            <p:nvPr/>
          </p:nvSpPr>
          <p:spPr>
            <a:xfrm>
              <a:off x="10591800" y="2070100"/>
              <a:ext cx="152400" cy="152400"/>
            </a:xfrm>
            <a:prstGeom prst="rect">
              <a:avLst/>
            </a:prstGeom>
            <a:solidFill>
              <a:srgbClr val="070154"/>
            </a:solidFill>
            <a:ln>
              <a:noFill/>
            </a:ln>
          </p:spPr>
        </p:sp>
        <p:sp>
          <p:nvSpPr>
            <p:cNvPr id="29" name="node07.row.item-001.c.tick"/>
            <p:cNvSpPr/>
            <p:nvPr/>
          </p:nvSpPr>
          <p:spPr>
            <a:xfrm>
              <a:off x="10591800" y="2070100"/>
              <a:ext cx="152400" cy="152400"/>
            </a:xfrm>
            <a:custGeom>
              <a:avLst/>
              <a:gdLst/>
              <a:ahLst/>
              <a:cxnLst/>
              <a:rect l="l" t="t" r="r" b="b"/>
              <a:pathLst>
                <a:path w="152400" h="152400">
                  <a:moveTo>
                    <a:pt x="38100" y="78740"/>
                  </a:moveTo>
                  <a:lnTo>
                    <a:pt x="63500" y="104140"/>
                  </a:lnTo>
                  <a:lnTo>
                    <a:pt x="114300" y="48260"/>
                  </a:lnTo>
                </a:path>
              </a:pathLst>
            </a:custGeom>
            <a:ln w="17780">
              <a:solidFill>
                <a:srgbClr val="FFFFFF"/>
              </a:solidFill>
              <a:prstDash val="solid"/>
            </a:ln>
          </p:spPr>
        </p:sp>
        <p:sp>
          <p:nvSpPr>
            <p:cNvPr id="30" name="node07.row.item-002.a.checked"/>
            <p:cNvSpPr/>
            <p:nvPr/>
          </p:nvSpPr>
          <p:spPr>
            <a:xfrm>
              <a:off x="7391400" y="2451100"/>
              <a:ext cx="152400" cy="152400"/>
            </a:xfrm>
            <a:prstGeom prst="rect">
              <a:avLst/>
            </a:prstGeom>
            <a:solidFill>
              <a:srgbClr val="070154"/>
            </a:solidFill>
            <a:ln>
              <a:noFill/>
            </a:ln>
          </p:spPr>
        </p:sp>
        <p:sp>
          <p:nvSpPr>
            <p:cNvPr id="31" name="node07.row.item-002.a.tick"/>
            <p:cNvSpPr/>
            <p:nvPr/>
          </p:nvSpPr>
          <p:spPr>
            <a:xfrm>
              <a:off x="7391400" y="2451100"/>
              <a:ext cx="152400" cy="152400"/>
            </a:xfrm>
            <a:custGeom>
              <a:avLst/>
              <a:gdLst/>
              <a:ahLst/>
              <a:cxnLst/>
              <a:rect l="l" t="t" r="r" b="b"/>
              <a:pathLst>
                <a:path w="152400" h="152400">
                  <a:moveTo>
                    <a:pt x="38100" y="78740"/>
                  </a:moveTo>
                  <a:lnTo>
                    <a:pt x="63500" y="104140"/>
                  </a:lnTo>
                  <a:lnTo>
                    <a:pt x="114300" y="48260"/>
                  </a:lnTo>
                </a:path>
              </a:pathLst>
            </a:custGeom>
            <a:ln w="17780">
              <a:solidFill>
                <a:srgbClr val="FFFFFF"/>
              </a:solidFill>
              <a:prstDash val="solid"/>
            </a:ln>
          </p:spPr>
        </p:sp>
        <p:sp>
          <p:nvSpPr>
            <p:cNvPr id="32" name="node07.row.item-002.b.checked"/>
            <p:cNvSpPr/>
            <p:nvPr/>
          </p:nvSpPr>
          <p:spPr>
            <a:xfrm>
              <a:off x="8991600" y="2451100"/>
              <a:ext cx="152400" cy="152400"/>
            </a:xfrm>
            <a:prstGeom prst="rect">
              <a:avLst/>
            </a:prstGeom>
            <a:solidFill>
              <a:srgbClr val="070154"/>
            </a:solidFill>
            <a:ln>
              <a:noFill/>
            </a:ln>
          </p:spPr>
        </p:sp>
        <p:sp>
          <p:nvSpPr>
            <p:cNvPr id="33" name="node07.row.item-002.b.tick"/>
            <p:cNvSpPr/>
            <p:nvPr/>
          </p:nvSpPr>
          <p:spPr>
            <a:xfrm>
              <a:off x="8991600" y="2451100"/>
              <a:ext cx="152400" cy="152400"/>
            </a:xfrm>
            <a:custGeom>
              <a:avLst/>
              <a:gdLst/>
              <a:ahLst/>
              <a:cxnLst/>
              <a:rect l="l" t="t" r="r" b="b"/>
              <a:pathLst>
                <a:path w="152400" h="152400">
                  <a:moveTo>
                    <a:pt x="38100" y="78740"/>
                  </a:moveTo>
                  <a:lnTo>
                    <a:pt x="63500" y="104140"/>
                  </a:lnTo>
                  <a:lnTo>
                    <a:pt x="114300" y="48260"/>
                  </a:lnTo>
                </a:path>
              </a:pathLst>
            </a:custGeom>
            <a:ln w="17780">
              <a:solidFill>
                <a:srgbClr val="FFFFFF"/>
              </a:solidFill>
              <a:prstDash val="solid"/>
            </a:ln>
          </p:spPr>
        </p:sp>
        <p:sp>
          <p:nvSpPr>
            <p:cNvPr id="34" name="node07.row.item-002.c.checked"/>
            <p:cNvSpPr/>
            <p:nvPr/>
          </p:nvSpPr>
          <p:spPr>
            <a:xfrm>
              <a:off x="10591800" y="2451100"/>
              <a:ext cx="152400" cy="152400"/>
            </a:xfrm>
            <a:prstGeom prst="rect">
              <a:avLst/>
            </a:prstGeom>
            <a:solidFill>
              <a:srgbClr val="070154"/>
            </a:solidFill>
            <a:ln>
              <a:noFill/>
            </a:ln>
          </p:spPr>
        </p:sp>
        <p:sp>
          <p:nvSpPr>
            <p:cNvPr id="35" name="node07.row.item-002.c.tick"/>
            <p:cNvSpPr/>
            <p:nvPr/>
          </p:nvSpPr>
          <p:spPr>
            <a:xfrm>
              <a:off x="10591800" y="2451100"/>
              <a:ext cx="152400" cy="152400"/>
            </a:xfrm>
            <a:custGeom>
              <a:avLst/>
              <a:gdLst/>
              <a:ahLst/>
              <a:cxnLst/>
              <a:rect l="l" t="t" r="r" b="b"/>
              <a:pathLst>
                <a:path w="152400" h="152400">
                  <a:moveTo>
                    <a:pt x="38100" y="78740"/>
                  </a:moveTo>
                  <a:lnTo>
                    <a:pt x="63500" y="104140"/>
                  </a:lnTo>
                  <a:lnTo>
                    <a:pt x="114300" y="48260"/>
                  </a:lnTo>
                </a:path>
              </a:pathLst>
            </a:custGeom>
            <a:ln w="17780">
              <a:solidFill>
                <a:srgbClr val="FFFFFF"/>
              </a:solidFill>
              <a:prstDash val="solid"/>
            </a:ln>
          </p:spPr>
        </p:sp>
        <p:sp>
          <p:nvSpPr>
            <p:cNvPr id="36" name="node07.row.item-003.a.dash"/>
            <p:cNvSpPr/>
            <p:nvPr/>
          </p:nvSpPr>
          <p:spPr>
            <a:xfrm>
              <a:off x="7410450" y="2901950"/>
              <a:ext cx="114300" cy="12700"/>
            </a:xfrm>
            <a:prstGeom prst="rect">
              <a:avLst/>
            </a:prstGeom>
            <a:solidFill>
              <a:srgbClr val="50658E"/>
            </a:solidFill>
            <a:ln>
              <a:noFill/>
            </a:ln>
          </p:spPr>
        </p:sp>
        <p:sp>
          <p:nvSpPr>
            <p:cNvPr id="37" name="node07.row.item-003.b.checked"/>
            <p:cNvSpPr/>
            <p:nvPr/>
          </p:nvSpPr>
          <p:spPr>
            <a:xfrm>
              <a:off x="8991600" y="2832100"/>
              <a:ext cx="152400" cy="152400"/>
            </a:xfrm>
            <a:prstGeom prst="rect">
              <a:avLst/>
            </a:prstGeom>
            <a:solidFill>
              <a:srgbClr val="070154"/>
            </a:solidFill>
            <a:ln>
              <a:noFill/>
            </a:ln>
          </p:spPr>
        </p:sp>
        <p:sp>
          <p:nvSpPr>
            <p:cNvPr id="38" name="node07.row.item-003.b.tick"/>
            <p:cNvSpPr/>
            <p:nvPr/>
          </p:nvSpPr>
          <p:spPr>
            <a:xfrm>
              <a:off x="8991600" y="2832100"/>
              <a:ext cx="152400" cy="152400"/>
            </a:xfrm>
            <a:custGeom>
              <a:avLst/>
              <a:gdLst/>
              <a:ahLst/>
              <a:cxnLst/>
              <a:rect l="l" t="t" r="r" b="b"/>
              <a:pathLst>
                <a:path w="152400" h="152400">
                  <a:moveTo>
                    <a:pt x="38100" y="78740"/>
                  </a:moveTo>
                  <a:lnTo>
                    <a:pt x="63500" y="104140"/>
                  </a:lnTo>
                  <a:lnTo>
                    <a:pt x="114300" y="48260"/>
                  </a:lnTo>
                </a:path>
              </a:pathLst>
            </a:custGeom>
            <a:ln w="17780">
              <a:solidFill>
                <a:srgbClr val="FFFFFF"/>
              </a:solidFill>
              <a:prstDash val="solid"/>
            </a:ln>
          </p:spPr>
        </p:sp>
        <p:sp>
          <p:nvSpPr>
            <p:cNvPr id="39" name="node07.row.item-003.c.checked"/>
            <p:cNvSpPr/>
            <p:nvPr/>
          </p:nvSpPr>
          <p:spPr>
            <a:xfrm>
              <a:off x="10591800" y="2832100"/>
              <a:ext cx="152400" cy="152400"/>
            </a:xfrm>
            <a:prstGeom prst="rect">
              <a:avLst/>
            </a:prstGeom>
            <a:solidFill>
              <a:srgbClr val="070154"/>
            </a:solidFill>
            <a:ln>
              <a:noFill/>
            </a:ln>
          </p:spPr>
        </p:sp>
        <p:sp>
          <p:nvSpPr>
            <p:cNvPr id="40" name="node07.row.item-003.c.tick"/>
            <p:cNvSpPr/>
            <p:nvPr/>
          </p:nvSpPr>
          <p:spPr>
            <a:xfrm>
              <a:off x="10591800" y="2832100"/>
              <a:ext cx="152400" cy="152400"/>
            </a:xfrm>
            <a:custGeom>
              <a:avLst/>
              <a:gdLst/>
              <a:ahLst/>
              <a:cxnLst/>
              <a:rect l="l" t="t" r="r" b="b"/>
              <a:pathLst>
                <a:path w="152400" h="152400">
                  <a:moveTo>
                    <a:pt x="38100" y="78740"/>
                  </a:moveTo>
                  <a:lnTo>
                    <a:pt x="63500" y="104140"/>
                  </a:lnTo>
                  <a:lnTo>
                    <a:pt x="114300" y="48260"/>
                  </a:lnTo>
                </a:path>
              </a:pathLst>
            </a:custGeom>
            <a:ln w="17780">
              <a:solidFill>
                <a:srgbClr val="FFFFFF"/>
              </a:solidFill>
              <a:prstDash val="solid"/>
            </a:ln>
          </p:spPr>
        </p:sp>
        <p:sp>
          <p:nvSpPr>
            <p:cNvPr id="41" name="node07.row.item-004.a.dash"/>
            <p:cNvSpPr/>
            <p:nvPr/>
          </p:nvSpPr>
          <p:spPr>
            <a:xfrm>
              <a:off x="7410450" y="3282950"/>
              <a:ext cx="114300" cy="12700"/>
            </a:xfrm>
            <a:prstGeom prst="rect">
              <a:avLst/>
            </a:prstGeom>
            <a:solidFill>
              <a:srgbClr val="50658E"/>
            </a:solidFill>
            <a:ln>
              <a:noFill/>
            </a:ln>
          </p:spPr>
        </p:sp>
        <p:sp>
          <p:nvSpPr>
            <p:cNvPr id="42" name="node07.row.item-004.b.checked"/>
            <p:cNvSpPr/>
            <p:nvPr/>
          </p:nvSpPr>
          <p:spPr>
            <a:xfrm>
              <a:off x="8991600" y="3213100"/>
              <a:ext cx="152400" cy="152400"/>
            </a:xfrm>
            <a:prstGeom prst="rect">
              <a:avLst/>
            </a:prstGeom>
            <a:solidFill>
              <a:srgbClr val="070154"/>
            </a:solidFill>
            <a:ln>
              <a:noFill/>
            </a:ln>
          </p:spPr>
        </p:sp>
        <p:sp>
          <p:nvSpPr>
            <p:cNvPr id="43" name="node07.row.item-004.b.tick"/>
            <p:cNvSpPr/>
            <p:nvPr/>
          </p:nvSpPr>
          <p:spPr>
            <a:xfrm>
              <a:off x="8991600" y="3213100"/>
              <a:ext cx="152400" cy="152400"/>
            </a:xfrm>
            <a:custGeom>
              <a:avLst/>
              <a:gdLst/>
              <a:ahLst/>
              <a:cxnLst/>
              <a:rect l="l" t="t" r="r" b="b"/>
              <a:pathLst>
                <a:path w="152400" h="152400">
                  <a:moveTo>
                    <a:pt x="38100" y="78740"/>
                  </a:moveTo>
                  <a:lnTo>
                    <a:pt x="63500" y="104140"/>
                  </a:lnTo>
                  <a:lnTo>
                    <a:pt x="114300" y="48260"/>
                  </a:lnTo>
                </a:path>
              </a:pathLst>
            </a:custGeom>
            <a:ln w="17780">
              <a:solidFill>
                <a:srgbClr val="FFFFFF"/>
              </a:solidFill>
              <a:prstDash val="solid"/>
            </a:ln>
          </p:spPr>
        </p:sp>
        <p:sp>
          <p:nvSpPr>
            <p:cNvPr id="44" name="node07.row.item-004.c.checked"/>
            <p:cNvSpPr/>
            <p:nvPr/>
          </p:nvSpPr>
          <p:spPr>
            <a:xfrm>
              <a:off x="10591800" y="3213100"/>
              <a:ext cx="152400" cy="152400"/>
            </a:xfrm>
            <a:prstGeom prst="rect">
              <a:avLst/>
            </a:prstGeom>
            <a:solidFill>
              <a:srgbClr val="070154"/>
            </a:solidFill>
            <a:ln>
              <a:noFill/>
            </a:ln>
          </p:spPr>
        </p:sp>
        <p:sp>
          <p:nvSpPr>
            <p:cNvPr id="45" name="node07.row.item-004.c.tick"/>
            <p:cNvSpPr/>
            <p:nvPr/>
          </p:nvSpPr>
          <p:spPr>
            <a:xfrm>
              <a:off x="10591800" y="3213100"/>
              <a:ext cx="152400" cy="152400"/>
            </a:xfrm>
            <a:custGeom>
              <a:avLst/>
              <a:gdLst/>
              <a:ahLst/>
              <a:cxnLst/>
              <a:rect l="l" t="t" r="r" b="b"/>
              <a:pathLst>
                <a:path w="152400" h="152400">
                  <a:moveTo>
                    <a:pt x="38100" y="78740"/>
                  </a:moveTo>
                  <a:lnTo>
                    <a:pt x="63500" y="104140"/>
                  </a:lnTo>
                  <a:lnTo>
                    <a:pt x="114300" y="48260"/>
                  </a:lnTo>
                </a:path>
              </a:pathLst>
            </a:custGeom>
            <a:ln w="17780">
              <a:solidFill>
                <a:srgbClr val="FFFFFF"/>
              </a:solidFill>
              <a:prstDash val="solid"/>
            </a:ln>
          </p:spPr>
        </p:sp>
        <p:sp>
          <p:nvSpPr>
            <p:cNvPr id="46" name="node07.row.item-005.a.dash"/>
            <p:cNvSpPr/>
            <p:nvPr/>
          </p:nvSpPr>
          <p:spPr>
            <a:xfrm>
              <a:off x="7410450" y="3663950"/>
              <a:ext cx="114300" cy="12700"/>
            </a:xfrm>
            <a:prstGeom prst="rect">
              <a:avLst/>
            </a:prstGeom>
            <a:solidFill>
              <a:srgbClr val="50658E"/>
            </a:solidFill>
            <a:ln>
              <a:noFill/>
            </a:ln>
          </p:spPr>
        </p:sp>
        <p:sp>
          <p:nvSpPr>
            <p:cNvPr id="47" name="node07.row.item-005.b.checked"/>
            <p:cNvSpPr/>
            <p:nvPr/>
          </p:nvSpPr>
          <p:spPr>
            <a:xfrm>
              <a:off x="8991600" y="3594100"/>
              <a:ext cx="152400" cy="152400"/>
            </a:xfrm>
            <a:prstGeom prst="rect">
              <a:avLst/>
            </a:prstGeom>
            <a:solidFill>
              <a:srgbClr val="070154"/>
            </a:solidFill>
            <a:ln>
              <a:noFill/>
            </a:ln>
          </p:spPr>
        </p:sp>
        <p:sp>
          <p:nvSpPr>
            <p:cNvPr id="48" name="node07.row.item-005.b.tick"/>
            <p:cNvSpPr/>
            <p:nvPr/>
          </p:nvSpPr>
          <p:spPr>
            <a:xfrm>
              <a:off x="8991600" y="3594100"/>
              <a:ext cx="152400" cy="152400"/>
            </a:xfrm>
            <a:custGeom>
              <a:avLst/>
              <a:gdLst/>
              <a:ahLst/>
              <a:cxnLst/>
              <a:rect l="l" t="t" r="r" b="b"/>
              <a:pathLst>
                <a:path w="152400" h="152400">
                  <a:moveTo>
                    <a:pt x="38100" y="78740"/>
                  </a:moveTo>
                  <a:lnTo>
                    <a:pt x="63500" y="104140"/>
                  </a:lnTo>
                  <a:lnTo>
                    <a:pt x="114300" y="48260"/>
                  </a:lnTo>
                </a:path>
              </a:pathLst>
            </a:custGeom>
            <a:ln w="17780">
              <a:solidFill>
                <a:srgbClr val="FFFFFF"/>
              </a:solidFill>
              <a:prstDash val="solid"/>
            </a:ln>
          </p:spPr>
        </p:sp>
        <p:sp>
          <p:nvSpPr>
            <p:cNvPr id="49" name="node07.row.item-005.c.checked"/>
            <p:cNvSpPr/>
            <p:nvPr/>
          </p:nvSpPr>
          <p:spPr>
            <a:xfrm>
              <a:off x="10591800" y="3594100"/>
              <a:ext cx="152400" cy="152400"/>
            </a:xfrm>
            <a:prstGeom prst="rect">
              <a:avLst/>
            </a:prstGeom>
            <a:solidFill>
              <a:srgbClr val="070154"/>
            </a:solidFill>
            <a:ln>
              <a:noFill/>
            </a:ln>
          </p:spPr>
        </p:sp>
        <p:sp>
          <p:nvSpPr>
            <p:cNvPr id="50" name="node07.row.item-005.c.tick"/>
            <p:cNvSpPr/>
            <p:nvPr/>
          </p:nvSpPr>
          <p:spPr>
            <a:xfrm>
              <a:off x="10591800" y="3594100"/>
              <a:ext cx="152400" cy="152400"/>
            </a:xfrm>
            <a:custGeom>
              <a:avLst/>
              <a:gdLst/>
              <a:ahLst/>
              <a:cxnLst/>
              <a:rect l="l" t="t" r="r" b="b"/>
              <a:pathLst>
                <a:path w="152400" h="152400">
                  <a:moveTo>
                    <a:pt x="38100" y="78740"/>
                  </a:moveTo>
                  <a:lnTo>
                    <a:pt x="63500" y="104140"/>
                  </a:lnTo>
                  <a:lnTo>
                    <a:pt x="114300" y="48260"/>
                  </a:lnTo>
                </a:path>
              </a:pathLst>
            </a:custGeom>
            <a:ln w="17780">
              <a:solidFill>
                <a:srgbClr val="FFFFFF"/>
              </a:solidFill>
              <a:prstDash val="solid"/>
            </a:ln>
          </p:spPr>
        </p:sp>
        <p:sp>
          <p:nvSpPr>
            <p:cNvPr id="51" name="node07.row.item-006.a.dash"/>
            <p:cNvSpPr/>
            <p:nvPr/>
          </p:nvSpPr>
          <p:spPr>
            <a:xfrm>
              <a:off x="7410450" y="4044950"/>
              <a:ext cx="114300" cy="12700"/>
            </a:xfrm>
            <a:prstGeom prst="rect">
              <a:avLst/>
            </a:prstGeom>
            <a:solidFill>
              <a:srgbClr val="50658E"/>
            </a:solidFill>
            <a:ln>
              <a:noFill/>
            </a:ln>
          </p:spPr>
        </p:sp>
        <p:sp>
          <p:nvSpPr>
            <p:cNvPr id="52" name="node07.row.item-006.b.dash"/>
            <p:cNvSpPr/>
            <p:nvPr/>
          </p:nvSpPr>
          <p:spPr>
            <a:xfrm>
              <a:off x="9010650" y="4044950"/>
              <a:ext cx="114300" cy="12700"/>
            </a:xfrm>
            <a:prstGeom prst="rect">
              <a:avLst/>
            </a:prstGeom>
            <a:solidFill>
              <a:srgbClr val="50658E"/>
            </a:solidFill>
            <a:ln>
              <a:noFill/>
            </a:ln>
          </p:spPr>
        </p:sp>
        <p:sp>
          <p:nvSpPr>
            <p:cNvPr id="53" name="node07.row.item-006.c.checked"/>
            <p:cNvSpPr/>
            <p:nvPr/>
          </p:nvSpPr>
          <p:spPr>
            <a:xfrm>
              <a:off x="10591800" y="3975100"/>
              <a:ext cx="152400" cy="152400"/>
            </a:xfrm>
            <a:prstGeom prst="rect">
              <a:avLst/>
            </a:prstGeom>
            <a:solidFill>
              <a:srgbClr val="070154"/>
            </a:solidFill>
            <a:ln>
              <a:noFill/>
            </a:ln>
          </p:spPr>
        </p:sp>
        <p:sp>
          <p:nvSpPr>
            <p:cNvPr id="54" name="node07.row.item-006.c.tick"/>
            <p:cNvSpPr/>
            <p:nvPr/>
          </p:nvSpPr>
          <p:spPr>
            <a:xfrm>
              <a:off x="10591800" y="3975100"/>
              <a:ext cx="152400" cy="152400"/>
            </a:xfrm>
            <a:custGeom>
              <a:avLst/>
              <a:gdLst/>
              <a:ahLst/>
              <a:cxnLst/>
              <a:rect l="l" t="t" r="r" b="b"/>
              <a:pathLst>
                <a:path w="152400" h="152400">
                  <a:moveTo>
                    <a:pt x="38100" y="78740"/>
                  </a:moveTo>
                  <a:lnTo>
                    <a:pt x="63500" y="104140"/>
                  </a:lnTo>
                  <a:lnTo>
                    <a:pt x="114300" y="48260"/>
                  </a:lnTo>
                </a:path>
              </a:pathLst>
            </a:custGeom>
            <a:ln w="17780">
              <a:solidFill>
                <a:srgbClr val="FFFFFF"/>
              </a:solidFill>
              <a:prstDash val="solid"/>
            </a:ln>
          </p:spPr>
        </p:sp>
        <p:sp>
          <p:nvSpPr>
            <p:cNvPr id="55" name="node07.row.item-007.a.dash"/>
            <p:cNvSpPr/>
            <p:nvPr/>
          </p:nvSpPr>
          <p:spPr>
            <a:xfrm>
              <a:off x="7410450" y="4425950"/>
              <a:ext cx="114300" cy="12700"/>
            </a:xfrm>
            <a:prstGeom prst="rect">
              <a:avLst/>
            </a:prstGeom>
            <a:solidFill>
              <a:srgbClr val="50658E"/>
            </a:solidFill>
            <a:ln>
              <a:noFill/>
            </a:ln>
          </p:spPr>
        </p:sp>
        <p:sp>
          <p:nvSpPr>
            <p:cNvPr id="56" name="node07.row.item-007.b.dash"/>
            <p:cNvSpPr/>
            <p:nvPr/>
          </p:nvSpPr>
          <p:spPr>
            <a:xfrm>
              <a:off x="9010650" y="4425950"/>
              <a:ext cx="114300" cy="12700"/>
            </a:xfrm>
            <a:prstGeom prst="rect">
              <a:avLst/>
            </a:prstGeom>
            <a:solidFill>
              <a:srgbClr val="50658E"/>
            </a:solidFill>
            <a:ln>
              <a:noFill/>
            </a:ln>
          </p:spPr>
        </p:sp>
        <p:sp>
          <p:nvSpPr>
            <p:cNvPr id="57" name="node07.row.item-007.c.checked"/>
            <p:cNvSpPr/>
            <p:nvPr/>
          </p:nvSpPr>
          <p:spPr>
            <a:xfrm>
              <a:off x="10591800" y="4356100"/>
              <a:ext cx="152400" cy="152400"/>
            </a:xfrm>
            <a:prstGeom prst="rect">
              <a:avLst/>
            </a:prstGeom>
            <a:solidFill>
              <a:srgbClr val="070154"/>
            </a:solidFill>
            <a:ln>
              <a:noFill/>
            </a:ln>
          </p:spPr>
        </p:sp>
        <p:sp>
          <p:nvSpPr>
            <p:cNvPr id="58" name="node07.row.item-007.c.tick"/>
            <p:cNvSpPr/>
            <p:nvPr/>
          </p:nvSpPr>
          <p:spPr>
            <a:xfrm>
              <a:off x="10591800" y="4356100"/>
              <a:ext cx="152400" cy="152400"/>
            </a:xfrm>
            <a:custGeom>
              <a:avLst/>
              <a:gdLst/>
              <a:ahLst/>
              <a:cxnLst/>
              <a:rect l="l" t="t" r="r" b="b"/>
              <a:pathLst>
                <a:path w="152400" h="152400">
                  <a:moveTo>
                    <a:pt x="38100" y="78740"/>
                  </a:moveTo>
                  <a:lnTo>
                    <a:pt x="63500" y="104140"/>
                  </a:lnTo>
                  <a:lnTo>
                    <a:pt x="114300" y="48260"/>
                  </a:lnTo>
                </a:path>
              </a:pathLst>
            </a:custGeom>
            <a:ln w="17780">
              <a:solidFill>
                <a:srgbClr val="FFFFFF"/>
              </a:solidFill>
              <a:prstDash val="solid"/>
            </a:ln>
          </p:spPr>
        </p:sp>
        <p:sp>
          <p:nvSpPr>
            <p:cNvPr id="59" name="node07.row.item-008.a.dash"/>
            <p:cNvSpPr/>
            <p:nvPr/>
          </p:nvSpPr>
          <p:spPr>
            <a:xfrm>
              <a:off x="7410450" y="4806950"/>
              <a:ext cx="114300" cy="12700"/>
            </a:xfrm>
            <a:prstGeom prst="rect">
              <a:avLst/>
            </a:prstGeom>
            <a:solidFill>
              <a:srgbClr val="50658E"/>
            </a:solidFill>
            <a:ln>
              <a:noFill/>
            </a:ln>
          </p:spPr>
        </p:sp>
        <p:sp>
          <p:nvSpPr>
            <p:cNvPr id="60" name="node07.row.item-008.b.dash"/>
            <p:cNvSpPr/>
            <p:nvPr/>
          </p:nvSpPr>
          <p:spPr>
            <a:xfrm>
              <a:off x="9010650" y="4806950"/>
              <a:ext cx="114300" cy="12700"/>
            </a:xfrm>
            <a:prstGeom prst="rect">
              <a:avLst/>
            </a:prstGeom>
            <a:solidFill>
              <a:srgbClr val="50658E"/>
            </a:solidFill>
            <a:ln>
              <a:noFill/>
            </a:ln>
          </p:spPr>
        </p:sp>
        <p:sp>
          <p:nvSpPr>
            <p:cNvPr id="61" name="node07.row.item-008.c.checked"/>
            <p:cNvSpPr/>
            <p:nvPr/>
          </p:nvSpPr>
          <p:spPr>
            <a:xfrm>
              <a:off x="10591800" y="4737100"/>
              <a:ext cx="152400" cy="152400"/>
            </a:xfrm>
            <a:prstGeom prst="rect">
              <a:avLst/>
            </a:prstGeom>
            <a:solidFill>
              <a:srgbClr val="070154"/>
            </a:solidFill>
            <a:ln>
              <a:noFill/>
            </a:ln>
          </p:spPr>
        </p:sp>
        <p:sp>
          <p:nvSpPr>
            <p:cNvPr id="62" name="node07.row.item-008.c.tick"/>
            <p:cNvSpPr/>
            <p:nvPr/>
          </p:nvSpPr>
          <p:spPr>
            <a:xfrm>
              <a:off x="10591800" y="4737100"/>
              <a:ext cx="152400" cy="152400"/>
            </a:xfrm>
            <a:custGeom>
              <a:avLst/>
              <a:gdLst/>
              <a:ahLst/>
              <a:cxnLst/>
              <a:rect l="l" t="t" r="r" b="b"/>
              <a:pathLst>
                <a:path w="152400" h="152400">
                  <a:moveTo>
                    <a:pt x="38100" y="78740"/>
                  </a:moveTo>
                  <a:lnTo>
                    <a:pt x="63500" y="104140"/>
                  </a:lnTo>
                  <a:lnTo>
                    <a:pt x="114300" y="48260"/>
                  </a:lnTo>
                </a:path>
              </a:pathLst>
            </a:custGeom>
            <a:ln w="17780">
              <a:solidFill>
                <a:srgbClr val="FFFFFF"/>
              </a:solidFill>
              <a:prstDash val="solid"/>
            </a:ln>
          </p:spPr>
        </p:sp>
        <p:sp>
          <p:nvSpPr>
            <p:cNvPr id="63" name="node07.highlight-edge"/>
            <p:cNvSpPr/>
            <p:nvPr/>
          </p:nvSpPr>
          <p:spPr>
            <a:xfrm>
              <a:off x="8267700" y="1562100"/>
              <a:ext cx="1600200" cy="38100"/>
            </a:xfrm>
            <a:prstGeom prst="rect">
              <a:avLst/>
            </a:prstGeom>
            <a:solidFill>
              <a:srgbClr val="0047FF"/>
            </a:solidFill>
            <a:ln>
              <a:noFill/>
            </a:ln>
          </p:spPr>
        </p:sp>
      </p:grpSp>
      <p:grpSp>
        <p:nvGrpSpPr>
          <p:cNvPr id="82" name="node08"/>
          <p:cNvGrpSpPr/>
          <p:nvPr/>
        </p:nvGrpSpPr>
        <p:grpSpPr>
          <a:xfrm>
            <a:off x="6667500" y="5029200"/>
            <a:ext cx="1371600" cy="685800"/>
            <a:chOff x="6667500" y="5029200"/>
            <a:chExt cx="1371600" cy="685800"/>
          </a:xfrm>
        </p:grpSpPr>
        <p:sp>
          <p:nvSpPr>
            <p:cNvPr id="64" name="node08.surface"/>
            <p:cNvSpPr/>
            <p:nvPr/>
          </p:nvSpPr>
          <p:spPr>
            <a:xfrm>
              <a:off x="6667500" y="5029200"/>
              <a:ext cx="1371600" cy="685800"/>
            </a:xfrm>
            <a:prstGeom prst="rect">
              <a:avLst/>
            </a:prstGeom>
            <a:solidFill>
              <a:srgbClr val="E8EEF8"/>
            </a:solidFill>
            <a:ln>
              <a:noFill/>
            </a:ln>
          </p:spPr>
        </p:sp>
      </p:grpSp>
      <p:grpSp>
        <p:nvGrpSpPr>
          <p:cNvPr id="83" name="node09"/>
          <p:cNvGrpSpPr/>
          <p:nvPr/>
        </p:nvGrpSpPr>
        <p:grpSpPr>
          <a:xfrm>
            <a:off x="6781800" y="5067300"/>
            <a:ext cx="1143000" cy="304800"/>
            <a:chOff x="6781800" y="5067300"/>
            <a:chExt cx="1143000" cy="304800"/>
          </a:xfrm>
        </p:grpSpPr>
        <p:sp>
          <p:nvSpPr>
            <p:cNvPr id="65" name="node09.text"/>
            <p:cNvSpPr/>
            <p:nvPr/>
          </p:nvSpPr>
          <p:spPr>
            <a:xfrm>
              <a:off x="6781800" y="5067300"/>
              <a:ext cx="11430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$75K</a:t>
              </a:r>
              <a:endParaRPr lang="en-US" sz="1800" spc="-18" kern="0" b="0" i="0" dirty="0">
                <a:solidFill>
                  <a:srgbClr val="070154"/>
                </a:solidFill>
                <a:latin typeface="IBM Plex Sans SemiBold"/>
                <a:ea typeface="IBM Plex Sans SemiBold"/>
                <a:cs typeface="IBM Plex Sans SemiBold"/>
              </a:endParaRPr>
            </a:p>
          </p:txBody>
        </p:sp>
      </p:grpSp>
      <p:grpSp>
        <p:nvGrpSpPr>
          <p:cNvPr id="84" name="node10"/>
          <p:cNvGrpSpPr/>
          <p:nvPr/>
        </p:nvGrpSpPr>
        <p:grpSpPr>
          <a:xfrm>
            <a:off x="6781800" y="5410200"/>
            <a:ext cx="1143000" cy="228600"/>
            <a:chOff x="6781800" y="5410200"/>
            <a:chExt cx="1143000" cy="228600"/>
          </a:xfrm>
        </p:grpSpPr>
        <p:sp>
          <p:nvSpPr>
            <p:cNvPr id="66" name="node10.text"/>
            <p:cNvSpPr/>
            <p:nvPr/>
          </p:nvSpPr>
          <p:spPr>
            <a:xfrm>
              <a:off x="6781800" y="5410200"/>
              <a:ext cx="1143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3 weeks, fixed</a:t>
              </a:r>
              <a:endParaRPr lang="en-US" sz="1200" spc="0" kern="0" b="0" i="0" dirty="0">
                <a:solidFill>
                  <a:srgbClr val="070154"/>
                </a:solidFill>
                <a:latin typeface="IBM Plex Sans"/>
                <a:ea typeface="IBM Plex Sans"/>
                <a:cs typeface="IBM Plex Sans"/>
              </a:endParaRPr>
            </a:p>
          </p:txBody>
        </p:sp>
      </p:grpSp>
      <p:grpSp>
        <p:nvGrpSpPr>
          <p:cNvPr id="85" name="node11"/>
          <p:cNvGrpSpPr/>
          <p:nvPr/>
        </p:nvGrpSpPr>
        <p:grpSpPr>
          <a:xfrm>
            <a:off x="8267700" y="5029200"/>
            <a:ext cx="1371600" cy="685800"/>
            <a:chOff x="8267700" y="5029200"/>
            <a:chExt cx="1371600" cy="685800"/>
          </a:xfrm>
        </p:grpSpPr>
        <p:sp>
          <p:nvSpPr>
            <p:cNvPr id="67" name="node11.surface"/>
            <p:cNvSpPr/>
            <p:nvPr/>
          </p:nvSpPr>
          <p:spPr>
            <a:xfrm>
              <a:off x="8267700" y="5029200"/>
              <a:ext cx="1371600" cy="685800"/>
            </a:xfrm>
            <a:prstGeom prst="rect">
              <a:avLst/>
            </a:prstGeom>
            <a:solidFill>
              <a:srgbClr val="070154"/>
            </a:solidFill>
            <a:ln>
              <a:noFill/>
            </a:ln>
          </p:spPr>
        </p:sp>
      </p:grpSp>
      <p:grpSp>
        <p:nvGrpSpPr>
          <p:cNvPr id="86" name="node12"/>
          <p:cNvGrpSpPr/>
          <p:nvPr/>
        </p:nvGrpSpPr>
        <p:grpSpPr>
          <a:xfrm>
            <a:off x="8382000" y="5067300"/>
            <a:ext cx="1143000" cy="304800"/>
            <a:chOff x="8382000" y="5067300"/>
            <a:chExt cx="1143000" cy="304800"/>
          </a:xfrm>
        </p:grpSpPr>
        <p:sp>
          <p:nvSpPr>
            <p:cNvPr id="68" name="node12.text"/>
            <p:cNvSpPr/>
            <p:nvPr/>
          </p:nvSpPr>
          <p:spPr>
            <a:xfrm>
              <a:off x="8382000" y="5067300"/>
              <a:ext cx="11430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FFFFFF"/>
                  </a:solidFill>
                  <a:latin typeface="IBM Plex Sans SemiBold"/>
                  <a:ea typeface="IBM Plex Sans SemiBold"/>
                  <a:cs typeface="IBM Plex Sans SemiBold"/>
                </a:rPr>
                <a:t>$210K</a:t>
              </a:r>
              <a:endParaRPr lang="en-US" sz="1800" spc="-18" kern="0" b="0" i="0" dirty="0">
                <a:solidFill>
                  <a:srgbClr val="FFFFFF"/>
                </a:solidFill>
                <a:latin typeface="IBM Plex Sans SemiBold"/>
                <a:ea typeface="IBM Plex Sans SemiBold"/>
                <a:cs typeface="IBM Plex Sans SemiBold"/>
              </a:endParaRPr>
            </a:p>
          </p:txBody>
        </p:sp>
      </p:grpSp>
      <p:grpSp>
        <p:nvGrpSpPr>
          <p:cNvPr id="87" name="node13"/>
          <p:cNvGrpSpPr/>
          <p:nvPr/>
        </p:nvGrpSpPr>
        <p:grpSpPr>
          <a:xfrm>
            <a:off x="8382000" y="5410200"/>
            <a:ext cx="1143000" cy="228600"/>
            <a:chOff x="8382000" y="5410200"/>
            <a:chExt cx="1143000" cy="228600"/>
          </a:xfrm>
        </p:grpSpPr>
        <p:sp>
          <p:nvSpPr>
            <p:cNvPr id="69" name="node13.text"/>
            <p:cNvSpPr/>
            <p:nvPr/>
          </p:nvSpPr>
          <p:spPr>
            <a:xfrm>
              <a:off x="8382000" y="5410200"/>
              <a:ext cx="1143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8 weeks, fixed</a:t>
              </a:r>
              <a:endParaRPr lang="en-US" sz="1200" spc="0" kern="0" b="0" i="0" dirty="0">
                <a:solidFill>
                  <a:srgbClr val="FFFFFF"/>
                </a:solidFill>
                <a:latin typeface="IBM Plex Sans"/>
                <a:ea typeface="IBM Plex Sans"/>
                <a:cs typeface="IBM Plex Sans"/>
              </a:endParaRPr>
            </a:p>
          </p:txBody>
        </p:sp>
      </p:grpSp>
      <p:grpSp>
        <p:nvGrpSpPr>
          <p:cNvPr id="88" name="node14"/>
          <p:cNvGrpSpPr/>
          <p:nvPr/>
        </p:nvGrpSpPr>
        <p:grpSpPr>
          <a:xfrm>
            <a:off x="9867900" y="5029200"/>
            <a:ext cx="1371600" cy="685800"/>
            <a:chOff x="9867900" y="5029200"/>
            <a:chExt cx="1371600" cy="685800"/>
          </a:xfrm>
        </p:grpSpPr>
        <p:sp>
          <p:nvSpPr>
            <p:cNvPr id="70" name="node14.surface"/>
            <p:cNvSpPr/>
            <p:nvPr/>
          </p:nvSpPr>
          <p:spPr>
            <a:xfrm>
              <a:off x="9867900" y="5029200"/>
              <a:ext cx="1371600" cy="685800"/>
            </a:xfrm>
            <a:prstGeom prst="rect">
              <a:avLst/>
            </a:prstGeom>
            <a:solidFill>
              <a:srgbClr val="E8EEF8"/>
            </a:solidFill>
            <a:ln>
              <a:noFill/>
            </a:ln>
          </p:spPr>
        </p:sp>
      </p:grpSp>
      <p:grpSp>
        <p:nvGrpSpPr>
          <p:cNvPr id="89" name="node15"/>
          <p:cNvGrpSpPr/>
          <p:nvPr/>
        </p:nvGrpSpPr>
        <p:grpSpPr>
          <a:xfrm>
            <a:off x="9982200" y="5067300"/>
            <a:ext cx="1143000" cy="304800"/>
            <a:chOff x="9982200" y="5067300"/>
            <a:chExt cx="1143000" cy="304800"/>
          </a:xfrm>
        </p:grpSpPr>
        <p:sp>
          <p:nvSpPr>
            <p:cNvPr id="71" name="node15.text"/>
            <p:cNvSpPr/>
            <p:nvPr/>
          </p:nvSpPr>
          <p:spPr>
            <a:xfrm>
              <a:off x="9982200" y="5067300"/>
              <a:ext cx="11430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$480K</a:t>
              </a:r>
              <a:endParaRPr lang="en-US" sz="1800" spc="-18" kern="0" b="0" i="0" dirty="0">
                <a:solidFill>
                  <a:srgbClr val="070154"/>
                </a:solidFill>
                <a:latin typeface="IBM Plex Sans SemiBold"/>
                <a:ea typeface="IBM Plex Sans SemiBold"/>
                <a:cs typeface="IBM Plex Sans SemiBold"/>
              </a:endParaRPr>
            </a:p>
          </p:txBody>
        </p:sp>
      </p:grpSp>
      <p:grpSp>
        <p:nvGrpSpPr>
          <p:cNvPr id="90" name="node16"/>
          <p:cNvGrpSpPr/>
          <p:nvPr/>
        </p:nvGrpSpPr>
        <p:grpSpPr>
          <a:xfrm>
            <a:off x="9982200" y="5410200"/>
            <a:ext cx="1143000" cy="228600"/>
            <a:chOff x="9982200" y="5410200"/>
            <a:chExt cx="1143000" cy="228600"/>
          </a:xfrm>
        </p:grpSpPr>
        <p:sp>
          <p:nvSpPr>
            <p:cNvPr id="72" name="node16.text"/>
            <p:cNvSpPr/>
            <p:nvPr/>
          </p:nvSpPr>
          <p:spPr>
            <a:xfrm>
              <a:off x="9982200" y="5410200"/>
              <a:ext cx="1143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16 weeks, fixed</a:t>
              </a:r>
              <a:endParaRPr lang="en-US" sz="1200" spc="0" kern="0" b="0" i="0" dirty="0">
                <a:solidFill>
                  <a:srgbClr val="070154"/>
                </a:solidFill>
                <a:latin typeface="IBM Plex Sans"/>
                <a:ea typeface="IBM Plex Sans"/>
                <a:cs typeface="IBM Plex Sans"/>
              </a:endParaRPr>
            </a:p>
          </p:txBody>
        </p:sp>
      </p:grpSp>
      <p:grpSp>
        <p:nvGrpSpPr>
          <p:cNvPr id="91" name="node17"/>
          <p:cNvGrpSpPr/>
          <p:nvPr/>
        </p:nvGrpSpPr>
        <p:grpSpPr>
          <a:xfrm>
            <a:off x="3924300" y="5067300"/>
            <a:ext cx="2514600" cy="152400"/>
            <a:chOff x="3924300" y="5067300"/>
            <a:chExt cx="2514600" cy="152400"/>
          </a:xfrm>
        </p:grpSpPr>
        <p:sp>
          <p:nvSpPr>
            <p:cNvPr id="73" name="node17.text"/>
            <p:cNvSpPr/>
            <p:nvPr/>
          </p:nvSpPr>
          <p:spPr>
            <a:xfrm>
              <a:off x="3924300" y="50673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FIXED FEE</a:t>
              </a:r>
              <a:endParaRPr lang="en-US" sz="900" spc="54" kern="0" b="0" i="0" dirty="0">
                <a:solidFill>
                  <a:srgbClr val="0047FF"/>
                </a:solidFill>
                <a:latin typeface="IBM Plex Mono Medium"/>
                <a:ea typeface="IBM Plex Mono Medium"/>
                <a:cs typeface="IBM Plex Mono Medium"/>
              </a:endParaRPr>
            </a:p>
          </p:txBody>
        </p:sp>
      </p:grpSp>
      <p:grpSp>
        <p:nvGrpSpPr>
          <p:cNvPr id="92" name="node18"/>
          <p:cNvGrpSpPr/>
          <p:nvPr/>
        </p:nvGrpSpPr>
        <p:grpSpPr>
          <a:xfrm>
            <a:off x="3924300" y="5257800"/>
            <a:ext cx="2590800" cy="457200"/>
            <a:chOff x="3924300" y="5257800"/>
            <a:chExt cx="2590800" cy="457200"/>
          </a:xfrm>
        </p:grpSpPr>
        <p:sp>
          <p:nvSpPr>
            <p:cNvPr id="74" name="node18.text"/>
            <p:cNvSpPr/>
            <p:nvPr/>
          </p:nvSpPr>
          <p:spPr>
            <a:xfrm>
              <a:off x="3924300" y="5257800"/>
              <a:ext cx="25908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Team: lead plus architects and engineers</a:t>
              </a:r>
              <a:endParaRPr lang="en-US" sz="1200" spc="0" kern="0" b="0" i="0" dirty="0">
                <a:solidFill>
                  <a:srgbClr val="50658E"/>
                </a:solidFill>
                <a:latin typeface="IBM Plex Sans"/>
                <a:ea typeface="IBM Plex Sans"/>
                <a:cs typeface="IBM Plex Sans"/>
              </a:endParaRPr>
            </a:p>
          </p:txBody>
        </p:sp>
      </p:gr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ource-330">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OFFERINGS</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Three ways to start with AI, each a fixed fee</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Sample figures and names for layout only; replace with current firm data and catalog before use.</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102</a:t>
            </a:fld>
            <a:endParaRPr lang="en-US" sz="700" spc="0" kern="0" b="0" i="0" dirty="0">
              <a:solidFill>
                <a:srgbClr val="070154"/>
              </a:solidFill>
              <a:latin typeface="IBM Plex Mono SemiBold"/>
              <a:ea typeface="IBM Plex Mono SemiBold"/>
              <a:cs typeface="IBM Plex Mono SemiBold"/>
            </a:endParaRPr>
          </a:p>
        </p:txBody>
      </p:sp>
      <p:grpSp>
        <p:nvGrpSpPr>
          <p:cNvPr id="58" name="node01"/>
          <p:cNvGrpSpPr/>
          <p:nvPr/>
        </p:nvGrpSpPr>
        <p:grpSpPr>
          <a:xfrm>
            <a:off x="723900" y="1600200"/>
            <a:ext cx="3429000" cy="4114800"/>
            <a:chOff x="723900" y="1600200"/>
            <a:chExt cx="3429000" cy="4114800"/>
          </a:xfrm>
        </p:grpSpPr>
        <p:sp>
          <p:nvSpPr>
            <p:cNvPr id="7" name="node01.container"/>
            <p:cNvSpPr/>
            <p:nvPr/>
          </p:nvSpPr>
          <p:spPr>
            <a:xfrm>
              <a:off x="730250" y="1606550"/>
              <a:ext cx="3416300" cy="4102100"/>
            </a:xfrm>
            <a:prstGeom prst="rect">
              <a:avLst/>
            </a:prstGeom>
            <a:solidFill>
              <a:srgbClr val="FFFFFF"/>
            </a:solidFill>
            <a:ln w="12700">
              <a:solidFill>
                <a:srgbClr val="CED7E6"/>
              </a:solidFill>
              <a:prstDash val="solid"/>
            </a:ln>
          </p:spPr>
        </p:sp>
        <p:sp>
          <p:nvSpPr>
            <p:cNvPr id="8" name="node01.label"/>
            <p:cNvSpPr/>
            <p:nvPr/>
          </p:nvSpPr>
          <p:spPr>
            <a:xfrm>
              <a:off x="876300" y="1752600"/>
              <a:ext cx="3124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SKU 1 · SCAN</a:t>
              </a:r>
              <a:endParaRPr lang="en-US" sz="900" spc="54" kern="0" b="0" i="0" dirty="0">
                <a:solidFill>
                  <a:srgbClr val="0047FF"/>
                </a:solidFill>
                <a:latin typeface="IBM Plex Mono Medium"/>
                <a:ea typeface="IBM Plex Mono Medium"/>
                <a:cs typeface="IBM Plex Mono Medium"/>
              </a:endParaRPr>
            </a:p>
          </p:txBody>
        </p:sp>
        <p:sp>
          <p:nvSpPr>
            <p:cNvPr id="9" name="node01.title"/>
            <p:cNvSpPr/>
            <p:nvPr/>
          </p:nvSpPr>
          <p:spPr>
            <a:xfrm>
              <a:off x="876300" y="1943100"/>
              <a:ext cx="31242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AI readiness scan</a:t>
              </a:r>
              <a:endParaRPr lang="en-US" sz="1800" spc="-18" kern="0" b="0" i="0" dirty="0">
                <a:solidFill>
                  <a:srgbClr val="070154"/>
                </a:solidFill>
                <a:latin typeface="IBM Plex Sans SemiBold"/>
                <a:ea typeface="IBM Plex Sans SemiBold"/>
                <a:cs typeface="IBM Plex Sans SemiBold"/>
              </a:endParaRPr>
            </a:p>
          </p:txBody>
        </p:sp>
        <p:sp>
          <p:nvSpPr>
            <p:cNvPr id="10" name="node01.body.item-001.paragraph"/>
            <p:cNvSpPr/>
            <p:nvPr/>
          </p:nvSpPr>
          <p:spPr>
            <a:xfrm>
              <a:off x="876300" y="2362200"/>
              <a:ext cx="31242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Where do we stand? A rapid read of data, risk and talent.</a:t>
              </a:r>
              <a:endParaRPr lang="en-US" sz="1200" spc="0" kern="0" b="0" i="0" dirty="0">
                <a:solidFill>
                  <a:srgbClr val="50658E"/>
                </a:solidFill>
                <a:latin typeface="IBM Plex Sans"/>
                <a:ea typeface="IBM Plex Sans"/>
                <a:cs typeface="IBM Plex Sans"/>
              </a:endParaRPr>
            </a:p>
          </p:txBody>
        </p:sp>
        <p:sp>
          <p:nvSpPr>
            <p:cNvPr id="11" name="node01.body.item-002.label"/>
            <p:cNvSpPr/>
            <p:nvPr/>
          </p:nvSpPr>
          <p:spPr>
            <a:xfrm>
              <a:off x="876300" y="2857500"/>
              <a:ext cx="3124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HOW WE DO IT</a:t>
              </a:r>
              <a:endParaRPr lang="en-US" sz="900" spc="54" kern="0" b="0" i="0" dirty="0">
                <a:solidFill>
                  <a:srgbClr val="0047FF"/>
                </a:solidFill>
                <a:latin typeface="IBM Plex Mono Medium"/>
                <a:ea typeface="IBM Plex Mono Medium"/>
                <a:cs typeface="IBM Plex Mono Medium"/>
              </a:endParaRPr>
            </a:p>
          </p:txBody>
        </p:sp>
        <p:sp>
          <p:nvSpPr>
            <p:cNvPr id="12" name="node01.body.item-003.bullets.item-001.marker"/>
            <p:cNvSpPr/>
            <p:nvPr/>
          </p:nvSpPr>
          <p:spPr>
            <a:xfrm>
              <a:off x="876300" y="3136900"/>
              <a:ext cx="38100" cy="38100"/>
            </a:xfrm>
            <a:prstGeom prst="rect">
              <a:avLst/>
            </a:prstGeom>
            <a:solidFill>
              <a:srgbClr val="070154"/>
            </a:solidFill>
            <a:ln>
              <a:noFill/>
            </a:ln>
          </p:spPr>
        </p:sp>
        <p:sp>
          <p:nvSpPr>
            <p:cNvPr id="13" name="node01.body.item-003.bullets.item-001.text"/>
            <p:cNvSpPr/>
            <p:nvPr/>
          </p:nvSpPr>
          <p:spPr>
            <a:xfrm>
              <a:off x="1028700" y="30480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Interview 8 leaders</a:t>
              </a:r>
              <a:endParaRPr lang="en-US" sz="1200" spc="0" kern="0" b="0" i="0" dirty="0">
                <a:solidFill>
                  <a:srgbClr val="070154"/>
                </a:solidFill>
                <a:latin typeface="IBM Plex Sans"/>
                <a:ea typeface="IBM Plex Sans"/>
                <a:cs typeface="IBM Plex Sans"/>
              </a:endParaRPr>
            </a:p>
          </p:txBody>
        </p:sp>
        <p:sp>
          <p:nvSpPr>
            <p:cNvPr id="14" name="node01.body.item-003.bullets.item-002.marker"/>
            <p:cNvSpPr/>
            <p:nvPr/>
          </p:nvSpPr>
          <p:spPr>
            <a:xfrm>
              <a:off x="876300" y="3403600"/>
              <a:ext cx="38100" cy="38100"/>
            </a:xfrm>
            <a:prstGeom prst="rect">
              <a:avLst/>
            </a:prstGeom>
            <a:solidFill>
              <a:srgbClr val="070154"/>
            </a:solidFill>
            <a:ln>
              <a:noFill/>
            </a:ln>
          </p:spPr>
        </p:sp>
        <p:sp>
          <p:nvSpPr>
            <p:cNvPr id="15" name="node01.body.item-003.bullets.item-002.text"/>
            <p:cNvSpPr/>
            <p:nvPr/>
          </p:nvSpPr>
          <p:spPr>
            <a:xfrm>
              <a:off x="1028700" y="33147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Scan data, risk and talent</a:t>
              </a:r>
              <a:endParaRPr lang="en-US" sz="1200" spc="0" kern="0" b="0" i="0" dirty="0">
                <a:solidFill>
                  <a:srgbClr val="070154"/>
                </a:solidFill>
                <a:latin typeface="IBM Plex Sans"/>
                <a:ea typeface="IBM Plex Sans"/>
                <a:cs typeface="IBM Plex Sans"/>
              </a:endParaRPr>
            </a:p>
          </p:txBody>
        </p:sp>
        <p:sp>
          <p:nvSpPr>
            <p:cNvPr id="16" name="node01.body.item-003.bullets.item-003.marker"/>
            <p:cNvSpPr/>
            <p:nvPr/>
          </p:nvSpPr>
          <p:spPr>
            <a:xfrm>
              <a:off x="876300" y="3670300"/>
              <a:ext cx="38100" cy="38100"/>
            </a:xfrm>
            <a:prstGeom prst="rect">
              <a:avLst/>
            </a:prstGeom>
            <a:solidFill>
              <a:srgbClr val="070154"/>
            </a:solidFill>
            <a:ln>
              <a:noFill/>
            </a:ln>
          </p:spPr>
        </p:sp>
        <p:sp>
          <p:nvSpPr>
            <p:cNvPr id="17" name="node01.body.item-003.bullets.item-003.text"/>
            <p:cNvSpPr/>
            <p:nvPr/>
          </p:nvSpPr>
          <p:spPr>
            <a:xfrm>
              <a:off x="1028700" y="35814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Rank the top five use cases</a:t>
              </a:r>
              <a:endParaRPr lang="en-US" sz="1200" spc="0" kern="0" b="0" i="0" dirty="0">
                <a:solidFill>
                  <a:srgbClr val="070154"/>
                </a:solidFill>
                <a:latin typeface="IBM Plex Sans"/>
                <a:ea typeface="IBM Plex Sans"/>
                <a:cs typeface="IBM Plex Sans"/>
              </a:endParaRPr>
            </a:p>
          </p:txBody>
        </p:sp>
        <p:sp>
          <p:nvSpPr>
            <p:cNvPr id="18" name="node01.body.item-004.label"/>
            <p:cNvSpPr/>
            <p:nvPr/>
          </p:nvSpPr>
          <p:spPr>
            <a:xfrm>
              <a:off x="876300" y="3848100"/>
              <a:ext cx="3124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YOU KEEP</a:t>
              </a:r>
              <a:endParaRPr lang="en-US" sz="900" spc="54" kern="0" b="0" i="0" dirty="0">
                <a:solidFill>
                  <a:srgbClr val="0047FF"/>
                </a:solidFill>
                <a:latin typeface="IBM Plex Mono Medium"/>
                <a:ea typeface="IBM Plex Mono Medium"/>
                <a:cs typeface="IBM Plex Mono Medium"/>
              </a:endParaRPr>
            </a:p>
          </p:txBody>
        </p:sp>
        <p:sp>
          <p:nvSpPr>
            <p:cNvPr id="19" name="node01.body.item-005.paragraph"/>
            <p:cNvSpPr/>
            <p:nvPr/>
          </p:nvSpPr>
          <p:spPr>
            <a:xfrm>
              <a:off x="876300" y="4038600"/>
              <a:ext cx="31242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Scorecard, top five use cases, two-page summary</a:t>
              </a:r>
              <a:endParaRPr lang="en-US" sz="1200" spc="0" kern="0" b="0" i="0" dirty="0">
                <a:solidFill>
                  <a:srgbClr val="50658E"/>
                </a:solidFill>
                <a:latin typeface="IBM Plex Sans"/>
                <a:ea typeface="IBM Plex Sans"/>
                <a:cs typeface="IBM Plex Sans"/>
              </a:endParaRPr>
            </a:p>
          </p:txBody>
        </p:sp>
        <p:sp>
          <p:nvSpPr>
            <p:cNvPr id="20" name="node01.fee.divider"/>
            <p:cNvSpPr/>
            <p:nvPr/>
          </p:nvSpPr>
          <p:spPr>
            <a:xfrm>
              <a:off x="876300" y="4879975"/>
              <a:ext cx="3124200" cy="9525"/>
            </a:xfrm>
            <a:prstGeom prst="rect">
              <a:avLst/>
            </a:prstGeom>
            <a:solidFill>
              <a:srgbClr val="CED7E6"/>
            </a:solidFill>
            <a:ln>
              <a:noFill/>
            </a:ln>
          </p:spPr>
        </p:sp>
        <p:sp>
          <p:nvSpPr>
            <p:cNvPr id="21" name="node01.fee.value"/>
            <p:cNvSpPr/>
            <p:nvPr/>
          </p:nvSpPr>
          <p:spPr>
            <a:xfrm>
              <a:off x="876300" y="5003800"/>
              <a:ext cx="312420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70154"/>
                  </a:solidFill>
                  <a:latin typeface="IBM Plex Mono SemiBold"/>
                  <a:ea typeface="IBM Plex Mono SemiBold"/>
                  <a:cs typeface="IBM Plex Mono SemiBold"/>
                </a:rPr>
                <a:t>$65K</a:t>
              </a:r>
              <a:endParaRPr lang="en-US" sz="1800" spc="0" kern="0" b="0" i="0" dirty="0">
                <a:solidFill>
                  <a:srgbClr val="070154"/>
                </a:solidFill>
                <a:latin typeface="IBM Plex Mono SemiBold"/>
                <a:ea typeface="IBM Plex Mono SemiBold"/>
                <a:cs typeface="IBM Plex Mono SemiBold"/>
              </a:endParaRPr>
            </a:p>
          </p:txBody>
        </p:sp>
        <p:sp>
          <p:nvSpPr>
            <p:cNvPr id="22" name="node01.fee.label"/>
            <p:cNvSpPr/>
            <p:nvPr/>
          </p:nvSpPr>
          <p:spPr>
            <a:xfrm>
              <a:off x="876300" y="5334000"/>
              <a:ext cx="3124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fixed fee, 3 weeks · lead, analyst</a:t>
              </a:r>
              <a:endParaRPr lang="en-US" sz="1200" spc="0" kern="0" b="0" i="0" dirty="0">
                <a:solidFill>
                  <a:srgbClr val="50658E"/>
                </a:solidFill>
                <a:latin typeface="IBM Plex Sans"/>
                <a:ea typeface="IBM Plex Sans"/>
                <a:cs typeface="IBM Plex Sans"/>
              </a:endParaRPr>
            </a:p>
          </p:txBody>
        </p:sp>
      </p:grpSp>
      <p:grpSp>
        <p:nvGrpSpPr>
          <p:cNvPr id="59" name="node02"/>
          <p:cNvGrpSpPr/>
          <p:nvPr/>
        </p:nvGrpSpPr>
        <p:grpSpPr>
          <a:xfrm>
            <a:off x="4381500" y="1600200"/>
            <a:ext cx="3429000" cy="4114800"/>
            <a:chOff x="4381500" y="1600200"/>
            <a:chExt cx="3429000" cy="4114800"/>
          </a:xfrm>
        </p:grpSpPr>
        <p:sp>
          <p:nvSpPr>
            <p:cNvPr id="23" name="node02.container"/>
            <p:cNvSpPr/>
            <p:nvPr/>
          </p:nvSpPr>
          <p:spPr>
            <a:xfrm>
              <a:off x="4381500" y="1600200"/>
              <a:ext cx="3429000" cy="4114800"/>
            </a:xfrm>
            <a:prstGeom prst="rect">
              <a:avLst/>
            </a:prstGeom>
            <a:solidFill>
              <a:srgbClr val="E8EEF8"/>
            </a:solidFill>
            <a:ln>
              <a:noFill/>
            </a:ln>
          </p:spPr>
        </p:sp>
        <p:sp>
          <p:nvSpPr>
            <p:cNvPr id="24" name="node02.edge"/>
            <p:cNvSpPr/>
            <p:nvPr/>
          </p:nvSpPr>
          <p:spPr>
            <a:xfrm>
              <a:off x="4381500" y="1600200"/>
              <a:ext cx="3429000" cy="38100"/>
            </a:xfrm>
            <a:prstGeom prst="rect">
              <a:avLst/>
            </a:prstGeom>
            <a:solidFill>
              <a:srgbClr val="0047FF"/>
            </a:solidFill>
            <a:ln>
              <a:noFill/>
            </a:ln>
          </p:spPr>
        </p:sp>
        <p:sp>
          <p:nvSpPr>
            <p:cNvPr id="25" name="node02.label"/>
            <p:cNvSpPr/>
            <p:nvPr/>
          </p:nvSpPr>
          <p:spPr>
            <a:xfrm>
              <a:off x="4533900" y="1790700"/>
              <a:ext cx="3124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SKU 2 · ASSESSMENT</a:t>
              </a:r>
              <a:endParaRPr lang="en-US" sz="900" spc="54" kern="0" b="0" i="0" dirty="0">
                <a:solidFill>
                  <a:srgbClr val="0047FF"/>
                </a:solidFill>
                <a:latin typeface="IBM Plex Mono Medium"/>
                <a:ea typeface="IBM Plex Mono Medium"/>
                <a:cs typeface="IBM Plex Mono Medium"/>
              </a:endParaRPr>
            </a:p>
          </p:txBody>
        </p:sp>
        <p:sp>
          <p:nvSpPr>
            <p:cNvPr id="26" name="node02.title"/>
            <p:cNvSpPr/>
            <p:nvPr/>
          </p:nvSpPr>
          <p:spPr>
            <a:xfrm>
              <a:off x="4533900" y="1981200"/>
              <a:ext cx="31242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AI readiness assessment</a:t>
              </a:r>
              <a:endParaRPr lang="en-US" sz="1800" spc="-18" kern="0" b="0" i="0" dirty="0">
                <a:solidFill>
                  <a:srgbClr val="070154"/>
                </a:solidFill>
                <a:latin typeface="IBM Plex Sans SemiBold"/>
                <a:ea typeface="IBM Plex Sans SemiBold"/>
                <a:cs typeface="IBM Plex Sans SemiBold"/>
              </a:endParaRPr>
            </a:p>
          </p:txBody>
        </p:sp>
        <p:sp>
          <p:nvSpPr>
            <p:cNvPr id="27" name="node02.body.item-001.paragraph"/>
            <p:cNvSpPr/>
            <p:nvPr/>
          </p:nvSpPr>
          <p:spPr>
            <a:xfrm>
              <a:off x="4533900" y="2400300"/>
              <a:ext cx="31242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What should we do first? Full portfolio, governance and roadmap.</a:t>
              </a:r>
              <a:endParaRPr lang="en-US" sz="1200" spc="0" kern="0" b="0" i="0" dirty="0">
                <a:solidFill>
                  <a:srgbClr val="50658E"/>
                </a:solidFill>
                <a:latin typeface="IBM Plex Sans"/>
                <a:ea typeface="IBM Plex Sans"/>
                <a:cs typeface="IBM Plex Sans"/>
              </a:endParaRPr>
            </a:p>
          </p:txBody>
        </p:sp>
        <p:sp>
          <p:nvSpPr>
            <p:cNvPr id="28" name="node02.body.item-002.label"/>
            <p:cNvSpPr/>
            <p:nvPr/>
          </p:nvSpPr>
          <p:spPr>
            <a:xfrm>
              <a:off x="4533900" y="2895600"/>
              <a:ext cx="3124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HOW WE DO IT</a:t>
              </a:r>
              <a:endParaRPr lang="en-US" sz="900" spc="54" kern="0" b="0" i="0" dirty="0">
                <a:solidFill>
                  <a:srgbClr val="0047FF"/>
                </a:solidFill>
                <a:latin typeface="IBM Plex Mono Medium"/>
                <a:ea typeface="IBM Plex Mono Medium"/>
                <a:cs typeface="IBM Plex Mono Medium"/>
              </a:endParaRPr>
            </a:p>
          </p:txBody>
        </p:sp>
        <p:sp>
          <p:nvSpPr>
            <p:cNvPr id="29" name="node02.body.item-003.bullets.item-001.marker"/>
            <p:cNvSpPr/>
            <p:nvPr/>
          </p:nvSpPr>
          <p:spPr>
            <a:xfrm>
              <a:off x="4533900" y="3175000"/>
              <a:ext cx="38100" cy="38100"/>
            </a:xfrm>
            <a:prstGeom prst="rect">
              <a:avLst/>
            </a:prstGeom>
            <a:solidFill>
              <a:srgbClr val="070154"/>
            </a:solidFill>
            <a:ln>
              <a:noFill/>
            </a:ln>
          </p:spPr>
        </p:sp>
        <p:sp>
          <p:nvSpPr>
            <p:cNvPr id="30" name="node02.body.item-003.bullets.item-001.text"/>
            <p:cNvSpPr/>
            <p:nvPr/>
          </p:nvSpPr>
          <p:spPr>
            <a:xfrm>
              <a:off x="4686300" y="30861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Align on goals; 20 interviews</a:t>
              </a:r>
              <a:endParaRPr lang="en-US" sz="1200" spc="0" kern="0" b="0" i="0" dirty="0">
                <a:solidFill>
                  <a:srgbClr val="070154"/>
                </a:solidFill>
                <a:latin typeface="IBM Plex Sans"/>
                <a:ea typeface="IBM Plex Sans"/>
                <a:cs typeface="IBM Plex Sans"/>
              </a:endParaRPr>
            </a:p>
          </p:txBody>
        </p:sp>
        <p:sp>
          <p:nvSpPr>
            <p:cNvPr id="31" name="node02.body.item-003.bullets.item-002.marker"/>
            <p:cNvSpPr/>
            <p:nvPr/>
          </p:nvSpPr>
          <p:spPr>
            <a:xfrm>
              <a:off x="4533900" y="3441700"/>
              <a:ext cx="38100" cy="38100"/>
            </a:xfrm>
            <a:prstGeom prst="rect">
              <a:avLst/>
            </a:prstGeom>
            <a:solidFill>
              <a:srgbClr val="070154"/>
            </a:solidFill>
            <a:ln>
              <a:noFill/>
            </a:ln>
          </p:spPr>
        </p:sp>
        <p:sp>
          <p:nvSpPr>
            <p:cNvPr id="32" name="node02.body.item-003.bullets.item-002.text"/>
            <p:cNvSpPr/>
            <p:nvPr/>
          </p:nvSpPr>
          <p:spPr>
            <a:xfrm>
              <a:off x="4686300" y="33528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Score five domains vs. peers</a:t>
              </a:r>
              <a:endParaRPr lang="en-US" sz="1200" spc="0" kern="0" b="0" i="0" dirty="0">
                <a:solidFill>
                  <a:srgbClr val="070154"/>
                </a:solidFill>
                <a:latin typeface="IBM Plex Sans"/>
                <a:ea typeface="IBM Plex Sans"/>
                <a:cs typeface="IBM Plex Sans"/>
              </a:endParaRPr>
            </a:p>
          </p:txBody>
        </p:sp>
        <p:sp>
          <p:nvSpPr>
            <p:cNvPr id="33" name="node02.body.item-003.bullets.item-003.marker"/>
            <p:cNvSpPr/>
            <p:nvPr/>
          </p:nvSpPr>
          <p:spPr>
            <a:xfrm>
              <a:off x="4533900" y="3708400"/>
              <a:ext cx="38100" cy="38100"/>
            </a:xfrm>
            <a:prstGeom prst="rect">
              <a:avLst/>
            </a:prstGeom>
            <a:solidFill>
              <a:srgbClr val="070154"/>
            </a:solidFill>
            <a:ln>
              <a:noFill/>
            </a:ln>
          </p:spPr>
        </p:sp>
        <p:sp>
          <p:nvSpPr>
            <p:cNvPr id="34" name="node02.body.item-003.bullets.item-003.text"/>
            <p:cNvSpPr/>
            <p:nvPr/>
          </p:nvSpPr>
          <p:spPr>
            <a:xfrm>
              <a:off x="4686300" y="36195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Rank 30 use cases; plan 90 days</a:t>
              </a:r>
              <a:endParaRPr lang="en-US" sz="1200" spc="0" kern="0" b="0" i="0" dirty="0">
                <a:solidFill>
                  <a:srgbClr val="070154"/>
                </a:solidFill>
                <a:latin typeface="IBM Plex Sans"/>
                <a:ea typeface="IBM Plex Sans"/>
                <a:cs typeface="IBM Plex Sans"/>
              </a:endParaRPr>
            </a:p>
          </p:txBody>
        </p:sp>
        <p:sp>
          <p:nvSpPr>
            <p:cNvPr id="35" name="node02.body.item-004.label"/>
            <p:cNvSpPr/>
            <p:nvPr/>
          </p:nvSpPr>
          <p:spPr>
            <a:xfrm>
              <a:off x="4533900" y="3886200"/>
              <a:ext cx="3124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YOU KEEP</a:t>
              </a:r>
              <a:endParaRPr lang="en-US" sz="900" spc="54" kern="0" b="0" i="0" dirty="0">
                <a:solidFill>
                  <a:srgbClr val="0047FF"/>
                </a:solidFill>
                <a:latin typeface="IBM Plex Mono Medium"/>
                <a:ea typeface="IBM Plex Mono Medium"/>
                <a:cs typeface="IBM Plex Mono Medium"/>
              </a:endParaRPr>
            </a:p>
          </p:txBody>
        </p:sp>
        <p:sp>
          <p:nvSpPr>
            <p:cNvPr id="36" name="node02.body.item-005.paragraph"/>
            <p:cNvSpPr/>
            <p:nvPr/>
          </p:nvSpPr>
          <p:spPr>
            <a:xfrm>
              <a:off x="4533900" y="4076700"/>
              <a:ext cx="31242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Scorecard, ranked portfolio, governance model, roadmap</a:t>
              </a:r>
              <a:endParaRPr lang="en-US" sz="1200" spc="0" kern="0" b="0" i="0" dirty="0">
                <a:solidFill>
                  <a:srgbClr val="50658E"/>
                </a:solidFill>
                <a:latin typeface="IBM Plex Sans"/>
                <a:ea typeface="IBM Plex Sans"/>
                <a:cs typeface="IBM Plex Sans"/>
              </a:endParaRPr>
            </a:p>
          </p:txBody>
        </p:sp>
        <p:sp>
          <p:nvSpPr>
            <p:cNvPr id="37" name="node02.fee.divider"/>
            <p:cNvSpPr/>
            <p:nvPr/>
          </p:nvSpPr>
          <p:spPr>
            <a:xfrm>
              <a:off x="4533900" y="4879975"/>
              <a:ext cx="3124200" cy="9525"/>
            </a:xfrm>
            <a:prstGeom prst="rect">
              <a:avLst/>
            </a:prstGeom>
            <a:solidFill>
              <a:srgbClr val="CED7E6"/>
            </a:solidFill>
            <a:ln>
              <a:noFill/>
            </a:ln>
          </p:spPr>
        </p:sp>
        <p:sp>
          <p:nvSpPr>
            <p:cNvPr id="38" name="node02.fee.value"/>
            <p:cNvSpPr/>
            <p:nvPr/>
          </p:nvSpPr>
          <p:spPr>
            <a:xfrm>
              <a:off x="4533900" y="5003800"/>
              <a:ext cx="312420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70154"/>
                  </a:solidFill>
                  <a:latin typeface="IBM Plex Mono SemiBold"/>
                  <a:ea typeface="IBM Plex Mono SemiBold"/>
                  <a:cs typeface="IBM Plex Mono SemiBold"/>
                </a:rPr>
                <a:t>$185K</a:t>
              </a:r>
              <a:endParaRPr lang="en-US" sz="1800" spc="0" kern="0" b="0" i="0" dirty="0">
                <a:solidFill>
                  <a:srgbClr val="070154"/>
                </a:solidFill>
                <a:latin typeface="IBM Plex Mono SemiBold"/>
                <a:ea typeface="IBM Plex Mono SemiBold"/>
                <a:cs typeface="IBM Plex Mono SemiBold"/>
              </a:endParaRPr>
            </a:p>
          </p:txBody>
        </p:sp>
        <p:sp>
          <p:nvSpPr>
            <p:cNvPr id="39" name="node02.fee.label"/>
            <p:cNvSpPr/>
            <p:nvPr/>
          </p:nvSpPr>
          <p:spPr>
            <a:xfrm>
              <a:off x="4533900" y="5334000"/>
              <a:ext cx="3124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fixed fee, 8 weeks · lead, architect, 2 analysts</a:t>
              </a:r>
              <a:endParaRPr lang="en-US" sz="1200" spc="0" kern="0" b="0" i="0" dirty="0">
                <a:solidFill>
                  <a:srgbClr val="50658E"/>
                </a:solidFill>
                <a:latin typeface="IBM Plex Sans"/>
                <a:ea typeface="IBM Plex Sans"/>
                <a:cs typeface="IBM Plex Sans"/>
              </a:endParaRPr>
            </a:p>
          </p:txBody>
        </p:sp>
        <p:sp>
          <p:nvSpPr>
            <p:cNvPr id="40" name="node02.tag-bg"/>
            <p:cNvSpPr/>
            <p:nvPr/>
          </p:nvSpPr>
          <p:spPr>
            <a:xfrm>
              <a:off x="6806369" y="1600200"/>
              <a:ext cx="1004131" cy="228600"/>
            </a:xfrm>
            <a:prstGeom prst="rect">
              <a:avLst/>
            </a:prstGeom>
            <a:solidFill>
              <a:srgbClr val="0047FF"/>
            </a:solidFill>
            <a:ln>
              <a:noFill/>
            </a:ln>
          </p:spPr>
        </p:sp>
        <p:sp>
          <p:nvSpPr>
            <p:cNvPr id="41" name="node02.tag"/>
            <p:cNvSpPr/>
            <p:nvPr/>
          </p:nvSpPr>
          <p:spPr>
            <a:xfrm>
              <a:off x="6882569" y="1638300"/>
              <a:ext cx="851731" cy="17145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FFFFF"/>
                  </a:solidFill>
                  <a:latin typeface="IBM Plex Mono SemiBold"/>
                  <a:ea typeface="IBM Plex Mono SemiBold"/>
                  <a:cs typeface="IBM Plex Mono SemiBold"/>
                </a:rPr>
                <a:t>MOST CHOSEN</a:t>
              </a:r>
              <a:endParaRPr lang="en-US" sz="900" spc="54" kern="0" b="0" i="0" dirty="0">
                <a:solidFill>
                  <a:srgbClr val="FFFFFF"/>
                </a:solidFill>
                <a:latin typeface="IBM Plex Mono SemiBold"/>
                <a:ea typeface="IBM Plex Mono SemiBold"/>
                <a:cs typeface="IBM Plex Mono SemiBold"/>
              </a:endParaRPr>
            </a:p>
          </p:txBody>
        </p:sp>
      </p:grpSp>
      <p:grpSp>
        <p:nvGrpSpPr>
          <p:cNvPr id="60" name="node03"/>
          <p:cNvGrpSpPr/>
          <p:nvPr/>
        </p:nvGrpSpPr>
        <p:grpSpPr>
          <a:xfrm>
            <a:off x="8039100" y="1600200"/>
            <a:ext cx="3429000" cy="4114800"/>
            <a:chOff x="8039100" y="1600200"/>
            <a:chExt cx="3429000" cy="4114800"/>
          </a:xfrm>
        </p:grpSpPr>
        <p:sp>
          <p:nvSpPr>
            <p:cNvPr id="42" name="node03.container"/>
            <p:cNvSpPr/>
            <p:nvPr/>
          </p:nvSpPr>
          <p:spPr>
            <a:xfrm>
              <a:off x="8045450" y="1606550"/>
              <a:ext cx="3416300" cy="4102100"/>
            </a:xfrm>
            <a:prstGeom prst="rect">
              <a:avLst/>
            </a:prstGeom>
            <a:solidFill>
              <a:srgbClr val="FFFFFF"/>
            </a:solidFill>
            <a:ln w="12700">
              <a:solidFill>
                <a:srgbClr val="CED7E6"/>
              </a:solidFill>
              <a:prstDash val="solid"/>
            </a:ln>
          </p:spPr>
        </p:sp>
        <p:sp>
          <p:nvSpPr>
            <p:cNvPr id="43" name="node03.label"/>
            <p:cNvSpPr/>
            <p:nvPr/>
          </p:nvSpPr>
          <p:spPr>
            <a:xfrm>
              <a:off x="8191500" y="1752600"/>
              <a:ext cx="3124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SKU 3 · PILOT</a:t>
              </a:r>
              <a:endParaRPr lang="en-US" sz="900" spc="54" kern="0" b="0" i="0" dirty="0">
                <a:solidFill>
                  <a:srgbClr val="0047FF"/>
                </a:solidFill>
                <a:latin typeface="IBM Plex Mono Medium"/>
                <a:ea typeface="IBM Plex Mono Medium"/>
                <a:cs typeface="IBM Plex Mono Medium"/>
              </a:endParaRPr>
            </a:p>
          </p:txBody>
        </p:sp>
        <p:sp>
          <p:nvSpPr>
            <p:cNvPr id="44" name="node03.title"/>
            <p:cNvSpPr/>
            <p:nvPr/>
          </p:nvSpPr>
          <p:spPr>
            <a:xfrm>
              <a:off x="8191500" y="1943100"/>
              <a:ext cx="31242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AI use-case pilot</a:t>
              </a:r>
              <a:endParaRPr lang="en-US" sz="1800" spc="-18" kern="0" b="0" i="0" dirty="0">
                <a:solidFill>
                  <a:srgbClr val="070154"/>
                </a:solidFill>
                <a:latin typeface="IBM Plex Sans SemiBold"/>
                <a:ea typeface="IBM Plex Sans SemiBold"/>
                <a:cs typeface="IBM Plex Sans SemiBold"/>
              </a:endParaRPr>
            </a:p>
          </p:txBody>
        </p:sp>
        <p:sp>
          <p:nvSpPr>
            <p:cNvPr id="45" name="node03.body.item-001.paragraph"/>
            <p:cNvSpPr/>
            <p:nvPr/>
          </p:nvSpPr>
          <p:spPr>
            <a:xfrm>
              <a:off x="8191500" y="2362200"/>
              <a:ext cx="31242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Can it work here? Scope, build and test one use case.</a:t>
              </a:r>
              <a:endParaRPr lang="en-US" sz="1200" spc="0" kern="0" b="0" i="0" dirty="0">
                <a:solidFill>
                  <a:srgbClr val="50658E"/>
                </a:solidFill>
                <a:latin typeface="IBM Plex Sans"/>
                <a:ea typeface="IBM Plex Sans"/>
                <a:cs typeface="IBM Plex Sans"/>
              </a:endParaRPr>
            </a:p>
          </p:txBody>
        </p:sp>
        <p:sp>
          <p:nvSpPr>
            <p:cNvPr id="46" name="node03.body.item-002.label"/>
            <p:cNvSpPr/>
            <p:nvPr/>
          </p:nvSpPr>
          <p:spPr>
            <a:xfrm>
              <a:off x="8191500" y="2857500"/>
              <a:ext cx="3124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HOW WE DO IT</a:t>
              </a:r>
              <a:endParaRPr lang="en-US" sz="900" spc="54" kern="0" b="0" i="0" dirty="0">
                <a:solidFill>
                  <a:srgbClr val="0047FF"/>
                </a:solidFill>
                <a:latin typeface="IBM Plex Mono Medium"/>
                <a:ea typeface="IBM Plex Mono Medium"/>
                <a:cs typeface="IBM Plex Mono Medium"/>
              </a:endParaRPr>
            </a:p>
          </p:txBody>
        </p:sp>
        <p:sp>
          <p:nvSpPr>
            <p:cNvPr id="47" name="node03.body.item-003.bullets.item-001.marker"/>
            <p:cNvSpPr/>
            <p:nvPr/>
          </p:nvSpPr>
          <p:spPr>
            <a:xfrm>
              <a:off x="8191500" y="3136900"/>
              <a:ext cx="38100" cy="38100"/>
            </a:xfrm>
            <a:prstGeom prst="rect">
              <a:avLst/>
            </a:prstGeom>
            <a:solidFill>
              <a:srgbClr val="070154"/>
            </a:solidFill>
            <a:ln>
              <a:noFill/>
            </a:ln>
          </p:spPr>
        </p:sp>
        <p:sp>
          <p:nvSpPr>
            <p:cNvPr id="48" name="node03.body.item-003.bullets.item-001.text"/>
            <p:cNvSpPr/>
            <p:nvPr/>
          </p:nvSpPr>
          <p:spPr>
            <a:xfrm>
              <a:off x="8343900" y="30480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Scope one use case; set measures</a:t>
              </a:r>
              <a:endParaRPr lang="en-US" sz="1200" spc="0" kern="0" b="0" i="0" dirty="0">
                <a:solidFill>
                  <a:srgbClr val="070154"/>
                </a:solidFill>
                <a:latin typeface="IBM Plex Sans"/>
                <a:ea typeface="IBM Plex Sans"/>
                <a:cs typeface="IBM Plex Sans"/>
              </a:endParaRPr>
            </a:p>
          </p:txBody>
        </p:sp>
        <p:sp>
          <p:nvSpPr>
            <p:cNvPr id="49" name="node03.body.item-003.bullets.item-002.marker"/>
            <p:cNvSpPr/>
            <p:nvPr/>
          </p:nvSpPr>
          <p:spPr>
            <a:xfrm>
              <a:off x="8191500" y="3403600"/>
              <a:ext cx="38100" cy="38100"/>
            </a:xfrm>
            <a:prstGeom prst="rect">
              <a:avLst/>
            </a:prstGeom>
            <a:solidFill>
              <a:srgbClr val="070154"/>
            </a:solidFill>
            <a:ln>
              <a:noFill/>
            </a:ln>
          </p:spPr>
        </p:sp>
        <p:sp>
          <p:nvSpPr>
            <p:cNvPr id="50" name="node03.body.item-003.bullets.item-002.text"/>
            <p:cNvSpPr/>
            <p:nvPr/>
          </p:nvSpPr>
          <p:spPr>
            <a:xfrm>
              <a:off x="8343900" y="33147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Build and tune on your data</a:t>
              </a:r>
              <a:endParaRPr lang="en-US" sz="1200" spc="0" kern="0" b="0" i="0" dirty="0">
                <a:solidFill>
                  <a:srgbClr val="070154"/>
                </a:solidFill>
                <a:latin typeface="IBM Plex Sans"/>
                <a:ea typeface="IBM Plex Sans"/>
                <a:cs typeface="IBM Plex Sans"/>
              </a:endParaRPr>
            </a:p>
          </p:txBody>
        </p:sp>
        <p:sp>
          <p:nvSpPr>
            <p:cNvPr id="51" name="node03.body.item-003.bullets.item-003.marker"/>
            <p:cNvSpPr/>
            <p:nvPr/>
          </p:nvSpPr>
          <p:spPr>
            <a:xfrm>
              <a:off x="8191500" y="3670300"/>
              <a:ext cx="38100" cy="38100"/>
            </a:xfrm>
            <a:prstGeom prst="rect">
              <a:avLst/>
            </a:prstGeom>
            <a:solidFill>
              <a:srgbClr val="070154"/>
            </a:solidFill>
            <a:ln>
              <a:noFill/>
            </a:ln>
          </p:spPr>
        </p:sp>
        <p:sp>
          <p:nvSpPr>
            <p:cNvPr id="52" name="node03.body.item-003.bullets.item-003.text"/>
            <p:cNvSpPr/>
            <p:nvPr/>
          </p:nvSpPr>
          <p:spPr>
            <a:xfrm>
              <a:off x="8343900" y="35814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Evaluate; scale-or-stop call</a:t>
              </a:r>
              <a:endParaRPr lang="en-US" sz="1200" spc="0" kern="0" b="0" i="0" dirty="0">
                <a:solidFill>
                  <a:srgbClr val="070154"/>
                </a:solidFill>
                <a:latin typeface="IBM Plex Sans"/>
                <a:ea typeface="IBM Plex Sans"/>
                <a:cs typeface="IBM Plex Sans"/>
              </a:endParaRPr>
            </a:p>
          </p:txBody>
        </p:sp>
        <p:sp>
          <p:nvSpPr>
            <p:cNvPr id="53" name="node03.body.item-004.label"/>
            <p:cNvSpPr/>
            <p:nvPr/>
          </p:nvSpPr>
          <p:spPr>
            <a:xfrm>
              <a:off x="8191500" y="3848100"/>
              <a:ext cx="3124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YOU KEEP</a:t>
              </a:r>
              <a:endParaRPr lang="en-US" sz="900" spc="54" kern="0" b="0" i="0" dirty="0">
                <a:solidFill>
                  <a:srgbClr val="0047FF"/>
                </a:solidFill>
                <a:latin typeface="IBM Plex Mono Medium"/>
                <a:ea typeface="IBM Plex Mono Medium"/>
                <a:cs typeface="IBM Plex Mono Medium"/>
              </a:endParaRPr>
            </a:p>
          </p:txBody>
        </p:sp>
        <p:sp>
          <p:nvSpPr>
            <p:cNvPr id="54" name="node03.body.item-005.paragraph"/>
            <p:cNvSpPr/>
            <p:nvPr/>
          </p:nvSpPr>
          <p:spPr>
            <a:xfrm>
              <a:off x="8191500" y="4038600"/>
              <a:ext cx="31242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Working prototype, scorecard, scale-or-stop case, handover pack</a:t>
              </a:r>
              <a:endParaRPr lang="en-US" sz="1200" spc="0" kern="0" b="0" i="0" dirty="0">
                <a:solidFill>
                  <a:srgbClr val="50658E"/>
                </a:solidFill>
                <a:latin typeface="IBM Plex Sans"/>
                <a:ea typeface="IBM Plex Sans"/>
                <a:cs typeface="IBM Plex Sans"/>
              </a:endParaRPr>
            </a:p>
          </p:txBody>
        </p:sp>
        <p:sp>
          <p:nvSpPr>
            <p:cNvPr id="55" name="node03.fee.divider"/>
            <p:cNvSpPr/>
            <p:nvPr/>
          </p:nvSpPr>
          <p:spPr>
            <a:xfrm>
              <a:off x="8191500" y="4879975"/>
              <a:ext cx="3124200" cy="9525"/>
            </a:xfrm>
            <a:prstGeom prst="rect">
              <a:avLst/>
            </a:prstGeom>
            <a:solidFill>
              <a:srgbClr val="CED7E6"/>
            </a:solidFill>
            <a:ln>
              <a:noFill/>
            </a:ln>
          </p:spPr>
        </p:sp>
        <p:sp>
          <p:nvSpPr>
            <p:cNvPr id="56" name="node03.fee.value"/>
            <p:cNvSpPr/>
            <p:nvPr/>
          </p:nvSpPr>
          <p:spPr>
            <a:xfrm>
              <a:off x="8191500" y="5003800"/>
              <a:ext cx="312420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70154"/>
                  </a:solidFill>
                  <a:latin typeface="IBM Plex Mono SemiBold"/>
                  <a:ea typeface="IBM Plex Mono SemiBold"/>
                  <a:cs typeface="IBM Plex Mono SemiBold"/>
                </a:rPr>
                <a:t>$150K</a:t>
              </a:r>
              <a:endParaRPr lang="en-US" sz="1800" spc="0" kern="0" b="0" i="0" dirty="0">
                <a:solidFill>
                  <a:srgbClr val="070154"/>
                </a:solidFill>
                <a:latin typeface="IBM Plex Mono SemiBold"/>
                <a:ea typeface="IBM Plex Mono SemiBold"/>
                <a:cs typeface="IBM Plex Mono SemiBold"/>
              </a:endParaRPr>
            </a:p>
          </p:txBody>
        </p:sp>
        <p:sp>
          <p:nvSpPr>
            <p:cNvPr id="57" name="node03.fee.label"/>
            <p:cNvSpPr/>
            <p:nvPr/>
          </p:nvSpPr>
          <p:spPr>
            <a:xfrm>
              <a:off x="8191500" y="5334000"/>
              <a:ext cx="3124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fixed fee, 6 weeks · lead, engineer, analyst</a:t>
              </a:r>
              <a:endParaRPr lang="en-US" sz="1200" spc="0" kern="0" b="0" i="0" dirty="0">
                <a:solidFill>
                  <a:srgbClr val="50658E"/>
                </a:solidFill>
                <a:latin typeface="IBM Plex Sans"/>
                <a:ea typeface="IBM Plex Sans"/>
                <a:cs typeface="IBM Plex Sans"/>
              </a:endParaRPr>
            </a:p>
          </p:txBody>
        </p:sp>
      </p:gr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ource-331">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F900D3"/>
                </a:solidFill>
                <a:latin typeface="IBM Plex Mono SemiBold"/>
                <a:ea typeface="IBM Plex Mono SemiBold"/>
                <a:cs typeface="IBM Plex Mono SemiBold"/>
              </a:rPr>
              <a:t>OFFERINGS</a:t>
            </a:r>
            <a:endParaRPr lang="en-US" sz="1000" spc="80" kern="0" b="0" i="0" dirty="0">
              <a:solidFill>
                <a:srgbClr val="F900D3"/>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FFFFFF"/>
                </a:solidFill>
                <a:latin typeface="IBM Plex Sans SemiBold"/>
                <a:ea typeface="IBM Plex Sans SemiBold"/>
                <a:cs typeface="IBM Plex Sans SemiBold"/>
              </a:rPr>
              <a:t>Managed cloud: one team, one monthly run-rate</a:t>
            </a:r>
            <a:endParaRPr lang="en-US" sz="3200" spc="-64" kern="0" b="0" i="0" dirty="0">
              <a:solidFill>
                <a:srgbClr val="FFFFFF"/>
              </a:solidFill>
              <a:latin typeface="IBM Plex Sans SemiBold"/>
              <a:ea typeface="IBM Plex Sans SemiBold"/>
              <a:cs typeface="IBM Plex Sans SemiBold"/>
            </a:endParaRPr>
          </a:p>
        </p:txBody>
      </p:sp>
      <p:sp>
        <p:nvSpPr>
          <p:cNvPr id="5"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CED7E6"/>
                </a:solidFill>
                <a:latin typeface="IBM Plex Sans"/>
                <a:ea typeface="IBM Plex Sans"/>
                <a:cs typeface="IBM Plex Sans"/>
              </a:rPr>
              <a:t>Source: Sample figures for layout only; replace with current firm data before use.</a:t>
            </a:r>
            <a:endParaRPr lang="en-US" sz="900" spc="0" kern="0" b="0" i="0" dirty="0">
              <a:solidFill>
                <a:srgbClr val="CED7E6"/>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FFFFFF"/>
                </a:solidFill>
                <a:latin typeface="IBM Plex Mono SemiBold"/>
                <a:ea typeface="IBM Plex Mono SemiBold"/>
                <a:cs typeface="IBM Plex Mono SemiBold"/>
              </a:rPr>
              <a:t>103</a:t>
            </a:fld>
            <a:endParaRPr lang="en-US" sz="700" spc="0" kern="0" b="0" i="0" dirty="0">
              <a:solidFill>
                <a:srgbClr val="FFFFFF"/>
              </a:solidFill>
              <a:latin typeface="IBM Plex Mono SemiBold"/>
              <a:ea typeface="IBM Plex Mono SemiBold"/>
              <a:cs typeface="IBM Plex Mono SemiBold"/>
            </a:endParaRPr>
          </a:p>
        </p:txBody>
      </p:sp>
      <p:grpSp>
        <p:nvGrpSpPr>
          <p:cNvPr id="62" name="node01"/>
          <p:cNvGrpSpPr/>
          <p:nvPr/>
        </p:nvGrpSpPr>
        <p:grpSpPr>
          <a:xfrm>
            <a:off x="723900" y="1600200"/>
            <a:ext cx="6934200" cy="152400"/>
            <a:chOff x="723900" y="1600200"/>
            <a:chExt cx="6934200" cy="152400"/>
          </a:xfrm>
        </p:grpSpPr>
        <p:sp>
          <p:nvSpPr>
            <p:cNvPr id="7" name="node01.text"/>
            <p:cNvSpPr/>
            <p:nvPr/>
          </p:nvSpPr>
          <p:spPr>
            <a:xfrm>
              <a:off x="723900" y="1600200"/>
              <a:ext cx="6934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CED7E6"/>
                  </a:solidFill>
                  <a:latin typeface="IBM Plex Mono Medium"/>
                  <a:ea typeface="IBM Plex Mono Medium"/>
                  <a:cs typeface="IBM Plex Mono Medium"/>
                </a:rPr>
                <a:t>1 · WHAT WE WILL DO</a:t>
              </a:r>
              <a:endParaRPr lang="en-US" sz="900" spc="54" kern="0" b="0" i="0" dirty="0">
                <a:solidFill>
                  <a:srgbClr val="CED7E6"/>
                </a:solidFill>
                <a:latin typeface="IBM Plex Mono Medium"/>
                <a:ea typeface="IBM Plex Mono Medium"/>
                <a:cs typeface="IBM Plex Mono Medium"/>
              </a:endParaRPr>
            </a:p>
          </p:txBody>
        </p:sp>
      </p:grpSp>
      <p:grpSp>
        <p:nvGrpSpPr>
          <p:cNvPr id="63" name="node02"/>
          <p:cNvGrpSpPr/>
          <p:nvPr/>
        </p:nvGrpSpPr>
        <p:grpSpPr>
          <a:xfrm>
            <a:off x="723900" y="1828800"/>
            <a:ext cx="6934200" cy="533400"/>
            <a:chOff x="723900" y="1828800"/>
            <a:chExt cx="6934200" cy="533400"/>
          </a:xfrm>
        </p:grpSpPr>
        <p:sp>
          <p:nvSpPr>
            <p:cNvPr id="8" name="node02.text"/>
            <p:cNvSpPr/>
            <p:nvPr/>
          </p:nvSpPr>
          <p:spPr>
            <a:xfrm>
              <a:off x="723900" y="1828800"/>
              <a:ext cx="69342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FFFFFF"/>
                  </a:solidFill>
                  <a:latin typeface="IBM Plex Sans"/>
                  <a:ea typeface="IBM Plex Sans"/>
                  <a:cs typeface="IBM Plex Sans"/>
                </a:rPr>
                <a:t>Run the Northfield cloud estate for you: patching, security posture, cost and a monthly roadmap session, delivered by one named team on one monthly run-rate.</a:t>
              </a:r>
              <a:endParaRPr lang="en-US" sz="1400" spc="0" kern="0" b="0" i="0" dirty="0">
                <a:solidFill>
                  <a:srgbClr val="FFFFFF"/>
                </a:solidFill>
                <a:latin typeface="IBM Plex Sans"/>
                <a:ea typeface="IBM Plex Sans"/>
                <a:cs typeface="IBM Plex Sans"/>
              </a:endParaRPr>
            </a:p>
          </p:txBody>
        </p:sp>
      </p:grpSp>
      <p:grpSp>
        <p:nvGrpSpPr>
          <p:cNvPr id="64" name="node03"/>
          <p:cNvGrpSpPr/>
          <p:nvPr/>
        </p:nvGrpSpPr>
        <p:grpSpPr>
          <a:xfrm>
            <a:off x="723900" y="2476500"/>
            <a:ext cx="6934200" cy="228600"/>
            <a:chOff x="723900" y="2476500"/>
            <a:chExt cx="6934200" cy="228600"/>
          </a:xfrm>
        </p:grpSpPr>
        <p:sp>
          <p:nvSpPr>
            <p:cNvPr id="9" name="node03.text"/>
            <p:cNvSpPr/>
            <p:nvPr/>
          </p:nvSpPr>
          <p:spPr>
            <a:xfrm>
              <a:off x="723900" y="2476500"/>
              <a:ext cx="6934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CED7E6"/>
                  </a:solidFill>
                  <a:latin typeface="IBM Plex Sans"/>
                  <a:ea typeface="IBM Plex Sans"/>
                  <a:cs typeface="IBM Plex Sans"/>
                </a:rPr>
                <a:t>Up to 40 cloud accounts; three-month minimum, then 30 days' notice.</a:t>
              </a:r>
              <a:endParaRPr lang="en-US" sz="1200" spc="0" kern="0" b="0" i="0" dirty="0">
                <a:solidFill>
                  <a:srgbClr val="CED7E6"/>
                </a:solidFill>
                <a:latin typeface="IBM Plex Sans"/>
                <a:ea typeface="IBM Plex Sans"/>
                <a:cs typeface="IBM Plex Sans"/>
              </a:endParaRPr>
            </a:p>
          </p:txBody>
        </p:sp>
      </p:grpSp>
      <p:grpSp>
        <p:nvGrpSpPr>
          <p:cNvPr id="65" name="node04"/>
          <p:cNvGrpSpPr/>
          <p:nvPr/>
        </p:nvGrpSpPr>
        <p:grpSpPr>
          <a:xfrm>
            <a:off x="8039100" y="1600200"/>
            <a:ext cx="3429000" cy="1143000"/>
            <a:chOff x="8039100" y="1600200"/>
            <a:chExt cx="3429000" cy="1143000"/>
          </a:xfrm>
        </p:grpSpPr>
        <p:sp>
          <p:nvSpPr>
            <p:cNvPr id="10" name="node04.surface"/>
            <p:cNvSpPr/>
            <p:nvPr/>
          </p:nvSpPr>
          <p:spPr>
            <a:xfrm>
              <a:off x="8039100" y="1600200"/>
              <a:ext cx="3429000" cy="1143000"/>
            </a:xfrm>
            <a:prstGeom prst="rect">
              <a:avLst/>
            </a:prstGeom>
            <a:solidFill>
              <a:srgbClr val="05013F"/>
            </a:solidFill>
            <a:ln>
              <a:noFill/>
            </a:ln>
          </p:spPr>
        </p:sp>
      </p:grpSp>
      <p:grpSp>
        <p:nvGrpSpPr>
          <p:cNvPr id="66" name="node05"/>
          <p:cNvGrpSpPr/>
          <p:nvPr/>
        </p:nvGrpSpPr>
        <p:grpSpPr>
          <a:xfrm>
            <a:off x="8267700" y="1752600"/>
            <a:ext cx="2971800" cy="152400"/>
            <a:chOff x="8267700" y="1752600"/>
            <a:chExt cx="2971800" cy="152400"/>
          </a:xfrm>
        </p:grpSpPr>
        <p:sp>
          <p:nvSpPr>
            <p:cNvPr id="11" name="node05.text"/>
            <p:cNvSpPr/>
            <p:nvPr/>
          </p:nvSpPr>
          <p:spPr>
            <a:xfrm>
              <a:off x="8267700" y="1752600"/>
              <a:ext cx="2971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CED7E6"/>
                  </a:solidFill>
                  <a:latin typeface="IBM Plex Mono Medium"/>
                  <a:ea typeface="IBM Plex Mono Medium"/>
                  <a:cs typeface="IBM Plex Mono Medium"/>
                </a:rPr>
                <a:t>TEAM MONTHLY RUN-RATE</a:t>
              </a:r>
              <a:endParaRPr lang="en-US" sz="900" spc="54" kern="0" b="0" i="0" dirty="0">
                <a:solidFill>
                  <a:srgbClr val="CED7E6"/>
                </a:solidFill>
                <a:latin typeface="IBM Plex Mono Medium"/>
                <a:ea typeface="IBM Plex Mono Medium"/>
                <a:cs typeface="IBM Plex Mono Medium"/>
              </a:endParaRPr>
            </a:p>
          </p:txBody>
        </p:sp>
      </p:grpSp>
      <p:grpSp>
        <p:nvGrpSpPr>
          <p:cNvPr id="67" name="node06"/>
          <p:cNvGrpSpPr/>
          <p:nvPr/>
        </p:nvGrpSpPr>
        <p:grpSpPr>
          <a:xfrm>
            <a:off x="8267700" y="1981200"/>
            <a:ext cx="1524000" cy="458978"/>
            <a:chOff x="8267700" y="1981200"/>
            <a:chExt cx="1524000" cy="458978"/>
          </a:xfrm>
        </p:grpSpPr>
        <p:sp>
          <p:nvSpPr>
            <p:cNvPr id="12" name="node06.text"/>
            <p:cNvSpPr/>
            <p:nvPr/>
          </p:nvSpPr>
          <p:spPr>
            <a:xfrm>
              <a:off x="8267700" y="1981200"/>
              <a:ext cx="1524000" cy="458978"/>
            </a:xfrm>
            <a:prstGeom prst="rect">
              <a:avLst/>
            </a:prstGeom>
            <a:noFill/>
            <a:ln/>
          </p:spPr>
          <p:txBody>
            <a:bodyPr wrap="square" lIns="0" tIns="0" rIns="0" bIns="0" rtlCol="0" anchor="t"/>
            <a:lstStyle/>
            <a:p>
              <a:pPr algn="l" indent="0" marL="0">
                <a:lnSpc>
                  <a:spcPts val="3600"/>
                </a:lnSpc>
                <a:buNone/>
              </a:pPr>
              <a:r>
                <a:rPr lang="en-US" sz="3600" spc="-72" kern="0" b="0" i="0" dirty="0">
                  <a:solidFill>
                    <a:srgbClr val="FFFFFF"/>
                  </a:solidFill>
                  <a:latin typeface="IBM Plex Mono SemiBold"/>
                  <a:ea typeface="IBM Plex Mono SemiBold"/>
                  <a:cs typeface="IBM Plex Mono SemiBold"/>
                </a:rPr>
                <a:t>$88K</a:t>
              </a:r>
              <a:endParaRPr lang="en-US" sz="3600" spc="-72" kern="0" b="0" i="0" dirty="0">
                <a:solidFill>
                  <a:srgbClr val="FFFFFF"/>
                </a:solidFill>
                <a:latin typeface="IBM Plex Mono SemiBold"/>
                <a:ea typeface="IBM Plex Mono SemiBold"/>
                <a:cs typeface="IBM Plex Mono SemiBold"/>
              </a:endParaRPr>
            </a:p>
          </p:txBody>
        </p:sp>
      </p:grpSp>
      <p:grpSp>
        <p:nvGrpSpPr>
          <p:cNvPr id="68" name="node07"/>
          <p:cNvGrpSpPr/>
          <p:nvPr/>
        </p:nvGrpSpPr>
        <p:grpSpPr>
          <a:xfrm>
            <a:off x="9639300" y="2019300"/>
            <a:ext cx="1676400" cy="228600"/>
            <a:chOff x="9639300" y="2019300"/>
            <a:chExt cx="1676400" cy="228600"/>
          </a:xfrm>
        </p:grpSpPr>
        <p:sp>
          <p:nvSpPr>
            <p:cNvPr id="13" name="node07.text"/>
            <p:cNvSpPr/>
            <p:nvPr/>
          </p:nvSpPr>
          <p:spPr>
            <a:xfrm>
              <a:off x="9639300" y="2019300"/>
              <a:ext cx="1676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per month, whole team</a:t>
              </a:r>
              <a:endParaRPr lang="en-US" sz="1200" spc="0" kern="0" b="0" i="0" dirty="0">
                <a:solidFill>
                  <a:srgbClr val="FFFFFF"/>
                </a:solidFill>
                <a:latin typeface="IBM Plex Sans"/>
                <a:ea typeface="IBM Plex Sans"/>
                <a:cs typeface="IBM Plex Sans"/>
              </a:endParaRPr>
            </a:p>
          </p:txBody>
        </p:sp>
      </p:grpSp>
      <p:grpSp>
        <p:nvGrpSpPr>
          <p:cNvPr id="69" name="node08"/>
          <p:cNvGrpSpPr/>
          <p:nvPr/>
        </p:nvGrpSpPr>
        <p:grpSpPr>
          <a:xfrm>
            <a:off x="9639300" y="2247900"/>
            <a:ext cx="1676400" cy="228600"/>
            <a:chOff x="9639300" y="2247900"/>
            <a:chExt cx="1676400" cy="228600"/>
          </a:xfrm>
        </p:grpSpPr>
        <p:sp>
          <p:nvSpPr>
            <p:cNvPr id="14" name="node08.text"/>
            <p:cNvSpPr/>
            <p:nvPr/>
          </p:nvSpPr>
          <p:spPr>
            <a:xfrm>
              <a:off x="9639300" y="2247900"/>
              <a:ext cx="1676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CED7E6"/>
                  </a:solidFill>
                  <a:latin typeface="IBM Plex Sans"/>
                  <a:ea typeface="IBM Plex Sans"/>
                  <a:cs typeface="IBM Plex Sans"/>
                </a:rPr>
                <a:t>In arrears</a:t>
              </a:r>
              <a:endParaRPr lang="en-US" sz="1200" spc="0" kern="0" b="0" i="0" dirty="0">
                <a:solidFill>
                  <a:srgbClr val="CED7E6"/>
                </a:solidFill>
                <a:latin typeface="IBM Plex Sans"/>
                <a:ea typeface="IBM Plex Sans"/>
                <a:cs typeface="IBM Plex Sans"/>
              </a:endParaRPr>
            </a:p>
          </p:txBody>
        </p:sp>
      </p:grpSp>
      <p:grpSp>
        <p:nvGrpSpPr>
          <p:cNvPr id="70" name="node09"/>
          <p:cNvGrpSpPr/>
          <p:nvPr/>
        </p:nvGrpSpPr>
        <p:grpSpPr>
          <a:xfrm>
            <a:off x="723900" y="2895600"/>
            <a:ext cx="10744200" cy="152400"/>
            <a:chOff x="723900" y="2895600"/>
            <a:chExt cx="10744200" cy="152400"/>
          </a:xfrm>
        </p:grpSpPr>
        <p:sp>
          <p:nvSpPr>
            <p:cNvPr id="15" name="node09.text"/>
            <p:cNvSpPr/>
            <p:nvPr/>
          </p:nvSpPr>
          <p:spPr>
            <a:xfrm>
              <a:off x="723900" y="2895600"/>
              <a:ext cx="10744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CED7E6"/>
                  </a:solidFill>
                  <a:latin typeface="IBM Plex Mono Medium"/>
                  <a:ea typeface="IBM Plex Mono Medium"/>
                  <a:cs typeface="IBM Plex Mono Medium"/>
                </a:rPr>
                <a:t>2 · HOW WE WILL DO IT · EVERY MONTH</a:t>
              </a:r>
              <a:endParaRPr lang="en-US" sz="900" spc="54" kern="0" b="0" i="0" dirty="0">
                <a:solidFill>
                  <a:srgbClr val="CED7E6"/>
                </a:solidFill>
                <a:latin typeface="IBM Plex Mono Medium"/>
                <a:ea typeface="IBM Plex Mono Medium"/>
                <a:cs typeface="IBM Plex Mono Medium"/>
              </a:endParaRPr>
            </a:p>
          </p:txBody>
        </p:sp>
      </p:grpSp>
      <p:sp>
        <p:nvSpPr>
          <p:cNvPr id="16" name="node10"/>
          <p:cNvSpPr/>
          <p:nvPr/>
        </p:nvSpPr>
        <p:spPr>
          <a:xfrm>
            <a:off x="723900" y="3162300"/>
            <a:ext cx="2514600" cy="12700"/>
          </a:xfrm>
          <a:prstGeom prst="rect">
            <a:avLst/>
          </a:prstGeom>
          <a:solidFill>
            <a:srgbClr val="50658E"/>
          </a:solidFill>
          <a:ln>
            <a:noFill/>
          </a:ln>
        </p:spPr>
      </p:sp>
      <p:grpSp>
        <p:nvGrpSpPr>
          <p:cNvPr id="71" name="node11"/>
          <p:cNvGrpSpPr/>
          <p:nvPr/>
        </p:nvGrpSpPr>
        <p:grpSpPr>
          <a:xfrm>
            <a:off x="723900" y="3276600"/>
            <a:ext cx="2514600" cy="152400"/>
            <a:chOff x="723900" y="3276600"/>
            <a:chExt cx="2514600" cy="152400"/>
          </a:xfrm>
        </p:grpSpPr>
        <p:sp>
          <p:nvSpPr>
            <p:cNvPr id="17" name="node11.text"/>
            <p:cNvSpPr/>
            <p:nvPr/>
          </p:nvSpPr>
          <p:spPr>
            <a:xfrm>
              <a:off x="723900" y="32766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CED7E6"/>
                  </a:solidFill>
                  <a:latin typeface="IBM Plex Mono Medium"/>
                  <a:ea typeface="IBM Plex Mono Medium"/>
                  <a:cs typeface="IBM Plex Mono Medium"/>
                </a:rPr>
                <a:t>01 · WEEK 1</a:t>
              </a:r>
              <a:endParaRPr lang="en-US" sz="900" spc="54" kern="0" b="0" i="0" dirty="0">
                <a:solidFill>
                  <a:srgbClr val="CED7E6"/>
                </a:solidFill>
                <a:latin typeface="IBM Plex Mono Medium"/>
                <a:ea typeface="IBM Plex Mono Medium"/>
                <a:cs typeface="IBM Plex Mono Medium"/>
              </a:endParaRPr>
            </a:p>
          </p:txBody>
        </p:sp>
      </p:grpSp>
      <p:grpSp>
        <p:nvGrpSpPr>
          <p:cNvPr id="72" name="node12"/>
          <p:cNvGrpSpPr/>
          <p:nvPr/>
        </p:nvGrpSpPr>
        <p:grpSpPr>
          <a:xfrm>
            <a:off x="723900" y="3505200"/>
            <a:ext cx="2514600" cy="304800"/>
            <a:chOff x="723900" y="3505200"/>
            <a:chExt cx="2514600" cy="304800"/>
          </a:xfrm>
        </p:grpSpPr>
        <p:sp>
          <p:nvSpPr>
            <p:cNvPr id="18" name="node12.text"/>
            <p:cNvSpPr/>
            <p:nvPr/>
          </p:nvSpPr>
          <p:spPr>
            <a:xfrm>
              <a:off x="723900" y="3505200"/>
              <a:ext cx="25146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FFFFFF"/>
                  </a:solidFill>
                  <a:latin typeface="IBM Plex Sans SemiBold"/>
                  <a:ea typeface="IBM Plex Sans SemiBold"/>
                  <a:cs typeface="IBM Plex Sans SemiBold"/>
                </a:rPr>
                <a:t>Operate</a:t>
              </a:r>
              <a:endParaRPr lang="en-US" sz="1800" spc="-18" kern="0" b="0" i="0" dirty="0">
                <a:solidFill>
                  <a:srgbClr val="FFFFFF"/>
                </a:solidFill>
                <a:latin typeface="IBM Plex Sans SemiBold"/>
                <a:ea typeface="IBM Plex Sans SemiBold"/>
                <a:cs typeface="IBM Plex Sans SemiBold"/>
              </a:endParaRPr>
            </a:p>
          </p:txBody>
        </p:sp>
      </p:grpSp>
      <p:grpSp>
        <p:nvGrpSpPr>
          <p:cNvPr id="73" name="node13"/>
          <p:cNvGrpSpPr/>
          <p:nvPr/>
        </p:nvGrpSpPr>
        <p:grpSpPr>
          <a:xfrm>
            <a:off x="723900" y="3848100"/>
            <a:ext cx="2514600" cy="762000"/>
            <a:chOff x="723900" y="3848100"/>
            <a:chExt cx="2514600" cy="762000"/>
          </a:xfrm>
        </p:grpSpPr>
        <p:sp>
          <p:nvSpPr>
            <p:cNvPr id="19" name="node13.source-001.bullet"/>
            <p:cNvSpPr/>
            <p:nvPr/>
          </p:nvSpPr>
          <p:spPr>
            <a:xfrm>
              <a:off x="723900" y="3937000"/>
              <a:ext cx="38100" cy="38100"/>
            </a:xfrm>
            <a:prstGeom prst="rect">
              <a:avLst/>
            </a:prstGeom>
            <a:solidFill>
              <a:srgbClr val="FFFFFF"/>
            </a:solidFill>
            <a:ln>
              <a:noFill/>
            </a:ln>
          </p:spPr>
        </p:sp>
        <p:sp>
          <p:nvSpPr>
            <p:cNvPr id="20" name="node13.source-001.text"/>
            <p:cNvSpPr/>
            <p:nvPr/>
          </p:nvSpPr>
          <p:spPr>
            <a:xfrm>
              <a:off x="876300" y="38481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Patch and upgrade cycle</a:t>
              </a:r>
              <a:endParaRPr lang="en-US" sz="1200" spc="0" kern="0" b="0" i="0" dirty="0">
                <a:solidFill>
                  <a:srgbClr val="FFFFFF"/>
                </a:solidFill>
                <a:latin typeface="IBM Plex Sans"/>
                <a:ea typeface="IBM Plex Sans"/>
                <a:cs typeface="IBM Plex Sans"/>
              </a:endParaRPr>
            </a:p>
          </p:txBody>
        </p:sp>
        <p:sp>
          <p:nvSpPr>
            <p:cNvPr id="21" name="node13.source-002.bullet"/>
            <p:cNvSpPr/>
            <p:nvPr/>
          </p:nvSpPr>
          <p:spPr>
            <a:xfrm>
              <a:off x="723900" y="4203700"/>
              <a:ext cx="38100" cy="38100"/>
            </a:xfrm>
            <a:prstGeom prst="rect">
              <a:avLst/>
            </a:prstGeom>
            <a:solidFill>
              <a:srgbClr val="FFFFFF"/>
            </a:solidFill>
            <a:ln>
              <a:noFill/>
            </a:ln>
          </p:spPr>
        </p:sp>
        <p:sp>
          <p:nvSpPr>
            <p:cNvPr id="22" name="node13.source-002.text"/>
            <p:cNvSpPr/>
            <p:nvPr/>
          </p:nvSpPr>
          <p:spPr>
            <a:xfrm>
              <a:off x="876300" y="41148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Incident and ticket review</a:t>
              </a:r>
              <a:endParaRPr lang="en-US" sz="1200" spc="0" kern="0" b="0" i="0" dirty="0">
                <a:solidFill>
                  <a:srgbClr val="FFFFFF"/>
                </a:solidFill>
                <a:latin typeface="IBM Plex Sans"/>
                <a:ea typeface="IBM Plex Sans"/>
                <a:cs typeface="IBM Plex Sans"/>
              </a:endParaRPr>
            </a:p>
          </p:txBody>
        </p:sp>
        <p:sp>
          <p:nvSpPr>
            <p:cNvPr id="23" name="node13.source-003.bullet"/>
            <p:cNvSpPr/>
            <p:nvPr/>
          </p:nvSpPr>
          <p:spPr>
            <a:xfrm>
              <a:off x="723900" y="4470400"/>
              <a:ext cx="38100" cy="38100"/>
            </a:xfrm>
            <a:prstGeom prst="rect">
              <a:avLst/>
            </a:prstGeom>
            <a:solidFill>
              <a:srgbClr val="FFFFFF"/>
            </a:solidFill>
            <a:ln>
              <a:noFill/>
            </a:ln>
          </p:spPr>
        </p:sp>
        <p:sp>
          <p:nvSpPr>
            <p:cNvPr id="24" name="node13.source-003.text"/>
            <p:cNvSpPr/>
            <p:nvPr/>
          </p:nvSpPr>
          <p:spPr>
            <a:xfrm>
              <a:off x="876300" y="43815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Backup and recovery checks</a:t>
              </a:r>
              <a:endParaRPr lang="en-US" sz="1200" spc="0" kern="0" b="0" i="0" dirty="0">
                <a:solidFill>
                  <a:srgbClr val="FFFFFF"/>
                </a:solidFill>
                <a:latin typeface="IBM Plex Sans"/>
                <a:ea typeface="IBM Plex Sans"/>
                <a:cs typeface="IBM Plex Sans"/>
              </a:endParaRPr>
            </a:p>
          </p:txBody>
        </p:sp>
      </p:grpSp>
      <p:sp>
        <p:nvSpPr>
          <p:cNvPr id="25" name="node14"/>
          <p:cNvSpPr/>
          <p:nvPr/>
        </p:nvSpPr>
        <p:spPr>
          <a:xfrm>
            <a:off x="3467100" y="3162300"/>
            <a:ext cx="2514600" cy="12700"/>
          </a:xfrm>
          <a:prstGeom prst="rect">
            <a:avLst/>
          </a:prstGeom>
          <a:solidFill>
            <a:srgbClr val="50658E"/>
          </a:solidFill>
          <a:ln>
            <a:noFill/>
          </a:ln>
        </p:spPr>
      </p:sp>
      <p:grpSp>
        <p:nvGrpSpPr>
          <p:cNvPr id="74" name="node15"/>
          <p:cNvGrpSpPr/>
          <p:nvPr/>
        </p:nvGrpSpPr>
        <p:grpSpPr>
          <a:xfrm>
            <a:off x="3467100" y="3276600"/>
            <a:ext cx="2514600" cy="152400"/>
            <a:chOff x="3467100" y="3276600"/>
            <a:chExt cx="2514600" cy="152400"/>
          </a:xfrm>
        </p:grpSpPr>
        <p:sp>
          <p:nvSpPr>
            <p:cNvPr id="26" name="node15.text"/>
            <p:cNvSpPr/>
            <p:nvPr/>
          </p:nvSpPr>
          <p:spPr>
            <a:xfrm>
              <a:off x="3467100" y="32766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CED7E6"/>
                  </a:solidFill>
                  <a:latin typeface="IBM Plex Mono Medium"/>
                  <a:ea typeface="IBM Plex Mono Medium"/>
                  <a:cs typeface="IBM Plex Mono Medium"/>
                </a:rPr>
                <a:t>02 · WEEK 2</a:t>
              </a:r>
              <a:endParaRPr lang="en-US" sz="900" spc="54" kern="0" b="0" i="0" dirty="0">
                <a:solidFill>
                  <a:srgbClr val="CED7E6"/>
                </a:solidFill>
                <a:latin typeface="IBM Plex Mono Medium"/>
                <a:ea typeface="IBM Plex Mono Medium"/>
                <a:cs typeface="IBM Plex Mono Medium"/>
              </a:endParaRPr>
            </a:p>
          </p:txBody>
        </p:sp>
      </p:grpSp>
      <p:grpSp>
        <p:nvGrpSpPr>
          <p:cNvPr id="75" name="node16"/>
          <p:cNvGrpSpPr/>
          <p:nvPr/>
        </p:nvGrpSpPr>
        <p:grpSpPr>
          <a:xfrm>
            <a:off x="3467100" y="3505200"/>
            <a:ext cx="2514600" cy="304800"/>
            <a:chOff x="3467100" y="3505200"/>
            <a:chExt cx="2514600" cy="304800"/>
          </a:xfrm>
        </p:grpSpPr>
        <p:sp>
          <p:nvSpPr>
            <p:cNvPr id="27" name="node16.text"/>
            <p:cNvSpPr/>
            <p:nvPr/>
          </p:nvSpPr>
          <p:spPr>
            <a:xfrm>
              <a:off x="3467100" y="3505200"/>
              <a:ext cx="25146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FFFFFF"/>
                  </a:solidFill>
                  <a:latin typeface="IBM Plex Sans SemiBold"/>
                  <a:ea typeface="IBM Plex Sans SemiBold"/>
                  <a:cs typeface="IBM Plex Sans SemiBold"/>
                </a:rPr>
                <a:t>Secure</a:t>
              </a:r>
              <a:endParaRPr lang="en-US" sz="1800" spc="-18" kern="0" b="0" i="0" dirty="0">
                <a:solidFill>
                  <a:srgbClr val="FFFFFF"/>
                </a:solidFill>
                <a:latin typeface="IBM Plex Sans SemiBold"/>
                <a:ea typeface="IBM Plex Sans SemiBold"/>
                <a:cs typeface="IBM Plex Sans SemiBold"/>
              </a:endParaRPr>
            </a:p>
          </p:txBody>
        </p:sp>
      </p:grpSp>
      <p:grpSp>
        <p:nvGrpSpPr>
          <p:cNvPr id="76" name="node17"/>
          <p:cNvGrpSpPr/>
          <p:nvPr/>
        </p:nvGrpSpPr>
        <p:grpSpPr>
          <a:xfrm>
            <a:off x="3467100" y="3848100"/>
            <a:ext cx="2514600" cy="762000"/>
            <a:chOff x="3467100" y="3848100"/>
            <a:chExt cx="2514600" cy="762000"/>
          </a:xfrm>
        </p:grpSpPr>
        <p:sp>
          <p:nvSpPr>
            <p:cNvPr id="28" name="node17.source-001.bullet"/>
            <p:cNvSpPr/>
            <p:nvPr/>
          </p:nvSpPr>
          <p:spPr>
            <a:xfrm>
              <a:off x="3467100" y="3937000"/>
              <a:ext cx="38100" cy="38100"/>
            </a:xfrm>
            <a:prstGeom prst="rect">
              <a:avLst/>
            </a:prstGeom>
            <a:solidFill>
              <a:srgbClr val="FFFFFF"/>
            </a:solidFill>
            <a:ln>
              <a:noFill/>
            </a:ln>
          </p:spPr>
        </p:sp>
        <p:sp>
          <p:nvSpPr>
            <p:cNvPr id="29" name="node17.source-001.text"/>
            <p:cNvSpPr/>
            <p:nvPr/>
          </p:nvSpPr>
          <p:spPr>
            <a:xfrm>
              <a:off x="3619500" y="38481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Posture scan and findings</a:t>
              </a:r>
              <a:endParaRPr lang="en-US" sz="1200" spc="0" kern="0" b="0" i="0" dirty="0">
                <a:solidFill>
                  <a:srgbClr val="FFFFFF"/>
                </a:solidFill>
                <a:latin typeface="IBM Plex Sans"/>
                <a:ea typeface="IBM Plex Sans"/>
                <a:cs typeface="IBM Plex Sans"/>
              </a:endParaRPr>
            </a:p>
          </p:txBody>
        </p:sp>
        <p:sp>
          <p:nvSpPr>
            <p:cNvPr id="30" name="node17.source-002.bullet"/>
            <p:cNvSpPr/>
            <p:nvPr/>
          </p:nvSpPr>
          <p:spPr>
            <a:xfrm>
              <a:off x="3467100" y="4203700"/>
              <a:ext cx="38100" cy="38100"/>
            </a:xfrm>
            <a:prstGeom prst="rect">
              <a:avLst/>
            </a:prstGeom>
            <a:solidFill>
              <a:srgbClr val="FFFFFF"/>
            </a:solidFill>
            <a:ln>
              <a:noFill/>
            </a:ln>
          </p:spPr>
        </p:sp>
        <p:sp>
          <p:nvSpPr>
            <p:cNvPr id="31" name="node17.source-002.text"/>
            <p:cNvSpPr/>
            <p:nvPr/>
          </p:nvSpPr>
          <p:spPr>
            <a:xfrm>
              <a:off x="3619500" y="41148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Access and key reviews</a:t>
              </a:r>
              <a:endParaRPr lang="en-US" sz="1200" spc="0" kern="0" b="0" i="0" dirty="0">
                <a:solidFill>
                  <a:srgbClr val="FFFFFF"/>
                </a:solidFill>
                <a:latin typeface="IBM Plex Sans"/>
                <a:ea typeface="IBM Plex Sans"/>
                <a:cs typeface="IBM Plex Sans"/>
              </a:endParaRPr>
            </a:p>
          </p:txBody>
        </p:sp>
        <p:sp>
          <p:nvSpPr>
            <p:cNvPr id="32" name="node17.source-003.bullet"/>
            <p:cNvSpPr/>
            <p:nvPr/>
          </p:nvSpPr>
          <p:spPr>
            <a:xfrm>
              <a:off x="3467100" y="4470400"/>
              <a:ext cx="38100" cy="38100"/>
            </a:xfrm>
            <a:prstGeom prst="rect">
              <a:avLst/>
            </a:prstGeom>
            <a:solidFill>
              <a:srgbClr val="FFFFFF"/>
            </a:solidFill>
            <a:ln>
              <a:noFill/>
            </a:ln>
          </p:spPr>
        </p:sp>
        <p:sp>
          <p:nvSpPr>
            <p:cNvPr id="33" name="node17.source-003.text"/>
            <p:cNvSpPr/>
            <p:nvPr/>
          </p:nvSpPr>
          <p:spPr>
            <a:xfrm>
              <a:off x="3619500" y="43815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Fix plan with owners</a:t>
              </a:r>
              <a:endParaRPr lang="en-US" sz="1200" spc="0" kern="0" b="0" i="0" dirty="0">
                <a:solidFill>
                  <a:srgbClr val="FFFFFF"/>
                </a:solidFill>
                <a:latin typeface="IBM Plex Sans"/>
                <a:ea typeface="IBM Plex Sans"/>
                <a:cs typeface="IBM Plex Sans"/>
              </a:endParaRPr>
            </a:p>
          </p:txBody>
        </p:sp>
      </p:grpSp>
      <p:sp>
        <p:nvSpPr>
          <p:cNvPr id="34" name="node18"/>
          <p:cNvSpPr/>
          <p:nvPr/>
        </p:nvSpPr>
        <p:spPr>
          <a:xfrm>
            <a:off x="6210300" y="3162300"/>
            <a:ext cx="2514600" cy="12700"/>
          </a:xfrm>
          <a:prstGeom prst="rect">
            <a:avLst/>
          </a:prstGeom>
          <a:solidFill>
            <a:srgbClr val="50658E"/>
          </a:solidFill>
          <a:ln>
            <a:noFill/>
          </a:ln>
        </p:spPr>
      </p:sp>
      <p:grpSp>
        <p:nvGrpSpPr>
          <p:cNvPr id="77" name="node19"/>
          <p:cNvGrpSpPr/>
          <p:nvPr/>
        </p:nvGrpSpPr>
        <p:grpSpPr>
          <a:xfrm>
            <a:off x="6210300" y="3276600"/>
            <a:ext cx="2514600" cy="152400"/>
            <a:chOff x="6210300" y="3276600"/>
            <a:chExt cx="2514600" cy="152400"/>
          </a:xfrm>
        </p:grpSpPr>
        <p:sp>
          <p:nvSpPr>
            <p:cNvPr id="35" name="node19.text"/>
            <p:cNvSpPr/>
            <p:nvPr/>
          </p:nvSpPr>
          <p:spPr>
            <a:xfrm>
              <a:off x="6210300" y="32766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CED7E6"/>
                  </a:solidFill>
                  <a:latin typeface="IBM Plex Mono Medium"/>
                  <a:ea typeface="IBM Plex Mono Medium"/>
                  <a:cs typeface="IBM Plex Mono Medium"/>
                </a:rPr>
                <a:t>03 · WEEK 3</a:t>
              </a:r>
              <a:endParaRPr lang="en-US" sz="900" spc="54" kern="0" b="0" i="0" dirty="0">
                <a:solidFill>
                  <a:srgbClr val="CED7E6"/>
                </a:solidFill>
                <a:latin typeface="IBM Plex Mono Medium"/>
                <a:ea typeface="IBM Plex Mono Medium"/>
                <a:cs typeface="IBM Plex Mono Medium"/>
              </a:endParaRPr>
            </a:p>
          </p:txBody>
        </p:sp>
      </p:grpSp>
      <p:grpSp>
        <p:nvGrpSpPr>
          <p:cNvPr id="78" name="node20"/>
          <p:cNvGrpSpPr/>
          <p:nvPr/>
        </p:nvGrpSpPr>
        <p:grpSpPr>
          <a:xfrm>
            <a:off x="6210300" y="3505200"/>
            <a:ext cx="2514600" cy="304800"/>
            <a:chOff x="6210300" y="3505200"/>
            <a:chExt cx="2514600" cy="304800"/>
          </a:xfrm>
        </p:grpSpPr>
        <p:sp>
          <p:nvSpPr>
            <p:cNvPr id="36" name="node20.text"/>
            <p:cNvSpPr/>
            <p:nvPr/>
          </p:nvSpPr>
          <p:spPr>
            <a:xfrm>
              <a:off x="6210300" y="3505200"/>
              <a:ext cx="25146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FFFFFF"/>
                  </a:solidFill>
                  <a:latin typeface="IBM Plex Sans SemiBold"/>
                  <a:ea typeface="IBM Plex Sans SemiBold"/>
                  <a:cs typeface="IBM Plex Sans SemiBold"/>
                </a:rPr>
                <a:t>Optimize</a:t>
              </a:r>
              <a:endParaRPr lang="en-US" sz="1800" spc="-18" kern="0" b="0" i="0" dirty="0">
                <a:solidFill>
                  <a:srgbClr val="FFFFFF"/>
                </a:solidFill>
                <a:latin typeface="IBM Plex Sans SemiBold"/>
                <a:ea typeface="IBM Plex Sans SemiBold"/>
                <a:cs typeface="IBM Plex Sans SemiBold"/>
              </a:endParaRPr>
            </a:p>
          </p:txBody>
        </p:sp>
      </p:grpSp>
      <p:grpSp>
        <p:nvGrpSpPr>
          <p:cNvPr id="79" name="node21"/>
          <p:cNvGrpSpPr/>
          <p:nvPr/>
        </p:nvGrpSpPr>
        <p:grpSpPr>
          <a:xfrm>
            <a:off x="6210300" y="3848100"/>
            <a:ext cx="2514600" cy="762000"/>
            <a:chOff x="6210300" y="3848100"/>
            <a:chExt cx="2514600" cy="762000"/>
          </a:xfrm>
        </p:grpSpPr>
        <p:sp>
          <p:nvSpPr>
            <p:cNvPr id="37" name="node21.source-001.bullet"/>
            <p:cNvSpPr/>
            <p:nvPr/>
          </p:nvSpPr>
          <p:spPr>
            <a:xfrm>
              <a:off x="6210300" y="3937000"/>
              <a:ext cx="38100" cy="38100"/>
            </a:xfrm>
            <a:prstGeom prst="rect">
              <a:avLst/>
            </a:prstGeom>
            <a:solidFill>
              <a:srgbClr val="FFFFFF"/>
            </a:solidFill>
            <a:ln>
              <a:noFill/>
            </a:ln>
          </p:spPr>
        </p:sp>
        <p:sp>
          <p:nvSpPr>
            <p:cNvPr id="38" name="node21.source-001.text"/>
            <p:cNvSpPr/>
            <p:nvPr/>
          </p:nvSpPr>
          <p:spPr>
            <a:xfrm>
              <a:off x="6362700" y="38481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Cost and tagging review</a:t>
              </a:r>
              <a:endParaRPr lang="en-US" sz="1200" spc="0" kern="0" b="0" i="0" dirty="0">
                <a:solidFill>
                  <a:srgbClr val="FFFFFF"/>
                </a:solidFill>
                <a:latin typeface="IBM Plex Sans"/>
                <a:ea typeface="IBM Plex Sans"/>
                <a:cs typeface="IBM Plex Sans"/>
              </a:endParaRPr>
            </a:p>
          </p:txBody>
        </p:sp>
        <p:sp>
          <p:nvSpPr>
            <p:cNvPr id="39" name="node21.source-002.bullet"/>
            <p:cNvSpPr/>
            <p:nvPr/>
          </p:nvSpPr>
          <p:spPr>
            <a:xfrm>
              <a:off x="6210300" y="4203700"/>
              <a:ext cx="38100" cy="38100"/>
            </a:xfrm>
            <a:prstGeom prst="rect">
              <a:avLst/>
            </a:prstGeom>
            <a:solidFill>
              <a:srgbClr val="FFFFFF"/>
            </a:solidFill>
            <a:ln>
              <a:noFill/>
            </a:ln>
          </p:spPr>
        </p:sp>
        <p:sp>
          <p:nvSpPr>
            <p:cNvPr id="40" name="node21.source-002.text"/>
            <p:cNvSpPr/>
            <p:nvPr/>
          </p:nvSpPr>
          <p:spPr>
            <a:xfrm>
              <a:off x="6362700" y="41148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Right-size and commit decisions</a:t>
              </a:r>
              <a:endParaRPr lang="en-US" sz="1200" spc="0" kern="0" b="0" i="0" dirty="0">
                <a:solidFill>
                  <a:srgbClr val="FFFFFF"/>
                </a:solidFill>
                <a:latin typeface="IBM Plex Sans"/>
                <a:ea typeface="IBM Plex Sans"/>
                <a:cs typeface="IBM Plex Sans"/>
              </a:endParaRPr>
            </a:p>
          </p:txBody>
        </p:sp>
        <p:sp>
          <p:nvSpPr>
            <p:cNvPr id="41" name="node21.source-003.bullet"/>
            <p:cNvSpPr/>
            <p:nvPr/>
          </p:nvSpPr>
          <p:spPr>
            <a:xfrm>
              <a:off x="6210300" y="4470400"/>
              <a:ext cx="38100" cy="38100"/>
            </a:xfrm>
            <a:prstGeom prst="rect">
              <a:avLst/>
            </a:prstGeom>
            <a:solidFill>
              <a:srgbClr val="FFFFFF"/>
            </a:solidFill>
            <a:ln>
              <a:noFill/>
            </a:ln>
          </p:spPr>
        </p:sp>
        <p:sp>
          <p:nvSpPr>
            <p:cNvPr id="42" name="node21.source-003.text"/>
            <p:cNvSpPr/>
            <p:nvPr/>
          </p:nvSpPr>
          <p:spPr>
            <a:xfrm>
              <a:off x="6362700" y="43815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Savings tracked to target</a:t>
              </a:r>
              <a:endParaRPr lang="en-US" sz="1200" spc="0" kern="0" b="0" i="0" dirty="0">
                <a:solidFill>
                  <a:srgbClr val="FFFFFF"/>
                </a:solidFill>
                <a:latin typeface="IBM Plex Sans"/>
                <a:ea typeface="IBM Plex Sans"/>
                <a:cs typeface="IBM Plex Sans"/>
              </a:endParaRPr>
            </a:p>
          </p:txBody>
        </p:sp>
      </p:grpSp>
      <p:sp>
        <p:nvSpPr>
          <p:cNvPr id="43" name="node22"/>
          <p:cNvSpPr/>
          <p:nvPr/>
        </p:nvSpPr>
        <p:spPr>
          <a:xfrm>
            <a:off x="8953500" y="3162300"/>
            <a:ext cx="2514600" cy="12700"/>
          </a:xfrm>
          <a:prstGeom prst="rect">
            <a:avLst/>
          </a:prstGeom>
          <a:solidFill>
            <a:srgbClr val="50658E"/>
          </a:solidFill>
          <a:ln>
            <a:noFill/>
          </a:ln>
        </p:spPr>
      </p:sp>
      <p:grpSp>
        <p:nvGrpSpPr>
          <p:cNvPr id="80" name="node23"/>
          <p:cNvGrpSpPr/>
          <p:nvPr/>
        </p:nvGrpSpPr>
        <p:grpSpPr>
          <a:xfrm>
            <a:off x="8953500" y="3276600"/>
            <a:ext cx="2514600" cy="152400"/>
            <a:chOff x="8953500" y="3276600"/>
            <a:chExt cx="2514600" cy="152400"/>
          </a:xfrm>
        </p:grpSpPr>
        <p:sp>
          <p:nvSpPr>
            <p:cNvPr id="44" name="node23.text"/>
            <p:cNvSpPr/>
            <p:nvPr/>
          </p:nvSpPr>
          <p:spPr>
            <a:xfrm>
              <a:off x="8953500" y="32766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CED7E6"/>
                  </a:solidFill>
                  <a:latin typeface="IBM Plex Mono Medium"/>
                  <a:ea typeface="IBM Plex Mono Medium"/>
                  <a:cs typeface="IBM Plex Mono Medium"/>
                </a:rPr>
                <a:t>04 · WEEK 4</a:t>
              </a:r>
              <a:endParaRPr lang="en-US" sz="900" spc="54" kern="0" b="0" i="0" dirty="0">
                <a:solidFill>
                  <a:srgbClr val="CED7E6"/>
                </a:solidFill>
                <a:latin typeface="IBM Plex Mono Medium"/>
                <a:ea typeface="IBM Plex Mono Medium"/>
                <a:cs typeface="IBM Plex Mono Medium"/>
              </a:endParaRPr>
            </a:p>
          </p:txBody>
        </p:sp>
      </p:grpSp>
      <p:grpSp>
        <p:nvGrpSpPr>
          <p:cNvPr id="81" name="node24"/>
          <p:cNvGrpSpPr/>
          <p:nvPr/>
        </p:nvGrpSpPr>
        <p:grpSpPr>
          <a:xfrm>
            <a:off x="8953500" y="3505200"/>
            <a:ext cx="2514600" cy="304800"/>
            <a:chOff x="8953500" y="3505200"/>
            <a:chExt cx="2514600" cy="304800"/>
          </a:xfrm>
        </p:grpSpPr>
        <p:sp>
          <p:nvSpPr>
            <p:cNvPr id="45" name="node24.text"/>
            <p:cNvSpPr/>
            <p:nvPr/>
          </p:nvSpPr>
          <p:spPr>
            <a:xfrm>
              <a:off x="8953500" y="3505200"/>
              <a:ext cx="25146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FFFFFF"/>
                  </a:solidFill>
                  <a:latin typeface="IBM Plex Sans SemiBold"/>
                  <a:ea typeface="IBM Plex Sans SemiBold"/>
                  <a:cs typeface="IBM Plex Sans SemiBold"/>
                </a:rPr>
                <a:t>Plan</a:t>
              </a:r>
              <a:endParaRPr lang="en-US" sz="1800" spc="-18" kern="0" b="0" i="0" dirty="0">
                <a:solidFill>
                  <a:srgbClr val="FFFFFF"/>
                </a:solidFill>
                <a:latin typeface="IBM Plex Sans SemiBold"/>
                <a:ea typeface="IBM Plex Sans SemiBold"/>
                <a:cs typeface="IBM Plex Sans SemiBold"/>
              </a:endParaRPr>
            </a:p>
          </p:txBody>
        </p:sp>
      </p:grpSp>
      <p:grpSp>
        <p:nvGrpSpPr>
          <p:cNvPr id="82" name="node25"/>
          <p:cNvGrpSpPr/>
          <p:nvPr/>
        </p:nvGrpSpPr>
        <p:grpSpPr>
          <a:xfrm>
            <a:off x="8953500" y="3848100"/>
            <a:ext cx="2514600" cy="762000"/>
            <a:chOff x="8953500" y="3848100"/>
            <a:chExt cx="2514600" cy="762000"/>
          </a:xfrm>
        </p:grpSpPr>
        <p:sp>
          <p:nvSpPr>
            <p:cNvPr id="46" name="node25.source-001.bullet"/>
            <p:cNvSpPr/>
            <p:nvPr/>
          </p:nvSpPr>
          <p:spPr>
            <a:xfrm>
              <a:off x="8953500" y="3937000"/>
              <a:ext cx="38100" cy="38100"/>
            </a:xfrm>
            <a:prstGeom prst="rect">
              <a:avLst/>
            </a:prstGeom>
            <a:solidFill>
              <a:srgbClr val="FFFFFF"/>
            </a:solidFill>
            <a:ln>
              <a:noFill/>
            </a:ln>
          </p:spPr>
        </p:sp>
        <p:sp>
          <p:nvSpPr>
            <p:cNvPr id="47" name="node25.source-001.text"/>
            <p:cNvSpPr/>
            <p:nvPr/>
          </p:nvSpPr>
          <p:spPr>
            <a:xfrm>
              <a:off x="9105900" y="38481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Health report for the CIO</a:t>
              </a:r>
              <a:endParaRPr lang="en-US" sz="1200" spc="0" kern="0" b="0" i="0" dirty="0">
                <a:solidFill>
                  <a:srgbClr val="FFFFFF"/>
                </a:solidFill>
                <a:latin typeface="IBM Plex Sans"/>
                <a:ea typeface="IBM Plex Sans"/>
                <a:cs typeface="IBM Plex Sans"/>
              </a:endParaRPr>
            </a:p>
          </p:txBody>
        </p:sp>
        <p:sp>
          <p:nvSpPr>
            <p:cNvPr id="48" name="node25.source-002.bullet"/>
            <p:cNvSpPr/>
            <p:nvPr/>
          </p:nvSpPr>
          <p:spPr>
            <a:xfrm>
              <a:off x="8953500" y="4203700"/>
              <a:ext cx="38100" cy="38100"/>
            </a:xfrm>
            <a:prstGeom prst="rect">
              <a:avLst/>
            </a:prstGeom>
            <a:solidFill>
              <a:srgbClr val="FFFFFF"/>
            </a:solidFill>
            <a:ln>
              <a:noFill/>
            </a:ln>
          </p:spPr>
        </p:sp>
        <p:sp>
          <p:nvSpPr>
            <p:cNvPr id="49" name="node25.source-002.text"/>
            <p:cNvSpPr/>
            <p:nvPr/>
          </p:nvSpPr>
          <p:spPr>
            <a:xfrm>
              <a:off x="9105900" y="41148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Roadmap and backlog session</a:t>
              </a:r>
              <a:endParaRPr lang="en-US" sz="1200" spc="0" kern="0" b="0" i="0" dirty="0">
                <a:solidFill>
                  <a:srgbClr val="FFFFFF"/>
                </a:solidFill>
                <a:latin typeface="IBM Plex Sans"/>
                <a:ea typeface="IBM Plex Sans"/>
                <a:cs typeface="IBM Plex Sans"/>
              </a:endParaRPr>
            </a:p>
          </p:txBody>
        </p:sp>
        <p:sp>
          <p:nvSpPr>
            <p:cNvPr id="50" name="node25.source-003.bullet"/>
            <p:cNvSpPr/>
            <p:nvPr/>
          </p:nvSpPr>
          <p:spPr>
            <a:xfrm>
              <a:off x="8953500" y="4470400"/>
              <a:ext cx="38100" cy="38100"/>
            </a:xfrm>
            <a:prstGeom prst="rect">
              <a:avLst/>
            </a:prstGeom>
            <a:solidFill>
              <a:srgbClr val="FFFFFF"/>
            </a:solidFill>
            <a:ln>
              <a:noFill/>
            </a:ln>
          </p:spPr>
        </p:sp>
        <p:sp>
          <p:nvSpPr>
            <p:cNvPr id="51" name="node25.source-003.text"/>
            <p:cNvSpPr/>
            <p:nvPr/>
          </p:nvSpPr>
          <p:spPr>
            <a:xfrm>
              <a:off x="9105900" y="43815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Next-month priorities</a:t>
              </a:r>
              <a:endParaRPr lang="en-US" sz="1200" spc="0" kern="0" b="0" i="0" dirty="0">
                <a:solidFill>
                  <a:srgbClr val="FFFFFF"/>
                </a:solidFill>
                <a:latin typeface="IBM Plex Sans"/>
                <a:ea typeface="IBM Plex Sans"/>
                <a:cs typeface="IBM Plex Sans"/>
              </a:endParaRPr>
            </a:p>
          </p:txBody>
        </p:sp>
      </p:grpSp>
      <p:grpSp>
        <p:nvGrpSpPr>
          <p:cNvPr id="83" name="node26"/>
          <p:cNvGrpSpPr/>
          <p:nvPr/>
        </p:nvGrpSpPr>
        <p:grpSpPr>
          <a:xfrm>
            <a:off x="723900" y="5029200"/>
            <a:ext cx="10744200" cy="685800"/>
            <a:chOff x="723900" y="5029200"/>
            <a:chExt cx="10744200" cy="685800"/>
          </a:xfrm>
        </p:grpSpPr>
        <p:sp>
          <p:nvSpPr>
            <p:cNvPr id="52" name="node26.surface"/>
            <p:cNvSpPr/>
            <p:nvPr/>
          </p:nvSpPr>
          <p:spPr>
            <a:xfrm>
              <a:off x="723900" y="5029200"/>
              <a:ext cx="10744200" cy="685800"/>
            </a:xfrm>
            <a:prstGeom prst="rect">
              <a:avLst/>
            </a:prstGeom>
            <a:solidFill>
              <a:srgbClr val="05013F"/>
            </a:solidFill>
            <a:ln>
              <a:noFill/>
            </a:ln>
          </p:spPr>
        </p:sp>
      </p:grpSp>
      <p:grpSp>
        <p:nvGrpSpPr>
          <p:cNvPr id="84" name="node27"/>
          <p:cNvGrpSpPr/>
          <p:nvPr/>
        </p:nvGrpSpPr>
        <p:grpSpPr>
          <a:xfrm>
            <a:off x="876300" y="5245100"/>
            <a:ext cx="762000" cy="152400"/>
            <a:chOff x="876300" y="5245100"/>
            <a:chExt cx="762000" cy="152400"/>
          </a:xfrm>
        </p:grpSpPr>
        <p:sp>
          <p:nvSpPr>
            <p:cNvPr id="53" name="node27.text"/>
            <p:cNvSpPr/>
            <p:nvPr/>
          </p:nvSpPr>
          <p:spPr>
            <a:xfrm>
              <a:off x="876300" y="5245100"/>
              <a:ext cx="762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CED7E6"/>
                  </a:solidFill>
                  <a:latin typeface="IBM Plex Mono Medium"/>
                  <a:ea typeface="IBM Plex Mono Medium"/>
                  <a:cs typeface="IBM Plex Mono Medium"/>
                </a:rPr>
                <a:t>TEAM</a:t>
              </a:r>
              <a:endParaRPr lang="en-US" sz="900" spc="54" kern="0" b="0" i="0" dirty="0">
                <a:solidFill>
                  <a:srgbClr val="CED7E6"/>
                </a:solidFill>
                <a:latin typeface="IBM Plex Mono Medium"/>
                <a:ea typeface="IBM Plex Mono Medium"/>
                <a:cs typeface="IBM Plex Mono Medium"/>
              </a:endParaRPr>
            </a:p>
          </p:txBody>
        </p:sp>
      </p:grpSp>
      <p:grpSp>
        <p:nvGrpSpPr>
          <p:cNvPr id="85" name="node28"/>
          <p:cNvGrpSpPr/>
          <p:nvPr/>
        </p:nvGrpSpPr>
        <p:grpSpPr>
          <a:xfrm>
            <a:off x="1638300" y="5105400"/>
            <a:ext cx="2362200" cy="228600"/>
            <a:chOff x="1638300" y="5105400"/>
            <a:chExt cx="2362200" cy="228600"/>
          </a:xfrm>
        </p:grpSpPr>
        <p:sp>
          <p:nvSpPr>
            <p:cNvPr id="54" name="node28.text"/>
            <p:cNvSpPr/>
            <p:nvPr/>
          </p:nvSpPr>
          <p:spPr>
            <a:xfrm>
              <a:off x="1638300" y="51054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Cloud lead · 25%</a:t>
              </a:r>
              <a:endParaRPr lang="en-US" sz="1200" spc="0" kern="0" b="0" i="0" dirty="0">
                <a:solidFill>
                  <a:srgbClr val="FFFFFF"/>
                </a:solidFill>
                <a:latin typeface="IBM Plex Sans"/>
                <a:ea typeface="IBM Plex Sans"/>
                <a:cs typeface="IBM Plex Sans"/>
              </a:endParaRPr>
            </a:p>
          </p:txBody>
        </p:sp>
      </p:grpSp>
      <p:grpSp>
        <p:nvGrpSpPr>
          <p:cNvPr id="86" name="node29"/>
          <p:cNvGrpSpPr/>
          <p:nvPr/>
        </p:nvGrpSpPr>
        <p:grpSpPr>
          <a:xfrm>
            <a:off x="1638300" y="5334000"/>
            <a:ext cx="2362200" cy="228600"/>
            <a:chOff x="1638300" y="5334000"/>
            <a:chExt cx="2362200" cy="228600"/>
          </a:xfrm>
        </p:grpSpPr>
        <p:sp>
          <p:nvSpPr>
            <p:cNvPr id="55" name="node29.text"/>
            <p:cNvSpPr/>
            <p:nvPr/>
          </p:nvSpPr>
          <p:spPr>
            <a:xfrm>
              <a:off x="1638300" y="53340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CED7E6"/>
                  </a:solidFill>
                  <a:latin typeface="IBM Plex Sans"/>
                  <a:ea typeface="IBM Plex Sans"/>
                  <a:cs typeface="IBM Plex Sans"/>
                </a:rPr>
                <a:t>Service owner</a:t>
              </a:r>
              <a:endParaRPr lang="en-US" sz="1200" spc="0" kern="0" b="0" i="0" dirty="0">
                <a:solidFill>
                  <a:srgbClr val="CED7E6"/>
                </a:solidFill>
                <a:latin typeface="IBM Plex Sans"/>
                <a:ea typeface="IBM Plex Sans"/>
                <a:cs typeface="IBM Plex Sans"/>
              </a:endParaRPr>
            </a:p>
          </p:txBody>
        </p:sp>
      </p:grpSp>
      <p:grpSp>
        <p:nvGrpSpPr>
          <p:cNvPr id="87" name="node30"/>
          <p:cNvGrpSpPr/>
          <p:nvPr/>
        </p:nvGrpSpPr>
        <p:grpSpPr>
          <a:xfrm>
            <a:off x="4076700" y="5105400"/>
            <a:ext cx="2362200" cy="228600"/>
            <a:chOff x="4076700" y="5105400"/>
            <a:chExt cx="2362200" cy="228600"/>
          </a:xfrm>
        </p:grpSpPr>
        <p:sp>
          <p:nvSpPr>
            <p:cNvPr id="56" name="node30.text"/>
            <p:cNvSpPr/>
            <p:nvPr/>
          </p:nvSpPr>
          <p:spPr>
            <a:xfrm>
              <a:off x="4076700" y="51054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Platform engineer · 100%</a:t>
              </a:r>
              <a:endParaRPr lang="en-US" sz="1200" spc="0" kern="0" b="0" i="0" dirty="0">
                <a:solidFill>
                  <a:srgbClr val="FFFFFF"/>
                </a:solidFill>
                <a:latin typeface="IBM Plex Sans"/>
                <a:ea typeface="IBM Plex Sans"/>
                <a:cs typeface="IBM Plex Sans"/>
              </a:endParaRPr>
            </a:p>
          </p:txBody>
        </p:sp>
      </p:grpSp>
      <p:grpSp>
        <p:nvGrpSpPr>
          <p:cNvPr id="88" name="node31"/>
          <p:cNvGrpSpPr/>
          <p:nvPr/>
        </p:nvGrpSpPr>
        <p:grpSpPr>
          <a:xfrm>
            <a:off x="4076700" y="5334000"/>
            <a:ext cx="2362200" cy="228600"/>
            <a:chOff x="4076700" y="5334000"/>
            <a:chExt cx="2362200" cy="228600"/>
          </a:xfrm>
        </p:grpSpPr>
        <p:sp>
          <p:nvSpPr>
            <p:cNvPr id="57" name="node31.text"/>
            <p:cNvSpPr/>
            <p:nvPr/>
          </p:nvSpPr>
          <p:spPr>
            <a:xfrm>
              <a:off x="4076700" y="53340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CED7E6"/>
                  </a:solidFill>
                  <a:latin typeface="IBM Plex Sans"/>
                  <a:ea typeface="IBM Plex Sans"/>
                  <a:cs typeface="IBM Plex Sans"/>
                </a:rPr>
                <a:t>Operate, patch</a:t>
              </a:r>
              <a:endParaRPr lang="en-US" sz="1200" spc="0" kern="0" b="0" i="0" dirty="0">
                <a:solidFill>
                  <a:srgbClr val="CED7E6"/>
                </a:solidFill>
                <a:latin typeface="IBM Plex Sans"/>
                <a:ea typeface="IBM Plex Sans"/>
                <a:cs typeface="IBM Plex Sans"/>
              </a:endParaRPr>
            </a:p>
          </p:txBody>
        </p:sp>
      </p:grpSp>
      <p:grpSp>
        <p:nvGrpSpPr>
          <p:cNvPr id="89" name="node32"/>
          <p:cNvGrpSpPr/>
          <p:nvPr/>
        </p:nvGrpSpPr>
        <p:grpSpPr>
          <a:xfrm>
            <a:off x="6515100" y="5105400"/>
            <a:ext cx="2362200" cy="228600"/>
            <a:chOff x="6515100" y="5105400"/>
            <a:chExt cx="2362200" cy="228600"/>
          </a:xfrm>
        </p:grpSpPr>
        <p:sp>
          <p:nvSpPr>
            <p:cNvPr id="58" name="node32.text"/>
            <p:cNvSpPr/>
            <p:nvPr/>
          </p:nvSpPr>
          <p:spPr>
            <a:xfrm>
              <a:off x="6515100" y="51054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Security engineer · 50%</a:t>
              </a:r>
              <a:endParaRPr lang="en-US" sz="1200" spc="0" kern="0" b="0" i="0" dirty="0">
                <a:solidFill>
                  <a:srgbClr val="FFFFFF"/>
                </a:solidFill>
                <a:latin typeface="IBM Plex Sans"/>
                <a:ea typeface="IBM Plex Sans"/>
                <a:cs typeface="IBM Plex Sans"/>
              </a:endParaRPr>
            </a:p>
          </p:txBody>
        </p:sp>
      </p:grpSp>
      <p:grpSp>
        <p:nvGrpSpPr>
          <p:cNvPr id="90" name="node33"/>
          <p:cNvGrpSpPr/>
          <p:nvPr/>
        </p:nvGrpSpPr>
        <p:grpSpPr>
          <a:xfrm>
            <a:off x="6515100" y="5334000"/>
            <a:ext cx="2362200" cy="228600"/>
            <a:chOff x="6515100" y="5334000"/>
            <a:chExt cx="2362200" cy="228600"/>
          </a:xfrm>
        </p:grpSpPr>
        <p:sp>
          <p:nvSpPr>
            <p:cNvPr id="59" name="node33.text"/>
            <p:cNvSpPr/>
            <p:nvPr/>
          </p:nvSpPr>
          <p:spPr>
            <a:xfrm>
              <a:off x="6515100" y="53340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CED7E6"/>
                  </a:solidFill>
                  <a:latin typeface="IBM Plex Sans"/>
                  <a:ea typeface="IBM Plex Sans"/>
                  <a:cs typeface="IBM Plex Sans"/>
                </a:rPr>
                <a:t>Posture, access</a:t>
              </a:r>
              <a:endParaRPr lang="en-US" sz="1200" spc="0" kern="0" b="0" i="0" dirty="0">
                <a:solidFill>
                  <a:srgbClr val="CED7E6"/>
                </a:solidFill>
                <a:latin typeface="IBM Plex Sans"/>
                <a:ea typeface="IBM Plex Sans"/>
                <a:cs typeface="IBM Plex Sans"/>
              </a:endParaRPr>
            </a:p>
          </p:txBody>
        </p:sp>
      </p:grpSp>
      <p:grpSp>
        <p:nvGrpSpPr>
          <p:cNvPr id="91" name="node34"/>
          <p:cNvGrpSpPr/>
          <p:nvPr/>
        </p:nvGrpSpPr>
        <p:grpSpPr>
          <a:xfrm>
            <a:off x="8953500" y="5105400"/>
            <a:ext cx="2362200" cy="228600"/>
            <a:chOff x="8953500" y="5105400"/>
            <a:chExt cx="2362200" cy="228600"/>
          </a:xfrm>
        </p:grpSpPr>
        <p:sp>
          <p:nvSpPr>
            <p:cNvPr id="60" name="node34.text"/>
            <p:cNvSpPr/>
            <p:nvPr/>
          </p:nvSpPr>
          <p:spPr>
            <a:xfrm>
              <a:off x="8953500" y="51054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FinOps analyst · 50%</a:t>
              </a:r>
              <a:endParaRPr lang="en-US" sz="1200" spc="0" kern="0" b="0" i="0" dirty="0">
                <a:solidFill>
                  <a:srgbClr val="FFFFFF"/>
                </a:solidFill>
                <a:latin typeface="IBM Plex Sans"/>
                <a:ea typeface="IBM Plex Sans"/>
                <a:cs typeface="IBM Plex Sans"/>
              </a:endParaRPr>
            </a:p>
          </p:txBody>
        </p:sp>
      </p:grpSp>
      <p:grpSp>
        <p:nvGrpSpPr>
          <p:cNvPr id="92" name="node35"/>
          <p:cNvGrpSpPr/>
          <p:nvPr/>
        </p:nvGrpSpPr>
        <p:grpSpPr>
          <a:xfrm>
            <a:off x="8953500" y="5334000"/>
            <a:ext cx="2362200" cy="228600"/>
            <a:chOff x="8953500" y="5334000"/>
            <a:chExt cx="2362200" cy="228600"/>
          </a:xfrm>
        </p:grpSpPr>
        <p:sp>
          <p:nvSpPr>
            <p:cNvPr id="61" name="node35.text"/>
            <p:cNvSpPr/>
            <p:nvPr/>
          </p:nvSpPr>
          <p:spPr>
            <a:xfrm>
              <a:off x="8953500" y="53340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CED7E6"/>
                  </a:solidFill>
                  <a:latin typeface="IBM Plex Sans"/>
                  <a:ea typeface="IBM Plex Sans"/>
                  <a:cs typeface="IBM Plex Sans"/>
                </a:rPr>
                <a:t>Cost, tagging</a:t>
              </a:r>
              <a:endParaRPr lang="en-US" sz="1200" spc="0" kern="0" b="0" i="0" dirty="0">
                <a:solidFill>
                  <a:srgbClr val="CED7E6"/>
                </a:solidFill>
                <a:latin typeface="IBM Plex Sans"/>
                <a:ea typeface="IBM Plex Sans"/>
                <a:cs typeface="IBM Plex Sans"/>
              </a:endParaRPr>
            </a:p>
          </p:txBody>
        </p:sp>
      </p:gr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ource-332">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OFFERINGS</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A four-month data team, one $96K monthly run-rate</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Sample figures for layout only; replace with current firm data before use.</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104</a:t>
            </a:fld>
            <a:endParaRPr lang="en-US" sz="700" spc="0" kern="0" b="0" i="0" dirty="0">
              <a:solidFill>
                <a:srgbClr val="070154"/>
              </a:solidFill>
              <a:latin typeface="IBM Plex Mono SemiBold"/>
              <a:ea typeface="IBM Plex Mono SemiBold"/>
              <a:cs typeface="IBM Plex Mono SemiBold"/>
            </a:endParaRPr>
          </a:p>
        </p:txBody>
      </p:sp>
      <p:grpSp>
        <p:nvGrpSpPr>
          <p:cNvPr id="62" name="node01"/>
          <p:cNvGrpSpPr/>
          <p:nvPr/>
        </p:nvGrpSpPr>
        <p:grpSpPr>
          <a:xfrm>
            <a:off x="723900" y="1600200"/>
            <a:ext cx="6934200" cy="152400"/>
            <a:chOff x="723900" y="1600200"/>
            <a:chExt cx="6934200" cy="152400"/>
          </a:xfrm>
        </p:grpSpPr>
        <p:sp>
          <p:nvSpPr>
            <p:cNvPr id="7" name="node01.text"/>
            <p:cNvSpPr/>
            <p:nvPr/>
          </p:nvSpPr>
          <p:spPr>
            <a:xfrm>
              <a:off x="723900" y="1600200"/>
              <a:ext cx="6934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1 · WHAT WE WILL DO</a:t>
              </a:r>
              <a:endParaRPr lang="en-US" sz="900" spc="54" kern="0" b="0" i="0" dirty="0">
                <a:solidFill>
                  <a:srgbClr val="0047FF"/>
                </a:solidFill>
                <a:latin typeface="IBM Plex Mono Medium"/>
                <a:ea typeface="IBM Plex Mono Medium"/>
                <a:cs typeface="IBM Plex Mono Medium"/>
              </a:endParaRPr>
            </a:p>
          </p:txBody>
        </p:sp>
      </p:grpSp>
      <p:grpSp>
        <p:nvGrpSpPr>
          <p:cNvPr id="63" name="node02"/>
          <p:cNvGrpSpPr/>
          <p:nvPr/>
        </p:nvGrpSpPr>
        <p:grpSpPr>
          <a:xfrm>
            <a:off x="723900" y="1828800"/>
            <a:ext cx="6934200" cy="533400"/>
            <a:chOff x="723900" y="1828800"/>
            <a:chExt cx="6934200" cy="533400"/>
          </a:xfrm>
        </p:grpSpPr>
        <p:sp>
          <p:nvSpPr>
            <p:cNvPr id="8" name="node02.text"/>
            <p:cNvSpPr/>
            <p:nvPr/>
          </p:nvSpPr>
          <p:spPr>
            <a:xfrm>
              <a:off x="723900" y="1828800"/>
              <a:ext cx="69342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A standing team that ships a governed data platform in four months and leaves Northfield able to run it. We build, you learn by pairing.</a:t>
              </a:r>
              <a:endParaRPr lang="en-US" sz="1400" spc="0" kern="0" b="0" i="0" dirty="0">
                <a:solidFill>
                  <a:srgbClr val="50658E"/>
                </a:solidFill>
                <a:latin typeface="IBM Plex Sans"/>
                <a:ea typeface="IBM Plex Sans"/>
                <a:cs typeface="IBM Plex Sans"/>
              </a:endParaRPr>
            </a:p>
          </p:txBody>
        </p:sp>
      </p:grpSp>
      <p:grpSp>
        <p:nvGrpSpPr>
          <p:cNvPr id="64" name="node03"/>
          <p:cNvGrpSpPr/>
          <p:nvPr/>
        </p:nvGrpSpPr>
        <p:grpSpPr>
          <a:xfrm>
            <a:off x="723900" y="2476500"/>
            <a:ext cx="6934200" cy="228600"/>
            <a:chOff x="723900" y="2476500"/>
            <a:chExt cx="6934200" cy="228600"/>
          </a:xfrm>
        </p:grpSpPr>
        <p:sp>
          <p:nvSpPr>
            <p:cNvPr id="9" name="node03.text"/>
            <p:cNvSpPr/>
            <p:nvPr/>
          </p:nvSpPr>
          <p:spPr>
            <a:xfrm>
              <a:off x="723900" y="2476500"/>
              <a:ext cx="6934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Assumes the cloud tenant is ready in month 1; four-month minimum term.</a:t>
              </a:r>
              <a:endParaRPr lang="en-US" sz="1200" spc="0" kern="0" b="0" i="0" dirty="0">
                <a:solidFill>
                  <a:srgbClr val="50658E"/>
                </a:solidFill>
                <a:latin typeface="IBM Plex Sans"/>
                <a:ea typeface="IBM Plex Sans"/>
                <a:cs typeface="IBM Plex Sans"/>
              </a:endParaRPr>
            </a:p>
          </p:txBody>
        </p:sp>
      </p:grpSp>
      <p:grpSp>
        <p:nvGrpSpPr>
          <p:cNvPr id="65" name="node04"/>
          <p:cNvGrpSpPr/>
          <p:nvPr/>
        </p:nvGrpSpPr>
        <p:grpSpPr>
          <a:xfrm>
            <a:off x="8039100" y="1600200"/>
            <a:ext cx="3429000" cy="1143000"/>
            <a:chOff x="8039100" y="1600200"/>
            <a:chExt cx="3429000" cy="1143000"/>
          </a:xfrm>
        </p:grpSpPr>
        <p:sp>
          <p:nvSpPr>
            <p:cNvPr id="10" name="node04.surface"/>
            <p:cNvSpPr/>
            <p:nvPr/>
          </p:nvSpPr>
          <p:spPr>
            <a:xfrm>
              <a:off x="8039100" y="1600200"/>
              <a:ext cx="3429000" cy="1143000"/>
            </a:xfrm>
            <a:prstGeom prst="rect">
              <a:avLst/>
            </a:prstGeom>
            <a:solidFill>
              <a:srgbClr val="070154"/>
            </a:solidFill>
            <a:ln>
              <a:noFill/>
            </a:ln>
          </p:spPr>
        </p:sp>
      </p:grpSp>
      <p:grpSp>
        <p:nvGrpSpPr>
          <p:cNvPr id="66" name="node05"/>
          <p:cNvGrpSpPr/>
          <p:nvPr/>
        </p:nvGrpSpPr>
        <p:grpSpPr>
          <a:xfrm>
            <a:off x="8191500" y="1752600"/>
            <a:ext cx="3124200" cy="152400"/>
            <a:chOff x="8191500" y="1752600"/>
            <a:chExt cx="3124200" cy="152400"/>
          </a:xfrm>
        </p:grpSpPr>
        <p:sp>
          <p:nvSpPr>
            <p:cNvPr id="11" name="node05.text"/>
            <p:cNvSpPr/>
            <p:nvPr/>
          </p:nvSpPr>
          <p:spPr>
            <a:xfrm>
              <a:off x="8191500" y="1752600"/>
              <a:ext cx="3124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CED7E6"/>
                  </a:solidFill>
                  <a:latin typeface="IBM Plex Mono Medium"/>
                  <a:ea typeface="IBM Plex Mono Medium"/>
                  <a:cs typeface="IBM Plex Mono Medium"/>
                </a:rPr>
                <a:t>TEAM MONTHLY RUN-RATE</a:t>
              </a:r>
              <a:endParaRPr lang="en-US" sz="900" spc="54" kern="0" b="0" i="0" dirty="0">
                <a:solidFill>
                  <a:srgbClr val="CED7E6"/>
                </a:solidFill>
                <a:latin typeface="IBM Plex Mono Medium"/>
                <a:ea typeface="IBM Plex Mono Medium"/>
                <a:cs typeface="IBM Plex Mono Medium"/>
              </a:endParaRPr>
            </a:p>
          </p:txBody>
        </p:sp>
      </p:grpSp>
      <p:grpSp>
        <p:nvGrpSpPr>
          <p:cNvPr id="67" name="node06"/>
          <p:cNvGrpSpPr/>
          <p:nvPr/>
        </p:nvGrpSpPr>
        <p:grpSpPr>
          <a:xfrm>
            <a:off x="8191500" y="1981200"/>
            <a:ext cx="1524000" cy="458978"/>
            <a:chOff x="8191500" y="1981200"/>
            <a:chExt cx="1524000" cy="458978"/>
          </a:xfrm>
        </p:grpSpPr>
        <p:sp>
          <p:nvSpPr>
            <p:cNvPr id="12" name="node06.text"/>
            <p:cNvSpPr/>
            <p:nvPr/>
          </p:nvSpPr>
          <p:spPr>
            <a:xfrm>
              <a:off x="8191500" y="1981200"/>
              <a:ext cx="1524000" cy="458978"/>
            </a:xfrm>
            <a:prstGeom prst="rect">
              <a:avLst/>
            </a:prstGeom>
            <a:noFill/>
            <a:ln/>
          </p:spPr>
          <p:txBody>
            <a:bodyPr wrap="square" lIns="0" tIns="0" rIns="0" bIns="0" rtlCol="0" anchor="t"/>
            <a:lstStyle/>
            <a:p>
              <a:pPr algn="l" indent="0" marL="0">
                <a:lnSpc>
                  <a:spcPts val="3600"/>
                </a:lnSpc>
                <a:buNone/>
              </a:pPr>
              <a:r>
                <a:rPr lang="en-US" sz="3600" spc="-72" kern="0" b="0" i="0" dirty="0">
                  <a:solidFill>
                    <a:srgbClr val="FFFFFF"/>
                  </a:solidFill>
                  <a:latin typeface="IBM Plex Mono SemiBold"/>
                  <a:ea typeface="IBM Plex Mono SemiBold"/>
                  <a:cs typeface="IBM Plex Mono SemiBold"/>
                </a:rPr>
                <a:t>$96K</a:t>
              </a:r>
              <a:endParaRPr lang="en-US" sz="3600" spc="-72" kern="0" b="0" i="0" dirty="0">
                <a:solidFill>
                  <a:srgbClr val="FFFFFF"/>
                </a:solidFill>
                <a:latin typeface="IBM Plex Mono SemiBold"/>
                <a:ea typeface="IBM Plex Mono SemiBold"/>
                <a:cs typeface="IBM Plex Mono SemiBold"/>
              </a:endParaRPr>
            </a:p>
          </p:txBody>
        </p:sp>
      </p:grpSp>
      <p:grpSp>
        <p:nvGrpSpPr>
          <p:cNvPr id="68" name="node07"/>
          <p:cNvGrpSpPr/>
          <p:nvPr/>
        </p:nvGrpSpPr>
        <p:grpSpPr>
          <a:xfrm>
            <a:off x="9715500" y="2019300"/>
            <a:ext cx="1600200" cy="228600"/>
            <a:chOff x="9715500" y="2019300"/>
            <a:chExt cx="1600200" cy="228600"/>
          </a:xfrm>
        </p:grpSpPr>
        <p:sp>
          <p:nvSpPr>
            <p:cNvPr id="13" name="node07.text"/>
            <p:cNvSpPr/>
            <p:nvPr/>
          </p:nvSpPr>
          <p:spPr>
            <a:xfrm>
              <a:off x="9715500" y="2019300"/>
              <a:ext cx="1600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per month, whole team</a:t>
              </a:r>
              <a:endParaRPr lang="en-US" sz="1200" spc="0" kern="0" b="0" i="0" dirty="0">
                <a:solidFill>
                  <a:srgbClr val="FFFFFF"/>
                </a:solidFill>
                <a:latin typeface="IBM Plex Sans"/>
                <a:ea typeface="IBM Plex Sans"/>
                <a:cs typeface="IBM Plex Sans"/>
              </a:endParaRPr>
            </a:p>
          </p:txBody>
        </p:sp>
      </p:grpSp>
      <p:grpSp>
        <p:nvGrpSpPr>
          <p:cNvPr id="69" name="node08"/>
          <p:cNvGrpSpPr/>
          <p:nvPr/>
        </p:nvGrpSpPr>
        <p:grpSpPr>
          <a:xfrm>
            <a:off x="9715500" y="2247900"/>
            <a:ext cx="1600200" cy="228600"/>
            <a:chOff x="9715500" y="2247900"/>
            <a:chExt cx="1600200" cy="228600"/>
          </a:xfrm>
        </p:grpSpPr>
        <p:sp>
          <p:nvSpPr>
            <p:cNvPr id="14" name="node08.text"/>
            <p:cNvSpPr/>
            <p:nvPr/>
          </p:nvSpPr>
          <p:spPr>
            <a:xfrm>
              <a:off x="9715500" y="2247900"/>
              <a:ext cx="1600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CED7E6"/>
                  </a:solidFill>
                  <a:latin typeface="IBM Plex Sans"/>
                  <a:ea typeface="IBM Plex Sans"/>
                  <a:cs typeface="IBM Plex Sans"/>
                </a:rPr>
                <a:t>Billed monthly</a:t>
              </a:r>
              <a:endParaRPr lang="en-US" sz="1200" spc="0" kern="0" b="0" i="0" dirty="0">
                <a:solidFill>
                  <a:srgbClr val="CED7E6"/>
                </a:solidFill>
                <a:latin typeface="IBM Plex Sans"/>
                <a:ea typeface="IBM Plex Sans"/>
                <a:cs typeface="IBM Plex Sans"/>
              </a:endParaRPr>
            </a:p>
          </p:txBody>
        </p:sp>
      </p:grpSp>
      <p:grpSp>
        <p:nvGrpSpPr>
          <p:cNvPr id="70" name="node09"/>
          <p:cNvGrpSpPr/>
          <p:nvPr/>
        </p:nvGrpSpPr>
        <p:grpSpPr>
          <a:xfrm>
            <a:off x="723900" y="2895600"/>
            <a:ext cx="10744200" cy="152400"/>
            <a:chOff x="723900" y="2895600"/>
            <a:chExt cx="10744200" cy="152400"/>
          </a:xfrm>
        </p:grpSpPr>
        <p:sp>
          <p:nvSpPr>
            <p:cNvPr id="15" name="node09.text"/>
            <p:cNvSpPr/>
            <p:nvPr/>
          </p:nvSpPr>
          <p:spPr>
            <a:xfrm>
              <a:off x="723900" y="2895600"/>
              <a:ext cx="10744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2 · HOW WE WILL DO IT · FOUR MONTHS</a:t>
              </a:r>
              <a:endParaRPr lang="en-US" sz="900" spc="54" kern="0" b="0" i="0" dirty="0">
                <a:solidFill>
                  <a:srgbClr val="0047FF"/>
                </a:solidFill>
                <a:latin typeface="IBM Plex Mono Medium"/>
                <a:ea typeface="IBM Plex Mono Medium"/>
                <a:cs typeface="IBM Plex Mono Medium"/>
              </a:endParaRPr>
            </a:p>
          </p:txBody>
        </p:sp>
      </p:grpSp>
      <p:sp>
        <p:nvSpPr>
          <p:cNvPr id="16" name="node10"/>
          <p:cNvSpPr/>
          <p:nvPr/>
        </p:nvSpPr>
        <p:spPr>
          <a:xfrm>
            <a:off x="723900" y="3162300"/>
            <a:ext cx="2514600" cy="12700"/>
          </a:xfrm>
          <a:prstGeom prst="rect">
            <a:avLst/>
          </a:prstGeom>
          <a:solidFill>
            <a:srgbClr val="CED7E6"/>
          </a:solidFill>
          <a:ln>
            <a:noFill/>
          </a:ln>
        </p:spPr>
      </p:sp>
      <p:grpSp>
        <p:nvGrpSpPr>
          <p:cNvPr id="71" name="node11"/>
          <p:cNvGrpSpPr/>
          <p:nvPr/>
        </p:nvGrpSpPr>
        <p:grpSpPr>
          <a:xfrm>
            <a:off x="723900" y="3276600"/>
            <a:ext cx="2514600" cy="152400"/>
            <a:chOff x="723900" y="3276600"/>
            <a:chExt cx="2514600" cy="152400"/>
          </a:xfrm>
        </p:grpSpPr>
        <p:sp>
          <p:nvSpPr>
            <p:cNvPr id="17" name="node11.text"/>
            <p:cNvSpPr/>
            <p:nvPr/>
          </p:nvSpPr>
          <p:spPr>
            <a:xfrm>
              <a:off x="723900" y="32766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01 · MONTH 1</a:t>
              </a:r>
              <a:endParaRPr lang="en-US" sz="900" spc="54" kern="0" b="0" i="0" dirty="0">
                <a:solidFill>
                  <a:srgbClr val="0047FF"/>
                </a:solidFill>
                <a:latin typeface="IBM Plex Mono Medium"/>
                <a:ea typeface="IBM Plex Mono Medium"/>
                <a:cs typeface="IBM Plex Mono Medium"/>
              </a:endParaRPr>
            </a:p>
          </p:txBody>
        </p:sp>
      </p:grpSp>
      <p:grpSp>
        <p:nvGrpSpPr>
          <p:cNvPr id="72" name="node12"/>
          <p:cNvGrpSpPr/>
          <p:nvPr/>
        </p:nvGrpSpPr>
        <p:grpSpPr>
          <a:xfrm>
            <a:off x="723900" y="3505200"/>
            <a:ext cx="2514600" cy="304800"/>
            <a:chOff x="723900" y="3505200"/>
            <a:chExt cx="2514600" cy="304800"/>
          </a:xfrm>
        </p:grpSpPr>
        <p:sp>
          <p:nvSpPr>
            <p:cNvPr id="18" name="node12.text"/>
            <p:cNvSpPr/>
            <p:nvPr/>
          </p:nvSpPr>
          <p:spPr>
            <a:xfrm>
              <a:off x="723900" y="3505200"/>
              <a:ext cx="25146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Frame and mobilize</a:t>
              </a:r>
              <a:endParaRPr lang="en-US" sz="1800" spc="-18" kern="0" b="0" i="0" dirty="0">
                <a:solidFill>
                  <a:srgbClr val="070154"/>
                </a:solidFill>
                <a:latin typeface="IBM Plex Sans SemiBold"/>
                <a:ea typeface="IBM Plex Sans SemiBold"/>
                <a:cs typeface="IBM Plex Sans SemiBold"/>
              </a:endParaRPr>
            </a:p>
          </p:txBody>
        </p:sp>
      </p:grpSp>
      <p:grpSp>
        <p:nvGrpSpPr>
          <p:cNvPr id="73" name="node13"/>
          <p:cNvGrpSpPr/>
          <p:nvPr/>
        </p:nvGrpSpPr>
        <p:grpSpPr>
          <a:xfrm>
            <a:off x="723900" y="3848100"/>
            <a:ext cx="2514600" cy="990600"/>
            <a:chOff x="723900" y="3848100"/>
            <a:chExt cx="2514600" cy="990600"/>
          </a:xfrm>
        </p:grpSpPr>
        <p:sp>
          <p:nvSpPr>
            <p:cNvPr id="19" name="node13.source-001.bullet"/>
            <p:cNvSpPr/>
            <p:nvPr/>
          </p:nvSpPr>
          <p:spPr>
            <a:xfrm>
              <a:off x="723900" y="3937000"/>
              <a:ext cx="38100" cy="38100"/>
            </a:xfrm>
            <a:prstGeom prst="rect">
              <a:avLst/>
            </a:prstGeom>
            <a:solidFill>
              <a:srgbClr val="070154"/>
            </a:solidFill>
            <a:ln>
              <a:noFill/>
            </a:ln>
          </p:spPr>
        </p:sp>
        <p:sp>
          <p:nvSpPr>
            <p:cNvPr id="20" name="node13.source-001.text"/>
            <p:cNvSpPr/>
            <p:nvPr/>
          </p:nvSpPr>
          <p:spPr>
            <a:xfrm>
              <a:off x="876300" y="3848100"/>
              <a:ext cx="23622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Stand up the team and the working rhythm</a:t>
              </a:r>
              <a:endParaRPr lang="en-US" sz="1200" spc="0" kern="0" b="0" i="0" dirty="0">
                <a:solidFill>
                  <a:srgbClr val="070154"/>
                </a:solidFill>
                <a:latin typeface="IBM Plex Sans"/>
                <a:ea typeface="IBM Plex Sans"/>
                <a:cs typeface="IBM Plex Sans"/>
              </a:endParaRPr>
            </a:p>
          </p:txBody>
        </p:sp>
        <p:sp>
          <p:nvSpPr>
            <p:cNvPr id="21" name="node13.source-002.bullet"/>
            <p:cNvSpPr/>
            <p:nvPr/>
          </p:nvSpPr>
          <p:spPr>
            <a:xfrm>
              <a:off x="723900" y="4432300"/>
              <a:ext cx="38100" cy="38100"/>
            </a:xfrm>
            <a:prstGeom prst="rect">
              <a:avLst/>
            </a:prstGeom>
            <a:solidFill>
              <a:srgbClr val="070154"/>
            </a:solidFill>
            <a:ln>
              <a:noFill/>
            </a:ln>
          </p:spPr>
        </p:sp>
        <p:sp>
          <p:nvSpPr>
            <p:cNvPr id="22" name="node13.source-002.text"/>
            <p:cNvSpPr/>
            <p:nvPr/>
          </p:nvSpPr>
          <p:spPr>
            <a:xfrm>
              <a:off x="876300" y="43434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Triage sources; agree standards</a:t>
              </a:r>
              <a:endParaRPr lang="en-US" sz="1200" spc="0" kern="0" b="0" i="0" dirty="0">
                <a:solidFill>
                  <a:srgbClr val="070154"/>
                </a:solidFill>
                <a:latin typeface="IBM Plex Sans"/>
                <a:ea typeface="IBM Plex Sans"/>
                <a:cs typeface="IBM Plex Sans"/>
              </a:endParaRPr>
            </a:p>
          </p:txBody>
        </p:sp>
        <p:sp>
          <p:nvSpPr>
            <p:cNvPr id="23" name="node13.source-003.bullet"/>
            <p:cNvSpPr/>
            <p:nvPr/>
          </p:nvSpPr>
          <p:spPr>
            <a:xfrm>
              <a:off x="723900" y="4699000"/>
              <a:ext cx="38100" cy="38100"/>
            </a:xfrm>
            <a:prstGeom prst="rect">
              <a:avLst/>
            </a:prstGeom>
            <a:solidFill>
              <a:srgbClr val="070154"/>
            </a:solidFill>
            <a:ln>
              <a:noFill/>
            </a:ln>
          </p:spPr>
        </p:sp>
        <p:sp>
          <p:nvSpPr>
            <p:cNvPr id="24" name="node13.source-003.text"/>
            <p:cNvSpPr/>
            <p:nvPr/>
          </p:nvSpPr>
          <p:spPr>
            <a:xfrm>
              <a:off x="876300" y="46101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Design the target platform</a:t>
              </a:r>
              <a:endParaRPr lang="en-US" sz="1200" spc="0" kern="0" b="0" i="0" dirty="0">
                <a:solidFill>
                  <a:srgbClr val="070154"/>
                </a:solidFill>
                <a:latin typeface="IBM Plex Sans"/>
                <a:ea typeface="IBM Plex Sans"/>
                <a:cs typeface="IBM Plex Sans"/>
              </a:endParaRPr>
            </a:p>
          </p:txBody>
        </p:sp>
      </p:grpSp>
      <p:sp>
        <p:nvSpPr>
          <p:cNvPr id="25" name="node14"/>
          <p:cNvSpPr/>
          <p:nvPr/>
        </p:nvSpPr>
        <p:spPr>
          <a:xfrm>
            <a:off x="3467100" y="3162300"/>
            <a:ext cx="2514600" cy="12700"/>
          </a:xfrm>
          <a:prstGeom prst="rect">
            <a:avLst/>
          </a:prstGeom>
          <a:solidFill>
            <a:srgbClr val="CED7E6"/>
          </a:solidFill>
          <a:ln>
            <a:noFill/>
          </a:ln>
        </p:spPr>
      </p:sp>
      <p:grpSp>
        <p:nvGrpSpPr>
          <p:cNvPr id="74" name="node15"/>
          <p:cNvGrpSpPr/>
          <p:nvPr/>
        </p:nvGrpSpPr>
        <p:grpSpPr>
          <a:xfrm>
            <a:off x="3467100" y="3276600"/>
            <a:ext cx="2514600" cy="152400"/>
            <a:chOff x="3467100" y="3276600"/>
            <a:chExt cx="2514600" cy="152400"/>
          </a:xfrm>
        </p:grpSpPr>
        <p:sp>
          <p:nvSpPr>
            <p:cNvPr id="26" name="node15.text"/>
            <p:cNvSpPr/>
            <p:nvPr/>
          </p:nvSpPr>
          <p:spPr>
            <a:xfrm>
              <a:off x="3467100" y="32766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02 · MONTH 2</a:t>
              </a:r>
              <a:endParaRPr lang="en-US" sz="900" spc="54" kern="0" b="0" i="0" dirty="0">
                <a:solidFill>
                  <a:srgbClr val="0047FF"/>
                </a:solidFill>
                <a:latin typeface="IBM Plex Mono Medium"/>
                <a:ea typeface="IBM Plex Mono Medium"/>
                <a:cs typeface="IBM Plex Mono Medium"/>
              </a:endParaRPr>
            </a:p>
          </p:txBody>
        </p:sp>
      </p:grpSp>
      <p:grpSp>
        <p:nvGrpSpPr>
          <p:cNvPr id="75" name="node16"/>
          <p:cNvGrpSpPr/>
          <p:nvPr/>
        </p:nvGrpSpPr>
        <p:grpSpPr>
          <a:xfrm>
            <a:off x="3467100" y="3505200"/>
            <a:ext cx="2514600" cy="304800"/>
            <a:chOff x="3467100" y="3505200"/>
            <a:chExt cx="2514600" cy="304800"/>
          </a:xfrm>
        </p:grpSpPr>
        <p:sp>
          <p:nvSpPr>
            <p:cNvPr id="27" name="node16.text"/>
            <p:cNvSpPr/>
            <p:nvPr/>
          </p:nvSpPr>
          <p:spPr>
            <a:xfrm>
              <a:off x="3467100" y="3505200"/>
              <a:ext cx="25146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Build the core</a:t>
              </a:r>
              <a:endParaRPr lang="en-US" sz="1800" spc="-18" kern="0" b="0" i="0" dirty="0">
                <a:solidFill>
                  <a:srgbClr val="070154"/>
                </a:solidFill>
                <a:latin typeface="IBM Plex Sans SemiBold"/>
                <a:ea typeface="IBM Plex Sans SemiBold"/>
                <a:cs typeface="IBM Plex Sans SemiBold"/>
              </a:endParaRPr>
            </a:p>
          </p:txBody>
        </p:sp>
      </p:grpSp>
      <p:grpSp>
        <p:nvGrpSpPr>
          <p:cNvPr id="76" name="node17"/>
          <p:cNvGrpSpPr/>
          <p:nvPr/>
        </p:nvGrpSpPr>
        <p:grpSpPr>
          <a:xfrm>
            <a:off x="3467100" y="3848100"/>
            <a:ext cx="2514600" cy="990600"/>
            <a:chOff x="3467100" y="3848100"/>
            <a:chExt cx="2514600" cy="990600"/>
          </a:xfrm>
        </p:grpSpPr>
        <p:sp>
          <p:nvSpPr>
            <p:cNvPr id="28" name="node17.source-001.bullet"/>
            <p:cNvSpPr/>
            <p:nvPr/>
          </p:nvSpPr>
          <p:spPr>
            <a:xfrm>
              <a:off x="3467100" y="3937000"/>
              <a:ext cx="38100" cy="38100"/>
            </a:xfrm>
            <a:prstGeom prst="rect">
              <a:avLst/>
            </a:prstGeom>
            <a:solidFill>
              <a:srgbClr val="070154"/>
            </a:solidFill>
            <a:ln>
              <a:noFill/>
            </a:ln>
          </p:spPr>
        </p:sp>
        <p:sp>
          <p:nvSpPr>
            <p:cNvPr id="29" name="node17.source-001.text"/>
            <p:cNvSpPr/>
            <p:nvPr/>
          </p:nvSpPr>
          <p:spPr>
            <a:xfrm>
              <a:off x="3619500" y="3848100"/>
              <a:ext cx="23622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Build ingestion and the modeled core</a:t>
              </a:r>
              <a:endParaRPr lang="en-US" sz="1200" spc="0" kern="0" b="0" i="0" dirty="0">
                <a:solidFill>
                  <a:srgbClr val="070154"/>
                </a:solidFill>
                <a:latin typeface="IBM Plex Sans"/>
                <a:ea typeface="IBM Plex Sans"/>
                <a:cs typeface="IBM Plex Sans"/>
              </a:endParaRPr>
            </a:p>
          </p:txBody>
        </p:sp>
        <p:sp>
          <p:nvSpPr>
            <p:cNvPr id="30" name="node17.source-002.bullet"/>
            <p:cNvSpPr/>
            <p:nvPr/>
          </p:nvSpPr>
          <p:spPr>
            <a:xfrm>
              <a:off x="3467100" y="4432300"/>
              <a:ext cx="38100" cy="38100"/>
            </a:xfrm>
            <a:prstGeom prst="rect">
              <a:avLst/>
            </a:prstGeom>
            <a:solidFill>
              <a:srgbClr val="070154"/>
            </a:solidFill>
            <a:ln>
              <a:noFill/>
            </a:ln>
          </p:spPr>
        </p:sp>
        <p:sp>
          <p:nvSpPr>
            <p:cNvPr id="31" name="node17.source-002.text"/>
            <p:cNvSpPr/>
            <p:nvPr/>
          </p:nvSpPr>
          <p:spPr>
            <a:xfrm>
              <a:off x="3619500" y="43434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Write data quality tests</a:t>
              </a:r>
              <a:endParaRPr lang="en-US" sz="1200" spc="0" kern="0" b="0" i="0" dirty="0">
                <a:solidFill>
                  <a:srgbClr val="070154"/>
                </a:solidFill>
                <a:latin typeface="IBM Plex Sans"/>
                <a:ea typeface="IBM Plex Sans"/>
                <a:cs typeface="IBM Plex Sans"/>
              </a:endParaRPr>
            </a:p>
          </p:txBody>
        </p:sp>
        <p:sp>
          <p:nvSpPr>
            <p:cNvPr id="32" name="node17.source-003.bullet"/>
            <p:cNvSpPr/>
            <p:nvPr/>
          </p:nvSpPr>
          <p:spPr>
            <a:xfrm>
              <a:off x="3467100" y="4699000"/>
              <a:ext cx="38100" cy="38100"/>
            </a:xfrm>
            <a:prstGeom prst="rect">
              <a:avLst/>
            </a:prstGeom>
            <a:solidFill>
              <a:srgbClr val="070154"/>
            </a:solidFill>
            <a:ln>
              <a:noFill/>
            </a:ln>
          </p:spPr>
        </p:sp>
        <p:sp>
          <p:nvSpPr>
            <p:cNvPr id="33" name="node17.source-003.text"/>
            <p:cNvSpPr/>
            <p:nvPr/>
          </p:nvSpPr>
          <p:spPr>
            <a:xfrm>
              <a:off x="3619500" y="46101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Pair with Northfield engineers</a:t>
              </a:r>
              <a:endParaRPr lang="en-US" sz="1200" spc="0" kern="0" b="0" i="0" dirty="0">
                <a:solidFill>
                  <a:srgbClr val="070154"/>
                </a:solidFill>
                <a:latin typeface="IBM Plex Sans"/>
                <a:ea typeface="IBM Plex Sans"/>
                <a:cs typeface="IBM Plex Sans"/>
              </a:endParaRPr>
            </a:p>
          </p:txBody>
        </p:sp>
      </p:grpSp>
      <p:sp>
        <p:nvSpPr>
          <p:cNvPr id="34" name="node18"/>
          <p:cNvSpPr/>
          <p:nvPr/>
        </p:nvSpPr>
        <p:spPr>
          <a:xfrm>
            <a:off x="6210300" y="3162300"/>
            <a:ext cx="2514600" cy="12700"/>
          </a:xfrm>
          <a:prstGeom prst="rect">
            <a:avLst/>
          </a:prstGeom>
          <a:solidFill>
            <a:srgbClr val="CED7E6"/>
          </a:solidFill>
          <a:ln>
            <a:noFill/>
          </a:ln>
        </p:spPr>
      </p:sp>
      <p:grpSp>
        <p:nvGrpSpPr>
          <p:cNvPr id="77" name="node19"/>
          <p:cNvGrpSpPr/>
          <p:nvPr/>
        </p:nvGrpSpPr>
        <p:grpSpPr>
          <a:xfrm>
            <a:off x="6210300" y="3276600"/>
            <a:ext cx="2514600" cy="152400"/>
            <a:chOff x="6210300" y="3276600"/>
            <a:chExt cx="2514600" cy="152400"/>
          </a:xfrm>
        </p:grpSpPr>
        <p:sp>
          <p:nvSpPr>
            <p:cNvPr id="35" name="node19.text"/>
            <p:cNvSpPr/>
            <p:nvPr/>
          </p:nvSpPr>
          <p:spPr>
            <a:xfrm>
              <a:off x="6210300" y="32766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03 · MONTH 3</a:t>
              </a:r>
              <a:endParaRPr lang="en-US" sz="900" spc="54" kern="0" b="0" i="0" dirty="0">
                <a:solidFill>
                  <a:srgbClr val="0047FF"/>
                </a:solidFill>
                <a:latin typeface="IBM Plex Mono Medium"/>
                <a:ea typeface="IBM Plex Mono Medium"/>
                <a:cs typeface="IBM Plex Mono Medium"/>
              </a:endParaRPr>
            </a:p>
          </p:txBody>
        </p:sp>
      </p:grpSp>
      <p:grpSp>
        <p:nvGrpSpPr>
          <p:cNvPr id="78" name="node20"/>
          <p:cNvGrpSpPr/>
          <p:nvPr/>
        </p:nvGrpSpPr>
        <p:grpSpPr>
          <a:xfrm>
            <a:off x="6210300" y="3505200"/>
            <a:ext cx="2514600" cy="304800"/>
            <a:chOff x="6210300" y="3505200"/>
            <a:chExt cx="2514600" cy="304800"/>
          </a:xfrm>
        </p:grpSpPr>
        <p:sp>
          <p:nvSpPr>
            <p:cNvPr id="36" name="node20.text"/>
            <p:cNvSpPr/>
            <p:nvPr/>
          </p:nvSpPr>
          <p:spPr>
            <a:xfrm>
              <a:off x="6210300" y="3505200"/>
              <a:ext cx="25146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Prove with reports</a:t>
              </a:r>
              <a:endParaRPr lang="en-US" sz="1800" spc="-18" kern="0" b="0" i="0" dirty="0">
                <a:solidFill>
                  <a:srgbClr val="070154"/>
                </a:solidFill>
                <a:latin typeface="IBM Plex Sans SemiBold"/>
                <a:ea typeface="IBM Plex Sans SemiBold"/>
                <a:cs typeface="IBM Plex Sans SemiBold"/>
              </a:endParaRPr>
            </a:p>
          </p:txBody>
        </p:sp>
      </p:grpSp>
      <p:grpSp>
        <p:nvGrpSpPr>
          <p:cNvPr id="79" name="node21"/>
          <p:cNvGrpSpPr/>
          <p:nvPr/>
        </p:nvGrpSpPr>
        <p:grpSpPr>
          <a:xfrm>
            <a:off x="6210300" y="3848100"/>
            <a:ext cx="2514600" cy="762000"/>
            <a:chOff x="6210300" y="3848100"/>
            <a:chExt cx="2514600" cy="762000"/>
          </a:xfrm>
        </p:grpSpPr>
        <p:sp>
          <p:nvSpPr>
            <p:cNvPr id="37" name="node21.source-001.bullet"/>
            <p:cNvSpPr/>
            <p:nvPr/>
          </p:nvSpPr>
          <p:spPr>
            <a:xfrm>
              <a:off x="6210300" y="3937000"/>
              <a:ext cx="38100" cy="38100"/>
            </a:xfrm>
            <a:prstGeom prst="rect">
              <a:avLst/>
            </a:prstGeom>
            <a:solidFill>
              <a:srgbClr val="070154"/>
            </a:solidFill>
            <a:ln>
              <a:noFill/>
            </a:ln>
          </p:spPr>
        </p:sp>
        <p:sp>
          <p:nvSpPr>
            <p:cNvPr id="38" name="node21.source-001.text"/>
            <p:cNvSpPr/>
            <p:nvPr/>
          </p:nvSpPr>
          <p:spPr>
            <a:xfrm>
              <a:off x="6362700" y="38481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Deliver two priority reports</a:t>
              </a:r>
              <a:endParaRPr lang="en-US" sz="1200" spc="0" kern="0" b="0" i="0" dirty="0">
                <a:solidFill>
                  <a:srgbClr val="070154"/>
                </a:solidFill>
                <a:latin typeface="IBM Plex Sans"/>
                <a:ea typeface="IBM Plex Sans"/>
                <a:cs typeface="IBM Plex Sans"/>
              </a:endParaRPr>
            </a:p>
          </p:txBody>
        </p:sp>
        <p:sp>
          <p:nvSpPr>
            <p:cNvPr id="39" name="node21.source-002.bullet"/>
            <p:cNvSpPr/>
            <p:nvPr/>
          </p:nvSpPr>
          <p:spPr>
            <a:xfrm>
              <a:off x="6210300" y="4203700"/>
              <a:ext cx="38100" cy="38100"/>
            </a:xfrm>
            <a:prstGeom prst="rect">
              <a:avLst/>
            </a:prstGeom>
            <a:solidFill>
              <a:srgbClr val="070154"/>
            </a:solidFill>
            <a:ln>
              <a:noFill/>
            </a:ln>
          </p:spPr>
        </p:sp>
        <p:sp>
          <p:nvSpPr>
            <p:cNvPr id="40" name="node21.source-002.text"/>
            <p:cNvSpPr/>
            <p:nvPr/>
          </p:nvSpPr>
          <p:spPr>
            <a:xfrm>
              <a:off x="6362700" y="41148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Validate numbers with Finance</a:t>
              </a:r>
              <a:endParaRPr lang="en-US" sz="1200" spc="0" kern="0" b="0" i="0" dirty="0">
                <a:solidFill>
                  <a:srgbClr val="070154"/>
                </a:solidFill>
                <a:latin typeface="IBM Plex Sans"/>
                <a:ea typeface="IBM Plex Sans"/>
                <a:cs typeface="IBM Plex Sans"/>
              </a:endParaRPr>
            </a:p>
          </p:txBody>
        </p:sp>
        <p:sp>
          <p:nvSpPr>
            <p:cNvPr id="41" name="node21.source-003.bullet"/>
            <p:cNvSpPr/>
            <p:nvPr/>
          </p:nvSpPr>
          <p:spPr>
            <a:xfrm>
              <a:off x="6210300" y="4470400"/>
              <a:ext cx="38100" cy="38100"/>
            </a:xfrm>
            <a:prstGeom prst="rect">
              <a:avLst/>
            </a:prstGeom>
            <a:solidFill>
              <a:srgbClr val="070154"/>
            </a:solidFill>
            <a:ln>
              <a:noFill/>
            </a:ln>
          </p:spPr>
        </p:sp>
        <p:sp>
          <p:nvSpPr>
            <p:cNvPr id="42" name="node21.source-003.text"/>
            <p:cNvSpPr/>
            <p:nvPr/>
          </p:nvSpPr>
          <p:spPr>
            <a:xfrm>
              <a:off x="6362700" y="43815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Stand up catalog and ownership</a:t>
              </a:r>
              <a:endParaRPr lang="en-US" sz="1200" spc="0" kern="0" b="0" i="0" dirty="0">
                <a:solidFill>
                  <a:srgbClr val="070154"/>
                </a:solidFill>
                <a:latin typeface="IBM Plex Sans"/>
                <a:ea typeface="IBM Plex Sans"/>
                <a:cs typeface="IBM Plex Sans"/>
              </a:endParaRPr>
            </a:p>
          </p:txBody>
        </p:sp>
      </p:grpSp>
      <p:sp>
        <p:nvSpPr>
          <p:cNvPr id="43" name="node22"/>
          <p:cNvSpPr/>
          <p:nvPr/>
        </p:nvSpPr>
        <p:spPr>
          <a:xfrm>
            <a:off x="8953500" y="3162300"/>
            <a:ext cx="2514600" cy="12700"/>
          </a:xfrm>
          <a:prstGeom prst="rect">
            <a:avLst/>
          </a:prstGeom>
          <a:solidFill>
            <a:srgbClr val="CED7E6"/>
          </a:solidFill>
          <a:ln>
            <a:noFill/>
          </a:ln>
        </p:spPr>
      </p:sp>
      <p:grpSp>
        <p:nvGrpSpPr>
          <p:cNvPr id="80" name="node23"/>
          <p:cNvGrpSpPr/>
          <p:nvPr/>
        </p:nvGrpSpPr>
        <p:grpSpPr>
          <a:xfrm>
            <a:off x="8953500" y="3276600"/>
            <a:ext cx="2514600" cy="152400"/>
            <a:chOff x="8953500" y="3276600"/>
            <a:chExt cx="2514600" cy="152400"/>
          </a:xfrm>
        </p:grpSpPr>
        <p:sp>
          <p:nvSpPr>
            <p:cNvPr id="44" name="node23.text"/>
            <p:cNvSpPr/>
            <p:nvPr/>
          </p:nvSpPr>
          <p:spPr>
            <a:xfrm>
              <a:off x="8953500" y="32766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04 · MONTH 4</a:t>
              </a:r>
              <a:endParaRPr lang="en-US" sz="900" spc="54" kern="0" b="0" i="0" dirty="0">
                <a:solidFill>
                  <a:srgbClr val="0047FF"/>
                </a:solidFill>
                <a:latin typeface="IBM Plex Mono Medium"/>
                <a:ea typeface="IBM Plex Mono Medium"/>
                <a:cs typeface="IBM Plex Mono Medium"/>
              </a:endParaRPr>
            </a:p>
          </p:txBody>
        </p:sp>
      </p:grpSp>
      <p:grpSp>
        <p:nvGrpSpPr>
          <p:cNvPr id="81" name="node24"/>
          <p:cNvGrpSpPr/>
          <p:nvPr/>
        </p:nvGrpSpPr>
        <p:grpSpPr>
          <a:xfrm>
            <a:off x="8953500" y="3505200"/>
            <a:ext cx="2514600" cy="304800"/>
            <a:chOff x="8953500" y="3505200"/>
            <a:chExt cx="2514600" cy="304800"/>
          </a:xfrm>
        </p:grpSpPr>
        <p:sp>
          <p:nvSpPr>
            <p:cNvPr id="45" name="node24.text"/>
            <p:cNvSpPr/>
            <p:nvPr/>
          </p:nvSpPr>
          <p:spPr>
            <a:xfrm>
              <a:off x="8953500" y="3505200"/>
              <a:ext cx="25146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Hand over</a:t>
              </a:r>
              <a:endParaRPr lang="en-US" sz="1800" spc="-18" kern="0" b="0" i="0" dirty="0">
                <a:solidFill>
                  <a:srgbClr val="070154"/>
                </a:solidFill>
                <a:latin typeface="IBM Plex Sans SemiBold"/>
                <a:ea typeface="IBM Plex Sans SemiBold"/>
                <a:cs typeface="IBM Plex Sans SemiBold"/>
              </a:endParaRPr>
            </a:p>
          </p:txBody>
        </p:sp>
      </p:grpSp>
      <p:grpSp>
        <p:nvGrpSpPr>
          <p:cNvPr id="82" name="node25"/>
          <p:cNvGrpSpPr/>
          <p:nvPr/>
        </p:nvGrpSpPr>
        <p:grpSpPr>
          <a:xfrm>
            <a:off x="8953500" y="3848100"/>
            <a:ext cx="2514600" cy="762000"/>
            <a:chOff x="8953500" y="3848100"/>
            <a:chExt cx="2514600" cy="762000"/>
          </a:xfrm>
        </p:grpSpPr>
        <p:sp>
          <p:nvSpPr>
            <p:cNvPr id="46" name="node25.source-001.bullet"/>
            <p:cNvSpPr/>
            <p:nvPr/>
          </p:nvSpPr>
          <p:spPr>
            <a:xfrm>
              <a:off x="8953500" y="3937000"/>
              <a:ext cx="38100" cy="38100"/>
            </a:xfrm>
            <a:prstGeom prst="rect">
              <a:avLst/>
            </a:prstGeom>
            <a:solidFill>
              <a:srgbClr val="070154"/>
            </a:solidFill>
            <a:ln>
              <a:noFill/>
            </a:ln>
          </p:spPr>
        </p:sp>
        <p:sp>
          <p:nvSpPr>
            <p:cNvPr id="47" name="node25.source-001.text"/>
            <p:cNvSpPr/>
            <p:nvPr/>
          </p:nvSpPr>
          <p:spPr>
            <a:xfrm>
              <a:off x="9105900" y="38481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Run book and on-call guide</a:t>
              </a:r>
              <a:endParaRPr lang="en-US" sz="1200" spc="0" kern="0" b="0" i="0" dirty="0">
                <a:solidFill>
                  <a:srgbClr val="070154"/>
                </a:solidFill>
                <a:latin typeface="IBM Plex Sans"/>
                <a:ea typeface="IBM Plex Sans"/>
                <a:cs typeface="IBM Plex Sans"/>
              </a:endParaRPr>
            </a:p>
          </p:txBody>
        </p:sp>
        <p:sp>
          <p:nvSpPr>
            <p:cNvPr id="48" name="node25.source-002.bullet"/>
            <p:cNvSpPr/>
            <p:nvPr/>
          </p:nvSpPr>
          <p:spPr>
            <a:xfrm>
              <a:off x="8953500" y="4203700"/>
              <a:ext cx="38100" cy="38100"/>
            </a:xfrm>
            <a:prstGeom prst="rect">
              <a:avLst/>
            </a:prstGeom>
            <a:solidFill>
              <a:srgbClr val="070154"/>
            </a:solidFill>
            <a:ln>
              <a:noFill/>
            </a:ln>
          </p:spPr>
        </p:sp>
        <p:sp>
          <p:nvSpPr>
            <p:cNvPr id="49" name="node25.source-002.text"/>
            <p:cNvSpPr/>
            <p:nvPr/>
          </p:nvSpPr>
          <p:spPr>
            <a:xfrm>
              <a:off x="9105900" y="41148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Train owners and report builders</a:t>
              </a:r>
              <a:endParaRPr lang="en-US" sz="1200" spc="0" kern="0" b="0" i="0" dirty="0">
                <a:solidFill>
                  <a:srgbClr val="070154"/>
                </a:solidFill>
                <a:latin typeface="IBM Plex Sans"/>
                <a:ea typeface="IBM Plex Sans"/>
                <a:cs typeface="IBM Plex Sans"/>
              </a:endParaRPr>
            </a:p>
          </p:txBody>
        </p:sp>
        <p:sp>
          <p:nvSpPr>
            <p:cNvPr id="50" name="node25.source-003.bullet"/>
            <p:cNvSpPr/>
            <p:nvPr/>
          </p:nvSpPr>
          <p:spPr>
            <a:xfrm>
              <a:off x="8953500" y="4470400"/>
              <a:ext cx="38100" cy="38100"/>
            </a:xfrm>
            <a:prstGeom prst="rect">
              <a:avLst/>
            </a:prstGeom>
            <a:solidFill>
              <a:srgbClr val="070154"/>
            </a:solidFill>
            <a:ln>
              <a:noFill/>
            </a:ln>
          </p:spPr>
        </p:sp>
        <p:sp>
          <p:nvSpPr>
            <p:cNvPr id="51" name="node25.source-003.text"/>
            <p:cNvSpPr/>
            <p:nvPr/>
          </p:nvSpPr>
          <p:spPr>
            <a:xfrm>
              <a:off x="9105900" y="43815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Backlog for the next six months</a:t>
              </a:r>
              <a:endParaRPr lang="en-US" sz="1200" spc="0" kern="0" b="0" i="0" dirty="0">
                <a:solidFill>
                  <a:srgbClr val="070154"/>
                </a:solidFill>
                <a:latin typeface="IBM Plex Sans"/>
                <a:ea typeface="IBM Plex Sans"/>
                <a:cs typeface="IBM Plex Sans"/>
              </a:endParaRPr>
            </a:p>
          </p:txBody>
        </p:sp>
      </p:grpSp>
      <p:grpSp>
        <p:nvGrpSpPr>
          <p:cNvPr id="83" name="node26"/>
          <p:cNvGrpSpPr/>
          <p:nvPr/>
        </p:nvGrpSpPr>
        <p:grpSpPr>
          <a:xfrm>
            <a:off x="723900" y="5029200"/>
            <a:ext cx="10744200" cy="685800"/>
            <a:chOff x="723900" y="5029200"/>
            <a:chExt cx="10744200" cy="685800"/>
          </a:xfrm>
        </p:grpSpPr>
        <p:sp>
          <p:nvSpPr>
            <p:cNvPr id="52" name="node26.surface"/>
            <p:cNvSpPr/>
            <p:nvPr/>
          </p:nvSpPr>
          <p:spPr>
            <a:xfrm>
              <a:off x="723900" y="5029200"/>
              <a:ext cx="10744200" cy="685800"/>
            </a:xfrm>
            <a:prstGeom prst="rect">
              <a:avLst/>
            </a:prstGeom>
            <a:solidFill>
              <a:srgbClr val="E8EEF8"/>
            </a:solidFill>
            <a:ln>
              <a:noFill/>
            </a:ln>
          </p:spPr>
        </p:sp>
      </p:grpSp>
      <p:grpSp>
        <p:nvGrpSpPr>
          <p:cNvPr id="84" name="node27"/>
          <p:cNvGrpSpPr/>
          <p:nvPr/>
        </p:nvGrpSpPr>
        <p:grpSpPr>
          <a:xfrm>
            <a:off x="876300" y="5245100"/>
            <a:ext cx="762000" cy="152400"/>
            <a:chOff x="876300" y="5245100"/>
            <a:chExt cx="762000" cy="152400"/>
          </a:xfrm>
        </p:grpSpPr>
        <p:sp>
          <p:nvSpPr>
            <p:cNvPr id="53" name="node27.text"/>
            <p:cNvSpPr/>
            <p:nvPr/>
          </p:nvSpPr>
          <p:spPr>
            <a:xfrm>
              <a:off x="876300" y="5245100"/>
              <a:ext cx="762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TEAM</a:t>
              </a:r>
              <a:endParaRPr lang="en-US" sz="900" spc="54" kern="0" b="0" i="0" dirty="0">
                <a:solidFill>
                  <a:srgbClr val="0047FF"/>
                </a:solidFill>
                <a:latin typeface="IBM Plex Mono Medium"/>
                <a:ea typeface="IBM Plex Mono Medium"/>
                <a:cs typeface="IBM Plex Mono Medium"/>
              </a:endParaRPr>
            </a:p>
          </p:txBody>
        </p:sp>
      </p:grpSp>
      <p:grpSp>
        <p:nvGrpSpPr>
          <p:cNvPr id="85" name="node28"/>
          <p:cNvGrpSpPr/>
          <p:nvPr/>
        </p:nvGrpSpPr>
        <p:grpSpPr>
          <a:xfrm>
            <a:off x="1638300" y="5105400"/>
            <a:ext cx="2362200" cy="228600"/>
            <a:chOff x="1638300" y="5105400"/>
            <a:chExt cx="2362200" cy="228600"/>
          </a:xfrm>
        </p:grpSpPr>
        <p:sp>
          <p:nvSpPr>
            <p:cNvPr id="54" name="node28.text"/>
            <p:cNvSpPr/>
            <p:nvPr/>
          </p:nvSpPr>
          <p:spPr>
            <a:xfrm>
              <a:off x="1638300" y="51054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Engagement lead · 25%</a:t>
              </a:r>
              <a:endParaRPr lang="en-US" sz="1200" spc="0" kern="0" b="0" i="0" dirty="0">
                <a:solidFill>
                  <a:srgbClr val="070154"/>
                </a:solidFill>
                <a:latin typeface="IBM Plex Sans"/>
                <a:ea typeface="IBM Plex Sans"/>
                <a:cs typeface="IBM Plex Sans"/>
              </a:endParaRPr>
            </a:p>
          </p:txBody>
        </p:sp>
      </p:grpSp>
      <p:grpSp>
        <p:nvGrpSpPr>
          <p:cNvPr id="86" name="node29"/>
          <p:cNvGrpSpPr/>
          <p:nvPr/>
        </p:nvGrpSpPr>
        <p:grpSpPr>
          <a:xfrm>
            <a:off x="1638300" y="5334000"/>
            <a:ext cx="2362200" cy="228600"/>
            <a:chOff x="1638300" y="5334000"/>
            <a:chExt cx="2362200" cy="228600"/>
          </a:xfrm>
        </p:grpSpPr>
        <p:sp>
          <p:nvSpPr>
            <p:cNvPr id="55" name="node29.text"/>
            <p:cNvSpPr/>
            <p:nvPr/>
          </p:nvSpPr>
          <p:spPr>
            <a:xfrm>
              <a:off x="1638300" y="53340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Steering, quality</a:t>
              </a:r>
              <a:endParaRPr lang="en-US" sz="1200" spc="0" kern="0" b="0" i="0" dirty="0">
                <a:solidFill>
                  <a:srgbClr val="50658E"/>
                </a:solidFill>
                <a:latin typeface="IBM Plex Sans"/>
                <a:ea typeface="IBM Plex Sans"/>
                <a:cs typeface="IBM Plex Sans"/>
              </a:endParaRPr>
            </a:p>
          </p:txBody>
        </p:sp>
      </p:grpSp>
      <p:grpSp>
        <p:nvGrpSpPr>
          <p:cNvPr id="87" name="node30"/>
          <p:cNvGrpSpPr/>
          <p:nvPr/>
        </p:nvGrpSpPr>
        <p:grpSpPr>
          <a:xfrm>
            <a:off x="4076700" y="5105400"/>
            <a:ext cx="2362200" cy="228600"/>
            <a:chOff x="4076700" y="5105400"/>
            <a:chExt cx="2362200" cy="228600"/>
          </a:xfrm>
        </p:grpSpPr>
        <p:sp>
          <p:nvSpPr>
            <p:cNvPr id="56" name="node30.text"/>
            <p:cNvSpPr/>
            <p:nvPr/>
          </p:nvSpPr>
          <p:spPr>
            <a:xfrm>
              <a:off x="4076700" y="51054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Data architect · 100%</a:t>
              </a:r>
              <a:endParaRPr lang="en-US" sz="1200" spc="0" kern="0" b="0" i="0" dirty="0">
                <a:solidFill>
                  <a:srgbClr val="070154"/>
                </a:solidFill>
                <a:latin typeface="IBM Plex Sans"/>
                <a:ea typeface="IBM Plex Sans"/>
                <a:cs typeface="IBM Plex Sans"/>
              </a:endParaRPr>
            </a:p>
          </p:txBody>
        </p:sp>
      </p:grpSp>
      <p:grpSp>
        <p:nvGrpSpPr>
          <p:cNvPr id="88" name="node31"/>
          <p:cNvGrpSpPr/>
          <p:nvPr/>
        </p:nvGrpSpPr>
        <p:grpSpPr>
          <a:xfrm>
            <a:off x="4076700" y="5334000"/>
            <a:ext cx="2362200" cy="228600"/>
            <a:chOff x="4076700" y="5334000"/>
            <a:chExt cx="2362200" cy="228600"/>
          </a:xfrm>
        </p:grpSpPr>
        <p:sp>
          <p:nvSpPr>
            <p:cNvPr id="57" name="node31.text"/>
            <p:cNvSpPr/>
            <p:nvPr/>
          </p:nvSpPr>
          <p:spPr>
            <a:xfrm>
              <a:off x="4076700" y="53340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Platform design</a:t>
              </a:r>
              <a:endParaRPr lang="en-US" sz="1200" spc="0" kern="0" b="0" i="0" dirty="0">
                <a:solidFill>
                  <a:srgbClr val="50658E"/>
                </a:solidFill>
                <a:latin typeface="IBM Plex Sans"/>
                <a:ea typeface="IBM Plex Sans"/>
                <a:cs typeface="IBM Plex Sans"/>
              </a:endParaRPr>
            </a:p>
          </p:txBody>
        </p:sp>
      </p:grpSp>
      <p:grpSp>
        <p:nvGrpSpPr>
          <p:cNvPr id="89" name="node32"/>
          <p:cNvGrpSpPr/>
          <p:nvPr/>
        </p:nvGrpSpPr>
        <p:grpSpPr>
          <a:xfrm>
            <a:off x="6515100" y="5105400"/>
            <a:ext cx="2362200" cy="228600"/>
            <a:chOff x="6515100" y="5105400"/>
            <a:chExt cx="2362200" cy="228600"/>
          </a:xfrm>
        </p:grpSpPr>
        <p:sp>
          <p:nvSpPr>
            <p:cNvPr id="58" name="node32.text"/>
            <p:cNvSpPr/>
            <p:nvPr/>
          </p:nvSpPr>
          <p:spPr>
            <a:xfrm>
              <a:off x="6515100" y="51054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Data engineers · 100%</a:t>
              </a:r>
              <a:endParaRPr lang="en-US" sz="1200" spc="0" kern="0" b="0" i="0" dirty="0">
                <a:solidFill>
                  <a:srgbClr val="070154"/>
                </a:solidFill>
                <a:latin typeface="IBM Plex Sans"/>
                <a:ea typeface="IBM Plex Sans"/>
                <a:cs typeface="IBM Plex Sans"/>
              </a:endParaRPr>
            </a:p>
          </p:txBody>
        </p:sp>
      </p:grpSp>
      <p:grpSp>
        <p:nvGrpSpPr>
          <p:cNvPr id="90" name="node33"/>
          <p:cNvGrpSpPr/>
          <p:nvPr/>
        </p:nvGrpSpPr>
        <p:grpSpPr>
          <a:xfrm>
            <a:off x="6515100" y="5334000"/>
            <a:ext cx="2362200" cy="228600"/>
            <a:chOff x="6515100" y="5334000"/>
            <a:chExt cx="2362200" cy="228600"/>
          </a:xfrm>
        </p:grpSpPr>
        <p:sp>
          <p:nvSpPr>
            <p:cNvPr id="59" name="node33.text"/>
            <p:cNvSpPr/>
            <p:nvPr/>
          </p:nvSpPr>
          <p:spPr>
            <a:xfrm>
              <a:off x="6515100" y="53340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Pipelines, tests</a:t>
              </a:r>
              <a:endParaRPr lang="en-US" sz="1200" spc="0" kern="0" b="0" i="0" dirty="0">
                <a:solidFill>
                  <a:srgbClr val="50658E"/>
                </a:solidFill>
                <a:latin typeface="IBM Plex Sans"/>
                <a:ea typeface="IBM Plex Sans"/>
                <a:cs typeface="IBM Plex Sans"/>
              </a:endParaRPr>
            </a:p>
          </p:txBody>
        </p:sp>
      </p:grpSp>
      <p:grpSp>
        <p:nvGrpSpPr>
          <p:cNvPr id="91" name="node34"/>
          <p:cNvGrpSpPr/>
          <p:nvPr/>
        </p:nvGrpSpPr>
        <p:grpSpPr>
          <a:xfrm>
            <a:off x="8953500" y="5105400"/>
            <a:ext cx="2362200" cy="228600"/>
            <a:chOff x="8953500" y="5105400"/>
            <a:chExt cx="2362200" cy="228600"/>
          </a:xfrm>
        </p:grpSpPr>
        <p:sp>
          <p:nvSpPr>
            <p:cNvPr id="60" name="node34.text"/>
            <p:cNvSpPr/>
            <p:nvPr/>
          </p:nvSpPr>
          <p:spPr>
            <a:xfrm>
              <a:off x="8953500" y="51054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Governance analyst · 50%</a:t>
              </a:r>
              <a:endParaRPr lang="en-US" sz="1200" spc="0" kern="0" b="0" i="0" dirty="0">
                <a:solidFill>
                  <a:srgbClr val="070154"/>
                </a:solidFill>
                <a:latin typeface="IBM Plex Sans"/>
                <a:ea typeface="IBM Plex Sans"/>
                <a:cs typeface="IBM Plex Sans"/>
              </a:endParaRPr>
            </a:p>
          </p:txBody>
        </p:sp>
      </p:grpSp>
      <p:grpSp>
        <p:nvGrpSpPr>
          <p:cNvPr id="92" name="node35"/>
          <p:cNvGrpSpPr/>
          <p:nvPr/>
        </p:nvGrpSpPr>
        <p:grpSpPr>
          <a:xfrm>
            <a:off x="8953500" y="5334000"/>
            <a:ext cx="2362200" cy="228600"/>
            <a:chOff x="8953500" y="5334000"/>
            <a:chExt cx="2362200" cy="228600"/>
          </a:xfrm>
        </p:grpSpPr>
        <p:sp>
          <p:nvSpPr>
            <p:cNvPr id="61" name="node35.text"/>
            <p:cNvSpPr/>
            <p:nvPr/>
          </p:nvSpPr>
          <p:spPr>
            <a:xfrm>
              <a:off x="8953500" y="53340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Standards, catalog</a:t>
              </a:r>
              <a:endParaRPr lang="en-US" sz="1200" spc="0" kern="0" b="0" i="0" dirty="0">
                <a:solidFill>
                  <a:srgbClr val="50658E"/>
                </a:solidFill>
                <a:latin typeface="IBM Plex Sans"/>
                <a:ea typeface="IBM Plex Sans"/>
                <a:cs typeface="IBM Plex Sans"/>
              </a:endParaRPr>
            </a:p>
          </p:txBody>
        </p:sp>
      </p:gr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ource-333">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OPTIONS CONSIDERED</a:t>
            </a:r>
            <a:endParaRPr lang="en-US" sz="1000" spc="80" kern="0" b="0" i="0" dirty="0">
              <a:solidFill>
                <a:srgbClr val="0047FF"/>
              </a:solidFill>
              <a:latin typeface="IBM Plex Mono SemiBold"/>
              <a:ea typeface="IBM Plex Mono SemiBold"/>
              <a:cs typeface="IBM Plex Mono SemiBold"/>
            </a:endParaRPr>
          </a:p>
        </p:txBody>
      </p:sp>
      <p:pic>
        <p:nvPicPr>
          <p:cNvPr id="4" name="title.mark-002-001" descr="underscore; canonical SHA256=49d5a97f776a33dcf11e794bad153776f1f33cf3747f42e2c277857faa224278; resolved ink=070154">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109673" y="1078992"/>
            <a:ext cx="1425569" cy="128611"/>
          </a:xfrm>
          <a:prstGeom prst="rect">
            <a:avLst/>
          </a:prstGeom>
        </p:spPr>
      </p:pic>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 xml:space="preserve">Three ways to connect 14 systems; </a:t>
            </a:r>
            <a:r>
              <a:rPr lang="en-US" sz="3200" spc="-64" kern="0" b="0" i="0" dirty="0">
                <a:solidFill>
                  <a:srgbClr val="070154"/>
                </a:solidFill>
                <a:latin typeface="IBM Plex Sans SemiBold"/>
                <a:ea typeface="IBM Plex Sans SemiBold"/>
                <a:cs typeface="IBM Plex Sans SemiBold"/>
              </a:rPr>
              <a:t xml:space="preserve">the bus</a:t>
            </a:r>
            <a:r>
              <a:rPr lang="en-US" sz="3200" spc="-64" kern="0" b="0" i="0" dirty="0">
                <a:solidFill>
                  <a:srgbClr val="070154"/>
                </a:solidFill>
                <a:latin typeface="IBM Plex Sans SemiBold"/>
                <a:ea typeface="IBM Plex Sans SemiBold"/>
                <a:cs typeface="IBM Plex Sans SemiBold"/>
              </a:rPr>
              <a:t xml:space="preserve"> wins</a:t>
            </a:r>
            <a:endParaRPr lang="en-US" sz="3200" spc="-64" kern="0" b="0" i="0" dirty="0">
              <a:solidFill>
                <a:srgbClr val="070154"/>
              </a:solidFill>
              <a:latin typeface="IBM Plex Sans SemiBold"/>
              <a:ea typeface="IBM Plex Sans SemiBold"/>
              <a:cs typeface="IBM Plex Sans SemiBold"/>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105</a:t>
            </a:fld>
            <a:endParaRPr lang="en-US" sz="700" spc="0" kern="0" b="0" i="0" dirty="0">
              <a:solidFill>
                <a:srgbClr val="070154"/>
              </a:solidFill>
              <a:latin typeface="IBM Plex Mono SemiBold"/>
              <a:ea typeface="IBM Plex Mono SemiBold"/>
              <a:cs typeface="IBM Plex Mono SemiBold"/>
            </a:endParaRPr>
          </a:p>
        </p:txBody>
      </p:sp>
      <p:grpSp>
        <p:nvGrpSpPr>
          <p:cNvPr id="60" name="node01"/>
          <p:cNvGrpSpPr/>
          <p:nvPr/>
        </p:nvGrpSpPr>
        <p:grpSpPr>
          <a:xfrm>
            <a:off x="723900" y="1600200"/>
            <a:ext cx="3429000" cy="3429000"/>
            <a:chOff x="723900" y="1600200"/>
            <a:chExt cx="3429000" cy="3429000"/>
          </a:xfrm>
        </p:grpSpPr>
        <p:sp>
          <p:nvSpPr>
            <p:cNvPr id="7" name="node01.container"/>
            <p:cNvSpPr/>
            <p:nvPr/>
          </p:nvSpPr>
          <p:spPr>
            <a:xfrm>
              <a:off x="730250" y="1606550"/>
              <a:ext cx="3416300" cy="3416300"/>
            </a:xfrm>
            <a:prstGeom prst="rect">
              <a:avLst/>
            </a:prstGeom>
            <a:solidFill>
              <a:srgbClr val="FFFFFF"/>
            </a:solidFill>
            <a:ln w="12700">
              <a:solidFill>
                <a:srgbClr val="CED7E6"/>
              </a:solidFill>
              <a:prstDash val="solid"/>
            </a:ln>
          </p:spPr>
        </p:sp>
        <p:sp>
          <p:nvSpPr>
            <p:cNvPr id="8" name="node01.label"/>
            <p:cNvSpPr/>
            <p:nvPr/>
          </p:nvSpPr>
          <p:spPr>
            <a:xfrm>
              <a:off x="952500" y="1828800"/>
              <a:ext cx="2971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OPTION A</a:t>
              </a:r>
              <a:endParaRPr lang="en-US" sz="900" spc="54" kern="0" b="0" i="0" dirty="0">
                <a:solidFill>
                  <a:srgbClr val="0047FF"/>
                </a:solidFill>
                <a:latin typeface="IBM Plex Mono Medium"/>
                <a:ea typeface="IBM Plex Mono Medium"/>
                <a:cs typeface="IBM Plex Mono Medium"/>
              </a:endParaRPr>
            </a:p>
          </p:txBody>
        </p:sp>
        <p:sp>
          <p:nvSpPr>
            <p:cNvPr id="9" name="node01.title"/>
            <p:cNvSpPr/>
            <p:nvPr/>
          </p:nvSpPr>
          <p:spPr>
            <a:xfrm>
              <a:off x="952500" y="2019300"/>
              <a:ext cx="29718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Keep point-to-point</a:t>
              </a:r>
              <a:endParaRPr lang="en-US" sz="1800" spc="-18" kern="0" b="0" i="0" dirty="0">
                <a:solidFill>
                  <a:srgbClr val="070154"/>
                </a:solidFill>
                <a:latin typeface="IBM Plex Sans SemiBold"/>
                <a:ea typeface="IBM Plex Sans SemiBold"/>
                <a:cs typeface="IBM Plex Sans SemiBold"/>
              </a:endParaRPr>
            </a:p>
          </p:txBody>
        </p:sp>
        <p:sp>
          <p:nvSpPr>
            <p:cNvPr id="10" name="node01.body.item-001.label"/>
            <p:cNvSpPr/>
            <p:nvPr/>
          </p:nvSpPr>
          <p:spPr>
            <a:xfrm>
              <a:off x="952500" y="2438400"/>
              <a:ext cx="2971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PROS</a:t>
              </a:r>
              <a:endParaRPr lang="en-US" sz="900" spc="54" kern="0" b="0" i="0" dirty="0">
                <a:solidFill>
                  <a:srgbClr val="0047FF"/>
                </a:solidFill>
                <a:latin typeface="IBM Plex Mono Medium"/>
                <a:ea typeface="IBM Plex Mono Medium"/>
                <a:cs typeface="IBM Plex Mono Medium"/>
              </a:endParaRPr>
            </a:p>
          </p:txBody>
        </p:sp>
        <p:sp>
          <p:nvSpPr>
            <p:cNvPr id="11" name="node01.body.item-002.bullets.item-001.marker"/>
            <p:cNvSpPr/>
            <p:nvPr/>
          </p:nvSpPr>
          <p:spPr>
            <a:xfrm>
              <a:off x="952500" y="2717800"/>
              <a:ext cx="38100" cy="38100"/>
            </a:xfrm>
            <a:prstGeom prst="rect">
              <a:avLst/>
            </a:prstGeom>
            <a:solidFill>
              <a:srgbClr val="070154"/>
            </a:solidFill>
            <a:ln>
              <a:noFill/>
            </a:ln>
          </p:spPr>
        </p:sp>
        <p:sp>
          <p:nvSpPr>
            <p:cNvPr id="12" name="node01.body.item-002.bullets.item-001.text"/>
            <p:cNvSpPr/>
            <p:nvPr/>
          </p:nvSpPr>
          <p:spPr>
            <a:xfrm>
              <a:off x="1104900" y="2628900"/>
              <a:ext cx="281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Known to every interface team</a:t>
              </a:r>
              <a:endParaRPr lang="en-US" sz="1200" spc="0" kern="0" b="0" i="0" dirty="0">
                <a:solidFill>
                  <a:srgbClr val="070154"/>
                </a:solidFill>
                <a:latin typeface="IBM Plex Sans"/>
                <a:ea typeface="IBM Plex Sans"/>
                <a:cs typeface="IBM Plex Sans"/>
              </a:endParaRPr>
            </a:p>
          </p:txBody>
        </p:sp>
        <p:sp>
          <p:nvSpPr>
            <p:cNvPr id="13" name="node01.body.item-002.bullets.item-002.marker"/>
            <p:cNvSpPr/>
            <p:nvPr/>
          </p:nvSpPr>
          <p:spPr>
            <a:xfrm>
              <a:off x="952500" y="2984500"/>
              <a:ext cx="38100" cy="38100"/>
            </a:xfrm>
            <a:prstGeom prst="rect">
              <a:avLst/>
            </a:prstGeom>
            <a:solidFill>
              <a:srgbClr val="070154"/>
            </a:solidFill>
            <a:ln>
              <a:noFill/>
            </a:ln>
          </p:spPr>
        </p:sp>
        <p:sp>
          <p:nvSpPr>
            <p:cNvPr id="14" name="node01.body.item-002.bullets.item-002.text"/>
            <p:cNvSpPr/>
            <p:nvPr/>
          </p:nvSpPr>
          <p:spPr>
            <a:xfrm>
              <a:off x="1104900" y="2895600"/>
              <a:ext cx="281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No new platform to run</a:t>
              </a:r>
              <a:endParaRPr lang="en-US" sz="1200" spc="0" kern="0" b="0" i="0" dirty="0">
                <a:solidFill>
                  <a:srgbClr val="070154"/>
                </a:solidFill>
                <a:latin typeface="IBM Plex Sans"/>
                <a:ea typeface="IBM Plex Sans"/>
                <a:cs typeface="IBM Plex Sans"/>
              </a:endParaRPr>
            </a:p>
          </p:txBody>
        </p:sp>
        <p:sp>
          <p:nvSpPr>
            <p:cNvPr id="15" name="node01.body.item-003.label"/>
            <p:cNvSpPr/>
            <p:nvPr/>
          </p:nvSpPr>
          <p:spPr>
            <a:xfrm>
              <a:off x="952500" y="3162300"/>
              <a:ext cx="2971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CONS</a:t>
              </a:r>
              <a:endParaRPr lang="en-US" sz="900" spc="54" kern="0" b="0" i="0" dirty="0">
                <a:solidFill>
                  <a:srgbClr val="0047FF"/>
                </a:solidFill>
                <a:latin typeface="IBM Plex Mono Medium"/>
                <a:ea typeface="IBM Plex Mono Medium"/>
                <a:cs typeface="IBM Plex Mono Medium"/>
              </a:endParaRPr>
            </a:p>
          </p:txBody>
        </p:sp>
        <p:sp>
          <p:nvSpPr>
            <p:cNvPr id="16" name="node01.body.item-004.bullets.item-001.marker"/>
            <p:cNvSpPr/>
            <p:nvPr/>
          </p:nvSpPr>
          <p:spPr>
            <a:xfrm>
              <a:off x="952500" y="3441700"/>
              <a:ext cx="38100" cy="38100"/>
            </a:xfrm>
            <a:prstGeom prst="rect">
              <a:avLst/>
            </a:prstGeom>
            <a:solidFill>
              <a:srgbClr val="070154"/>
            </a:solidFill>
            <a:ln>
              <a:noFill/>
            </a:ln>
          </p:spPr>
        </p:sp>
        <p:sp>
          <p:nvSpPr>
            <p:cNvPr id="17" name="node01.body.item-004.bullets.item-001.text"/>
            <p:cNvSpPr/>
            <p:nvPr/>
          </p:nvSpPr>
          <p:spPr>
            <a:xfrm>
              <a:off x="1104900" y="3352800"/>
              <a:ext cx="281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Feeds grow with every new system</a:t>
              </a:r>
              <a:endParaRPr lang="en-US" sz="1200" spc="0" kern="0" b="0" i="0" dirty="0">
                <a:solidFill>
                  <a:srgbClr val="070154"/>
                </a:solidFill>
                <a:latin typeface="IBM Plex Sans"/>
                <a:ea typeface="IBM Plex Sans"/>
                <a:cs typeface="IBM Plex Sans"/>
              </a:endParaRPr>
            </a:p>
          </p:txBody>
        </p:sp>
        <p:sp>
          <p:nvSpPr>
            <p:cNvPr id="18" name="node01.body.item-004.bullets.item-002.marker"/>
            <p:cNvSpPr/>
            <p:nvPr/>
          </p:nvSpPr>
          <p:spPr>
            <a:xfrm>
              <a:off x="952500" y="3708400"/>
              <a:ext cx="38100" cy="38100"/>
            </a:xfrm>
            <a:prstGeom prst="rect">
              <a:avLst/>
            </a:prstGeom>
            <a:solidFill>
              <a:srgbClr val="070154"/>
            </a:solidFill>
            <a:ln>
              <a:noFill/>
            </a:ln>
          </p:spPr>
        </p:sp>
        <p:sp>
          <p:nvSpPr>
            <p:cNvPr id="19" name="node01.body.item-004.bullets.item-002.text"/>
            <p:cNvSpPr/>
            <p:nvPr/>
          </p:nvSpPr>
          <p:spPr>
            <a:xfrm>
              <a:off x="1104900" y="3619500"/>
              <a:ext cx="281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Failures hard to trace</a:t>
              </a:r>
              <a:endParaRPr lang="en-US" sz="1200" spc="0" kern="0" b="0" i="0" dirty="0">
                <a:solidFill>
                  <a:srgbClr val="070154"/>
                </a:solidFill>
                <a:latin typeface="IBM Plex Sans"/>
                <a:ea typeface="IBM Plex Sans"/>
                <a:cs typeface="IBM Plex Sans"/>
              </a:endParaRPr>
            </a:p>
          </p:txBody>
        </p:sp>
        <p:sp>
          <p:nvSpPr>
            <p:cNvPr id="20" name="node01.fee.divider"/>
            <p:cNvSpPr/>
            <p:nvPr/>
          </p:nvSpPr>
          <p:spPr>
            <a:xfrm>
              <a:off x="952500" y="4117975"/>
              <a:ext cx="2971800" cy="9525"/>
            </a:xfrm>
            <a:prstGeom prst="rect">
              <a:avLst/>
            </a:prstGeom>
            <a:solidFill>
              <a:srgbClr val="CED7E6"/>
            </a:solidFill>
            <a:ln>
              <a:noFill/>
            </a:ln>
          </p:spPr>
        </p:sp>
        <p:sp>
          <p:nvSpPr>
            <p:cNvPr id="21" name="node01.fee.value"/>
            <p:cNvSpPr/>
            <p:nvPr/>
          </p:nvSpPr>
          <p:spPr>
            <a:xfrm>
              <a:off x="952500" y="4241800"/>
              <a:ext cx="297180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70154"/>
                  </a:solidFill>
                  <a:latin typeface="IBM Plex Mono SemiBold"/>
                  <a:ea typeface="IBM Plex Mono SemiBold"/>
                  <a:cs typeface="IBM Plex Mono SemiBold"/>
                </a:rPr>
                <a:t>2.6 / 5</a:t>
              </a:r>
              <a:endParaRPr lang="en-US" sz="1800" spc="0" kern="0" b="0" i="0" dirty="0">
                <a:solidFill>
                  <a:srgbClr val="070154"/>
                </a:solidFill>
                <a:latin typeface="IBM Plex Mono SemiBold"/>
                <a:ea typeface="IBM Plex Mono SemiBold"/>
                <a:cs typeface="IBM Plex Mono SemiBold"/>
              </a:endParaRPr>
            </a:p>
          </p:txBody>
        </p:sp>
        <p:sp>
          <p:nvSpPr>
            <p:cNvPr id="22" name="node01.fee.label"/>
            <p:cNvSpPr/>
            <p:nvPr/>
          </p:nvSpPr>
          <p:spPr>
            <a:xfrm>
              <a:off x="952500" y="45720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Fit 3 · Cost 2 · Risk 2</a:t>
              </a:r>
              <a:endParaRPr lang="en-US" sz="1200" spc="0" kern="0" b="0" i="0" dirty="0">
                <a:solidFill>
                  <a:srgbClr val="50658E"/>
                </a:solidFill>
                <a:latin typeface="IBM Plex Sans"/>
                <a:ea typeface="IBM Plex Sans"/>
                <a:cs typeface="IBM Plex Sans"/>
              </a:endParaRPr>
            </a:p>
          </p:txBody>
        </p:sp>
      </p:grpSp>
      <p:grpSp>
        <p:nvGrpSpPr>
          <p:cNvPr id="61" name="node02"/>
          <p:cNvGrpSpPr/>
          <p:nvPr/>
        </p:nvGrpSpPr>
        <p:grpSpPr>
          <a:xfrm>
            <a:off x="4381500" y="1600200"/>
            <a:ext cx="3429000" cy="3429000"/>
            <a:chOff x="4381500" y="1600200"/>
            <a:chExt cx="3429000" cy="3429000"/>
          </a:xfrm>
        </p:grpSpPr>
        <p:sp>
          <p:nvSpPr>
            <p:cNvPr id="23" name="node02.container"/>
            <p:cNvSpPr/>
            <p:nvPr/>
          </p:nvSpPr>
          <p:spPr>
            <a:xfrm>
              <a:off x="4381500" y="1600200"/>
              <a:ext cx="3429000" cy="3429000"/>
            </a:xfrm>
            <a:prstGeom prst="rect">
              <a:avLst/>
            </a:prstGeom>
            <a:solidFill>
              <a:srgbClr val="E8EEF8"/>
            </a:solidFill>
            <a:ln>
              <a:noFill/>
            </a:ln>
          </p:spPr>
        </p:sp>
        <p:sp>
          <p:nvSpPr>
            <p:cNvPr id="24" name="node02.edge"/>
            <p:cNvSpPr/>
            <p:nvPr/>
          </p:nvSpPr>
          <p:spPr>
            <a:xfrm>
              <a:off x="4381500" y="1600200"/>
              <a:ext cx="3429000" cy="38100"/>
            </a:xfrm>
            <a:prstGeom prst="rect">
              <a:avLst/>
            </a:prstGeom>
            <a:solidFill>
              <a:srgbClr val="0047FF"/>
            </a:solidFill>
            <a:ln>
              <a:noFill/>
            </a:ln>
          </p:spPr>
        </p:sp>
        <p:sp>
          <p:nvSpPr>
            <p:cNvPr id="25" name="node02.label"/>
            <p:cNvSpPr/>
            <p:nvPr/>
          </p:nvSpPr>
          <p:spPr>
            <a:xfrm>
              <a:off x="4610100" y="1866900"/>
              <a:ext cx="2971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OPTION B</a:t>
              </a:r>
              <a:endParaRPr lang="en-US" sz="900" spc="54" kern="0" b="0" i="0" dirty="0">
                <a:solidFill>
                  <a:srgbClr val="0047FF"/>
                </a:solidFill>
                <a:latin typeface="IBM Plex Mono Medium"/>
                <a:ea typeface="IBM Plex Mono Medium"/>
                <a:cs typeface="IBM Plex Mono Medium"/>
              </a:endParaRPr>
            </a:p>
          </p:txBody>
        </p:sp>
        <p:sp>
          <p:nvSpPr>
            <p:cNvPr id="26" name="node02.title"/>
            <p:cNvSpPr/>
            <p:nvPr/>
          </p:nvSpPr>
          <p:spPr>
            <a:xfrm>
              <a:off x="4610100" y="2057400"/>
              <a:ext cx="29718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Managed event bus</a:t>
              </a:r>
              <a:endParaRPr lang="en-US" sz="1800" spc="-18" kern="0" b="0" i="0" dirty="0">
                <a:solidFill>
                  <a:srgbClr val="070154"/>
                </a:solidFill>
                <a:latin typeface="IBM Plex Sans SemiBold"/>
                <a:ea typeface="IBM Plex Sans SemiBold"/>
                <a:cs typeface="IBM Plex Sans SemiBold"/>
              </a:endParaRPr>
            </a:p>
          </p:txBody>
        </p:sp>
        <p:sp>
          <p:nvSpPr>
            <p:cNvPr id="27" name="node02.body.item-001.label"/>
            <p:cNvSpPr/>
            <p:nvPr/>
          </p:nvSpPr>
          <p:spPr>
            <a:xfrm>
              <a:off x="4610100" y="2476500"/>
              <a:ext cx="2971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PROS</a:t>
              </a:r>
              <a:endParaRPr lang="en-US" sz="900" spc="54" kern="0" b="0" i="0" dirty="0">
                <a:solidFill>
                  <a:srgbClr val="0047FF"/>
                </a:solidFill>
                <a:latin typeface="IBM Plex Mono Medium"/>
                <a:ea typeface="IBM Plex Mono Medium"/>
                <a:cs typeface="IBM Plex Mono Medium"/>
              </a:endParaRPr>
            </a:p>
          </p:txBody>
        </p:sp>
        <p:sp>
          <p:nvSpPr>
            <p:cNvPr id="28" name="node02.body.item-002.bullets.item-001.marker"/>
            <p:cNvSpPr/>
            <p:nvPr/>
          </p:nvSpPr>
          <p:spPr>
            <a:xfrm>
              <a:off x="4610100" y="2755900"/>
              <a:ext cx="38100" cy="38100"/>
            </a:xfrm>
            <a:prstGeom prst="rect">
              <a:avLst/>
            </a:prstGeom>
            <a:solidFill>
              <a:srgbClr val="070154"/>
            </a:solidFill>
            <a:ln>
              <a:noFill/>
            </a:ln>
          </p:spPr>
        </p:sp>
        <p:sp>
          <p:nvSpPr>
            <p:cNvPr id="29" name="node02.body.item-002.bullets.item-001.text"/>
            <p:cNvSpPr/>
            <p:nvPr/>
          </p:nvSpPr>
          <p:spPr>
            <a:xfrm>
              <a:off x="4762500" y="2667000"/>
              <a:ext cx="281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One place to monitor and replay</a:t>
              </a:r>
              <a:endParaRPr lang="en-US" sz="1200" spc="0" kern="0" b="0" i="0" dirty="0">
                <a:solidFill>
                  <a:srgbClr val="070154"/>
                </a:solidFill>
                <a:latin typeface="IBM Plex Sans"/>
                <a:ea typeface="IBM Plex Sans"/>
                <a:cs typeface="IBM Plex Sans"/>
              </a:endParaRPr>
            </a:p>
          </p:txBody>
        </p:sp>
        <p:sp>
          <p:nvSpPr>
            <p:cNvPr id="30" name="node02.body.item-002.bullets.item-002.marker"/>
            <p:cNvSpPr/>
            <p:nvPr/>
          </p:nvSpPr>
          <p:spPr>
            <a:xfrm>
              <a:off x="4610100" y="3022600"/>
              <a:ext cx="38100" cy="38100"/>
            </a:xfrm>
            <a:prstGeom prst="rect">
              <a:avLst/>
            </a:prstGeom>
            <a:solidFill>
              <a:srgbClr val="070154"/>
            </a:solidFill>
            <a:ln>
              <a:noFill/>
            </a:ln>
          </p:spPr>
        </p:sp>
        <p:sp>
          <p:nvSpPr>
            <p:cNvPr id="31" name="node02.body.item-002.bullets.item-002.text"/>
            <p:cNvSpPr/>
            <p:nvPr/>
          </p:nvSpPr>
          <p:spPr>
            <a:xfrm>
              <a:off x="4762500" y="2933700"/>
              <a:ext cx="281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New systems connect in weeks</a:t>
              </a:r>
              <a:endParaRPr lang="en-US" sz="1200" spc="0" kern="0" b="0" i="0" dirty="0">
                <a:solidFill>
                  <a:srgbClr val="070154"/>
                </a:solidFill>
                <a:latin typeface="IBM Plex Sans"/>
                <a:ea typeface="IBM Plex Sans"/>
                <a:cs typeface="IBM Plex Sans"/>
              </a:endParaRPr>
            </a:p>
          </p:txBody>
        </p:sp>
        <p:sp>
          <p:nvSpPr>
            <p:cNvPr id="32" name="node02.body.item-003.label"/>
            <p:cNvSpPr/>
            <p:nvPr/>
          </p:nvSpPr>
          <p:spPr>
            <a:xfrm>
              <a:off x="4610100" y="3200400"/>
              <a:ext cx="2971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CONS</a:t>
              </a:r>
              <a:endParaRPr lang="en-US" sz="900" spc="54" kern="0" b="0" i="0" dirty="0">
                <a:solidFill>
                  <a:srgbClr val="0047FF"/>
                </a:solidFill>
                <a:latin typeface="IBM Plex Mono Medium"/>
                <a:ea typeface="IBM Plex Mono Medium"/>
                <a:cs typeface="IBM Plex Mono Medium"/>
              </a:endParaRPr>
            </a:p>
          </p:txBody>
        </p:sp>
        <p:sp>
          <p:nvSpPr>
            <p:cNvPr id="33" name="node02.body.item-004.bullets.item-001.marker"/>
            <p:cNvSpPr/>
            <p:nvPr/>
          </p:nvSpPr>
          <p:spPr>
            <a:xfrm>
              <a:off x="4610100" y="3479800"/>
              <a:ext cx="38100" cy="38100"/>
            </a:xfrm>
            <a:prstGeom prst="rect">
              <a:avLst/>
            </a:prstGeom>
            <a:solidFill>
              <a:srgbClr val="070154"/>
            </a:solidFill>
            <a:ln>
              <a:noFill/>
            </a:ln>
          </p:spPr>
        </p:sp>
        <p:sp>
          <p:nvSpPr>
            <p:cNvPr id="34" name="node02.body.item-004.bullets.item-001.text"/>
            <p:cNvSpPr/>
            <p:nvPr/>
          </p:nvSpPr>
          <p:spPr>
            <a:xfrm>
              <a:off x="4762500" y="3390900"/>
              <a:ext cx="281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A new service to operate</a:t>
              </a:r>
              <a:endParaRPr lang="en-US" sz="1200" spc="0" kern="0" b="0" i="0" dirty="0">
                <a:solidFill>
                  <a:srgbClr val="070154"/>
                </a:solidFill>
                <a:latin typeface="IBM Plex Sans"/>
                <a:ea typeface="IBM Plex Sans"/>
                <a:cs typeface="IBM Plex Sans"/>
              </a:endParaRPr>
            </a:p>
          </p:txBody>
        </p:sp>
        <p:sp>
          <p:nvSpPr>
            <p:cNvPr id="35" name="node02.body.item-004.bullets.item-002.marker"/>
            <p:cNvSpPr/>
            <p:nvPr/>
          </p:nvSpPr>
          <p:spPr>
            <a:xfrm>
              <a:off x="4610100" y="3746500"/>
              <a:ext cx="38100" cy="38100"/>
            </a:xfrm>
            <a:prstGeom prst="rect">
              <a:avLst/>
            </a:prstGeom>
            <a:solidFill>
              <a:srgbClr val="070154"/>
            </a:solidFill>
            <a:ln>
              <a:noFill/>
            </a:ln>
          </p:spPr>
        </p:sp>
        <p:sp>
          <p:nvSpPr>
            <p:cNvPr id="36" name="node02.body.item-004.bullets.item-002.text"/>
            <p:cNvSpPr/>
            <p:nvPr/>
          </p:nvSpPr>
          <p:spPr>
            <a:xfrm>
              <a:off x="4762500" y="3657600"/>
              <a:ext cx="281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Event design skills needed</a:t>
              </a:r>
              <a:endParaRPr lang="en-US" sz="1200" spc="0" kern="0" b="0" i="0" dirty="0">
                <a:solidFill>
                  <a:srgbClr val="070154"/>
                </a:solidFill>
                <a:latin typeface="IBM Plex Sans"/>
                <a:ea typeface="IBM Plex Sans"/>
                <a:cs typeface="IBM Plex Sans"/>
              </a:endParaRPr>
            </a:p>
          </p:txBody>
        </p:sp>
        <p:sp>
          <p:nvSpPr>
            <p:cNvPr id="37" name="node02.fee.divider"/>
            <p:cNvSpPr/>
            <p:nvPr/>
          </p:nvSpPr>
          <p:spPr>
            <a:xfrm>
              <a:off x="4610100" y="4117975"/>
              <a:ext cx="2971800" cy="9525"/>
            </a:xfrm>
            <a:prstGeom prst="rect">
              <a:avLst/>
            </a:prstGeom>
            <a:solidFill>
              <a:srgbClr val="CED7E6"/>
            </a:solidFill>
            <a:ln>
              <a:noFill/>
            </a:ln>
          </p:spPr>
        </p:sp>
        <p:sp>
          <p:nvSpPr>
            <p:cNvPr id="38" name="node02.fee.value"/>
            <p:cNvSpPr/>
            <p:nvPr/>
          </p:nvSpPr>
          <p:spPr>
            <a:xfrm>
              <a:off x="4610100" y="4241800"/>
              <a:ext cx="297180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70154"/>
                  </a:solidFill>
                  <a:latin typeface="IBM Plex Mono SemiBold"/>
                  <a:ea typeface="IBM Plex Mono SemiBold"/>
                  <a:cs typeface="IBM Plex Mono SemiBold"/>
                </a:rPr>
                <a:t>4.1 / 5</a:t>
              </a:r>
              <a:endParaRPr lang="en-US" sz="1800" spc="0" kern="0" b="0" i="0" dirty="0">
                <a:solidFill>
                  <a:srgbClr val="070154"/>
                </a:solidFill>
                <a:latin typeface="IBM Plex Mono SemiBold"/>
                <a:ea typeface="IBM Plex Mono SemiBold"/>
                <a:cs typeface="IBM Plex Mono SemiBold"/>
              </a:endParaRPr>
            </a:p>
          </p:txBody>
        </p:sp>
        <p:sp>
          <p:nvSpPr>
            <p:cNvPr id="39" name="node02.fee.label"/>
            <p:cNvSpPr/>
            <p:nvPr/>
          </p:nvSpPr>
          <p:spPr>
            <a:xfrm>
              <a:off x="4610100" y="45720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Fit 5 · Cost 3 · Risk 4</a:t>
              </a:r>
              <a:endParaRPr lang="en-US" sz="1200" spc="0" kern="0" b="0" i="0" dirty="0">
                <a:solidFill>
                  <a:srgbClr val="50658E"/>
                </a:solidFill>
                <a:latin typeface="IBM Plex Sans"/>
                <a:ea typeface="IBM Plex Sans"/>
                <a:cs typeface="IBM Plex Sans"/>
              </a:endParaRPr>
            </a:p>
          </p:txBody>
        </p:sp>
        <p:sp>
          <p:nvSpPr>
            <p:cNvPr id="40" name="node02.tag-bg"/>
            <p:cNvSpPr/>
            <p:nvPr/>
          </p:nvSpPr>
          <p:spPr>
            <a:xfrm>
              <a:off x="7181974" y="1600200"/>
              <a:ext cx="628526" cy="228600"/>
            </a:xfrm>
            <a:prstGeom prst="rect">
              <a:avLst/>
            </a:prstGeom>
            <a:solidFill>
              <a:srgbClr val="0047FF"/>
            </a:solidFill>
            <a:ln>
              <a:noFill/>
            </a:ln>
          </p:spPr>
        </p:sp>
        <p:sp>
          <p:nvSpPr>
            <p:cNvPr id="41" name="node02.tag"/>
            <p:cNvSpPr/>
            <p:nvPr/>
          </p:nvSpPr>
          <p:spPr>
            <a:xfrm>
              <a:off x="7258174" y="1638300"/>
              <a:ext cx="476126" cy="17145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FFFFF"/>
                  </a:solidFill>
                  <a:latin typeface="IBM Plex Mono SemiBold"/>
                  <a:ea typeface="IBM Plex Mono SemiBold"/>
                  <a:cs typeface="IBM Plex Mono SemiBold"/>
                </a:rPr>
                <a:t>CHOSEN</a:t>
              </a:r>
              <a:endParaRPr lang="en-US" sz="900" spc="54" kern="0" b="0" i="0" dirty="0">
                <a:solidFill>
                  <a:srgbClr val="FFFFFF"/>
                </a:solidFill>
                <a:latin typeface="IBM Plex Mono SemiBold"/>
                <a:ea typeface="IBM Plex Mono SemiBold"/>
                <a:cs typeface="IBM Plex Mono SemiBold"/>
              </a:endParaRPr>
            </a:p>
          </p:txBody>
        </p:sp>
      </p:grpSp>
      <p:grpSp>
        <p:nvGrpSpPr>
          <p:cNvPr id="62" name="node03"/>
          <p:cNvGrpSpPr/>
          <p:nvPr/>
        </p:nvGrpSpPr>
        <p:grpSpPr>
          <a:xfrm>
            <a:off x="8039100" y="1600200"/>
            <a:ext cx="3429000" cy="3429000"/>
            <a:chOff x="8039100" y="1600200"/>
            <a:chExt cx="3429000" cy="3429000"/>
          </a:xfrm>
        </p:grpSpPr>
        <p:sp>
          <p:nvSpPr>
            <p:cNvPr id="42" name="node03.container"/>
            <p:cNvSpPr/>
            <p:nvPr/>
          </p:nvSpPr>
          <p:spPr>
            <a:xfrm>
              <a:off x="8045450" y="1606550"/>
              <a:ext cx="3416300" cy="3416300"/>
            </a:xfrm>
            <a:prstGeom prst="rect">
              <a:avLst/>
            </a:prstGeom>
            <a:solidFill>
              <a:srgbClr val="FFFFFF"/>
            </a:solidFill>
            <a:ln w="12700">
              <a:solidFill>
                <a:srgbClr val="CED7E6"/>
              </a:solidFill>
              <a:prstDash val="solid"/>
            </a:ln>
          </p:spPr>
        </p:sp>
        <p:sp>
          <p:nvSpPr>
            <p:cNvPr id="43" name="node03.label"/>
            <p:cNvSpPr/>
            <p:nvPr/>
          </p:nvSpPr>
          <p:spPr>
            <a:xfrm>
              <a:off x="8267700" y="1828800"/>
              <a:ext cx="2971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OPTION C</a:t>
              </a:r>
              <a:endParaRPr lang="en-US" sz="900" spc="54" kern="0" b="0" i="0" dirty="0">
                <a:solidFill>
                  <a:srgbClr val="0047FF"/>
                </a:solidFill>
                <a:latin typeface="IBM Plex Mono Medium"/>
                <a:ea typeface="IBM Plex Mono Medium"/>
                <a:cs typeface="IBM Plex Mono Medium"/>
              </a:endParaRPr>
            </a:p>
          </p:txBody>
        </p:sp>
        <p:sp>
          <p:nvSpPr>
            <p:cNvPr id="44" name="node03.title"/>
            <p:cNvSpPr/>
            <p:nvPr/>
          </p:nvSpPr>
          <p:spPr>
            <a:xfrm>
              <a:off x="8267700" y="2019300"/>
              <a:ext cx="29718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Integration platform suite</a:t>
              </a:r>
              <a:endParaRPr lang="en-US" sz="1800" spc="-18" kern="0" b="0" i="0" dirty="0">
                <a:solidFill>
                  <a:srgbClr val="070154"/>
                </a:solidFill>
                <a:latin typeface="IBM Plex Sans SemiBold"/>
                <a:ea typeface="IBM Plex Sans SemiBold"/>
                <a:cs typeface="IBM Plex Sans SemiBold"/>
              </a:endParaRPr>
            </a:p>
          </p:txBody>
        </p:sp>
        <p:sp>
          <p:nvSpPr>
            <p:cNvPr id="45" name="node03.body.item-001.label"/>
            <p:cNvSpPr/>
            <p:nvPr/>
          </p:nvSpPr>
          <p:spPr>
            <a:xfrm>
              <a:off x="8267700" y="2438400"/>
              <a:ext cx="2971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PROS</a:t>
              </a:r>
              <a:endParaRPr lang="en-US" sz="900" spc="54" kern="0" b="0" i="0" dirty="0">
                <a:solidFill>
                  <a:srgbClr val="0047FF"/>
                </a:solidFill>
                <a:latin typeface="IBM Plex Mono Medium"/>
                <a:ea typeface="IBM Plex Mono Medium"/>
                <a:cs typeface="IBM Plex Mono Medium"/>
              </a:endParaRPr>
            </a:p>
          </p:txBody>
        </p:sp>
        <p:sp>
          <p:nvSpPr>
            <p:cNvPr id="46" name="node03.body.item-002.bullets.item-001.marker"/>
            <p:cNvSpPr/>
            <p:nvPr/>
          </p:nvSpPr>
          <p:spPr>
            <a:xfrm>
              <a:off x="8267700" y="2717800"/>
              <a:ext cx="38100" cy="38100"/>
            </a:xfrm>
            <a:prstGeom prst="rect">
              <a:avLst/>
            </a:prstGeom>
            <a:solidFill>
              <a:srgbClr val="070154"/>
            </a:solidFill>
            <a:ln>
              <a:noFill/>
            </a:ln>
          </p:spPr>
        </p:sp>
        <p:sp>
          <p:nvSpPr>
            <p:cNvPr id="47" name="node03.body.item-002.bullets.item-001.text"/>
            <p:cNvSpPr/>
            <p:nvPr/>
          </p:nvSpPr>
          <p:spPr>
            <a:xfrm>
              <a:off x="8420100" y="2628900"/>
              <a:ext cx="281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Rich tooling and connectors</a:t>
              </a:r>
              <a:endParaRPr lang="en-US" sz="1200" spc="0" kern="0" b="0" i="0" dirty="0">
                <a:solidFill>
                  <a:srgbClr val="070154"/>
                </a:solidFill>
                <a:latin typeface="IBM Plex Sans"/>
                <a:ea typeface="IBM Plex Sans"/>
                <a:cs typeface="IBM Plex Sans"/>
              </a:endParaRPr>
            </a:p>
          </p:txBody>
        </p:sp>
        <p:sp>
          <p:nvSpPr>
            <p:cNvPr id="48" name="node03.body.item-002.bullets.item-002.marker"/>
            <p:cNvSpPr/>
            <p:nvPr/>
          </p:nvSpPr>
          <p:spPr>
            <a:xfrm>
              <a:off x="8267700" y="2984500"/>
              <a:ext cx="38100" cy="38100"/>
            </a:xfrm>
            <a:prstGeom prst="rect">
              <a:avLst/>
            </a:prstGeom>
            <a:solidFill>
              <a:srgbClr val="070154"/>
            </a:solidFill>
            <a:ln>
              <a:noFill/>
            </a:ln>
          </p:spPr>
        </p:sp>
        <p:sp>
          <p:nvSpPr>
            <p:cNvPr id="49" name="node03.body.item-002.bullets.item-002.text"/>
            <p:cNvSpPr/>
            <p:nvPr/>
          </p:nvSpPr>
          <p:spPr>
            <a:xfrm>
              <a:off x="8420100" y="2895600"/>
              <a:ext cx="281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Vendor-supported runtime</a:t>
              </a:r>
              <a:endParaRPr lang="en-US" sz="1200" spc="0" kern="0" b="0" i="0" dirty="0">
                <a:solidFill>
                  <a:srgbClr val="070154"/>
                </a:solidFill>
                <a:latin typeface="IBM Plex Sans"/>
                <a:ea typeface="IBM Plex Sans"/>
                <a:cs typeface="IBM Plex Sans"/>
              </a:endParaRPr>
            </a:p>
          </p:txBody>
        </p:sp>
        <p:sp>
          <p:nvSpPr>
            <p:cNvPr id="50" name="node03.body.item-003.label"/>
            <p:cNvSpPr/>
            <p:nvPr/>
          </p:nvSpPr>
          <p:spPr>
            <a:xfrm>
              <a:off x="8267700" y="3162300"/>
              <a:ext cx="2971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CONS</a:t>
              </a:r>
              <a:endParaRPr lang="en-US" sz="900" spc="54" kern="0" b="0" i="0" dirty="0">
                <a:solidFill>
                  <a:srgbClr val="0047FF"/>
                </a:solidFill>
                <a:latin typeface="IBM Plex Mono Medium"/>
                <a:ea typeface="IBM Plex Mono Medium"/>
                <a:cs typeface="IBM Plex Mono Medium"/>
              </a:endParaRPr>
            </a:p>
          </p:txBody>
        </p:sp>
        <p:sp>
          <p:nvSpPr>
            <p:cNvPr id="51" name="node03.body.item-004.bullets.item-001.marker"/>
            <p:cNvSpPr/>
            <p:nvPr/>
          </p:nvSpPr>
          <p:spPr>
            <a:xfrm>
              <a:off x="8267700" y="3441700"/>
              <a:ext cx="38100" cy="38100"/>
            </a:xfrm>
            <a:prstGeom prst="rect">
              <a:avLst/>
            </a:prstGeom>
            <a:solidFill>
              <a:srgbClr val="070154"/>
            </a:solidFill>
            <a:ln>
              <a:noFill/>
            </a:ln>
          </p:spPr>
        </p:sp>
        <p:sp>
          <p:nvSpPr>
            <p:cNvPr id="52" name="node03.body.item-004.bullets.item-001.text"/>
            <p:cNvSpPr/>
            <p:nvPr/>
          </p:nvSpPr>
          <p:spPr>
            <a:xfrm>
              <a:off x="8420100" y="3352800"/>
              <a:ext cx="281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Highest licence cost</a:t>
              </a:r>
              <a:endParaRPr lang="en-US" sz="1200" spc="0" kern="0" b="0" i="0" dirty="0">
                <a:solidFill>
                  <a:srgbClr val="070154"/>
                </a:solidFill>
                <a:latin typeface="IBM Plex Sans"/>
                <a:ea typeface="IBM Plex Sans"/>
                <a:cs typeface="IBM Plex Sans"/>
              </a:endParaRPr>
            </a:p>
          </p:txBody>
        </p:sp>
        <p:sp>
          <p:nvSpPr>
            <p:cNvPr id="53" name="node03.body.item-004.bullets.item-002.marker"/>
            <p:cNvSpPr/>
            <p:nvPr/>
          </p:nvSpPr>
          <p:spPr>
            <a:xfrm>
              <a:off x="8267700" y="3708400"/>
              <a:ext cx="38100" cy="38100"/>
            </a:xfrm>
            <a:prstGeom prst="rect">
              <a:avLst/>
            </a:prstGeom>
            <a:solidFill>
              <a:srgbClr val="070154"/>
            </a:solidFill>
            <a:ln>
              <a:noFill/>
            </a:ln>
          </p:spPr>
        </p:sp>
        <p:sp>
          <p:nvSpPr>
            <p:cNvPr id="54" name="node03.body.item-004.bullets.item-002.text"/>
            <p:cNvSpPr/>
            <p:nvPr/>
          </p:nvSpPr>
          <p:spPr>
            <a:xfrm>
              <a:off x="8420100" y="3619500"/>
              <a:ext cx="281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Locks flows into one product</a:t>
              </a:r>
              <a:endParaRPr lang="en-US" sz="1200" spc="0" kern="0" b="0" i="0" dirty="0">
                <a:solidFill>
                  <a:srgbClr val="070154"/>
                </a:solidFill>
                <a:latin typeface="IBM Plex Sans"/>
                <a:ea typeface="IBM Plex Sans"/>
                <a:cs typeface="IBM Plex Sans"/>
              </a:endParaRPr>
            </a:p>
          </p:txBody>
        </p:sp>
        <p:sp>
          <p:nvSpPr>
            <p:cNvPr id="55" name="node03.fee.divider"/>
            <p:cNvSpPr/>
            <p:nvPr/>
          </p:nvSpPr>
          <p:spPr>
            <a:xfrm>
              <a:off x="8267700" y="4117975"/>
              <a:ext cx="2971800" cy="9525"/>
            </a:xfrm>
            <a:prstGeom prst="rect">
              <a:avLst/>
            </a:prstGeom>
            <a:solidFill>
              <a:srgbClr val="CED7E6"/>
            </a:solidFill>
            <a:ln>
              <a:noFill/>
            </a:ln>
          </p:spPr>
        </p:sp>
        <p:sp>
          <p:nvSpPr>
            <p:cNvPr id="56" name="node03.fee.value"/>
            <p:cNvSpPr/>
            <p:nvPr/>
          </p:nvSpPr>
          <p:spPr>
            <a:xfrm>
              <a:off x="8267700" y="4241800"/>
              <a:ext cx="297180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70154"/>
                  </a:solidFill>
                  <a:latin typeface="IBM Plex Mono SemiBold"/>
                  <a:ea typeface="IBM Plex Mono SemiBold"/>
                  <a:cs typeface="IBM Plex Mono SemiBold"/>
                </a:rPr>
                <a:t>3.3 / 5</a:t>
              </a:r>
              <a:endParaRPr lang="en-US" sz="1800" spc="0" kern="0" b="0" i="0" dirty="0">
                <a:solidFill>
                  <a:srgbClr val="070154"/>
                </a:solidFill>
                <a:latin typeface="IBM Plex Mono SemiBold"/>
                <a:ea typeface="IBM Plex Mono SemiBold"/>
                <a:cs typeface="IBM Plex Mono SemiBold"/>
              </a:endParaRPr>
            </a:p>
          </p:txBody>
        </p:sp>
        <p:sp>
          <p:nvSpPr>
            <p:cNvPr id="57" name="node03.fee.label"/>
            <p:cNvSpPr/>
            <p:nvPr/>
          </p:nvSpPr>
          <p:spPr>
            <a:xfrm>
              <a:off x="8267700" y="45720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Fit 4 · Cost 2 · Risk 3</a:t>
              </a:r>
              <a:endParaRPr lang="en-US" sz="1200" spc="0" kern="0" b="0" i="0" dirty="0">
                <a:solidFill>
                  <a:srgbClr val="50658E"/>
                </a:solidFill>
                <a:latin typeface="IBM Plex Sans"/>
                <a:ea typeface="IBM Plex Sans"/>
                <a:cs typeface="IBM Plex Sans"/>
              </a:endParaRPr>
            </a:p>
          </p:txBody>
        </p:sp>
      </p:grpSp>
      <p:grpSp>
        <p:nvGrpSpPr>
          <p:cNvPr id="63" name="node04"/>
          <p:cNvGrpSpPr/>
          <p:nvPr/>
        </p:nvGrpSpPr>
        <p:grpSpPr>
          <a:xfrm>
            <a:off x="723900" y="5257800"/>
            <a:ext cx="10744200" cy="685800"/>
            <a:chOff x="723900" y="5257800"/>
            <a:chExt cx="10744200" cy="685800"/>
          </a:xfrm>
        </p:grpSpPr>
        <p:sp>
          <p:nvSpPr>
            <p:cNvPr id="58" name="node04.surface"/>
            <p:cNvSpPr/>
            <p:nvPr/>
          </p:nvSpPr>
          <p:spPr>
            <a:xfrm>
              <a:off x="723900" y="5257800"/>
              <a:ext cx="10744200" cy="685800"/>
            </a:xfrm>
            <a:prstGeom prst="rect">
              <a:avLst/>
            </a:prstGeom>
            <a:solidFill>
              <a:srgbClr val="070154"/>
            </a:solidFill>
            <a:ln>
              <a:noFill/>
            </a:ln>
          </p:spPr>
        </p:sp>
        <p:sp>
          <p:nvSpPr>
            <p:cNvPr id="59" name="node04.text"/>
            <p:cNvSpPr/>
            <p:nvPr/>
          </p:nvSpPr>
          <p:spPr>
            <a:xfrm>
              <a:off x="876300" y="5467350"/>
              <a:ext cx="104394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FFFFFF"/>
                  </a:solidFill>
                  <a:latin typeface="IBM Plex Sans"/>
                  <a:ea typeface="IBM Plex Sans"/>
                  <a:cs typeface="IBM Plex Sans"/>
                </a:rPr>
                <a:t>Why we chose it: Option B fits 14 systems at a manageable cost and removes the feed growth behind most incidents.</a:t>
              </a:r>
              <a:endParaRPr lang="en-US" sz="1400" spc="0" kern="0" b="0" i="0" dirty="0">
                <a:solidFill>
                  <a:srgbClr val="FFFFFF"/>
                </a:solidFill>
                <a:latin typeface="IBM Plex Sans"/>
                <a:ea typeface="IBM Plex Sans"/>
                <a:cs typeface="IBM Plex Sans"/>
              </a:endParaRPr>
            </a:p>
          </p:txBody>
        </p:sp>
      </p:gr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ource-337">
    <p:spTree>
      <p:nvGrpSpPr>
        <p:cNvPr id="1" name=""/>
        <p:cNvGrpSpPr/>
        <p:nvPr/>
      </p:nvGrpSpPr>
      <p:grpSpPr>
        <a:xfrm>
          <a:off x="0" y="0"/>
          <a:ext cx="0" cy="0"/>
          <a:chOff x="0" y="0"/>
          <a:chExt cx="0" cy="0"/>
        </a:xfrm>
      </p:grpSpPr>
      <p:sp>
        <p:nvSpPr>
          <p:cNvPr id="3" name="eyebrow"/>
          <p:cNvSpPr/>
          <p:nvPr/>
        </p:nvSpPr>
        <p:spPr>
          <a:xfrm>
            <a:off x="4381500" y="457200"/>
            <a:ext cx="70866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OUR APPROACH · PHASE 3</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4381500" y="685800"/>
            <a:ext cx="7086600" cy="11430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Governance runs through rollout and optimization</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4381500" y="5829300"/>
            <a:ext cx="70866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1 Designed to align with Northfield’s governance structure, data enablement team and operational support functions.</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106</a:t>
            </a:fld>
            <a:endParaRPr lang="en-US" sz="700" spc="0" kern="0" b="0" i="0" dirty="0">
              <a:solidFill>
                <a:srgbClr val="070154"/>
              </a:solidFill>
              <a:latin typeface="IBM Plex Mono SemiBold"/>
              <a:ea typeface="IBM Plex Mono SemiBold"/>
              <a:cs typeface="IBM Plex Mono SemiBold"/>
            </a:endParaRPr>
          </a:p>
        </p:txBody>
      </p:sp>
      <p:grpSp>
        <p:nvGrpSpPr>
          <p:cNvPr id="48" name="node01"/>
          <p:cNvGrpSpPr/>
          <p:nvPr/>
        </p:nvGrpSpPr>
        <p:grpSpPr>
          <a:xfrm>
            <a:off x="723900" y="685800"/>
            <a:ext cx="2514600" cy="647700"/>
            <a:chOff x="723900" y="685800"/>
            <a:chExt cx="2514600" cy="647700"/>
          </a:xfrm>
        </p:grpSpPr>
        <p:sp>
          <p:nvSpPr>
            <p:cNvPr id="7" name="node01.bar"/>
            <p:cNvSpPr/>
            <p:nvPr/>
          </p:nvSpPr>
          <p:spPr>
            <a:xfrm>
              <a:off x="723900" y="685800"/>
              <a:ext cx="2514600" cy="76200"/>
            </a:xfrm>
            <a:prstGeom prst="rect">
              <a:avLst/>
            </a:prstGeom>
            <a:solidFill>
              <a:srgbClr val="F900D3"/>
            </a:solidFill>
            <a:ln>
              <a:noFill/>
            </a:ln>
          </p:spPr>
        </p:sp>
        <p:sp>
          <p:nvSpPr>
            <p:cNvPr id="8" name="node01.number"/>
            <p:cNvSpPr/>
            <p:nvPr/>
          </p:nvSpPr>
          <p:spPr>
            <a:xfrm>
              <a:off x="723900" y="876300"/>
              <a:ext cx="551247"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900D3"/>
                  </a:solidFill>
                  <a:latin typeface="IBM Plex Mono Medium"/>
                  <a:ea typeface="IBM Plex Mono Medium"/>
                  <a:cs typeface="IBM Plex Mono Medium"/>
                </a:rPr>
                <a:t>PHASE 3</a:t>
              </a:r>
              <a:endParaRPr lang="en-US" sz="900" spc="54" kern="0" b="0" i="0" dirty="0">
                <a:solidFill>
                  <a:srgbClr val="F900D3"/>
                </a:solidFill>
                <a:latin typeface="IBM Plex Mono Medium"/>
                <a:ea typeface="IBM Plex Mono Medium"/>
                <a:cs typeface="IBM Plex Mono Medium"/>
              </a:endParaRPr>
            </a:p>
          </p:txBody>
        </p:sp>
        <p:sp>
          <p:nvSpPr>
            <p:cNvPr id="9" name="node01.duration"/>
            <p:cNvSpPr/>
            <p:nvPr/>
          </p:nvSpPr>
          <p:spPr>
            <a:xfrm>
              <a:off x="2386769" y="876300"/>
              <a:ext cx="851731" cy="152400"/>
            </a:xfrm>
            <a:prstGeom prst="rect">
              <a:avLst/>
            </a:prstGeom>
            <a:noFill/>
            <a:ln/>
          </p:spPr>
          <p:txBody>
            <a:bodyPr wrap="square" lIns="0" tIns="0" rIns="0" bIns="0" rtlCol="0" anchor="t"/>
            <a:lstStyle/>
            <a:p>
              <a:pPr algn="r" indent="0" marL="0">
                <a:lnSpc>
                  <a:spcPts val="1200"/>
                </a:lnSpc>
                <a:buNone/>
              </a:pPr>
              <a:r>
                <a:rPr lang="en-US" sz="900" spc="54" kern="0" b="0" i="0" dirty="0">
                  <a:solidFill>
                    <a:srgbClr val="CED7E6"/>
                  </a:solidFill>
                  <a:latin typeface="IBM Plex Mono Medium"/>
                  <a:ea typeface="IBM Plex Mono Medium"/>
                  <a:cs typeface="IBM Plex Mono Medium"/>
                </a:rPr>
                <a:t>WEEKS 35–42</a:t>
              </a:r>
              <a:endParaRPr lang="en-US" sz="900" spc="54" kern="0" b="0" i="0" dirty="0">
                <a:solidFill>
                  <a:srgbClr val="CED7E6"/>
                </a:solidFill>
                <a:latin typeface="IBM Plex Mono Medium"/>
                <a:ea typeface="IBM Plex Mono Medium"/>
                <a:cs typeface="IBM Plex Mono Medium"/>
              </a:endParaRPr>
            </a:p>
          </p:txBody>
        </p:sp>
        <p:sp>
          <p:nvSpPr>
            <p:cNvPr id="10" name="node01.title"/>
            <p:cNvSpPr/>
            <p:nvPr/>
          </p:nvSpPr>
          <p:spPr>
            <a:xfrm>
              <a:off x="723900" y="1028700"/>
              <a:ext cx="25146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FFFFFF"/>
                  </a:solidFill>
                  <a:latin typeface="IBM Plex Sans SemiBold"/>
                  <a:ea typeface="IBM Plex Sans SemiBold"/>
                  <a:cs typeface="IBM Plex Sans SemiBold"/>
                </a:rPr>
                <a:t>General availability</a:t>
              </a:r>
              <a:endParaRPr lang="en-US" sz="1800" spc="-18" kern="0" b="0" i="0" dirty="0">
                <a:solidFill>
                  <a:srgbClr val="FFFFFF"/>
                </a:solidFill>
                <a:latin typeface="IBM Plex Sans SemiBold"/>
                <a:ea typeface="IBM Plex Sans SemiBold"/>
                <a:cs typeface="IBM Plex Sans SemiBold"/>
              </a:endParaRPr>
            </a:p>
          </p:txBody>
        </p:sp>
      </p:grpSp>
      <p:grpSp>
        <p:nvGrpSpPr>
          <p:cNvPr id="49" name="node02"/>
          <p:cNvGrpSpPr/>
          <p:nvPr/>
        </p:nvGrpSpPr>
        <p:grpSpPr>
          <a:xfrm>
            <a:off x="723900" y="2057400"/>
            <a:ext cx="2514600" cy="762000"/>
            <a:chOff x="723900" y="2057400"/>
            <a:chExt cx="2514600" cy="762000"/>
          </a:xfrm>
        </p:grpSpPr>
        <p:sp>
          <p:nvSpPr>
            <p:cNvPr id="11" name="node02.text"/>
            <p:cNvSpPr/>
            <p:nvPr/>
          </p:nvSpPr>
          <p:spPr>
            <a:xfrm>
              <a:off x="723900" y="2057400"/>
              <a:ext cx="2514600" cy="7620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FFFFFF"/>
                  </a:solidFill>
                  <a:latin typeface="IBM Plex Sans SemiBold"/>
                  <a:ea typeface="IBM Plex Sans SemiBold"/>
                  <a:cs typeface="IBM Plex Sans SemiBold"/>
                </a:rPr>
                <a:t>Make governance executable</a:t>
              </a:r>
              <a:endParaRPr lang="en-US" sz="2400" spc="-36" kern="0" b="0" i="0" dirty="0">
                <a:solidFill>
                  <a:srgbClr val="FFFFFF"/>
                </a:solidFill>
                <a:latin typeface="IBM Plex Sans SemiBold"/>
                <a:ea typeface="IBM Plex Sans SemiBold"/>
                <a:cs typeface="IBM Plex Sans SemiBold"/>
              </a:endParaRPr>
            </a:p>
          </p:txBody>
        </p:sp>
      </p:grpSp>
      <p:grpSp>
        <p:nvGrpSpPr>
          <p:cNvPr id="50" name="node03"/>
          <p:cNvGrpSpPr/>
          <p:nvPr/>
        </p:nvGrpSpPr>
        <p:grpSpPr>
          <a:xfrm>
            <a:off x="723900" y="2971800"/>
            <a:ext cx="2514600" cy="914400"/>
            <a:chOff x="723900" y="2971800"/>
            <a:chExt cx="2514600" cy="914400"/>
          </a:xfrm>
        </p:grpSpPr>
        <p:sp>
          <p:nvSpPr>
            <p:cNvPr id="12" name="node03.text"/>
            <p:cNvSpPr/>
            <p:nvPr/>
          </p:nvSpPr>
          <p:spPr>
            <a:xfrm>
              <a:off x="723900" y="2971800"/>
              <a:ext cx="2514600" cy="9144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CED7E6"/>
                  </a:solidFill>
                  <a:latin typeface="IBM Plex Sans"/>
                  <a:ea typeface="IBM Plex Sans"/>
                  <a:cs typeface="IBM Plex Sans"/>
                </a:rPr>
                <a:t>Scale depends on clear decision rights, auditable controls and operational handoffs, not one-time enablement.</a:t>
              </a:r>
              <a:endParaRPr lang="en-US" sz="1200" spc="0" kern="0" b="0" i="0" dirty="0">
                <a:solidFill>
                  <a:srgbClr val="CED7E6"/>
                </a:solidFill>
                <a:latin typeface="IBM Plex Sans"/>
                <a:ea typeface="IBM Plex Sans"/>
                <a:cs typeface="IBM Plex Sans"/>
              </a:endParaRPr>
            </a:p>
          </p:txBody>
        </p:sp>
      </p:grpSp>
      <p:grpSp>
        <p:nvGrpSpPr>
          <p:cNvPr id="51" name="node04"/>
          <p:cNvGrpSpPr/>
          <p:nvPr/>
        </p:nvGrpSpPr>
        <p:grpSpPr>
          <a:xfrm>
            <a:off x="723900" y="4038600"/>
            <a:ext cx="2514600" cy="1295400"/>
            <a:chOff x="723900" y="4038600"/>
            <a:chExt cx="2514600" cy="1295400"/>
          </a:xfrm>
        </p:grpSpPr>
        <p:sp>
          <p:nvSpPr>
            <p:cNvPr id="13" name="node04.source-001.bullet"/>
            <p:cNvSpPr/>
            <p:nvPr/>
          </p:nvSpPr>
          <p:spPr>
            <a:xfrm>
              <a:off x="723900" y="4127500"/>
              <a:ext cx="38100" cy="38100"/>
            </a:xfrm>
            <a:prstGeom prst="rect">
              <a:avLst/>
            </a:prstGeom>
            <a:solidFill>
              <a:srgbClr val="FFFFFF"/>
            </a:solidFill>
            <a:ln>
              <a:noFill/>
            </a:ln>
          </p:spPr>
        </p:sp>
        <p:sp>
          <p:nvSpPr>
            <p:cNvPr id="14" name="node04.source-001.text"/>
            <p:cNvSpPr/>
            <p:nvPr/>
          </p:nvSpPr>
          <p:spPr>
            <a:xfrm>
              <a:off x="876300" y="40386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Named approvers per decision</a:t>
              </a:r>
              <a:endParaRPr lang="en-US" sz="1200" spc="0" kern="0" b="0" i="0" dirty="0">
                <a:solidFill>
                  <a:srgbClr val="FFFFFF"/>
                </a:solidFill>
                <a:latin typeface="IBM Plex Sans"/>
                <a:ea typeface="IBM Plex Sans"/>
                <a:cs typeface="IBM Plex Sans"/>
              </a:endParaRPr>
            </a:p>
          </p:txBody>
        </p:sp>
        <p:sp>
          <p:nvSpPr>
            <p:cNvPr id="15" name="node04.source-002.bullet"/>
            <p:cNvSpPr/>
            <p:nvPr/>
          </p:nvSpPr>
          <p:spPr>
            <a:xfrm>
              <a:off x="723900" y="4394200"/>
              <a:ext cx="38100" cy="38100"/>
            </a:xfrm>
            <a:prstGeom prst="rect">
              <a:avLst/>
            </a:prstGeom>
            <a:solidFill>
              <a:srgbClr val="FFFFFF"/>
            </a:solidFill>
            <a:ln>
              <a:noFill/>
            </a:ln>
          </p:spPr>
        </p:sp>
        <p:sp>
          <p:nvSpPr>
            <p:cNvPr id="16" name="node04.source-002.text"/>
            <p:cNvSpPr/>
            <p:nvPr/>
          </p:nvSpPr>
          <p:spPr>
            <a:xfrm>
              <a:off x="876300" y="43053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SLA tracking on every request</a:t>
              </a:r>
              <a:endParaRPr lang="en-US" sz="1200" spc="0" kern="0" b="0" i="0" dirty="0">
                <a:solidFill>
                  <a:srgbClr val="FFFFFF"/>
                </a:solidFill>
                <a:latin typeface="IBM Plex Sans"/>
                <a:ea typeface="IBM Plex Sans"/>
                <a:cs typeface="IBM Plex Sans"/>
              </a:endParaRPr>
            </a:p>
          </p:txBody>
        </p:sp>
        <p:sp>
          <p:nvSpPr>
            <p:cNvPr id="17" name="node04.source-003.bullet"/>
            <p:cNvSpPr/>
            <p:nvPr/>
          </p:nvSpPr>
          <p:spPr>
            <a:xfrm>
              <a:off x="723900" y="4660900"/>
              <a:ext cx="38100" cy="38100"/>
            </a:xfrm>
            <a:prstGeom prst="rect">
              <a:avLst/>
            </a:prstGeom>
            <a:solidFill>
              <a:srgbClr val="FFFFFF"/>
            </a:solidFill>
            <a:ln>
              <a:noFill/>
            </a:ln>
          </p:spPr>
        </p:sp>
        <p:sp>
          <p:nvSpPr>
            <p:cNvPr id="18" name="node04.source-003.text"/>
            <p:cNvSpPr/>
            <p:nvPr/>
          </p:nvSpPr>
          <p:spPr>
            <a:xfrm>
              <a:off x="876300" y="45720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Access controls by pattern</a:t>
              </a:r>
              <a:endParaRPr lang="en-US" sz="1200" spc="0" kern="0" b="0" i="0" dirty="0">
                <a:solidFill>
                  <a:srgbClr val="FFFFFF"/>
                </a:solidFill>
                <a:latin typeface="IBM Plex Sans"/>
                <a:ea typeface="IBM Plex Sans"/>
                <a:cs typeface="IBM Plex Sans"/>
              </a:endParaRPr>
            </a:p>
          </p:txBody>
        </p:sp>
        <p:sp>
          <p:nvSpPr>
            <p:cNvPr id="19" name="node04.source-004.bullet"/>
            <p:cNvSpPr/>
            <p:nvPr/>
          </p:nvSpPr>
          <p:spPr>
            <a:xfrm>
              <a:off x="723900" y="4927600"/>
              <a:ext cx="38100" cy="38100"/>
            </a:xfrm>
            <a:prstGeom prst="rect">
              <a:avLst/>
            </a:prstGeom>
            <a:solidFill>
              <a:srgbClr val="FFFFFF"/>
            </a:solidFill>
            <a:ln>
              <a:noFill/>
            </a:ln>
          </p:spPr>
        </p:sp>
        <p:sp>
          <p:nvSpPr>
            <p:cNvPr id="20" name="node04.source-004.text"/>
            <p:cNvSpPr/>
            <p:nvPr/>
          </p:nvSpPr>
          <p:spPr>
            <a:xfrm>
              <a:off x="876300" y="48387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Adoption measured by team</a:t>
              </a:r>
              <a:endParaRPr lang="en-US" sz="1200" spc="0" kern="0" b="0" i="0" dirty="0">
                <a:solidFill>
                  <a:srgbClr val="FFFFFF"/>
                </a:solidFill>
                <a:latin typeface="IBM Plex Sans"/>
                <a:ea typeface="IBM Plex Sans"/>
                <a:cs typeface="IBM Plex Sans"/>
              </a:endParaRPr>
            </a:p>
          </p:txBody>
        </p:sp>
        <p:sp>
          <p:nvSpPr>
            <p:cNvPr id="21" name="node04.source-005.bullet"/>
            <p:cNvSpPr/>
            <p:nvPr/>
          </p:nvSpPr>
          <p:spPr>
            <a:xfrm>
              <a:off x="723900" y="5194300"/>
              <a:ext cx="38100" cy="38100"/>
            </a:xfrm>
            <a:prstGeom prst="rect">
              <a:avLst/>
            </a:prstGeom>
            <a:solidFill>
              <a:srgbClr val="FFFFFF"/>
            </a:solidFill>
            <a:ln>
              <a:noFill/>
            </a:ln>
          </p:spPr>
        </p:sp>
        <p:sp>
          <p:nvSpPr>
            <p:cNvPr id="22" name="node04.source-005.text"/>
            <p:cNvSpPr/>
            <p:nvPr/>
          </p:nvSpPr>
          <p:spPr>
            <a:xfrm>
              <a:off x="876300" y="51054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Exceptions reviewed quarterly</a:t>
              </a:r>
              <a:endParaRPr lang="en-US" sz="1200" spc="0" kern="0" b="0" i="0" dirty="0">
                <a:solidFill>
                  <a:srgbClr val="FFFFFF"/>
                </a:solidFill>
                <a:latin typeface="IBM Plex Sans"/>
                <a:ea typeface="IBM Plex Sans"/>
                <a:cs typeface="IBM Plex Sans"/>
              </a:endParaRPr>
            </a:p>
          </p:txBody>
        </p:sp>
      </p:grpSp>
      <p:grpSp>
        <p:nvGrpSpPr>
          <p:cNvPr id="52" name="node05"/>
          <p:cNvGrpSpPr/>
          <p:nvPr/>
        </p:nvGrpSpPr>
        <p:grpSpPr>
          <a:xfrm>
            <a:off x="4381500" y="2057400"/>
            <a:ext cx="7086600" cy="152400"/>
            <a:chOff x="4381500" y="2057400"/>
            <a:chExt cx="7086600" cy="152400"/>
          </a:xfrm>
        </p:grpSpPr>
        <p:sp>
          <p:nvSpPr>
            <p:cNvPr id="23" name="node05.text"/>
            <p:cNvSpPr/>
            <p:nvPr/>
          </p:nvSpPr>
          <p:spPr>
            <a:xfrm>
              <a:off x="4381500" y="2057400"/>
              <a:ext cx="7086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TWO CRITICAL PATHWAYS TO OPERATIONALIZE PLATFORM GOVERNANCE</a:t>
              </a:r>
              <a:endParaRPr lang="en-US" sz="900" spc="54" kern="0" b="0" i="0" dirty="0">
                <a:solidFill>
                  <a:srgbClr val="0047FF"/>
                </a:solidFill>
                <a:latin typeface="IBM Plex Mono Medium"/>
                <a:ea typeface="IBM Plex Mono Medium"/>
                <a:cs typeface="IBM Plex Mono Medium"/>
              </a:endParaRPr>
            </a:p>
          </p:txBody>
        </p:sp>
      </p:grpSp>
      <p:grpSp>
        <p:nvGrpSpPr>
          <p:cNvPr id="53" name="node06"/>
          <p:cNvGrpSpPr/>
          <p:nvPr/>
        </p:nvGrpSpPr>
        <p:grpSpPr>
          <a:xfrm>
            <a:off x="4381500" y="2286000"/>
            <a:ext cx="7086600" cy="304800"/>
            <a:chOff x="4381500" y="2286000"/>
            <a:chExt cx="7086600" cy="304800"/>
          </a:xfrm>
        </p:grpSpPr>
        <p:sp>
          <p:nvSpPr>
            <p:cNvPr id="24" name="node06.text"/>
            <p:cNvSpPr/>
            <p:nvPr/>
          </p:nvSpPr>
          <p:spPr>
            <a:xfrm>
              <a:off x="4381500" y="2286000"/>
              <a:ext cx="70866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01  Request intake: team to approved pattern access</a:t>
              </a:r>
              <a:endParaRPr lang="en-US" sz="1800" spc="-18" kern="0" b="0" i="0" dirty="0">
                <a:solidFill>
                  <a:srgbClr val="070154"/>
                </a:solidFill>
                <a:latin typeface="IBM Plex Sans SemiBold"/>
                <a:ea typeface="IBM Plex Sans SemiBold"/>
                <a:cs typeface="IBM Plex Sans SemiBold"/>
              </a:endParaRPr>
            </a:p>
          </p:txBody>
        </p:sp>
      </p:grpSp>
      <p:grpSp>
        <p:nvGrpSpPr>
          <p:cNvPr id="54" name="node07"/>
          <p:cNvGrpSpPr/>
          <p:nvPr/>
        </p:nvGrpSpPr>
        <p:grpSpPr>
          <a:xfrm>
            <a:off x="4381500" y="2743200"/>
            <a:ext cx="1524000" cy="685800"/>
            <a:chOff x="4381500" y="2743200"/>
            <a:chExt cx="1524000" cy="685800"/>
          </a:xfrm>
        </p:grpSpPr>
        <p:sp>
          <p:nvSpPr>
            <p:cNvPr id="25" name="node07.surface"/>
            <p:cNvSpPr/>
            <p:nvPr/>
          </p:nvSpPr>
          <p:spPr>
            <a:xfrm>
              <a:off x="4381500" y="2743200"/>
              <a:ext cx="1524000" cy="685800"/>
            </a:xfrm>
            <a:custGeom>
              <a:avLst/>
              <a:gdLst/>
              <a:ahLst/>
              <a:cxnLst/>
              <a:rect l="l" t="t" r="r" b="b"/>
              <a:pathLst>
                <a:path w="1524000" h="685800">
                  <a:moveTo>
                    <a:pt x="0" y="0"/>
                  </a:moveTo>
                  <a:lnTo>
                    <a:pt x="1295400" y="0"/>
                  </a:lnTo>
                  <a:lnTo>
                    <a:pt x="1524000" y="342900"/>
                  </a:lnTo>
                  <a:lnTo>
                    <a:pt x="1295400" y="685800"/>
                  </a:lnTo>
                  <a:lnTo>
                    <a:pt x="0" y="685800"/>
                  </a:lnTo>
                  <a:close/>
                </a:path>
              </a:pathLst>
            </a:custGeom>
            <a:solidFill>
              <a:srgbClr val="E8EEF8"/>
            </a:solidFill>
            <a:ln>
              <a:noFill/>
            </a:ln>
          </p:spPr>
        </p:sp>
        <p:sp>
          <p:nvSpPr>
            <p:cNvPr id="26" name="node07.text"/>
            <p:cNvSpPr/>
            <p:nvPr/>
          </p:nvSpPr>
          <p:spPr>
            <a:xfrm>
              <a:off x="4533900" y="2857500"/>
              <a:ext cx="1066800" cy="4572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Team identified</a:t>
              </a:r>
              <a:endParaRPr lang="en-US" sz="1200" spc="0" kern="0" b="0" i="0" dirty="0">
                <a:solidFill>
                  <a:srgbClr val="070154"/>
                </a:solidFill>
                <a:latin typeface="IBM Plex Sans"/>
                <a:ea typeface="IBM Plex Sans"/>
                <a:cs typeface="IBM Plex Sans"/>
              </a:endParaRPr>
            </a:p>
          </p:txBody>
        </p:sp>
      </p:grpSp>
      <p:grpSp>
        <p:nvGrpSpPr>
          <p:cNvPr id="55" name="node08"/>
          <p:cNvGrpSpPr/>
          <p:nvPr/>
        </p:nvGrpSpPr>
        <p:grpSpPr>
          <a:xfrm>
            <a:off x="5753100" y="2743200"/>
            <a:ext cx="1524000" cy="685800"/>
            <a:chOff x="5753100" y="2743200"/>
            <a:chExt cx="1524000" cy="685800"/>
          </a:xfrm>
        </p:grpSpPr>
        <p:sp>
          <p:nvSpPr>
            <p:cNvPr id="27" name="node08.surface"/>
            <p:cNvSpPr/>
            <p:nvPr/>
          </p:nvSpPr>
          <p:spPr>
            <a:xfrm>
              <a:off x="5753100" y="2743200"/>
              <a:ext cx="1524000" cy="685800"/>
            </a:xfrm>
            <a:custGeom>
              <a:avLst/>
              <a:gdLst/>
              <a:ahLst/>
              <a:cxnLst/>
              <a:rect l="l" t="t" r="r" b="b"/>
              <a:pathLst>
                <a:path w="1524000" h="685800">
                  <a:moveTo>
                    <a:pt x="0" y="0"/>
                  </a:moveTo>
                  <a:lnTo>
                    <a:pt x="1295400" y="0"/>
                  </a:lnTo>
                  <a:lnTo>
                    <a:pt x="1524000" y="342900"/>
                  </a:lnTo>
                  <a:lnTo>
                    <a:pt x="1295400" y="685800"/>
                  </a:lnTo>
                  <a:lnTo>
                    <a:pt x="0" y="685800"/>
                  </a:lnTo>
                  <a:lnTo>
                    <a:pt x="228600" y="342900"/>
                  </a:lnTo>
                  <a:close/>
                </a:path>
              </a:pathLst>
            </a:custGeom>
            <a:solidFill>
              <a:srgbClr val="E8EEF8"/>
            </a:solidFill>
            <a:ln>
              <a:noFill/>
            </a:ln>
          </p:spPr>
        </p:sp>
        <p:sp>
          <p:nvSpPr>
            <p:cNvPr id="28" name="node08.text"/>
            <p:cNvSpPr/>
            <p:nvPr/>
          </p:nvSpPr>
          <p:spPr>
            <a:xfrm>
              <a:off x="6134100" y="2857500"/>
              <a:ext cx="838200" cy="4572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Pattern mapping</a:t>
              </a:r>
              <a:endParaRPr lang="en-US" sz="1200" spc="0" kern="0" b="0" i="0" dirty="0">
                <a:solidFill>
                  <a:srgbClr val="070154"/>
                </a:solidFill>
                <a:latin typeface="IBM Plex Sans"/>
                <a:ea typeface="IBM Plex Sans"/>
                <a:cs typeface="IBM Plex Sans"/>
              </a:endParaRPr>
            </a:p>
          </p:txBody>
        </p:sp>
      </p:grpSp>
      <p:grpSp>
        <p:nvGrpSpPr>
          <p:cNvPr id="56" name="node09"/>
          <p:cNvGrpSpPr/>
          <p:nvPr/>
        </p:nvGrpSpPr>
        <p:grpSpPr>
          <a:xfrm>
            <a:off x="7124700" y="2743200"/>
            <a:ext cx="1524000" cy="685800"/>
            <a:chOff x="7124700" y="2743200"/>
            <a:chExt cx="1524000" cy="685800"/>
          </a:xfrm>
        </p:grpSpPr>
        <p:sp>
          <p:nvSpPr>
            <p:cNvPr id="29" name="node09.surface"/>
            <p:cNvSpPr/>
            <p:nvPr/>
          </p:nvSpPr>
          <p:spPr>
            <a:xfrm>
              <a:off x="7124700" y="2743200"/>
              <a:ext cx="1524000" cy="685800"/>
            </a:xfrm>
            <a:custGeom>
              <a:avLst/>
              <a:gdLst/>
              <a:ahLst/>
              <a:cxnLst/>
              <a:rect l="l" t="t" r="r" b="b"/>
              <a:pathLst>
                <a:path w="1524000" h="685800">
                  <a:moveTo>
                    <a:pt x="0" y="0"/>
                  </a:moveTo>
                  <a:lnTo>
                    <a:pt x="1295400" y="0"/>
                  </a:lnTo>
                  <a:lnTo>
                    <a:pt x="1524000" y="342900"/>
                  </a:lnTo>
                  <a:lnTo>
                    <a:pt x="1295400" y="685800"/>
                  </a:lnTo>
                  <a:lnTo>
                    <a:pt x="0" y="685800"/>
                  </a:lnTo>
                  <a:lnTo>
                    <a:pt x="228600" y="342900"/>
                  </a:lnTo>
                  <a:close/>
                </a:path>
              </a:pathLst>
            </a:custGeom>
            <a:solidFill>
              <a:srgbClr val="E8EEF8"/>
            </a:solidFill>
            <a:ln>
              <a:noFill/>
            </a:ln>
          </p:spPr>
        </p:sp>
        <p:sp>
          <p:nvSpPr>
            <p:cNvPr id="30" name="node09.text"/>
            <p:cNvSpPr/>
            <p:nvPr/>
          </p:nvSpPr>
          <p:spPr>
            <a:xfrm>
              <a:off x="7505700" y="2857500"/>
              <a:ext cx="838200" cy="4572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Security approval</a:t>
              </a:r>
              <a:endParaRPr lang="en-US" sz="1200" spc="0" kern="0" b="0" i="0" dirty="0">
                <a:solidFill>
                  <a:srgbClr val="070154"/>
                </a:solidFill>
                <a:latin typeface="IBM Plex Sans"/>
                <a:ea typeface="IBM Plex Sans"/>
                <a:cs typeface="IBM Plex Sans"/>
              </a:endParaRPr>
            </a:p>
          </p:txBody>
        </p:sp>
      </p:grpSp>
      <p:grpSp>
        <p:nvGrpSpPr>
          <p:cNvPr id="57" name="node10"/>
          <p:cNvGrpSpPr/>
          <p:nvPr/>
        </p:nvGrpSpPr>
        <p:grpSpPr>
          <a:xfrm>
            <a:off x="8496300" y="2743200"/>
            <a:ext cx="1524000" cy="685800"/>
            <a:chOff x="8496300" y="2743200"/>
            <a:chExt cx="1524000" cy="685800"/>
          </a:xfrm>
        </p:grpSpPr>
        <p:sp>
          <p:nvSpPr>
            <p:cNvPr id="31" name="node10.surface"/>
            <p:cNvSpPr/>
            <p:nvPr/>
          </p:nvSpPr>
          <p:spPr>
            <a:xfrm>
              <a:off x="8496300" y="2743200"/>
              <a:ext cx="1524000" cy="685800"/>
            </a:xfrm>
            <a:custGeom>
              <a:avLst/>
              <a:gdLst/>
              <a:ahLst/>
              <a:cxnLst/>
              <a:rect l="l" t="t" r="r" b="b"/>
              <a:pathLst>
                <a:path w="1524000" h="685800">
                  <a:moveTo>
                    <a:pt x="0" y="0"/>
                  </a:moveTo>
                  <a:lnTo>
                    <a:pt x="1295400" y="0"/>
                  </a:lnTo>
                  <a:lnTo>
                    <a:pt x="1524000" y="342900"/>
                  </a:lnTo>
                  <a:lnTo>
                    <a:pt x="1295400" y="685800"/>
                  </a:lnTo>
                  <a:lnTo>
                    <a:pt x="0" y="685800"/>
                  </a:lnTo>
                  <a:lnTo>
                    <a:pt x="228600" y="342900"/>
                  </a:lnTo>
                  <a:close/>
                </a:path>
              </a:pathLst>
            </a:custGeom>
            <a:solidFill>
              <a:srgbClr val="E8EEF8"/>
            </a:solidFill>
            <a:ln>
              <a:noFill/>
            </a:ln>
          </p:spPr>
        </p:sp>
        <p:sp>
          <p:nvSpPr>
            <p:cNvPr id="32" name="node10.text"/>
            <p:cNvSpPr/>
            <p:nvPr/>
          </p:nvSpPr>
          <p:spPr>
            <a:xfrm>
              <a:off x="8877300" y="2971800"/>
              <a:ext cx="8382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Provisioning</a:t>
              </a:r>
              <a:endParaRPr lang="en-US" sz="1200" spc="0" kern="0" b="0" i="0" dirty="0">
                <a:solidFill>
                  <a:srgbClr val="070154"/>
                </a:solidFill>
                <a:latin typeface="IBM Plex Sans"/>
                <a:ea typeface="IBM Plex Sans"/>
                <a:cs typeface="IBM Plex Sans"/>
              </a:endParaRPr>
            </a:p>
          </p:txBody>
        </p:sp>
      </p:grpSp>
      <p:grpSp>
        <p:nvGrpSpPr>
          <p:cNvPr id="58" name="node11"/>
          <p:cNvGrpSpPr/>
          <p:nvPr/>
        </p:nvGrpSpPr>
        <p:grpSpPr>
          <a:xfrm>
            <a:off x="9867900" y="2743200"/>
            <a:ext cx="1524000" cy="685800"/>
            <a:chOff x="9867900" y="2743200"/>
            <a:chExt cx="1524000" cy="685800"/>
          </a:xfrm>
        </p:grpSpPr>
        <p:sp>
          <p:nvSpPr>
            <p:cNvPr id="33" name="node11.surface"/>
            <p:cNvSpPr/>
            <p:nvPr/>
          </p:nvSpPr>
          <p:spPr>
            <a:xfrm>
              <a:off x="9867900" y="2743200"/>
              <a:ext cx="1524000" cy="685800"/>
            </a:xfrm>
            <a:custGeom>
              <a:avLst/>
              <a:gdLst/>
              <a:ahLst/>
              <a:cxnLst/>
              <a:rect l="l" t="t" r="r" b="b"/>
              <a:pathLst>
                <a:path w="1524000" h="685800">
                  <a:moveTo>
                    <a:pt x="0" y="0"/>
                  </a:moveTo>
                  <a:lnTo>
                    <a:pt x="1295400" y="0"/>
                  </a:lnTo>
                  <a:lnTo>
                    <a:pt x="1524000" y="342900"/>
                  </a:lnTo>
                  <a:lnTo>
                    <a:pt x="1295400" y="685800"/>
                  </a:lnTo>
                  <a:lnTo>
                    <a:pt x="0" y="685800"/>
                  </a:lnTo>
                  <a:lnTo>
                    <a:pt x="228600" y="342900"/>
                  </a:lnTo>
                  <a:close/>
                </a:path>
              </a:pathLst>
            </a:custGeom>
            <a:solidFill>
              <a:srgbClr val="E8EEF8"/>
            </a:solidFill>
            <a:ln>
              <a:noFill/>
            </a:ln>
          </p:spPr>
        </p:sp>
        <p:sp>
          <p:nvSpPr>
            <p:cNvPr id="34" name="node11.text"/>
            <p:cNvSpPr/>
            <p:nvPr/>
          </p:nvSpPr>
          <p:spPr>
            <a:xfrm>
              <a:off x="10248900" y="2857500"/>
              <a:ext cx="838200" cy="4572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SLA tracking</a:t>
              </a:r>
              <a:endParaRPr lang="en-US" sz="1200" spc="0" kern="0" b="0" i="0" dirty="0">
                <a:solidFill>
                  <a:srgbClr val="070154"/>
                </a:solidFill>
                <a:latin typeface="IBM Plex Sans"/>
                <a:ea typeface="IBM Plex Sans"/>
                <a:cs typeface="IBM Plex Sans"/>
              </a:endParaRPr>
            </a:p>
          </p:txBody>
        </p:sp>
      </p:grpSp>
      <p:grpSp>
        <p:nvGrpSpPr>
          <p:cNvPr id="59" name="node12"/>
          <p:cNvGrpSpPr/>
          <p:nvPr/>
        </p:nvGrpSpPr>
        <p:grpSpPr>
          <a:xfrm>
            <a:off x="4381500" y="3657600"/>
            <a:ext cx="7086600" cy="304800"/>
            <a:chOff x="4381500" y="3657600"/>
            <a:chExt cx="7086600" cy="304800"/>
          </a:xfrm>
        </p:grpSpPr>
        <p:sp>
          <p:nvSpPr>
            <p:cNvPr id="35" name="node12.text"/>
            <p:cNvSpPr/>
            <p:nvPr/>
          </p:nvSpPr>
          <p:spPr>
            <a:xfrm>
              <a:off x="4381500" y="3657600"/>
              <a:ext cx="70866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02  Use-case intake: idea to governed build</a:t>
              </a:r>
              <a:endParaRPr lang="en-US" sz="1800" spc="-18" kern="0" b="0" i="0" dirty="0">
                <a:solidFill>
                  <a:srgbClr val="070154"/>
                </a:solidFill>
                <a:latin typeface="IBM Plex Sans SemiBold"/>
                <a:ea typeface="IBM Plex Sans SemiBold"/>
                <a:cs typeface="IBM Plex Sans SemiBold"/>
              </a:endParaRPr>
            </a:p>
          </p:txBody>
        </p:sp>
      </p:grpSp>
      <p:grpSp>
        <p:nvGrpSpPr>
          <p:cNvPr id="60" name="node13"/>
          <p:cNvGrpSpPr/>
          <p:nvPr/>
        </p:nvGrpSpPr>
        <p:grpSpPr>
          <a:xfrm>
            <a:off x="4381500" y="4114800"/>
            <a:ext cx="1524000" cy="685800"/>
            <a:chOff x="4381500" y="4114800"/>
            <a:chExt cx="1524000" cy="685800"/>
          </a:xfrm>
        </p:grpSpPr>
        <p:sp>
          <p:nvSpPr>
            <p:cNvPr id="36" name="node13.surface"/>
            <p:cNvSpPr/>
            <p:nvPr/>
          </p:nvSpPr>
          <p:spPr>
            <a:xfrm>
              <a:off x="4381500" y="4114800"/>
              <a:ext cx="1524000" cy="685800"/>
            </a:xfrm>
            <a:custGeom>
              <a:avLst/>
              <a:gdLst/>
              <a:ahLst/>
              <a:cxnLst/>
              <a:rect l="l" t="t" r="r" b="b"/>
              <a:pathLst>
                <a:path w="1524000" h="685800">
                  <a:moveTo>
                    <a:pt x="0" y="0"/>
                  </a:moveTo>
                  <a:lnTo>
                    <a:pt x="1295400" y="0"/>
                  </a:lnTo>
                  <a:lnTo>
                    <a:pt x="1524000" y="342900"/>
                  </a:lnTo>
                  <a:lnTo>
                    <a:pt x="1295400" y="685800"/>
                  </a:lnTo>
                  <a:lnTo>
                    <a:pt x="0" y="685800"/>
                  </a:lnTo>
                  <a:close/>
                </a:path>
              </a:pathLst>
            </a:custGeom>
            <a:solidFill>
              <a:srgbClr val="070154"/>
            </a:solidFill>
            <a:ln>
              <a:noFill/>
            </a:ln>
          </p:spPr>
        </p:sp>
        <p:sp>
          <p:nvSpPr>
            <p:cNvPr id="37" name="node13.text"/>
            <p:cNvSpPr/>
            <p:nvPr/>
          </p:nvSpPr>
          <p:spPr>
            <a:xfrm>
              <a:off x="4533900" y="4229100"/>
              <a:ext cx="1066800" cy="4572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Use-case proposal</a:t>
              </a:r>
              <a:endParaRPr lang="en-US" sz="1200" spc="0" kern="0" b="0" i="0" dirty="0">
                <a:solidFill>
                  <a:srgbClr val="FFFFFF"/>
                </a:solidFill>
                <a:latin typeface="IBM Plex Sans"/>
                <a:ea typeface="IBM Plex Sans"/>
                <a:cs typeface="IBM Plex Sans"/>
              </a:endParaRPr>
            </a:p>
          </p:txBody>
        </p:sp>
      </p:grpSp>
      <p:grpSp>
        <p:nvGrpSpPr>
          <p:cNvPr id="61" name="node14"/>
          <p:cNvGrpSpPr/>
          <p:nvPr/>
        </p:nvGrpSpPr>
        <p:grpSpPr>
          <a:xfrm>
            <a:off x="5753100" y="4114800"/>
            <a:ext cx="1524000" cy="685800"/>
            <a:chOff x="5753100" y="4114800"/>
            <a:chExt cx="1524000" cy="685800"/>
          </a:xfrm>
        </p:grpSpPr>
        <p:sp>
          <p:nvSpPr>
            <p:cNvPr id="38" name="node14.surface"/>
            <p:cNvSpPr/>
            <p:nvPr/>
          </p:nvSpPr>
          <p:spPr>
            <a:xfrm>
              <a:off x="5753100" y="4114800"/>
              <a:ext cx="1524000" cy="685800"/>
            </a:xfrm>
            <a:custGeom>
              <a:avLst/>
              <a:gdLst/>
              <a:ahLst/>
              <a:cxnLst/>
              <a:rect l="l" t="t" r="r" b="b"/>
              <a:pathLst>
                <a:path w="1524000" h="685800">
                  <a:moveTo>
                    <a:pt x="0" y="0"/>
                  </a:moveTo>
                  <a:lnTo>
                    <a:pt x="1295400" y="0"/>
                  </a:lnTo>
                  <a:lnTo>
                    <a:pt x="1524000" y="342900"/>
                  </a:lnTo>
                  <a:lnTo>
                    <a:pt x="1295400" y="685800"/>
                  </a:lnTo>
                  <a:lnTo>
                    <a:pt x="0" y="685800"/>
                  </a:lnTo>
                  <a:lnTo>
                    <a:pt x="228600" y="342900"/>
                  </a:lnTo>
                  <a:close/>
                </a:path>
              </a:pathLst>
            </a:custGeom>
            <a:solidFill>
              <a:srgbClr val="070154"/>
            </a:solidFill>
            <a:ln>
              <a:noFill/>
            </a:ln>
          </p:spPr>
        </p:sp>
        <p:sp>
          <p:nvSpPr>
            <p:cNvPr id="39" name="node14.text"/>
            <p:cNvSpPr/>
            <p:nvPr/>
          </p:nvSpPr>
          <p:spPr>
            <a:xfrm>
              <a:off x="6134100" y="4229100"/>
              <a:ext cx="838200" cy="4572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Governance review</a:t>
              </a:r>
              <a:endParaRPr lang="en-US" sz="1200" spc="0" kern="0" b="0" i="0" dirty="0">
                <a:solidFill>
                  <a:srgbClr val="FFFFFF"/>
                </a:solidFill>
                <a:latin typeface="IBM Plex Sans"/>
                <a:ea typeface="IBM Plex Sans"/>
                <a:cs typeface="IBM Plex Sans"/>
              </a:endParaRPr>
            </a:p>
          </p:txBody>
        </p:sp>
      </p:grpSp>
      <p:grpSp>
        <p:nvGrpSpPr>
          <p:cNvPr id="62" name="node15"/>
          <p:cNvGrpSpPr/>
          <p:nvPr/>
        </p:nvGrpSpPr>
        <p:grpSpPr>
          <a:xfrm>
            <a:off x="7124700" y="4114800"/>
            <a:ext cx="1524000" cy="685800"/>
            <a:chOff x="7124700" y="4114800"/>
            <a:chExt cx="1524000" cy="685800"/>
          </a:xfrm>
        </p:grpSpPr>
        <p:sp>
          <p:nvSpPr>
            <p:cNvPr id="40" name="node15.surface"/>
            <p:cNvSpPr/>
            <p:nvPr/>
          </p:nvSpPr>
          <p:spPr>
            <a:xfrm>
              <a:off x="7124700" y="4114800"/>
              <a:ext cx="1524000" cy="685800"/>
            </a:xfrm>
            <a:custGeom>
              <a:avLst/>
              <a:gdLst/>
              <a:ahLst/>
              <a:cxnLst/>
              <a:rect l="l" t="t" r="r" b="b"/>
              <a:pathLst>
                <a:path w="1524000" h="685800">
                  <a:moveTo>
                    <a:pt x="0" y="0"/>
                  </a:moveTo>
                  <a:lnTo>
                    <a:pt x="1295400" y="0"/>
                  </a:lnTo>
                  <a:lnTo>
                    <a:pt x="1524000" y="342900"/>
                  </a:lnTo>
                  <a:lnTo>
                    <a:pt x="1295400" y="685800"/>
                  </a:lnTo>
                  <a:lnTo>
                    <a:pt x="0" y="685800"/>
                  </a:lnTo>
                  <a:lnTo>
                    <a:pt x="228600" y="342900"/>
                  </a:lnTo>
                  <a:close/>
                </a:path>
              </a:pathLst>
            </a:custGeom>
            <a:solidFill>
              <a:srgbClr val="070154"/>
            </a:solidFill>
            <a:ln>
              <a:noFill/>
            </a:ln>
          </p:spPr>
        </p:sp>
        <p:sp>
          <p:nvSpPr>
            <p:cNvPr id="41" name="node15.text"/>
            <p:cNvSpPr/>
            <p:nvPr/>
          </p:nvSpPr>
          <p:spPr>
            <a:xfrm>
              <a:off x="7505700" y="4229100"/>
              <a:ext cx="838200" cy="4572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Risk assessment</a:t>
              </a:r>
              <a:endParaRPr lang="en-US" sz="1200" spc="0" kern="0" b="0" i="0" dirty="0">
                <a:solidFill>
                  <a:srgbClr val="FFFFFF"/>
                </a:solidFill>
                <a:latin typeface="IBM Plex Sans"/>
                <a:ea typeface="IBM Plex Sans"/>
                <a:cs typeface="IBM Plex Sans"/>
              </a:endParaRPr>
            </a:p>
          </p:txBody>
        </p:sp>
      </p:grpSp>
      <p:grpSp>
        <p:nvGrpSpPr>
          <p:cNvPr id="63" name="node16"/>
          <p:cNvGrpSpPr/>
          <p:nvPr/>
        </p:nvGrpSpPr>
        <p:grpSpPr>
          <a:xfrm>
            <a:off x="8496300" y="4114800"/>
            <a:ext cx="1524000" cy="685800"/>
            <a:chOff x="8496300" y="4114800"/>
            <a:chExt cx="1524000" cy="685800"/>
          </a:xfrm>
        </p:grpSpPr>
        <p:sp>
          <p:nvSpPr>
            <p:cNvPr id="42" name="node16.surface"/>
            <p:cNvSpPr/>
            <p:nvPr/>
          </p:nvSpPr>
          <p:spPr>
            <a:xfrm>
              <a:off x="8496300" y="4114800"/>
              <a:ext cx="1524000" cy="685800"/>
            </a:xfrm>
            <a:custGeom>
              <a:avLst/>
              <a:gdLst/>
              <a:ahLst/>
              <a:cxnLst/>
              <a:rect l="l" t="t" r="r" b="b"/>
              <a:pathLst>
                <a:path w="1524000" h="685800">
                  <a:moveTo>
                    <a:pt x="0" y="0"/>
                  </a:moveTo>
                  <a:lnTo>
                    <a:pt x="1295400" y="0"/>
                  </a:lnTo>
                  <a:lnTo>
                    <a:pt x="1524000" y="342900"/>
                  </a:lnTo>
                  <a:lnTo>
                    <a:pt x="1295400" y="685800"/>
                  </a:lnTo>
                  <a:lnTo>
                    <a:pt x="0" y="685800"/>
                  </a:lnTo>
                  <a:lnTo>
                    <a:pt x="228600" y="342900"/>
                  </a:lnTo>
                  <a:close/>
                </a:path>
              </a:pathLst>
            </a:custGeom>
            <a:solidFill>
              <a:srgbClr val="070154"/>
            </a:solidFill>
            <a:ln>
              <a:noFill/>
            </a:ln>
          </p:spPr>
        </p:sp>
        <p:sp>
          <p:nvSpPr>
            <p:cNvPr id="43" name="node16.text"/>
            <p:cNvSpPr/>
            <p:nvPr/>
          </p:nvSpPr>
          <p:spPr>
            <a:xfrm>
              <a:off x="8877300" y="4229100"/>
              <a:ext cx="838200" cy="4572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Approved deploy</a:t>
              </a:r>
              <a:endParaRPr lang="en-US" sz="1200" spc="0" kern="0" b="0" i="0" dirty="0">
                <a:solidFill>
                  <a:srgbClr val="FFFFFF"/>
                </a:solidFill>
                <a:latin typeface="IBM Plex Sans"/>
                <a:ea typeface="IBM Plex Sans"/>
                <a:cs typeface="IBM Plex Sans"/>
              </a:endParaRPr>
            </a:p>
          </p:txBody>
        </p:sp>
      </p:grpSp>
      <p:grpSp>
        <p:nvGrpSpPr>
          <p:cNvPr id="64" name="node17"/>
          <p:cNvGrpSpPr/>
          <p:nvPr/>
        </p:nvGrpSpPr>
        <p:grpSpPr>
          <a:xfrm>
            <a:off x="9867900" y="4114800"/>
            <a:ext cx="1524000" cy="685800"/>
            <a:chOff x="9867900" y="4114800"/>
            <a:chExt cx="1524000" cy="685800"/>
          </a:xfrm>
        </p:grpSpPr>
        <p:sp>
          <p:nvSpPr>
            <p:cNvPr id="44" name="node17.surface"/>
            <p:cNvSpPr/>
            <p:nvPr/>
          </p:nvSpPr>
          <p:spPr>
            <a:xfrm>
              <a:off x="9867900" y="4114800"/>
              <a:ext cx="1524000" cy="685800"/>
            </a:xfrm>
            <a:custGeom>
              <a:avLst/>
              <a:gdLst/>
              <a:ahLst/>
              <a:cxnLst/>
              <a:rect l="l" t="t" r="r" b="b"/>
              <a:pathLst>
                <a:path w="1524000" h="685800">
                  <a:moveTo>
                    <a:pt x="0" y="0"/>
                  </a:moveTo>
                  <a:lnTo>
                    <a:pt x="1295400" y="0"/>
                  </a:lnTo>
                  <a:lnTo>
                    <a:pt x="1524000" y="342900"/>
                  </a:lnTo>
                  <a:lnTo>
                    <a:pt x="1295400" y="685800"/>
                  </a:lnTo>
                  <a:lnTo>
                    <a:pt x="0" y="685800"/>
                  </a:lnTo>
                  <a:lnTo>
                    <a:pt x="228600" y="342900"/>
                  </a:lnTo>
                  <a:close/>
                </a:path>
              </a:pathLst>
            </a:custGeom>
            <a:solidFill>
              <a:srgbClr val="070154"/>
            </a:solidFill>
            <a:ln>
              <a:noFill/>
            </a:ln>
          </p:spPr>
        </p:sp>
        <p:sp>
          <p:nvSpPr>
            <p:cNvPr id="45" name="node17.text"/>
            <p:cNvSpPr/>
            <p:nvPr/>
          </p:nvSpPr>
          <p:spPr>
            <a:xfrm>
              <a:off x="10248900" y="4343400"/>
              <a:ext cx="8382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Monitoring</a:t>
              </a:r>
              <a:endParaRPr lang="en-US" sz="1200" spc="0" kern="0" b="0" i="0" dirty="0">
                <a:solidFill>
                  <a:srgbClr val="FFFFFF"/>
                </a:solidFill>
                <a:latin typeface="IBM Plex Sans"/>
                <a:ea typeface="IBM Plex Sans"/>
                <a:cs typeface="IBM Plex Sans"/>
              </a:endParaRPr>
            </a:p>
          </p:txBody>
        </p:sp>
      </p:grpSp>
      <p:grpSp>
        <p:nvGrpSpPr>
          <p:cNvPr id="65" name="node18"/>
          <p:cNvGrpSpPr/>
          <p:nvPr/>
        </p:nvGrpSpPr>
        <p:grpSpPr>
          <a:xfrm>
            <a:off x="4381500" y="5029200"/>
            <a:ext cx="7086600" cy="457200"/>
            <a:chOff x="4381500" y="5029200"/>
            <a:chExt cx="7086600" cy="457200"/>
          </a:xfrm>
        </p:grpSpPr>
        <p:sp>
          <p:nvSpPr>
            <p:cNvPr id="46" name="node18.surface"/>
            <p:cNvSpPr/>
            <p:nvPr/>
          </p:nvSpPr>
          <p:spPr>
            <a:xfrm>
              <a:off x="4381500" y="5029200"/>
              <a:ext cx="7086600" cy="457200"/>
            </a:xfrm>
            <a:prstGeom prst="rect">
              <a:avLst/>
            </a:prstGeom>
            <a:solidFill>
              <a:srgbClr val="F900D3"/>
            </a:solidFill>
            <a:ln>
              <a:noFill/>
            </a:ln>
          </p:spPr>
        </p:sp>
        <p:sp>
          <p:nvSpPr>
            <p:cNvPr id="47" name="node18.text"/>
            <p:cNvSpPr/>
            <p:nvPr/>
          </p:nvSpPr>
          <p:spPr>
            <a:xfrm>
              <a:off x="4533900" y="5143500"/>
              <a:ext cx="6781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Result: controlled scale, approval-only tool access and a repeatable model.</a:t>
              </a:r>
              <a:endParaRPr lang="en-US" sz="1200" spc="0" kern="0" b="0" i="0" dirty="0">
                <a:solidFill>
                  <a:srgbClr val="FFFFFF"/>
                </a:solidFill>
                <a:latin typeface="IBM Plex Sans"/>
                <a:ea typeface="IBM Plex Sans"/>
                <a:cs typeface="IBM Plex Sans"/>
              </a:endParaRPr>
            </a:p>
          </p:txBody>
        </p:sp>
      </p:gr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ource-338">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OUR APPROACH · PHASE 1</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Three patterns define the lakehouse role</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West Monroe analysis of the Northfield data estate.</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107</a:t>
            </a:fld>
            <a:endParaRPr lang="en-US" sz="700" spc="0" kern="0" b="0" i="0" dirty="0">
              <a:solidFill>
                <a:srgbClr val="070154"/>
              </a:solidFill>
              <a:latin typeface="IBM Plex Mono SemiBold"/>
              <a:ea typeface="IBM Plex Mono SemiBold"/>
              <a:cs typeface="IBM Plex Mono SemiBold"/>
            </a:endParaRPr>
          </a:p>
        </p:txBody>
      </p:sp>
      <p:grpSp>
        <p:nvGrpSpPr>
          <p:cNvPr id="43" name="node01"/>
          <p:cNvGrpSpPr/>
          <p:nvPr/>
        </p:nvGrpSpPr>
        <p:grpSpPr>
          <a:xfrm>
            <a:off x="723900" y="1600200"/>
            <a:ext cx="8001000" cy="457200"/>
            <a:chOff x="723900" y="1600200"/>
            <a:chExt cx="8001000" cy="457200"/>
          </a:xfrm>
        </p:grpSpPr>
        <p:sp>
          <p:nvSpPr>
            <p:cNvPr id="7" name="node01.surface"/>
            <p:cNvSpPr/>
            <p:nvPr/>
          </p:nvSpPr>
          <p:spPr>
            <a:xfrm>
              <a:off x="723900" y="1600200"/>
              <a:ext cx="8001000" cy="457200"/>
            </a:xfrm>
            <a:prstGeom prst="rect">
              <a:avLst/>
            </a:prstGeom>
            <a:solidFill>
              <a:srgbClr val="E8EEF8"/>
            </a:solidFill>
            <a:ln>
              <a:noFill/>
            </a:ln>
          </p:spPr>
        </p:sp>
        <p:sp>
          <p:nvSpPr>
            <p:cNvPr id="8" name="node01.text"/>
            <p:cNvSpPr/>
            <p:nvPr/>
          </p:nvSpPr>
          <p:spPr>
            <a:xfrm>
              <a:off x="876300" y="1714500"/>
              <a:ext cx="7696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Pattern 1: Lakehouse as the analytics layer over the existing warehouse</a:t>
              </a:r>
              <a:endParaRPr lang="en-US" sz="1200" spc="0" kern="0" b="0" i="0" dirty="0">
                <a:solidFill>
                  <a:srgbClr val="070154"/>
                </a:solidFill>
                <a:latin typeface="IBM Plex Sans"/>
                <a:ea typeface="IBM Plex Sans"/>
                <a:cs typeface="IBM Plex Sans"/>
              </a:endParaRPr>
            </a:p>
          </p:txBody>
        </p:sp>
      </p:grpSp>
      <p:grpSp>
        <p:nvGrpSpPr>
          <p:cNvPr id="44" name="node02"/>
          <p:cNvGrpSpPr/>
          <p:nvPr/>
        </p:nvGrpSpPr>
        <p:grpSpPr>
          <a:xfrm>
            <a:off x="8953500" y="1600200"/>
            <a:ext cx="2514600" cy="457200"/>
            <a:chOff x="8953500" y="1600200"/>
            <a:chExt cx="2514600" cy="457200"/>
          </a:xfrm>
        </p:grpSpPr>
        <p:sp>
          <p:nvSpPr>
            <p:cNvPr id="9" name="node02.surface"/>
            <p:cNvSpPr/>
            <p:nvPr/>
          </p:nvSpPr>
          <p:spPr>
            <a:xfrm>
              <a:off x="8953500" y="1600200"/>
              <a:ext cx="2514600" cy="457200"/>
            </a:xfrm>
            <a:prstGeom prst="rect">
              <a:avLst/>
            </a:prstGeom>
            <a:solidFill>
              <a:srgbClr val="E8EEF8"/>
            </a:solidFill>
            <a:ln>
              <a:noFill/>
            </a:ln>
          </p:spPr>
        </p:sp>
        <p:sp>
          <p:nvSpPr>
            <p:cNvPr id="10" name="node02.text"/>
            <p:cNvSpPr/>
            <p:nvPr/>
          </p:nvSpPr>
          <p:spPr>
            <a:xfrm>
              <a:off x="9105900" y="1714500"/>
              <a:ext cx="2209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Key decisions to validate</a:t>
              </a:r>
              <a:endParaRPr lang="en-US" sz="1200" spc="0" kern="0" b="0" i="0" dirty="0">
                <a:solidFill>
                  <a:srgbClr val="070154"/>
                </a:solidFill>
                <a:latin typeface="IBM Plex Sans"/>
                <a:ea typeface="IBM Plex Sans"/>
                <a:cs typeface="IBM Plex Sans"/>
              </a:endParaRPr>
            </a:p>
          </p:txBody>
        </p:sp>
      </p:grpSp>
      <p:grpSp>
        <p:nvGrpSpPr>
          <p:cNvPr id="45" name="node03"/>
          <p:cNvGrpSpPr/>
          <p:nvPr/>
        </p:nvGrpSpPr>
        <p:grpSpPr>
          <a:xfrm>
            <a:off x="952500" y="2209800"/>
            <a:ext cx="7620000" cy="304800"/>
            <a:chOff x="952500" y="2209800"/>
            <a:chExt cx="7620000" cy="304800"/>
          </a:xfrm>
        </p:grpSpPr>
        <p:sp>
          <p:nvSpPr>
            <p:cNvPr id="11" name="node03.text"/>
            <p:cNvSpPr/>
            <p:nvPr/>
          </p:nvSpPr>
          <p:spPr>
            <a:xfrm>
              <a:off x="952500" y="2209800"/>
              <a:ext cx="76200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Curated warehouse → Semantic services → BI layer</a:t>
              </a:r>
              <a:endParaRPr lang="en-US" sz="1800" spc="-18" kern="0" b="0" i="0" dirty="0">
                <a:solidFill>
                  <a:srgbClr val="070154"/>
                </a:solidFill>
                <a:latin typeface="IBM Plex Sans SemiBold"/>
                <a:ea typeface="IBM Plex Sans SemiBold"/>
                <a:cs typeface="IBM Plex Sans SemiBold"/>
              </a:endParaRPr>
            </a:p>
          </p:txBody>
        </p:sp>
      </p:grpSp>
      <p:grpSp>
        <p:nvGrpSpPr>
          <p:cNvPr id="46" name="node04"/>
          <p:cNvGrpSpPr/>
          <p:nvPr/>
        </p:nvGrpSpPr>
        <p:grpSpPr>
          <a:xfrm>
            <a:off x="952500" y="2590800"/>
            <a:ext cx="7620000" cy="228600"/>
            <a:chOff x="952500" y="2590800"/>
            <a:chExt cx="7620000" cy="228600"/>
          </a:xfrm>
        </p:grpSpPr>
        <p:sp>
          <p:nvSpPr>
            <p:cNvPr id="12" name="node04.text"/>
            <p:cNvSpPr/>
            <p:nvPr/>
          </p:nvSpPr>
          <p:spPr>
            <a:xfrm>
              <a:off x="952500" y="2590800"/>
              <a:ext cx="7620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ROLE: Native analytics and consumption over data governed in the warehouse</a:t>
              </a:r>
              <a:endParaRPr lang="en-US" sz="1200" spc="0" kern="0" b="0" i="0" dirty="0">
                <a:solidFill>
                  <a:srgbClr val="50658E"/>
                </a:solidFill>
                <a:latin typeface="IBM Plex Sans"/>
                <a:ea typeface="IBM Plex Sans"/>
                <a:cs typeface="IBM Plex Sans"/>
              </a:endParaRPr>
            </a:p>
          </p:txBody>
        </p:sp>
      </p:grpSp>
      <p:grpSp>
        <p:nvGrpSpPr>
          <p:cNvPr id="47" name="node05"/>
          <p:cNvGrpSpPr/>
          <p:nvPr/>
        </p:nvGrpSpPr>
        <p:grpSpPr>
          <a:xfrm>
            <a:off x="8953500" y="2133600"/>
            <a:ext cx="2514600" cy="762000"/>
            <a:chOff x="8953500" y="2133600"/>
            <a:chExt cx="2514600" cy="762000"/>
          </a:xfrm>
        </p:grpSpPr>
        <p:sp>
          <p:nvSpPr>
            <p:cNvPr id="13" name="node05.source-001.bullet"/>
            <p:cNvSpPr/>
            <p:nvPr/>
          </p:nvSpPr>
          <p:spPr>
            <a:xfrm>
              <a:off x="8953500" y="2222500"/>
              <a:ext cx="38100" cy="38100"/>
            </a:xfrm>
            <a:prstGeom prst="rect">
              <a:avLst/>
            </a:prstGeom>
            <a:solidFill>
              <a:srgbClr val="070154"/>
            </a:solidFill>
            <a:ln>
              <a:noFill/>
            </a:ln>
          </p:spPr>
        </p:sp>
        <p:sp>
          <p:nvSpPr>
            <p:cNvPr id="14" name="node05.source-001.text"/>
            <p:cNvSpPr/>
            <p:nvPr/>
          </p:nvSpPr>
          <p:spPr>
            <a:xfrm>
              <a:off x="9105900" y="21336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Data access versus movement</a:t>
              </a:r>
              <a:endParaRPr lang="en-US" sz="1200" spc="0" kern="0" b="0" i="0" dirty="0">
                <a:solidFill>
                  <a:srgbClr val="070154"/>
                </a:solidFill>
                <a:latin typeface="IBM Plex Sans"/>
                <a:ea typeface="IBM Plex Sans"/>
                <a:cs typeface="IBM Plex Sans"/>
              </a:endParaRPr>
            </a:p>
          </p:txBody>
        </p:sp>
        <p:sp>
          <p:nvSpPr>
            <p:cNvPr id="15" name="node05.source-002.bullet"/>
            <p:cNvSpPr/>
            <p:nvPr/>
          </p:nvSpPr>
          <p:spPr>
            <a:xfrm>
              <a:off x="8953500" y="2489200"/>
              <a:ext cx="38100" cy="38100"/>
            </a:xfrm>
            <a:prstGeom prst="rect">
              <a:avLst/>
            </a:prstGeom>
            <a:solidFill>
              <a:srgbClr val="070154"/>
            </a:solidFill>
            <a:ln>
              <a:noFill/>
            </a:ln>
          </p:spPr>
        </p:sp>
        <p:sp>
          <p:nvSpPr>
            <p:cNvPr id="16" name="node05.source-002.text"/>
            <p:cNvSpPr/>
            <p:nvPr/>
          </p:nvSpPr>
          <p:spPr>
            <a:xfrm>
              <a:off x="9105900" y="24003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Semantic model ownership</a:t>
              </a:r>
              <a:endParaRPr lang="en-US" sz="1200" spc="0" kern="0" b="0" i="0" dirty="0">
                <a:solidFill>
                  <a:srgbClr val="070154"/>
                </a:solidFill>
                <a:latin typeface="IBM Plex Sans"/>
                <a:ea typeface="IBM Plex Sans"/>
                <a:cs typeface="IBM Plex Sans"/>
              </a:endParaRPr>
            </a:p>
          </p:txBody>
        </p:sp>
        <p:sp>
          <p:nvSpPr>
            <p:cNvPr id="17" name="node05.source-003.bullet"/>
            <p:cNvSpPr/>
            <p:nvPr/>
          </p:nvSpPr>
          <p:spPr>
            <a:xfrm>
              <a:off x="8953500" y="2755900"/>
              <a:ext cx="38100" cy="38100"/>
            </a:xfrm>
            <a:prstGeom prst="rect">
              <a:avLst/>
            </a:prstGeom>
            <a:solidFill>
              <a:srgbClr val="070154"/>
            </a:solidFill>
            <a:ln>
              <a:noFill/>
            </a:ln>
          </p:spPr>
        </p:sp>
        <p:sp>
          <p:nvSpPr>
            <p:cNvPr id="18" name="node05.source-003.text"/>
            <p:cNvSpPr/>
            <p:nvPr/>
          </p:nvSpPr>
          <p:spPr>
            <a:xfrm>
              <a:off x="9105900" y="26670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Security and lineage</a:t>
              </a:r>
              <a:endParaRPr lang="en-US" sz="1200" spc="0" kern="0" b="0" i="0" dirty="0">
                <a:solidFill>
                  <a:srgbClr val="070154"/>
                </a:solidFill>
                <a:latin typeface="IBM Plex Sans"/>
                <a:ea typeface="IBM Plex Sans"/>
                <a:cs typeface="IBM Plex Sans"/>
              </a:endParaRPr>
            </a:p>
          </p:txBody>
        </p:sp>
      </p:grpSp>
      <p:grpSp>
        <p:nvGrpSpPr>
          <p:cNvPr id="48" name="node06"/>
          <p:cNvGrpSpPr/>
          <p:nvPr/>
        </p:nvGrpSpPr>
        <p:grpSpPr>
          <a:xfrm>
            <a:off x="723900" y="2971800"/>
            <a:ext cx="8001000" cy="457200"/>
            <a:chOff x="723900" y="2971800"/>
            <a:chExt cx="8001000" cy="457200"/>
          </a:xfrm>
        </p:grpSpPr>
        <p:sp>
          <p:nvSpPr>
            <p:cNvPr id="19" name="node06.surface"/>
            <p:cNvSpPr/>
            <p:nvPr/>
          </p:nvSpPr>
          <p:spPr>
            <a:xfrm>
              <a:off x="723900" y="2971800"/>
              <a:ext cx="8001000" cy="457200"/>
            </a:xfrm>
            <a:prstGeom prst="rect">
              <a:avLst/>
            </a:prstGeom>
            <a:solidFill>
              <a:srgbClr val="CED7E6"/>
            </a:solidFill>
            <a:ln>
              <a:noFill/>
            </a:ln>
          </p:spPr>
        </p:sp>
        <p:sp>
          <p:nvSpPr>
            <p:cNvPr id="20" name="node06.text"/>
            <p:cNvSpPr/>
            <p:nvPr/>
          </p:nvSpPr>
          <p:spPr>
            <a:xfrm>
              <a:off x="876300" y="3086100"/>
              <a:ext cx="7696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Pattern 2: Lakehouse as the consumption layer for the engineering platform</a:t>
              </a:r>
              <a:endParaRPr lang="en-US" sz="1200" spc="0" kern="0" b="0" i="0" dirty="0">
                <a:solidFill>
                  <a:srgbClr val="070154"/>
                </a:solidFill>
                <a:latin typeface="IBM Plex Sans"/>
                <a:ea typeface="IBM Plex Sans"/>
                <a:cs typeface="IBM Plex Sans"/>
              </a:endParaRPr>
            </a:p>
          </p:txBody>
        </p:sp>
      </p:grpSp>
      <p:grpSp>
        <p:nvGrpSpPr>
          <p:cNvPr id="49" name="node07"/>
          <p:cNvGrpSpPr/>
          <p:nvPr/>
        </p:nvGrpSpPr>
        <p:grpSpPr>
          <a:xfrm>
            <a:off x="8953500" y="2971800"/>
            <a:ext cx="2514600" cy="457200"/>
            <a:chOff x="8953500" y="2971800"/>
            <a:chExt cx="2514600" cy="457200"/>
          </a:xfrm>
        </p:grpSpPr>
        <p:sp>
          <p:nvSpPr>
            <p:cNvPr id="21" name="node07.surface"/>
            <p:cNvSpPr/>
            <p:nvPr/>
          </p:nvSpPr>
          <p:spPr>
            <a:xfrm>
              <a:off x="8953500" y="2971800"/>
              <a:ext cx="2514600" cy="457200"/>
            </a:xfrm>
            <a:prstGeom prst="rect">
              <a:avLst/>
            </a:prstGeom>
            <a:solidFill>
              <a:srgbClr val="CED7E6"/>
            </a:solidFill>
            <a:ln>
              <a:noFill/>
            </a:ln>
          </p:spPr>
        </p:sp>
        <p:sp>
          <p:nvSpPr>
            <p:cNvPr id="22" name="node07.text"/>
            <p:cNvSpPr/>
            <p:nvPr/>
          </p:nvSpPr>
          <p:spPr>
            <a:xfrm>
              <a:off x="9105900" y="3086100"/>
              <a:ext cx="2209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Key decisions to validate</a:t>
              </a:r>
              <a:endParaRPr lang="en-US" sz="1200" spc="0" kern="0" b="0" i="0" dirty="0">
                <a:solidFill>
                  <a:srgbClr val="070154"/>
                </a:solidFill>
                <a:latin typeface="IBM Plex Sans"/>
                <a:ea typeface="IBM Plex Sans"/>
                <a:cs typeface="IBM Plex Sans"/>
              </a:endParaRPr>
            </a:p>
          </p:txBody>
        </p:sp>
      </p:grpSp>
      <p:grpSp>
        <p:nvGrpSpPr>
          <p:cNvPr id="50" name="node08"/>
          <p:cNvGrpSpPr/>
          <p:nvPr/>
        </p:nvGrpSpPr>
        <p:grpSpPr>
          <a:xfrm>
            <a:off x="952500" y="3581400"/>
            <a:ext cx="7620000" cy="304800"/>
            <a:chOff x="952500" y="3581400"/>
            <a:chExt cx="7620000" cy="304800"/>
          </a:xfrm>
        </p:grpSpPr>
        <p:sp>
          <p:nvSpPr>
            <p:cNvPr id="23" name="node08.text"/>
            <p:cNvSpPr/>
            <p:nvPr/>
          </p:nvSpPr>
          <p:spPr>
            <a:xfrm>
              <a:off x="952500" y="3581400"/>
              <a:ext cx="76200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Engineering platform → Curated layer → BI layer</a:t>
              </a:r>
              <a:endParaRPr lang="en-US" sz="1800" spc="-18" kern="0" b="0" i="0" dirty="0">
                <a:solidFill>
                  <a:srgbClr val="070154"/>
                </a:solidFill>
                <a:latin typeface="IBM Plex Sans SemiBold"/>
                <a:ea typeface="IBM Plex Sans SemiBold"/>
                <a:cs typeface="IBM Plex Sans SemiBold"/>
              </a:endParaRPr>
            </a:p>
          </p:txBody>
        </p:sp>
      </p:grpSp>
      <p:grpSp>
        <p:nvGrpSpPr>
          <p:cNvPr id="51" name="node09"/>
          <p:cNvGrpSpPr/>
          <p:nvPr/>
        </p:nvGrpSpPr>
        <p:grpSpPr>
          <a:xfrm>
            <a:off x="952500" y="3962400"/>
            <a:ext cx="7620000" cy="228600"/>
            <a:chOff x="952500" y="3962400"/>
            <a:chExt cx="7620000" cy="228600"/>
          </a:xfrm>
        </p:grpSpPr>
        <p:sp>
          <p:nvSpPr>
            <p:cNvPr id="24" name="node09.text"/>
            <p:cNvSpPr/>
            <p:nvPr/>
          </p:nvSpPr>
          <p:spPr>
            <a:xfrm>
              <a:off x="952500" y="3962400"/>
              <a:ext cx="7620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ROLE: Business consumption while engineering and curation stay put</a:t>
              </a:r>
              <a:endParaRPr lang="en-US" sz="1200" spc="0" kern="0" b="0" i="0" dirty="0">
                <a:solidFill>
                  <a:srgbClr val="50658E"/>
                </a:solidFill>
                <a:latin typeface="IBM Plex Sans"/>
                <a:ea typeface="IBM Plex Sans"/>
                <a:cs typeface="IBM Plex Sans"/>
              </a:endParaRPr>
            </a:p>
          </p:txBody>
        </p:sp>
      </p:grpSp>
      <p:grpSp>
        <p:nvGrpSpPr>
          <p:cNvPr id="52" name="node10"/>
          <p:cNvGrpSpPr/>
          <p:nvPr/>
        </p:nvGrpSpPr>
        <p:grpSpPr>
          <a:xfrm>
            <a:off x="8953500" y="3505200"/>
            <a:ext cx="2514600" cy="762000"/>
            <a:chOff x="8953500" y="3505200"/>
            <a:chExt cx="2514600" cy="762000"/>
          </a:xfrm>
        </p:grpSpPr>
        <p:sp>
          <p:nvSpPr>
            <p:cNvPr id="25" name="node10.source-001.bullet"/>
            <p:cNvSpPr/>
            <p:nvPr/>
          </p:nvSpPr>
          <p:spPr>
            <a:xfrm>
              <a:off x="8953500" y="3594100"/>
              <a:ext cx="38100" cy="38100"/>
            </a:xfrm>
            <a:prstGeom prst="rect">
              <a:avLst/>
            </a:prstGeom>
            <a:solidFill>
              <a:srgbClr val="070154"/>
            </a:solidFill>
            <a:ln>
              <a:noFill/>
            </a:ln>
          </p:spPr>
        </p:sp>
        <p:sp>
          <p:nvSpPr>
            <p:cNvPr id="26" name="node10.source-001.text"/>
            <p:cNvSpPr/>
            <p:nvPr/>
          </p:nvSpPr>
          <p:spPr>
            <a:xfrm>
              <a:off x="9105900" y="35052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Open formats and shortcuts</a:t>
              </a:r>
              <a:endParaRPr lang="en-US" sz="1200" spc="0" kern="0" b="0" i="0" dirty="0">
                <a:solidFill>
                  <a:srgbClr val="070154"/>
                </a:solidFill>
                <a:latin typeface="IBM Plex Sans"/>
                <a:ea typeface="IBM Plex Sans"/>
                <a:cs typeface="IBM Plex Sans"/>
              </a:endParaRPr>
            </a:p>
          </p:txBody>
        </p:sp>
        <p:sp>
          <p:nvSpPr>
            <p:cNvPr id="27" name="node10.source-002.bullet"/>
            <p:cNvSpPr/>
            <p:nvPr/>
          </p:nvSpPr>
          <p:spPr>
            <a:xfrm>
              <a:off x="8953500" y="3860800"/>
              <a:ext cx="38100" cy="38100"/>
            </a:xfrm>
            <a:prstGeom prst="rect">
              <a:avLst/>
            </a:prstGeom>
            <a:solidFill>
              <a:srgbClr val="070154"/>
            </a:solidFill>
            <a:ln>
              <a:noFill/>
            </a:ln>
          </p:spPr>
        </p:sp>
        <p:sp>
          <p:nvSpPr>
            <p:cNvPr id="28" name="node10.source-002.text"/>
            <p:cNvSpPr/>
            <p:nvPr/>
          </p:nvSpPr>
          <p:spPr>
            <a:xfrm>
              <a:off x="9105900" y="37719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Metadata and lineage sync</a:t>
              </a:r>
              <a:endParaRPr lang="en-US" sz="1200" spc="0" kern="0" b="0" i="0" dirty="0">
                <a:solidFill>
                  <a:srgbClr val="070154"/>
                </a:solidFill>
                <a:latin typeface="IBM Plex Sans"/>
                <a:ea typeface="IBM Plex Sans"/>
                <a:cs typeface="IBM Plex Sans"/>
              </a:endParaRPr>
            </a:p>
          </p:txBody>
        </p:sp>
        <p:sp>
          <p:nvSpPr>
            <p:cNvPr id="29" name="node10.source-003.bullet"/>
            <p:cNvSpPr/>
            <p:nvPr/>
          </p:nvSpPr>
          <p:spPr>
            <a:xfrm>
              <a:off x="8953500" y="4127500"/>
              <a:ext cx="38100" cy="38100"/>
            </a:xfrm>
            <a:prstGeom prst="rect">
              <a:avLst/>
            </a:prstGeom>
            <a:solidFill>
              <a:srgbClr val="070154"/>
            </a:solidFill>
            <a:ln>
              <a:noFill/>
            </a:ln>
          </p:spPr>
        </p:sp>
        <p:sp>
          <p:nvSpPr>
            <p:cNvPr id="30" name="node10.source-003.text"/>
            <p:cNvSpPr/>
            <p:nvPr/>
          </p:nvSpPr>
          <p:spPr>
            <a:xfrm>
              <a:off x="9105900" y="40386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Curated layer ownership</a:t>
              </a:r>
              <a:endParaRPr lang="en-US" sz="1200" spc="0" kern="0" b="0" i="0" dirty="0">
                <a:solidFill>
                  <a:srgbClr val="070154"/>
                </a:solidFill>
                <a:latin typeface="IBM Plex Sans"/>
                <a:ea typeface="IBM Plex Sans"/>
                <a:cs typeface="IBM Plex Sans"/>
              </a:endParaRPr>
            </a:p>
          </p:txBody>
        </p:sp>
      </p:grpSp>
      <p:grpSp>
        <p:nvGrpSpPr>
          <p:cNvPr id="53" name="node11"/>
          <p:cNvGrpSpPr/>
          <p:nvPr/>
        </p:nvGrpSpPr>
        <p:grpSpPr>
          <a:xfrm>
            <a:off x="723900" y="4343400"/>
            <a:ext cx="8001000" cy="457200"/>
            <a:chOff x="723900" y="4343400"/>
            <a:chExt cx="8001000" cy="457200"/>
          </a:xfrm>
        </p:grpSpPr>
        <p:sp>
          <p:nvSpPr>
            <p:cNvPr id="31" name="node11.surface"/>
            <p:cNvSpPr/>
            <p:nvPr/>
          </p:nvSpPr>
          <p:spPr>
            <a:xfrm>
              <a:off x="723900" y="4343400"/>
              <a:ext cx="8001000" cy="457200"/>
            </a:xfrm>
            <a:prstGeom prst="rect">
              <a:avLst/>
            </a:prstGeom>
            <a:solidFill>
              <a:srgbClr val="070154"/>
            </a:solidFill>
            <a:ln>
              <a:noFill/>
            </a:ln>
          </p:spPr>
        </p:sp>
        <p:sp>
          <p:nvSpPr>
            <p:cNvPr id="32" name="node11.text"/>
            <p:cNvSpPr/>
            <p:nvPr/>
          </p:nvSpPr>
          <p:spPr>
            <a:xfrm>
              <a:off x="876300" y="4457700"/>
              <a:ext cx="7696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Pattern 3: End-to-end lakehouse platform</a:t>
              </a:r>
              <a:endParaRPr lang="en-US" sz="1200" spc="0" kern="0" b="0" i="0" dirty="0">
                <a:solidFill>
                  <a:srgbClr val="FFFFFF"/>
                </a:solidFill>
                <a:latin typeface="IBM Plex Sans"/>
                <a:ea typeface="IBM Plex Sans"/>
                <a:cs typeface="IBM Plex Sans"/>
              </a:endParaRPr>
            </a:p>
          </p:txBody>
        </p:sp>
      </p:grpSp>
      <p:grpSp>
        <p:nvGrpSpPr>
          <p:cNvPr id="54" name="node12"/>
          <p:cNvGrpSpPr/>
          <p:nvPr/>
        </p:nvGrpSpPr>
        <p:grpSpPr>
          <a:xfrm>
            <a:off x="8953500" y="4343400"/>
            <a:ext cx="2514600" cy="457200"/>
            <a:chOff x="8953500" y="4343400"/>
            <a:chExt cx="2514600" cy="457200"/>
          </a:xfrm>
        </p:grpSpPr>
        <p:sp>
          <p:nvSpPr>
            <p:cNvPr id="33" name="node12.surface"/>
            <p:cNvSpPr/>
            <p:nvPr/>
          </p:nvSpPr>
          <p:spPr>
            <a:xfrm>
              <a:off x="8953500" y="4343400"/>
              <a:ext cx="2514600" cy="457200"/>
            </a:xfrm>
            <a:prstGeom prst="rect">
              <a:avLst/>
            </a:prstGeom>
            <a:solidFill>
              <a:srgbClr val="070154"/>
            </a:solidFill>
            <a:ln>
              <a:noFill/>
            </a:ln>
          </p:spPr>
        </p:sp>
        <p:sp>
          <p:nvSpPr>
            <p:cNvPr id="34" name="node12.text"/>
            <p:cNvSpPr/>
            <p:nvPr/>
          </p:nvSpPr>
          <p:spPr>
            <a:xfrm>
              <a:off x="9105900" y="4457700"/>
              <a:ext cx="2209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Key decisions to validate</a:t>
              </a:r>
              <a:endParaRPr lang="en-US" sz="1200" spc="0" kern="0" b="0" i="0" dirty="0">
                <a:solidFill>
                  <a:srgbClr val="FFFFFF"/>
                </a:solidFill>
                <a:latin typeface="IBM Plex Sans"/>
                <a:ea typeface="IBM Plex Sans"/>
                <a:cs typeface="IBM Plex Sans"/>
              </a:endParaRPr>
            </a:p>
          </p:txBody>
        </p:sp>
      </p:grpSp>
      <p:grpSp>
        <p:nvGrpSpPr>
          <p:cNvPr id="55" name="node13"/>
          <p:cNvGrpSpPr/>
          <p:nvPr/>
        </p:nvGrpSpPr>
        <p:grpSpPr>
          <a:xfrm>
            <a:off x="952500" y="4953000"/>
            <a:ext cx="7620000" cy="304800"/>
            <a:chOff x="952500" y="4953000"/>
            <a:chExt cx="7620000" cy="304800"/>
          </a:xfrm>
        </p:grpSpPr>
        <p:sp>
          <p:nvSpPr>
            <p:cNvPr id="35" name="node13.text"/>
            <p:cNvSpPr/>
            <p:nvPr/>
          </p:nvSpPr>
          <p:spPr>
            <a:xfrm>
              <a:off x="952500" y="4953000"/>
              <a:ext cx="76200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Ingestion and engineering → Lakehouse → Semantic and reporting</a:t>
              </a:r>
              <a:endParaRPr lang="en-US" sz="1800" spc="-18" kern="0" b="0" i="0" dirty="0">
                <a:solidFill>
                  <a:srgbClr val="070154"/>
                </a:solidFill>
                <a:latin typeface="IBM Plex Sans SemiBold"/>
                <a:ea typeface="IBM Plex Sans SemiBold"/>
                <a:cs typeface="IBM Plex Sans SemiBold"/>
              </a:endParaRPr>
            </a:p>
          </p:txBody>
        </p:sp>
      </p:grpSp>
      <p:grpSp>
        <p:nvGrpSpPr>
          <p:cNvPr id="56" name="node14"/>
          <p:cNvGrpSpPr/>
          <p:nvPr/>
        </p:nvGrpSpPr>
        <p:grpSpPr>
          <a:xfrm>
            <a:off x="952500" y="5334000"/>
            <a:ext cx="7620000" cy="228600"/>
            <a:chOff x="952500" y="5334000"/>
            <a:chExt cx="7620000" cy="228600"/>
          </a:xfrm>
        </p:grpSpPr>
        <p:sp>
          <p:nvSpPr>
            <p:cNvPr id="36" name="node14.text"/>
            <p:cNvSpPr/>
            <p:nvPr/>
          </p:nvSpPr>
          <p:spPr>
            <a:xfrm>
              <a:off x="952500" y="5334000"/>
              <a:ext cx="7620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ROLE: One platform for qualified net-new workloads</a:t>
              </a:r>
              <a:endParaRPr lang="en-US" sz="1200" spc="0" kern="0" b="0" i="0" dirty="0">
                <a:solidFill>
                  <a:srgbClr val="50658E"/>
                </a:solidFill>
                <a:latin typeface="IBM Plex Sans"/>
                <a:ea typeface="IBM Plex Sans"/>
                <a:cs typeface="IBM Plex Sans"/>
              </a:endParaRPr>
            </a:p>
          </p:txBody>
        </p:sp>
      </p:grpSp>
      <p:grpSp>
        <p:nvGrpSpPr>
          <p:cNvPr id="57" name="node15"/>
          <p:cNvGrpSpPr/>
          <p:nvPr/>
        </p:nvGrpSpPr>
        <p:grpSpPr>
          <a:xfrm>
            <a:off x="8953500" y="4876800"/>
            <a:ext cx="2514600" cy="762000"/>
            <a:chOff x="8953500" y="4876800"/>
            <a:chExt cx="2514600" cy="762000"/>
          </a:xfrm>
        </p:grpSpPr>
        <p:sp>
          <p:nvSpPr>
            <p:cNvPr id="37" name="node15.source-001.bullet"/>
            <p:cNvSpPr/>
            <p:nvPr/>
          </p:nvSpPr>
          <p:spPr>
            <a:xfrm>
              <a:off x="8953500" y="4965700"/>
              <a:ext cx="38100" cy="38100"/>
            </a:xfrm>
            <a:prstGeom prst="rect">
              <a:avLst/>
            </a:prstGeom>
            <a:solidFill>
              <a:srgbClr val="070154"/>
            </a:solidFill>
            <a:ln>
              <a:noFill/>
            </a:ln>
          </p:spPr>
        </p:sp>
        <p:sp>
          <p:nvSpPr>
            <p:cNvPr id="38" name="node15.source-001.text"/>
            <p:cNvSpPr/>
            <p:nvPr/>
          </p:nvSpPr>
          <p:spPr>
            <a:xfrm>
              <a:off x="9105900" y="48768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Fit with placement criteria</a:t>
              </a:r>
              <a:endParaRPr lang="en-US" sz="1200" spc="0" kern="0" b="0" i="0" dirty="0">
                <a:solidFill>
                  <a:srgbClr val="070154"/>
                </a:solidFill>
                <a:latin typeface="IBM Plex Sans"/>
                <a:ea typeface="IBM Plex Sans"/>
                <a:cs typeface="IBM Plex Sans"/>
              </a:endParaRPr>
            </a:p>
          </p:txBody>
        </p:sp>
        <p:sp>
          <p:nvSpPr>
            <p:cNvPr id="39" name="node15.source-002.bullet"/>
            <p:cNvSpPr/>
            <p:nvPr/>
          </p:nvSpPr>
          <p:spPr>
            <a:xfrm>
              <a:off x="8953500" y="5232400"/>
              <a:ext cx="38100" cy="38100"/>
            </a:xfrm>
            <a:prstGeom prst="rect">
              <a:avLst/>
            </a:prstGeom>
            <a:solidFill>
              <a:srgbClr val="070154"/>
            </a:solidFill>
            <a:ln>
              <a:noFill/>
            </a:ln>
          </p:spPr>
        </p:sp>
        <p:sp>
          <p:nvSpPr>
            <p:cNvPr id="40" name="node15.source-002.text"/>
            <p:cNvSpPr/>
            <p:nvPr/>
          </p:nvSpPr>
          <p:spPr>
            <a:xfrm>
              <a:off x="9105900" y="51435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Capacity and isolation</a:t>
              </a:r>
              <a:endParaRPr lang="en-US" sz="1200" spc="0" kern="0" b="0" i="0" dirty="0">
                <a:solidFill>
                  <a:srgbClr val="070154"/>
                </a:solidFill>
                <a:latin typeface="IBM Plex Sans"/>
                <a:ea typeface="IBM Plex Sans"/>
                <a:cs typeface="IBM Plex Sans"/>
              </a:endParaRPr>
            </a:p>
          </p:txBody>
        </p:sp>
        <p:sp>
          <p:nvSpPr>
            <p:cNvPr id="41" name="node15.source-003.bullet"/>
            <p:cNvSpPr/>
            <p:nvPr/>
          </p:nvSpPr>
          <p:spPr>
            <a:xfrm>
              <a:off x="8953500" y="5499100"/>
              <a:ext cx="38100" cy="38100"/>
            </a:xfrm>
            <a:prstGeom prst="rect">
              <a:avLst/>
            </a:prstGeom>
            <a:solidFill>
              <a:srgbClr val="070154"/>
            </a:solidFill>
            <a:ln>
              <a:noFill/>
            </a:ln>
          </p:spPr>
        </p:sp>
        <p:sp>
          <p:nvSpPr>
            <p:cNvPr id="42" name="node15.source-003.text"/>
            <p:cNvSpPr/>
            <p:nvPr/>
          </p:nvSpPr>
          <p:spPr>
            <a:xfrm>
              <a:off x="9105900" y="54102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Engineering standards</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ource-347">
    <p:spTree>
      <p:nvGrpSpPr>
        <p:cNvPr id="1" name=""/>
        <p:cNvGrpSpPr/>
        <p:nvPr/>
      </p:nvGrpSpPr>
      <p:grpSpPr>
        <a:xfrm>
          <a:off x="0" y="0"/>
          <a:ext cx="0" cy="0"/>
          <a:chOff x="0" y="0"/>
          <a:chExt cx="0" cy="0"/>
        </a:xfrm>
      </p:grpSpPr>
      <p:sp>
        <p:nvSpPr>
          <p:cNvPr id="3" name="eyebrow"/>
          <p:cNvSpPr/>
          <p:nvPr/>
        </p:nvSpPr>
        <p:spPr>
          <a:xfrm>
            <a:off x="723900" y="457200"/>
            <a:ext cx="34290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PRODUCT LIFECYCLE</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3429000" cy="13716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The SDLC is a slice of the PDLC</a:t>
            </a:r>
            <a:endParaRPr lang="en-US" sz="2400" spc="-36"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108</a:t>
            </a:fld>
            <a:endParaRPr lang="en-US" sz="700" spc="0" kern="0" b="0" i="0" dirty="0">
              <a:solidFill>
                <a:srgbClr val="070154"/>
              </a:solidFill>
              <a:latin typeface="IBM Plex Mono SemiBold"/>
              <a:ea typeface="IBM Plex Mono SemiBold"/>
              <a:cs typeface="IBM Plex Mono SemiBold"/>
            </a:endParaRPr>
          </a:p>
        </p:txBody>
      </p:sp>
      <p:grpSp>
        <p:nvGrpSpPr>
          <p:cNvPr id="139" name="node01"/>
          <p:cNvGrpSpPr/>
          <p:nvPr/>
        </p:nvGrpSpPr>
        <p:grpSpPr>
          <a:xfrm>
            <a:off x="723900" y="2286000"/>
            <a:ext cx="3429000" cy="1143000"/>
            <a:chOff x="723900" y="2286000"/>
            <a:chExt cx="3429000" cy="1143000"/>
          </a:xfrm>
        </p:grpSpPr>
        <p:sp>
          <p:nvSpPr>
            <p:cNvPr id="6" name="node01.source-001.bullet"/>
            <p:cNvSpPr/>
            <p:nvPr/>
          </p:nvSpPr>
          <p:spPr>
            <a:xfrm>
              <a:off x="723900" y="2393950"/>
              <a:ext cx="50800" cy="50800"/>
            </a:xfrm>
            <a:prstGeom prst="rect">
              <a:avLst/>
            </a:prstGeom>
            <a:solidFill>
              <a:srgbClr val="070154"/>
            </a:solidFill>
            <a:ln>
              <a:noFill/>
            </a:ln>
          </p:spPr>
        </p:sp>
        <p:sp>
          <p:nvSpPr>
            <p:cNvPr id="7" name="node01.source-001.text"/>
            <p:cNvSpPr/>
            <p:nvPr/>
          </p:nvSpPr>
          <p:spPr>
            <a:xfrm>
              <a:off x="914400" y="2286000"/>
              <a:ext cx="32385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 xml:space="preserve">PDLC.</a:t>
              </a:r>
              <a:r>
                <a:rPr lang="en-US" sz="1400" spc="0" kern="0" b="0" i="0" dirty="0">
                  <a:solidFill>
                    <a:srgbClr val="50658E"/>
                  </a:solidFill>
                  <a:latin typeface="IBM Plex Sans"/>
                  <a:ea typeface="IBM Plex Sans"/>
                  <a:cs typeface="IBM Plex Sans"/>
                </a:rPr>
                <a:t xml:space="preserve"> The superset, from problem to proven value.</a:t>
              </a:r>
              <a:endParaRPr lang="en-US" sz="1400" spc="0" kern="0" b="0" i="0" dirty="0">
                <a:solidFill>
                  <a:srgbClr val="070154"/>
                </a:solidFill>
                <a:latin typeface="IBM Plex Sans"/>
                <a:ea typeface="IBM Plex Sans"/>
                <a:cs typeface="IBM Plex Sans"/>
              </a:endParaRPr>
            </a:p>
          </p:txBody>
        </p:sp>
        <p:sp>
          <p:nvSpPr>
            <p:cNvPr id="8" name="node01.source-002.bullet"/>
            <p:cNvSpPr/>
            <p:nvPr/>
          </p:nvSpPr>
          <p:spPr>
            <a:xfrm>
              <a:off x="723900" y="3003550"/>
              <a:ext cx="50800" cy="50800"/>
            </a:xfrm>
            <a:prstGeom prst="rect">
              <a:avLst/>
            </a:prstGeom>
            <a:solidFill>
              <a:srgbClr val="070154"/>
            </a:solidFill>
            <a:ln>
              <a:noFill/>
            </a:ln>
          </p:spPr>
        </p:sp>
        <p:sp>
          <p:nvSpPr>
            <p:cNvPr id="9" name="node01.source-002.text"/>
            <p:cNvSpPr/>
            <p:nvPr/>
          </p:nvSpPr>
          <p:spPr>
            <a:xfrm>
              <a:off x="914400" y="2895600"/>
              <a:ext cx="32385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 xml:space="preserve">SDLC.</a:t>
              </a:r>
              <a:r>
                <a:rPr lang="en-US" sz="1400" spc="0" kern="0" b="0" i="0" dirty="0">
                  <a:solidFill>
                    <a:srgbClr val="50658E"/>
                  </a:solidFill>
                  <a:latin typeface="IBM Plex Sans"/>
                  <a:ea typeface="IBM Plex Sans"/>
                  <a:cs typeface="IBM Plex Sans"/>
                </a:rPr>
                <a:t xml:space="preserve"> The subset that engineers and tests the product.</a:t>
              </a:r>
              <a:endParaRPr lang="en-US" sz="1400" spc="0" kern="0" b="0" i="0" dirty="0">
                <a:solidFill>
                  <a:srgbClr val="070154"/>
                </a:solidFill>
                <a:latin typeface="IBM Plex Sans"/>
                <a:ea typeface="IBM Plex Sans"/>
                <a:cs typeface="IBM Plex Sans"/>
              </a:endParaRPr>
            </a:p>
          </p:txBody>
        </p:sp>
      </p:grpSp>
      <p:grpSp>
        <p:nvGrpSpPr>
          <p:cNvPr id="140" name="node02"/>
          <p:cNvGrpSpPr/>
          <p:nvPr/>
        </p:nvGrpSpPr>
        <p:grpSpPr>
          <a:xfrm>
            <a:off x="723900" y="4343400"/>
            <a:ext cx="3429000" cy="1371600"/>
            <a:chOff x="723900" y="4343400"/>
            <a:chExt cx="3429000" cy="1371600"/>
          </a:xfrm>
        </p:grpSpPr>
        <p:sp>
          <p:nvSpPr>
            <p:cNvPr id="10" name="node02.container"/>
            <p:cNvSpPr/>
            <p:nvPr/>
          </p:nvSpPr>
          <p:spPr>
            <a:xfrm>
              <a:off x="723900" y="4343400"/>
              <a:ext cx="3429000" cy="1371600"/>
            </a:xfrm>
            <a:prstGeom prst="rect">
              <a:avLst/>
            </a:prstGeom>
            <a:solidFill>
              <a:srgbClr val="E8EEF8"/>
            </a:solidFill>
            <a:ln>
              <a:noFill/>
            </a:ln>
          </p:spPr>
        </p:sp>
        <p:sp>
          <p:nvSpPr>
            <p:cNvPr id="11" name="node02.label"/>
            <p:cNvSpPr/>
            <p:nvPr/>
          </p:nvSpPr>
          <p:spPr>
            <a:xfrm>
              <a:off x="876300" y="4495800"/>
              <a:ext cx="3124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WHERE THE SDLC SITS</a:t>
              </a:r>
              <a:endParaRPr lang="en-US" sz="900" spc="54" kern="0" b="0" i="0" dirty="0">
                <a:solidFill>
                  <a:srgbClr val="0047FF"/>
                </a:solidFill>
                <a:latin typeface="IBM Plex Mono Medium"/>
                <a:ea typeface="IBM Plex Mono Medium"/>
                <a:cs typeface="IBM Plex Mono Medium"/>
              </a:endParaRPr>
            </a:p>
          </p:txBody>
        </p:sp>
        <p:sp>
          <p:nvSpPr>
            <p:cNvPr id="12" name="node02.body.item-001.bullets.item-001.marker"/>
            <p:cNvSpPr/>
            <p:nvPr/>
          </p:nvSpPr>
          <p:spPr>
            <a:xfrm>
              <a:off x="876300" y="4775200"/>
              <a:ext cx="38100" cy="38100"/>
            </a:xfrm>
            <a:prstGeom prst="rect">
              <a:avLst/>
            </a:prstGeom>
            <a:solidFill>
              <a:srgbClr val="070154"/>
            </a:solidFill>
            <a:ln>
              <a:noFill/>
            </a:ln>
          </p:spPr>
        </p:sp>
        <p:sp>
          <p:nvSpPr>
            <p:cNvPr id="13" name="node02.body.item-001.bullets.item-001.text"/>
            <p:cNvSpPr/>
            <p:nvPr/>
          </p:nvSpPr>
          <p:spPr>
            <a:xfrm>
              <a:off x="1028700" y="46863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Design in Define</a:t>
              </a:r>
              <a:endParaRPr lang="en-US" sz="1200" spc="0" kern="0" b="0" i="0" dirty="0">
                <a:solidFill>
                  <a:srgbClr val="070154"/>
                </a:solidFill>
                <a:latin typeface="IBM Plex Sans"/>
                <a:ea typeface="IBM Plex Sans"/>
                <a:cs typeface="IBM Plex Sans"/>
              </a:endParaRPr>
            </a:p>
          </p:txBody>
        </p:sp>
        <p:sp>
          <p:nvSpPr>
            <p:cNvPr id="14" name="node02.body.item-001.bullets.item-002.marker"/>
            <p:cNvSpPr/>
            <p:nvPr/>
          </p:nvSpPr>
          <p:spPr>
            <a:xfrm>
              <a:off x="876300" y="5041900"/>
              <a:ext cx="38100" cy="38100"/>
            </a:xfrm>
            <a:prstGeom prst="rect">
              <a:avLst/>
            </a:prstGeom>
            <a:solidFill>
              <a:srgbClr val="070154"/>
            </a:solidFill>
            <a:ln>
              <a:noFill/>
            </a:ln>
          </p:spPr>
        </p:sp>
        <p:sp>
          <p:nvSpPr>
            <p:cNvPr id="15" name="node02.body.item-001.bullets.item-002.text"/>
            <p:cNvSpPr/>
            <p:nvPr/>
          </p:nvSpPr>
          <p:spPr>
            <a:xfrm>
              <a:off x="1028700" y="49530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Build, Test, Verify in Build</a:t>
              </a:r>
              <a:endParaRPr lang="en-US" sz="1200" spc="0" kern="0" b="0" i="0" dirty="0">
                <a:solidFill>
                  <a:srgbClr val="070154"/>
                </a:solidFill>
                <a:latin typeface="IBM Plex Sans"/>
                <a:ea typeface="IBM Plex Sans"/>
                <a:cs typeface="IBM Plex Sans"/>
              </a:endParaRPr>
            </a:p>
          </p:txBody>
        </p:sp>
        <p:sp>
          <p:nvSpPr>
            <p:cNvPr id="16" name="node02.body.item-001.bullets.item-003.marker"/>
            <p:cNvSpPr/>
            <p:nvPr/>
          </p:nvSpPr>
          <p:spPr>
            <a:xfrm>
              <a:off x="876300" y="5308600"/>
              <a:ext cx="38100" cy="38100"/>
            </a:xfrm>
            <a:prstGeom prst="rect">
              <a:avLst/>
            </a:prstGeom>
            <a:solidFill>
              <a:srgbClr val="070154"/>
            </a:solidFill>
            <a:ln>
              <a:noFill/>
            </a:ln>
          </p:spPr>
        </p:sp>
        <p:sp>
          <p:nvSpPr>
            <p:cNvPr id="17" name="node02.body.item-001.bullets.item-003.text"/>
            <p:cNvSpPr/>
            <p:nvPr/>
          </p:nvSpPr>
          <p:spPr>
            <a:xfrm>
              <a:off x="1028700" y="52197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Release in Optimize</a:t>
              </a:r>
              <a:endParaRPr lang="en-US" sz="1200" spc="0" kern="0" b="0" i="0" dirty="0">
                <a:solidFill>
                  <a:srgbClr val="070154"/>
                </a:solidFill>
                <a:latin typeface="IBM Plex Sans"/>
                <a:ea typeface="IBM Plex Sans"/>
                <a:cs typeface="IBM Plex Sans"/>
              </a:endParaRPr>
            </a:p>
          </p:txBody>
        </p:sp>
      </p:grpSp>
      <p:grpSp>
        <p:nvGrpSpPr>
          <p:cNvPr id="141" name="node03"/>
          <p:cNvGrpSpPr/>
          <p:nvPr/>
        </p:nvGrpSpPr>
        <p:grpSpPr>
          <a:xfrm>
            <a:off x="4381500" y="685800"/>
            <a:ext cx="7086600" cy="2514600"/>
            <a:chOff x="4381500" y="685800"/>
            <a:chExt cx="7086600" cy="2514600"/>
          </a:xfrm>
        </p:grpSpPr>
        <p:sp>
          <p:nvSpPr>
            <p:cNvPr id="18" name="node03.items.source-001.arc"/>
            <p:cNvSpPr/>
            <p:nvPr/>
          </p:nvSpPr>
          <p:spPr>
            <a:xfrm>
              <a:off x="8712434" y="990874"/>
              <a:ext cx="1861794" cy="581141"/>
            </a:xfrm>
            <a:custGeom>
              <a:avLst/>
              <a:gdLst/>
              <a:ahLst/>
              <a:cxnLst/>
              <a:rect l="l" t="t" r="r" b="b"/>
              <a:pathLst>
                <a:path w="1861794" h="581141">
                  <a:moveTo>
                    <a:pt x="0" y="0"/>
                  </a:moveTo>
                  <a:lnTo>
                    <a:pt x="103284" y="11004"/>
                  </a:lnTo>
                  <a:lnTo>
                    <a:pt x="205294" y="23353"/>
                  </a:lnTo>
                  <a:lnTo>
                    <a:pt x="305884" y="37031"/>
                  </a:lnTo>
                  <a:lnTo>
                    <a:pt x="404911" y="52017"/>
                  </a:lnTo>
                  <a:lnTo>
                    <a:pt x="502232" y="68290"/>
                  </a:lnTo>
                  <a:lnTo>
                    <a:pt x="597710" y="85828"/>
                  </a:lnTo>
                  <a:lnTo>
                    <a:pt x="691206" y="104604"/>
                  </a:lnTo>
                  <a:lnTo>
                    <a:pt x="782588" y="124592"/>
                  </a:lnTo>
                  <a:lnTo>
                    <a:pt x="871725" y="145763"/>
                  </a:lnTo>
                  <a:lnTo>
                    <a:pt x="958489" y="168088"/>
                  </a:lnTo>
                  <a:lnTo>
                    <a:pt x="1042757" y="191533"/>
                  </a:lnTo>
                  <a:lnTo>
                    <a:pt x="1124407" y="216067"/>
                  </a:lnTo>
                  <a:lnTo>
                    <a:pt x="1203323" y="241653"/>
                  </a:lnTo>
                  <a:lnTo>
                    <a:pt x="1279393" y="268254"/>
                  </a:lnTo>
                  <a:lnTo>
                    <a:pt x="1352507" y="295834"/>
                  </a:lnTo>
                  <a:lnTo>
                    <a:pt x="1422561" y="324353"/>
                  </a:lnTo>
                  <a:lnTo>
                    <a:pt x="1489455" y="353769"/>
                  </a:lnTo>
                  <a:lnTo>
                    <a:pt x="1553093" y="384041"/>
                  </a:lnTo>
                  <a:lnTo>
                    <a:pt x="1613384" y="415125"/>
                  </a:lnTo>
                  <a:lnTo>
                    <a:pt x="1670242" y="446978"/>
                  </a:lnTo>
                  <a:lnTo>
                    <a:pt x="1723586" y="479552"/>
                  </a:lnTo>
                  <a:lnTo>
                    <a:pt x="1773339" y="512803"/>
                  </a:lnTo>
                  <a:lnTo>
                    <a:pt x="1819431" y="546682"/>
                  </a:lnTo>
                  <a:lnTo>
                    <a:pt x="1861794" y="581141"/>
                  </a:lnTo>
                </a:path>
              </a:pathLst>
            </a:custGeom>
            <a:ln w="25400">
              <a:solidFill>
                <a:srgbClr val="070154"/>
              </a:solidFill>
              <a:prstDash val="solid"/>
            </a:ln>
          </p:spPr>
        </p:sp>
        <p:sp>
          <p:nvSpPr>
            <p:cNvPr id="19" name="node03.items.source-001.arc.cap-1"/>
            <p:cNvSpPr/>
            <p:nvPr/>
          </p:nvSpPr>
          <p:spPr>
            <a:xfrm>
              <a:off x="8699734" y="978174"/>
              <a:ext cx="25400" cy="25400"/>
            </a:xfrm>
            <a:prstGeom prst="ellipse">
              <a:avLst/>
            </a:prstGeom>
            <a:solidFill>
              <a:srgbClr val="070154"/>
            </a:solidFill>
            <a:ln>
              <a:noFill/>
            </a:ln>
          </p:spPr>
        </p:sp>
        <p:sp>
          <p:nvSpPr>
            <p:cNvPr id="20" name="node03.items.source-001.arc.cap-2"/>
            <p:cNvSpPr/>
            <p:nvPr/>
          </p:nvSpPr>
          <p:spPr>
            <a:xfrm>
              <a:off x="10561528" y="1559315"/>
              <a:ext cx="25400" cy="25400"/>
            </a:xfrm>
            <a:prstGeom prst="ellipse">
              <a:avLst/>
            </a:prstGeom>
            <a:solidFill>
              <a:srgbClr val="070154"/>
            </a:solidFill>
            <a:ln>
              <a:noFill/>
            </a:ln>
          </p:spPr>
        </p:sp>
        <p:sp>
          <p:nvSpPr>
            <p:cNvPr id="21" name="node03.items.source-001.arc.arrow-1"/>
            <p:cNvSpPr/>
            <p:nvPr/>
          </p:nvSpPr>
          <p:spPr>
            <a:xfrm>
              <a:off x="10461834" y="1551230"/>
              <a:ext cx="112394" cy="20785"/>
            </a:xfrm>
            <a:custGeom>
              <a:avLst/>
              <a:gdLst/>
              <a:ahLst/>
              <a:cxnLst/>
              <a:rect l="l" t="t" r="r" b="b"/>
              <a:pathLst>
                <a:path w="112394" h="20785">
                  <a:moveTo>
                    <a:pt x="112394" y="20785"/>
                  </a:moveTo>
                  <a:lnTo>
                    <a:pt x="0" y="0"/>
                  </a:lnTo>
                </a:path>
              </a:pathLst>
            </a:custGeom>
            <a:ln w="25400">
              <a:solidFill>
                <a:srgbClr val="070154"/>
              </a:solidFill>
              <a:prstDash val="solid"/>
            </a:ln>
          </p:spPr>
        </p:sp>
        <p:sp>
          <p:nvSpPr>
            <p:cNvPr id="22" name="node03.items.source-001.arc.arrow-1.cap-1"/>
            <p:cNvSpPr/>
            <p:nvPr/>
          </p:nvSpPr>
          <p:spPr>
            <a:xfrm>
              <a:off x="10561528" y="1559315"/>
              <a:ext cx="25400" cy="25400"/>
            </a:xfrm>
            <a:prstGeom prst="ellipse">
              <a:avLst/>
            </a:prstGeom>
            <a:solidFill>
              <a:srgbClr val="070154"/>
            </a:solidFill>
            <a:ln>
              <a:noFill/>
            </a:ln>
          </p:spPr>
        </p:sp>
        <p:sp>
          <p:nvSpPr>
            <p:cNvPr id="23" name="node03.items.source-001.arc.arrow-1.cap-2"/>
            <p:cNvSpPr/>
            <p:nvPr/>
          </p:nvSpPr>
          <p:spPr>
            <a:xfrm>
              <a:off x="10449134" y="1538530"/>
              <a:ext cx="25400" cy="25400"/>
            </a:xfrm>
            <a:prstGeom prst="ellipse">
              <a:avLst/>
            </a:prstGeom>
            <a:solidFill>
              <a:srgbClr val="070154"/>
            </a:solidFill>
            <a:ln>
              <a:noFill/>
            </a:ln>
          </p:spPr>
        </p:sp>
        <p:sp>
          <p:nvSpPr>
            <p:cNvPr id="24" name="node03.items.source-001.arc.arrow-2"/>
            <p:cNvSpPr/>
            <p:nvPr/>
          </p:nvSpPr>
          <p:spPr>
            <a:xfrm>
              <a:off x="10530991" y="1466208"/>
              <a:ext cx="43237" cy="105807"/>
            </a:xfrm>
            <a:custGeom>
              <a:avLst/>
              <a:gdLst/>
              <a:ahLst/>
              <a:cxnLst/>
              <a:rect l="l" t="t" r="r" b="b"/>
              <a:pathLst>
                <a:path w="43237" h="105807">
                  <a:moveTo>
                    <a:pt x="43237" y="105807"/>
                  </a:moveTo>
                  <a:lnTo>
                    <a:pt x="0" y="0"/>
                  </a:lnTo>
                </a:path>
              </a:pathLst>
            </a:custGeom>
            <a:ln w="25400">
              <a:solidFill>
                <a:srgbClr val="070154"/>
              </a:solidFill>
              <a:prstDash val="solid"/>
            </a:ln>
          </p:spPr>
        </p:sp>
        <p:sp>
          <p:nvSpPr>
            <p:cNvPr id="25" name="node03.items.source-001.arc.arrow-2.cap-1"/>
            <p:cNvSpPr/>
            <p:nvPr/>
          </p:nvSpPr>
          <p:spPr>
            <a:xfrm>
              <a:off x="10561528" y="1559315"/>
              <a:ext cx="25400" cy="25400"/>
            </a:xfrm>
            <a:prstGeom prst="ellipse">
              <a:avLst/>
            </a:prstGeom>
            <a:solidFill>
              <a:srgbClr val="070154"/>
            </a:solidFill>
            <a:ln>
              <a:noFill/>
            </a:ln>
          </p:spPr>
        </p:sp>
        <p:sp>
          <p:nvSpPr>
            <p:cNvPr id="26" name="node03.items.source-001.arc.arrow-2.cap-2"/>
            <p:cNvSpPr/>
            <p:nvPr/>
          </p:nvSpPr>
          <p:spPr>
            <a:xfrm>
              <a:off x="10518291" y="1453508"/>
              <a:ext cx="25400" cy="25400"/>
            </a:xfrm>
            <a:prstGeom prst="ellipse">
              <a:avLst/>
            </a:prstGeom>
            <a:solidFill>
              <a:srgbClr val="070154"/>
            </a:solidFill>
            <a:ln>
              <a:noFill/>
            </a:ln>
          </p:spPr>
        </p:sp>
        <p:sp>
          <p:nvSpPr>
            <p:cNvPr id="27" name="node03.items.source-002.arc"/>
            <p:cNvSpPr/>
            <p:nvPr/>
          </p:nvSpPr>
          <p:spPr>
            <a:xfrm>
              <a:off x="8712434" y="2314185"/>
              <a:ext cx="1861794" cy="581141"/>
            </a:xfrm>
            <a:custGeom>
              <a:avLst/>
              <a:gdLst/>
              <a:ahLst/>
              <a:cxnLst/>
              <a:rect l="l" t="t" r="r" b="b"/>
              <a:pathLst>
                <a:path w="1861794" h="581141">
                  <a:moveTo>
                    <a:pt x="1861794" y="0"/>
                  </a:moveTo>
                  <a:lnTo>
                    <a:pt x="1819431" y="34459"/>
                  </a:lnTo>
                  <a:lnTo>
                    <a:pt x="1773339" y="68338"/>
                  </a:lnTo>
                  <a:lnTo>
                    <a:pt x="1723586" y="101588"/>
                  </a:lnTo>
                  <a:lnTo>
                    <a:pt x="1670242" y="134163"/>
                  </a:lnTo>
                  <a:lnTo>
                    <a:pt x="1613384" y="166015"/>
                  </a:lnTo>
                  <a:lnTo>
                    <a:pt x="1553093" y="197100"/>
                  </a:lnTo>
                  <a:lnTo>
                    <a:pt x="1489455" y="227371"/>
                  </a:lnTo>
                  <a:lnTo>
                    <a:pt x="1422561" y="256788"/>
                  </a:lnTo>
                  <a:lnTo>
                    <a:pt x="1352507" y="285306"/>
                  </a:lnTo>
                  <a:lnTo>
                    <a:pt x="1279393" y="312886"/>
                  </a:lnTo>
                  <a:lnTo>
                    <a:pt x="1203323" y="339488"/>
                  </a:lnTo>
                  <a:lnTo>
                    <a:pt x="1124407" y="365074"/>
                  </a:lnTo>
                  <a:lnTo>
                    <a:pt x="1042757" y="389607"/>
                  </a:lnTo>
                  <a:lnTo>
                    <a:pt x="958489" y="413053"/>
                  </a:lnTo>
                  <a:lnTo>
                    <a:pt x="871725" y="435378"/>
                  </a:lnTo>
                  <a:lnTo>
                    <a:pt x="782588" y="456549"/>
                  </a:lnTo>
                  <a:lnTo>
                    <a:pt x="691206" y="476537"/>
                  </a:lnTo>
                  <a:lnTo>
                    <a:pt x="597710" y="495313"/>
                  </a:lnTo>
                  <a:lnTo>
                    <a:pt x="502232" y="512850"/>
                  </a:lnTo>
                  <a:lnTo>
                    <a:pt x="404911" y="529124"/>
                  </a:lnTo>
                  <a:lnTo>
                    <a:pt x="305884" y="544110"/>
                  </a:lnTo>
                  <a:lnTo>
                    <a:pt x="205294" y="557787"/>
                  </a:lnTo>
                  <a:lnTo>
                    <a:pt x="103284" y="570137"/>
                  </a:lnTo>
                  <a:lnTo>
                    <a:pt x="0" y="581141"/>
                  </a:lnTo>
                </a:path>
              </a:pathLst>
            </a:custGeom>
            <a:ln w="25400">
              <a:solidFill>
                <a:srgbClr val="070154"/>
              </a:solidFill>
              <a:prstDash val="solid"/>
            </a:ln>
          </p:spPr>
        </p:sp>
        <p:sp>
          <p:nvSpPr>
            <p:cNvPr id="28" name="node03.items.source-002.arc.cap-1"/>
            <p:cNvSpPr/>
            <p:nvPr/>
          </p:nvSpPr>
          <p:spPr>
            <a:xfrm>
              <a:off x="10561528" y="2301485"/>
              <a:ext cx="25400" cy="25400"/>
            </a:xfrm>
            <a:prstGeom prst="ellipse">
              <a:avLst/>
            </a:prstGeom>
            <a:solidFill>
              <a:srgbClr val="070154"/>
            </a:solidFill>
            <a:ln>
              <a:noFill/>
            </a:ln>
          </p:spPr>
        </p:sp>
        <p:sp>
          <p:nvSpPr>
            <p:cNvPr id="29" name="node03.items.source-002.arc.cap-2"/>
            <p:cNvSpPr/>
            <p:nvPr/>
          </p:nvSpPr>
          <p:spPr>
            <a:xfrm>
              <a:off x="8699734" y="2882626"/>
              <a:ext cx="25400" cy="25400"/>
            </a:xfrm>
            <a:prstGeom prst="ellipse">
              <a:avLst/>
            </a:prstGeom>
            <a:solidFill>
              <a:srgbClr val="070154"/>
            </a:solidFill>
            <a:ln>
              <a:noFill/>
            </a:ln>
          </p:spPr>
        </p:sp>
        <p:sp>
          <p:nvSpPr>
            <p:cNvPr id="30" name="node03.items.source-002.arc.arrow-1"/>
            <p:cNvSpPr/>
            <p:nvPr/>
          </p:nvSpPr>
          <p:spPr>
            <a:xfrm>
              <a:off x="8712434" y="2830209"/>
              <a:ext cx="93938" cy="65116"/>
            </a:xfrm>
            <a:custGeom>
              <a:avLst/>
              <a:gdLst/>
              <a:ahLst/>
              <a:cxnLst/>
              <a:rect l="l" t="t" r="r" b="b"/>
              <a:pathLst>
                <a:path w="93938" h="65116">
                  <a:moveTo>
                    <a:pt x="0" y="65116"/>
                  </a:moveTo>
                  <a:lnTo>
                    <a:pt x="93938" y="0"/>
                  </a:lnTo>
                </a:path>
              </a:pathLst>
            </a:custGeom>
            <a:ln w="25400">
              <a:solidFill>
                <a:srgbClr val="070154"/>
              </a:solidFill>
              <a:prstDash val="solid"/>
            </a:ln>
          </p:spPr>
        </p:sp>
        <p:sp>
          <p:nvSpPr>
            <p:cNvPr id="31" name="node03.items.source-002.arc.arrow-1.cap-1"/>
            <p:cNvSpPr/>
            <p:nvPr/>
          </p:nvSpPr>
          <p:spPr>
            <a:xfrm>
              <a:off x="8699734" y="2882626"/>
              <a:ext cx="25400" cy="25400"/>
            </a:xfrm>
            <a:prstGeom prst="ellipse">
              <a:avLst/>
            </a:prstGeom>
            <a:solidFill>
              <a:srgbClr val="070154"/>
            </a:solidFill>
            <a:ln>
              <a:noFill/>
            </a:ln>
          </p:spPr>
        </p:sp>
        <p:sp>
          <p:nvSpPr>
            <p:cNvPr id="32" name="node03.items.source-002.arc.arrow-1.cap-2"/>
            <p:cNvSpPr/>
            <p:nvPr/>
          </p:nvSpPr>
          <p:spPr>
            <a:xfrm>
              <a:off x="8793672" y="2817509"/>
              <a:ext cx="25400" cy="25400"/>
            </a:xfrm>
            <a:prstGeom prst="ellipse">
              <a:avLst/>
            </a:prstGeom>
            <a:solidFill>
              <a:srgbClr val="070154"/>
            </a:solidFill>
            <a:ln>
              <a:noFill/>
            </a:ln>
          </p:spPr>
        </p:sp>
        <p:sp>
          <p:nvSpPr>
            <p:cNvPr id="33" name="node03.items.source-002.arc.arrow-2"/>
            <p:cNvSpPr/>
            <p:nvPr/>
          </p:nvSpPr>
          <p:spPr>
            <a:xfrm>
              <a:off x="8712434" y="2895326"/>
              <a:ext cx="105548" cy="43864"/>
            </a:xfrm>
            <a:custGeom>
              <a:avLst/>
              <a:gdLst/>
              <a:ahLst/>
              <a:cxnLst/>
              <a:rect l="l" t="t" r="r" b="b"/>
              <a:pathLst>
                <a:path w="105548" h="43864">
                  <a:moveTo>
                    <a:pt x="0" y="0"/>
                  </a:moveTo>
                  <a:lnTo>
                    <a:pt x="105548" y="43864"/>
                  </a:lnTo>
                </a:path>
              </a:pathLst>
            </a:custGeom>
            <a:ln w="25400">
              <a:solidFill>
                <a:srgbClr val="070154"/>
              </a:solidFill>
              <a:prstDash val="solid"/>
            </a:ln>
          </p:spPr>
        </p:sp>
        <p:sp>
          <p:nvSpPr>
            <p:cNvPr id="34" name="node03.items.source-002.arc.arrow-2.cap-1"/>
            <p:cNvSpPr/>
            <p:nvPr/>
          </p:nvSpPr>
          <p:spPr>
            <a:xfrm>
              <a:off x="8699734" y="2882626"/>
              <a:ext cx="25400" cy="25400"/>
            </a:xfrm>
            <a:prstGeom prst="ellipse">
              <a:avLst/>
            </a:prstGeom>
            <a:solidFill>
              <a:srgbClr val="070154"/>
            </a:solidFill>
            <a:ln>
              <a:noFill/>
            </a:ln>
          </p:spPr>
        </p:sp>
        <p:sp>
          <p:nvSpPr>
            <p:cNvPr id="35" name="node03.items.source-002.arc.arrow-2.cap-2"/>
            <p:cNvSpPr/>
            <p:nvPr/>
          </p:nvSpPr>
          <p:spPr>
            <a:xfrm>
              <a:off x="8805282" y="2926489"/>
              <a:ext cx="25400" cy="25400"/>
            </a:xfrm>
            <a:prstGeom prst="ellipse">
              <a:avLst/>
            </a:prstGeom>
            <a:solidFill>
              <a:srgbClr val="070154"/>
            </a:solidFill>
            <a:ln>
              <a:noFill/>
            </a:ln>
          </p:spPr>
        </p:sp>
        <p:sp>
          <p:nvSpPr>
            <p:cNvPr id="36" name="node03.items.source-003.arc"/>
            <p:cNvSpPr/>
            <p:nvPr/>
          </p:nvSpPr>
          <p:spPr>
            <a:xfrm>
              <a:off x="5275372" y="2314185"/>
              <a:ext cx="1861794" cy="581141"/>
            </a:xfrm>
            <a:custGeom>
              <a:avLst/>
              <a:gdLst/>
              <a:ahLst/>
              <a:cxnLst/>
              <a:rect l="l" t="t" r="r" b="b"/>
              <a:pathLst>
                <a:path w="1861794" h="581141">
                  <a:moveTo>
                    <a:pt x="1861794" y="581141"/>
                  </a:moveTo>
                  <a:lnTo>
                    <a:pt x="1758510" y="570137"/>
                  </a:lnTo>
                  <a:lnTo>
                    <a:pt x="1656500" y="557787"/>
                  </a:lnTo>
                  <a:lnTo>
                    <a:pt x="1555910" y="544110"/>
                  </a:lnTo>
                  <a:lnTo>
                    <a:pt x="1456883" y="529124"/>
                  </a:lnTo>
                  <a:lnTo>
                    <a:pt x="1359562" y="512850"/>
                  </a:lnTo>
                  <a:lnTo>
                    <a:pt x="1264084" y="495313"/>
                  </a:lnTo>
                  <a:lnTo>
                    <a:pt x="1170588" y="476537"/>
                  </a:lnTo>
                  <a:lnTo>
                    <a:pt x="1079206" y="456549"/>
                  </a:lnTo>
                  <a:lnTo>
                    <a:pt x="990069" y="435378"/>
                  </a:lnTo>
                  <a:lnTo>
                    <a:pt x="903305" y="413053"/>
                  </a:lnTo>
                  <a:lnTo>
                    <a:pt x="819037" y="389607"/>
                  </a:lnTo>
                  <a:lnTo>
                    <a:pt x="737387" y="365074"/>
                  </a:lnTo>
                  <a:lnTo>
                    <a:pt x="658471" y="339488"/>
                  </a:lnTo>
                  <a:lnTo>
                    <a:pt x="582401" y="312886"/>
                  </a:lnTo>
                  <a:lnTo>
                    <a:pt x="509287" y="285306"/>
                  </a:lnTo>
                  <a:lnTo>
                    <a:pt x="439233" y="256788"/>
                  </a:lnTo>
                  <a:lnTo>
                    <a:pt x="372339" y="227371"/>
                  </a:lnTo>
                  <a:lnTo>
                    <a:pt x="308701" y="197100"/>
                  </a:lnTo>
                  <a:lnTo>
                    <a:pt x="248410" y="166015"/>
                  </a:lnTo>
                  <a:lnTo>
                    <a:pt x="191552" y="134163"/>
                  </a:lnTo>
                  <a:lnTo>
                    <a:pt x="138208" y="101588"/>
                  </a:lnTo>
                  <a:lnTo>
                    <a:pt x="88455" y="68338"/>
                  </a:lnTo>
                  <a:lnTo>
                    <a:pt x="42364" y="34459"/>
                  </a:lnTo>
                  <a:lnTo>
                    <a:pt x="0" y="0"/>
                  </a:lnTo>
                </a:path>
              </a:pathLst>
            </a:custGeom>
            <a:ln w="25400">
              <a:solidFill>
                <a:srgbClr val="070154"/>
              </a:solidFill>
              <a:prstDash val="solid"/>
            </a:ln>
          </p:spPr>
        </p:sp>
        <p:sp>
          <p:nvSpPr>
            <p:cNvPr id="37" name="node03.items.source-003.arc.cap-1"/>
            <p:cNvSpPr/>
            <p:nvPr/>
          </p:nvSpPr>
          <p:spPr>
            <a:xfrm>
              <a:off x="7124466" y="2882626"/>
              <a:ext cx="25400" cy="25400"/>
            </a:xfrm>
            <a:prstGeom prst="ellipse">
              <a:avLst/>
            </a:prstGeom>
            <a:solidFill>
              <a:srgbClr val="070154"/>
            </a:solidFill>
            <a:ln>
              <a:noFill/>
            </a:ln>
          </p:spPr>
        </p:sp>
        <p:sp>
          <p:nvSpPr>
            <p:cNvPr id="38" name="node03.items.source-003.arc.cap-2"/>
            <p:cNvSpPr/>
            <p:nvPr/>
          </p:nvSpPr>
          <p:spPr>
            <a:xfrm>
              <a:off x="5262672" y="2301485"/>
              <a:ext cx="25400" cy="25400"/>
            </a:xfrm>
            <a:prstGeom prst="ellipse">
              <a:avLst/>
            </a:prstGeom>
            <a:solidFill>
              <a:srgbClr val="070154"/>
            </a:solidFill>
            <a:ln>
              <a:noFill/>
            </a:ln>
          </p:spPr>
        </p:sp>
        <p:sp>
          <p:nvSpPr>
            <p:cNvPr id="39" name="node03.items.source-003.arc.arrow-1"/>
            <p:cNvSpPr/>
            <p:nvPr/>
          </p:nvSpPr>
          <p:spPr>
            <a:xfrm>
              <a:off x="5275372" y="2314185"/>
              <a:ext cx="112394" cy="20785"/>
            </a:xfrm>
            <a:custGeom>
              <a:avLst/>
              <a:gdLst/>
              <a:ahLst/>
              <a:cxnLst/>
              <a:rect l="l" t="t" r="r" b="b"/>
              <a:pathLst>
                <a:path w="112394" h="20785">
                  <a:moveTo>
                    <a:pt x="0" y="0"/>
                  </a:moveTo>
                  <a:lnTo>
                    <a:pt x="112394" y="20785"/>
                  </a:lnTo>
                </a:path>
              </a:pathLst>
            </a:custGeom>
            <a:ln w="25400">
              <a:solidFill>
                <a:srgbClr val="070154"/>
              </a:solidFill>
              <a:prstDash val="solid"/>
            </a:ln>
          </p:spPr>
        </p:sp>
        <p:sp>
          <p:nvSpPr>
            <p:cNvPr id="40" name="node03.items.source-003.arc.arrow-1.cap-1"/>
            <p:cNvSpPr/>
            <p:nvPr/>
          </p:nvSpPr>
          <p:spPr>
            <a:xfrm>
              <a:off x="5262672" y="2301485"/>
              <a:ext cx="25400" cy="25400"/>
            </a:xfrm>
            <a:prstGeom prst="ellipse">
              <a:avLst/>
            </a:prstGeom>
            <a:solidFill>
              <a:srgbClr val="070154"/>
            </a:solidFill>
            <a:ln>
              <a:noFill/>
            </a:ln>
          </p:spPr>
        </p:sp>
        <p:sp>
          <p:nvSpPr>
            <p:cNvPr id="41" name="node03.items.source-003.arc.arrow-1.cap-2"/>
            <p:cNvSpPr/>
            <p:nvPr/>
          </p:nvSpPr>
          <p:spPr>
            <a:xfrm>
              <a:off x="5375066" y="2322270"/>
              <a:ext cx="25400" cy="25400"/>
            </a:xfrm>
            <a:prstGeom prst="ellipse">
              <a:avLst/>
            </a:prstGeom>
            <a:solidFill>
              <a:srgbClr val="070154"/>
            </a:solidFill>
            <a:ln>
              <a:noFill/>
            </a:ln>
          </p:spPr>
        </p:sp>
        <p:sp>
          <p:nvSpPr>
            <p:cNvPr id="42" name="node03.items.source-003.arc.arrow-2"/>
            <p:cNvSpPr/>
            <p:nvPr/>
          </p:nvSpPr>
          <p:spPr>
            <a:xfrm>
              <a:off x="5275372" y="2314185"/>
              <a:ext cx="43237" cy="105807"/>
            </a:xfrm>
            <a:custGeom>
              <a:avLst/>
              <a:gdLst/>
              <a:ahLst/>
              <a:cxnLst/>
              <a:rect l="l" t="t" r="r" b="b"/>
              <a:pathLst>
                <a:path w="43237" h="105807">
                  <a:moveTo>
                    <a:pt x="0" y="0"/>
                  </a:moveTo>
                  <a:lnTo>
                    <a:pt x="43237" y="105807"/>
                  </a:lnTo>
                </a:path>
              </a:pathLst>
            </a:custGeom>
            <a:ln w="25400">
              <a:solidFill>
                <a:srgbClr val="070154"/>
              </a:solidFill>
              <a:prstDash val="solid"/>
            </a:ln>
          </p:spPr>
        </p:sp>
        <p:sp>
          <p:nvSpPr>
            <p:cNvPr id="43" name="node03.items.source-003.arc.arrow-2.cap-1"/>
            <p:cNvSpPr/>
            <p:nvPr/>
          </p:nvSpPr>
          <p:spPr>
            <a:xfrm>
              <a:off x="5262672" y="2301485"/>
              <a:ext cx="25400" cy="25400"/>
            </a:xfrm>
            <a:prstGeom prst="ellipse">
              <a:avLst/>
            </a:prstGeom>
            <a:solidFill>
              <a:srgbClr val="070154"/>
            </a:solidFill>
            <a:ln>
              <a:noFill/>
            </a:ln>
          </p:spPr>
        </p:sp>
        <p:sp>
          <p:nvSpPr>
            <p:cNvPr id="44" name="node03.items.source-003.arc.arrow-2.cap-2"/>
            <p:cNvSpPr/>
            <p:nvPr/>
          </p:nvSpPr>
          <p:spPr>
            <a:xfrm>
              <a:off x="5305909" y="2407292"/>
              <a:ext cx="25400" cy="25400"/>
            </a:xfrm>
            <a:prstGeom prst="ellipse">
              <a:avLst/>
            </a:prstGeom>
            <a:solidFill>
              <a:srgbClr val="070154"/>
            </a:solidFill>
            <a:ln>
              <a:noFill/>
            </a:ln>
          </p:spPr>
        </p:sp>
        <p:sp>
          <p:nvSpPr>
            <p:cNvPr id="45" name="node03.items.source-004.arc"/>
            <p:cNvSpPr/>
            <p:nvPr/>
          </p:nvSpPr>
          <p:spPr>
            <a:xfrm>
              <a:off x="5275372" y="990874"/>
              <a:ext cx="1861794" cy="581141"/>
            </a:xfrm>
            <a:custGeom>
              <a:avLst/>
              <a:gdLst/>
              <a:ahLst/>
              <a:cxnLst/>
              <a:rect l="l" t="t" r="r" b="b"/>
              <a:pathLst>
                <a:path w="1861794" h="581141">
                  <a:moveTo>
                    <a:pt x="0" y="581141"/>
                  </a:moveTo>
                  <a:lnTo>
                    <a:pt x="42364" y="546682"/>
                  </a:lnTo>
                  <a:lnTo>
                    <a:pt x="88455" y="512803"/>
                  </a:lnTo>
                  <a:lnTo>
                    <a:pt x="138208" y="479552"/>
                  </a:lnTo>
                  <a:lnTo>
                    <a:pt x="191552" y="446978"/>
                  </a:lnTo>
                  <a:lnTo>
                    <a:pt x="248410" y="415125"/>
                  </a:lnTo>
                  <a:lnTo>
                    <a:pt x="308701" y="384041"/>
                  </a:lnTo>
                  <a:lnTo>
                    <a:pt x="372339" y="353769"/>
                  </a:lnTo>
                  <a:lnTo>
                    <a:pt x="439233" y="324353"/>
                  </a:lnTo>
                  <a:lnTo>
                    <a:pt x="509287" y="295834"/>
                  </a:lnTo>
                  <a:lnTo>
                    <a:pt x="582401" y="268254"/>
                  </a:lnTo>
                  <a:lnTo>
                    <a:pt x="658471" y="241653"/>
                  </a:lnTo>
                  <a:lnTo>
                    <a:pt x="737387" y="216067"/>
                  </a:lnTo>
                  <a:lnTo>
                    <a:pt x="819037" y="191533"/>
                  </a:lnTo>
                  <a:lnTo>
                    <a:pt x="903305" y="168088"/>
                  </a:lnTo>
                  <a:lnTo>
                    <a:pt x="990069" y="145763"/>
                  </a:lnTo>
                  <a:lnTo>
                    <a:pt x="1079206" y="124592"/>
                  </a:lnTo>
                  <a:lnTo>
                    <a:pt x="1170588" y="104604"/>
                  </a:lnTo>
                  <a:lnTo>
                    <a:pt x="1264084" y="85828"/>
                  </a:lnTo>
                  <a:lnTo>
                    <a:pt x="1359562" y="68290"/>
                  </a:lnTo>
                  <a:lnTo>
                    <a:pt x="1456883" y="52017"/>
                  </a:lnTo>
                  <a:lnTo>
                    <a:pt x="1555910" y="37031"/>
                  </a:lnTo>
                  <a:lnTo>
                    <a:pt x="1656500" y="23353"/>
                  </a:lnTo>
                  <a:lnTo>
                    <a:pt x="1758510" y="11004"/>
                  </a:lnTo>
                  <a:lnTo>
                    <a:pt x="1861794" y="0"/>
                  </a:lnTo>
                </a:path>
              </a:pathLst>
            </a:custGeom>
            <a:ln w="25400">
              <a:solidFill>
                <a:srgbClr val="070154"/>
              </a:solidFill>
              <a:prstDash val="solid"/>
            </a:ln>
          </p:spPr>
        </p:sp>
        <p:sp>
          <p:nvSpPr>
            <p:cNvPr id="46" name="node03.items.source-004.arc.cap-1"/>
            <p:cNvSpPr/>
            <p:nvPr/>
          </p:nvSpPr>
          <p:spPr>
            <a:xfrm>
              <a:off x="5262672" y="1559315"/>
              <a:ext cx="25400" cy="25400"/>
            </a:xfrm>
            <a:prstGeom prst="ellipse">
              <a:avLst/>
            </a:prstGeom>
            <a:solidFill>
              <a:srgbClr val="070154"/>
            </a:solidFill>
            <a:ln>
              <a:noFill/>
            </a:ln>
          </p:spPr>
        </p:sp>
        <p:sp>
          <p:nvSpPr>
            <p:cNvPr id="47" name="node03.items.source-004.arc.cap-2"/>
            <p:cNvSpPr/>
            <p:nvPr/>
          </p:nvSpPr>
          <p:spPr>
            <a:xfrm>
              <a:off x="7124466" y="978174"/>
              <a:ext cx="25400" cy="25400"/>
            </a:xfrm>
            <a:prstGeom prst="ellipse">
              <a:avLst/>
            </a:prstGeom>
            <a:solidFill>
              <a:srgbClr val="070154"/>
            </a:solidFill>
            <a:ln>
              <a:noFill/>
            </a:ln>
          </p:spPr>
        </p:sp>
        <p:sp>
          <p:nvSpPr>
            <p:cNvPr id="48" name="node03.items.source-004.arc.arrow-1"/>
            <p:cNvSpPr/>
            <p:nvPr/>
          </p:nvSpPr>
          <p:spPr>
            <a:xfrm>
              <a:off x="7043228" y="990874"/>
              <a:ext cx="93938" cy="65116"/>
            </a:xfrm>
            <a:custGeom>
              <a:avLst/>
              <a:gdLst/>
              <a:ahLst/>
              <a:cxnLst/>
              <a:rect l="l" t="t" r="r" b="b"/>
              <a:pathLst>
                <a:path w="93938" h="65116">
                  <a:moveTo>
                    <a:pt x="93938" y="0"/>
                  </a:moveTo>
                  <a:lnTo>
                    <a:pt x="0" y="65116"/>
                  </a:lnTo>
                </a:path>
              </a:pathLst>
            </a:custGeom>
            <a:ln w="25400">
              <a:solidFill>
                <a:srgbClr val="070154"/>
              </a:solidFill>
              <a:prstDash val="solid"/>
            </a:ln>
          </p:spPr>
        </p:sp>
        <p:sp>
          <p:nvSpPr>
            <p:cNvPr id="49" name="node03.items.source-004.arc.arrow-1.cap-1"/>
            <p:cNvSpPr/>
            <p:nvPr/>
          </p:nvSpPr>
          <p:spPr>
            <a:xfrm>
              <a:off x="7124466" y="978174"/>
              <a:ext cx="25400" cy="25400"/>
            </a:xfrm>
            <a:prstGeom prst="ellipse">
              <a:avLst/>
            </a:prstGeom>
            <a:solidFill>
              <a:srgbClr val="070154"/>
            </a:solidFill>
            <a:ln>
              <a:noFill/>
            </a:ln>
          </p:spPr>
        </p:sp>
        <p:sp>
          <p:nvSpPr>
            <p:cNvPr id="50" name="node03.items.source-004.arc.arrow-1.cap-2"/>
            <p:cNvSpPr/>
            <p:nvPr/>
          </p:nvSpPr>
          <p:spPr>
            <a:xfrm>
              <a:off x="7030528" y="1043291"/>
              <a:ext cx="25400" cy="25400"/>
            </a:xfrm>
            <a:prstGeom prst="ellipse">
              <a:avLst/>
            </a:prstGeom>
            <a:solidFill>
              <a:srgbClr val="070154"/>
            </a:solidFill>
            <a:ln>
              <a:noFill/>
            </a:ln>
          </p:spPr>
        </p:sp>
        <p:sp>
          <p:nvSpPr>
            <p:cNvPr id="51" name="node03.items.source-004.arc.arrow-2"/>
            <p:cNvSpPr/>
            <p:nvPr/>
          </p:nvSpPr>
          <p:spPr>
            <a:xfrm>
              <a:off x="7031618" y="947011"/>
              <a:ext cx="105548" cy="43864"/>
            </a:xfrm>
            <a:custGeom>
              <a:avLst/>
              <a:gdLst/>
              <a:ahLst/>
              <a:cxnLst/>
              <a:rect l="l" t="t" r="r" b="b"/>
              <a:pathLst>
                <a:path w="105548" h="43864">
                  <a:moveTo>
                    <a:pt x="105548" y="43864"/>
                  </a:moveTo>
                  <a:lnTo>
                    <a:pt x="0" y="0"/>
                  </a:lnTo>
                </a:path>
              </a:pathLst>
            </a:custGeom>
            <a:ln w="25400">
              <a:solidFill>
                <a:srgbClr val="070154"/>
              </a:solidFill>
              <a:prstDash val="solid"/>
            </a:ln>
          </p:spPr>
        </p:sp>
        <p:sp>
          <p:nvSpPr>
            <p:cNvPr id="52" name="node03.items.source-004.arc.arrow-2.cap-1"/>
            <p:cNvSpPr/>
            <p:nvPr/>
          </p:nvSpPr>
          <p:spPr>
            <a:xfrm>
              <a:off x="7124466" y="978174"/>
              <a:ext cx="25400" cy="25400"/>
            </a:xfrm>
            <a:prstGeom prst="ellipse">
              <a:avLst/>
            </a:prstGeom>
            <a:solidFill>
              <a:srgbClr val="070154"/>
            </a:solidFill>
            <a:ln>
              <a:noFill/>
            </a:ln>
          </p:spPr>
        </p:sp>
        <p:sp>
          <p:nvSpPr>
            <p:cNvPr id="53" name="node03.items.source-004.arc.arrow-2.cap-2"/>
            <p:cNvSpPr/>
            <p:nvPr/>
          </p:nvSpPr>
          <p:spPr>
            <a:xfrm>
              <a:off x="7018918" y="934311"/>
              <a:ext cx="25400" cy="25400"/>
            </a:xfrm>
            <a:prstGeom prst="ellipse">
              <a:avLst/>
            </a:prstGeom>
            <a:solidFill>
              <a:srgbClr val="070154"/>
            </a:solidFill>
            <a:ln>
              <a:noFill/>
            </a:ln>
          </p:spPr>
        </p:sp>
        <p:sp>
          <p:nvSpPr>
            <p:cNvPr id="54" name="node03.loops.source-001.curve"/>
            <p:cNvSpPr/>
            <p:nvPr/>
          </p:nvSpPr>
          <p:spPr>
            <a:xfrm>
              <a:off x="5829300" y="1378458"/>
              <a:ext cx="4191000" cy="326898"/>
            </a:xfrm>
            <a:custGeom>
              <a:avLst/>
              <a:gdLst/>
              <a:ahLst/>
              <a:cxnLst/>
              <a:rect l="l" t="t" r="r" b="b"/>
              <a:pathLst>
                <a:path w="4191000" h="326898">
                  <a:moveTo>
                    <a:pt x="0" y="326898"/>
                  </a:moveTo>
                  <a:quadBezTo>
                    <a:pt x="2095500" y="-326898"/>
                    <a:pt x="4191000" y="326898"/>
                  </a:quadBezTo>
                </a:path>
              </a:pathLst>
            </a:custGeom>
            <a:ln w="19050">
              <a:solidFill>
                <a:srgbClr val="0047FF"/>
              </a:solidFill>
              <a:prstDash val="dash"/>
            </a:ln>
          </p:spPr>
        </p:sp>
        <p:sp>
          <p:nvSpPr>
            <p:cNvPr id="55" name="node03.loops.source-001.arrow-1"/>
            <p:cNvSpPr/>
            <p:nvPr/>
          </p:nvSpPr>
          <p:spPr>
            <a:xfrm>
              <a:off x="9908625" y="1705356"/>
              <a:ext cx="111675" cy="24354"/>
            </a:xfrm>
            <a:custGeom>
              <a:avLst/>
              <a:gdLst/>
              <a:ahLst/>
              <a:cxnLst/>
              <a:rect l="l" t="t" r="r" b="b"/>
              <a:pathLst>
                <a:path w="111675" h="24354">
                  <a:moveTo>
                    <a:pt x="111675" y="0"/>
                  </a:moveTo>
                  <a:lnTo>
                    <a:pt x="0" y="24354"/>
                  </a:lnTo>
                </a:path>
              </a:pathLst>
            </a:custGeom>
            <a:ln w="25400">
              <a:solidFill>
                <a:srgbClr val="0047FF"/>
              </a:solidFill>
              <a:prstDash val="solid"/>
            </a:ln>
          </p:spPr>
        </p:sp>
        <p:sp>
          <p:nvSpPr>
            <p:cNvPr id="56" name="node03.loops.source-001.arrow-1.cap-1"/>
            <p:cNvSpPr/>
            <p:nvPr/>
          </p:nvSpPr>
          <p:spPr>
            <a:xfrm>
              <a:off x="10007600" y="1692656"/>
              <a:ext cx="25400" cy="25400"/>
            </a:xfrm>
            <a:prstGeom prst="ellipse">
              <a:avLst/>
            </a:prstGeom>
            <a:solidFill>
              <a:srgbClr val="0047FF"/>
            </a:solidFill>
            <a:ln>
              <a:noFill/>
            </a:ln>
          </p:spPr>
        </p:sp>
        <p:sp>
          <p:nvSpPr>
            <p:cNvPr id="57" name="node03.loops.source-001.arrow-1.cap-2"/>
            <p:cNvSpPr/>
            <p:nvPr/>
          </p:nvSpPr>
          <p:spPr>
            <a:xfrm>
              <a:off x="9895925" y="1717010"/>
              <a:ext cx="25400" cy="25400"/>
            </a:xfrm>
            <a:prstGeom prst="ellipse">
              <a:avLst/>
            </a:prstGeom>
            <a:solidFill>
              <a:srgbClr val="0047FF"/>
            </a:solidFill>
            <a:ln>
              <a:noFill/>
            </a:ln>
          </p:spPr>
        </p:sp>
        <p:sp>
          <p:nvSpPr>
            <p:cNvPr id="58" name="node03.loops.source-001.arrow-2"/>
            <p:cNvSpPr/>
            <p:nvPr/>
          </p:nvSpPr>
          <p:spPr>
            <a:xfrm>
              <a:off x="9939468" y="1624543"/>
              <a:ext cx="80832" cy="80813"/>
            </a:xfrm>
            <a:custGeom>
              <a:avLst/>
              <a:gdLst/>
              <a:ahLst/>
              <a:cxnLst/>
              <a:rect l="l" t="t" r="r" b="b"/>
              <a:pathLst>
                <a:path w="80832" h="80813">
                  <a:moveTo>
                    <a:pt x="80832" y="80813"/>
                  </a:moveTo>
                  <a:lnTo>
                    <a:pt x="0" y="0"/>
                  </a:lnTo>
                </a:path>
              </a:pathLst>
            </a:custGeom>
            <a:ln w="25400">
              <a:solidFill>
                <a:srgbClr val="0047FF"/>
              </a:solidFill>
              <a:prstDash val="solid"/>
            </a:ln>
          </p:spPr>
        </p:sp>
        <p:sp>
          <p:nvSpPr>
            <p:cNvPr id="59" name="node03.loops.source-001.arrow-2.cap-1"/>
            <p:cNvSpPr/>
            <p:nvPr/>
          </p:nvSpPr>
          <p:spPr>
            <a:xfrm>
              <a:off x="10007600" y="1692656"/>
              <a:ext cx="25400" cy="25400"/>
            </a:xfrm>
            <a:prstGeom prst="ellipse">
              <a:avLst/>
            </a:prstGeom>
            <a:solidFill>
              <a:srgbClr val="0047FF"/>
            </a:solidFill>
            <a:ln>
              <a:noFill/>
            </a:ln>
          </p:spPr>
        </p:sp>
        <p:sp>
          <p:nvSpPr>
            <p:cNvPr id="60" name="node03.loops.source-001.arrow-2.cap-2"/>
            <p:cNvSpPr/>
            <p:nvPr/>
          </p:nvSpPr>
          <p:spPr>
            <a:xfrm>
              <a:off x="9926768" y="1611843"/>
              <a:ext cx="25400" cy="25400"/>
            </a:xfrm>
            <a:prstGeom prst="ellipse">
              <a:avLst/>
            </a:prstGeom>
            <a:solidFill>
              <a:srgbClr val="0047FF"/>
            </a:solidFill>
            <a:ln>
              <a:noFill/>
            </a:ln>
          </p:spPr>
        </p:sp>
        <p:sp>
          <p:nvSpPr>
            <p:cNvPr id="61" name="node03.loops.source-002.curve"/>
            <p:cNvSpPr/>
            <p:nvPr/>
          </p:nvSpPr>
          <p:spPr>
            <a:xfrm>
              <a:off x="8254512" y="2031153"/>
              <a:ext cx="1765788" cy="559647"/>
            </a:xfrm>
            <a:custGeom>
              <a:avLst/>
              <a:gdLst/>
              <a:ahLst/>
              <a:cxnLst/>
              <a:rect l="l" t="t" r="r" b="b"/>
              <a:pathLst>
                <a:path w="1765788" h="559647">
                  <a:moveTo>
                    <a:pt x="0" y="559647"/>
                  </a:moveTo>
                  <a:quadBezTo>
                    <a:pt x="384663" y="159597"/>
                    <a:pt x="1765788" y="0"/>
                  </a:quadBezTo>
                </a:path>
              </a:pathLst>
            </a:custGeom>
            <a:ln w="19050">
              <a:solidFill>
                <a:srgbClr val="0047FF"/>
              </a:solidFill>
              <a:prstDash val="dash"/>
            </a:ln>
          </p:spPr>
        </p:sp>
        <p:sp>
          <p:nvSpPr>
            <p:cNvPr id="62" name="node03.loops.source-002.arrow-1"/>
            <p:cNvSpPr/>
            <p:nvPr/>
          </p:nvSpPr>
          <p:spPr>
            <a:xfrm>
              <a:off x="9927462" y="2031153"/>
              <a:ext cx="92838" cy="66675"/>
            </a:xfrm>
            <a:custGeom>
              <a:avLst/>
              <a:gdLst/>
              <a:ahLst/>
              <a:cxnLst/>
              <a:rect l="l" t="t" r="r" b="b"/>
              <a:pathLst>
                <a:path w="92838" h="66675">
                  <a:moveTo>
                    <a:pt x="92838" y="0"/>
                  </a:moveTo>
                  <a:lnTo>
                    <a:pt x="0" y="66675"/>
                  </a:lnTo>
                </a:path>
              </a:pathLst>
            </a:custGeom>
            <a:ln w="25400">
              <a:solidFill>
                <a:srgbClr val="0047FF"/>
              </a:solidFill>
              <a:prstDash val="solid"/>
            </a:ln>
          </p:spPr>
        </p:sp>
        <p:sp>
          <p:nvSpPr>
            <p:cNvPr id="63" name="node03.loops.source-002.arrow-1.cap-1"/>
            <p:cNvSpPr/>
            <p:nvPr/>
          </p:nvSpPr>
          <p:spPr>
            <a:xfrm>
              <a:off x="10007600" y="2018453"/>
              <a:ext cx="25400" cy="25400"/>
            </a:xfrm>
            <a:prstGeom prst="ellipse">
              <a:avLst/>
            </a:prstGeom>
            <a:solidFill>
              <a:srgbClr val="0047FF"/>
            </a:solidFill>
            <a:ln>
              <a:noFill/>
            </a:ln>
          </p:spPr>
        </p:sp>
        <p:sp>
          <p:nvSpPr>
            <p:cNvPr id="64" name="node03.loops.source-002.arrow-1.cap-2"/>
            <p:cNvSpPr/>
            <p:nvPr/>
          </p:nvSpPr>
          <p:spPr>
            <a:xfrm>
              <a:off x="9914762" y="2085129"/>
              <a:ext cx="25400" cy="25400"/>
            </a:xfrm>
            <a:prstGeom prst="ellipse">
              <a:avLst/>
            </a:prstGeom>
            <a:solidFill>
              <a:srgbClr val="0047FF"/>
            </a:solidFill>
            <a:ln>
              <a:noFill/>
            </a:ln>
          </p:spPr>
        </p:sp>
        <p:sp>
          <p:nvSpPr>
            <p:cNvPr id="65" name="node03.loops.source-002.arrow-2"/>
            <p:cNvSpPr/>
            <p:nvPr/>
          </p:nvSpPr>
          <p:spPr>
            <a:xfrm>
              <a:off x="9914034" y="1989058"/>
              <a:ext cx="106266" cy="42096"/>
            </a:xfrm>
            <a:custGeom>
              <a:avLst/>
              <a:gdLst/>
              <a:ahLst/>
              <a:cxnLst/>
              <a:rect l="l" t="t" r="r" b="b"/>
              <a:pathLst>
                <a:path w="106266" h="42096">
                  <a:moveTo>
                    <a:pt x="106266" y="42096"/>
                  </a:moveTo>
                  <a:lnTo>
                    <a:pt x="0" y="0"/>
                  </a:lnTo>
                </a:path>
              </a:pathLst>
            </a:custGeom>
            <a:ln w="25400">
              <a:solidFill>
                <a:srgbClr val="0047FF"/>
              </a:solidFill>
              <a:prstDash val="solid"/>
            </a:ln>
          </p:spPr>
        </p:sp>
        <p:sp>
          <p:nvSpPr>
            <p:cNvPr id="66" name="node03.loops.source-002.arrow-2.cap-1"/>
            <p:cNvSpPr/>
            <p:nvPr/>
          </p:nvSpPr>
          <p:spPr>
            <a:xfrm>
              <a:off x="10007600" y="2018453"/>
              <a:ext cx="25400" cy="25400"/>
            </a:xfrm>
            <a:prstGeom prst="ellipse">
              <a:avLst/>
            </a:prstGeom>
            <a:solidFill>
              <a:srgbClr val="0047FF"/>
            </a:solidFill>
            <a:ln>
              <a:noFill/>
            </a:ln>
          </p:spPr>
        </p:sp>
        <p:sp>
          <p:nvSpPr>
            <p:cNvPr id="67" name="node03.loops.source-002.arrow-2.cap-2"/>
            <p:cNvSpPr/>
            <p:nvPr/>
          </p:nvSpPr>
          <p:spPr>
            <a:xfrm>
              <a:off x="9901334" y="1976358"/>
              <a:ext cx="25400" cy="25400"/>
            </a:xfrm>
            <a:prstGeom prst="ellipse">
              <a:avLst/>
            </a:prstGeom>
            <a:solidFill>
              <a:srgbClr val="0047FF"/>
            </a:solidFill>
            <a:ln>
              <a:noFill/>
            </a:ln>
          </p:spPr>
        </p:sp>
        <p:sp>
          <p:nvSpPr>
            <p:cNvPr id="68" name="node03.center.label"/>
            <p:cNvSpPr/>
            <p:nvPr/>
          </p:nvSpPr>
          <p:spPr>
            <a:xfrm>
              <a:off x="6438900" y="1519238"/>
              <a:ext cx="2971800" cy="17145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047FF"/>
                  </a:solidFill>
                  <a:latin typeface="IBM Plex Mono SemiBold"/>
                  <a:ea typeface="IBM Plex Mono SemiBold"/>
                  <a:cs typeface="IBM Plex Mono SemiBold"/>
                </a:rPr>
                <a:t>PDLC</a:t>
              </a:r>
              <a:endParaRPr lang="en-US" sz="900" spc="54" kern="0" b="0" i="0" dirty="0">
                <a:solidFill>
                  <a:srgbClr val="0047FF"/>
                </a:solidFill>
                <a:latin typeface="IBM Plex Mono SemiBold"/>
                <a:ea typeface="IBM Plex Mono SemiBold"/>
                <a:cs typeface="IBM Plex Mono SemiBold"/>
              </a:endParaRPr>
            </a:p>
          </p:txBody>
        </p:sp>
        <p:sp>
          <p:nvSpPr>
            <p:cNvPr id="69" name="node03.items.source-001.surface"/>
            <p:cNvSpPr/>
            <p:nvPr/>
          </p:nvSpPr>
          <p:spPr>
            <a:xfrm>
              <a:off x="7239000" y="685800"/>
              <a:ext cx="1371600" cy="533400"/>
            </a:xfrm>
            <a:prstGeom prst="rect">
              <a:avLst/>
            </a:prstGeom>
            <a:solidFill>
              <a:srgbClr val="E8EEF8"/>
            </a:solidFill>
            <a:ln>
              <a:noFill/>
            </a:ln>
          </p:spPr>
        </p:sp>
        <p:sp>
          <p:nvSpPr>
            <p:cNvPr id="70" name="node03.items.source-001.label"/>
            <p:cNvSpPr/>
            <p:nvPr/>
          </p:nvSpPr>
          <p:spPr>
            <a:xfrm>
              <a:off x="7391400" y="819150"/>
              <a:ext cx="10668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070154"/>
                  </a:solidFill>
                  <a:latin typeface="IBM Plex Sans SemiBold"/>
                  <a:ea typeface="IBM Plex Sans SemiBold"/>
                  <a:cs typeface="IBM Plex Sans SemiBold"/>
                </a:rPr>
                <a:t>Identify</a:t>
              </a:r>
              <a:endParaRPr lang="en-US" sz="1400" spc="0" kern="0" b="0" i="0" dirty="0">
                <a:solidFill>
                  <a:srgbClr val="070154"/>
                </a:solidFill>
                <a:latin typeface="IBM Plex Sans SemiBold"/>
                <a:ea typeface="IBM Plex Sans SemiBold"/>
                <a:cs typeface="IBM Plex Sans SemiBold"/>
              </a:endParaRPr>
            </a:p>
          </p:txBody>
        </p:sp>
        <p:sp>
          <p:nvSpPr>
            <p:cNvPr id="71" name="node03.items.source-002.surface"/>
            <p:cNvSpPr/>
            <p:nvPr/>
          </p:nvSpPr>
          <p:spPr>
            <a:xfrm>
              <a:off x="10096500" y="1676400"/>
              <a:ext cx="1371600" cy="533400"/>
            </a:xfrm>
            <a:prstGeom prst="rect">
              <a:avLst/>
            </a:prstGeom>
            <a:solidFill>
              <a:srgbClr val="070154"/>
            </a:solidFill>
            <a:ln>
              <a:noFill/>
            </a:ln>
          </p:spPr>
        </p:sp>
        <p:sp>
          <p:nvSpPr>
            <p:cNvPr id="72" name="node03.items.source-002.label"/>
            <p:cNvSpPr/>
            <p:nvPr/>
          </p:nvSpPr>
          <p:spPr>
            <a:xfrm>
              <a:off x="10248900" y="1809750"/>
              <a:ext cx="10668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FFFFFF"/>
                  </a:solidFill>
                  <a:latin typeface="IBM Plex Sans SemiBold"/>
                  <a:ea typeface="IBM Plex Sans SemiBold"/>
                  <a:cs typeface="IBM Plex Sans SemiBold"/>
                </a:rPr>
                <a:t>Define</a:t>
              </a:r>
              <a:endParaRPr lang="en-US" sz="1400" spc="0" kern="0" b="0" i="0" dirty="0">
                <a:solidFill>
                  <a:srgbClr val="FFFFFF"/>
                </a:solidFill>
                <a:latin typeface="IBM Plex Sans SemiBold"/>
                <a:ea typeface="IBM Plex Sans SemiBold"/>
                <a:cs typeface="IBM Plex Sans SemiBold"/>
              </a:endParaRPr>
            </a:p>
          </p:txBody>
        </p:sp>
        <p:sp>
          <p:nvSpPr>
            <p:cNvPr id="73" name="node03.items.source-003.surface"/>
            <p:cNvSpPr/>
            <p:nvPr/>
          </p:nvSpPr>
          <p:spPr>
            <a:xfrm>
              <a:off x="7239000" y="2667000"/>
              <a:ext cx="1371600" cy="533400"/>
            </a:xfrm>
            <a:prstGeom prst="rect">
              <a:avLst/>
            </a:prstGeom>
            <a:solidFill>
              <a:srgbClr val="070154"/>
            </a:solidFill>
            <a:ln>
              <a:noFill/>
            </a:ln>
          </p:spPr>
        </p:sp>
        <p:sp>
          <p:nvSpPr>
            <p:cNvPr id="74" name="node03.items.source-003.label"/>
            <p:cNvSpPr/>
            <p:nvPr/>
          </p:nvSpPr>
          <p:spPr>
            <a:xfrm>
              <a:off x="7391400" y="2800350"/>
              <a:ext cx="10668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FFFFFF"/>
                  </a:solidFill>
                  <a:latin typeface="IBM Plex Sans SemiBold"/>
                  <a:ea typeface="IBM Plex Sans SemiBold"/>
                  <a:cs typeface="IBM Plex Sans SemiBold"/>
                </a:rPr>
                <a:t>Build</a:t>
              </a:r>
              <a:endParaRPr lang="en-US" sz="1400" spc="0" kern="0" b="0" i="0" dirty="0">
                <a:solidFill>
                  <a:srgbClr val="FFFFFF"/>
                </a:solidFill>
                <a:latin typeface="IBM Plex Sans SemiBold"/>
                <a:ea typeface="IBM Plex Sans SemiBold"/>
                <a:cs typeface="IBM Plex Sans SemiBold"/>
              </a:endParaRPr>
            </a:p>
          </p:txBody>
        </p:sp>
        <p:sp>
          <p:nvSpPr>
            <p:cNvPr id="75" name="node03.items.source-004.surface"/>
            <p:cNvSpPr/>
            <p:nvPr/>
          </p:nvSpPr>
          <p:spPr>
            <a:xfrm>
              <a:off x="4381500" y="1676400"/>
              <a:ext cx="1371600" cy="533400"/>
            </a:xfrm>
            <a:prstGeom prst="rect">
              <a:avLst/>
            </a:prstGeom>
            <a:solidFill>
              <a:srgbClr val="070154"/>
            </a:solidFill>
            <a:ln>
              <a:noFill/>
            </a:ln>
          </p:spPr>
        </p:sp>
        <p:sp>
          <p:nvSpPr>
            <p:cNvPr id="76" name="node03.items.source-004.label"/>
            <p:cNvSpPr/>
            <p:nvPr/>
          </p:nvSpPr>
          <p:spPr>
            <a:xfrm>
              <a:off x="4533900" y="1809750"/>
              <a:ext cx="10668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FFFFFF"/>
                  </a:solidFill>
                  <a:latin typeface="IBM Plex Sans SemiBold"/>
                  <a:ea typeface="IBM Plex Sans SemiBold"/>
                  <a:cs typeface="IBM Plex Sans SemiBold"/>
                </a:rPr>
                <a:t>Optimize</a:t>
              </a:r>
              <a:endParaRPr lang="en-US" sz="1400" spc="0" kern="0" b="0" i="0" dirty="0">
                <a:solidFill>
                  <a:srgbClr val="FFFFFF"/>
                </a:solidFill>
                <a:latin typeface="IBM Plex Sans SemiBold"/>
                <a:ea typeface="IBM Plex Sans SemiBold"/>
                <a:cs typeface="IBM Plex Sans SemiBold"/>
              </a:endParaRPr>
            </a:p>
          </p:txBody>
        </p:sp>
      </p:grpSp>
      <p:grpSp>
        <p:nvGrpSpPr>
          <p:cNvPr id="142" name="node04"/>
          <p:cNvGrpSpPr/>
          <p:nvPr/>
        </p:nvGrpSpPr>
        <p:grpSpPr>
          <a:xfrm>
            <a:off x="4381500" y="3429000"/>
            <a:ext cx="7086600" cy="152400"/>
            <a:chOff x="4381500" y="3429000"/>
            <a:chExt cx="7086600" cy="152400"/>
          </a:xfrm>
        </p:grpSpPr>
        <p:sp>
          <p:nvSpPr>
            <p:cNvPr id="77" name="node04.text"/>
            <p:cNvSpPr/>
            <p:nvPr/>
          </p:nvSpPr>
          <p:spPr>
            <a:xfrm>
              <a:off x="4381500" y="3429000"/>
              <a:ext cx="7086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SDLC RUNS FROM DEFINE TO OPTIMIZE</a:t>
              </a:r>
              <a:endParaRPr lang="en-US" sz="900" spc="54" kern="0" b="0" i="0" dirty="0">
                <a:solidFill>
                  <a:srgbClr val="0047FF"/>
                </a:solidFill>
                <a:latin typeface="IBM Plex Mono Medium"/>
                <a:ea typeface="IBM Plex Mono Medium"/>
                <a:cs typeface="IBM Plex Mono Medium"/>
              </a:endParaRPr>
            </a:p>
          </p:txBody>
        </p:sp>
      </p:grpSp>
      <p:grpSp>
        <p:nvGrpSpPr>
          <p:cNvPr id="143" name="node05"/>
          <p:cNvGrpSpPr/>
          <p:nvPr/>
        </p:nvGrpSpPr>
        <p:grpSpPr>
          <a:xfrm>
            <a:off x="4381500" y="3657600"/>
            <a:ext cx="7086600" cy="2286000"/>
            <a:chOff x="4381500" y="3657600"/>
            <a:chExt cx="7086600" cy="2286000"/>
          </a:xfrm>
        </p:grpSpPr>
        <p:sp>
          <p:nvSpPr>
            <p:cNvPr id="78" name="node05.items.source-001.arc"/>
            <p:cNvSpPr/>
            <p:nvPr/>
          </p:nvSpPr>
          <p:spPr>
            <a:xfrm>
              <a:off x="8712434" y="3921622"/>
              <a:ext cx="1433061" cy="303527"/>
            </a:xfrm>
            <a:custGeom>
              <a:avLst/>
              <a:gdLst/>
              <a:ahLst/>
              <a:cxnLst/>
              <a:rect l="l" t="t" r="r" b="b"/>
              <a:pathLst>
                <a:path w="1433061" h="303527">
                  <a:moveTo>
                    <a:pt x="0" y="0"/>
                  </a:moveTo>
                  <a:lnTo>
                    <a:pt x="69651" y="6699"/>
                  </a:lnTo>
                  <a:lnTo>
                    <a:pt x="138747" y="13963"/>
                  </a:lnTo>
                  <a:lnTo>
                    <a:pt x="207242" y="21788"/>
                  </a:lnTo>
                  <a:lnTo>
                    <a:pt x="275093" y="30168"/>
                  </a:lnTo>
                  <a:lnTo>
                    <a:pt x="342256" y="39098"/>
                  </a:lnTo>
                  <a:lnTo>
                    <a:pt x="408686" y="48572"/>
                  </a:lnTo>
                  <a:lnTo>
                    <a:pt x="474342" y="58583"/>
                  </a:lnTo>
                  <a:lnTo>
                    <a:pt x="539180" y="69127"/>
                  </a:lnTo>
                  <a:lnTo>
                    <a:pt x="603159" y="80194"/>
                  </a:lnTo>
                  <a:lnTo>
                    <a:pt x="666237" y="91780"/>
                  </a:lnTo>
                  <a:lnTo>
                    <a:pt x="728372" y="103875"/>
                  </a:lnTo>
                  <a:lnTo>
                    <a:pt x="789526" y="116472"/>
                  </a:lnTo>
                  <a:lnTo>
                    <a:pt x="849658" y="129564"/>
                  </a:lnTo>
                  <a:lnTo>
                    <a:pt x="908730" y="143141"/>
                  </a:lnTo>
                  <a:lnTo>
                    <a:pt x="966702" y="157194"/>
                  </a:lnTo>
                  <a:lnTo>
                    <a:pt x="1023538" y="171715"/>
                  </a:lnTo>
                  <a:lnTo>
                    <a:pt x="1079201" y="186695"/>
                  </a:lnTo>
                  <a:lnTo>
                    <a:pt x="1133654" y="202122"/>
                  </a:lnTo>
                  <a:lnTo>
                    <a:pt x="1186863" y="217988"/>
                  </a:lnTo>
                  <a:lnTo>
                    <a:pt x="1238793" y="234283"/>
                  </a:lnTo>
                  <a:lnTo>
                    <a:pt x="1289410" y="250995"/>
                  </a:lnTo>
                  <a:lnTo>
                    <a:pt x="1338681" y="268114"/>
                  </a:lnTo>
                  <a:lnTo>
                    <a:pt x="1386575" y="285628"/>
                  </a:lnTo>
                  <a:lnTo>
                    <a:pt x="1433061" y="303527"/>
                  </a:lnTo>
                </a:path>
              </a:pathLst>
            </a:custGeom>
            <a:ln w="25400">
              <a:solidFill>
                <a:srgbClr val="070154"/>
              </a:solidFill>
              <a:prstDash val="solid"/>
            </a:ln>
          </p:spPr>
        </p:sp>
        <p:sp>
          <p:nvSpPr>
            <p:cNvPr id="79" name="node05.items.source-001.arc.cap-1"/>
            <p:cNvSpPr/>
            <p:nvPr/>
          </p:nvSpPr>
          <p:spPr>
            <a:xfrm>
              <a:off x="8699734" y="3908922"/>
              <a:ext cx="25400" cy="25400"/>
            </a:xfrm>
            <a:prstGeom prst="ellipse">
              <a:avLst/>
            </a:prstGeom>
            <a:solidFill>
              <a:srgbClr val="070154"/>
            </a:solidFill>
            <a:ln>
              <a:noFill/>
            </a:ln>
          </p:spPr>
        </p:sp>
        <p:sp>
          <p:nvSpPr>
            <p:cNvPr id="80" name="node05.items.source-001.arc.cap-2"/>
            <p:cNvSpPr/>
            <p:nvPr/>
          </p:nvSpPr>
          <p:spPr>
            <a:xfrm>
              <a:off x="10132795" y="4212449"/>
              <a:ext cx="25400" cy="25400"/>
            </a:xfrm>
            <a:prstGeom prst="ellipse">
              <a:avLst/>
            </a:prstGeom>
            <a:solidFill>
              <a:srgbClr val="070154"/>
            </a:solidFill>
            <a:ln>
              <a:noFill/>
            </a:ln>
          </p:spPr>
        </p:sp>
        <p:sp>
          <p:nvSpPr>
            <p:cNvPr id="81" name="node05.items.source-001.arc.arrow-1"/>
            <p:cNvSpPr/>
            <p:nvPr/>
          </p:nvSpPr>
          <p:spPr>
            <a:xfrm>
              <a:off x="10032196" y="4225149"/>
              <a:ext cx="113299" cy="15095"/>
            </a:xfrm>
            <a:custGeom>
              <a:avLst/>
              <a:gdLst/>
              <a:ahLst/>
              <a:cxnLst/>
              <a:rect l="l" t="t" r="r" b="b"/>
              <a:pathLst>
                <a:path w="113299" h="15095">
                  <a:moveTo>
                    <a:pt x="113299" y="0"/>
                  </a:moveTo>
                  <a:lnTo>
                    <a:pt x="0" y="15095"/>
                  </a:lnTo>
                </a:path>
              </a:pathLst>
            </a:custGeom>
            <a:ln w="25400">
              <a:solidFill>
                <a:srgbClr val="070154"/>
              </a:solidFill>
              <a:prstDash val="solid"/>
            </a:ln>
          </p:spPr>
        </p:sp>
        <p:sp>
          <p:nvSpPr>
            <p:cNvPr id="82" name="node05.items.source-001.arc.arrow-1.cap-1"/>
            <p:cNvSpPr/>
            <p:nvPr/>
          </p:nvSpPr>
          <p:spPr>
            <a:xfrm>
              <a:off x="10132795" y="4212449"/>
              <a:ext cx="25400" cy="25400"/>
            </a:xfrm>
            <a:prstGeom prst="ellipse">
              <a:avLst/>
            </a:prstGeom>
            <a:solidFill>
              <a:srgbClr val="070154"/>
            </a:solidFill>
            <a:ln>
              <a:noFill/>
            </a:ln>
          </p:spPr>
        </p:sp>
        <p:sp>
          <p:nvSpPr>
            <p:cNvPr id="83" name="node05.items.source-001.arc.arrow-1.cap-2"/>
            <p:cNvSpPr/>
            <p:nvPr/>
          </p:nvSpPr>
          <p:spPr>
            <a:xfrm>
              <a:off x="10019496" y="4227545"/>
              <a:ext cx="25400" cy="25400"/>
            </a:xfrm>
            <a:prstGeom prst="ellipse">
              <a:avLst/>
            </a:prstGeom>
            <a:solidFill>
              <a:srgbClr val="070154"/>
            </a:solidFill>
            <a:ln>
              <a:noFill/>
            </a:ln>
          </p:spPr>
        </p:sp>
        <p:sp>
          <p:nvSpPr>
            <p:cNvPr id="84" name="node05.items.source-001.arc.arrow-2"/>
            <p:cNvSpPr/>
            <p:nvPr/>
          </p:nvSpPr>
          <p:spPr>
            <a:xfrm>
              <a:off x="10071577" y="4137968"/>
              <a:ext cx="73918" cy="87182"/>
            </a:xfrm>
            <a:custGeom>
              <a:avLst/>
              <a:gdLst/>
              <a:ahLst/>
              <a:cxnLst/>
              <a:rect l="l" t="t" r="r" b="b"/>
              <a:pathLst>
                <a:path w="73918" h="87182">
                  <a:moveTo>
                    <a:pt x="73918" y="87182"/>
                  </a:moveTo>
                  <a:lnTo>
                    <a:pt x="0" y="0"/>
                  </a:lnTo>
                </a:path>
              </a:pathLst>
            </a:custGeom>
            <a:ln w="25400">
              <a:solidFill>
                <a:srgbClr val="070154"/>
              </a:solidFill>
              <a:prstDash val="solid"/>
            </a:ln>
          </p:spPr>
        </p:sp>
        <p:sp>
          <p:nvSpPr>
            <p:cNvPr id="85" name="node05.items.source-001.arc.arrow-2.cap-1"/>
            <p:cNvSpPr/>
            <p:nvPr/>
          </p:nvSpPr>
          <p:spPr>
            <a:xfrm>
              <a:off x="10132795" y="4212449"/>
              <a:ext cx="25400" cy="25400"/>
            </a:xfrm>
            <a:prstGeom prst="ellipse">
              <a:avLst/>
            </a:prstGeom>
            <a:solidFill>
              <a:srgbClr val="070154"/>
            </a:solidFill>
            <a:ln>
              <a:noFill/>
            </a:ln>
          </p:spPr>
        </p:sp>
        <p:sp>
          <p:nvSpPr>
            <p:cNvPr id="86" name="node05.items.source-001.arc.arrow-2.cap-2"/>
            <p:cNvSpPr/>
            <p:nvPr/>
          </p:nvSpPr>
          <p:spPr>
            <a:xfrm>
              <a:off x="10058877" y="4125268"/>
              <a:ext cx="25400" cy="25400"/>
            </a:xfrm>
            <a:prstGeom prst="ellipse">
              <a:avLst/>
            </a:prstGeom>
            <a:solidFill>
              <a:srgbClr val="070154"/>
            </a:solidFill>
            <a:ln>
              <a:noFill/>
            </a:ln>
          </p:spPr>
        </p:sp>
        <p:sp>
          <p:nvSpPr>
            <p:cNvPr id="87" name="node05.items.source-002.arc"/>
            <p:cNvSpPr/>
            <p:nvPr/>
          </p:nvSpPr>
          <p:spPr>
            <a:xfrm>
              <a:off x="10236566" y="4848456"/>
              <a:ext cx="541818" cy="489615"/>
            </a:xfrm>
            <a:custGeom>
              <a:avLst/>
              <a:gdLst/>
              <a:ahLst/>
              <a:cxnLst/>
              <a:rect l="l" t="t" r="r" b="b"/>
              <a:pathLst>
                <a:path w="541818" h="489615">
                  <a:moveTo>
                    <a:pt x="541818" y="0"/>
                  </a:moveTo>
                  <a:lnTo>
                    <a:pt x="537408" y="21898"/>
                  </a:lnTo>
                  <a:lnTo>
                    <a:pt x="531356" y="43756"/>
                  </a:lnTo>
                  <a:lnTo>
                    <a:pt x="523668" y="65561"/>
                  </a:lnTo>
                  <a:lnTo>
                    <a:pt x="514347" y="87301"/>
                  </a:lnTo>
                  <a:lnTo>
                    <a:pt x="503398" y="108963"/>
                  </a:lnTo>
                  <a:lnTo>
                    <a:pt x="490828" y="130535"/>
                  </a:lnTo>
                  <a:lnTo>
                    <a:pt x="476644" y="152004"/>
                  </a:lnTo>
                  <a:lnTo>
                    <a:pt x="460854" y="173357"/>
                  </a:lnTo>
                  <a:lnTo>
                    <a:pt x="443467" y="194584"/>
                  </a:lnTo>
                  <a:lnTo>
                    <a:pt x="424494" y="215671"/>
                  </a:lnTo>
                  <a:lnTo>
                    <a:pt x="403945" y="236606"/>
                  </a:lnTo>
                  <a:lnTo>
                    <a:pt x="381832" y="257377"/>
                  </a:lnTo>
                  <a:lnTo>
                    <a:pt x="358168" y="277972"/>
                  </a:lnTo>
                  <a:lnTo>
                    <a:pt x="332966" y="298380"/>
                  </a:lnTo>
                  <a:lnTo>
                    <a:pt x="306241" y="318589"/>
                  </a:lnTo>
                  <a:lnTo>
                    <a:pt x="278008" y="338586"/>
                  </a:lnTo>
                  <a:lnTo>
                    <a:pt x="248284" y="358361"/>
                  </a:lnTo>
                  <a:lnTo>
                    <a:pt x="217086" y="377902"/>
                  </a:lnTo>
                  <a:lnTo>
                    <a:pt x="184431" y="397198"/>
                  </a:lnTo>
                  <a:lnTo>
                    <a:pt x="150339" y="416237"/>
                  </a:lnTo>
                  <a:lnTo>
                    <a:pt x="114829" y="435009"/>
                  </a:lnTo>
                  <a:lnTo>
                    <a:pt x="77922" y="453503"/>
                  </a:lnTo>
                  <a:lnTo>
                    <a:pt x="39638" y="471709"/>
                  </a:lnTo>
                  <a:lnTo>
                    <a:pt x="0" y="489615"/>
                  </a:lnTo>
                </a:path>
              </a:pathLst>
            </a:custGeom>
            <a:ln w="25400">
              <a:solidFill>
                <a:srgbClr val="070154"/>
              </a:solidFill>
              <a:prstDash val="solid"/>
            </a:ln>
          </p:spPr>
        </p:sp>
        <p:sp>
          <p:nvSpPr>
            <p:cNvPr id="88" name="node05.items.source-002.arc.cap-1"/>
            <p:cNvSpPr/>
            <p:nvPr/>
          </p:nvSpPr>
          <p:spPr>
            <a:xfrm>
              <a:off x="10765684" y="4835756"/>
              <a:ext cx="25400" cy="25400"/>
            </a:xfrm>
            <a:prstGeom prst="ellipse">
              <a:avLst/>
            </a:prstGeom>
            <a:solidFill>
              <a:srgbClr val="070154"/>
            </a:solidFill>
            <a:ln>
              <a:noFill/>
            </a:ln>
          </p:spPr>
        </p:sp>
        <p:sp>
          <p:nvSpPr>
            <p:cNvPr id="89" name="node05.items.source-002.arc.cap-2"/>
            <p:cNvSpPr/>
            <p:nvPr/>
          </p:nvSpPr>
          <p:spPr>
            <a:xfrm>
              <a:off x="10223866" y="5325371"/>
              <a:ext cx="25400" cy="25400"/>
            </a:xfrm>
            <a:prstGeom prst="ellipse">
              <a:avLst/>
            </a:prstGeom>
            <a:solidFill>
              <a:srgbClr val="070154"/>
            </a:solidFill>
            <a:ln>
              <a:noFill/>
            </a:ln>
          </p:spPr>
        </p:sp>
        <p:sp>
          <p:nvSpPr>
            <p:cNvPr id="90" name="node05.items.source-002.arc.arrow-1"/>
            <p:cNvSpPr/>
            <p:nvPr/>
          </p:nvSpPr>
          <p:spPr>
            <a:xfrm>
              <a:off x="10236566" y="5246836"/>
              <a:ext cx="68853" cy="91234"/>
            </a:xfrm>
            <a:custGeom>
              <a:avLst/>
              <a:gdLst/>
              <a:ahLst/>
              <a:cxnLst/>
              <a:rect l="l" t="t" r="r" b="b"/>
              <a:pathLst>
                <a:path w="68853" h="91234">
                  <a:moveTo>
                    <a:pt x="0" y="91234"/>
                  </a:moveTo>
                  <a:lnTo>
                    <a:pt x="68853" y="0"/>
                  </a:lnTo>
                </a:path>
              </a:pathLst>
            </a:custGeom>
            <a:ln w="25400">
              <a:solidFill>
                <a:srgbClr val="070154"/>
              </a:solidFill>
              <a:prstDash val="solid"/>
            </a:ln>
          </p:spPr>
        </p:sp>
        <p:sp>
          <p:nvSpPr>
            <p:cNvPr id="91" name="node05.items.source-002.arc.arrow-1.cap-1"/>
            <p:cNvSpPr/>
            <p:nvPr/>
          </p:nvSpPr>
          <p:spPr>
            <a:xfrm>
              <a:off x="10223866" y="5325371"/>
              <a:ext cx="25400" cy="25400"/>
            </a:xfrm>
            <a:prstGeom prst="ellipse">
              <a:avLst/>
            </a:prstGeom>
            <a:solidFill>
              <a:srgbClr val="070154"/>
            </a:solidFill>
            <a:ln>
              <a:noFill/>
            </a:ln>
          </p:spPr>
        </p:sp>
        <p:sp>
          <p:nvSpPr>
            <p:cNvPr id="92" name="node05.items.source-002.arc.arrow-1.cap-2"/>
            <p:cNvSpPr/>
            <p:nvPr/>
          </p:nvSpPr>
          <p:spPr>
            <a:xfrm>
              <a:off x="10292719" y="5234136"/>
              <a:ext cx="25400" cy="25400"/>
            </a:xfrm>
            <a:prstGeom prst="ellipse">
              <a:avLst/>
            </a:prstGeom>
            <a:solidFill>
              <a:srgbClr val="070154"/>
            </a:solidFill>
            <a:ln>
              <a:noFill/>
            </a:ln>
          </p:spPr>
        </p:sp>
        <p:sp>
          <p:nvSpPr>
            <p:cNvPr id="93" name="node05.items.source-002.arc.arrow-2"/>
            <p:cNvSpPr/>
            <p:nvPr/>
          </p:nvSpPr>
          <p:spPr>
            <a:xfrm>
              <a:off x="10236566" y="5338071"/>
              <a:ext cx="113973" cy="8644"/>
            </a:xfrm>
            <a:custGeom>
              <a:avLst/>
              <a:gdLst/>
              <a:ahLst/>
              <a:cxnLst/>
              <a:rect l="l" t="t" r="r" b="b"/>
              <a:pathLst>
                <a:path w="113973" h="8644">
                  <a:moveTo>
                    <a:pt x="0" y="0"/>
                  </a:moveTo>
                  <a:lnTo>
                    <a:pt x="113973" y="8644"/>
                  </a:lnTo>
                </a:path>
              </a:pathLst>
            </a:custGeom>
            <a:ln w="25400">
              <a:solidFill>
                <a:srgbClr val="070154"/>
              </a:solidFill>
              <a:prstDash val="solid"/>
            </a:ln>
          </p:spPr>
        </p:sp>
        <p:sp>
          <p:nvSpPr>
            <p:cNvPr id="94" name="node05.items.source-002.arc.arrow-2.cap-1"/>
            <p:cNvSpPr/>
            <p:nvPr/>
          </p:nvSpPr>
          <p:spPr>
            <a:xfrm>
              <a:off x="10223866" y="5325371"/>
              <a:ext cx="25400" cy="25400"/>
            </a:xfrm>
            <a:prstGeom prst="ellipse">
              <a:avLst/>
            </a:prstGeom>
            <a:solidFill>
              <a:srgbClr val="070154"/>
            </a:solidFill>
            <a:ln>
              <a:noFill/>
            </a:ln>
          </p:spPr>
        </p:sp>
        <p:sp>
          <p:nvSpPr>
            <p:cNvPr id="95" name="node05.items.source-002.arc.arrow-2.cap-2"/>
            <p:cNvSpPr/>
            <p:nvPr/>
          </p:nvSpPr>
          <p:spPr>
            <a:xfrm>
              <a:off x="10337839" y="5334015"/>
              <a:ext cx="25400" cy="25400"/>
            </a:xfrm>
            <a:prstGeom prst="ellipse">
              <a:avLst/>
            </a:prstGeom>
            <a:solidFill>
              <a:srgbClr val="070154"/>
            </a:solidFill>
            <a:ln>
              <a:noFill/>
            </a:ln>
          </p:spPr>
        </p:sp>
        <p:sp>
          <p:nvSpPr>
            <p:cNvPr id="96" name="node05.items.source-003.arc"/>
            <p:cNvSpPr/>
            <p:nvPr/>
          </p:nvSpPr>
          <p:spPr>
            <a:xfrm>
              <a:off x="7330692" y="5670246"/>
              <a:ext cx="1477124" cy="44719"/>
            </a:xfrm>
            <a:custGeom>
              <a:avLst/>
              <a:gdLst/>
              <a:ahLst/>
              <a:cxnLst/>
              <a:rect l="l" t="t" r="r" b="b"/>
              <a:pathLst>
                <a:path w="1477124" h="44719">
                  <a:moveTo>
                    <a:pt x="1477124" y="0"/>
                  </a:moveTo>
                  <a:lnTo>
                    <a:pt x="1417628" y="5957"/>
                  </a:lnTo>
                  <a:lnTo>
                    <a:pt x="1357741" y="11498"/>
                  </a:lnTo>
                  <a:lnTo>
                    <a:pt x="1297491" y="16619"/>
                  </a:lnTo>
                  <a:lnTo>
                    <a:pt x="1236905" y="21318"/>
                  </a:lnTo>
                  <a:lnTo>
                    <a:pt x="1176014" y="25593"/>
                  </a:lnTo>
                  <a:lnTo>
                    <a:pt x="1114846" y="29442"/>
                  </a:lnTo>
                  <a:lnTo>
                    <a:pt x="1053430" y="32863"/>
                  </a:lnTo>
                  <a:lnTo>
                    <a:pt x="991795" y="35855"/>
                  </a:lnTo>
                  <a:lnTo>
                    <a:pt x="929971" y="38416"/>
                  </a:lnTo>
                  <a:lnTo>
                    <a:pt x="867987" y="40544"/>
                  </a:lnTo>
                  <a:lnTo>
                    <a:pt x="805873" y="42239"/>
                  </a:lnTo>
                  <a:lnTo>
                    <a:pt x="743658" y="43501"/>
                  </a:lnTo>
                  <a:lnTo>
                    <a:pt x="681371" y="44327"/>
                  </a:lnTo>
                  <a:lnTo>
                    <a:pt x="619044" y="44719"/>
                  </a:lnTo>
                  <a:lnTo>
                    <a:pt x="556704" y="44676"/>
                  </a:lnTo>
                  <a:lnTo>
                    <a:pt x="494382" y="44197"/>
                  </a:lnTo>
                  <a:lnTo>
                    <a:pt x="432108" y="43283"/>
                  </a:lnTo>
                  <a:lnTo>
                    <a:pt x="369911" y="41935"/>
                  </a:lnTo>
                  <a:lnTo>
                    <a:pt x="307820" y="40153"/>
                  </a:lnTo>
                  <a:lnTo>
                    <a:pt x="245866" y="37938"/>
                  </a:lnTo>
                  <a:lnTo>
                    <a:pt x="184077" y="35291"/>
                  </a:lnTo>
                  <a:lnTo>
                    <a:pt x="122484" y="32213"/>
                  </a:lnTo>
                  <a:lnTo>
                    <a:pt x="61115" y="28707"/>
                  </a:lnTo>
                  <a:lnTo>
                    <a:pt x="0" y="24772"/>
                  </a:lnTo>
                </a:path>
              </a:pathLst>
            </a:custGeom>
            <a:ln w="25400">
              <a:solidFill>
                <a:srgbClr val="070154"/>
              </a:solidFill>
              <a:prstDash val="solid"/>
            </a:ln>
          </p:spPr>
        </p:sp>
        <p:sp>
          <p:nvSpPr>
            <p:cNvPr id="97" name="node05.items.source-003.arc.cap-1"/>
            <p:cNvSpPr/>
            <p:nvPr/>
          </p:nvSpPr>
          <p:spPr>
            <a:xfrm>
              <a:off x="8795116" y="5657546"/>
              <a:ext cx="25400" cy="25400"/>
            </a:xfrm>
            <a:prstGeom prst="ellipse">
              <a:avLst/>
            </a:prstGeom>
            <a:solidFill>
              <a:srgbClr val="070154"/>
            </a:solidFill>
            <a:ln>
              <a:noFill/>
            </a:ln>
          </p:spPr>
        </p:sp>
        <p:sp>
          <p:nvSpPr>
            <p:cNvPr id="98" name="node05.items.source-003.arc.cap-2"/>
            <p:cNvSpPr/>
            <p:nvPr/>
          </p:nvSpPr>
          <p:spPr>
            <a:xfrm>
              <a:off x="7317992" y="5682318"/>
              <a:ext cx="25400" cy="25400"/>
            </a:xfrm>
            <a:prstGeom prst="ellipse">
              <a:avLst/>
            </a:prstGeom>
            <a:solidFill>
              <a:srgbClr val="070154"/>
            </a:solidFill>
            <a:ln>
              <a:noFill/>
            </a:ln>
          </p:spPr>
        </p:sp>
        <p:sp>
          <p:nvSpPr>
            <p:cNvPr id="99" name="node05.items.source-003.arc.arrow-1"/>
            <p:cNvSpPr/>
            <p:nvPr/>
          </p:nvSpPr>
          <p:spPr>
            <a:xfrm>
              <a:off x="7330692" y="5646777"/>
              <a:ext cx="103621" cy="48241"/>
            </a:xfrm>
            <a:custGeom>
              <a:avLst/>
              <a:gdLst/>
              <a:ahLst/>
              <a:cxnLst/>
              <a:rect l="l" t="t" r="r" b="b"/>
              <a:pathLst>
                <a:path w="103621" h="48241">
                  <a:moveTo>
                    <a:pt x="0" y="48241"/>
                  </a:moveTo>
                  <a:lnTo>
                    <a:pt x="103621" y="0"/>
                  </a:lnTo>
                </a:path>
              </a:pathLst>
            </a:custGeom>
            <a:ln w="25400">
              <a:solidFill>
                <a:srgbClr val="070154"/>
              </a:solidFill>
              <a:prstDash val="solid"/>
            </a:ln>
          </p:spPr>
        </p:sp>
        <p:sp>
          <p:nvSpPr>
            <p:cNvPr id="100" name="node05.items.source-003.arc.arrow-1.cap-1"/>
            <p:cNvSpPr/>
            <p:nvPr/>
          </p:nvSpPr>
          <p:spPr>
            <a:xfrm>
              <a:off x="7317992" y="5682318"/>
              <a:ext cx="25400" cy="25400"/>
            </a:xfrm>
            <a:prstGeom prst="ellipse">
              <a:avLst/>
            </a:prstGeom>
            <a:solidFill>
              <a:srgbClr val="070154"/>
            </a:solidFill>
            <a:ln>
              <a:noFill/>
            </a:ln>
          </p:spPr>
        </p:sp>
        <p:sp>
          <p:nvSpPr>
            <p:cNvPr id="101" name="node05.items.source-003.arc.arrow-1.cap-2"/>
            <p:cNvSpPr/>
            <p:nvPr/>
          </p:nvSpPr>
          <p:spPr>
            <a:xfrm>
              <a:off x="7421613" y="5634077"/>
              <a:ext cx="25400" cy="25400"/>
            </a:xfrm>
            <a:prstGeom prst="ellipse">
              <a:avLst/>
            </a:prstGeom>
            <a:solidFill>
              <a:srgbClr val="070154"/>
            </a:solidFill>
            <a:ln>
              <a:noFill/>
            </a:ln>
          </p:spPr>
        </p:sp>
        <p:sp>
          <p:nvSpPr>
            <p:cNvPr id="102" name="node05.items.source-003.arc.arrow-2"/>
            <p:cNvSpPr/>
            <p:nvPr/>
          </p:nvSpPr>
          <p:spPr>
            <a:xfrm>
              <a:off x="7330692" y="5695018"/>
              <a:ext cx="96580" cy="61129"/>
            </a:xfrm>
            <a:custGeom>
              <a:avLst/>
              <a:gdLst/>
              <a:ahLst/>
              <a:cxnLst/>
              <a:rect l="l" t="t" r="r" b="b"/>
              <a:pathLst>
                <a:path w="96580" h="61129">
                  <a:moveTo>
                    <a:pt x="0" y="0"/>
                  </a:moveTo>
                  <a:lnTo>
                    <a:pt x="96580" y="61129"/>
                  </a:lnTo>
                </a:path>
              </a:pathLst>
            </a:custGeom>
            <a:ln w="25400">
              <a:solidFill>
                <a:srgbClr val="070154"/>
              </a:solidFill>
              <a:prstDash val="solid"/>
            </a:ln>
          </p:spPr>
        </p:sp>
        <p:sp>
          <p:nvSpPr>
            <p:cNvPr id="103" name="node05.items.source-003.arc.arrow-2.cap-1"/>
            <p:cNvSpPr/>
            <p:nvPr/>
          </p:nvSpPr>
          <p:spPr>
            <a:xfrm>
              <a:off x="7317992" y="5682318"/>
              <a:ext cx="25400" cy="25400"/>
            </a:xfrm>
            <a:prstGeom prst="ellipse">
              <a:avLst/>
            </a:prstGeom>
            <a:solidFill>
              <a:srgbClr val="070154"/>
            </a:solidFill>
            <a:ln>
              <a:noFill/>
            </a:ln>
          </p:spPr>
        </p:sp>
        <p:sp>
          <p:nvSpPr>
            <p:cNvPr id="104" name="node05.items.source-003.arc.arrow-2.cap-2"/>
            <p:cNvSpPr/>
            <p:nvPr/>
          </p:nvSpPr>
          <p:spPr>
            <a:xfrm>
              <a:off x="7414572" y="5743448"/>
              <a:ext cx="25400" cy="25400"/>
            </a:xfrm>
            <a:prstGeom prst="ellipse">
              <a:avLst/>
            </a:prstGeom>
            <a:solidFill>
              <a:srgbClr val="070154"/>
            </a:solidFill>
            <a:ln>
              <a:noFill/>
            </a:ln>
          </p:spPr>
        </p:sp>
        <p:sp>
          <p:nvSpPr>
            <p:cNvPr id="105" name="node05.items.source-004.arc"/>
            <p:cNvSpPr/>
            <p:nvPr/>
          </p:nvSpPr>
          <p:spPr>
            <a:xfrm>
              <a:off x="5088599" y="4912037"/>
              <a:ext cx="361533" cy="345763"/>
            </a:xfrm>
            <a:custGeom>
              <a:avLst/>
              <a:gdLst/>
              <a:ahLst/>
              <a:cxnLst/>
              <a:rect l="l" t="t" r="r" b="b"/>
              <a:pathLst>
                <a:path w="361533" h="345763">
                  <a:moveTo>
                    <a:pt x="361533" y="345763"/>
                  </a:moveTo>
                  <a:lnTo>
                    <a:pt x="337983" y="332454"/>
                  </a:lnTo>
                  <a:lnTo>
                    <a:pt x="315132" y="319021"/>
                  </a:lnTo>
                  <a:lnTo>
                    <a:pt x="292986" y="305468"/>
                  </a:lnTo>
                  <a:lnTo>
                    <a:pt x="271551" y="291798"/>
                  </a:lnTo>
                  <a:lnTo>
                    <a:pt x="250834" y="278016"/>
                  </a:lnTo>
                  <a:lnTo>
                    <a:pt x="230841" y="264124"/>
                  </a:lnTo>
                  <a:lnTo>
                    <a:pt x="211576" y="250127"/>
                  </a:lnTo>
                  <a:lnTo>
                    <a:pt x="193045" y="236030"/>
                  </a:lnTo>
                  <a:lnTo>
                    <a:pt x="175254" y="221834"/>
                  </a:lnTo>
                  <a:lnTo>
                    <a:pt x="158207" y="207546"/>
                  </a:lnTo>
                  <a:lnTo>
                    <a:pt x="141910" y="193169"/>
                  </a:lnTo>
                  <a:lnTo>
                    <a:pt x="126366" y="178706"/>
                  </a:lnTo>
                  <a:lnTo>
                    <a:pt x="111580" y="164162"/>
                  </a:lnTo>
                  <a:lnTo>
                    <a:pt x="97557" y="149541"/>
                  </a:lnTo>
                  <a:lnTo>
                    <a:pt x="84299" y="134847"/>
                  </a:lnTo>
                  <a:lnTo>
                    <a:pt x="71812" y="120084"/>
                  </a:lnTo>
                  <a:lnTo>
                    <a:pt x="60097" y="105257"/>
                  </a:lnTo>
                  <a:lnTo>
                    <a:pt x="49160" y="90368"/>
                  </a:lnTo>
                  <a:lnTo>
                    <a:pt x="39002" y="75424"/>
                  </a:lnTo>
                  <a:lnTo>
                    <a:pt x="29627" y="60427"/>
                  </a:lnTo>
                  <a:lnTo>
                    <a:pt x="21037" y="45382"/>
                  </a:lnTo>
                  <a:lnTo>
                    <a:pt x="13234" y="30293"/>
                  </a:lnTo>
                  <a:lnTo>
                    <a:pt x="6221" y="15164"/>
                  </a:lnTo>
                  <a:lnTo>
                    <a:pt x="0" y="0"/>
                  </a:lnTo>
                </a:path>
              </a:pathLst>
            </a:custGeom>
            <a:ln w="25400">
              <a:solidFill>
                <a:srgbClr val="070154"/>
              </a:solidFill>
              <a:prstDash val="solid"/>
            </a:ln>
          </p:spPr>
        </p:sp>
        <p:sp>
          <p:nvSpPr>
            <p:cNvPr id="106" name="node05.items.source-004.arc.cap-1"/>
            <p:cNvSpPr/>
            <p:nvPr/>
          </p:nvSpPr>
          <p:spPr>
            <a:xfrm>
              <a:off x="5437432" y="5245100"/>
              <a:ext cx="25400" cy="25400"/>
            </a:xfrm>
            <a:prstGeom prst="ellipse">
              <a:avLst/>
            </a:prstGeom>
            <a:solidFill>
              <a:srgbClr val="070154"/>
            </a:solidFill>
            <a:ln>
              <a:noFill/>
            </a:ln>
          </p:spPr>
        </p:sp>
        <p:sp>
          <p:nvSpPr>
            <p:cNvPr id="107" name="node05.items.source-004.arc.cap-2"/>
            <p:cNvSpPr/>
            <p:nvPr/>
          </p:nvSpPr>
          <p:spPr>
            <a:xfrm>
              <a:off x="5075899" y="4899337"/>
              <a:ext cx="25400" cy="25400"/>
            </a:xfrm>
            <a:prstGeom prst="ellipse">
              <a:avLst/>
            </a:prstGeom>
            <a:solidFill>
              <a:srgbClr val="070154"/>
            </a:solidFill>
            <a:ln>
              <a:noFill/>
            </a:ln>
          </p:spPr>
        </p:sp>
        <p:sp>
          <p:nvSpPr>
            <p:cNvPr id="108" name="node05.items.source-004.arc.arrow-1"/>
            <p:cNvSpPr/>
            <p:nvPr/>
          </p:nvSpPr>
          <p:spPr>
            <a:xfrm>
              <a:off x="5088599" y="4912037"/>
              <a:ext cx="88770" cy="72002"/>
            </a:xfrm>
            <a:custGeom>
              <a:avLst/>
              <a:gdLst/>
              <a:ahLst/>
              <a:cxnLst/>
              <a:rect l="l" t="t" r="r" b="b"/>
              <a:pathLst>
                <a:path w="88770" h="72002">
                  <a:moveTo>
                    <a:pt x="0" y="0"/>
                  </a:moveTo>
                  <a:lnTo>
                    <a:pt x="88770" y="72002"/>
                  </a:lnTo>
                </a:path>
              </a:pathLst>
            </a:custGeom>
            <a:ln w="25400">
              <a:solidFill>
                <a:srgbClr val="070154"/>
              </a:solidFill>
              <a:prstDash val="solid"/>
            </a:ln>
          </p:spPr>
        </p:sp>
        <p:sp>
          <p:nvSpPr>
            <p:cNvPr id="109" name="node05.items.source-004.arc.arrow-1.cap-1"/>
            <p:cNvSpPr/>
            <p:nvPr/>
          </p:nvSpPr>
          <p:spPr>
            <a:xfrm>
              <a:off x="5075899" y="4899337"/>
              <a:ext cx="25400" cy="25400"/>
            </a:xfrm>
            <a:prstGeom prst="ellipse">
              <a:avLst/>
            </a:prstGeom>
            <a:solidFill>
              <a:srgbClr val="070154"/>
            </a:solidFill>
            <a:ln>
              <a:noFill/>
            </a:ln>
          </p:spPr>
        </p:sp>
        <p:sp>
          <p:nvSpPr>
            <p:cNvPr id="110" name="node05.items.source-004.arc.arrow-1.cap-2"/>
            <p:cNvSpPr/>
            <p:nvPr/>
          </p:nvSpPr>
          <p:spPr>
            <a:xfrm>
              <a:off x="5164670" y="4971340"/>
              <a:ext cx="25400" cy="25400"/>
            </a:xfrm>
            <a:prstGeom prst="ellipse">
              <a:avLst/>
            </a:prstGeom>
            <a:solidFill>
              <a:srgbClr val="070154"/>
            </a:solidFill>
            <a:ln>
              <a:noFill/>
            </a:ln>
          </p:spPr>
        </p:sp>
        <p:sp>
          <p:nvSpPr>
            <p:cNvPr id="111" name="node05.items.source-004.arc.arrow-2"/>
            <p:cNvSpPr/>
            <p:nvPr/>
          </p:nvSpPr>
          <p:spPr>
            <a:xfrm>
              <a:off x="5075974" y="4912037"/>
              <a:ext cx="12625" cy="113601"/>
            </a:xfrm>
            <a:custGeom>
              <a:avLst/>
              <a:gdLst/>
              <a:ahLst/>
              <a:cxnLst/>
              <a:rect l="l" t="t" r="r" b="b"/>
              <a:pathLst>
                <a:path w="12625" h="113601">
                  <a:moveTo>
                    <a:pt x="12625" y="0"/>
                  </a:moveTo>
                  <a:lnTo>
                    <a:pt x="0" y="113601"/>
                  </a:lnTo>
                </a:path>
              </a:pathLst>
            </a:custGeom>
            <a:ln w="25400">
              <a:solidFill>
                <a:srgbClr val="070154"/>
              </a:solidFill>
              <a:prstDash val="solid"/>
            </a:ln>
          </p:spPr>
        </p:sp>
        <p:sp>
          <p:nvSpPr>
            <p:cNvPr id="112" name="node05.items.source-004.arc.arrow-2.cap-1"/>
            <p:cNvSpPr/>
            <p:nvPr/>
          </p:nvSpPr>
          <p:spPr>
            <a:xfrm>
              <a:off x="5075899" y="4899337"/>
              <a:ext cx="25400" cy="25400"/>
            </a:xfrm>
            <a:prstGeom prst="ellipse">
              <a:avLst/>
            </a:prstGeom>
            <a:solidFill>
              <a:srgbClr val="070154"/>
            </a:solidFill>
            <a:ln>
              <a:noFill/>
            </a:ln>
          </p:spPr>
        </p:sp>
        <p:sp>
          <p:nvSpPr>
            <p:cNvPr id="113" name="node05.items.source-004.arc.arrow-2.cap-2"/>
            <p:cNvSpPr/>
            <p:nvPr/>
          </p:nvSpPr>
          <p:spPr>
            <a:xfrm>
              <a:off x="5063274" y="5012938"/>
              <a:ext cx="25400" cy="25400"/>
            </a:xfrm>
            <a:prstGeom prst="ellipse">
              <a:avLst/>
            </a:prstGeom>
            <a:solidFill>
              <a:srgbClr val="070154"/>
            </a:solidFill>
            <a:ln>
              <a:noFill/>
            </a:ln>
          </p:spPr>
        </p:sp>
        <p:sp>
          <p:nvSpPr>
            <p:cNvPr id="114" name="node05.loops.source-001.curve"/>
            <p:cNvSpPr/>
            <p:nvPr/>
          </p:nvSpPr>
          <p:spPr>
            <a:xfrm>
              <a:off x="9587416" y="4822835"/>
              <a:ext cx="337578" cy="412730"/>
            </a:xfrm>
            <a:custGeom>
              <a:avLst/>
              <a:gdLst/>
              <a:ahLst/>
              <a:cxnLst/>
              <a:rect l="l" t="t" r="r" b="b"/>
              <a:pathLst>
                <a:path w="337578" h="412730">
                  <a:moveTo>
                    <a:pt x="552" y="412730"/>
                  </a:moveTo>
                  <a:quadBezTo>
                    <a:pt x="-13651" y="149215"/>
                    <a:pt x="337578" y="0"/>
                  </a:quadBezTo>
                </a:path>
              </a:pathLst>
            </a:custGeom>
            <a:ln w="19050">
              <a:solidFill>
                <a:srgbClr val="0047FF"/>
              </a:solidFill>
              <a:prstDash val="dash"/>
            </a:ln>
          </p:spPr>
        </p:sp>
        <p:sp>
          <p:nvSpPr>
            <p:cNvPr id="115" name="node05.loops.source-001.arrow-1"/>
            <p:cNvSpPr/>
            <p:nvPr/>
          </p:nvSpPr>
          <p:spPr>
            <a:xfrm>
              <a:off x="9855902" y="4822835"/>
              <a:ext cx="69091" cy="91054"/>
            </a:xfrm>
            <a:custGeom>
              <a:avLst/>
              <a:gdLst/>
              <a:ahLst/>
              <a:cxnLst/>
              <a:rect l="l" t="t" r="r" b="b"/>
              <a:pathLst>
                <a:path w="69091" h="91054">
                  <a:moveTo>
                    <a:pt x="69091" y="0"/>
                  </a:moveTo>
                  <a:lnTo>
                    <a:pt x="0" y="91054"/>
                  </a:lnTo>
                </a:path>
              </a:pathLst>
            </a:custGeom>
            <a:ln w="25400">
              <a:solidFill>
                <a:srgbClr val="0047FF"/>
              </a:solidFill>
              <a:prstDash val="solid"/>
            </a:ln>
          </p:spPr>
        </p:sp>
        <p:sp>
          <p:nvSpPr>
            <p:cNvPr id="116" name="node05.loops.source-001.arrow-1.cap-1"/>
            <p:cNvSpPr/>
            <p:nvPr/>
          </p:nvSpPr>
          <p:spPr>
            <a:xfrm>
              <a:off x="9912294" y="4810135"/>
              <a:ext cx="25400" cy="25400"/>
            </a:xfrm>
            <a:prstGeom prst="ellipse">
              <a:avLst/>
            </a:prstGeom>
            <a:solidFill>
              <a:srgbClr val="0047FF"/>
            </a:solidFill>
            <a:ln>
              <a:noFill/>
            </a:ln>
          </p:spPr>
        </p:sp>
        <p:sp>
          <p:nvSpPr>
            <p:cNvPr id="117" name="node05.loops.source-001.arrow-1.cap-2"/>
            <p:cNvSpPr/>
            <p:nvPr/>
          </p:nvSpPr>
          <p:spPr>
            <a:xfrm>
              <a:off x="9843202" y="4901189"/>
              <a:ext cx="25400" cy="25400"/>
            </a:xfrm>
            <a:prstGeom prst="ellipse">
              <a:avLst/>
            </a:prstGeom>
            <a:solidFill>
              <a:srgbClr val="0047FF"/>
            </a:solidFill>
            <a:ln>
              <a:noFill/>
            </a:ln>
          </p:spPr>
        </p:sp>
        <p:sp>
          <p:nvSpPr>
            <p:cNvPr id="118" name="node05.loops.source-001.arrow-2"/>
            <p:cNvSpPr/>
            <p:nvPr/>
          </p:nvSpPr>
          <p:spPr>
            <a:xfrm>
              <a:off x="9811044" y="4813893"/>
              <a:ext cx="113950" cy="8942"/>
            </a:xfrm>
            <a:custGeom>
              <a:avLst/>
              <a:gdLst/>
              <a:ahLst/>
              <a:cxnLst/>
              <a:rect l="l" t="t" r="r" b="b"/>
              <a:pathLst>
                <a:path w="113950" h="8942">
                  <a:moveTo>
                    <a:pt x="113950" y="8942"/>
                  </a:moveTo>
                  <a:lnTo>
                    <a:pt x="0" y="0"/>
                  </a:lnTo>
                </a:path>
              </a:pathLst>
            </a:custGeom>
            <a:ln w="25400">
              <a:solidFill>
                <a:srgbClr val="0047FF"/>
              </a:solidFill>
              <a:prstDash val="solid"/>
            </a:ln>
          </p:spPr>
        </p:sp>
        <p:sp>
          <p:nvSpPr>
            <p:cNvPr id="119" name="node05.loops.source-001.arrow-2.cap-1"/>
            <p:cNvSpPr/>
            <p:nvPr/>
          </p:nvSpPr>
          <p:spPr>
            <a:xfrm>
              <a:off x="9912294" y="4810135"/>
              <a:ext cx="25400" cy="25400"/>
            </a:xfrm>
            <a:prstGeom prst="ellipse">
              <a:avLst/>
            </a:prstGeom>
            <a:solidFill>
              <a:srgbClr val="0047FF"/>
            </a:solidFill>
            <a:ln>
              <a:noFill/>
            </a:ln>
          </p:spPr>
        </p:sp>
        <p:sp>
          <p:nvSpPr>
            <p:cNvPr id="120" name="node05.loops.source-001.arrow-2.cap-2"/>
            <p:cNvSpPr/>
            <p:nvPr/>
          </p:nvSpPr>
          <p:spPr>
            <a:xfrm>
              <a:off x="9798344" y="4801193"/>
              <a:ext cx="25400" cy="25400"/>
            </a:xfrm>
            <a:prstGeom prst="ellipse">
              <a:avLst/>
            </a:prstGeom>
            <a:solidFill>
              <a:srgbClr val="0047FF"/>
            </a:solidFill>
            <a:ln>
              <a:noFill/>
            </a:ln>
          </p:spPr>
        </p:sp>
        <p:sp>
          <p:nvSpPr>
            <p:cNvPr id="121" name="node05.loops.source-002.curve"/>
            <p:cNvSpPr/>
            <p:nvPr/>
          </p:nvSpPr>
          <p:spPr>
            <a:xfrm>
              <a:off x="6642548" y="4191000"/>
              <a:ext cx="1056106" cy="1044565"/>
            </a:xfrm>
            <a:custGeom>
              <a:avLst/>
              <a:gdLst/>
              <a:ahLst/>
              <a:cxnLst/>
              <a:rect l="l" t="t" r="r" b="b"/>
              <a:pathLst>
                <a:path w="1056106" h="1044565">
                  <a:moveTo>
                    <a:pt x="0" y="1044565"/>
                  </a:moveTo>
                  <a:quadBezTo>
                    <a:pt x="652403" y="544112"/>
                    <a:pt x="1056106" y="0"/>
                  </a:quadBezTo>
                </a:path>
              </a:pathLst>
            </a:custGeom>
            <a:ln w="19050">
              <a:solidFill>
                <a:srgbClr val="0047FF"/>
              </a:solidFill>
              <a:prstDash val="dash"/>
            </a:ln>
          </p:spPr>
        </p:sp>
        <p:sp>
          <p:nvSpPr>
            <p:cNvPr id="122" name="node05.loops.source-002.arrow-1"/>
            <p:cNvSpPr/>
            <p:nvPr/>
          </p:nvSpPr>
          <p:spPr>
            <a:xfrm>
              <a:off x="7681769" y="4191000"/>
              <a:ext cx="16886" cy="113046"/>
            </a:xfrm>
            <a:custGeom>
              <a:avLst/>
              <a:gdLst/>
              <a:ahLst/>
              <a:cxnLst/>
              <a:rect l="l" t="t" r="r" b="b"/>
              <a:pathLst>
                <a:path w="16886" h="113046">
                  <a:moveTo>
                    <a:pt x="16886" y="0"/>
                  </a:moveTo>
                  <a:lnTo>
                    <a:pt x="0" y="113046"/>
                  </a:lnTo>
                </a:path>
              </a:pathLst>
            </a:custGeom>
            <a:ln w="25400">
              <a:solidFill>
                <a:srgbClr val="0047FF"/>
              </a:solidFill>
              <a:prstDash val="solid"/>
            </a:ln>
          </p:spPr>
        </p:sp>
        <p:sp>
          <p:nvSpPr>
            <p:cNvPr id="123" name="node05.loops.source-002.arrow-1.cap-1"/>
            <p:cNvSpPr/>
            <p:nvPr/>
          </p:nvSpPr>
          <p:spPr>
            <a:xfrm>
              <a:off x="7685954" y="4178300"/>
              <a:ext cx="25400" cy="25400"/>
            </a:xfrm>
            <a:prstGeom prst="ellipse">
              <a:avLst/>
            </a:prstGeom>
            <a:solidFill>
              <a:srgbClr val="0047FF"/>
            </a:solidFill>
            <a:ln>
              <a:noFill/>
            </a:ln>
          </p:spPr>
        </p:sp>
        <p:sp>
          <p:nvSpPr>
            <p:cNvPr id="124" name="node05.loops.source-002.arrow-1.cap-2"/>
            <p:cNvSpPr/>
            <p:nvPr/>
          </p:nvSpPr>
          <p:spPr>
            <a:xfrm>
              <a:off x="7669069" y="4291346"/>
              <a:ext cx="25400" cy="25400"/>
            </a:xfrm>
            <a:prstGeom prst="ellipse">
              <a:avLst/>
            </a:prstGeom>
            <a:solidFill>
              <a:srgbClr val="0047FF"/>
            </a:solidFill>
            <a:ln>
              <a:noFill/>
            </a:ln>
          </p:spPr>
        </p:sp>
        <p:sp>
          <p:nvSpPr>
            <p:cNvPr id="125" name="node05.loops.source-002.arrow-2"/>
            <p:cNvSpPr/>
            <p:nvPr/>
          </p:nvSpPr>
          <p:spPr>
            <a:xfrm>
              <a:off x="7594406" y="4191000"/>
              <a:ext cx="104248" cy="46870"/>
            </a:xfrm>
            <a:custGeom>
              <a:avLst/>
              <a:gdLst/>
              <a:ahLst/>
              <a:cxnLst/>
              <a:rect l="l" t="t" r="r" b="b"/>
              <a:pathLst>
                <a:path w="104248" h="46870">
                  <a:moveTo>
                    <a:pt x="104248" y="0"/>
                  </a:moveTo>
                  <a:lnTo>
                    <a:pt x="0" y="46870"/>
                  </a:lnTo>
                </a:path>
              </a:pathLst>
            </a:custGeom>
            <a:ln w="25400">
              <a:solidFill>
                <a:srgbClr val="0047FF"/>
              </a:solidFill>
              <a:prstDash val="solid"/>
            </a:ln>
          </p:spPr>
        </p:sp>
        <p:sp>
          <p:nvSpPr>
            <p:cNvPr id="126" name="node05.loops.source-002.arrow-2.cap-1"/>
            <p:cNvSpPr/>
            <p:nvPr/>
          </p:nvSpPr>
          <p:spPr>
            <a:xfrm>
              <a:off x="7685954" y="4178300"/>
              <a:ext cx="25400" cy="25400"/>
            </a:xfrm>
            <a:prstGeom prst="ellipse">
              <a:avLst/>
            </a:prstGeom>
            <a:solidFill>
              <a:srgbClr val="0047FF"/>
            </a:solidFill>
            <a:ln>
              <a:noFill/>
            </a:ln>
          </p:spPr>
        </p:sp>
        <p:sp>
          <p:nvSpPr>
            <p:cNvPr id="127" name="node05.loops.source-002.arrow-2.cap-2"/>
            <p:cNvSpPr/>
            <p:nvPr/>
          </p:nvSpPr>
          <p:spPr>
            <a:xfrm>
              <a:off x="7581706" y="4225170"/>
              <a:ext cx="25400" cy="25400"/>
            </a:xfrm>
            <a:prstGeom prst="ellipse">
              <a:avLst/>
            </a:prstGeom>
            <a:solidFill>
              <a:srgbClr val="0047FF"/>
            </a:solidFill>
            <a:ln>
              <a:noFill/>
            </a:ln>
          </p:spPr>
        </p:sp>
        <p:sp>
          <p:nvSpPr>
            <p:cNvPr id="128" name="node05.center.label"/>
            <p:cNvSpPr/>
            <p:nvPr/>
          </p:nvSpPr>
          <p:spPr>
            <a:xfrm>
              <a:off x="6438900" y="4376738"/>
              <a:ext cx="2971800" cy="17145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047FF"/>
                  </a:solidFill>
                  <a:latin typeface="IBM Plex Mono SemiBold"/>
                  <a:ea typeface="IBM Plex Mono SemiBold"/>
                  <a:cs typeface="IBM Plex Mono SemiBold"/>
                </a:rPr>
                <a:t>SDLC</a:t>
              </a:r>
              <a:endParaRPr lang="en-US" sz="900" spc="54" kern="0" b="0" i="0" dirty="0">
                <a:solidFill>
                  <a:srgbClr val="0047FF"/>
                </a:solidFill>
                <a:latin typeface="IBM Plex Mono SemiBold"/>
                <a:ea typeface="IBM Plex Mono SemiBold"/>
                <a:cs typeface="IBM Plex Mono SemiBold"/>
              </a:endParaRPr>
            </a:p>
          </p:txBody>
        </p:sp>
        <p:sp>
          <p:nvSpPr>
            <p:cNvPr id="129" name="node05.items.source-001.surface"/>
            <p:cNvSpPr/>
            <p:nvPr/>
          </p:nvSpPr>
          <p:spPr>
            <a:xfrm>
              <a:off x="7239000" y="3657600"/>
              <a:ext cx="1371600" cy="457200"/>
            </a:xfrm>
            <a:prstGeom prst="rect">
              <a:avLst/>
            </a:prstGeom>
            <a:solidFill>
              <a:srgbClr val="070154"/>
            </a:solidFill>
            <a:ln>
              <a:noFill/>
            </a:ln>
          </p:spPr>
        </p:sp>
        <p:sp>
          <p:nvSpPr>
            <p:cNvPr id="130" name="node05.items.source-001.label"/>
            <p:cNvSpPr/>
            <p:nvPr/>
          </p:nvSpPr>
          <p:spPr>
            <a:xfrm>
              <a:off x="7391400" y="3752850"/>
              <a:ext cx="10668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FFFFFF"/>
                  </a:solidFill>
                  <a:latin typeface="IBM Plex Sans SemiBold"/>
                  <a:ea typeface="IBM Plex Sans SemiBold"/>
                  <a:cs typeface="IBM Plex Sans SemiBold"/>
                </a:rPr>
                <a:t>Design</a:t>
              </a:r>
              <a:endParaRPr lang="en-US" sz="1400" spc="0" kern="0" b="0" i="0" dirty="0">
                <a:solidFill>
                  <a:srgbClr val="FFFFFF"/>
                </a:solidFill>
                <a:latin typeface="IBM Plex Sans SemiBold"/>
                <a:ea typeface="IBM Plex Sans SemiBold"/>
                <a:cs typeface="IBM Plex Sans SemiBold"/>
              </a:endParaRPr>
            </a:p>
          </p:txBody>
        </p:sp>
        <p:sp>
          <p:nvSpPr>
            <p:cNvPr id="131" name="node05.items.source-002.surface"/>
            <p:cNvSpPr/>
            <p:nvPr/>
          </p:nvSpPr>
          <p:spPr>
            <a:xfrm>
              <a:off x="9956644" y="4289435"/>
              <a:ext cx="1371600" cy="457200"/>
            </a:xfrm>
            <a:prstGeom prst="rect">
              <a:avLst/>
            </a:prstGeom>
            <a:solidFill>
              <a:srgbClr val="070154"/>
            </a:solidFill>
            <a:ln>
              <a:noFill/>
            </a:ln>
          </p:spPr>
        </p:sp>
        <p:sp>
          <p:nvSpPr>
            <p:cNvPr id="132" name="node05.items.source-002.label"/>
            <p:cNvSpPr/>
            <p:nvPr/>
          </p:nvSpPr>
          <p:spPr>
            <a:xfrm>
              <a:off x="10109044" y="4384685"/>
              <a:ext cx="10668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FFFFFF"/>
                  </a:solidFill>
                  <a:latin typeface="IBM Plex Sans SemiBold"/>
                  <a:ea typeface="IBM Plex Sans SemiBold"/>
                  <a:cs typeface="IBM Plex Sans SemiBold"/>
                </a:rPr>
                <a:t>Build</a:t>
              </a:r>
              <a:endParaRPr lang="en-US" sz="1400" spc="0" kern="0" b="0" i="0" dirty="0">
                <a:solidFill>
                  <a:srgbClr val="FFFFFF"/>
                </a:solidFill>
                <a:latin typeface="IBM Plex Sans SemiBold"/>
                <a:ea typeface="IBM Plex Sans SemiBold"/>
                <a:cs typeface="IBM Plex Sans SemiBold"/>
              </a:endParaRPr>
            </a:p>
          </p:txBody>
        </p:sp>
        <p:sp>
          <p:nvSpPr>
            <p:cNvPr id="133" name="node05.items.source-003.surface"/>
            <p:cNvSpPr/>
            <p:nvPr/>
          </p:nvSpPr>
          <p:spPr>
            <a:xfrm>
              <a:off x="8918596" y="5311765"/>
              <a:ext cx="1371600" cy="457200"/>
            </a:xfrm>
            <a:prstGeom prst="rect">
              <a:avLst/>
            </a:prstGeom>
            <a:solidFill>
              <a:srgbClr val="070154"/>
            </a:solidFill>
            <a:ln>
              <a:noFill/>
            </a:ln>
          </p:spPr>
        </p:sp>
        <p:sp>
          <p:nvSpPr>
            <p:cNvPr id="134" name="node05.items.source-003.label"/>
            <p:cNvSpPr/>
            <p:nvPr/>
          </p:nvSpPr>
          <p:spPr>
            <a:xfrm>
              <a:off x="9070996" y="5407015"/>
              <a:ext cx="10668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FFFFFF"/>
                  </a:solidFill>
                  <a:latin typeface="IBM Plex Sans SemiBold"/>
                  <a:ea typeface="IBM Plex Sans SemiBold"/>
                  <a:cs typeface="IBM Plex Sans SemiBold"/>
                </a:rPr>
                <a:t>Test</a:t>
              </a:r>
              <a:endParaRPr lang="en-US" sz="1400" spc="0" kern="0" b="0" i="0" dirty="0">
                <a:solidFill>
                  <a:srgbClr val="FFFFFF"/>
                </a:solidFill>
                <a:latin typeface="IBM Plex Sans SemiBold"/>
                <a:ea typeface="IBM Plex Sans SemiBold"/>
                <a:cs typeface="IBM Plex Sans SemiBold"/>
              </a:endParaRPr>
            </a:p>
          </p:txBody>
        </p:sp>
        <p:sp>
          <p:nvSpPr>
            <p:cNvPr id="135" name="node05.items.source-004.surface"/>
            <p:cNvSpPr/>
            <p:nvPr/>
          </p:nvSpPr>
          <p:spPr>
            <a:xfrm>
              <a:off x="5559404" y="5311765"/>
              <a:ext cx="1371600" cy="457200"/>
            </a:xfrm>
            <a:prstGeom prst="rect">
              <a:avLst/>
            </a:prstGeom>
            <a:solidFill>
              <a:srgbClr val="070154"/>
            </a:solidFill>
            <a:ln>
              <a:noFill/>
            </a:ln>
          </p:spPr>
        </p:sp>
        <p:sp>
          <p:nvSpPr>
            <p:cNvPr id="136" name="node05.items.source-004.label"/>
            <p:cNvSpPr/>
            <p:nvPr/>
          </p:nvSpPr>
          <p:spPr>
            <a:xfrm>
              <a:off x="5711804" y="5407015"/>
              <a:ext cx="10668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FFFFFF"/>
                  </a:solidFill>
                  <a:latin typeface="IBM Plex Sans SemiBold"/>
                  <a:ea typeface="IBM Plex Sans SemiBold"/>
                  <a:cs typeface="IBM Plex Sans SemiBold"/>
                </a:rPr>
                <a:t>Verify</a:t>
              </a:r>
              <a:endParaRPr lang="en-US" sz="1400" spc="0" kern="0" b="0" i="0" dirty="0">
                <a:solidFill>
                  <a:srgbClr val="FFFFFF"/>
                </a:solidFill>
                <a:latin typeface="IBM Plex Sans SemiBold"/>
                <a:ea typeface="IBM Plex Sans SemiBold"/>
                <a:cs typeface="IBM Plex Sans SemiBold"/>
              </a:endParaRPr>
            </a:p>
          </p:txBody>
        </p:sp>
        <p:sp>
          <p:nvSpPr>
            <p:cNvPr id="137" name="node05.items.source-005.surface"/>
            <p:cNvSpPr/>
            <p:nvPr/>
          </p:nvSpPr>
          <p:spPr>
            <a:xfrm>
              <a:off x="4521356" y="4289435"/>
              <a:ext cx="1371600" cy="457200"/>
            </a:xfrm>
            <a:prstGeom prst="rect">
              <a:avLst/>
            </a:prstGeom>
            <a:solidFill>
              <a:srgbClr val="070154"/>
            </a:solidFill>
            <a:ln>
              <a:noFill/>
            </a:ln>
          </p:spPr>
        </p:sp>
        <p:sp>
          <p:nvSpPr>
            <p:cNvPr id="138" name="node05.items.source-005.label"/>
            <p:cNvSpPr/>
            <p:nvPr/>
          </p:nvSpPr>
          <p:spPr>
            <a:xfrm>
              <a:off x="4673756" y="4384685"/>
              <a:ext cx="10668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FFFFFF"/>
                  </a:solidFill>
                  <a:latin typeface="IBM Plex Sans SemiBold"/>
                  <a:ea typeface="IBM Plex Sans SemiBold"/>
                  <a:cs typeface="IBM Plex Sans SemiBold"/>
                </a:rPr>
                <a:t>Release</a:t>
              </a:r>
              <a:endParaRPr lang="en-US" sz="1400" spc="0" kern="0" b="0" i="0" dirty="0">
                <a:solidFill>
                  <a:srgbClr val="FFFFFF"/>
                </a:solidFill>
                <a:latin typeface="IBM Plex Sans SemiBold"/>
                <a:ea typeface="IBM Plex Sans SemiBold"/>
                <a:cs typeface="IBM Plex Sans SemiBold"/>
              </a:endParaRPr>
            </a:p>
          </p:txBody>
        </p:sp>
      </p:gr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ource-348">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PRODUCT LIFECYCLE</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The SDLC is the slice of the PDLC from Define to Optimize</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109</a:t>
            </a:fld>
            <a:endParaRPr lang="en-US" sz="700" spc="0" kern="0" b="0" i="0" dirty="0">
              <a:solidFill>
                <a:srgbClr val="070154"/>
              </a:solidFill>
              <a:latin typeface="IBM Plex Mono SemiBold"/>
              <a:ea typeface="IBM Plex Mono SemiBold"/>
              <a:cs typeface="IBM Plex Mono SemiBold"/>
            </a:endParaRPr>
          </a:p>
        </p:txBody>
      </p:sp>
      <p:grpSp>
        <p:nvGrpSpPr>
          <p:cNvPr id="66" name="node01"/>
          <p:cNvGrpSpPr/>
          <p:nvPr/>
        </p:nvGrpSpPr>
        <p:grpSpPr>
          <a:xfrm>
            <a:off x="4453179" y="1600200"/>
            <a:ext cx="5757621" cy="457200"/>
            <a:chOff x="4453179" y="1600200"/>
            <a:chExt cx="5757621" cy="457200"/>
          </a:xfrm>
        </p:grpSpPr>
        <p:sp>
          <p:nvSpPr>
            <p:cNvPr id="6" name="node01.segment-1"/>
            <p:cNvSpPr/>
            <p:nvPr/>
          </p:nvSpPr>
          <p:spPr>
            <a:xfrm>
              <a:off x="10210800" y="1600200"/>
              <a:ext cx="0" cy="457200"/>
            </a:xfrm>
            <a:custGeom>
              <a:avLst/>
              <a:gdLst/>
              <a:ahLst/>
              <a:cxnLst/>
              <a:rect l="l" t="t" r="r" b="b"/>
              <a:pathLst>
                <a:path h="457200">
                  <a:moveTo>
                    <a:pt x="0" y="457200"/>
                  </a:moveTo>
                  <a:lnTo>
                    <a:pt x="0" y="0"/>
                  </a:lnTo>
                </a:path>
              </a:pathLst>
            </a:custGeom>
            <a:ln w="12700">
              <a:solidFill>
                <a:srgbClr val="0047FF"/>
              </a:solidFill>
              <a:prstDash val="dash"/>
            </a:ln>
          </p:spPr>
        </p:sp>
        <p:sp>
          <p:nvSpPr>
            <p:cNvPr id="7" name="node01.segment-2"/>
            <p:cNvSpPr/>
            <p:nvPr/>
          </p:nvSpPr>
          <p:spPr>
            <a:xfrm>
              <a:off x="4495800" y="1600200"/>
              <a:ext cx="5715000" cy="0"/>
            </a:xfrm>
            <a:custGeom>
              <a:avLst/>
              <a:gdLst/>
              <a:ahLst/>
              <a:cxnLst/>
              <a:rect l="l" t="t" r="r" b="b"/>
              <a:pathLst>
                <a:path w="5715000">
                  <a:moveTo>
                    <a:pt x="5715000" y="0"/>
                  </a:moveTo>
                  <a:lnTo>
                    <a:pt x="0" y="0"/>
                  </a:lnTo>
                </a:path>
              </a:pathLst>
            </a:custGeom>
            <a:ln w="12700">
              <a:solidFill>
                <a:srgbClr val="0047FF"/>
              </a:solidFill>
              <a:prstDash val="dash"/>
            </a:ln>
          </p:spPr>
        </p:sp>
        <p:sp>
          <p:nvSpPr>
            <p:cNvPr id="8" name="node01.segment-3"/>
            <p:cNvSpPr/>
            <p:nvPr/>
          </p:nvSpPr>
          <p:spPr>
            <a:xfrm>
              <a:off x="4495800" y="1600200"/>
              <a:ext cx="0" cy="457200"/>
            </a:xfrm>
            <a:custGeom>
              <a:avLst/>
              <a:gdLst/>
              <a:ahLst/>
              <a:cxnLst/>
              <a:rect l="l" t="t" r="r" b="b"/>
              <a:pathLst>
                <a:path h="457200">
                  <a:moveTo>
                    <a:pt x="0" y="0"/>
                  </a:moveTo>
                  <a:lnTo>
                    <a:pt x="0" y="457200"/>
                  </a:lnTo>
                </a:path>
              </a:pathLst>
            </a:custGeom>
            <a:ln w="12700">
              <a:solidFill>
                <a:srgbClr val="0047FF"/>
              </a:solidFill>
              <a:prstDash val="dash"/>
            </a:ln>
          </p:spPr>
        </p:sp>
        <p:sp>
          <p:nvSpPr>
            <p:cNvPr id="9" name="node01.head-end.0"/>
            <p:cNvSpPr/>
            <p:nvPr/>
          </p:nvSpPr>
          <p:spPr>
            <a:xfrm>
              <a:off x="4453179" y="1979383"/>
              <a:ext cx="42621" cy="78017"/>
            </a:xfrm>
            <a:custGeom>
              <a:avLst/>
              <a:gdLst/>
              <a:ahLst/>
              <a:cxnLst/>
              <a:rect l="l" t="t" r="r" b="b"/>
              <a:pathLst>
                <a:path w="42621" h="78017">
                  <a:moveTo>
                    <a:pt x="42621" y="78017"/>
                  </a:moveTo>
                  <a:lnTo>
                    <a:pt x="0" y="0"/>
                  </a:lnTo>
                </a:path>
              </a:pathLst>
            </a:custGeom>
            <a:ln w="12700">
              <a:solidFill>
                <a:srgbClr val="0047FF"/>
              </a:solidFill>
              <a:prstDash val="solid"/>
            </a:ln>
          </p:spPr>
        </p:sp>
        <p:sp>
          <p:nvSpPr>
            <p:cNvPr id="10" name="node01.head-end.1"/>
            <p:cNvSpPr/>
            <p:nvPr/>
          </p:nvSpPr>
          <p:spPr>
            <a:xfrm>
              <a:off x="4495800" y="1979383"/>
              <a:ext cx="42621" cy="78017"/>
            </a:xfrm>
            <a:custGeom>
              <a:avLst/>
              <a:gdLst/>
              <a:ahLst/>
              <a:cxnLst/>
              <a:rect l="l" t="t" r="r" b="b"/>
              <a:pathLst>
                <a:path w="42621" h="78017">
                  <a:moveTo>
                    <a:pt x="0" y="78017"/>
                  </a:moveTo>
                  <a:lnTo>
                    <a:pt x="42621" y="0"/>
                  </a:lnTo>
                </a:path>
              </a:pathLst>
            </a:custGeom>
            <a:ln w="12700">
              <a:solidFill>
                <a:srgbClr val="0047FF"/>
              </a:solidFill>
              <a:prstDash val="solid"/>
            </a:ln>
          </p:spPr>
        </p:sp>
      </p:grpSp>
      <p:grpSp>
        <p:nvGrpSpPr>
          <p:cNvPr id="67" name="node02"/>
          <p:cNvGrpSpPr/>
          <p:nvPr/>
        </p:nvGrpSpPr>
        <p:grpSpPr>
          <a:xfrm>
            <a:off x="4910379" y="1828800"/>
            <a:ext cx="2557221" cy="228600"/>
            <a:chOff x="4910379" y="1828800"/>
            <a:chExt cx="2557221" cy="228600"/>
          </a:xfrm>
        </p:grpSpPr>
        <p:sp>
          <p:nvSpPr>
            <p:cNvPr id="11" name="node02.segment-1"/>
            <p:cNvSpPr/>
            <p:nvPr/>
          </p:nvSpPr>
          <p:spPr>
            <a:xfrm>
              <a:off x="7467600" y="1828800"/>
              <a:ext cx="0" cy="228600"/>
            </a:xfrm>
            <a:custGeom>
              <a:avLst/>
              <a:gdLst/>
              <a:ahLst/>
              <a:cxnLst/>
              <a:rect l="l" t="t" r="r" b="b"/>
              <a:pathLst>
                <a:path h="228600">
                  <a:moveTo>
                    <a:pt x="0" y="228600"/>
                  </a:moveTo>
                  <a:lnTo>
                    <a:pt x="0" y="0"/>
                  </a:lnTo>
                </a:path>
              </a:pathLst>
            </a:custGeom>
            <a:ln w="12700">
              <a:solidFill>
                <a:srgbClr val="0047FF"/>
              </a:solidFill>
              <a:prstDash val="dash"/>
            </a:ln>
          </p:spPr>
        </p:sp>
        <p:sp>
          <p:nvSpPr>
            <p:cNvPr id="12" name="node02.segment-2"/>
            <p:cNvSpPr/>
            <p:nvPr/>
          </p:nvSpPr>
          <p:spPr>
            <a:xfrm>
              <a:off x="4953000" y="1828800"/>
              <a:ext cx="2514600" cy="0"/>
            </a:xfrm>
            <a:custGeom>
              <a:avLst/>
              <a:gdLst/>
              <a:ahLst/>
              <a:cxnLst/>
              <a:rect l="l" t="t" r="r" b="b"/>
              <a:pathLst>
                <a:path w="2514600">
                  <a:moveTo>
                    <a:pt x="2514600" y="0"/>
                  </a:moveTo>
                  <a:lnTo>
                    <a:pt x="0" y="0"/>
                  </a:lnTo>
                </a:path>
              </a:pathLst>
            </a:custGeom>
            <a:ln w="12700">
              <a:solidFill>
                <a:srgbClr val="0047FF"/>
              </a:solidFill>
              <a:prstDash val="dash"/>
            </a:ln>
          </p:spPr>
        </p:sp>
        <p:sp>
          <p:nvSpPr>
            <p:cNvPr id="13" name="node02.segment-3"/>
            <p:cNvSpPr/>
            <p:nvPr/>
          </p:nvSpPr>
          <p:spPr>
            <a:xfrm>
              <a:off x="4953000" y="1828800"/>
              <a:ext cx="0" cy="228600"/>
            </a:xfrm>
            <a:custGeom>
              <a:avLst/>
              <a:gdLst/>
              <a:ahLst/>
              <a:cxnLst/>
              <a:rect l="l" t="t" r="r" b="b"/>
              <a:pathLst>
                <a:path h="228600">
                  <a:moveTo>
                    <a:pt x="0" y="0"/>
                  </a:moveTo>
                  <a:lnTo>
                    <a:pt x="0" y="228600"/>
                  </a:lnTo>
                </a:path>
              </a:pathLst>
            </a:custGeom>
            <a:ln w="12700">
              <a:solidFill>
                <a:srgbClr val="0047FF"/>
              </a:solidFill>
              <a:prstDash val="dash"/>
            </a:ln>
          </p:spPr>
        </p:sp>
        <p:sp>
          <p:nvSpPr>
            <p:cNvPr id="14" name="node02.head-end.0"/>
            <p:cNvSpPr/>
            <p:nvPr/>
          </p:nvSpPr>
          <p:spPr>
            <a:xfrm>
              <a:off x="4910379" y="1979383"/>
              <a:ext cx="42621" cy="78017"/>
            </a:xfrm>
            <a:custGeom>
              <a:avLst/>
              <a:gdLst/>
              <a:ahLst/>
              <a:cxnLst/>
              <a:rect l="l" t="t" r="r" b="b"/>
              <a:pathLst>
                <a:path w="42621" h="78017">
                  <a:moveTo>
                    <a:pt x="42621" y="78017"/>
                  </a:moveTo>
                  <a:lnTo>
                    <a:pt x="0" y="0"/>
                  </a:lnTo>
                </a:path>
              </a:pathLst>
            </a:custGeom>
            <a:ln w="12700">
              <a:solidFill>
                <a:srgbClr val="0047FF"/>
              </a:solidFill>
              <a:prstDash val="solid"/>
            </a:ln>
          </p:spPr>
        </p:sp>
        <p:sp>
          <p:nvSpPr>
            <p:cNvPr id="15" name="node02.head-end.1"/>
            <p:cNvSpPr/>
            <p:nvPr/>
          </p:nvSpPr>
          <p:spPr>
            <a:xfrm>
              <a:off x="4953000" y="1979383"/>
              <a:ext cx="42621" cy="78017"/>
            </a:xfrm>
            <a:custGeom>
              <a:avLst/>
              <a:gdLst/>
              <a:ahLst/>
              <a:cxnLst/>
              <a:rect l="l" t="t" r="r" b="b"/>
              <a:pathLst>
                <a:path w="42621" h="78017">
                  <a:moveTo>
                    <a:pt x="0" y="78017"/>
                  </a:moveTo>
                  <a:lnTo>
                    <a:pt x="42621" y="0"/>
                  </a:lnTo>
                </a:path>
              </a:pathLst>
            </a:custGeom>
            <a:ln w="12700">
              <a:solidFill>
                <a:srgbClr val="0047FF"/>
              </a:solidFill>
              <a:prstDash val="solid"/>
            </a:ln>
          </p:spPr>
        </p:sp>
      </p:grpSp>
      <p:grpSp>
        <p:nvGrpSpPr>
          <p:cNvPr id="68" name="node03"/>
          <p:cNvGrpSpPr/>
          <p:nvPr/>
        </p:nvGrpSpPr>
        <p:grpSpPr>
          <a:xfrm>
            <a:off x="723900" y="2057400"/>
            <a:ext cx="2514600" cy="1371600"/>
            <a:chOff x="723900" y="2057400"/>
            <a:chExt cx="2514600" cy="1371600"/>
          </a:xfrm>
        </p:grpSpPr>
        <p:sp>
          <p:nvSpPr>
            <p:cNvPr id="16" name="node03.container"/>
            <p:cNvSpPr/>
            <p:nvPr/>
          </p:nvSpPr>
          <p:spPr>
            <a:xfrm>
              <a:off x="723900" y="2057400"/>
              <a:ext cx="2514600" cy="1371600"/>
            </a:xfrm>
            <a:prstGeom prst="rect">
              <a:avLst/>
            </a:prstGeom>
            <a:solidFill>
              <a:srgbClr val="E8EEF8"/>
            </a:solidFill>
            <a:ln>
              <a:noFill/>
            </a:ln>
          </p:spPr>
        </p:sp>
        <p:sp>
          <p:nvSpPr>
            <p:cNvPr id="17" name="node03.label"/>
            <p:cNvSpPr/>
            <p:nvPr/>
          </p:nvSpPr>
          <p:spPr>
            <a:xfrm>
              <a:off x="876300" y="2209800"/>
              <a:ext cx="2209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RIGHT PROBLEM</a:t>
              </a:r>
              <a:endParaRPr lang="en-US" sz="900" spc="54" kern="0" b="0" i="0" dirty="0">
                <a:solidFill>
                  <a:srgbClr val="0047FF"/>
                </a:solidFill>
                <a:latin typeface="IBM Plex Mono Medium"/>
                <a:ea typeface="IBM Plex Mono Medium"/>
                <a:cs typeface="IBM Plex Mono Medium"/>
              </a:endParaRPr>
            </a:p>
          </p:txBody>
        </p:sp>
        <p:sp>
          <p:nvSpPr>
            <p:cNvPr id="18" name="node03.title"/>
            <p:cNvSpPr/>
            <p:nvPr/>
          </p:nvSpPr>
          <p:spPr>
            <a:xfrm>
              <a:off x="876300" y="2400300"/>
              <a:ext cx="22098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Identify</a:t>
              </a:r>
              <a:endParaRPr lang="en-US" sz="1800" spc="-18" kern="0" b="0" i="0" dirty="0">
                <a:solidFill>
                  <a:srgbClr val="070154"/>
                </a:solidFill>
                <a:latin typeface="IBM Plex Sans SemiBold"/>
                <a:ea typeface="IBM Plex Sans SemiBold"/>
                <a:cs typeface="IBM Plex Sans SemiBold"/>
              </a:endParaRPr>
            </a:p>
          </p:txBody>
        </p:sp>
        <p:sp>
          <p:nvSpPr>
            <p:cNvPr id="19" name="node03.body.item-001.paragraph"/>
            <p:cNvSpPr/>
            <p:nvPr/>
          </p:nvSpPr>
          <p:spPr>
            <a:xfrm>
              <a:off x="876300" y="2819400"/>
              <a:ext cx="22098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Find the problems worth solving.</a:t>
              </a:r>
              <a:endParaRPr lang="en-US" sz="1200" spc="0" kern="0" b="0" i="0" dirty="0">
                <a:solidFill>
                  <a:srgbClr val="50658E"/>
                </a:solidFill>
                <a:latin typeface="IBM Plex Sans"/>
                <a:ea typeface="IBM Plex Sans"/>
                <a:cs typeface="IBM Plex Sans"/>
              </a:endParaRPr>
            </a:p>
          </p:txBody>
        </p:sp>
      </p:grpSp>
      <p:grpSp>
        <p:nvGrpSpPr>
          <p:cNvPr id="69" name="node04"/>
          <p:cNvGrpSpPr/>
          <p:nvPr/>
        </p:nvGrpSpPr>
        <p:grpSpPr>
          <a:xfrm>
            <a:off x="3467100" y="2057400"/>
            <a:ext cx="2514600" cy="1371600"/>
            <a:chOff x="3467100" y="2057400"/>
            <a:chExt cx="2514600" cy="1371600"/>
          </a:xfrm>
        </p:grpSpPr>
        <p:sp>
          <p:nvSpPr>
            <p:cNvPr id="20" name="node04.container"/>
            <p:cNvSpPr/>
            <p:nvPr/>
          </p:nvSpPr>
          <p:spPr>
            <a:xfrm>
              <a:off x="3467100" y="2057400"/>
              <a:ext cx="2514600" cy="1371600"/>
            </a:xfrm>
            <a:prstGeom prst="rect">
              <a:avLst/>
            </a:prstGeom>
            <a:solidFill>
              <a:srgbClr val="070154"/>
            </a:solidFill>
            <a:ln>
              <a:noFill/>
            </a:ln>
          </p:spPr>
        </p:sp>
        <p:sp>
          <p:nvSpPr>
            <p:cNvPr id="21" name="node04.label"/>
            <p:cNvSpPr/>
            <p:nvPr/>
          </p:nvSpPr>
          <p:spPr>
            <a:xfrm>
              <a:off x="3619500" y="2209800"/>
              <a:ext cx="2209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900D3"/>
                  </a:solidFill>
                  <a:latin typeface="IBM Plex Mono Medium"/>
                  <a:ea typeface="IBM Plex Mono Medium"/>
                  <a:cs typeface="IBM Plex Mono Medium"/>
                </a:rPr>
                <a:t>RIGHT SOLUTION</a:t>
              </a:r>
              <a:endParaRPr lang="en-US" sz="900" spc="54" kern="0" b="0" i="0" dirty="0">
                <a:solidFill>
                  <a:srgbClr val="F900D3"/>
                </a:solidFill>
                <a:latin typeface="IBM Plex Mono Medium"/>
                <a:ea typeface="IBM Plex Mono Medium"/>
                <a:cs typeface="IBM Plex Mono Medium"/>
              </a:endParaRPr>
            </a:p>
          </p:txBody>
        </p:sp>
        <p:sp>
          <p:nvSpPr>
            <p:cNvPr id="22" name="node04.title"/>
            <p:cNvSpPr/>
            <p:nvPr/>
          </p:nvSpPr>
          <p:spPr>
            <a:xfrm>
              <a:off x="3619500" y="2400300"/>
              <a:ext cx="22098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FFFFFF"/>
                  </a:solidFill>
                  <a:latin typeface="IBM Plex Sans SemiBold"/>
                  <a:ea typeface="IBM Plex Sans SemiBold"/>
                  <a:cs typeface="IBM Plex Sans SemiBold"/>
                </a:rPr>
                <a:t>Define</a:t>
              </a:r>
              <a:endParaRPr lang="en-US" sz="1800" spc="-18" kern="0" b="0" i="0" dirty="0">
                <a:solidFill>
                  <a:srgbClr val="FFFFFF"/>
                </a:solidFill>
                <a:latin typeface="IBM Plex Sans SemiBold"/>
                <a:ea typeface="IBM Plex Sans SemiBold"/>
                <a:cs typeface="IBM Plex Sans SemiBold"/>
              </a:endParaRPr>
            </a:p>
          </p:txBody>
        </p:sp>
        <p:sp>
          <p:nvSpPr>
            <p:cNvPr id="23" name="node04.body.item-001.paragraph"/>
            <p:cNvSpPr/>
            <p:nvPr/>
          </p:nvSpPr>
          <p:spPr>
            <a:xfrm>
              <a:off x="3619500" y="2819400"/>
              <a:ext cx="2209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CED7E6"/>
                  </a:solidFill>
                  <a:latin typeface="IBM Plex Sans"/>
                  <a:ea typeface="IBM Plex Sans"/>
                  <a:cs typeface="IBM Plex Sans"/>
                </a:rPr>
                <a:t>Shape the product and the plan.</a:t>
              </a:r>
              <a:endParaRPr lang="en-US" sz="1200" spc="0" kern="0" b="0" i="0" dirty="0">
                <a:solidFill>
                  <a:srgbClr val="CED7E6"/>
                </a:solidFill>
                <a:latin typeface="IBM Plex Sans"/>
                <a:ea typeface="IBM Plex Sans"/>
                <a:cs typeface="IBM Plex Sans"/>
              </a:endParaRPr>
            </a:p>
          </p:txBody>
        </p:sp>
      </p:grpSp>
      <p:grpSp>
        <p:nvGrpSpPr>
          <p:cNvPr id="70" name="node05"/>
          <p:cNvGrpSpPr/>
          <p:nvPr/>
        </p:nvGrpSpPr>
        <p:grpSpPr>
          <a:xfrm>
            <a:off x="6210300" y="2057400"/>
            <a:ext cx="2514600" cy="1371600"/>
            <a:chOff x="6210300" y="2057400"/>
            <a:chExt cx="2514600" cy="1371600"/>
          </a:xfrm>
        </p:grpSpPr>
        <p:sp>
          <p:nvSpPr>
            <p:cNvPr id="24" name="node05.container"/>
            <p:cNvSpPr/>
            <p:nvPr/>
          </p:nvSpPr>
          <p:spPr>
            <a:xfrm>
              <a:off x="6210300" y="2057400"/>
              <a:ext cx="2514600" cy="1371600"/>
            </a:xfrm>
            <a:prstGeom prst="rect">
              <a:avLst/>
            </a:prstGeom>
            <a:solidFill>
              <a:srgbClr val="070154"/>
            </a:solidFill>
            <a:ln>
              <a:noFill/>
            </a:ln>
          </p:spPr>
        </p:sp>
        <p:sp>
          <p:nvSpPr>
            <p:cNvPr id="25" name="node05.label"/>
            <p:cNvSpPr/>
            <p:nvPr/>
          </p:nvSpPr>
          <p:spPr>
            <a:xfrm>
              <a:off x="6362700" y="2209800"/>
              <a:ext cx="2209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900D3"/>
                  </a:solidFill>
                  <a:latin typeface="IBM Plex Mono Medium"/>
                  <a:ea typeface="IBM Plex Mono Medium"/>
                  <a:cs typeface="IBM Plex Mono Medium"/>
                </a:rPr>
                <a:t>BUILT RIGHT</a:t>
              </a:r>
              <a:endParaRPr lang="en-US" sz="900" spc="54" kern="0" b="0" i="0" dirty="0">
                <a:solidFill>
                  <a:srgbClr val="F900D3"/>
                </a:solidFill>
                <a:latin typeface="IBM Plex Mono Medium"/>
                <a:ea typeface="IBM Plex Mono Medium"/>
                <a:cs typeface="IBM Plex Mono Medium"/>
              </a:endParaRPr>
            </a:p>
          </p:txBody>
        </p:sp>
        <p:sp>
          <p:nvSpPr>
            <p:cNvPr id="26" name="node05.title"/>
            <p:cNvSpPr/>
            <p:nvPr/>
          </p:nvSpPr>
          <p:spPr>
            <a:xfrm>
              <a:off x="6362700" y="2400300"/>
              <a:ext cx="22098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FFFFFF"/>
                  </a:solidFill>
                  <a:latin typeface="IBM Plex Sans SemiBold"/>
                  <a:ea typeface="IBM Plex Sans SemiBold"/>
                  <a:cs typeface="IBM Plex Sans SemiBold"/>
                </a:rPr>
                <a:t>Build</a:t>
              </a:r>
              <a:endParaRPr lang="en-US" sz="1800" spc="-18" kern="0" b="0" i="0" dirty="0">
                <a:solidFill>
                  <a:srgbClr val="FFFFFF"/>
                </a:solidFill>
                <a:latin typeface="IBM Plex Sans SemiBold"/>
                <a:ea typeface="IBM Plex Sans SemiBold"/>
                <a:cs typeface="IBM Plex Sans SemiBold"/>
              </a:endParaRPr>
            </a:p>
          </p:txBody>
        </p:sp>
        <p:sp>
          <p:nvSpPr>
            <p:cNvPr id="27" name="node05.body.item-001.paragraph"/>
            <p:cNvSpPr/>
            <p:nvPr/>
          </p:nvSpPr>
          <p:spPr>
            <a:xfrm>
              <a:off x="6362700" y="2819400"/>
              <a:ext cx="22098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CED7E6"/>
                  </a:solidFill>
                  <a:latin typeface="IBM Plex Sans"/>
                  <a:ea typeface="IBM Plex Sans"/>
                  <a:cs typeface="IBM Plex Sans"/>
                </a:rPr>
                <a:t>Ship tested software in releases.</a:t>
              </a:r>
              <a:endParaRPr lang="en-US" sz="1200" spc="0" kern="0" b="0" i="0" dirty="0">
                <a:solidFill>
                  <a:srgbClr val="CED7E6"/>
                </a:solidFill>
                <a:latin typeface="IBM Plex Sans"/>
                <a:ea typeface="IBM Plex Sans"/>
                <a:cs typeface="IBM Plex Sans"/>
              </a:endParaRPr>
            </a:p>
          </p:txBody>
        </p:sp>
      </p:grpSp>
      <p:grpSp>
        <p:nvGrpSpPr>
          <p:cNvPr id="71" name="node06"/>
          <p:cNvGrpSpPr/>
          <p:nvPr/>
        </p:nvGrpSpPr>
        <p:grpSpPr>
          <a:xfrm>
            <a:off x="8953500" y="2057400"/>
            <a:ext cx="2514600" cy="1371600"/>
            <a:chOff x="8953500" y="2057400"/>
            <a:chExt cx="2514600" cy="1371600"/>
          </a:xfrm>
        </p:grpSpPr>
        <p:sp>
          <p:nvSpPr>
            <p:cNvPr id="28" name="node06.container"/>
            <p:cNvSpPr/>
            <p:nvPr/>
          </p:nvSpPr>
          <p:spPr>
            <a:xfrm>
              <a:off x="8953500" y="2057400"/>
              <a:ext cx="2514600" cy="1371600"/>
            </a:xfrm>
            <a:prstGeom prst="rect">
              <a:avLst/>
            </a:prstGeom>
            <a:solidFill>
              <a:srgbClr val="070154"/>
            </a:solidFill>
            <a:ln>
              <a:noFill/>
            </a:ln>
          </p:spPr>
        </p:sp>
        <p:sp>
          <p:nvSpPr>
            <p:cNvPr id="29" name="node06.label"/>
            <p:cNvSpPr/>
            <p:nvPr/>
          </p:nvSpPr>
          <p:spPr>
            <a:xfrm>
              <a:off x="9105900" y="2209800"/>
              <a:ext cx="2209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900D3"/>
                  </a:solidFill>
                  <a:latin typeface="IBM Plex Mono Medium"/>
                  <a:ea typeface="IBM Plex Mono Medium"/>
                  <a:cs typeface="IBM Plex Mono Medium"/>
                </a:rPr>
                <a:t>PROVEN VALUE</a:t>
              </a:r>
              <a:endParaRPr lang="en-US" sz="900" spc="54" kern="0" b="0" i="0" dirty="0">
                <a:solidFill>
                  <a:srgbClr val="F900D3"/>
                </a:solidFill>
                <a:latin typeface="IBM Plex Mono Medium"/>
                <a:ea typeface="IBM Plex Mono Medium"/>
                <a:cs typeface="IBM Plex Mono Medium"/>
              </a:endParaRPr>
            </a:p>
          </p:txBody>
        </p:sp>
        <p:sp>
          <p:nvSpPr>
            <p:cNvPr id="30" name="node06.title"/>
            <p:cNvSpPr/>
            <p:nvPr/>
          </p:nvSpPr>
          <p:spPr>
            <a:xfrm>
              <a:off x="9105900" y="2400300"/>
              <a:ext cx="22098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FFFFFF"/>
                  </a:solidFill>
                  <a:latin typeface="IBM Plex Sans SemiBold"/>
                  <a:ea typeface="IBM Plex Sans SemiBold"/>
                  <a:cs typeface="IBM Plex Sans SemiBold"/>
                </a:rPr>
                <a:t>Optimize</a:t>
              </a:r>
              <a:endParaRPr lang="en-US" sz="1800" spc="-18" kern="0" b="0" i="0" dirty="0">
                <a:solidFill>
                  <a:srgbClr val="FFFFFF"/>
                </a:solidFill>
                <a:latin typeface="IBM Plex Sans SemiBold"/>
                <a:ea typeface="IBM Plex Sans SemiBold"/>
                <a:cs typeface="IBM Plex Sans SemiBold"/>
              </a:endParaRPr>
            </a:p>
          </p:txBody>
        </p:sp>
        <p:sp>
          <p:nvSpPr>
            <p:cNvPr id="31" name="node06.body.item-001.paragraph"/>
            <p:cNvSpPr/>
            <p:nvPr/>
          </p:nvSpPr>
          <p:spPr>
            <a:xfrm>
              <a:off x="9105900" y="2819400"/>
              <a:ext cx="2209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CED7E6"/>
                  </a:solidFill>
                  <a:latin typeface="IBM Plex Sans"/>
                  <a:ea typeface="IBM Plex Sans"/>
                  <a:cs typeface="IBM Plex Sans"/>
                </a:rPr>
                <a:t>Prove value, then improve.</a:t>
              </a:r>
              <a:endParaRPr lang="en-US" sz="1200" spc="0" kern="0" b="0" i="0" dirty="0">
                <a:solidFill>
                  <a:srgbClr val="CED7E6"/>
                </a:solidFill>
                <a:latin typeface="IBM Plex Sans"/>
                <a:ea typeface="IBM Plex Sans"/>
                <a:cs typeface="IBM Plex Sans"/>
              </a:endParaRPr>
            </a:p>
          </p:txBody>
        </p:sp>
      </p:grpSp>
      <p:grpSp>
        <p:nvGrpSpPr>
          <p:cNvPr id="72" name="node07"/>
          <p:cNvGrpSpPr/>
          <p:nvPr/>
        </p:nvGrpSpPr>
        <p:grpSpPr>
          <a:xfrm>
            <a:off x="3457575" y="3762375"/>
            <a:ext cx="8020050" cy="450850"/>
            <a:chOff x="3457575" y="3762375"/>
            <a:chExt cx="8020050" cy="450850"/>
          </a:xfrm>
        </p:grpSpPr>
        <p:sp>
          <p:nvSpPr>
            <p:cNvPr id="32" name="node07.stroke-1"/>
            <p:cNvSpPr/>
            <p:nvPr/>
          </p:nvSpPr>
          <p:spPr>
            <a:xfrm>
              <a:off x="3467100" y="3771900"/>
              <a:ext cx="0" cy="114300"/>
            </a:xfrm>
            <a:custGeom>
              <a:avLst/>
              <a:gdLst/>
              <a:ahLst/>
              <a:cxnLst/>
              <a:rect l="l" t="t" r="r" b="b"/>
              <a:pathLst>
                <a:path h="114300">
                  <a:moveTo>
                    <a:pt x="0" y="0"/>
                  </a:moveTo>
                  <a:lnTo>
                    <a:pt x="0" y="114300"/>
                  </a:lnTo>
                </a:path>
              </a:pathLst>
            </a:custGeom>
            <a:ln w="19050">
              <a:solidFill>
                <a:srgbClr val="0047FF"/>
              </a:solidFill>
              <a:prstDash val="solid"/>
            </a:ln>
          </p:spPr>
        </p:sp>
        <p:sp>
          <p:nvSpPr>
            <p:cNvPr id="33" name="node07.stroke-2"/>
            <p:cNvSpPr/>
            <p:nvPr/>
          </p:nvSpPr>
          <p:spPr>
            <a:xfrm>
              <a:off x="3467100" y="3886200"/>
              <a:ext cx="8001000" cy="0"/>
            </a:xfrm>
            <a:custGeom>
              <a:avLst/>
              <a:gdLst/>
              <a:ahLst/>
              <a:cxnLst/>
              <a:rect l="l" t="t" r="r" b="b"/>
              <a:pathLst>
                <a:path w="8001000">
                  <a:moveTo>
                    <a:pt x="0" y="0"/>
                  </a:moveTo>
                  <a:lnTo>
                    <a:pt x="8001000" y="0"/>
                  </a:lnTo>
                </a:path>
              </a:pathLst>
            </a:custGeom>
            <a:ln w="19050">
              <a:solidFill>
                <a:srgbClr val="0047FF"/>
              </a:solidFill>
              <a:prstDash val="solid"/>
            </a:ln>
          </p:spPr>
        </p:sp>
        <p:sp>
          <p:nvSpPr>
            <p:cNvPr id="34" name="node07.stroke-3"/>
            <p:cNvSpPr/>
            <p:nvPr/>
          </p:nvSpPr>
          <p:spPr>
            <a:xfrm>
              <a:off x="11468100" y="3771900"/>
              <a:ext cx="0" cy="114300"/>
            </a:xfrm>
            <a:custGeom>
              <a:avLst/>
              <a:gdLst/>
              <a:ahLst/>
              <a:cxnLst/>
              <a:rect l="l" t="t" r="r" b="b"/>
              <a:pathLst>
                <a:path h="114300">
                  <a:moveTo>
                    <a:pt x="0" y="114300"/>
                  </a:moveTo>
                  <a:lnTo>
                    <a:pt x="0" y="0"/>
                  </a:lnTo>
                </a:path>
              </a:pathLst>
            </a:custGeom>
            <a:ln w="19050">
              <a:solidFill>
                <a:srgbClr val="0047FF"/>
              </a:solidFill>
              <a:prstDash val="solid"/>
            </a:ln>
          </p:spPr>
        </p:sp>
        <p:sp>
          <p:nvSpPr>
            <p:cNvPr id="35" name="node07.stroke-4"/>
            <p:cNvSpPr/>
            <p:nvPr/>
          </p:nvSpPr>
          <p:spPr>
            <a:xfrm>
              <a:off x="7467600" y="3886200"/>
              <a:ext cx="0" cy="114300"/>
            </a:xfrm>
            <a:custGeom>
              <a:avLst/>
              <a:gdLst/>
              <a:ahLst/>
              <a:cxnLst/>
              <a:rect l="l" t="t" r="r" b="b"/>
              <a:pathLst>
                <a:path h="114300">
                  <a:moveTo>
                    <a:pt x="0" y="0"/>
                  </a:moveTo>
                  <a:lnTo>
                    <a:pt x="0" y="114300"/>
                  </a:lnTo>
                </a:path>
              </a:pathLst>
            </a:custGeom>
            <a:ln w="19050">
              <a:solidFill>
                <a:srgbClr val="0047FF"/>
              </a:solidFill>
              <a:prstDash val="solid"/>
            </a:ln>
          </p:spPr>
        </p:sp>
        <p:sp>
          <p:nvSpPr>
            <p:cNvPr id="36" name="node07.label.part-1"/>
            <p:cNvSpPr/>
            <p:nvPr/>
          </p:nvSpPr>
          <p:spPr>
            <a:xfrm>
              <a:off x="3467100" y="4041775"/>
              <a:ext cx="8001000" cy="17145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047FF"/>
                  </a:solidFill>
                  <a:latin typeface="IBM Plex Mono SemiBold"/>
                  <a:ea typeface="IBM Plex Mono SemiBold"/>
                  <a:cs typeface="IBM Plex Mono SemiBold"/>
                </a:rPr>
                <a:t>SDLC RUNS INSIDE THE PDLC, FROM DEFINE TO OPTIMIZE</a:t>
              </a:r>
              <a:endParaRPr lang="en-US" sz="900" spc="54" kern="0" b="0" i="0" dirty="0">
                <a:solidFill>
                  <a:srgbClr val="0047FF"/>
                </a:solidFill>
                <a:latin typeface="IBM Plex Mono SemiBold"/>
                <a:ea typeface="IBM Plex Mono SemiBold"/>
                <a:cs typeface="IBM Plex Mono SemiBold"/>
              </a:endParaRPr>
            </a:p>
          </p:txBody>
        </p:sp>
      </p:grpSp>
      <p:grpSp>
        <p:nvGrpSpPr>
          <p:cNvPr id="73" name="node08"/>
          <p:cNvGrpSpPr/>
          <p:nvPr/>
        </p:nvGrpSpPr>
        <p:grpSpPr>
          <a:xfrm>
            <a:off x="3467100" y="4572000"/>
            <a:ext cx="1371600" cy="685800"/>
            <a:chOff x="3467100" y="4572000"/>
            <a:chExt cx="1371600" cy="685800"/>
          </a:xfrm>
        </p:grpSpPr>
        <p:sp>
          <p:nvSpPr>
            <p:cNvPr id="37" name="node08.container"/>
            <p:cNvSpPr/>
            <p:nvPr/>
          </p:nvSpPr>
          <p:spPr>
            <a:xfrm>
              <a:off x="3467100" y="4572000"/>
              <a:ext cx="1371600" cy="685800"/>
            </a:xfrm>
            <a:prstGeom prst="rect">
              <a:avLst/>
            </a:prstGeom>
            <a:solidFill>
              <a:srgbClr val="05013F"/>
            </a:solidFill>
            <a:ln>
              <a:noFill/>
            </a:ln>
          </p:spPr>
        </p:sp>
        <p:sp>
          <p:nvSpPr>
            <p:cNvPr id="38" name="node08.label"/>
            <p:cNvSpPr/>
            <p:nvPr/>
          </p:nvSpPr>
          <p:spPr>
            <a:xfrm>
              <a:off x="3543300" y="4648200"/>
              <a:ext cx="1219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900D3"/>
                  </a:solidFill>
                  <a:latin typeface="IBM Plex Mono Medium"/>
                  <a:ea typeface="IBM Plex Mono Medium"/>
                  <a:cs typeface="IBM Plex Mono Medium"/>
                </a:rPr>
                <a:t>IN DEFINE</a:t>
              </a:r>
              <a:endParaRPr lang="en-US" sz="900" spc="54" kern="0" b="0" i="0" dirty="0">
                <a:solidFill>
                  <a:srgbClr val="F900D3"/>
                </a:solidFill>
                <a:latin typeface="IBM Plex Mono Medium"/>
                <a:ea typeface="IBM Plex Mono Medium"/>
                <a:cs typeface="IBM Plex Mono Medium"/>
              </a:endParaRPr>
            </a:p>
          </p:txBody>
        </p:sp>
        <p:sp>
          <p:nvSpPr>
            <p:cNvPr id="39" name="node08.title"/>
            <p:cNvSpPr/>
            <p:nvPr/>
          </p:nvSpPr>
          <p:spPr>
            <a:xfrm>
              <a:off x="3543300" y="4876800"/>
              <a:ext cx="12192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FFFFFF"/>
                  </a:solidFill>
                  <a:latin typeface="IBM Plex Sans"/>
                  <a:ea typeface="IBM Plex Sans"/>
                  <a:cs typeface="IBM Plex Sans"/>
                </a:rPr>
                <a:t>Design</a:t>
              </a:r>
              <a:endParaRPr lang="en-US" sz="1400" spc="0" kern="0" b="0" i="0" dirty="0">
                <a:solidFill>
                  <a:srgbClr val="FFFFFF"/>
                </a:solidFill>
                <a:latin typeface="IBM Plex Sans"/>
                <a:ea typeface="IBM Plex Sans"/>
                <a:cs typeface="IBM Plex Sans"/>
              </a:endParaRPr>
            </a:p>
          </p:txBody>
        </p:sp>
      </p:grpSp>
      <p:grpSp>
        <p:nvGrpSpPr>
          <p:cNvPr id="74" name="node09"/>
          <p:cNvGrpSpPr/>
          <p:nvPr/>
        </p:nvGrpSpPr>
        <p:grpSpPr>
          <a:xfrm>
            <a:off x="5067300" y="4572000"/>
            <a:ext cx="1371600" cy="685800"/>
            <a:chOff x="5067300" y="4572000"/>
            <a:chExt cx="1371600" cy="685800"/>
          </a:xfrm>
        </p:grpSpPr>
        <p:sp>
          <p:nvSpPr>
            <p:cNvPr id="40" name="node09.container"/>
            <p:cNvSpPr/>
            <p:nvPr/>
          </p:nvSpPr>
          <p:spPr>
            <a:xfrm>
              <a:off x="5067300" y="4572000"/>
              <a:ext cx="1371600" cy="685800"/>
            </a:xfrm>
            <a:prstGeom prst="rect">
              <a:avLst/>
            </a:prstGeom>
            <a:solidFill>
              <a:srgbClr val="05013F"/>
            </a:solidFill>
            <a:ln>
              <a:noFill/>
            </a:ln>
          </p:spPr>
        </p:sp>
        <p:sp>
          <p:nvSpPr>
            <p:cNvPr id="41" name="node09.label"/>
            <p:cNvSpPr/>
            <p:nvPr/>
          </p:nvSpPr>
          <p:spPr>
            <a:xfrm>
              <a:off x="5143500" y="4648200"/>
              <a:ext cx="1219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900D3"/>
                  </a:solidFill>
                  <a:latin typeface="IBM Plex Mono Medium"/>
                  <a:ea typeface="IBM Plex Mono Medium"/>
                  <a:cs typeface="IBM Plex Mono Medium"/>
                </a:rPr>
                <a:t>IN BUILD</a:t>
              </a:r>
              <a:endParaRPr lang="en-US" sz="900" spc="54" kern="0" b="0" i="0" dirty="0">
                <a:solidFill>
                  <a:srgbClr val="F900D3"/>
                </a:solidFill>
                <a:latin typeface="IBM Plex Mono Medium"/>
                <a:ea typeface="IBM Plex Mono Medium"/>
                <a:cs typeface="IBM Plex Mono Medium"/>
              </a:endParaRPr>
            </a:p>
          </p:txBody>
        </p:sp>
        <p:sp>
          <p:nvSpPr>
            <p:cNvPr id="42" name="node09.title"/>
            <p:cNvSpPr/>
            <p:nvPr/>
          </p:nvSpPr>
          <p:spPr>
            <a:xfrm>
              <a:off x="5143500" y="4876800"/>
              <a:ext cx="12192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FFFFFF"/>
                  </a:solidFill>
                  <a:latin typeface="IBM Plex Sans"/>
                  <a:ea typeface="IBM Plex Sans"/>
                  <a:cs typeface="IBM Plex Sans"/>
                </a:rPr>
                <a:t>Build</a:t>
              </a:r>
              <a:endParaRPr lang="en-US" sz="1400" spc="0" kern="0" b="0" i="0" dirty="0">
                <a:solidFill>
                  <a:srgbClr val="FFFFFF"/>
                </a:solidFill>
                <a:latin typeface="IBM Plex Sans"/>
                <a:ea typeface="IBM Plex Sans"/>
                <a:cs typeface="IBM Plex Sans"/>
              </a:endParaRPr>
            </a:p>
          </p:txBody>
        </p:sp>
      </p:grpSp>
      <p:grpSp>
        <p:nvGrpSpPr>
          <p:cNvPr id="75" name="node10"/>
          <p:cNvGrpSpPr/>
          <p:nvPr/>
        </p:nvGrpSpPr>
        <p:grpSpPr>
          <a:xfrm>
            <a:off x="6667500" y="4572000"/>
            <a:ext cx="1371600" cy="685800"/>
            <a:chOff x="6667500" y="4572000"/>
            <a:chExt cx="1371600" cy="685800"/>
          </a:xfrm>
        </p:grpSpPr>
        <p:sp>
          <p:nvSpPr>
            <p:cNvPr id="43" name="node10.container"/>
            <p:cNvSpPr/>
            <p:nvPr/>
          </p:nvSpPr>
          <p:spPr>
            <a:xfrm>
              <a:off x="6667500" y="4572000"/>
              <a:ext cx="1371600" cy="685800"/>
            </a:xfrm>
            <a:prstGeom prst="rect">
              <a:avLst/>
            </a:prstGeom>
            <a:solidFill>
              <a:srgbClr val="05013F"/>
            </a:solidFill>
            <a:ln>
              <a:noFill/>
            </a:ln>
          </p:spPr>
        </p:sp>
        <p:sp>
          <p:nvSpPr>
            <p:cNvPr id="44" name="node10.label"/>
            <p:cNvSpPr/>
            <p:nvPr/>
          </p:nvSpPr>
          <p:spPr>
            <a:xfrm>
              <a:off x="6743700" y="4648200"/>
              <a:ext cx="1219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900D3"/>
                  </a:solidFill>
                  <a:latin typeface="IBM Plex Mono Medium"/>
                  <a:ea typeface="IBM Plex Mono Medium"/>
                  <a:cs typeface="IBM Plex Mono Medium"/>
                </a:rPr>
                <a:t>IN BUILD</a:t>
              </a:r>
              <a:endParaRPr lang="en-US" sz="900" spc="54" kern="0" b="0" i="0" dirty="0">
                <a:solidFill>
                  <a:srgbClr val="F900D3"/>
                </a:solidFill>
                <a:latin typeface="IBM Plex Mono Medium"/>
                <a:ea typeface="IBM Plex Mono Medium"/>
                <a:cs typeface="IBM Plex Mono Medium"/>
              </a:endParaRPr>
            </a:p>
          </p:txBody>
        </p:sp>
        <p:sp>
          <p:nvSpPr>
            <p:cNvPr id="45" name="node10.title"/>
            <p:cNvSpPr/>
            <p:nvPr/>
          </p:nvSpPr>
          <p:spPr>
            <a:xfrm>
              <a:off x="6743700" y="4876800"/>
              <a:ext cx="12192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FFFFFF"/>
                  </a:solidFill>
                  <a:latin typeface="IBM Plex Sans"/>
                  <a:ea typeface="IBM Plex Sans"/>
                  <a:cs typeface="IBM Plex Sans"/>
                </a:rPr>
                <a:t>Test</a:t>
              </a:r>
              <a:endParaRPr lang="en-US" sz="1400" spc="0" kern="0" b="0" i="0" dirty="0">
                <a:solidFill>
                  <a:srgbClr val="FFFFFF"/>
                </a:solidFill>
                <a:latin typeface="IBM Plex Sans"/>
                <a:ea typeface="IBM Plex Sans"/>
                <a:cs typeface="IBM Plex Sans"/>
              </a:endParaRPr>
            </a:p>
          </p:txBody>
        </p:sp>
      </p:grpSp>
      <p:grpSp>
        <p:nvGrpSpPr>
          <p:cNvPr id="76" name="node11"/>
          <p:cNvGrpSpPr/>
          <p:nvPr/>
        </p:nvGrpSpPr>
        <p:grpSpPr>
          <a:xfrm>
            <a:off x="8267700" y="4572000"/>
            <a:ext cx="1371600" cy="685800"/>
            <a:chOff x="8267700" y="4572000"/>
            <a:chExt cx="1371600" cy="685800"/>
          </a:xfrm>
        </p:grpSpPr>
        <p:sp>
          <p:nvSpPr>
            <p:cNvPr id="46" name="node11.container"/>
            <p:cNvSpPr/>
            <p:nvPr/>
          </p:nvSpPr>
          <p:spPr>
            <a:xfrm>
              <a:off x="8267700" y="4572000"/>
              <a:ext cx="1371600" cy="685800"/>
            </a:xfrm>
            <a:prstGeom prst="rect">
              <a:avLst/>
            </a:prstGeom>
            <a:solidFill>
              <a:srgbClr val="05013F"/>
            </a:solidFill>
            <a:ln>
              <a:noFill/>
            </a:ln>
          </p:spPr>
        </p:sp>
        <p:sp>
          <p:nvSpPr>
            <p:cNvPr id="47" name="node11.label"/>
            <p:cNvSpPr/>
            <p:nvPr/>
          </p:nvSpPr>
          <p:spPr>
            <a:xfrm>
              <a:off x="8343900" y="4648200"/>
              <a:ext cx="1219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900D3"/>
                  </a:solidFill>
                  <a:latin typeface="IBM Plex Mono Medium"/>
                  <a:ea typeface="IBM Plex Mono Medium"/>
                  <a:cs typeface="IBM Plex Mono Medium"/>
                </a:rPr>
                <a:t>IN BUILD</a:t>
              </a:r>
              <a:endParaRPr lang="en-US" sz="900" spc="54" kern="0" b="0" i="0" dirty="0">
                <a:solidFill>
                  <a:srgbClr val="F900D3"/>
                </a:solidFill>
                <a:latin typeface="IBM Plex Mono Medium"/>
                <a:ea typeface="IBM Plex Mono Medium"/>
                <a:cs typeface="IBM Plex Mono Medium"/>
              </a:endParaRPr>
            </a:p>
          </p:txBody>
        </p:sp>
        <p:sp>
          <p:nvSpPr>
            <p:cNvPr id="48" name="node11.title"/>
            <p:cNvSpPr/>
            <p:nvPr/>
          </p:nvSpPr>
          <p:spPr>
            <a:xfrm>
              <a:off x="8343900" y="4876800"/>
              <a:ext cx="12192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FFFFFF"/>
                  </a:solidFill>
                  <a:latin typeface="IBM Plex Sans"/>
                  <a:ea typeface="IBM Plex Sans"/>
                  <a:cs typeface="IBM Plex Sans"/>
                </a:rPr>
                <a:t>Verify</a:t>
              </a:r>
              <a:endParaRPr lang="en-US" sz="1400" spc="0" kern="0" b="0" i="0" dirty="0">
                <a:solidFill>
                  <a:srgbClr val="FFFFFF"/>
                </a:solidFill>
                <a:latin typeface="IBM Plex Sans"/>
                <a:ea typeface="IBM Plex Sans"/>
                <a:cs typeface="IBM Plex Sans"/>
              </a:endParaRPr>
            </a:p>
          </p:txBody>
        </p:sp>
      </p:grpSp>
      <p:grpSp>
        <p:nvGrpSpPr>
          <p:cNvPr id="77" name="node12"/>
          <p:cNvGrpSpPr/>
          <p:nvPr/>
        </p:nvGrpSpPr>
        <p:grpSpPr>
          <a:xfrm>
            <a:off x="9867900" y="4572000"/>
            <a:ext cx="1371600" cy="685800"/>
            <a:chOff x="9867900" y="4572000"/>
            <a:chExt cx="1371600" cy="685800"/>
          </a:xfrm>
        </p:grpSpPr>
        <p:sp>
          <p:nvSpPr>
            <p:cNvPr id="49" name="node12.container"/>
            <p:cNvSpPr/>
            <p:nvPr/>
          </p:nvSpPr>
          <p:spPr>
            <a:xfrm>
              <a:off x="9867900" y="4572000"/>
              <a:ext cx="1371600" cy="685800"/>
            </a:xfrm>
            <a:prstGeom prst="rect">
              <a:avLst/>
            </a:prstGeom>
            <a:solidFill>
              <a:srgbClr val="05013F"/>
            </a:solidFill>
            <a:ln>
              <a:noFill/>
            </a:ln>
          </p:spPr>
        </p:sp>
        <p:sp>
          <p:nvSpPr>
            <p:cNvPr id="50" name="node12.label"/>
            <p:cNvSpPr/>
            <p:nvPr/>
          </p:nvSpPr>
          <p:spPr>
            <a:xfrm>
              <a:off x="9944100" y="4648200"/>
              <a:ext cx="1219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900D3"/>
                  </a:solidFill>
                  <a:latin typeface="IBM Plex Mono Medium"/>
                  <a:ea typeface="IBM Plex Mono Medium"/>
                  <a:cs typeface="IBM Plex Mono Medium"/>
                </a:rPr>
                <a:t>IN OPTIMIZE</a:t>
              </a:r>
              <a:endParaRPr lang="en-US" sz="900" spc="54" kern="0" b="0" i="0" dirty="0">
                <a:solidFill>
                  <a:srgbClr val="F900D3"/>
                </a:solidFill>
                <a:latin typeface="IBM Plex Mono Medium"/>
                <a:ea typeface="IBM Plex Mono Medium"/>
                <a:cs typeface="IBM Plex Mono Medium"/>
              </a:endParaRPr>
            </a:p>
          </p:txBody>
        </p:sp>
        <p:sp>
          <p:nvSpPr>
            <p:cNvPr id="51" name="node12.title"/>
            <p:cNvSpPr/>
            <p:nvPr/>
          </p:nvSpPr>
          <p:spPr>
            <a:xfrm>
              <a:off x="9944100" y="4876800"/>
              <a:ext cx="12192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FFFFFF"/>
                  </a:solidFill>
                  <a:latin typeface="IBM Plex Sans"/>
                  <a:ea typeface="IBM Plex Sans"/>
                  <a:cs typeface="IBM Plex Sans"/>
                </a:rPr>
                <a:t>Release</a:t>
              </a:r>
              <a:endParaRPr lang="en-US" sz="1400" spc="0" kern="0" b="0" i="0" dirty="0">
                <a:solidFill>
                  <a:srgbClr val="FFFFFF"/>
                </a:solidFill>
                <a:latin typeface="IBM Plex Sans"/>
                <a:ea typeface="IBM Plex Sans"/>
                <a:cs typeface="IBM Plex Sans"/>
              </a:endParaRPr>
            </a:p>
          </p:txBody>
        </p:sp>
      </p:grpSp>
      <p:grpSp>
        <p:nvGrpSpPr>
          <p:cNvPr id="78" name="node13"/>
          <p:cNvGrpSpPr/>
          <p:nvPr/>
        </p:nvGrpSpPr>
        <p:grpSpPr>
          <a:xfrm>
            <a:off x="5710479" y="5257800"/>
            <a:ext cx="1642821" cy="228600"/>
            <a:chOff x="5710479" y="5257800"/>
            <a:chExt cx="1642821" cy="228600"/>
          </a:xfrm>
        </p:grpSpPr>
        <p:sp>
          <p:nvSpPr>
            <p:cNvPr id="52" name="node13.segment-1"/>
            <p:cNvSpPr/>
            <p:nvPr/>
          </p:nvSpPr>
          <p:spPr>
            <a:xfrm>
              <a:off x="7353300" y="5257800"/>
              <a:ext cx="0" cy="228600"/>
            </a:xfrm>
            <a:custGeom>
              <a:avLst/>
              <a:gdLst/>
              <a:ahLst/>
              <a:cxnLst/>
              <a:rect l="l" t="t" r="r" b="b"/>
              <a:pathLst>
                <a:path h="228600">
                  <a:moveTo>
                    <a:pt x="0" y="0"/>
                  </a:moveTo>
                  <a:lnTo>
                    <a:pt x="0" y="228600"/>
                  </a:lnTo>
                </a:path>
              </a:pathLst>
            </a:custGeom>
            <a:ln w="12700">
              <a:solidFill>
                <a:srgbClr val="0047FF"/>
              </a:solidFill>
              <a:prstDash val="dash"/>
            </a:ln>
          </p:spPr>
        </p:sp>
        <p:sp>
          <p:nvSpPr>
            <p:cNvPr id="53" name="node13.segment-2"/>
            <p:cNvSpPr/>
            <p:nvPr/>
          </p:nvSpPr>
          <p:spPr>
            <a:xfrm>
              <a:off x="5753100" y="5486400"/>
              <a:ext cx="1600200" cy="0"/>
            </a:xfrm>
            <a:custGeom>
              <a:avLst/>
              <a:gdLst/>
              <a:ahLst/>
              <a:cxnLst/>
              <a:rect l="l" t="t" r="r" b="b"/>
              <a:pathLst>
                <a:path w="1600200">
                  <a:moveTo>
                    <a:pt x="1600200" y="0"/>
                  </a:moveTo>
                  <a:lnTo>
                    <a:pt x="0" y="0"/>
                  </a:lnTo>
                </a:path>
              </a:pathLst>
            </a:custGeom>
            <a:ln w="12700">
              <a:solidFill>
                <a:srgbClr val="0047FF"/>
              </a:solidFill>
              <a:prstDash val="dash"/>
            </a:ln>
          </p:spPr>
        </p:sp>
        <p:sp>
          <p:nvSpPr>
            <p:cNvPr id="54" name="node13.segment-3"/>
            <p:cNvSpPr/>
            <p:nvPr/>
          </p:nvSpPr>
          <p:spPr>
            <a:xfrm>
              <a:off x="5753100" y="5257800"/>
              <a:ext cx="0" cy="228600"/>
            </a:xfrm>
            <a:custGeom>
              <a:avLst/>
              <a:gdLst/>
              <a:ahLst/>
              <a:cxnLst/>
              <a:rect l="l" t="t" r="r" b="b"/>
              <a:pathLst>
                <a:path h="228600">
                  <a:moveTo>
                    <a:pt x="0" y="228600"/>
                  </a:moveTo>
                  <a:lnTo>
                    <a:pt x="0" y="0"/>
                  </a:lnTo>
                </a:path>
              </a:pathLst>
            </a:custGeom>
            <a:ln w="12700">
              <a:solidFill>
                <a:srgbClr val="0047FF"/>
              </a:solidFill>
              <a:prstDash val="dash"/>
            </a:ln>
          </p:spPr>
        </p:sp>
        <p:sp>
          <p:nvSpPr>
            <p:cNvPr id="55" name="node13.head-end.0"/>
            <p:cNvSpPr/>
            <p:nvPr/>
          </p:nvSpPr>
          <p:spPr>
            <a:xfrm>
              <a:off x="5753100" y="5257800"/>
              <a:ext cx="42621" cy="78017"/>
            </a:xfrm>
            <a:custGeom>
              <a:avLst/>
              <a:gdLst/>
              <a:ahLst/>
              <a:cxnLst/>
              <a:rect l="l" t="t" r="r" b="b"/>
              <a:pathLst>
                <a:path w="42621" h="78017">
                  <a:moveTo>
                    <a:pt x="0" y="0"/>
                  </a:moveTo>
                  <a:lnTo>
                    <a:pt x="42621" y="78017"/>
                  </a:lnTo>
                </a:path>
              </a:pathLst>
            </a:custGeom>
            <a:ln w="12700">
              <a:solidFill>
                <a:srgbClr val="0047FF"/>
              </a:solidFill>
              <a:prstDash val="solid"/>
            </a:ln>
          </p:spPr>
        </p:sp>
        <p:sp>
          <p:nvSpPr>
            <p:cNvPr id="56" name="node13.head-end.1"/>
            <p:cNvSpPr/>
            <p:nvPr/>
          </p:nvSpPr>
          <p:spPr>
            <a:xfrm>
              <a:off x="5710479" y="5257800"/>
              <a:ext cx="42621" cy="78017"/>
            </a:xfrm>
            <a:custGeom>
              <a:avLst/>
              <a:gdLst/>
              <a:ahLst/>
              <a:cxnLst/>
              <a:rect l="l" t="t" r="r" b="b"/>
              <a:pathLst>
                <a:path w="42621" h="78017">
                  <a:moveTo>
                    <a:pt x="42621" y="0"/>
                  </a:moveTo>
                  <a:lnTo>
                    <a:pt x="0" y="78017"/>
                  </a:lnTo>
                </a:path>
              </a:pathLst>
            </a:custGeom>
            <a:ln w="12700">
              <a:solidFill>
                <a:srgbClr val="0047FF"/>
              </a:solidFill>
              <a:prstDash val="solid"/>
            </a:ln>
          </p:spPr>
        </p:sp>
      </p:grpSp>
      <p:grpSp>
        <p:nvGrpSpPr>
          <p:cNvPr id="79" name="node14"/>
          <p:cNvGrpSpPr/>
          <p:nvPr/>
        </p:nvGrpSpPr>
        <p:grpSpPr>
          <a:xfrm>
            <a:off x="4110279" y="5257800"/>
            <a:ext cx="4843221" cy="457200"/>
            <a:chOff x="4110279" y="5257800"/>
            <a:chExt cx="4843221" cy="457200"/>
          </a:xfrm>
        </p:grpSpPr>
        <p:sp>
          <p:nvSpPr>
            <p:cNvPr id="57" name="node14.segment-1"/>
            <p:cNvSpPr/>
            <p:nvPr/>
          </p:nvSpPr>
          <p:spPr>
            <a:xfrm>
              <a:off x="8953500" y="5257800"/>
              <a:ext cx="0" cy="457200"/>
            </a:xfrm>
            <a:custGeom>
              <a:avLst/>
              <a:gdLst/>
              <a:ahLst/>
              <a:cxnLst/>
              <a:rect l="l" t="t" r="r" b="b"/>
              <a:pathLst>
                <a:path h="457200">
                  <a:moveTo>
                    <a:pt x="0" y="0"/>
                  </a:moveTo>
                  <a:lnTo>
                    <a:pt x="0" y="457200"/>
                  </a:lnTo>
                </a:path>
              </a:pathLst>
            </a:custGeom>
            <a:ln w="12700">
              <a:solidFill>
                <a:srgbClr val="0047FF"/>
              </a:solidFill>
              <a:prstDash val="dash"/>
            </a:ln>
          </p:spPr>
        </p:sp>
        <p:sp>
          <p:nvSpPr>
            <p:cNvPr id="58" name="node14.segment-2"/>
            <p:cNvSpPr/>
            <p:nvPr/>
          </p:nvSpPr>
          <p:spPr>
            <a:xfrm>
              <a:off x="4152900" y="5715000"/>
              <a:ext cx="4800600" cy="0"/>
            </a:xfrm>
            <a:custGeom>
              <a:avLst/>
              <a:gdLst/>
              <a:ahLst/>
              <a:cxnLst/>
              <a:rect l="l" t="t" r="r" b="b"/>
              <a:pathLst>
                <a:path w="4800600">
                  <a:moveTo>
                    <a:pt x="4800600" y="0"/>
                  </a:moveTo>
                  <a:lnTo>
                    <a:pt x="0" y="0"/>
                  </a:lnTo>
                </a:path>
              </a:pathLst>
            </a:custGeom>
            <a:ln w="12700">
              <a:solidFill>
                <a:srgbClr val="0047FF"/>
              </a:solidFill>
              <a:prstDash val="dash"/>
            </a:ln>
          </p:spPr>
        </p:sp>
        <p:sp>
          <p:nvSpPr>
            <p:cNvPr id="59" name="node14.segment-3"/>
            <p:cNvSpPr/>
            <p:nvPr/>
          </p:nvSpPr>
          <p:spPr>
            <a:xfrm>
              <a:off x="4152900" y="5257800"/>
              <a:ext cx="0" cy="457200"/>
            </a:xfrm>
            <a:custGeom>
              <a:avLst/>
              <a:gdLst/>
              <a:ahLst/>
              <a:cxnLst/>
              <a:rect l="l" t="t" r="r" b="b"/>
              <a:pathLst>
                <a:path h="457200">
                  <a:moveTo>
                    <a:pt x="0" y="457200"/>
                  </a:moveTo>
                  <a:lnTo>
                    <a:pt x="0" y="0"/>
                  </a:lnTo>
                </a:path>
              </a:pathLst>
            </a:custGeom>
            <a:ln w="12700">
              <a:solidFill>
                <a:srgbClr val="0047FF"/>
              </a:solidFill>
              <a:prstDash val="dash"/>
            </a:ln>
          </p:spPr>
        </p:sp>
        <p:sp>
          <p:nvSpPr>
            <p:cNvPr id="60" name="node14.head-end.0"/>
            <p:cNvSpPr/>
            <p:nvPr/>
          </p:nvSpPr>
          <p:spPr>
            <a:xfrm>
              <a:off x="4152900" y="5257800"/>
              <a:ext cx="42621" cy="78017"/>
            </a:xfrm>
            <a:custGeom>
              <a:avLst/>
              <a:gdLst/>
              <a:ahLst/>
              <a:cxnLst/>
              <a:rect l="l" t="t" r="r" b="b"/>
              <a:pathLst>
                <a:path w="42621" h="78017">
                  <a:moveTo>
                    <a:pt x="0" y="0"/>
                  </a:moveTo>
                  <a:lnTo>
                    <a:pt x="42621" y="78017"/>
                  </a:lnTo>
                </a:path>
              </a:pathLst>
            </a:custGeom>
            <a:ln w="12700">
              <a:solidFill>
                <a:srgbClr val="0047FF"/>
              </a:solidFill>
              <a:prstDash val="solid"/>
            </a:ln>
          </p:spPr>
        </p:sp>
        <p:sp>
          <p:nvSpPr>
            <p:cNvPr id="61" name="node14.head-end.1"/>
            <p:cNvSpPr/>
            <p:nvPr/>
          </p:nvSpPr>
          <p:spPr>
            <a:xfrm>
              <a:off x="4110279" y="5257800"/>
              <a:ext cx="42621" cy="78017"/>
            </a:xfrm>
            <a:custGeom>
              <a:avLst/>
              <a:gdLst/>
              <a:ahLst/>
              <a:cxnLst/>
              <a:rect l="l" t="t" r="r" b="b"/>
              <a:pathLst>
                <a:path w="42621" h="78017">
                  <a:moveTo>
                    <a:pt x="42621" y="0"/>
                  </a:moveTo>
                  <a:lnTo>
                    <a:pt x="0" y="78017"/>
                  </a:lnTo>
                </a:path>
              </a:pathLst>
            </a:custGeom>
            <a:ln w="12700">
              <a:solidFill>
                <a:srgbClr val="0047FF"/>
              </a:solidFill>
              <a:prstDash val="solid"/>
            </a:ln>
          </p:spPr>
        </p:sp>
      </p:grpSp>
      <p:grpSp>
        <p:nvGrpSpPr>
          <p:cNvPr id="80" name="node15"/>
          <p:cNvGrpSpPr/>
          <p:nvPr/>
        </p:nvGrpSpPr>
        <p:grpSpPr>
          <a:xfrm>
            <a:off x="723900" y="4000500"/>
            <a:ext cx="2514600" cy="152400"/>
            <a:chOff x="723900" y="4000500"/>
            <a:chExt cx="2514600" cy="152400"/>
          </a:xfrm>
        </p:grpSpPr>
        <p:sp>
          <p:nvSpPr>
            <p:cNvPr id="62" name="node15.text"/>
            <p:cNvSpPr/>
            <p:nvPr/>
          </p:nvSpPr>
          <p:spPr>
            <a:xfrm>
              <a:off x="723900" y="40005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PDLC: THE SUPERSET</a:t>
              </a:r>
              <a:endParaRPr lang="en-US" sz="900" spc="54" kern="0" b="0" i="0" dirty="0">
                <a:solidFill>
                  <a:srgbClr val="0047FF"/>
                </a:solidFill>
                <a:latin typeface="IBM Plex Mono Medium"/>
                <a:ea typeface="IBM Plex Mono Medium"/>
                <a:cs typeface="IBM Plex Mono Medium"/>
              </a:endParaRPr>
            </a:p>
          </p:txBody>
        </p:sp>
      </p:grpSp>
      <p:grpSp>
        <p:nvGrpSpPr>
          <p:cNvPr id="81" name="node16"/>
          <p:cNvGrpSpPr/>
          <p:nvPr/>
        </p:nvGrpSpPr>
        <p:grpSpPr>
          <a:xfrm>
            <a:off x="723900" y="4343400"/>
            <a:ext cx="2514600" cy="457200"/>
            <a:chOff x="723900" y="4343400"/>
            <a:chExt cx="2514600" cy="457200"/>
          </a:xfrm>
        </p:grpSpPr>
        <p:sp>
          <p:nvSpPr>
            <p:cNvPr id="63" name="node16.text"/>
            <p:cNvSpPr/>
            <p:nvPr/>
          </p:nvSpPr>
          <p:spPr>
            <a:xfrm>
              <a:off x="723900" y="4343400"/>
              <a:ext cx="25146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Four phases that loop back. Identify happens before engineering starts.</a:t>
              </a:r>
              <a:endParaRPr lang="en-US" sz="1200" spc="0" kern="0" b="0" i="0" dirty="0">
                <a:solidFill>
                  <a:srgbClr val="070154"/>
                </a:solidFill>
                <a:latin typeface="IBM Plex Sans"/>
                <a:ea typeface="IBM Plex Sans"/>
                <a:cs typeface="IBM Plex Sans"/>
              </a:endParaRPr>
            </a:p>
          </p:txBody>
        </p:sp>
      </p:grpSp>
      <p:grpSp>
        <p:nvGrpSpPr>
          <p:cNvPr id="82" name="node17"/>
          <p:cNvGrpSpPr/>
          <p:nvPr/>
        </p:nvGrpSpPr>
        <p:grpSpPr>
          <a:xfrm>
            <a:off x="723900" y="5143500"/>
            <a:ext cx="2514600" cy="152400"/>
            <a:chOff x="723900" y="5143500"/>
            <a:chExt cx="2514600" cy="152400"/>
          </a:xfrm>
        </p:grpSpPr>
        <p:sp>
          <p:nvSpPr>
            <p:cNvPr id="64" name="node17.text"/>
            <p:cNvSpPr/>
            <p:nvPr/>
          </p:nvSpPr>
          <p:spPr>
            <a:xfrm>
              <a:off x="723900" y="51435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SDLC: A SUBSET</a:t>
              </a:r>
              <a:endParaRPr lang="en-US" sz="900" spc="54" kern="0" b="0" i="0" dirty="0">
                <a:solidFill>
                  <a:srgbClr val="0047FF"/>
                </a:solidFill>
                <a:latin typeface="IBM Plex Mono Medium"/>
                <a:ea typeface="IBM Plex Mono Medium"/>
                <a:cs typeface="IBM Plex Mono Medium"/>
              </a:endParaRPr>
            </a:p>
          </p:txBody>
        </p:sp>
      </p:grpSp>
      <p:grpSp>
        <p:nvGrpSpPr>
          <p:cNvPr id="83" name="node18"/>
          <p:cNvGrpSpPr/>
          <p:nvPr/>
        </p:nvGrpSpPr>
        <p:grpSpPr>
          <a:xfrm>
            <a:off x="723900" y="5486400"/>
            <a:ext cx="2514600" cy="228600"/>
            <a:chOff x="723900" y="5486400"/>
            <a:chExt cx="2514600" cy="228600"/>
          </a:xfrm>
        </p:grpSpPr>
        <p:sp>
          <p:nvSpPr>
            <p:cNvPr id="65" name="node18.text"/>
            <p:cNvSpPr/>
            <p:nvPr/>
          </p:nvSpPr>
          <p:spPr>
            <a:xfrm>
              <a:off x="723900" y="5486400"/>
              <a:ext cx="2514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Five steps that loop back on defects.</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ource-353">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PRODUCT LIFECYCLE</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Each phase has three sub-phases; the SDLC covers six</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110</a:t>
            </a:fld>
            <a:endParaRPr lang="en-US" sz="700" spc="0" kern="0" b="0" i="0" dirty="0">
              <a:solidFill>
                <a:srgbClr val="070154"/>
              </a:solidFill>
              <a:latin typeface="IBM Plex Mono SemiBold"/>
              <a:ea typeface="IBM Plex Mono SemiBold"/>
              <a:cs typeface="IBM Plex Mono SemiBold"/>
            </a:endParaRPr>
          </a:p>
        </p:txBody>
      </p:sp>
      <p:grpSp>
        <p:nvGrpSpPr>
          <p:cNvPr id="62" name="node01"/>
          <p:cNvGrpSpPr/>
          <p:nvPr/>
        </p:nvGrpSpPr>
        <p:grpSpPr>
          <a:xfrm>
            <a:off x="4681779" y="1905000"/>
            <a:ext cx="5529021" cy="152400"/>
            <a:chOff x="4681779" y="1905000"/>
            <a:chExt cx="5529021" cy="152400"/>
          </a:xfrm>
        </p:grpSpPr>
        <p:sp>
          <p:nvSpPr>
            <p:cNvPr id="6" name="node01.segment-1"/>
            <p:cNvSpPr/>
            <p:nvPr/>
          </p:nvSpPr>
          <p:spPr>
            <a:xfrm>
              <a:off x="10210800" y="1905000"/>
              <a:ext cx="0" cy="152400"/>
            </a:xfrm>
            <a:custGeom>
              <a:avLst/>
              <a:gdLst/>
              <a:ahLst/>
              <a:cxnLst/>
              <a:rect l="l" t="t" r="r" b="b"/>
              <a:pathLst>
                <a:path h="152400">
                  <a:moveTo>
                    <a:pt x="0" y="152400"/>
                  </a:moveTo>
                  <a:lnTo>
                    <a:pt x="0" y="0"/>
                  </a:lnTo>
                </a:path>
              </a:pathLst>
            </a:custGeom>
            <a:ln w="12700">
              <a:solidFill>
                <a:srgbClr val="0047FF"/>
              </a:solidFill>
              <a:prstDash val="dash"/>
            </a:ln>
          </p:spPr>
        </p:sp>
        <p:sp>
          <p:nvSpPr>
            <p:cNvPr id="7" name="node01.segment-2"/>
            <p:cNvSpPr/>
            <p:nvPr/>
          </p:nvSpPr>
          <p:spPr>
            <a:xfrm>
              <a:off x="4724400" y="1905000"/>
              <a:ext cx="5486400" cy="0"/>
            </a:xfrm>
            <a:custGeom>
              <a:avLst/>
              <a:gdLst/>
              <a:ahLst/>
              <a:cxnLst/>
              <a:rect l="l" t="t" r="r" b="b"/>
              <a:pathLst>
                <a:path w="5486400">
                  <a:moveTo>
                    <a:pt x="5486400" y="0"/>
                  </a:moveTo>
                  <a:lnTo>
                    <a:pt x="0" y="0"/>
                  </a:lnTo>
                </a:path>
              </a:pathLst>
            </a:custGeom>
            <a:ln w="12700">
              <a:solidFill>
                <a:srgbClr val="0047FF"/>
              </a:solidFill>
              <a:prstDash val="dash"/>
            </a:ln>
          </p:spPr>
        </p:sp>
        <p:sp>
          <p:nvSpPr>
            <p:cNvPr id="8" name="node01.segment-3"/>
            <p:cNvSpPr/>
            <p:nvPr/>
          </p:nvSpPr>
          <p:spPr>
            <a:xfrm>
              <a:off x="4724400" y="1905000"/>
              <a:ext cx="0" cy="152400"/>
            </a:xfrm>
            <a:custGeom>
              <a:avLst/>
              <a:gdLst/>
              <a:ahLst/>
              <a:cxnLst/>
              <a:rect l="l" t="t" r="r" b="b"/>
              <a:pathLst>
                <a:path h="152400">
                  <a:moveTo>
                    <a:pt x="0" y="0"/>
                  </a:moveTo>
                  <a:lnTo>
                    <a:pt x="0" y="152400"/>
                  </a:lnTo>
                </a:path>
              </a:pathLst>
            </a:custGeom>
            <a:ln w="12700">
              <a:solidFill>
                <a:srgbClr val="0047FF"/>
              </a:solidFill>
              <a:prstDash val="dash"/>
            </a:ln>
          </p:spPr>
        </p:sp>
        <p:sp>
          <p:nvSpPr>
            <p:cNvPr id="9" name="node01.head-end.0"/>
            <p:cNvSpPr/>
            <p:nvPr/>
          </p:nvSpPr>
          <p:spPr>
            <a:xfrm>
              <a:off x="4681779" y="1979383"/>
              <a:ext cx="42621" cy="78017"/>
            </a:xfrm>
            <a:custGeom>
              <a:avLst/>
              <a:gdLst/>
              <a:ahLst/>
              <a:cxnLst/>
              <a:rect l="l" t="t" r="r" b="b"/>
              <a:pathLst>
                <a:path w="42621" h="78017">
                  <a:moveTo>
                    <a:pt x="42621" y="78017"/>
                  </a:moveTo>
                  <a:lnTo>
                    <a:pt x="0" y="0"/>
                  </a:lnTo>
                </a:path>
              </a:pathLst>
            </a:custGeom>
            <a:ln w="12700">
              <a:solidFill>
                <a:srgbClr val="0047FF"/>
              </a:solidFill>
              <a:prstDash val="solid"/>
            </a:ln>
          </p:spPr>
        </p:sp>
        <p:sp>
          <p:nvSpPr>
            <p:cNvPr id="10" name="node01.head-end.1"/>
            <p:cNvSpPr/>
            <p:nvPr/>
          </p:nvSpPr>
          <p:spPr>
            <a:xfrm>
              <a:off x="4724400" y="1979383"/>
              <a:ext cx="42621" cy="78017"/>
            </a:xfrm>
            <a:custGeom>
              <a:avLst/>
              <a:gdLst/>
              <a:ahLst/>
              <a:cxnLst/>
              <a:rect l="l" t="t" r="r" b="b"/>
              <a:pathLst>
                <a:path w="42621" h="78017">
                  <a:moveTo>
                    <a:pt x="0" y="78017"/>
                  </a:moveTo>
                  <a:lnTo>
                    <a:pt x="42621" y="0"/>
                  </a:lnTo>
                </a:path>
              </a:pathLst>
            </a:custGeom>
            <a:ln w="12700">
              <a:solidFill>
                <a:srgbClr val="0047FF"/>
              </a:solidFill>
              <a:prstDash val="solid"/>
            </a:ln>
          </p:spPr>
        </p:sp>
      </p:grpSp>
      <p:grpSp>
        <p:nvGrpSpPr>
          <p:cNvPr id="63" name="node02"/>
          <p:cNvGrpSpPr/>
          <p:nvPr/>
        </p:nvGrpSpPr>
        <p:grpSpPr>
          <a:xfrm>
            <a:off x="723900" y="2057400"/>
            <a:ext cx="2514600" cy="914400"/>
            <a:chOff x="723900" y="2057400"/>
            <a:chExt cx="2514600" cy="914400"/>
          </a:xfrm>
        </p:grpSpPr>
        <p:sp>
          <p:nvSpPr>
            <p:cNvPr id="11" name="node02.container"/>
            <p:cNvSpPr/>
            <p:nvPr/>
          </p:nvSpPr>
          <p:spPr>
            <a:xfrm>
              <a:off x="723900" y="2057400"/>
              <a:ext cx="2514600" cy="914400"/>
            </a:xfrm>
            <a:prstGeom prst="rect">
              <a:avLst/>
            </a:prstGeom>
            <a:solidFill>
              <a:srgbClr val="05013F"/>
            </a:solidFill>
            <a:ln>
              <a:noFill/>
            </a:ln>
          </p:spPr>
        </p:sp>
        <p:sp>
          <p:nvSpPr>
            <p:cNvPr id="12" name="node02.label"/>
            <p:cNvSpPr/>
            <p:nvPr/>
          </p:nvSpPr>
          <p:spPr>
            <a:xfrm>
              <a:off x="876300" y="2209800"/>
              <a:ext cx="2209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900D3"/>
                  </a:solidFill>
                  <a:latin typeface="IBM Plex Mono Medium"/>
                  <a:ea typeface="IBM Plex Mono Medium"/>
                  <a:cs typeface="IBM Plex Mono Medium"/>
                </a:rPr>
                <a:t>RIGHT PROBLEM</a:t>
              </a:r>
              <a:endParaRPr lang="en-US" sz="900" spc="54" kern="0" b="0" i="0" dirty="0">
                <a:solidFill>
                  <a:srgbClr val="F900D3"/>
                </a:solidFill>
                <a:latin typeface="IBM Plex Mono Medium"/>
                <a:ea typeface="IBM Plex Mono Medium"/>
                <a:cs typeface="IBM Plex Mono Medium"/>
              </a:endParaRPr>
            </a:p>
          </p:txBody>
        </p:sp>
        <p:sp>
          <p:nvSpPr>
            <p:cNvPr id="13" name="node02.title"/>
            <p:cNvSpPr/>
            <p:nvPr/>
          </p:nvSpPr>
          <p:spPr>
            <a:xfrm>
              <a:off x="876300" y="2438400"/>
              <a:ext cx="22098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FFFFFF"/>
                  </a:solidFill>
                  <a:latin typeface="IBM Plex Sans SemiBold"/>
                  <a:ea typeface="IBM Plex Sans SemiBold"/>
                  <a:cs typeface="IBM Plex Sans SemiBold"/>
                </a:rPr>
                <a:t>Identify</a:t>
              </a:r>
              <a:endParaRPr lang="en-US" sz="1800" spc="-18" kern="0" b="0" i="0" dirty="0">
                <a:solidFill>
                  <a:srgbClr val="FFFFFF"/>
                </a:solidFill>
                <a:latin typeface="IBM Plex Sans SemiBold"/>
                <a:ea typeface="IBM Plex Sans SemiBold"/>
                <a:cs typeface="IBM Plex Sans SemiBold"/>
              </a:endParaRPr>
            </a:p>
          </p:txBody>
        </p:sp>
      </p:grpSp>
      <p:grpSp>
        <p:nvGrpSpPr>
          <p:cNvPr id="64" name="node03"/>
          <p:cNvGrpSpPr/>
          <p:nvPr/>
        </p:nvGrpSpPr>
        <p:grpSpPr>
          <a:xfrm>
            <a:off x="723900" y="3200400"/>
            <a:ext cx="2514600" cy="685800"/>
            <a:chOff x="723900" y="3200400"/>
            <a:chExt cx="2514600" cy="685800"/>
          </a:xfrm>
        </p:grpSpPr>
        <p:sp>
          <p:nvSpPr>
            <p:cNvPr id="14" name="node03.container"/>
            <p:cNvSpPr/>
            <p:nvPr/>
          </p:nvSpPr>
          <p:spPr>
            <a:xfrm>
              <a:off x="723900" y="3200400"/>
              <a:ext cx="2514600" cy="685800"/>
            </a:xfrm>
            <a:prstGeom prst="rect">
              <a:avLst/>
            </a:prstGeom>
            <a:solidFill>
              <a:srgbClr val="E8EEF8"/>
            </a:solidFill>
            <a:ln>
              <a:noFill/>
            </a:ln>
          </p:spPr>
        </p:sp>
        <p:sp>
          <p:nvSpPr>
            <p:cNvPr id="15" name="node03.label"/>
            <p:cNvSpPr/>
            <p:nvPr/>
          </p:nvSpPr>
          <p:spPr>
            <a:xfrm>
              <a:off x="800100" y="3276600"/>
              <a:ext cx="2362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PRODUCT</a:t>
              </a:r>
              <a:endParaRPr lang="en-US" sz="900" spc="54" kern="0" b="0" i="0" dirty="0">
                <a:solidFill>
                  <a:srgbClr val="0047FF"/>
                </a:solidFill>
                <a:latin typeface="IBM Plex Mono Medium"/>
                <a:ea typeface="IBM Plex Mono Medium"/>
                <a:cs typeface="IBM Plex Mono Medium"/>
              </a:endParaRPr>
            </a:p>
          </p:txBody>
        </p:sp>
        <p:sp>
          <p:nvSpPr>
            <p:cNvPr id="16" name="node03.title"/>
            <p:cNvSpPr/>
            <p:nvPr/>
          </p:nvSpPr>
          <p:spPr>
            <a:xfrm>
              <a:off x="800100" y="3467100"/>
              <a:ext cx="23622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Discover needs</a:t>
              </a:r>
              <a:endParaRPr lang="en-US" sz="1400" spc="0" kern="0" b="0" i="0" dirty="0">
                <a:solidFill>
                  <a:srgbClr val="070154"/>
                </a:solidFill>
                <a:latin typeface="IBM Plex Sans"/>
                <a:ea typeface="IBM Plex Sans"/>
                <a:cs typeface="IBM Plex Sans"/>
              </a:endParaRPr>
            </a:p>
          </p:txBody>
        </p:sp>
      </p:grpSp>
      <p:grpSp>
        <p:nvGrpSpPr>
          <p:cNvPr id="65" name="node04"/>
          <p:cNvGrpSpPr/>
          <p:nvPr/>
        </p:nvGrpSpPr>
        <p:grpSpPr>
          <a:xfrm>
            <a:off x="723900" y="4114800"/>
            <a:ext cx="2514600" cy="685800"/>
            <a:chOff x="723900" y="4114800"/>
            <a:chExt cx="2514600" cy="685800"/>
          </a:xfrm>
        </p:grpSpPr>
        <p:sp>
          <p:nvSpPr>
            <p:cNvPr id="17" name="node04.container"/>
            <p:cNvSpPr/>
            <p:nvPr/>
          </p:nvSpPr>
          <p:spPr>
            <a:xfrm>
              <a:off x="723900" y="4114800"/>
              <a:ext cx="2514600" cy="685800"/>
            </a:xfrm>
            <a:prstGeom prst="rect">
              <a:avLst/>
            </a:prstGeom>
            <a:solidFill>
              <a:srgbClr val="E8EEF8"/>
            </a:solidFill>
            <a:ln>
              <a:noFill/>
            </a:ln>
          </p:spPr>
        </p:sp>
        <p:sp>
          <p:nvSpPr>
            <p:cNvPr id="18" name="node04.label"/>
            <p:cNvSpPr/>
            <p:nvPr/>
          </p:nvSpPr>
          <p:spPr>
            <a:xfrm>
              <a:off x="800100" y="4191000"/>
              <a:ext cx="2362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PRODUCT</a:t>
              </a:r>
              <a:endParaRPr lang="en-US" sz="900" spc="54" kern="0" b="0" i="0" dirty="0">
                <a:solidFill>
                  <a:srgbClr val="0047FF"/>
                </a:solidFill>
                <a:latin typeface="IBM Plex Mono Medium"/>
                <a:ea typeface="IBM Plex Mono Medium"/>
                <a:cs typeface="IBM Plex Mono Medium"/>
              </a:endParaRPr>
            </a:p>
          </p:txBody>
        </p:sp>
        <p:sp>
          <p:nvSpPr>
            <p:cNvPr id="19" name="node04.title"/>
            <p:cNvSpPr/>
            <p:nvPr/>
          </p:nvSpPr>
          <p:spPr>
            <a:xfrm>
              <a:off x="800100" y="4381500"/>
              <a:ext cx="23622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Size the opportunity</a:t>
              </a:r>
              <a:endParaRPr lang="en-US" sz="1400" spc="0" kern="0" b="0" i="0" dirty="0">
                <a:solidFill>
                  <a:srgbClr val="070154"/>
                </a:solidFill>
                <a:latin typeface="IBM Plex Sans"/>
                <a:ea typeface="IBM Plex Sans"/>
                <a:cs typeface="IBM Plex Sans"/>
              </a:endParaRPr>
            </a:p>
          </p:txBody>
        </p:sp>
      </p:grpSp>
      <p:grpSp>
        <p:nvGrpSpPr>
          <p:cNvPr id="66" name="node05"/>
          <p:cNvGrpSpPr/>
          <p:nvPr/>
        </p:nvGrpSpPr>
        <p:grpSpPr>
          <a:xfrm>
            <a:off x="723900" y="5029200"/>
            <a:ext cx="2514600" cy="685800"/>
            <a:chOff x="723900" y="5029200"/>
            <a:chExt cx="2514600" cy="685800"/>
          </a:xfrm>
        </p:grpSpPr>
        <p:sp>
          <p:nvSpPr>
            <p:cNvPr id="20" name="node05.container"/>
            <p:cNvSpPr/>
            <p:nvPr/>
          </p:nvSpPr>
          <p:spPr>
            <a:xfrm>
              <a:off x="723900" y="5029200"/>
              <a:ext cx="2514600" cy="685800"/>
            </a:xfrm>
            <a:prstGeom prst="rect">
              <a:avLst/>
            </a:prstGeom>
            <a:solidFill>
              <a:srgbClr val="E8EEF8"/>
            </a:solidFill>
            <a:ln>
              <a:noFill/>
            </a:ln>
          </p:spPr>
        </p:sp>
        <p:sp>
          <p:nvSpPr>
            <p:cNvPr id="21" name="node05.label"/>
            <p:cNvSpPr/>
            <p:nvPr/>
          </p:nvSpPr>
          <p:spPr>
            <a:xfrm>
              <a:off x="800100" y="5105400"/>
              <a:ext cx="2362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PRODUCT</a:t>
              </a:r>
              <a:endParaRPr lang="en-US" sz="900" spc="54" kern="0" b="0" i="0" dirty="0">
                <a:solidFill>
                  <a:srgbClr val="0047FF"/>
                </a:solidFill>
                <a:latin typeface="IBM Plex Mono Medium"/>
                <a:ea typeface="IBM Plex Mono Medium"/>
                <a:cs typeface="IBM Plex Mono Medium"/>
              </a:endParaRPr>
            </a:p>
          </p:txBody>
        </p:sp>
        <p:sp>
          <p:nvSpPr>
            <p:cNvPr id="22" name="node05.title"/>
            <p:cNvSpPr/>
            <p:nvPr/>
          </p:nvSpPr>
          <p:spPr>
            <a:xfrm>
              <a:off x="800100" y="5295900"/>
              <a:ext cx="23622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Prioritize bets</a:t>
              </a:r>
              <a:endParaRPr lang="en-US" sz="1400" spc="0" kern="0" b="0" i="0" dirty="0">
                <a:solidFill>
                  <a:srgbClr val="070154"/>
                </a:solidFill>
                <a:latin typeface="IBM Plex Sans"/>
                <a:ea typeface="IBM Plex Sans"/>
                <a:cs typeface="IBM Plex Sans"/>
              </a:endParaRPr>
            </a:p>
          </p:txBody>
        </p:sp>
      </p:grpSp>
      <p:grpSp>
        <p:nvGrpSpPr>
          <p:cNvPr id="67" name="node06"/>
          <p:cNvGrpSpPr/>
          <p:nvPr/>
        </p:nvGrpSpPr>
        <p:grpSpPr>
          <a:xfrm>
            <a:off x="3467100" y="2057400"/>
            <a:ext cx="2514600" cy="914400"/>
            <a:chOff x="3467100" y="2057400"/>
            <a:chExt cx="2514600" cy="914400"/>
          </a:xfrm>
        </p:grpSpPr>
        <p:sp>
          <p:nvSpPr>
            <p:cNvPr id="23" name="node06.container"/>
            <p:cNvSpPr/>
            <p:nvPr/>
          </p:nvSpPr>
          <p:spPr>
            <a:xfrm>
              <a:off x="3467100" y="2057400"/>
              <a:ext cx="2514600" cy="914400"/>
            </a:xfrm>
            <a:prstGeom prst="rect">
              <a:avLst/>
            </a:prstGeom>
            <a:solidFill>
              <a:srgbClr val="05013F"/>
            </a:solidFill>
            <a:ln>
              <a:noFill/>
            </a:ln>
          </p:spPr>
        </p:sp>
        <p:sp>
          <p:nvSpPr>
            <p:cNvPr id="24" name="node06.label"/>
            <p:cNvSpPr/>
            <p:nvPr/>
          </p:nvSpPr>
          <p:spPr>
            <a:xfrm>
              <a:off x="3619500" y="2209800"/>
              <a:ext cx="2209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900D3"/>
                  </a:solidFill>
                  <a:latin typeface="IBM Plex Mono Medium"/>
                  <a:ea typeface="IBM Plex Mono Medium"/>
                  <a:cs typeface="IBM Plex Mono Medium"/>
                </a:rPr>
                <a:t>RIGHT SOLUTION</a:t>
              </a:r>
              <a:endParaRPr lang="en-US" sz="900" spc="54" kern="0" b="0" i="0" dirty="0">
                <a:solidFill>
                  <a:srgbClr val="F900D3"/>
                </a:solidFill>
                <a:latin typeface="IBM Plex Mono Medium"/>
                <a:ea typeface="IBM Plex Mono Medium"/>
                <a:cs typeface="IBM Plex Mono Medium"/>
              </a:endParaRPr>
            </a:p>
          </p:txBody>
        </p:sp>
        <p:sp>
          <p:nvSpPr>
            <p:cNvPr id="25" name="node06.title"/>
            <p:cNvSpPr/>
            <p:nvPr/>
          </p:nvSpPr>
          <p:spPr>
            <a:xfrm>
              <a:off x="3619500" y="2438400"/>
              <a:ext cx="22098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FFFFFF"/>
                  </a:solidFill>
                  <a:latin typeface="IBM Plex Sans SemiBold"/>
                  <a:ea typeface="IBM Plex Sans SemiBold"/>
                  <a:cs typeface="IBM Plex Sans SemiBold"/>
                </a:rPr>
                <a:t>Define</a:t>
              </a:r>
              <a:endParaRPr lang="en-US" sz="1800" spc="-18" kern="0" b="0" i="0" dirty="0">
                <a:solidFill>
                  <a:srgbClr val="FFFFFF"/>
                </a:solidFill>
                <a:latin typeface="IBM Plex Sans SemiBold"/>
                <a:ea typeface="IBM Plex Sans SemiBold"/>
                <a:cs typeface="IBM Plex Sans SemiBold"/>
              </a:endParaRPr>
            </a:p>
          </p:txBody>
        </p:sp>
      </p:grpSp>
      <p:grpSp>
        <p:nvGrpSpPr>
          <p:cNvPr id="68" name="node07"/>
          <p:cNvGrpSpPr/>
          <p:nvPr/>
        </p:nvGrpSpPr>
        <p:grpSpPr>
          <a:xfrm>
            <a:off x="3467100" y="3200400"/>
            <a:ext cx="2514600" cy="685800"/>
            <a:chOff x="3467100" y="3200400"/>
            <a:chExt cx="2514600" cy="685800"/>
          </a:xfrm>
        </p:grpSpPr>
        <p:sp>
          <p:nvSpPr>
            <p:cNvPr id="26" name="node07.container"/>
            <p:cNvSpPr/>
            <p:nvPr/>
          </p:nvSpPr>
          <p:spPr>
            <a:xfrm>
              <a:off x="3467100" y="3200400"/>
              <a:ext cx="2514600" cy="685800"/>
            </a:xfrm>
            <a:prstGeom prst="rect">
              <a:avLst/>
            </a:prstGeom>
            <a:solidFill>
              <a:srgbClr val="E8EEF8"/>
            </a:solidFill>
            <a:ln>
              <a:noFill/>
            </a:ln>
          </p:spPr>
        </p:sp>
        <p:sp>
          <p:nvSpPr>
            <p:cNvPr id="27" name="node07.label"/>
            <p:cNvSpPr/>
            <p:nvPr/>
          </p:nvSpPr>
          <p:spPr>
            <a:xfrm>
              <a:off x="3543300" y="3276600"/>
              <a:ext cx="2362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PRODUCT</a:t>
              </a:r>
              <a:endParaRPr lang="en-US" sz="900" spc="54" kern="0" b="0" i="0" dirty="0">
                <a:solidFill>
                  <a:srgbClr val="0047FF"/>
                </a:solidFill>
                <a:latin typeface="IBM Plex Mono Medium"/>
                <a:ea typeface="IBM Plex Mono Medium"/>
                <a:cs typeface="IBM Plex Mono Medium"/>
              </a:endParaRPr>
            </a:p>
          </p:txBody>
        </p:sp>
        <p:sp>
          <p:nvSpPr>
            <p:cNvPr id="28" name="node07.title"/>
            <p:cNvSpPr/>
            <p:nvPr/>
          </p:nvSpPr>
          <p:spPr>
            <a:xfrm>
              <a:off x="3543300" y="3467100"/>
              <a:ext cx="23622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Shape the solution</a:t>
              </a:r>
              <a:endParaRPr lang="en-US" sz="1400" spc="0" kern="0" b="0" i="0" dirty="0">
                <a:solidFill>
                  <a:srgbClr val="070154"/>
                </a:solidFill>
                <a:latin typeface="IBM Plex Sans"/>
                <a:ea typeface="IBM Plex Sans"/>
                <a:cs typeface="IBM Plex Sans"/>
              </a:endParaRPr>
            </a:p>
          </p:txBody>
        </p:sp>
      </p:grpSp>
      <p:grpSp>
        <p:nvGrpSpPr>
          <p:cNvPr id="69" name="node08"/>
          <p:cNvGrpSpPr/>
          <p:nvPr/>
        </p:nvGrpSpPr>
        <p:grpSpPr>
          <a:xfrm>
            <a:off x="3467100" y="4114800"/>
            <a:ext cx="2514600" cy="685800"/>
            <a:chOff x="3467100" y="4114800"/>
            <a:chExt cx="2514600" cy="685800"/>
          </a:xfrm>
        </p:grpSpPr>
        <p:sp>
          <p:nvSpPr>
            <p:cNvPr id="29" name="node08.container"/>
            <p:cNvSpPr/>
            <p:nvPr/>
          </p:nvSpPr>
          <p:spPr>
            <a:xfrm>
              <a:off x="3467100" y="4114800"/>
              <a:ext cx="2514600" cy="685800"/>
            </a:xfrm>
            <a:prstGeom prst="rect">
              <a:avLst/>
            </a:prstGeom>
            <a:solidFill>
              <a:srgbClr val="070154"/>
            </a:solidFill>
            <a:ln>
              <a:noFill/>
            </a:ln>
          </p:spPr>
        </p:sp>
        <p:sp>
          <p:nvSpPr>
            <p:cNvPr id="30" name="node08.label"/>
            <p:cNvSpPr/>
            <p:nvPr/>
          </p:nvSpPr>
          <p:spPr>
            <a:xfrm>
              <a:off x="3543300" y="4191000"/>
              <a:ext cx="2362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900D3"/>
                  </a:solidFill>
                  <a:latin typeface="IBM Plex Mono Medium"/>
                  <a:ea typeface="IBM Plex Mono Medium"/>
                  <a:cs typeface="IBM Plex Mono Medium"/>
                </a:rPr>
                <a:t>DESIGN</a:t>
              </a:r>
              <a:endParaRPr lang="en-US" sz="900" spc="54" kern="0" b="0" i="0" dirty="0">
                <a:solidFill>
                  <a:srgbClr val="F900D3"/>
                </a:solidFill>
                <a:latin typeface="IBM Plex Mono Medium"/>
                <a:ea typeface="IBM Plex Mono Medium"/>
                <a:cs typeface="IBM Plex Mono Medium"/>
              </a:endParaRPr>
            </a:p>
          </p:txBody>
        </p:sp>
        <p:sp>
          <p:nvSpPr>
            <p:cNvPr id="31" name="node08.title"/>
            <p:cNvSpPr/>
            <p:nvPr/>
          </p:nvSpPr>
          <p:spPr>
            <a:xfrm>
              <a:off x="3543300" y="4381500"/>
              <a:ext cx="23622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FFFFFF"/>
                  </a:solidFill>
                  <a:latin typeface="IBM Plex Sans"/>
                  <a:ea typeface="IBM Plex Sans"/>
                  <a:cs typeface="IBM Plex Sans"/>
                </a:rPr>
                <a:t>Design the experience</a:t>
              </a:r>
              <a:endParaRPr lang="en-US" sz="1400" spc="0" kern="0" b="0" i="0" dirty="0">
                <a:solidFill>
                  <a:srgbClr val="FFFFFF"/>
                </a:solidFill>
                <a:latin typeface="IBM Plex Sans"/>
                <a:ea typeface="IBM Plex Sans"/>
                <a:cs typeface="IBM Plex Sans"/>
              </a:endParaRPr>
            </a:p>
          </p:txBody>
        </p:sp>
      </p:grpSp>
      <p:grpSp>
        <p:nvGrpSpPr>
          <p:cNvPr id="70" name="node09"/>
          <p:cNvGrpSpPr/>
          <p:nvPr/>
        </p:nvGrpSpPr>
        <p:grpSpPr>
          <a:xfrm>
            <a:off x="3467100" y="5029200"/>
            <a:ext cx="2514600" cy="685800"/>
            <a:chOff x="3467100" y="5029200"/>
            <a:chExt cx="2514600" cy="685800"/>
          </a:xfrm>
        </p:grpSpPr>
        <p:sp>
          <p:nvSpPr>
            <p:cNvPr id="32" name="node09.container"/>
            <p:cNvSpPr/>
            <p:nvPr/>
          </p:nvSpPr>
          <p:spPr>
            <a:xfrm>
              <a:off x="3467100" y="5029200"/>
              <a:ext cx="2514600" cy="685800"/>
            </a:xfrm>
            <a:prstGeom prst="rect">
              <a:avLst/>
            </a:prstGeom>
            <a:solidFill>
              <a:srgbClr val="070154"/>
            </a:solidFill>
            <a:ln>
              <a:noFill/>
            </a:ln>
          </p:spPr>
        </p:sp>
        <p:sp>
          <p:nvSpPr>
            <p:cNvPr id="33" name="node09.label"/>
            <p:cNvSpPr/>
            <p:nvPr/>
          </p:nvSpPr>
          <p:spPr>
            <a:xfrm>
              <a:off x="3543300" y="5105400"/>
              <a:ext cx="2362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900D3"/>
                  </a:solidFill>
                  <a:latin typeface="IBM Plex Mono Medium"/>
                  <a:ea typeface="IBM Plex Mono Medium"/>
                  <a:cs typeface="IBM Plex Mono Medium"/>
                </a:rPr>
                <a:t>DESIGN</a:t>
              </a:r>
              <a:endParaRPr lang="en-US" sz="900" spc="54" kern="0" b="0" i="0" dirty="0">
                <a:solidFill>
                  <a:srgbClr val="F900D3"/>
                </a:solidFill>
                <a:latin typeface="IBM Plex Mono Medium"/>
                <a:ea typeface="IBM Plex Mono Medium"/>
                <a:cs typeface="IBM Plex Mono Medium"/>
              </a:endParaRPr>
            </a:p>
          </p:txBody>
        </p:sp>
        <p:sp>
          <p:nvSpPr>
            <p:cNvPr id="34" name="node09.title"/>
            <p:cNvSpPr/>
            <p:nvPr/>
          </p:nvSpPr>
          <p:spPr>
            <a:xfrm>
              <a:off x="3543300" y="5295900"/>
              <a:ext cx="23622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FFFFFF"/>
                  </a:solidFill>
                  <a:latin typeface="IBM Plex Sans"/>
                  <a:ea typeface="IBM Plex Sans"/>
                  <a:cs typeface="IBM Plex Sans"/>
                </a:rPr>
                <a:t>Plan the delivery</a:t>
              </a:r>
              <a:endParaRPr lang="en-US" sz="1400" spc="0" kern="0" b="0" i="0" dirty="0">
                <a:solidFill>
                  <a:srgbClr val="FFFFFF"/>
                </a:solidFill>
                <a:latin typeface="IBM Plex Sans"/>
                <a:ea typeface="IBM Plex Sans"/>
                <a:cs typeface="IBM Plex Sans"/>
              </a:endParaRPr>
            </a:p>
          </p:txBody>
        </p:sp>
      </p:grpSp>
      <p:grpSp>
        <p:nvGrpSpPr>
          <p:cNvPr id="71" name="node10"/>
          <p:cNvGrpSpPr/>
          <p:nvPr/>
        </p:nvGrpSpPr>
        <p:grpSpPr>
          <a:xfrm>
            <a:off x="6210300" y="2057400"/>
            <a:ext cx="2514600" cy="914400"/>
            <a:chOff x="6210300" y="2057400"/>
            <a:chExt cx="2514600" cy="914400"/>
          </a:xfrm>
        </p:grpSpPr>
        <p:sp>
          <p:nvSpPr>
            <p:cNvPr id="35" name="node10.container"/>
            <p:cNvSpPr/>
            <p:nvPr/>
          </p:nvSpPr>
          <p:spPr>
            <a:xfrm>
              <a:off x="6210300" y="2057400"/>
              <a:ext cx="2514600" cy="914400"/>
            </a:xfrm>
            <a:prstGeom prst="rect">
              <a:avLst/>
            </a:prstGeom>
            <a:solidFill>
              <a:srgbClr val="05013F"/>
            </a:solidFill>
            <a:ln>
              <a:noFill/>
            </a:ln>
          </p:spPr>
        </p:sp>
        <p:sp>
          <p:nvSpPr>
            <p:cNvPr id="36" name="node10.label"/>
            <p:cNvSpPr/>
            <p:nvPr/>
          </p:nvSpPr>
          <p:spPr>
            <a:xfrm>
              <a:off x="6362700" y="2209800"/>
              <a:ext cx="2209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900D3"/>
                  </a:solidFill>
                  <a:latin typeface="IBM Plex Mono Medium"/>
                  <a:ea typeface="IBM Plex Mono Medium"/>
                  <a:cs typeface="IBM Plex Mono Medium"/>
                </a:rPr>
                <a:t>BUILT RIGHT</a:t>
              </a:r>
              <a:endParaRPr lang="en-US" sz="900" spc="54" kern="0" b="0" i="0" dirty="0">
                <a:solidFill>
                  <a:srgbClr val="F900D3"/>
                </a:solidFill>
                <a:latin typeface="IBM Plex Mono Medium"/>
                <a:ea typeface="IBM Plex Mono Medium"/>
                <a:cs typeface="IBM Plex Mono Medium"/>
              </a:endParaRPr>
            </a:p>
          </p:txBody>
        </p:sp>
        <p:sp>
          <p:nvSpPr>
            <p:cNvPr id="37" name="node10.title"/>
            <p:cNvSpPr/>
            <p:nvPr/>
          </p:nvSpPr>
          <p:spPr>
            <a:xfrm>
              <a:off x="6362700" y="2438400"/>
              <a:ext cx="22098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FFFFFF"/>
                  </a:solidFill>
                  <a:latin typeface="IBM Plex Sans SemiBold"/>
                  <a:ea typeface="IBM Plex Sans SemiBold"/>
                  <a:cs typeface="IBM Plex Sans SemiBold"/>
                </a:rPr>
                <a:t>Build</a:t>
              </a:r>
              <a:endParaRPr lang="en-US" sz="1800" spc="-18" kern="0" b="0" i="0" dirty="0">
                <a:solidFill>
                  <a:srgbClr val="FFFFFF"/>
                </a:solidFill>
                <a:latin typeface="IBM Plex Sans SemiBold"/>
                <a:ea typeface="IBM Plex Sans SemiBold"/>
                <a:cs typeface="IBM Plex Sans SemiBold"/>
              </a:endParaRPr>
            </a:p>
          </p:txBody>
        </p:sp>
      </p:grpSp>
      <p:grpSp>
        <p:nvGrpSpPr>
          <p:cNvPr id="72" name="node11"/>
          <p:cNvGrpSpPr/>
          <p:nvPr/>
        </p:nvGrpSpPr>
        <p:grpSpPr>
          <a:xfrm>
            <a:off x="6210300" y="3200400"/>
            <a:ext cx="2514600" cy="685800"/>
            <a:chOff x="6210300" y="3200400"/>
            <a:chExt cx="2514600" cy="685800"/>
          </a:xfrm>
        </p:grpSpPr>
        <p:sp>
          <p:nvSpPr>
            <p:cNvPr id="38" name="node11.container"/>
            <p:cNvSpPr/>
            <p:nvPr/>
          </p:nvSpPr>
          <p:spPr>
            <a:xfrm>
              <a:off x="6210300" y="3200400"/>
              <a:ext cx="2514600" cy="685800"/>
            </a:xfrm>
            <a:prstGeom prst="rect">
              <a:avLst/>
            </a:prstGeom>
            <a:solidFill>
              <a:srgbClr val="070154"/>
            </a:solidFill>
            <a:ln>
              <a:noFill/>
            </a:ln>
          </p:spPr>
        </p:sp>
        <p:sp>
          <p:nvSpPr>
            <p:cNvPr id="39" name="node11.label"/>
            <p:cNvSpPr/>
            <p:nvPr/>
          </p:nvSpPr>
          <p:spPr>
            <a:xfrm>
              <a:off x="6286500" y="3276600"/>
              <a:ext cx="2362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900D3"/>
                  </a:solidFill>
                  <a:latin typeface="IBM Plex Mono Medium"/>
                  <a:ea typeface="IBM Plex Mono Medium"/>
                  <a:cs typeface="IBM Plex Mono Medium"/>
                </a:rPr>
                <a:t>BUILD</a:t>
              </a:r>
              <a:endParaRPr lang="en-US" sz="900" spc="54" kern="0" b="0" i="0" dirty="0">
                <a:solidFill>
                  <a:srgbClr val="F900D3"/>
                </a:solidFill>
                <a:latin typeface="IBM Plex Mono Medium"/>
                <a:ea typeface="IBM Plex Mono Medium"/>
                <a:cs typeface="IBM Plex Mono Medium"/>
              </a:endParaRPr>
            </a:p>
          </p:txBody>
        </p:sp>
        <p:sp>
          <p:nvSpPr>
            <p:cNvPr id="40" name="node11.title"/>
            <p:cNvSpPr/>
            <p:nvPr/>
          </p:nvSpPr>
          <p:spPr>
            <a:xfrm>
              <a:off x="6286500" y="3467100"/>
              <a:ext cx="23622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FFFFFF"/>
                  </a:solidFill>
                  <a:latin typeface="IBM Plex Sans"/>
                  <a:ea typeface="IBM Plex Sans"/>
                  <a:cs typeface="IBM Plex Sans"/>
                </a:rPr>
                <a:t>Develop and integrate</a:t>
              </a:r>
              <a:endParaRPr lang="en-US" sz="1400" spc="0" kern="0" b="0" i="0" dirty="0">
                <a:solidFill>
                  <a:srgbClr val="FFFFFF"/>
                </a:solidFill>
                <a:latin typeface="IBM Plex Sans"/>
                <a:ea typeface="IBM Plex Sans"/>
                <a:cs typeface="IBM Plex Sans"/>
              </a:endParaRPr>
            </a:p>
          </p:txBody>
        </p:sp>
      </p:grpSp>
      <p:grpSp>
        <p:nvGrpSpPr>
          <p:cNvPr id="73" name="node12"/>
          <p:cNvGrpSpPr/>
          <p:nvPr/>
        </p:nvGrpSpPr>
        <p:grpSpPr>
          <a:xfrm>
            <a:off x="6210300" y="4114800"/>
            <a:ext cx="2514600" cy="685800"/>
            <a:chOff x="6210300" y="4114800"/>
            <a:chExt cx="2514600" cy="685800"/>
          </a:xfrm>
        </p:grpSpPr>
        <p:sp>
          <p:nvSpPr>
            <p:cNvPr id="41" name="node12.container"/>
            <p:cNvSpPr/>
            <p:nvPr/>
          </p:nvSpPr>
          <p:spPr>
            <a:xfrm>
              <a:off x="6210300" y="4114800"/>
              <a:ext cx="2514600" cy="685800"/>
            </a:xfrm>
            <a:prstGeom prst="rect">
              <a:avLst/>
            </a:prstGeom>
            <a:solidFill>
              <a:srgbClr val="070154"/>
            </a:solidFill>
            <a:ln>
              <a:noFill/>
            </a:ln>
          </p:spPr>
        </p:sp>
        <p:sp>
          <p:nvSpPr>
            <p:cNvPr id="42" name="node12.label"/>
            <p:cNvSpPr/>
            <p:nvPr/>
          </p:nvSpPr>
          <p:spPr>
            <a:xfrm>
              <a:off x="6286500" y="4191000"/>
              <a:ext cx="2362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900D3"/>
                  </a:solidFill>
                  <a:latin typeface="IBM Plex Mono Medium"/>
                  <a:ea typeface="IBM Plex Mono Medium"/>
                  <a:cs typeface="IBM Plex Mono Medium"/>
                </a:rPr>
                <a:t>TEST</a:t>
              </a:r>
              <a:endParaRPr lang="en-US" sz="900" spc="54" kern="0" b="0" i="0" dirty="0">
                <a:solidFill>
                  <a:srgbClr val="F900D3"/>
                </a:solidFill>
                <a:latin typeface="IBM Plex Mono Medium"/>
                <a:ea typeface="IBM Plex Mono Medium"/>
                <a:cs typeface="IBM Plex Mono Medium"/>
              </a:endParaRPr>
            </a:p>
          </p:txBody>
        </p:sp>
        <p:sp>
          <p:nvSpPr>
            <p:cNvPr id="43" name="node12.title"/>
            <p:cNvSpPr/>
            <p:nvPr/>
          </p:nvSpPr>
          <p:spPr>
            <a:xfrm>
              <a:off x="6286500" y="4381500"/>
              <a:ext cx="23622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FFFFFF"/>
                  </a:solidFill>
                  <a:latin typeface="IBM Plex Sans"/>
                  <a:ea typeface="IBM Plex Sans"/>
                  <a:cs typeface="IBM Plex Sans"/>
                </a:rPr>
                <a:t>Test the increments</a:t>
              </a:r>
              <a:endParaRPr lang="en-US" sz="1400" spc="0" kern="0" b="0" i="0" dirty="0">
                <a:solidFill>
                  <a:srgbClr val="FFFFFF"/>
                </a:solidFill>
                <a:latin typeface="IBM Plex Sans"/>
                <a:ea typeface="IBM Plex Sans"/>
                <a:cs typeface="IBM Plex Sans"/>
              </a:endParaRPr>
            </a:p>
          </p:txBody>
        </p:sp>
      </p:grpSp>
      <p:grpSp>
        <p:nvGrpSpPr>
          <p:cNvPr id="74" name="node13"/>
          <p:cNvGrpSpPr/>
          <p:nvPr/>
        </p:nvGrpSpPr>
        <p:grpSpPr>
          <a:xfrm>
            <a:off x="6210300" y="5029200"/>
            <a:ext cx="2514600" cy="685800"/>
            <a:chOff x="6210300" y="5029200"/>
            <a:chExt cx="2514600" cy="685800"/>
          </a:xfrm>
        </p:grpSpPr>
        <p:sp>
          <p:nvSpPr>
            <p:cNvPr id="44" name="node13.container"/>
            <p:cNvSpPr/>
            <p:nvPr/>
          </p:nvSpPr>
          <p:spPr>
            <a:xfrm>
              <a:off x="6210300" y="5029200"/>
              <a:ext cx="2514600" cy="685800"/>
            </a:xfrm>
            <a:prstGeom prst="rect">
              <a:avLst/>
            </a:prstGeom>
            <a:solidFill>
              <a:srgbClr val="070154"/>
            </a:solidFill>
            <a:ln>
              <a:noFill/>
            </a:ln>
          </p:spPr>
        </p:sp>
        <p:sp>
          <p:nvSpPr>
            <p:cNvPr id="45" name="node13.label"/>
            <p:cNvSpPr/>
            <p:nvPr/>
          </p:nvSpPr>
          <p:spPr>
            <a:xfrm>
              <a:off x="6286500" y="5105400"/>
              <a:ext cx="2362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900D3"/>
                  </a:solidFill>
                  <a:latin typeface="IBM Plex Mono Medium"/>
                  <a:ea typeface="IBM Plex Mono Medium"/>
                  <a:cs typeface="IBM Plex Mono Medium"/>
                </a:rPr>
                <a:t>VERIFY</a:t>
              </a:r>
              <a:endParaRPr lang="en-US" sz="900" spc="54" kern="0" b="0" i="0" dirty="0">
                <a:solidFill>
                  <a:srgbClr val="F900D3"/>
                </a:solidFill>
                <a:latin typeface="IBM Plex Mono Medium"/>
                <a:ea typeface="IBM Plex Mono Medium"/>
                <a:cs typeface="IBM Plex Mono Medium"/>
              </a:endParaRPr>
            </a:p>
          </p:txBody>
        </p:sp>
        <p:sp>
          <p:nvSpPr>
            <p:cNvPr id="46" name="node13.title"/>
            <p:cNvSpPr/>
            <p:nvPr/>
          </p:nvSpPr>
          <p:spPr>
            <a:xfrm>
              <a:off x="6286500" y="5295900"/>
              <a:ext cx="23622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FFFFFF"/>
                  </a:solidFill>
                  <a:latin typeface="IBM Plex Sans"/>
                  <a:ea typeface="IBM Plex Sans"/>
                  <a:cs typeface="IBM Plex Sans"/>
                </a:rPr>
                <a:t>Verify with clinicians</a:t>
              </a:r>
              <a:endParaRPr lang="en-US" sz="1400" spc="0" kern="0" b="0" i="0" dirty="0">
                <a:solidFill>
                  <a:srgbClr val="FFFFFF"/>
                </a:solidFill>
                <a:latin typeface="IBM Plex Sans"/>
                <a:ea typeface="IBM Plex Sans"/>
                <a:cs typeface="IBM Plex Sans"/>
              </a:endParaRPr>
            </a:p>
          </p:txBody>
        </p:sp>
      </p:grpSp>
      <p:grpSp>
        <p:nvGrpSpPr>
          <p:cNvPr id="75" name="node14"/>
          <p:cNvGrpSpPr/>
          <p:nvPr/>
        </p:nvGrpSpPr>
        <p:grpSpPr>
          <a:xfrm>
            <a:off x="8953500" y="2057400"/>
            <a:ext cx="2514600" cy="914400"/>
            <a:chOff x="8953500" y="2057400"/>
            <a:chExt cx="2514600" cy="914400"/>
          </a:xfrm>
        </p:grpSpPr>
        <p:sp>
          <p:nvSpPr>
            <p:cNvPr id="47" name="node14.container"/>
            <p:cNvSpPr/>
            <p:nvPr/>
          </p:nvSpPr>
          <p:spPr>
            <a:xfrm>
              <a:off x="8953500" y="2057400"/>
              <a:ext cx="2514600" cy="914400"/>
            </a:xfrm>
            <a:prstGeom prst="rect">
              <a:avLst/>
            </a:prstGeom>
            <a:solidFill>
              <a:srgbClr val="05013F"/>
            </a:solidFill>
            <a:ln>
              <a:noFill/>
            </a:ln>
          </p:spPr>
        </p:sp>
        <p:sp>
          <p:nvSpPr>
            <p:cNvPr id="48" name="node14.label"/>
            <p:cNvSpPr/>
            <p:nvPr/>
          </p:nvSpPr>
          <p:spPr>
            <a:xfrm>
              <a:off x="9105900" y="2209800"/>
              <a:ext cx="2209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900D3"/>
                  </a:solidFill>
                  <a:latin typeface="IBM Plex Mono Medium"/>
                  <a:ea typeface="IBM Plex Mono Medium"/>
                  <a:cs typeface="IBM Plex Mono Medium"/>
                </a:rPr>
                <a:t>PROVEN VALUE</a:t>
              </a:r>
              <a:endParaRPr lang="en-US" sz="900" spc="54" kern="0" b="0" i="0" dirty="0">
                <a:solidFill>
                  <a:srgbClr val="F900D3"/>
                </a:solidFill>
                <a:latin typeface="IBM Plex Mono Medium"/>
                <a:ea typeface="IBM Plex Mono Medium"/>
                <a:cs typeface="IBM Plex Mono Medium"/>
              </a:endParaRPr>
            </a:p>
          </p:txBody>
        </p:sp>
        <p:sp>
          <p:nvSpPr>
            <p:cNvPr id="49" name="node14.title"/>
            <p:cNvSpPr/>
            <p:nvPr/>
          </p:nvSpPr>
          <p:spPr>
            <a:xfrm>
              <a:off x="9105900" y="2438400"/>
              <a:ext cx="22098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FFFFFF"/>
                  </a:solidFill>
                  <a:latin typeface="IBM Plex Sans SemiBold"/>
                  <a:ea typeface="IBM Plex Sans SemiBold"/>
                  <a:cs typeface="IBM Plex Sans SemiBold"/>
                </a:rPr>
                <a:t>Optimize</a:t>
              </a:r>
              <a:endParaRPr lang="en-US" sz="1800" spc="-18" kern="0" b="0" i="0" dirty="0">
                <a:solidFill>
                  <a:srgbClr val="FFFFFF"/>
                </a:solidFill>
                <a:latin typeface="IBM Plex Sans SemiBold"/>
                <a:ea typeface="IBM Plex Sans SemiBold"/>
                <a:cs typeface="IBM Plex Sans SemiBold"/>
              </a:endParaRPr>
            </a:p>
          </p:txBody>
        </p:sp>
      </p:grpSp>
      <p:grpSp>
        <p:nvGrpSpPr>
          <p:cNvPr id="76" name="node15"/>
          <p:cNvGrpSpPr/>
          <p:nvPr/>
        </p:nvGrpSpPr>
        <p:grpSpPr>
          <a:xfrm>
            <a:off x="8953500" y="3200400"/>
            <a:ext cx="2514600" cy="685800"/>
            <a:chOff x="8953500" y="3200400"/>
            <a:chExt cx="2514600" cy="685800"/>
          </a:xfrm>
        </p:grpSpPr>
        <p:sp>
          <p:nvSpPr>
            <p:cNvPr id="50" name="node15.container"/>
            <p:cNvSpPr/>
            <p:nvPr/>
          </p:nvSpPr>
          <p:spPr>
            <a:xfrm>
              <a:off x="8953500" y="3200400"/>
              <a:ext cx="2514600" cy="685800"/>
            </a:xfrm>
            <a:prstGeom prst="rect">
              <a:avLst/>
            </a:prstGeom>
            <a:solidFill>
              <a:srgbClr val="070154"/>
            </a:solidFill>
            <a:ln>
              <a:noFill/>
            </a:ln>
          </p:spPr>
        </p:sp>
        <p:sp>
          <p:nvSpPr>
            <p:cNvPr id="51" name="node15.label"/>
            <p:cNvSpPr/>
            <p:nvPr/>
          </p:nvSpPr>
          <p:spPr>
            <a:xfrm>
              <a:off x="9029700" y="3276600"/>
              <a:ext cx="2362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900D3"/>
                  </a:solidFill>
                  <a:latin typeface="IBM Plex Mono Medium"/>
                  <a:ea typeface="IBM Plex Mono Medium"/>
                  <a:cs typeface="IBM Plex Mono Medium"/>
                </a:rPr>
                <a:t>RELEASE</a:t>
              </a:r>
              <a:endParaRPr lang="en-US" sz="900" spc="54" kern="0" b="0" i="0" dirty="0">
                <a:solidFill>
                  <a:srgbClr val="F900D3"/>
                </a:solidFill>
                <a:latin typeface="IBM Plex Mono Medium"/>
                <a:ea typeface="IBM Plex Mono Medium"/>
                <a:cs typeface="IBM Plex Mono Medium"/>
              </a:endParaRPr>
            </a:p>
          </p:txBody>
        </p:sp>
        <p:sp>
          <p:nvSpPr>
            <p:cNvPr id="52" name="node15.title"/>
            <p:cNvSpPr/>
            <p:nvPr/>
          </p:nvSpPr>
          <p:spPr>
            <a:xfrm>
              <a:off x="9029700" y="3467100"/>
              <a:ext cx="23622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FFFFFF"/>
                  </a:solidFill>
                  <a:latin typeface="IBM Plex Sans"/>
                  <a:ea typeface="IBM Plex Sans"/>
                  <a:cs typeface="IBM Plex Sans"/>
                </a:rPr>
                <a:t>Release and stabilize</a:t>
              </a:r>
              <a:endParaRPr lang="en-US" sz="1400" spc="0" kern="0" b="0" i="0" dirty="0">
                <a:solidFill>
                  <a:srgbClr val="FFFFFF"/>
                </a:solidFill>
                <a:latin typeface="IBM Plex Sans"/>
                <a:ea typeface="IBM Plex Sans"/>
                <a:cs typeface="IBM Plex Sans"/>
              </a:endParaRPr>
            </a:p>
          </p:txBody>
        </p:sp>
      </p:grpSp>
      <p:grpSp>
        <p:nvGrpSpPr>
          <p:cNvPr id="77" name="node16"/>
          <p:cNvGrpSpPr/>
          <p:nvPr/>
        </p:nvGrpSpPr>
        <p:grpSpPr>
          <a:xfrm>
            <a:off x="8953500" y="4114800"/>
            <a:ext cx="2514600" cy="685800"/>
            <a:chOff x="8953500" y="4114800"/>
            <a:chExt cx="2514600" cy="685800"/>
          </a:xfrm>
        </p:grpSpPr>
        <p:sp>
          <p:nvSpPr>
            <p:cNvPr id="53" name="node16.container"/>
            <p:cNvSpPr/>
            <p:nvPr/>
          </p:nvSpPr>
          <p:spPr>
            <a:xfrm>
              <a:off x="8953500" y="4114800"/>
              <a:ext cx="2514600" cy="685800"/>
            </a:xfrm>
            <a:prstGeom prst="rect">
              <a:avLst/>
            </a:prstGeom>
            <a:solidFill>
              <a:srgbClr val="E8EEF8"/>
            </a:solidFill>
            <a:ln>
              <a:noFill/>
            </a:ln>
          </p:spPr>
        </p:sp>
        <p:sp>
          <p:nvSpPr>
            <p:cNvPr id="54" name="node16.label"/>
            <p:cNvSpPr/>
            <p:nvPr/>
          </p:nvSpPr>
          <p:spPr>
            <a:xfrm>
              <a:off x="9029700" y="4191000"/>
              <a:ext cx="2362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PRODUCT</a:t>
              </a:r>
              <a:endParaRPr lang="en-US" sz="900" spc="54" kern="0" b="0" i="0" dirty="0">
                <a:solidFill>
                  <a:srgbClr val="0047FF"/>
                </a:solidFill>
                <a:latin typeface="IBM Plex Mono Medium"/>
                <a:ea typeface="IBM Plex Mono Medium"/>
                <a:cs typeface="IBM Plex Mono Medium"/>
              </a:endParaRPr>
            </a:p>
          </p:txBody>
        </p:sp>
        <p:sp>
          <p:nvSpPr>
            <p:cNvPr id="55" name="node16.title"/>
            <p:cNvSpPr/>
            <p:nvPr/>
          </p:nvSpPr>
          <p:spPr>
            <a:xfrm>
              <a:off x="9029700" y="4381500"/>
              <a:ext cx="23622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Measure adoption</a:t>
              </a:r>
              <a:endParaRPr lang="en-US" sz="1400" spc="0" kern="0" b="0" i="0" dirty="0">
                <a:solidFill>
                  <a:srgbClr val="070154"/>
                </a:solidFill>
                <a:latin typeface="IBM Plex Sans"/>
                <a:ea typeface="IBM Plex Sans"/>
                <a:cs typeface="IBM Plex Sans"/>
              </a:endParaRPr>
            </a:p>
          </p:txBody>
        </p:sp>
      </p:grpSp>
      <p:grpSp>
        <p:nvGrpSpPr>
          <p:cNvPr id="78" name="node17"/>
          <p:cNvGrpSpPr/>
          <p:nvPr/>
        </p:nvGrpSpPr>
        <p:grpSpPr>
          <a:xfrm>
            <a:off x="8953500" y="5029200"/>
            <a:ext cx="2514600" cy="685800"/>
            <a:chOff x="8953500" y="5029200"/>
            <a:chExt cx="2514600" cy="685800"/>
          </a:xfrm>
        </p:grpSpPr>
        <p:sp>
          <p:nvSpPr>
            <p:cNvPr id="56" name="node17.container"/>
            <p:cNvSpPr/>
            <p:nvPr/>
          </p:nvSpPr>
          <p:spPr>
            <a:xfrm>
              <a:off x="8953500" y="5029200"/>
              <a:ext cx="2514600" cy="685800"/>
            </a:xfrm>
            <a:prstGeom prst="rect">
              <a:avLst/>
            </a:prstGeom>
            <a:solidFill>
              <a:srgbClr val="E8EEF8"/>
            </a:solidFill>
            <a:ln>
              <a:noFill/>
            </a:ln>
          </p:spPr>
        </p:sp>
        <p:sp>
          <p:nvSpPr>
            <p:cNvPr id="57" name="node17.label"/>
            <p:cNvSpPr/>
            <p:nvPr/>
          </p:nvSpPr>
          <p:spPr>
            <a:xfrm>
              <a:off x="9029700" y="5105400"/>
              <a:ext cx="2362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PRODUCT</a:t>
              </a:r>
              <a:endParaRPr lang="en-US" sz="900" spc="54" kern="0" b="0" i="0" dirty="0">
                <a:solidFill>
                  <a:srgbClr val="0047FF"/>
                </a:solidFill>
                <a:latin typeface="IBM Plex Mono Medium"/>
                <a:ea typeface="IBM Plex Mono Medium"/>
                <a:cs typeface="IBM Plex Mono Medium"/>
              </a:endParaRPr>
            </a:p>
          </p:txBody>
        </p:sp>
        <p:sp>
          <p:nvSpPr>
            <p:cNvPr id="58" name="node17.title"/>
            <p:cNvSpPr/>
            <p:nvPr/>
          </p:nvSpPr>
          <p:spPr>
            <a:xfrm>
              <a:off x="9029700" y="5295900"/>
              <a:ext cx="23622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Improve and scale</a:t>
              </a:r>
              <a:endParaRPr lang="en-US" sz="1400" spc="0" kern="0" b="0" i="0" dirty="0">
                <a:solidFill>
                  <a:srgbClr val="070154"/>
                </a:solidFill>
                <a:latin typeface="IBM Plex Sans"/>
                <a:ea typeface="IBM Plex Sans"/>
                <a:cs typeface="IBM Plex Sans"/>
              </a:endParaRPr>
            </a:p>
          </p:txBody>
        </p:sp>
      </p:grpSp>
      <p:grpSp>
        <p:nvGrpSpPr>
          <p:cNvPr id="79" name="node18"/>
          <p:cNvGrpSpPr/>
          <p:nvPr/>
        </p:nvGrpSpPr>
        <p:grpSpPr>
          <a:xfrm>
            <a:off x="723900" y="1600200"/>
            <a:ext cx="228600" cy="228600"/>
            <a:chOff x="723900" y="1600200"/>
            <a:chExt cx="228600" cy="228600"/>
          </a:xfrm>
        </p:grpSpPr>
        <p:sp>
          <p:nvSpPr>
            <p:cNvPr id="59" name="node18.surface"/>
            <p:cNvSpPr/>
            <p:nvPr/>
          </p:nvSpPr>
          <p:spPr>
            <a:xfrm>
              <a:off x="723900" y="1600200"/>
              <a:ext cx="228600" cy="228600"/>
            </a:xfrm>
            <a:prstGeom prst="rect">
              <a:avLst/>
            </a:prstGeom>
            <a:solidFill>
              <a:srgbClr val="070154"/>
            </a:solidFill>
            <a:ln>
              <a:noFill/>
            </a:ln>
          </p:spPr>
        </p:sp>
      </p:grpSp>
      <p:grpSp>
        <p:nvGrpSpPr>
          <p:cNvPr id="80" name="node19"/>
          <p:cNvGrpSpPr/>
          <p:nvPr/>
        </p:nvGrpSpPr>
        <p:grpSpPr>
          <a:xfrm>
            <a:off x="1066800" y="1600200"/>
            <a:ext cx="3429000" cy="228600"/>
            <a:chOff x="1066800" y="1600200"/>
            <a:chExt cx="3429000" cy="228600"/>
          </a:xfrm>
        </p:grpSpPr>
        <p:sp>
          <p:nvSpPr>
            <p:cNvPr id="60" name="node19.text"/>
            <p:cNvSpPr/>
            <p:nvPr/>
          </p:nvSpPr>
          <p:spPr>
            <a:xfrm>
              <a:off x="1066800" y="1600200"/>
              <a:ext cx="3429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Dark tile: an SDLC step</a:t>
              </a:r>
              <a:endParaRPr lang="en-US" sz="1200" spc="0" kern="0" b="0" i="0" dirty="0">
                <a:solidFill>
                  <a:srgbClr val="50658E"/>
                </a:solidFill>
                <a:latin typeface="IBM Plex Sans"/>
                <a:ea typeface="IBM Plex Sans"/>
                <a:cs typeface="IBM Plex Sans"/>
              </a:endParaRPr>
            </a:p>
          </p:txBody>
        </p:sp>
      </p:grpSp>
      <p:grpSp>
        <p:nvGrpSpPr>
          <p:cNvPr id="81" name="node20"/>
          <p:cNvGrpSpPr/>
          <p:nvPr/>
        </p:nvGrpSpPr>
        <p:grpSpPr>
          <a:xfrm>
            <a:off x="4953000" y="1600200"/>
            <a:ext cx="5080000" cy="228600"/>
            <a:chOff x="4953000" y="1600200"/>
            <a:chExt cx="5080000" cy="228600"/>
          </a:xfrm>
        </p:grpSpPr>
        <p:sp>
          <p:nvSpPr>
            <p:cNvPr id="61" name="node20.text"/>
            <p:cNvSpPr/>
            <p:nvPr/>
          </p:nvSpPr>
          <p:spPr>
            <a:xfrm>
              <a:off x="4953000" y="1600200"/>
              <a:ext cx="5080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Optimize loops back to Define</a:t>
              </a:r>
              <a:endParaRPr lang="en-US" sz="1200" spc="0" kern="0" b="0" i="0" dirty="0">
                <a:solidFill>
                  <a:srgbClr val="50658E"/>
                </a:solidFill>
                <a:latin typeface="IBM Plex Sans"/>
                <a:ea typeface="IBM Plex Sans"/>
                <a:cs typeface="IBM Plex Sans"/>
              </a:endParaRPr>
            </a:p>
          </p:txBody>
        </p:sp>
      </p:gr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ource-354">
    <p:spTree>
      <p:nvGrpSpPr>
        <p:cNvPr id="1" name=""/>
        <p:cNvGrpSpPr/>
        <p:nvPr/>
      </p:nvGrpSpPr>
      <p:grpSpPr>
        <a:xfrm>
          <a:off x="0" y="0"/>
          <a:ext cx="0" cy="0"/>
          <a:chOff x="0" y="0"/>
          <a:chExt cx="0" cy="0"/>
        </a:xfrm>
      </p:grpSpPr>
      <p:sp>
        <p:nvSpPr>
          <p:cNvPr id="3"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111</a:t>
            </a:fld>
            <a:endParaRPr lang="en-US" sz="700" spc="0" kern="0" b="0" i="0" dirty="0">
              <a:solidFill>
                <a:srgbClr val="070154"/>
              </a:solidFill>
              <a:latin typeface="IBM Plex Mono SemiBold"/>
              <a:ea typeface="IBM Plex Mono SemiBold"/>
              <a:cs typeface="IBM Plex Mono SemiBold"/>
            </a:endParaRPr>
          </a:p>
        </p:txBody>
      </p:sp>
      <p:grpSp>
        <p:nvGrpSpPr>
          <p:cNvPr id="80" name="node01"/>
          <p:cNvGrpSpPr/>
          <p:nvPr/>
        </p:nvGrpSpPr>
        <p:grpSpPr>
          <a:xfrm>
            <a:off x="723900" y="457200"/>
            <a:ext cx="2514600" cy="152400"/>
            <a:chOff x="723900" y="457200"/>
            <a:chExt cx="2514600" cy="152400"/>
          </a:xfrm>
        </p:grpSpPr>
        <p:sp>
          <p:nvSpPr>
            <p:cNvPr id="4" name="node01.text"/>
            <p:cNvSpPr/>
            <p:nvPr/>
          </p:nvSpPr>
          <p:spPr>
            <a:xfrm>
              <a:off x="723900" y="457200"/>
              <a:ext cx="25146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F900D3"/>
                  </a:solidFill>
                  <a:latin typeface="IBM Plex Mono SemiBold"/>
                  <a:ea typeface="IBM Plex Mono SemiBold"/>
                  <a:cs typeface="IBM Plex Mono SemiBold"/>
                </a:rPr>
                <a:t>OUR APPROACH</a:t>
              </a:r>
              <a:endParaRPr lang="en-US" sz="1000" spc="80" kern="0" b="0" i="0" dirty="0">
                <a:solidFill>
                  <a:srgbClr val="F900D3"/>
                </a:solidFill>
                <a:latin typeface="IBM Plex Mono SemiBold"/>
                <a:ea typeface="IBM Plex Mono SemiBold"/>
                <a:cs typeface="IBM Plex Mono SemiBold"/>
              </a:endParaRPr>
            </a:p>
          </p:txBody>
        </p:sp>
      </p:grpSp>
      <p:grpSp>
        <p:nvGrpSpPr>
          <p:cNvPr id="81" name="node02"/>
          <p:cNvGrpSpPr/>
          <p:nvPr/>
        </p:nvGrpSpPr>
        <p:grpSpPr>
          <a:xfrm>
            <a:off x="723900" y="762000"/>
            <a:ext cx="2514600" cy="304800"/>
            <a:chOff x="723900" y="762000"/>
            <a:chExt cx="2514600" cy="304800"/>
          </a:xfrm>
        </p:grpSpPr>
        <p:sp>
          <p:nvSpPr>
            <p:cNvPr id="5" name="node02.text"/>
            <p:cNvSpPr/>
            <p:nvPr/>
          </p:nvSpPr>
          <p:spPr>
            <a:xfrm>
              <a:off x="723900" y="762000"/>
              <a:ext cx="25146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F900D3"/>
                  </a:solidFill>
                  <a:latin typeface="IBM Plex Sans SemiBold"/>
                  <a:ea typeface="IBM Plex Sans SemiBold"/>
                  <a:cs typeface="IBM Plex Sans SemiBold"/>
                </a:rPr>
                <a:t>Phase 01</a:t>
              </a:r>
              <a:endParaRPr lang="en-US" sz="1800" spc="-18" kern="0" b="0" i="0" dirty="0">
                <a:solidFill>
                  <a:srgbClr val="F900D3"/>
                </a:solidFill>
                <a:latin typeface="IBM Plex Sans SemiBold"/>
                <a:ea typeface="IBM Plex Sans SemiBold"/>
                <a:cs typeface="IBM Plex Sans SemiBold"/>
              </a:endParaRPr>
            </a:p>
          </p:txBody>
        </p:sp>
      </p:grpSp>
      <p:grpSp>
        <p:nvGrpSpPr>
          <p:cNvPr id="82" name="node03"/>
          <p:cNvGrpSpPr/>
          <p:nvPr/>
        </p:nvGrpSpPr>
        <p:grpSpPr>
          <a:xfrm>
            <a:off x="723900" y="1066800"/>
            <a:ext cx="2514600" cy="762000"/>
            <a:chOff x="723900" y="1066800"/>
            <a:chExt cx="2514600" cy="762000"/>
          </a:xfrm>
        </p:grpSpPr>
        <p:sp>
          <p:nvSpPr>
            <p:cNvPr id="6" name="node03.text"/>
            <p:cNvSpPr/>
            <p:nvPr/>
          </p:nvSpPr>
          <p:spPr>
            <a:xfrm>
              <a:off x="723900" y="1066800"/>
              <a:ext cx="2514600" cy="7620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FFFFFF"/>
                  </a:solidFill>
                  <a:latin typeface="IBM Plex Sans SemiBold"/>
                  <a:ea typeface="IBM Plex Sans SemiBold"/>
                  <a:cs typeface="IBM Plex Sans SemiBold"/>
                </a:rPr>
                <a:t>Data Platform Foundation</a:t>
              </a:r>
              <a:endParaRPr lang="en-US" sz="2400" spc="-36" kern="0" b="0" i="0" dirty="0">
                <a:solidFill>
                  <a:srgbClr val="FFFFFF"/>
                </a:solidFill>
                <a:latin typeface="IBM Plex Sans SemiBold"/>
                <a:ea typeface="IBM Plex Sans SemiBold"/>
                <a:cs typeface="IBM Plex Sans SemiBold"/>
              </a:endParaRPr>
            </a:p>
          </p:txBody>
        </p:sp>
      </p:grpSp>
      <p:grpSp>
        <p:nvGrpSpPr>
          <p:cNvPr id="83" name="node04"/>
          <p:cNvGrpSpPr/>
          <p:nvPr/>
        </p:nvGrpSpPr>
        <p:grpSpPr>
          <a:xfrm>
            <a:off x="723900" y="1905000"/>
            <a:ext cx="2514600" cy="228600"/>
            <a:chOff x="723900" y="1905000"/>
            <a:chExt cx="2514600" cy="228600"/>
          </a:xfrm>
        </p:grpSpPr>
        <p:sp>
          <p:nvSpPr>
            <p:cNvPr id="7" name="node04.text"/>
            <p:cNvSpPr/>
            <p:nvPr/>
          </p:nvSpPr>
          <p:spPr>
            <a:xfrm>
              <a:off x="723900" y="1905000"/>
              <a:ext cx="2514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CED7E6"/>
                  </a:solidFill>
                  <a:latin typeface="IBM Plex Sans"/>
                  <a:ea typeface="IBM Plex Sans"/>
                  <a:cs typeface="IBM Plex Sans"/>
                </a:rPr>
                <a:t>Weeks 0–16</a:t>
              </a:r>
              <a:endParaRPr lang="en-US" sz="1200" spc="0" kern="0" b="0" i="0" dirty="0">
                <a:solidFill>
                  <a:srgbClr val="CED7E6"/>
                </a:solidFill>
                <a:latin typeface="IBM Plex Sans"/>
                <a:ea typeface="IBM Plex Sans"/>
                <a:cs typeface="IBM Plex Sans"/>
              </a:endParaRPr>
            </a:p>
          </p:txBody>
        </p:sp>
      </p:grpSp>
      <p:grpSp>
        <p:nvGrpSpPr>
          <p:cNvPr id="84" name="node05"/>
          <p:cNvGrpSpPr/>
          <p:nvPr/>
        </p:nvGrpSpPr>
        <p:grpSpPr>
          <a:xfrm>
            <a:off x="723900" y="2286000"/>
            <a:ext cx="914400" cy="228600"/>
            <a:chOff x="723900" y="2286000"/>
            <a:chExt cx="914400" cy="228600"/>
          </a:xfrm>
        </p:grpSpPr>
        <p:sp>
          <p:nvSpPr>
            <p:cNvPr id="8" name="node05.surface"/>
            <p:cNvSpPr/>
            <p:nvPr/>
          </p:nvSpPr>
          <p:spPr>
            <a:xfrm>
              <a:off x="723900" y="2286000"/>
              <a:ext cx="914400" cy="228600"/>
            </a:xfrm>
            <a:custGeom>
              <a:avLst/>
              <a:gdLst/>
              <a:ahLst/>
              <a:cxnLst/>
              <a:rect l="l" t="t" r="r" b="b"/>
              <a:pathLst>
                <a:path w="914400" h="228600">
                  <a:moveTo>
                    <a:pt x="0" y="0"/>
                  </a:moveTo>
                  <a:lnTo>
                    <a:pt x="838200" y="0"/>
                  </a:lnTo>
                  <a:lnTo>
                    <a:pt x="914400" y="114300"/>
                  </a:lnTo>
                  <a:lnTo>
                    <a:pt x="838200" y="228600"/>
                  </a:lnTo>
                  <a:lnTo>
                    <a:pt x="0" y="228600"/>
                  </a:lnTo>
                  <a:close/>
                </a:path>
              </a:pathLst>
            </a:custGeom>
            <a:solidFill>
              <a:srgbClr val="F900D3"/>
            </a:solidFill>
            <a:ln>
              <a:noFill/>
            </a:ln>
          </p:spPr>
        </p:sp>
      </p:grpSp>
      <p:grpSp>
        <p:nvGrpSpPr>
          <p:cNvPr id="85" name="node06"/>
          <p:cNvGrpSpPr/>
          <p:nvPr/>
        </p:nvGrpSpPr>
        <p:grpSpPr>
          <a:xfrm>
            <a:off x="1638300" y="2286000"/>
            <a:ext cx="914400" cy="228600"/>
            <a:chOff x="1638300" y="2286000"/>
            <a:chExt cx="914400" cy="228600"/>
          </a:xfrm>
        </p:grpSpPr>
        <p:sp>
          <p:nvSpPr>
            <p:cNvPr id="9" name="node06.surface"/>
            <p:cNvSpPr/>
            <p:nvPr/>
          </p:nvSpPr>
          <p:spPr>
            <a:xfrm>
              <a:off x="1638300" y="2286000"/>
              <a:ext cx="914400" cy="228600"/>
            </a:xfrm>
            <a:custGeom>
              <a:avLst/>
              <a:gdLst/>
              <a:ahLst/>
              <a:cxnLst/>
              <a:rect l="l" t="t" r="r" b="b"/>
              <a:pathLst>
                <a:path w="914400" h="228600">
                  <a:moveTo>
                    <a:pt x="0" y="0"/>
                  </a:moveTo>
                  <a:lnTo>
                    <a:pt x="838200" y="0"/>
                  </a:lnTo>
                  <a:lnTo>
                    <a:pt x="914400" y="114300"/>
                  </a:lnTo>
                  <a:lnTo>
                    <a:pt x="838200" y="228600"/>
                  </a:lnTo>
                  <a:lnTo>
                    <a:pt x="0" y="228600"/>
                  </a:lnTo>
                  <a:lnTo>
                    <a:pt x="76200" y="114300"/>
                  </a:lnTo>
                  <a:close/>
                </a:path>
              </a:pathLst>
            </a:custGeom>
            <a:solidFill>
              <a:srgbClr val="CED7E6"/>
            </a:solidFill>
            <a:ln>
              <a:noFill/>
            </a:ln>
          </p:spPr>
        </p:sp>
      </p:grpSp>
      <p:grpSp>
        <p:nvGrpSpPr>
          <p:cNvPr id="86" name="node07"/>
          <p:cNvGrpSpPr/>
          <p:nvPr/>
        </p:nvGrpSpPr>
        <p:grpSpPr>
          <a:xfrm>
            <a:off x="2552700" y="2286000"/>
            <a:ext cx="685800" cy="228600"/>
            <a:chOff x="2552700" y="2286000"/>
            <a:chExt cx="685800" cy="228600"/>
          </a:xfrm>
        </p:grpSpPr>
        <p:sp>
          <p:nvSpPr>
            <p:cNvPr id="10" name="node07.surface"/>
            <p:cNvSpPr/>
            <p:nvPr/>
          </p:nvSpPr>
          <p:spPr>
            <a:xfrm>
              <a:off x="2552700" y="2286000"/>
              <a:ext cx="685800" cy="228600"/>
            </a:xfrm>
            <a:custGeom>
              <a:avLst/>
              <a:gdLst/>
              <a:ahLst/>
              <a:cxnLst/>
              <a:rect l="l" t="t" r="r" b="b"/>
              <a:pathLst>
                <a:path w="685800" h="228600">
                  <a:moveTo>
                    <a:pt x="0" y="0"/>
                  </a:moveTo>
                  <a:lnTo>
                    <a:pt x="609600" y="0"/>
                  </a:lnTo>
                  <a:lnTo>
                    <a:pt x="685800" y="114300"/>
                  </a:lnTo>
                  <a:lnTo>
                    <a:pt x="609600" y="228600"/>
                  </a:lnTo>
                  <a:lnTo>
                    <a:pt x="0" y="228600"/>
                  </a:lnTo>
                  <a:lnTo>
                    <a:pt x="76200" y="114300"/>
                  </a:lnTo>
                  <a:close/>
                </a:path>
              </a:pathLst>
            </a:custGeom>
            <a:solidFill>
              <a:srgbClr val="CED7E6"/>
            </a:solidFill>
            <a:ln>
              <a:noFill/>
            </a:ln>
          </p:spPr>
        </p:sp>
      </p:grpSp>
      <p:grpSp>
        <p:nvGrpSpPr>
          <p:cNvPr id="87" name="node08"/>
          <p:cNvGrpSpPr/>
          <p:nvPr/>
        </p:nvGrpSpPr>
        <p:grpSpPr>
          <a:xfrm>
            <a:off x="723900" y="2667000"/>
            <a:ext cx="2463800" cy="609600"/>
            <a:chOff x="723900" y="2667000"/>
            <a:chExt cx="2463800" cy="609600"/>
          </a:xfrm>
        </p:grpSpPr>
        <p:sp>
          <p:nvSpPr>
            <p:cNvPr id="11" name="node08.text"/>
            <p:cNvSpPr/>
            <p:nvPr/>
          </p:nvSpPr>
          <p:spPr>
            <a:xfrm>
              <a:off x="723900" y="2667000"/>
              <a:ext cx="2463800" cy="6096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FFFFFF"/>
                  </a:solidFill>
                  <a:latin typeface="IBM Plex Sans SemiBold"/>
                  <a:ea typeface="IBM Plex Sans SemiBold"/>
                  <a:cs typeface="IBM Plex Sans SemiBold"/>
                </a:rPr>
                <a:t>Early-adopter scorecard</a:t>
              </a:r>
              <a:endParaRPr lang="en-US" sz="1800" spc="-18" kern="0" b="0" i="0" dirty="0">
                <a:solidFill>
                  <a:srgbClr val="FFFFFF"/>
                </a:solidFill>
                <a:latin typeface="IBM Plex Sans SemiBold"/>
                <a:ea typeface="IBM Plex Sans SemiBold"/>
                <a:cs typeface="IBM Plex Sans SemiBold"/>
              </a:endParaRPr>
            </a:p>
          </p:txBody>
        </p:sp>
      </p:grpSp>
      <p:grpSp>
        <p:nvGrpSpPr>
          <p:cNvPr id="88" name="node09"/>
          <p:cNvGrpSpPr/>
          <p:nvPr/>
        </p:nvGrpSpPr>
        <p:grpSpPr>
          <a:xfrm>
            <a:off x="723900" y="3352800"/>
            <a:ext cx="2514600" cy="152400"/>
            <a:chOff x="723900" y="3352800"/>
            <a:chExt cx="2514600" cy="152400"/>
          </a:xfrm>
        </p:grpSpPr>
        <p:sp>
          <p:nvSpPr>
            <p:cNvPr id="12" name="node09.text"/>
            <p:cNvSpPr/>
            <p:nvPr/>
          </p:nvSpPr>
          <p:spPr>
            <a:xfrm>
              <a:off x="723900" y="33528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900D3"/>
                  </a:solidFill>
                  <a:latin typeface="IBM Plex Mono Medium"/>
                  <a:ea typeface="IBM Plex Mono Medium"/>
                  <a:cs typeface="IBM Plex Mono Medium"/>
                </a:rPr>
                <a:t>STRATEGIC VALUE</a:t>
              </a:r>
              <a:endParaRPr lang="en-US" sz="900" spc="54" kern="0" b="0" i="0" dirty="0">
                <a:solidFill>
                  <a:srgbClr val="F900D3"/>
                </a:solidFill>
                <a:latin typeface="IBM Plex Mono Medium"/>
                <a:ea typeface="IBM Plex Mono Medium"/>
                <a:cs typeface="IBM Plex Mono Medium"/>
              </a:endParaRPr>
            </a:p>
          </p:txBody>
        </p:sp>
      </p:grpSp>
      <p:grpSp>
        <p:nvGrpSpPr>
          <p:cNvPr id="89" name="node10"/>
          <p:cNvGrpSpPr/>
          <p:nvPr/>
        </p:nvGrpSpPr>
        <p:grpSpPr>
          <a:xfrm>
            <a:off x="723900" y="3517900"/>
            <a:ext cx="2514600" cy="228600"/>
            <a:chOff x="723900" y="3517900"/>
            <a:chExt cx="2514600" cy="228600"/>
          </a:xfrm>
        </p:grpSpPr>
        <p:sp>
          <p:nvSpPr>
            <p:cNvPr id="13" name="node10.text"/>
            <p:cNvSpPr/>
            <p:nvPr/>
          </p:nvSpPr>
          <p:spPr>
            <a:xfrm>
              <a:off x="723900" y="3517900"/>
              <a:ext cx="2514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Outcomes and sponsorship</a:t>
              </a:r>
              <a:endParaRPr lang="en-US" sz="1200" spc="0" kern="0" b="0" i="0" dirty="0">
                <a:solidFill>
                  <a:srgbClr val="FFFFFF"/>
                </a:solidFill>
                <a:latin typeface="IBM Plex Sans"/>
                <a:ea typeface="IBM Plex Sans"/>
                <a:cs typeface="IBM Plex Sans"/>
              </a:endParaRPr>
            </a:p>
          </p:txBody>
        </p:sp>
      </p:grpSp>
      <p:sp>
        <p:nvSpPr>
          <p:cNvPr id="14" name="node11"/>
          <p:cNvSpPr/>
          <p:nvPr/>
        </p:nvSpPr>
        <p:spPr>
          <a:xfrm>
            <a:off x="723900" y="3797300"/>
            <a:ext cx="2514600" cy="9525"/>
          </a:xfrm>
          <a:prstGeom prst="rect">
            <a:avLst/>
          </a:prstGeom>
          <a:solidFill>
            <a:srgbClr val="50658E"/>
          </a:solidFill>
          <a:ln>
            <a:noFill/>
          </a:ln>
        </p:spPr>
      </p:sp>
      <p:grpSp>
        <p:nvGrpSpPr>
          <p:cNvPr id="90" name="node12"/>
          <p:cNvGrpSpPr/>
          <p:nvPr/>
        </p:nvGrpSpPr>
        <p:grpSpPr>
          <a:xfrm>
            <a:off x="723900" y="3835400"/>
            <a:ext cx="2514600" cy="152400"/>
            <a:chOff x="723900" y="3835400"/>
            <a:chExt cx="2514600" cy="152400"/>
          </a:xfrm>
        </p:grpSpPr>
        <p:sp>
          <p:nvSpPr>
            <p:cNvPr id="15" name="node12.text"/>
            <p:cNvSpPr/>
            <p:nvPr/>
          </p:nvSpPr>
          <p:spPr>
            <a:xfrm>
              <a:off x="723900" y="38354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900D3"/>
                  </a:solidFill>
                  <a:latin typeface="IBM Plex Mono Medium"/>
                  <a:ea typeface="IBM Plex Mono Medium"/>
                  <a:cs typeface="IBM Plex Mono Medium"/>
                </a:rPr>
                <a:t>PATTERN COVERAGE</a:t>
              </a:r>
              <a:endParaRPr lang="en-US" sz="900" spc="54" kern="0" b="0" i="0" dirty="0">
                <a:solidFill>
                  <a:srgbClr val="F900D3"/>
                </a:solidFill>
                <a:latin typeface="IBM Plex Mono Medium"/>
                <a:ea typeface="IBM Plex Mono Medium"/>
                <a:cs typeface="IBM Plex Mono Medium"/>
              </a:endParaRPr>
            </a:p>
          </p:txBody>
        </p:sp>
      </p:grpSp>
      <p:grpSp>
        <p:nvGrpSpPr>
          <p:cNvPr id="91" name="node13"/>
          <p:cNvGrpSpPr/>
          <p:nvPr/>
        </p:nvGrpSpPr>
        <p:grpSpPr>
          <a:xfrm>
            <a:off x="723900" y="4000500"/>
            <a:ext cx="2514600" cy="228600"/>
            <a:chOff x="723900" y="4000500"/>
            <a:chExt cx="2514600" cy="228600"/>
          </a:xfrm>
        </p:grpSpPr>
        <p:sp>
          <p:nvSpPr>
            <p:cNvPr id="16" name="node13.text"/>
            <p:cNvSpPr/>
            <p:nvPr/>
          </p:nvSpPr>
          <p:spPr>
            <a:xfrm>
              <a:off x="723900" y="4000500"/>
              <a:ext cx="2514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Warehouse, lakehouse or both</a:t>
              </a:r>
              <a:endParaRPr lang="en-US" sz="1200" spc="0" kern="0" b="0" i="0" dirty="0">
                <a:solidFill>
                  <a:srgbClr val="FFFFFF"/>
                </a:solidFill>
                <a:latin typeface="IBM Plex Sans"/>
                <a:ea typeface="IBM Plex Sans"/>
                <a:cs typeface="IBM Plex Sans"/>
              </a:endParaRPr>
            </a:p>
          </p:txBody>
        </p:sp>
      </p:grpSp>
      <p:sp>
        <p:nvSpPr>
          <p:cNvPr id="17" name="node14"/>
          <p:cNvSpPr/>
          <p:nvPr/>
        </p:nvSpPr>
        <p:spPr>
          <a:xfrm>
            <a:off x="723900" y="4279900"/>
            <a:ext cx="2514600" cy="9525"/>
          </a:xfrm>
          <a:prstGeom prst="rect">
            <a:avLst/>
          </a:prstGeom>
          <a:solidFill>
            <a:srgbClr val="50658E"/>
          </a:solidFill>
          <a:ln>
            <a:noFill/>
          </a:ln>
        </p:spPr>
      </p:sp>
      <p:grpSp>
        <p:nvGrpSpPr>
          <p:cNvPr id="92" name="node15"/>
          <p:cNvGrpSpPr/>
          <p:nvPr/>
        </p:nvGrpSpPr>
        <p:grpSpPr>
          <a:xfrm>
            <a:off x="723900" y="4318000"/>
            <a:ext cx="2514600" cy="152400"/>
            <a:chOff x="723900" y="4318000"/>
            <a:chExt cx="2514600" cy="152400"/>
          </a:xfrm>
        </p:grpSpPr>
        <p:sp>
          <p:nvSpPr>
            <p:cNvPr id="18" name="node15.text"/>
            <p:cNvSpPr/>
            <p:nvPr/>
          </p:nvSpPr>
          <p:spPr>
            <a:xfrm>
              <a:off x="723900" y="43180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900D3"/>
                  </a:solidFill>
                  <a:latin typeface="IBM Plex Mono Medium"/>
                  <a:ea typeface="IBM Plex Mono Medium"/>
                  <a:cs typeface="IBM Plex Mono Medium"/>
                </a:rPr>
                <a:t>TECHNICAL READINESS</a:t>
              </a:r>
              <a:endParaRPr lang="en-US" sz="900" spc="54" kern="0" b="0" i="0" dirty="0">
                <a:solidFill>
                  <a:srgbClr val="F900D3"/>
                </a:solidFill>
                <a:latin typeface="IBM Plex Mono Medium"/>
                <a:ea typeface="IBM Plex Mono Medium"/>
                <a:cs typeface="IBM Plex Mono Medium"/>
              </a:endParaRPr>
            </a:p>
          </p:txBody>
        </p:sp>
      </p:grpSp>
      <p:grpSp>
        <p:nvGrpSpPr>
          <p:cNvPr id="93" name="node16"/>
          <p:cNvGrpSpPr/>
          <p:nvPr/>
        </p:nvGrpSpPr>
        <p:grpSpPr>
          <a:xfrm>
            <a:off x="723900" y="4483100"/>
            <a:ext cx="2514600" cy="228600"/>
            <a:chOff x="723900" y="4483100"/>
            <a:chExt cx="2514600" cy="228600"/>
          </a:xfrm>
        </p:grpSpPr>
        <p:sp>
          <p:nvSpPr>
            <p:cNvPr id="19" name="node16.text"/>
            <p:cNvSpPr/>
            <p:nvPr/>
          </p:nvSpPr>
          <p:spPr>
            <a:xfrm>
              <a:off x="723900" y="4483100"/>
              <a:ext cx="2514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Data, security, dependencies</a:t>
              </a:r>
              <a:endParaRPr lang="en-US" sz="1200" spc="0" kern="0" b="0" i="0" dirty="0">
                <a:solidFill>
                  <a:srgbClr val="FFFFFF"/>
                </a:solidFill>
                <a:latin typeface="IBM Plex Sans"/>
                <a:ea typeface="IBM Plex Sans"/>
                <a:cs typeface="IBM Plex Sans"/>
              </a:endParaRPr>
            </a:p>
          </p:txBody>
        </p:sp>
      </p:grpSp>
      <p:sp>
        <p:nvSpPr>
          <p:cNvPr id="20" name="node17"/>
          <p:cNvSpPr/>
          <p:nvPr/>
        </p:nvSpPr>
        <p:spPr>
          <a:xfrm>
            <a:off x="723900" y="4762500"/>
            <a:ext cx="2514600" cy="9525"/>
          </a:xfrm>
          <a:prstGeom prst="rect">
            <a:avLst/>
          </a:prstGeom>
          <a:solidFill>
            <a:srgbClr val="50658E"/>
          </a:solidFill>
          <a:ln>
            <a:noFill/>
          </a:ln>
        </p:spPr>
      </p:sp>
      <p:grpSp>
        <p:nvGrpSpPr>
          <p:cNvPr id="94" name="node18"/>
          <p:cNvGrpSpPr/>
          <p:nvPr/>
        </p:nvGrpSpPr>
        <p:grpSpPr>
          <a:xfrm>
            <a:off x="723900" y="4800600"/>
            <a:ext cx="2514600" cy="152400"/>
            <a:chOff x="723900" y="4800600"/>
            <a:chExt cx="2514600" cy="152400"/>
          </a:xfrm>
        </p:grpSpPr>
        <p:sp>
          <p:nvSpPr>
            <p:cNvPr id="21" name="node18.text"/>
            <p:cNvSpPr/>
            <p:nvPr/>
          </p:nvSpPr>
          <p:spPr>
            <a:xfrm>
              <a:off x="723900" y="48006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900D3"/>
                  </a:solidFill>
                  <a:latin typeface="IBM Plex Mono Medium"/>
                  <a:ea typeface="IBM Plex Mono Medium"/>
                  <a:cs typeface="IBM Plex Mono Medium"/>
                </a:rPr>
                <a:t>TEAM READINESS</a:t>
              </a:r>
              <a:endParaRPr lang="en-US" sz="900" spc="54" kern="0" b="0" i="0" dirty="0">
                <a:solidFill>
                  <a:srgbClr val="F900D3"/>
                </a:solidFill>
                <a:latin typeface="IBM Plex Mono Medium"/>
                <a:ea typeface="IBM Plex Mono Medium"/>
                <a:cs typeface="IBM Plex Mono Medium"/>
              </a:endParaRPr>
            </a:p>
          </p:txBody>
        </p:sp>
      </p:grpSp>
      <p:grpSp>
        <p:nvGrpSpPr>
          <p:cNvPr id="95" name="node19"/>
          <p:cNvGrpSpPr/>
          <p:nvPr/>
        </p:nvGrpSpPr>
        <p:grpSpPr>
          <a:xfrm>
            <a:off x="723900" y="4965700"/>
            <a:ext cx="2514600" cy="228600"/>
            <a:chOff x="723900" y="4965700"/>
            <a:chExt cx="2514600" cy="228600"/>
          </a:xfrm>
        </p:grpSpPr>
        <p:sp>
          <p:nvSpPr>
            <p:cNvPr id="22" name="node19.text"/>
            <p:cNvSpPr/>
            <p:nvPr/>
          </p:nvSpPr>
          <p:spPr>
            <a:xfrm>
              <a:off x="723900" y="4965700"/>
              <a:ext cx="2514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Owner, engineers, timeline</a:t>
              </a:r>
              <a:endParaRPr lang="en-US" sz="1200" spc="0" kern="0" b="0" i="0" dirty="0">
                <a:solidFill>
                  <a:srgbClr val="FFFFFF"/>
                </a:solidFill>
                <a:latin typeface="IBM Plex Sans"/>
                <a:ea typeface="IBM Plex Sans"/>
                <a:cs typeface="IBM Plex Sans"/>
              </a:endParaRPr>
            </a:p>
          </p:txBody>
        </p:sp>
      </p:grpSp>
      <p:sp>
        <p:nvSpPr>
          <p:cNvPr id="23" name="node20"/>
          <p:cNvSpPr/>
          <p:nvPr/>
        </p:nvSpPr>
        <p:spPr>
          <a:xfrm>
            <a:off x="723900" y="5245100"/>
            <a:ext cx="2514600" cy="9525"/>
          </a:xfrm>
          <a:prstGeom prst="rect">
            <a:avLst/>
          </a:prstGeom>
          <a:solidFill>
            <a:srgbClr val="50658E"/>
          </a:solidFill>
          <a:ln>
            <a:noFill/>
          </a:ln>
        </p:spPr>
      </p:sp>
      <p:grpSp>
        <p:nvGrpSpPr>
          <p:cNvPr id="96" name="node21"/>
          <p:cNvGrpSpPr/>
          <p:nvPr/>
        </p:nvGrpSpPr>
        <p:grpSpPr>
          <a:xfrm>
            <a:off x="723900" y="5283200"/>
            <a:ext cx="2514600" cy="152400"/>
            <a:chOff x="723900" y="5283200"/>
            <a:chExt cx="2514600" cy="152400"/>
          </a:xfrm>
        </p:grpSpPr>
        <p:sp>
          <p:nvSpPr>
            <p:cNvPr id="24" name="node21.text"/>
            <p:cNvSpPr/>
            <p:nvPr/>
          </p:nvSpPr>
          <p:spPr>
            <a:xfrm>
              <a:off x="723900" y="52832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900D3"/>
                  </a:solidFill>
                  <a:latin typeface="IBM Plex Mono Medium"/>
                  <a:ea typeface="IBM Plex Mono Medium"/>
                  <a:cs typeface="IBM Plex Mono Medium"/>
                </a:rPr>
                <a:t>LEARNING VALUE</a:t>
              </a:r>
              <a:endParaRPr lang="en-US" sz="900" spc="54" kern="0" b="0" i="0" dirty="0">
                <a:solidFill>
                  <a:srgbClr val="F900D3"/>
                </a:solidFill>
                <a:latin typeface="IBM Plex Mono Medium"/>
                <a:ea typeface="IBM Plex Mono Medium"/>
                <a:cs typeface="IBM Plex Mono Medium"/>
              </a:endParaRPr>
            </a:p>
          </p:txBody>
        </p:sp>
      </p:grpSp>
      <p:grpSp>
        <p:nvGrpSpPr>
          <p:cNvPr id="97" name="node22"/>
          <p:cNvGrpSpPr/>
          <p:nvPr/>
        </p:nvGrpSpPr>
        <p:grpSpPr>
          <a:xfrm>
            <a:off x="723900" y="5448300"/>
            <a:ext cx="2514600" cy="228600"/>
            <a:chOff x="723900" y="5448300"/>
            <a:chExt cx="2514600" cy="228600"/>
          </a:xfrm>
        </p:grpSpPr>
        <p:sp>
          <p:nvSpPr>
            <p:cNvPr id="25" name="node22.text"/>
            <p:cNvSpPr/>
            <p:nvPr/>
          </p:nvSpPr>
          <p:spPr>
            <a:xfrm>
              <a:off x="723900" y="5448300"/>
              <a:ext cx="2514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Reusable patterns and controls</a:t>
              </a:r>
              <a:endParaRPr lang="en-US" sz="1200" spc="0" kern="0" b="0" i="0" dirty="0">
                <a:solidFill>
                  <a:srgbClr val="FFFFFF"/>
                </a:solidFill>
                <a:latin typeface="IBM Plex Sans"/>
                <a:ea typeface="IBM Plex Sans"/>
                <a:cs typeface="IBM Plex Sans"/>
              </a:endParaRPr>
            </a:p>
          </p:txBody>
        </p:sp>
      </p:grpSp>
      <p:sp>
        <p:nvSpPr>
          <p:cNvPr id="26" name="node23"/>
          <p:cNvSpPr/>
          <p:nvPr/>
        </p:nvSpPr>
        <p:spPr>
          <a:xfrm>
            <a:off x="723900" y="5727700"/>
            <a:ext cx="2514600" cy="9525"/>
          </a:xfrm>
          <a:prstGeom prst="rect">
            <a:avLst/>
          </a:prstGeom>
          <a:solidFill>
            <a:srgbClr val="50658E"/>
          </a:solidFill>
          <a:ln>
            <a:noFill/>
          </a:ln>
        </p:spPr>
      </p:sp>
      <p:grpSp>
        <p:nvGrpSpPr>
          <p:cNvPr id="98" name="node24"/>
          <p:cNvGrpSpPr/>
          <p:nvPr/>
        </p:nvGrpSpPr>
        <p:grpSpPr>
          <a:xfrm>
            <a:off x="4381500" y="685800"/>
            <a:ext cx="7086600" cy="381000"/>
            <a:chOff x="4381500" y="685800"/>
            <a:chExt cx="7086600" cy="381000"/>
          </a:xfrm>
        </p:grpSpPr>
        <p:sp>
          <p:nvSpPr>
            <p:cNvPr id="27" name="node24.text"/>
            <p:cNvSpPr/>
            <p:nvPr/>
          </p:nvSpPr>
          <p:spPr>
            <a:xfrm>
              <a:off x="4381500" y="685800"/>
              <a:ext cx="7086600" cy="3810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Three workloads prove the platform patterns</a:t>
              </a:r>
              <a:endParaRPr lang="en-US" sz="2400" spc="-36" kern="0" b="0" i="0" dirty="0">
                <a:solidFill>
                  <a:srgbClr val="070154"/>
                </a:solidFill>
                <a:latin typeface="IBM Plex Sans SemiBold"/>
                <a:ea typeface="IBM Plex Sans SemiBold"/>
                <a:cs typeface="IBM Plex Sans SemiBold"/>
              </a:endParaRPr>
            </a:p>
          </p:txBody>
        </p:sp>
      </p:grpSp>
      <p:grpSp>
        <p:nvGrpSpPr>
          <p:cNvPr id="99" name="node25"/>
          <p:cNvGrpSpPr/>
          <p:nvPr/>
        </p:nvGrpSpPr>
        <p:grpSpPr>
          <a:xfrm>
            <a:off x="4381500" y="1143000"/>
            <a:ext cx="7086600" cy="228600"/>
            <a:chOff x="4381500" y="1143000"/>
            <a:chExt cx="7086600" cy="228600"/>
          </a:xfrm>
        </p:grpSpPr>
        <p:sp>
          <p:nvSpPr>
            <p:cNvPr id="28" name="node25.text"/>
            <p:cNvSpPr/>
            <p:nvPr/>
          </p:nvSpPr>
          <p:spPr>
            <a:xfrm>
              <a:off x="4381500" y="1143000"/>
              <a:ext cx="708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Selected to maximize enterprise learning and to test each architecture pattern once.</a:t>
              </a:r>
              <a:endParaRPr lang="en-US" sz="1200" spc="0" kern="0" b="0" i="0" dirty="0">
                <a:solidFill>
                  <a:srgbClr val="50658E"/>
                </a:solidFill>
                <a:latin typeface="IBM Plex Sans"/>
                <a:ea typeface="IBM Plex Sans"/>
                <a:cs typeface="IBM Plex Sans"/>
              </a:endParaRPr>
            </a:p>
          </p:txBody>
        </p:sp>
      </p:grpSp>
      <p:grpSp>
        <p:nvGrpSpPr>
          <p:cNvPr id="100" name="node26"/>
          <p:cNvGrpSpPr/>
          <p:nvPr/>
        </p:nvGrpSpPr>
        <p:grpSpPr>
          <a:xfrm>
            <a:off x="4381500" y="1600200"/>
            <a:ext cx="2057400" cy="152400"/>
            <a:chOff x="4381500" y="1600200"/>
            <a:chExt cx="2057400" cy="152400"/>
          </a:xfrm>
        </p:grpSpPr>
        <p:sp>
          <p:nvSpPr>
            <p:cNvPr id="29" name="node26.text"/>
            <p:cNvSpPr/>
            <p:nvPr/>
          </p:nvSpPr>
          <p:spPr>
            <a:xfrm>
              <a:off x="4381500" y="1600200"/>
              <a:ext cx="20574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WAREHOUSE A TO PLATFORM</a:t>
              </a:r>
              <a:endParaRPr lang="en-US" sz="900" spc="54" kern="0" b="0" i="0" dirty="0">
                <a:solidFill>
                  <a:srgbClr val="0047FF"/>
                </a:solidFill>
                <a:latin typeface="IBM Plex Mono Medium"/>
                <a:ea typeface="IBM Plex Mono Medium"/>
                <a:cs typeface="IBM Plex Mono Medium"/>
              </a:endParaRPr>
            </a:p>
          </p:txBody>
        </p:sp>
      </p:grpSp>
      <p:grpSp>
        <p:nvGrpSpPr>
          <p:cNvPr id="101" name="node27"/>
          <p:cNvGrpSpPr/>
          <p:nvPr/>
        </p:nvGrpSpPr>
        <p:grpSpPr>
          <a:xfrm>
            <a:off x="4381500" y="1828800"/>
            <a:ext cx="2057400" cy="1600200"/>
            <a:chOff x="4381500" y="1828800"/>
            <a:chExt cx="2057400" cy="1600200"/>
          </a:xfrm>
        </p:grpSpPr>
        <p:sp>
          <p:nvSpPr>
            <p:cNvPr id="30" name="node27.container"/>
            <p:cNvSpPr/>
            <p:nvPr/>
          </p:nvSpPr>
          <p:spPr>
            <a:xfrm>
              <a:off x="4381500" y="1828800"/>
              <a:ext cx="2057400" cy="1600200"/>
            </a:xfrm>
            <a:prstGeom prst="rect">
              <a:avLst/>
            </a:prstGeom>
            <a:solidFill>
              <a:srgbClr val="E8EEF8"/>
            </a:solidFill>
            <a:ln>
              <a:noFill/>
            </a:ln>
          </p:spPr>
        </p:sp>
        <p:sp>
          <p:nvSpPr>
            <p:cNvPr id="31" name="node27.title"/>
            <p:cNvSpPr/>
            <p:nvPr/>
          </p:nvSpPr>
          <p:spPr>
            <a:xfrm>
              <a:off x="4533900" y="1981200"/>
              <a:ext cx="17526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Analytics</a:t>
              </a:r>
              <a:endParaRPr lang="en-US" sz="1800" spc="-18" kern="0" b="0" i="0" dirty="0">
                <a:solidFill>
                  <a:srgbClr val="070154"/>
                </a:solidFill>
                <a:latin typeface="IBM Plex Sans SemiBold"/>
                <a:ea typeface="IBM Plex Sans SemiBold"/>
                <a:cs typeface="IBM Plex Sans SemiBold"/>
              </a:endParaRPr>
            </a:p>
          </p:txBody>
        </p:sp>
        <p:sp>
          <p:nvSpPr>
            <p:cNvPr id="32" name="node27.body.item-001.paragraph"/>
            <p:cNvSpPr/>
            <p:nvPr/>
          </p:nvSpPr>
          <p:spPr>
            <a:xfrm>
              <a:off x="4533900" y="2400300"/>
              <a:ext cx="1752600" cy="685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Build analytics models on curated warehouse data.</a:t>
              </a:r>
              <a:endParaRPr lang="en-US" sz="1200" spc="0" kern="0" b="0" i="0" dirty="0">
                <a:solidFill>
                  <a:srgbClr val="50658E"/>
                </a:solidFill>
                <a:latin typeface="IBM Plex Sans"/>
                <a:ea typeface="IBM Plex Sans"/>
                <a:cs typeface="IBM Plex Sans"/>
              </a:endParaRPr>
            </a:p>
          </p:txBody>
        </p:sp>
      </p:grpSp>
      <p:grpSp>
        <p:nvGrpSpPr>
          <p:cNvPr id="102" name="node28"/>
          <p:cNvGrpSpPr/>
          <p:nvPr/>
        </p:nvGrpSpPr>
        <p:grpSpPr>
          <a:xfrm>
            <a:off x="4381500" y="3429000"/>
            <a:ext cx="2057400" cy="685800"/>
            <a:chOff x="4381500" y="3429000"/>
            <a:chExt cx="2057400" cy="685800"/>
          </a:xfrm>
        </p:grpSpPr>
        <p:sp>
          <p:nvSpPr>
            <p:cNvPr id="33" name="node28.surface"/>
            <p:cNvSpPr/>
            <p:nvPr/>
          </p:nvSpPr>
          <p:spPr>
            <a:xfrm>
              <a:off x="4381500" y="3429000"/>
              <a:ext cx="2057400" cy="685800"/>
            </a:xfrm>
            <a:prstGeom prst="rect">
              <a:avLst/>
            </a:prstGeom>
            <a:solidFill>
              <a:srgbClr val="070154"/>
            </a:solidFill>
            <a:ln>
              <a:noFill/>
            </a:ln>
          </p:spPr>
        </p:sp>
        <p:sp>
          <p:nvSpPr>
            <p:cNvPr id="34" name="node28.text"/>
            <p:cNvSpPr/>
            <p:nvPr/>
          </p:nvSpPr>
          <p:spPr>
            <a:xfrm>
              <a:off x="4533900" y="3543300"/>
              <a:ext cx="17526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Validates data movement and lineage.</a:t>
              </a:r>
              <a:endParaRPr lang="en-US" sz="1200" spc="0" kern="0" b="0" i="0" dirty="0">
                <a:solidFill>
                  <a:srgbClr val="FFFFFF"/>
                </a:solidFill>
                <a:latin typeface="IBM Plex Sans"/>
                <a:ea typeface="IBM Plex Sans"/>
                <a:cs typeface="IBM Plex Sans"/>
              </a:endParaRPr>
            </a:p>
          </p:txBody>
        </p:sp>
      </p:grpSp>
      <p:grpSp>
        <p:nvGrpSpPr>
          <p:cNvPr id="103" name="node29"/>
          <p:cNvGrpSpPr/>
          <p:nvPr/>
        </p:nvGrpSpPr>
        <p:grpSpPr>
          <a:xfrm>
            <a:off x="4381500" y="4343400"/>
            <a:ext cx="2057400" cy="1143000"/>
            <a:chOff x="4381500" y="4343400"/>
            <a:chExt cx="2057400" cy="1143000"/>
          </a:xfrm>
        </p:grpSpPr>
        <p:sp>
          <p:nvSpPr>
            <p:cNvPr id="35" name="node29.page.fill"/>
            <p:cNvSpPr/>
            <p:nvPr/>
          </p:nvSpPr>
          <p:spPr>
            <a:xfrm>
              <a:off x="4381500" y="4343400"/>
              <a:ext cx="2057400" cy="1143000"/>
            </a:xfrm>
            <a:prstGeom prst="rect">
              <a:avLst/>
            </a:prstGeom>
            <a:solidFill>
              <a:srgbClr val="FFFFFF"/>
            </a:solidFill>
            <a:ln>
              <a:noFill/>
            </a:ln>
          </p:spPr>
        </p:sp>
        <p:sp>
          <p:nvSpPr>
            <p:cNvPr id="36" name="node29.page.border"/>
            <p:cNvSpPr/>
            <p:nvPr/>
          </p:nvSpPr>
          <p:spPr>
            <a:xfrm>
              <a:off x="4381500" y="4343400"/>
              <a:ext cx="2057400" cy="1143000"/>
            </a:xfrm>
            <a:prstGeom prst="rect">
              <a:avLst/>
            </a:prstGeom>
            <a:ln w="9525">
              <a:solidFill>
                <a:srgbClr val="CED7E6"/>
              </a:solidFill>
              <a:prstDash val="solid"/>
            </a:ln>
          </p:spPr>
        </p:sp>
        <p:sp>
          <p:nvSpPr>
            <p:cNvPr id="37" name="node29.head"/>
            <p:cNvSpPr/>
            <p:nvPr/>
          </p:nvSpPr>
          <p:spPr>
            <a:xfrm>
              <a:off x="4525518" y="4487418"/>
              <a:ext cx="973150" cy="80010"/>
            </a:xfrm>
            <a:prstGeom prst="rect">
              <a:avLst/>
            </a:prstGeom>
            <a:solidFill>
              <a:srgbClr val="070154"/>
            </a:solidFill>
            <a:ln>
              <a:noFill/>
            </a:ln>
          </p:spPr>
        </p:sp>
        <p:sp>
          <p:nvSpPr>
            <p:cNvPr id="38" name="node29.box-1-1"/>
            <p:cNvSpPr/>
            <p:nvPr/>
          </p:nvSpPr>
          <p:spPr>
            <a:xfrm>
              <a:off x="4525518" y="4827270"/>
              <a:ext cx="555921" cy="137160"/>
            </a:xfrm>
            <a:prstGeom prst="rect">
              <a:avLst/>
            </a:prstGeom>
            <a:solidFill>
              <a:srgbClr val="CED7E6"/>
            </a:solidFill>
            <a:ln>
              <a:noFill/>
            </a:ln>
          </p:spPr>
        </p:sp>
        <p:sp>
          <p:nvSpPr>
            <p:cNvPr id="39" name="node29.box-1-2"/>
            <p:cNvSpPr/>
            <p:nvPr/>
          </p:nvSpPr>
          <p:spPr>
            <a:xfrm>
              <a:off x="4525518" y="5002530"/>
              <a:ext cx="555921" cy="137160"/>
            </a:xfrm>
            <a:prstGeom prst="rect">
              <a:avLst/>
            </a:prstGeom>
            <a:solidFill>
              <a:srgbClr val="CED7E6"/>
            </a:solidFill>
            <a:ln>
              <a:noFill/>
            </a:ln>
          </p:spPr>
        </p:sp>
        <p:sp>
          <p:nvSpPr>
            <p:cNvPr id="40" name="node29.box-2-1"/>
            <p:cNvSpPr/>
            <p:nvPr/>
          </p:nvSpPr>
          <p:spPr>
            <a:xfrm>
              <a:off x="5132239" y="4739640"/>
              <a:ext cx="555921" cy="137160"/>
            </a:xfrm>
            <a:prstGeom prst="rect">
              <a:avLst/>
            </a:prstGeom>
            <a:solidFill>
              <a:srgbClr val="070154"/>
            </a:solidFill>
            <a:ln>
              <a:noFill/>
            </a:ln>
          </p:spPr>
        </p:sp>
        <p:sp>
          <p:nvSpPr>
            <p:cNvPr id="41" name="node29.box-2-2"/>
            <p:cNvSpPr/>
            <p:nvPr/>
          </p:nvSpPr>
          <p:spPr>
            <a:xfrm>
              <a:off x="5132239" y="4914900"/>
              <a:ext cx="555921" cy="137160"/>
            </a:xfrm>
            <a:prstGeom prst="rect">
              <a:avLst/>
            </a:prstGeom>
            <a:solidFill>
              <a:srgbClr val="070154"/>
            </a:solidFill>
            <a:ln>
              <a:noFill/>
            </a:ln>
          </p:spPr>
        </p:sp>
        <p:sp>
          <p:nvSpPr>
            <p:cNvPr id="42" name="node29.box-2-3"/>
            <p:cNvSpPr/>
            <p:nvPr/>
          </p:nvSpPr>
          <p:spPr>
            <a:xfrm>
              <a:off x="5132239" y="5090160"/>
              <a:ext cx="555921" cy="137160"/>
            </a:xfrm>
            <a:prstGeom prst="rect">
              <a:avLst/>
            </a:prstGeom>
            <a:solidFill>
              <a:srgbClr val="070154"/>
            </a:solidFill>
            <a:ln>
              <a:noFill/>
            </a:ln>
          </p:spPr>
        </p:sp>
        <p:sp>
          <p:nvSpPr>
            <p:cNvPr id="43" name="node29.box-3-1"/>
            <p:cNvSpPr/>
            <p:nvPr/>
          </p:nvSpPr>
          <p:spPr>
            <a:xfrm>
              <a:off x="5738961" y="4827270"/>
              <a:ext cx="555921" cy="137160"/>
            </a:xfrm>
            <a:prstGeom prst="rect">
              <a:avLst/>
            </a:prstGeom>
            <a:solidFill>
              <a:srgbClr val="CED7E6"/>
            </a:solidFill>
            <a:ln>
              <a:noFill/>
            </a:ln>
          </p:spPr>
        </p:sp>
        <p:sp>
          <p:nvSpPr>
            <p:cNvPr id="44" name="node29.box-3-2"/>
            <p:cNvSpPr/>
            <p:nvPr/>
          </p:nvSpPr>
          <p:spPr>
            <a:xfrm>
              <a:off x="5738961" y="5002530"/>
              <a:ext cx="555921" cy="137160"/>
            </a:xfrm>
            <a:prstGeom prst="rect">
              <a:avLst/>
            </a:prstGeom>
            <a:solidFill>
              <a:srgbClr val="CED7E6"/>
            </a:solidFill>
            <a:ln>
              <a:noFill/>
            </a:ln>
          </p:spPr>
        </p:sp>
        <p:sp>
          <p:nvSpPr>
            <p:cNvPr id="45" name="node29.caption"/>
            <p:cNvSpPr/>
            <p:nvPr/>
          </p:nvSpPr>
          <p:spPr>
            <a:xfrm>
              <a:off x="4381500" y="5562600"/>
              <a:ext cx="2057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Warehouse A architecture</a:t>
              </a:r>
              <a:endParaRPr lang="en-US" sz="1200" spc="0" kern="0" b="0" i="0" dirty="0">
                <a:solidFill>
                  <a:srgbClr val="50658E"/>
                </a:solidFill>
                <a:latin typeface="IBM Plex Sans"/>
                <a:ea typeface="IBM Plex Sans"/>
                <a:cs typeface="IBM Plex Sans"/>
              </a:endParaRPr>
            </a:p>
          </p:txBody>
        </p:sp>
      </p:grpSp>
      <p:grpSp>
        <p:nvGrpSpPr>
          <p:cNvPr id="104" name="node30"/>
          <p:cNvGrpSpPr/>
          <p:nvPr/>
        </p:nvGrpSpPr>
        <p:grpSpPr>
          <a:xfrm>
            <a:off x="6896100" y="1600200"/>
            <a:ext cx="2057400" cy="152400"/>
            <a:chOff x="6896100" y="1600200"/>
            <a:chExt cx="2057400" cy="152400"/>
          </a:xfrm>
        </p:grpSpPr>
        <p:sp>
          <p:nvSpPr>
            <p:cNvPr id="46" name="node30.text"/>
            <p:cNvSpPr/>
            <p:nvPr/>
          </p:nvSpPr>
          <p:spPr>
            <a:xfrm>
              <a:off x="6896100" y="1600200"/>
              <a:ext cx="20574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LAKEHOUSE B TO PLATFORM</a:t>
              </a:r>
              <a:endParaRPr lang="en-US" sz="900" spc="54" kern="0" b="0" i="0" dirty="0">
                <a:solidFill>
                  <a:srgbClr val="0047FF"/>
                </a:solidFill>
                <a:latin typeface="IBM Plex Mono Medium"/>
                <a:ea typeface="IBM Plex Mono Medium"/>
                <a:cs typeface="IBM Plex Mono Medium"/>
              </a:endParaRPr>
            </a:p>
          </p:txBody>
        </p:sp>
      </p:grpSp>
      <p:grpSp>
        <p:nvGrpSpPr>
          <p:cNvPr id="105" name="node31"/>
          <p:cNvGrpSpPr/>
          <p:nvPr/>
        </p:nvGrpSpPr>
        <p:grpSpPr>
          <a:xfrm>
            <a:off x="6896100" y="1828800"/>
            <a:ext cx="2057400" cy="1600200"/>
            <a:chOff x="6896100" y="1828800"/>
            <a:chExt cx="2057400" cy="1600200"/>
          </a:xfrm>
        </p:grpSpPr>
        <p:sp>
          <p:nvSpPr>
            <p:cNvPr id="47" name="node31.container"/>
            <p:cNvSpPr/>
            <p:nvPr/>
          </p:nvSpPr>
          <p:spPr>
            <a:xfrm>
              <a:off x="6896100" y="1828800"/>
              <a:ext cx="2057400" cy="1600200"/>
            </a:xfrm>
            <a:prstGeom prst="rect">
              <a:avLst/>
            </a:prstGeom>
            <a:solidFill>
              <a:srgbClr val="E8EEF8"/>
            </a:solidFill>
            <a:ln>
              <a:noFill/>
            </a:ln>
          </p:spPr>
        </p:sp>
        <p:sp>
          <p:nvSpPr>
            <p:cNvPr id="48" name="node31.title"/>
            <p:cNvSpPr/>
            <p:nvPr/>
          </p:nvSpPr>
          <p:spPr>
            <a:xfrm>
              <a:off x="7048500" y="1981200"/>
              <a:ext cx="17526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Reporting</a:t>
              </a:r>
              <a:endParaRPr lang="en-US" sz="1800" spc="-18" kern="0" b="0" i="0" dirty="0">
                <a:solidFill>
                  <a:srgbClr val="070154"/>
                </a:solidFill>
                <a:latin typeface="IBM Plex Sans SemiBold"/>
                <a:ea typeface="IBM Plex Sans SemiBold"/>
                <a:cs typeface="IBM Plex Sans SemiBold"/>
              </a:endParaRPr>
            </a:p>
          </p:txBody>
        </p:sp>
        <p:sp>
          <p:nvSpPr>
            <p:cNvPr id="49" name="node31.body.item-001.paragraph"/>
            <p:cNvSpPr/>
            <p:nvPr/>
          </p:nvSpPr>
          <p:spPr>
            <a:xfrm>
              <a:off x="7048500" y="2400300"/>
              <a:ext cx="1752600" cy="685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Rebuild reports and dashboards on curated data.</a:t>
              </a:r>
              <a:endParaRPr lang="en-US" sz="1200" spc="0" kern="0" b="0" i="0" dirty="0">
                <a:solidFill>
                  <a:srgbClr val="50658E"/>
                </a:solidFill>
                <a:latin typeface="IBM Plex Sans"/>
                <a:ea typeface="IBM Plex Sans"/>
                <a:cs typeface="IBM Plex Sans"/>
              </a:endParaRPr>
            </a:p>
          </p:txBody>
        </p:sp>
      </p:grpSp>
      <p:grpSp>
        <p:nvGrpSpPr>
          <p:cNvPr id="106" name="node32"/>
          <p:cNvGrpSpPr/>
          <p:nvPr/>
        </p:nvGrpSpPr>
        <p:grpSpPr>
          <a:xfrm>
            <a:off x="6896100" y="3429000"/>
            <a:ext cx="2057400" cy="685800"/>
            <a:chOff x="6896100" y="3429000"/>
            <a:chExt cx="2057400" cy="685800"/>
          </a:xfrm>
        </p:grpSpPr>
        <p:sp>
          <p:nvSpPr>
            <p:cNvPr id="50" name="node32.surface"/>
            <p:cNvSpPr/>
            <p:nvPr/>
          </p:nvSpPr>
          <p:spPr>
            <a:xfrm>
              <a:off x="6896100" y="3429000"/>
              <a:ext cx="2057400" cy="685800"/>
            </a:xfrm>
            <a:prstGeom prst="rect">
              <a:avLst/>
            </a:prstGeom>
            <a:solidFill>
              <a:srgbClr val="070154"/>
            </a:solidFill>
            <a:ln>
              <a:noFill/>
            </a:ln>
          </p:spPr>
        </p:sp>
        <p:sp>
          <p:nvSpPr>
            <p:cNvPr id="51" name="node32.text"/>
            <p:cNvSpPr/>
            <p:nvPr/>
          </p:nvSpPr>
          <p:spPr>
            <a:xfrm>
              <a:off x="7048500" y="3543300"/>
              <a:ext cx="17526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Validates ownership of curated layers.</a:t>
              </a:r>
              <a:endParaRPr lang="en-US" sz="1200" spc="0" kern="0" b="0" i="0" dirty="0">
                <a:solidFill>
                  <a:srgbClr val="FFFFFF"/>
                </a:solidFill>
                <a:latin typeface="IBM Plex Sans"/>
                <a:ea typeface="IBM Plex Sans"/>
                <a:cs typeface="IBM Plex Sans"/>
              </a:endParaRPr>
            </a:p>
          </p:txBody>
        </p:sp>
      </p:grpSp>
      <p:grpSp>
        <p:nvGrpSpPr>
          <p:cNvPr id="107" name="node33"/>
          <p:cNvGrpSpPr/>
          <p:nvPr/>
        </p:nvGrpSpPr>
        <p:grpSpPr>
          <a:xfrm>
            <a:off x="6896100" y="4343400"/>
            <a:ext cx="2057400" cy="1143000"/>
            <a:chOff x="6896100" y="4343400"/>
            <a:chExt cx="2057400" cy="1143000"/>
          </a:xfrm>
        </p:grpSpPr>
        <p:sp>
          <p:nvSpPr>
            <p:cNvPr id="52" name="node33.page.fill"/>
            <p:cNvSpPr/>
            <p:nvPr/>
          </p:nvSpPr>
          <p:spPr>
            <a:xfrm>
              <a:off x="6896100" y="4343400"/>
              <a:ext cx="2057400" cy="1143000"/>
            </a:xfrm>
            <a:prstGeom prst="rect">
              <a:avLst/>
            </a:prstGeom>
            <a:solidFill>
              <a:srgbClr val="FFFFFF"/>
            </a:solidFill>
            <a:ln>
              <a:noFill/>
            </a:ln>
          </p:spPr>
        </p:sp>
        <p:sp>
          <p:nvSpPr>
            <p:cNvPr id="53" name="node33.page.border"/>
            <p:cNvSpPr/>
            <p:nvPr/>
          </p:nvSpPr>
          <p:spPr>
            <a:xfrm>
              <a:off x="6896100" y="4343400"/>
              <a:ext cx="2057400" cy="1143000"/>
            </a:xfrm>
            <a:prstGeom prst="rect">
              <a:avLst/>
            </a:prstGeom>
            <a:ln w="9525">
              <a:solidFill>
                <a:srgbClr val="CED7E6"/>
              </a:solidFill>
              <a:prstDash val="solid"/>
            </a:ln>
          </p:spPr>
        </p:sp>
        <p:sp>
          <p:nvSpPr>
            <p:cNvPr id="54" name="node33.head"/>
            <p:cNvSpPr/>
            <p:nvPr/>
          </p:nvSpPr>
          <p:spPr>
            <a:xfrm>
              <a:off x="7040118" y="4487418"/>
              <a:ext cx="973150" cy="80010"/>
            </a:xfrm>
            <a:prstGeom prst="rect">
              <a:avLst/>
            </a:prstGeom>
            <a:solidFill>
              <a:srgbClr val="070154"/>
            </a:solidFill>
            <a:ln>
              <a:noFill/>
            </a:ln>
          </p:spPr>
        </p:sp>
        <p:sp>
          <p:nvSpPr>
            <p:cNvPr id="55" name="node33.box-1-1"/>
            <p:cNvSpPr/>
            <p:nvPr/>
          </p:nvSpPr>
          <p:spPr>
            <a:xfrm>
              <a:off x="7040118" y="4827270"/>
              <a:ext cx="555921" cy="137160"/>
            </a:xfrm>
            <a:prstGeom prst="rect">
              <a:avLst/>
            </a:prstGeom>
            <a:solidFill>
              <a:srgbClr val="CED7E6"/>
            </a:solidFill>
            <a:ln>
              <a:noFill/>
            </a:ln>
          </p:spPr>
        </p:sp>
        <p:sp>
          <p:nvSpPr>
            <p:cNvPr id="56" name="node33.box-1-2"/>
            <p:cNvSpPr/>
            <p:nvPr/>
          </p:nvSpPr>
          <p:spPr>
            <a:xfrm>
              <a:off x="7040118" y="5002530"/>
              <a:ext cx="555921" cy="137160"/>
            </a:xfrm>
            <a:prstGeom prst="rect">
              <a:avLst/>
            </a:prstGeom>
            <a:solidFill>
              <a:srgbClr val="CED7E6"/>
            </a:solidFill>
            <a:ln>
              <a:noFill/>
            </a:ln>
          </p:spPr>
        </p:sp>
        <p:sp>
          <p:nvSpPr>
            <p:cNvPr id="57" name="node33.box-2-1"/>
            <p:cNvSpPr/>
            <p:nvPr/>
          </p:nvSpPr>
          <p:spPr>
            <a:xfrm>
              <a:off x="7646839" y="4739640"/>
              <a:ext cx="555921" cy="137160"/>
            </a:xfrm>
            <a:prstGeom prst="rect">
              <a:avLst/>
            </a:prstGeom>
            <a:solidFill>
              <a:srgbClr val="070154"/>
            </a:solidFill>
            <a:ln>
              <a:noFill/>
            </a:ln>
          </p:spPr>
        </p:sp>
        <p:sp>
          <p:nvSpPr>
            <p:cNvPr id="58" name="node33.box-2-2"/>
            <p:cNvSpPr/>
            <p:nvPr/>
          </p:nvSpPr>
          <p:spPr>
            <a:xfrm>
              <a:off x="7646839" y="4914900"/>
              <a:ext cx="555921" cy="137160"/>
            </a:xfrm>
            <a:prstGeom prst="rect">
              <a:avLst/>
            </a:prstGeom>
            <a:solidFill>
              <a:srgbClr val="070154"/>
            </a:solidFill>
            <a:ln>
              <a:noFill/>
            </a:ln>
          </p:spPr>
        </p:sp>
        <p:sp>
          <p:nvSpPr>
            <p:cNvPr id="59" name="node33.box-2-3"/>
            <p:cNvSpPr/>
            <p:nvPr/>
          </p:nvSpPr>
          <p:spPr>
            <a:xfrm>
              <a:off x="7646839" y="5090160"/>
              <a:ext cx="555921" cy="137160"/>
            </a:xfrm>
            <a:prstGeom prst="rect">
              <a:avLst/>
            </a:prstGeom>
            <a:solidFill>
              <a:srgbClr val="070154"/>
            </a:solidFill>
            <a:ln>
              <a:noFill/>
            </a:ln>
          </p:spPr>
        </p:sp>
        <p:sp>
          <p:nvSpPr>
            <p:cNvPr id="60" name="node33.box-3-1"/>
            <p:cNvSpPr/>
            <p:nvPr/>
          </p:nvSpPr>
          <p:spPr>
            <a:xfrm>
              <a:off x="8253561" y="4827270"/>
              <a:ext cx="555921" cy="137160"/>
            </a:xfrm>
            <a:prstGeom prst="rect">
              <a:avLst/>
            </a:prstGeom>
            <a:solidFill>
              <a:srgbClr val="CED7E6"/>
            </a:solidFill>
            <a:ln>
              <a:noFill/>
            </a:ln>
          </p:spPr>
        </p:sp>
        <p:sp>
          <p:nvSpPr>
            <p:cNvPr id="61" name="node33.box-3-2"/>
            <p:cNvSpPr/>
            <p:nvPr/>
          </p:nvSpPr>
          <p:spPr>
            <a:xfrm>
              <a:off x="8253561" y="5002530"/>
              <a:ext cx="555921" cy="137160"/>
            </a:xfrm>
            <a:prstGeom prst="rect">
              <a:avLst/>
            </a:prstGeom>
            <a:solidFill>
              <a:srgbClr val="CED7E6"/>
            </a:solidFill>
            <a:ln>
              <a:noFill/>
            </a:ln>
          </p:spPr>
        </p:sp>
        <p:sp>
          <p:nvSpPr>
            <p:cNvPr id="62" name="node33.caption"/>
            <p:cNvSpPr/>
            <p:nvPr/>
          </p:nvSpPr>
          <p:spPr>
            <a:xfrm>
              <a:off x="6896100" y="5562600"/>
              <a:ext cx="2057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Lakehouse B architecture</a:t>
              </a:r>
              <a:endParaRPr lang="en-US" sz="1200" spc="0" kern="0" b="0" i="0" dirty="0">
                <a:solidFill>
                  <a:srgbClr val="50658E"/>
                </a:solidFill>
                <a:latin typeface="IBM Plex Sans"/>
                <a:ea typeface="IBM Plex Sans"/>
                <a:cs typeface="IBM Plex Sans"/>
              </a:endParaRPr>
            </a:p>
          </p:txBody>
        </p:sp>
      </p:grpSp>
      <p:grpSp>
        <p:nvGrpSpPr>
          <p:cNvPr id="108" name="node34"/>
          <p:cNvGrpSpPr/>
          <p:nvPr/>
        </p:nvGrpSpPr>
        <p:grpSpPr>
          <a:xfrm>
            <a:off x="9410700" y="1600200"/>
            <a:ext cx="2057400" cy="152400"/>
            <a:chOff x="9410700" y="1600200"/>
            <a:chExt cx="2057400" cy="152400"/>
          </a:xfrm>
        </p:grpSpPr>
        <p:sp>
          <p:nvSpPr>
            <p:cNvPr id="63" name="node34.text"/>
            <p:cNvSpPr/>
            <p:nvPr/>
          </p:nvSpPr>
          <p:spPr>
            <a:xfrm>
              <a:off x="9410700" y="1600200"/>
              <a:ext cx="20574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END TO END ON PLATFORM</a:t>
              </a:r>
              <a:endParaRPr lang="en-US" sz="900" spc="54" kern="0" b="0" i="0" dirty="0">
                <a:solidFill>
                  <a:srgbClr val="0047FF"/>
                </a:solidFill>
                <a:latin typeface="IBM Plex Mono Medium"/>
                <a:ea typeface="IBM Plex Mono Medium"/>
                <a:cs typeface="IBM Plex Mono Medium"/>
              </a:endParaRPr>
            </a:p>
          </p:txBody>
        </p:sp>
      </p:grpSp>
      <p:grpSp>
        <p:nvGrpSpPr>
          <p:cNvPr id="109" name="node35"/>
          <p:cNvGrpSpPr/>
          <p:nvPr/>
        </p:nvGrpSpPr>
        <p:grpSpPr>
          <a:xfrm>
            <a:off x="9410700" y="1828800"/>
            <a:ext cx="2057400" cy="1600200"/>
            <a:chOff x="9410700" y="1828800"/>
            <a:chExt cx="2057400" cy="1600200"/>
          </a:xfrm>
        </p:grpSpPr>
        <p:sp>
          <p:nvSpPr>
            <p:cNvPr id="64" name="node35.container"/>
            <p:cNvSpPr/>
            <p:nvPr/>
          </p:nvSpPr>
          <p:spPr>
            <a:xfrm>
              <a:off x="9410700" y="1828800"/>
              <a:ext cx="2057400" cy="1600200"/>
            </a:xfrm>
            <a:prstGeom prst="rect">
              <a:avLst/>
            </a:prstGeom>
            <a:solidFill>
              <a:srgbClr val="E8EEF8"/>
            </a:solidFill>
            <a:ln>
              <a:noFill/>
            </a:ln>
          </p:spPr>
        </p:sp>
        <p:sp>
          <p:nvSpPr>
            <p:cNvPr id="65" name="node35.title"/>
            <p:cNvSpPr/>
            <p:nvPr/>
          </p:nvSpPr>
          <p:spPr>
            <a:xfrm>
              <a:off x="9563100" y="1981200"/>
              <a:ext cx="17526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Engineering</a:t>
              </a:r>
              <a:endParaRPr lang="en-US" sz="1800" spc="-18" kern="0" b="0" i="0" dirty="0">
                <a:solidFill>
                  <a:srgbClr val="070154"/>
                </a:solidFill>
                <a:latin typeface="IBM Plex Sans SemiBold"/>
                <a:ea typeface="IBM Plex Sans SemiBold"/>
                <a:cs typeface="IBM Plex Sans SemiBold"/>
              </a:endParaRPr>
            </a:p>
          </p:txBody>
        </p:sp>
        <p:sp>
          <p:nvSpPr>
            <p:cNvPr id="66" name="node35.body.item-001.paragraph"/>
            <p:cNvSpPr/>
            <p:nvPr/>
          </p:nvSpPr>
          <p:spPr>
            <a:xfrm>
              <a:off x="9563100" y="2400300"/>
              <a:ext cx="1752600" cy="685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Net-new ingestion, curation and BI for one use case.</a:t>
              </a:r>
              <a:endParaRPr lang="en-US" sz="1200" spc="0" kern="0" b="0" i="0" dirty="0">
                <a:solidFill>
                  <a:srgbClr val="50658E"/>
                </a:solidFill>
                <a:latin typeface="IBM Plex Sans"/>
                <a:ea typeface="IBM Plex Sans"/>
                <a:cs typeface="IBM Plex Sans"/>
              </a:endParaRPr>
            </a:p>
          </p:txBody>
        </p:sp>
      </p:grpSp>
      <p:grpSp>
        <p:nvGrpSpPr>
          <p:cNvPr id="110" name="node36"/>
          <p:cNvGrpSpPr/>
          <p:nvPr/>
        </p:nvGrpSpPr>
        <p:grpSpPr>
          <a:xfrm>
            <a:off x="9410700" y="3429000"/>
            <a:ext cx="2057400" cy="685800"/>
            <a:chOff x="9410700" y="3429000"/>
            <a:chExt cx="2057400" cy="685800"/>
          </a:xfrm>
        </p:grpSpPr>
        <p:sp>
          <p:nvSpPr>
            <p:cNvPr id="67" name="node36.surface"/>
            <p:cNvSpPr/>
            <p:nvPr/>
          </p:nvSpPr>
          <p:spPr>
            <a:xfrm>
              <a:off x="9410700" y="3429000"/>
              <a:ext cx="2057400" cy="685800"/>
            </a:xfrm>
            <a:prstGeom prst="rect">
              <a:avLst/>
            </a:prstGeom>
            <a:solidFill>
              <a:srgbClr val="070154"/>
            </a:solidFill>
            <a:ln>
              <a:noFill/>
            </a:ln>
          </p:spPr>
        </p:sp>
        <p:sp>
          <p:nvSpPr>
            <p:cNvPr id="68" name="node36.text"/>
            <p:cNvSpPr/>
            <p:nvPr/>
          </p:nvSpPr>
          <p:spPr>
            <a:xfrm>
              <a:off x="9563100" y="3543300"/>
              <a:ext cx="17526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Validates engineering standards.</a:t>
              </a:r>
              <a:endParaRPr lang="en-US" sz="1200" spc="0" kern="0" b="0" i="0" dirty="0">
                <a:solidFill>
                  <a:srgbClr val="FFFFFF"/>
                </a:solidFill>
                <a:latin typeface="IBM Plex Sans"/>
                <a:ea typeface="IBM Plex Sans"/>
                <a:cs typeface="IBM Plex Sans"/>
              </a:endParaRPr>
            </a:p>
          </p:txBody>
        </p:sp>
      </p:grpSp>
      <p:grpSp>
        <p:nvGrpSpPr>
          <p:cNvPr id="111" name="node37"/>
          <p:cNvGrpSpPr/>
          <p:nvPr/>
        </p:nvGrpSpPr>
        <p:grpSpPr>
          <a:xfrm>
            <a:off x="9410700" y="4343400"/>
            <a:ext cx="2057400" cy="1143000"/>
            <a:chOff x="9410700" y="4343400"/>
            <a:chExt cx="2057400" cy="1143000"/>
          </a:xfrm>
        </p:grpSpPr>
        <p:sp>
          <p:nvSpPr>
            <p:cNvPr id="69" name="node37.page.fill"/>
            <p:cNvSpPr/>
            <p:nvPr/>
          </p:nvSpPr>
          <p:spPr>
            <a:xfrm>
              <a:off x="9410700" y="4343400"/>
              <a:ext cx="2057400" cy="1143000"/>
            </a:xfrm>
            <a:prstGeom prst="rect">
              <a:avLst/>
            </a:prstGeom>
            <a:solidFill>
              <a:srgbClr val="FFFFFF"/>
            </a:solidFill>
            <a:ln>
              <a:noFill/>
            </a:ln>
          </p:spPr>
        </p:sp>
        <p:sp>
          <p:nvSpPr>
            <p:cNvPr id="70" name="node37.page.border"/>
            <p:cNvSpPr/>
            <p:nvPr/>
          </p:nvSpPr>
          <p:spPr>
            <a:xfrm>
              <a:off x="9410700" y="4343400"/>
              <a:ext cx="2057400" cy="1143000"/>
            </a:xfrm>
            <a:prstGeom prst="rect">
              <a:avLst/>
            </a:prstGeom>
            <a:ln w="9525">
              <a:solidFill>
                <a:srgbClr val="CED7E6"/>
              </a:solidFill>
              <a:prstDash val="solid"/>
            </a:ln>
          </p:spPr>
        </p:sp>
        <p:sp>
          <p:nvSpPr>
            <p:cNvPr id="71" name="node37.head"/>
            <p:cNvSpPr/>
            <p:nvPr/>
          </p:nvSpPr>
          <p:spPr>
            <a:xfrm>
              <a:off x="9554718" y="4487418"/>
              <a:ext cx="973150" cy="80010"/>
            </a:xfrm>
            <a:prstGeom prst="rect">
              <a:avLst/>
            </a:prstGeom>
            <a:solidFill>
              <a:srgbClr val="070154"/>
            </a:solidFill>
            <a:ln>
              <a:noFill/>
            </a:ln>
          </p:spPr>
        </p:sp>
        <p:sp>
          <p:nvSpPr>
            <p:cNvPr id="72" name="node37.box-1-1"/>
            <p:cNvSpPr/>
            <p:nvPr/>
          </p:nvSpPr>
          <p:spPr>
            <a:xfrm>
              <a:off x="9554718" y="4827270"/>
              <a:ext cx="555921" cy="137160"/>
            </a:xfrm>
            <a:prstGeom prst="rect">
              <a:avLst/>
            </a:prstGeom>
            <a:solidFill>
              <a:srgbClr val="CED7E6"/>
            </a:solidFill>
            <a:ln>
              <a:noFill/>
            </a:ln>
          </p:spPr>
        </p:sp>
        <p:sp>
          <p:nvSpPr>
            <p:cNvPr id="73" name="node37.box-1-2"/>
            <p:cNvSpPr/>
            <p:nvPr/>
          </p:nvSpPr>
          <p:spPr>
            <a:xfrm>
              <a:off x="9554718" y="5002530"/>
              <a:ext cx="555921" cy="137160"/>
            </a:xfrm>
            <a:prstGeom prst="rect">
              <a:avLst/>
            </a:prstGeom>
            <a:solidFill>
              <a:srgbClr val="CED7E6"/>
            </a:solidFill>
            <a:ln>
              <a:noFill/>
            </a:ln>
          </p:spPr>
        </p:sp>
        <p:sp>
          <p:nvSpPr>
            <p:cNvPr id="74" name="node37.box-2-1"/>
            <p:cNvSpPr/>
            <p:nvPr/>
          </p:nvSpPr>
          <p:spPr>
            <a:xfrm>
              <a:off x="10161439" y="4739640"/>
              <a:ext cx="555921" cy="137160"/>
            </a:xfrm>
            <a:prstGeom prst="rect">
              <a:avLst/>
            </a:prstGeom>
            <a:solidFill>
              <a:srgbClr val="070154"/>
            </a:solidFill>
            <a:ln>
              <a:noFill/>
            </a:ln>
          </p:spPr>
        </p:sp>
        <p:sp>
          <p:nvSpPr>
            <p:cNvPr id="75" name="node37.box-2-2"/>
            <p:cNvSpPr/>
            <p:nvPr/>
          </p:nvSpPr>
          <p:spPr>
            <a:xfrm>
              <a:off x="10161439" y="4914900"/>
              <a:ext cx="555921" cy="137160"/>
            </a:xfrm>
            <a:prstGeom prst="rect">
              <a:avLst/>
            </a:prstGeom>
            <a:solidFill>
              <a:srgbClr val="070154"/>
            </a:solidFill>
            <a:ln>
              <a:noFill/>
            </a:ln>
          </p:spPr>
        </p:sp>
        <p:sp>
          <p:nvSpPr>
            <p:cNvPr id="76" name="node37.box-2-3"/>
            <p:cNvSpPr/>
            <p:nvPr/>
          </p:nvSpPr>
          <p:spPr>
            <a:xfrm>
              <a:off x="10161439" y="5090160"/>
              <a:ext cx="555921" cy="137160"/>
            </a:xfrm>
            <a:prstGeom prst="rect">
              <a:avLst/>
            </a:prstGeom>
            <a:solidFill>
              <a:srgbClr val="070154"/>
            </a:solidFill>
            <a:ln>
              <a:noFill/>
            </a:ln>
          </p:spPr>
        </p:sp>
        <p:sp>
          <p:nvSpPr>
            <p:cNvPr id="77" name="node37.box-3-1"/>
            <p:cNvSpPr/>
            <p:nvPr/>
          </p:nvSpPr>
          <p:spPr>
            <a:xfrm>
              <a:off x="10768161" y="4827270"/>
              <a:ext cx="555921" cy="137160"/>
            </a:xfrm>
            <a:prstGeom prst="rect">
              <a:avLst/>
            </a:prstGeom>
            <a:solidFill>
              <a:srgbClr val="CED7E6"/>
            </a:solidFill>
            <a:ln>
              <a:noFill/>
            </a:ln>
          </p:spPr>
        </p:sp>
        <p:sp>
          <p:nvSpPr>
            <p:cNvPr id="78" name="node37.box-3-2"/>
            <p:cNvSpPr/>
            <p:nvPr/>
          </p:nvSpPr>
          <p:spPr>
            <a:xfrm>
              <a:off x="10768161" y="5002530"/>
              <a:ext cx="555921" cy="137160"/>
            </a:xfrm>
            <a:prstGeom prst="rect">
              <a:avLst/>
            </a:prstGeom>
            <a:solidFill>
              <a:srgbClr val="CED7E6"/>
            </a:solidFill>
            <a:ln>
              <a:noFill/>
            </a:ln>
          </p:spPr>
        </p:sp>
        <p:sp>
          <p:nvSpPr>
            <p:cNvPr id="79" name="node37.caption"/>
            <p:cNvSpPr/>
            <p:nvPr/>
          </p:nvSpPr>
          <p:spPr>
            <a:xfrm>
              <a:off x="9410700" y="5562600"/>
              <a:ext cx="2057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End-to-end architecture</a:t>
              </a:r>
              <a:endParaRPr lang="en-US" sz="1200" spc="0" kern="0" b="0" i="0" dirty="0">
                <a:solidFill>
                  <a:srgbClr val="50658E"/>
                </a:solidFill>
                <a:latin typeface="IBM Plex Sans"/>
                <a:ea typeface="IBM Plex Sans"/>
                <a:cs typeface="IBM Plex Sans"/>
              </a:endParaRPr>
            </a:p>
          </p:txBody>
        </p:sp>
      </p:gr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ource-356">
    <p:spTree>
      <p:nvGrpSpPr>
        <p:cNvPr id="1" name=""/>
        <p:cNvGrpSpPr/>
        <p:nvPr/>
      </p:nvGrpSpPr>
      <p:grpSpPr>
        <a:xfrm>
          <a:off x="0" y="0"/>
          <a:ext cx="0" cy="0"/>
          <a:chOff x="0" y="0"/>
          <a:chExt cx="0" cy="0"/>
        </a:xfrm>
      </p:grpSpPr>
      <p:sp>
        <p:nvSpPr>
          <p:cNvPr id="3"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112</a:t>
            </a:fld>
            <a:endParaRPr lang="en-US" sz="700" spc="0" kern="0" b="0" i="0" dirty="0">
              <a:solidFill>
                <a:srgbClr val="070154"/>
              </a:solidFill>
              <a:latin typeface="IBM Plex Mono SemiBold"/>
              <a:ea typeface="IBM Plex Mono SemiBold"/>
              <a:cs typeface="IBM Plex Mono SemiBold"/>
            </a:endParaRPr>
          </a:p>
        </p:txBody>
      </p:sp>
      <p:grpSp>
        <p:nvGrpSpPr>
          <p:cNvPr id="57" name="node01"/>
          <p:cNvGrpSpPr/>
          <p:nvPr/>
        </p:nvGrpSpPr>
        <p:grpSpPr>
          <a:xfrm>
            <a:off x="723900" y="457200"/>
            <a:ext cx="2514600" cy="152400"/>
            <a:chOff x="723900" y="457200"/>
            <a:chExt cx="2514600" cy="152400"/>
          </a:xfrm>
        </p:grpSpPr>
        <p:sp>
          <p:nvSpPr>
            <p:cNvPr id="4" name="node01.text"/>
            <p:cNvSpPr/>
            <p:nvPr/>
          </p:nvSpPr>
          <p:spPr>
            <a:xfrm>
              <a:off x="723900" y="457200"/>
              <a:ext cx="25146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F900D3"/>
                  </a:solidFill>
                  <a:latin typeface="IBM Plex Mono SemiBold"/>
                  <a:ea typeface="IBM Plex Mono SemiBold"/>
                  <a:cs typeface="IBM Plex Mono SemiBold"/>
                </a:rPr>
                <a:t>OUR APPROACH</a:t>
              </a:r>
              <a:endParaRPr lang="en-US" sz="1000" spc="80" kern="0" b="0" i="0" dirty="0">
                <a:solidFill>
                  <a:srgbClr val="F900D3"/>
                </a:solidFill>
                <a:latin typeface="IBM Plex Mono SemiBold"/>
                <a:ea typeface="IBM Plex Mono SemiBold"/>
                <a:cs typeface="IBM Plex Mono SemiBold"/>
              </a:endParaRPr>
            </a:p>
          </p:txBody>
        </p:sp>
      </p:grpSp>
      <p:grpSp>
        <p:nvGrpSpPr>
          <p:cNvPr id="58" name="node02"/>
          <p:cNvGrpSpPr/>
          <p:nvPr/>
        </p:nvGrpSpPr>
        <p:grpSpPr>
          <a:xfrm>
            <a:off x="723900" y="762000"/>
            <a:ext cx="2514600" cy="304800"/>
            <a:chOff x="723900" y="762000"/>
            <a:chExt cx="2514600" cy="304800"/>
          </a:xfrm>
        </p:grpSpPr>
        <p:sp>
          <p:nvSpPr>
            <p:cNvPr id="5" name="node02.text"/>
            <p:cNvSpPr/>
            <p:nvPr/>
          </p:nvSpPr>
          <p:spPr>
            <a:xfrm>
              <a:off x="723900" y="762000"/>
              <a:ext cx="25146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F900D3"/>
                  </a:solidFill>
                  <a:latin typeface="IBM Plex Sans SemiBold"/>
                  <a:ea typeface="IBM Plex Sans SemiBold"/>
                  <a:cs typeface="IBM Plex Sans SemiBold"/>
                </a:rPr>
                <a:t>Phase 01</a:t>
              </a:r>
              <a:endParaRPr lang="en-US" sz="1800" spc="-18" kern="0" b="0" i="0" dirty="0">
                <a:solidFill>
                  <a:srgbClr val="F900D3"/>
                </a:solidFill>
                <a:latin typeface="IBM Plex Sans SemiBold"/>
                <a:ea typeface="IBM Plex Sans SemiBold"/>
                <a:cs typeface="IBM Plex Sans SemiBold"/>
              </a:endParaRPr>
            </a:p>
          </p:txBody>
        </p:sp>
      </p:grpSp>
      <p:grpSp>
        <p:nvGrpSpPr>
          <p:cNvPr id="59" name="node03"/>
          <p:cNvGrpSpPr/>
          <p:nvPr/>
        </p:nvGrpSpPr>
        <p:grpSpPr>
          <a:xfrm>
            <a:off x="723900" y="1066800"/>
            <a:ext cx="2514600" cy="762000"/>
            <a:chOff x="723900" y="1066800"/>
            <a:chExt cx="2514600" cy="762000"/>
          </a:xfrm>
        </p:grpSpPr>
        <p:sp>
          <p:nvSpPr>
            <p:cNvPr id="6" name="node03.text"/>
            <p:cNvSpPr/>
            <p:nvPr/>
          </p:nvSpPr>
          <p:spPr>
            <a:xfrm>
              <a:off x="723900" y="1066800"/>
              <a:ext cx="2514600" cy="7620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FFFFFF"/>
                  </a:solidFill>
                  <a:latin typeface="IBM Plex Sans SemiBold"/>
                  <a:ea typeface="IBM Plex Sans SemiBold"/>
                  <a:cs typeface="IBM Plex Sans SemiBold"/>
                </a:rPr>
                <a:t>Data Platform Foundation</a:t>
              </a:r>
              <a:endParaRPr lang="en-US" sz="2400" spc="-36" kern="0" b="0" i="0" dirty="0">
                <a:solidFill>
                  <a:srgbClr val="FFFFFF"/>
                </a:solidFill>
                <a:latin typeface="IBM Plex Sans SemiBold"/>
                <a:ea typeface="IBM Plex Sans SemiBold"/>
                <a:cs typeface="IBM Plex Sans SemiBold"/>
              </a:endParaRPr>
            </a:p>
          </p:txBody>
        </p:sp>
      </p:grpSp>
      <p:grpSp>
        <p:nvGrpSpPr>
          <p:cNvPr id="60" name="node04"/>
          <p:cNvGrpSpPr/>
          <p:nvPr/>
        </p:nvGrpSpPr>
        <p:grpSpPr>
          <a:xfrm>
            <a:off x="723900" y="1905000"/>
            <a:ext cx="2514600" cy="228600"/>
            <a:chOff x="723900" y="1905000"/>
            <a:chExt cx="2514600" cy="228600"/>
          </a:xfrm>
        </p:grpSpPr>
        <p:sp>
          <p:nvSpPr>
            <p:cNvPr id="7" name="node04.text"/>
            <p:cNvSpPr/>
            <p:nvPr/>
          </p:nvSpPr>
          <p:spPr>
            <a:xfrm>
              <a:off x="723900" y="1905000"/>
              <a:ext cx="2514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CED7E6"/>
                  </a:solidFill>
                  <a:latin typeface="IBM Plex Sans"/>
                  <a:ea typeface="IBM Plex Sans"/>
                  <a:cs typeface="IBM Plex Sans"/>
                </a:rPr>
                <a:t>Weeks 0–16</a:t>
              </a:r>
              <a:endParaRPr lang="en-US" sz="1200" spc="0" kern="0" b="0" i="0" dirty="0">
                <a:solidFill>
                  <a:srgbClr val="CED7E6"/>
                </a:solidFill>
                <a:latin typeface="IBM Plex Sans"/>
                <a:ea typeface="IBM Plex Sans"/>
                <a:cs typeface="IBM Plex Sans"/>
              </a:endParaRPr>
            </a:p>
          </p:txBody>
        </p:sp>
      </p:grpSp>
      <p:grpSp>
        <p:nvGrpSpPr>
          <p:cNvPr id="61" name="node05"/>
          <p:cNvGrpSpPr/>
          <p:nvPr/>
        </p:nvGrpSpPr>
        <p:grpSpPr>
          <a:xfrm>
            <a:off x="723900" y="2286000"/>
            <a:ext cx="914400" cy="228600"/>
            <a:chOff x="723900" y="2286000"/>
            <a:chExt cx="914400" cy="228600"/>
          </a:xfrm>
        </p:grpSpPr>
        <p:sp>
          <p:nvSpPr>
            <p:cNvPr id="8" name="node05.surface"/>
            <p:cNvSpPr/>
            <p:nvPr/>
          </p:nvSpPr>
          <p:spPr>
            <a:xfrm>
              <a:off x="723900" y="2286000"/>
              <a:ext cx="914400" cy="228600"/>
            </a:xfrm>
            <a:custGeom>
              <a:avLst/>
              <a:gdLst/>
              <a:ahLst/>
              <a:cxnLst/>
              <a:rect l="l" t="t" r="r" b="b"/>
              <a:pathLst>
                <a:path w="914400" h="228600">
                  <a:moveTo>
                    <a:pt x="0" y="0"/>
                  </a:moveTo>
                  <a:lnTo>
                    <a:pt x="838200" y="0"/>
                  </a:lnTo>
                  <a:lnTo>
                    <a:pt x="914400" y="114300"/>
                  </a:lnTo>
                  <a:lnTo>
                    <a:pt x="838200" y="228600"/>
                  </a:lnTo>
                  <a:lnTo>
                    <a:pt x="0" y="228600"/>
                  </a:lnTo>
                  <a:close/>
                </a:path>
              </a:pathLst>
            </a:custGeom>
            <a:solidFill>
              <a:srgbClr val="F900D3"/>
            </a:solidFill>
            <a:ln>
              <a:noFill/>
            </a:ln>
          </p:spPr>
        </p:sp>
      </p:grpSp>
      <p:grpSp>
        <p:nvGrpSpPr>
          <p:cNvPr id="62" name="node06"/>
          <p:cNvGrpSpPr/>
          <p:nvPr/>
        </p:nvGrpSpPr>
        <p:grpSpPr>
          <a:xfrm>
            <a:off x="1638300" y="2286000"/>
            <a:ext cx="914400" cy="228600"/>
            <a:chOff x="1638300" y="2286000"/>
            <a:chExt cx="914400" cy="228600"/>
          </a:xfrm>
        </p:grpSpPr>
        <p:sp>
          <p:nvSpPr>
            <p:cNvPr id="9" name="node06.surface"/>
            <p:cNvSpPr/>
            <p:nvPr/>
          </p:nvSpPr>
          <p:spPr>
            <a:xfrm>
              <a:off x="1638300" y="2286000"/>
              <a:ext cx="914400" cy="228600"/>
            </a:xfrm>
            <a:custGeom>
              <a:avLst/>
              <a:gdLst/>
              <a:ahLst/>
              <a:cxnLst/>
              <a:rect l="l" t="t" r="r" b="b"/>
              <a:pathLst>
                <a:path w="914400" h="228600">
                  <a:moveTo>
                    <a:pt x="0" y="0"/>
                  </a:moveTo>
                  <a:lnTo>
                    <a:pt x="838200" y="0"/>
                  </a:lnTo>
                  <a:lnTo>
                    <a:pt x="914400" y="114300"/>
                  </a:lnTo>
                  <a:lnTo>
                    <a:pt x="838200" y="228600"/>
                  </a:lnTo>
                  <a:lnTo>
                    <a:pt x="0" y="228600"/>
                  </a:lnTo>
                  <a:lnTo>
                    <a:pt x="76200" y="114300"/>
                  </a:lnTo>
                  <a:close/>
                </a:path>
              </a:pathLst>
            </a:custGeom>
            <a:solidFill>
              <a:srgbClr val="CED7E6"/>
            </a:solidFill>
            <a:ln>
              <a:noFill/>
            </a:ln>
          </p:spPr>
        </p:sp>
      </p:grpSp>
      <p:grpSp>
        <p:nvGrpSpPr>
          <p:cNvPr id="63" name="node07"/>
          <p:cNvGrpSpPr/>
          <p:nvPr/>
        </p:nvGrpSpPr>
        <p:grpSpPr>
          <a:xfrm>
            <a:off x="2552700" y="2286000"/>
            <a:ext cx="685800" cy="228600"/>
            <a:chOff x="2552700" y="2286000"/>
            <a:chExt cx="685800" cy="228600"/>
          </a:xfrm>
        </p:grpSpPr>
        <p:sp>
          <p:nvSpPr>
            <p:cNvPr id="10" name="node07.surface"/>
            <p:cNvSpPr/>
            <p:nvPr/>
          </p:nvSpPr>
          <p:spPr>
            <a:xfrm>
              <a:off x="2552700" y="2286000"/>
              <a:ext cx="685800" cy="228600"/>
            </a:xfrm>
            <a:custGeom>
              <a:avLst/>
              <a:gdLst/>
              <a:ahLst/>
              <a:cxnLst/>
              <a:rect l="l" t="t" r="r" b="b"/>
              <a:pathLst>
                <a:path w="685800" h="228600">
                  <a:moveTo>
                    <a:pt x="0" y="0"/>
                  </a:moveTo>
                  <a:lnTo>
                    <a:pt x="609600" y="0"/>
                  </a:lnTo>
                  <a:lnTo>
                    <a:pt x="685800" y="114300"/>
                  </a:lnTo>
                  <a:lnTo>
                    <a:pt x="609600" y="228600"/>
                  </a:lnTo>
                  <a:lnTo>
                    <a:pt x="0" y="228600"/>
                  </a:lnTo>
                  <a:lnTo>
                    <a:pt x="76200" y="114300"/>
                  </a:lnTo>
                  <a:close/>
                </a:path>
              </a:pathLst>
            </a:custGeom>
            <a:solidFill>
              <a:srgbClr val="CED7E6"/>
            </a:solidFill>
            <a:ln>
              <a:noFill/>
            </a:ln>
          </p:spPr>
        </p:sp>
      </p:grpSp>
      <p:grpSp>
        <p:nvGrpSpPr>
          <p:cNvPr id="64" name="node08"/>
          <p:cNvGrpSpPr/>
          <p:nvPr/>
        </p:nvGrpSpPr>
        <p:grpSpPr>
          <a:xfrm>
            <a:off x="723900" y="2743200"/>
            <a:ext cx="2514600" cy="304800"/>
            <a:chOff x="723900" y="2743200"/>
            <a:chExt cx="2514600" cy="304800"/>
          </a:xfrm>
        </p:grpSpPr>
        <p:sp>
          <p:nvSpPr>
            <p:cNvPr id="11" name="node08.text"/>
            <p:cNvSpPr/>
            <p:nvPr/>
          </p:nvSpPr>
          <p:spPr>
            <a:xfrm>
              <a:off x="723900" y="2743200"/>
              <a:ext cx="25146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FFFFFF"/>
                  </a:solidFill>
                  <a:latin typeface="IBM Plex Sans SemiBold"/>
                  <a:ea typeface="IBM Plex Sans SemiBold"/>
                  <a:cs typeface="IBM Plex Sans SemiBold"/>
                </a:rPr>
                <a:t>Objective</a:t>
              </a:r>
              <a:endParaRPr lang="en-US" sz="1800" spc="-18" kern="0" b="0" i="0" dirty="0">
                <a:solidFill>
                  <a:srgbClr val="FFFFFF"/>
                </a:solidFill>
                <a:latin typeface="IBM Plex Sans SemiBold"/>
                <a:ea typeface="IBM Plex Sans SemiBold"/>
                <a:cs typeface="IBM Plex Sans SemiBold"/>
              </a:endParaRPr>
            </a:p>
          </p:txBody>
        </p:sp>
      </p:grpSp>
      <p:grpSp>
        <p:nvGrpSpPr>
          <p:cNvPr id="65" name="node09"/>
          <p:cNvGrpSpPr/>
          <p:nvPr/>
        </p:nvGrpSpPr>
        <p:grpSpPr>
          <a:xfrm>
            <a:off x="723900" y="3086100"/>
            <a:ext cx="2514600" cy="1143000"/>
            <a:chOff x="723900" y="3086100"/>
            <a:chExt cx="2514600" cy="1143000"/>
          </a:xfrm>
        </p:grpSpPr>
        <p:sp>
          <p:nvSpPr>
            <p:cNvPr id="12" name="node09.text"/>
            <p:cNvSpPr/>
            <p:nvPr/>
          </p:nvSpPr>
          <p:spPr>
            <a:xfrm>
              <a:off x="723900" y="3086100"/>
              <a:ext cx="2514600" cy="11430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Stand up and validate the enterprise data platform: target architecture, security, governance and onboarding patterns for the first finance workloads.</a:t>
              </a:r>
              <a:endParaRPr lang="en-US" sz="1200" spc="0" kern="0" b="0" i="0" dirty="0">
                <a:solidFill>
                  <a:srgbClr val="FFFFFF"/>
                </a:solidFill>
                <a:latin typeface="IBM Plex Sans"/>
                <a:ea typeface="IBM Plex Sans"/>
                <a:cs typeface="IBM Plex Sans"/>
              </a:endParaRPr>
            </a:p>
          </p:txBody>
        </p:sp>
      </p:grpSp>
      <p:grpSp>
        <p:nvGrpSpPr>
          <p:cNvPr id="66" name="node10"/>
          <p:cNvGrpSpPr/>
          <p:nvPr/>
        </p:nvGrpSpPr>
        <p:grpSpPr>
          <a:xfrm>
            <a:off x="723900" y="4572000"/>
            <a:ext cx="2514600" cy="304800"/>
            <a:chOff x="723900" y="4572000"/>
            <a:chExt cx="2514600" cy="304800"/>
          </a:xfrm>
        </p:grpSpPr>
        <p:sp>
          <p:nvSpPr>
            <p:cNvPr id="13" name="node10.text"/>
            <p:cNvSpPr/>
            <p:nvPr/>
          </p:nvSpPr>
          <p:spPr>
            <a:xfrm>
              <a:off x="723900" y="4572000"/>
              <a:ext cx="25146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FFFFFF"/>
                  </a:solidFill>
                  <a:latin typeface="IBM Plex Sans SemiBold"/>
                  <a:ea typeface="IBM Plex Sans SemiBold"/>
                  <a:cs typeface="IBM Plex Sans SemiBold"/>
                </a:rPr>
                <a:t>Phase 01 exit</a:t>
              </a:r>
              <a:endParaRPr lang="en-US" sz="1800" spc="-18" kern="0" b="0" i="0" dirty="0">
                <a:solidFill>
                  <a:srgbClr val="FFFFFF"/>
                </a:solidFill>
                <a:latin typeface="IBM Plex Sans SemiBold"/>
                <a:ea typeface="IBM Plex Sans SemiBold"/>
                <a:cs typeface="IBM Plex Sans SemiBold"/>
              </a:endParaRPr>
            </a:p>
          </p:txBody>
        </p:sp>
      </p:grpSp>
      <p:grpSp>
        <p:nvGrpSpPr>
          <p:cNvPr id="67" name="node11"/>
          <p:cNvGrpSpPr/>
          <p:nvPr/>
        </p:nvGrpSpPr>
        <p:grpSpPr>
          <a:xfrm>
            <a:off x="723900" y="4914900"/>
            <a:ext cx="2514600" cy="1028700"/>
            <a:chOff x="723900" y="4914900"/>
            <a:chExt cx="2514600" cy="1028700"/>
          </a:xfrm>
        </p:grpSpPr>
        <p:sp>
          <p:nvSpPr>
            <p:cNvPr id="14" name="node11.source-001.bullet"/>
            <p:cNvSpPr/>
            <p:nvPr/>
          </p:nvSpPr>
          <p:spPr>
            <a:xfrm>
              <a:off x="723900" y="5003800"/>
              <a:ext cx="38100" cy="38100"/>
            </a:xfrm>
            <a:prstGeom prst="rect">
              <a:avLst/>
            </a:prstGeom>
            <a:solidFill>
              <a:srgbClr val="FFFFFF"/>
            </a:solidFill>
            <a:ln>
              <a:noFill/>
            </a:ln>
          </p:spPr>
        </p:sp>
        <p:sp>
          <p:nvSpPr>
            <p:cNvPr id="15" name="node11.source-001.text"/>
            <p:cNvSpPr/>
            <p:nvPr/>
          </p:nvSpPr>
          <p:spPr>
            <a:xfrm>
              <a:off x="876300" y="49149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Architecture patterns approved</a:t>
              </a:r>
              <a:endParaRPr lang="en-US" sz="1200" spc="0" kern="0" b="0" i="0" dirty="0">
                <a:solidFill>
                  <a:srgbClr val="FFFFFF"/>
                </a:solidFill>
                <a:latin typeface="IBM Plex Sans"/>
                <a:ea typeface="IBM Plex Sans"/>
                <a:cs typeface="IBM Plex Sans"/>
              </a:endParaRPr>
            </a:p>
          </p:txBody>
        </p:sp>
        <p:sp>
          <p:nvSpPr>
            <p:cNvPr id="16" name="node11.source-002.bullet"/>
            <p:cNvSpPr/>
            <p:nvPr/>
          </p:nvSpPr>
          <p:spPr>
            <a:xfrm>
              <a:off x="723900" y="5270500"/>
              <a:ext cx="38100" cy="38100"/>
            </a:xfrm>
            <a:prstGeom prst="rect">
              <a:avLst/>
            </a:prstGeom>
            <a:solidFill>
              <a:srgbClr val="FFFFFF"/>
            </a:solidFill>
            <a:ln>
              <a:noFill/>
            </a:ln>
          </p:spPr>
        </p:sp>
        <p:sp>
          <p:nvSpPr>
            <p:cNvPr id="17" name="node11.source-002.text"/>
            <p:cNvSpPr/>
            <p:nvPr/>
          </p:nvSpPr>
          <p:spPr>
            <a:xfrm>
              <a:off x="876300" y="51816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Foundation environments live</a:t>
              </a:r>
              <a:endParaRPr lang="en-US" sz="1200" spc="0" kern="0" b="0" i="0" dirty="0">
                <a:solidFill>
                  <a:srgbClr val="FFFFFF"/>
                </a:solidFill>
                <a:latin typeface="IBM Plex Sans"/>
                <a:ea typeface="IBM Plex Sans"/>
                <a:cs typeface="IBM Plex Sans"/>
              </a:endParaRPr>
            </a:p>
          </p:txBody>
        </p:sp>
        <p:sp>
          <p:nvSpPr>
            <p:cNvPr id="18" name="node11.source-003.bullet"/>
            <p:cNvSpPr/>
            <p:nvPr/>
          </p:nvSpPr>
          <p:spPr>
            <a:xfrm>
              <a:off x="723900" y="5537200"/>
              <a:ext cx="38100" cy="38100"/>
            </a:xfrm>
            <a:prstGeom prst="rect">
              <a:avLst/>
            </a:prstGeom>
            <a:solidFill>
              <a:srgbClr val="FFFFFF"/>
            </a:solidFill>
            <a:ln>
              <a:noFill/>
            </a:ln>
          </p:spPr>
        </p:sp>
        <p:sp>
          <p:nvSpPr>
            <p:cNvPr id="19" name="node11.source-003.text"/>
            <p:cNvSpPr/>
            <p:nvPr/>
          </p:nvSpPr>
          <p:spPr>
            <a:xfrm>
              <a:off x="876300" y="54483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Integrations demonstrated</a:t>
              </a:r>
              <a:endParaRPr lang="en-US" sz="1200" spc="0" kern="0" b="0" i="0" dirty="0">
                <a:solidFill>
                  <a:srgbClr val="FFFFFF"/>
                </a:solidFill>
                <a:latin typeface="IBM Plex Sans"/>
                <a:ea typeface="IBM Plex Sans"/>
                <a:cs typeface="IBM Plex Sans"/>
              </a:endParaRPr>
            </a:p>
          </p:txBody>
        </p:sp>
        <p:sp>
          <p:nvSpPr>
            <p:cNvPr id="20" name="node11.source-004.bullet"/>
            <p:cNvSpPr/>
            <p:nvPr/>
          </p:nvSpPr>
          <p:spPr>
            <a:xfrm>
              <a:off x="723900" y="5803900"/>
              <a:ext cx="38100" cy="38100"/>
            </a:xfrm>
            <a:prstGeom prst="rect">
              <a:avLst/>
            </a:prstGeom>
            <a:solidFill>
              <a:srgbClr val="FFFFFF"/>
            </a:solidFill>
            <a:ln>
              <a:noFill/>
            </a:ln>
          </p:spPr>
        </p:sp>
        <p:sp>
          <p:nvSpPr>
            <p:cNvPr id="21" name="node11.source-004.text"/>
            <p:cNvSpPr/>
            <p:nvPr/>
          </p:nvSpPr>
          <p:spPr>
            <a:xfrm>
              <a:off x="876300" y="57150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Three pilot workloads chosen</a:t>
              </a:r>
              <a:endParaRPr lang="en-US" sz="1200" spc="0" kern="0" b="0" i="0" dirty="0">
                <a:solidFill>
                  <a:srgbClr val="FFFFFF"/>
                </a:solidFill>
                <a:latin typeface="IBM Plex Sans"/>
                <a:ea typeface="IBM Plex Sans"/>
                <a:cs typeface="IBM Plex Sans"/>
              </a:endParaRPr>
            </a:p>
          </p:txBody>
        </p:sp>
      </p:grpSp>
      <p:grpSp>
        <p:nvGrpSpPr>
          <p:cNvPr id="68" name="node12"/>
          <p:cNvGrpSpPr/>
          <p:nvPr/>
        </p:nvGrpSpPr>
        <p:grpSpPr>
          <a:xfrm>
            <a:off x="4381500" y="685800"/>
            <a:ext cx="4800600" cy="5232400"/>
            <a:chOff x="4381500" y="685800"/>
            <a:chExt cx="4800600" cy="5232400"/>
          </a:xfrm>
        </p:grpSpPr>
        <p:graphicFrame>
          <p:nvGraphicFramePr>
            <p:cNvPr id="22" name="node12.native"/>
            <p:cNvGraphicFramePr>
              <a:graphicFrameLocks noGrp="1"/>
            </p:cNvGraphicFramePr>
            <p:nvPr>
              <p:extLst>
                <p:ext uri="{D42A27DB-BD31-4B8C-83A1-F6EECF244321}">
                  <p14:modId xmlns:p14="http://schemas.microsoft.com/office/powerpoint/2010/main" val="1579011935"/>
                </p:ext>
              </p:extLst>
            </p:nvPr>
          </p:nvGraphicFramePr>
          <p:xfrm>
            <a:off x="4381500" y="685800"/>
            <a:ext cx="4800600" cy="5232400"/>
          </p:xfrm>
          <a:graphic>
            <a:graphicData uri="http://schemas.openxmlformats.org/drawingml/2006/table">
              <a:tbl>
                <a:tblPr/>
                <a:tblGrid>
                  <a:gridCol w="990600"/>
                  <a:gridCol w="2209800"/>
                  <a:gridCol w="1600200"/>
                </a:tblGrid>
                <a:tr h="355600">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STREAM</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ACTIVITIES</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WORK PRODUCTS</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r>
                <a:tr h="12192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Design</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152400" indent="-152400">
                          <a:lnSpc>
                            <a:spcPts val="1800"/>
                          </a:lnSpc>
                          <a:spcBef>
                            <a:spcPts val="0"/>
                          </a:spcBef>
                          <a:spcAft>
                            <a:spcPts val="30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Define target architecture and capacity</a:t>
                        </a:r>
                        <a:endParaRPr lang="en-US" sz="1200" spc="0" kern="0" b="0" i="0" dirty="0">
                          <a:solidFill>
                            <a:srgbClr val="070154"/>
                          </a:solidFill>
                          <a:latin typeface="IBM Plex Sans"/>
                          <a:ea typeface="IBM Plex Sans"/>
                          <a:cs typeface="IBM Plex Sans"/>
                        </a:endParaRPr>
                      </a:p>
                      <a:p>
                        <a:pPr algn="l" marL="152400" indent="-152400">
                          <a:lnSpc>
                            <a:spcPts val="1800"/>
                          </a:lnSpc>
                          <a:spcBef>
                            <a:spcPts val="0"/>
                          </a:spcBef>
                          <a:spcAft>
                            <a:spcPts val="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Create the placement framework</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152400" indent="-152400">
                          <a:lnSpc>
                            <a:spcPts val="1800"/>
                          </a:lnSpc>
                          <a:spcBef>
                            <a:spcPts val="0"/>
                          </a:spcBef>
                          <a:spcAft>
                            <a:spcPts val="30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Reference architecture</a:t>
                        </a:r>
                        <a:endParaRPr lang="en-US" sz="1200" spc="0" kern="0" b="0" i="0" dirty="0">
                          <a:solidFill>
                            <a:srgbClr val="070154"/>
                          </a:solidFill>
                          <a:latin typeface="IBM Plex Sans"/>
                          <a:ea typeface="IBM Plex Sans"/>
                          <a:cs typeface="IBM Plex Sans"/>
                        </a:endParaRPr>
                      </a:p>
                      <a:p>
                        <a:pPr algn="l" marL="152400" indent="-152400">
                          <a:lnSpc>
                            <a:spcPts val="1800"/>
                          </a:lnSpc>
                          <a:spcBef>
                            <a:spcPts val="0"/>
                          </a:spcBef>
                          <a:spcAft>
                            <a:spcPts val="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Placement framework</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12192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Build</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152400" indent="-152400">
                          <a:lnSpc>
                            <a:spcPts val="1800"/>
                          </a:lnSpc>
                          <a:spcBef>
                            <a:spcPts val="0"/>
                          </a:spcBef>
                          <a:spcAft>
                            <a:spcPts val="30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Configure environments and pipelines</a:t>
                        </a:r>
                        <a:endParaRPr lang="en-US" sz="1200" spc="0" kern="0" b="0" i="0" dirty="0">
                          <a:solidFill>
                            <a:srgbClr val="070154"/>
                          </a:solidFill>
                          <a:latin typeface="IBM Plex Sans"/>
                          <a:ea typeface="IBM Plex Sans"/>
                          <a:cs typeface="IBM Plex Sans"/>
                        </a:endParaRPr>
                      </a:p>
                      <a:p>
                        <a:pPr algn="l" marL="152400" indent="-152400">
                          <a:lnSpc>
                            <a:spcPts val="1800"/>
                          </a:lnSpc>
                          <a:spcBef>
                            <a:spcPts val="0"/>
                          </a:spcBef>
                          <a:spcAft>
                            <a:spcPts val="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Set up health and cost telemetry</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152400" indent="-152400">
                          <a:lnSpc>
                            <a:spcPts val="1800"/>
                          </a:lnSpc>
                          <a:spcBef>
                            <a:spcPts val="0"/>
                          </a:spcBef>
                          <a:spcAft>
                            <a:spcPts val="30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Configured environments</a:t>
                        </a:r>
                        <a:endParaRPr lang="en-US" sz="1200" spc="0" kern="0" b="0" i="0" dirty="0">
                          <a:solidFill>
                            <a:srgbClr val="070154"/>
                          </a:solidFill>
                          <a:latin typeface="IBM Plex Sans"/>
                          <a:ea typeface="IBM Plex Sans"/>
                          <a:cs typeface="IBM Plex Sans"/>
                        </a:endParaRPr>
                      </a:p>
                      <a:p>
                        <a:pPr algn="l" marL="152400" indent="-152400">
                          <a:lnSpc>
                            <a:spcPts val="1800"/>
                          </a:lnSpc>
                          <a:spcBef>
                            <a:spcPts val="0"/>
                          </a:spcBef>
                          <a:spcAft>
                            <a:spcPts val="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Telemetry baseline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12192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Govern</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152400" indent="-152400">
                          <a:lnSpc>
                            <a:spcPts val="1800"/>
                          </a:lnSpc>
                          <a:spcBef>
                            <a:spcPts val="0"/>
                          </a:spcBef>
                          <a:spcAft>
                            <a:spcPts val="30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Define security and catalog patterns</a:t>
                        </a:r>
                        <a:endParaRPr lang="en-US" sz="1200" spc="0" kern="0" b="0" i="0" dirty="0">
                          <a:solidFill>
                            <a:srgbClr val="070154"/>
                          </a:solidFill>
                          <a:latin typeface="IBM Plex Sans"/>
                          <a:ea typeface="IBM Plex Sans"/>
                          <a:cs typeface="IBM Plex Sans"/>
                        </a:endParaRPr>
                      </a:p>
                      <a:p>
                        <a:pPr algn="l" marL="152400" indent="-152400">
                          <a:lnSpc>
                            <a:spcPts val="1800"/>
                          </a:lnSpc>
                          <a:spcBef>
                            <a:spcPts val="0"/>
                          </a:spcBef>
                          <a:spcAft>
                            <a:spcPts val="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Set lineage and classification rules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152400" indent="-152400">
                          <a:lnSpc>
                            <a:spcPts val="1800"/>
                          </a:lnSpc>
                          <a:spcBef>
                            <a:spcPts val="0"/>
                          </a:spcBef>
                          <a:spcAft>
                            <a:spcPts val="30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Access control framework</a:t>
                        </a:r>
                        <a:endParaRPr lang="en-US" sz="1200" spc="0" kern="0" b="0" i="0" dirty="0">
                          <a:solidFill>
                            <a:srgbClr val="070154"/>
                          </a:solidFill>
                          <a:latin typeface="IBM Plex Sans"/>
                          <a:ea typeface="IBM Plex Sans"/>
                          <a:cs typeface="IBM Plex Sans"/>
                        </a:endParaRPr>
                      </a:p>
                      <a:p>
                        <a:pPr algn="l" marL="152400" indent="-152400">
                          <a:lnSpc>
                            <a:spcPts val="1800"/>
                          </a:lnSpc>
                          <a:spcBef>
                            <a:spcPts val="0"/>
                          </a:spcBef>
                          <a:spcAft>
                            <a:spcPts val="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Lineage standards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12192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Launch</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152400" indent="-152400">
                          <a:lnSpc>
                            <a:spcPts val="1800"/>
                          </a:lnSpc>
                          <a:spcBef>
                            <a:spcPts val="0"/>
                          </a:spcBef>
                          <a:spcAft>
                            <a:spcPts val="30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Define the service catalog and onboarding</a:t>
                        </a:r>
                        <a:endParaRPr lang="en-US" sz="1200" spc="0" kern="0" b="0" i="0" dirty="0">
                          <a:solidFill>
                            <a:srgbClr val="070154"/>
                          </a:solidFill>
                          <a:latin typeface="IBM Plex Sans"/>
                          <a:ea typeface="IBM Plex Sans"/>
                          <a:cs typeface="IBM Plex Sans"/>
                        </a:endParaRPr>
                      </a:p>
                      <a:p>
                        <a:pPr algn="l" marL="152400" indent="-152400">
                          <a:lnSpc>
                            <a:spcPts val="1800"/>
                          </a:lnSpc>
                          <a:spcBef>
                            <a:spcPts val="0"/>
                          </a:spcBef>
                          <a:spcAft>
                            <a:spcPts val="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Set adopter criteria; plan Phase 02</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152400" indent="-152400">
                          <a:lnSpc>
                            <a:spcPts val="1800"/>
                          </a:lnSpc>
                          <a:spcBef>
                            <a:spcPts val="0"/>
                          </a:spcBef>
                          <a:spcAft>
                            <a:spcPts val="30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Service catalog and kit</a:t>
                        </a:r>
                        <a:endParaRPr lang="en-US" sz="1200" spc="0" kern="0" b="0" i="0" dirty="0">
                          <a:solidFill>
                            <a:srgbClr val="070154"/>
                          </a:solidFill>
                          <a:latin typeface="IBM Plex Sans"/>
                          <a:ea typeface="IBM Plex Sans"/>
                          <a:cs typeface="IBM Plex Sans"/>
                        </a:endParaRPr>
                      </a:p>
                      <a:p>
                        <a:pPr algn="l" marL="152400" indent="-152400">
                          <a:lnSpc>
                            <a:spcPts val="1800"/>
                          </a:lnSpc>
                          <a:spcBef>
                            <a:spcPts val="0"/>
                          </a:spcBef>
                          <a:spcAft>
                            <a:spcPts val="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Early-adopter cohort</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bl>
            </a:graphicData>
          </a:graphic>
        </p:graphicFrame>
      </p:grpSp>
      <p:grpSp>
        <p:nvGrpSpPr>
          <p:cNvPr id="69" name="node13"/>
          <p:cNvGrpSpPr/>
          <p:nvPr/>
        </p:nvGrpSpPr>
        <p:grpSpPr>
          <a:xfrm>
            <a:off x="9410700" y="685800"/>
            <a:ext cx="2057400" cy="304800"/>
            <a:chOff x="9410700" y="685800"/>
            <a:chExt cx="2057400" cy="304800"/>
          </a:xfrm>
        </p:grpSpPr>
        <p:sp>
          <p:nvSpPr>
            <p:cNvPr id="23" name="node13.text"/>
            <p:cNvSpPr/>
            <p:nvPr/>
          </p:nvSpPr>
          <p:spPr>
            <a:xfrm>
              <a:off x="9410700" y="685800"/>
              <a:ext cx="20574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047FF"/>
                  </a:solidFill>
                  <a:latin typeface="IBM Plex Sans SemiBold"/>
                  <a:ea typeface="IBM Plex Sans SemiBold"/>
                  <a:cs typeface="IBM Plex Sans SemiBold"/>
                </a:rPr>
                <a:t>Deliverables</a:t>
              </a:r>
              <a:endParaRPr lang="en-US" sz="1800" spc="-18" kern="0" b="0" i="0" dirty="0">
                <a:solidFill>
                  <a:srgbClr val="0047FF"/>
                </a:solidFill>
                <a:latin typeface="IBM Plex Sans SemiBold"/>
                <a:ea typeface="IBM Plex Sans SemiBold"/>
                <a:cs typeface="IBM Plex Sans SemiBold"/>
              </a:endParaRPr>
            </a:p>
          </p:txBody>
        </p:sp>
      </p:grpSp>
      <p:grpSp>
        <p:nvGrpSpPr>
          <p:cNvPr id="70" name="node14"/>
          <p:cNvGrpSpPr/>
          <p:nvPr/>
        </p:nvGrpSpPr>
        <p:grpSpPr>
          <a:xfrm>
            <a:off x="9410700" y="1371600"/>
            <a:ext cx="1600200" cy="914400"/>
            <a:chOff x="9410700" y="1371600"/>
            <a:chExt cx="1600200" cy="914400"/>
          </a:xfrm>
        </p:grpSpPr>
        <p:sp>
          <p:nvSpPr>
            <p:cNvPr id="24" name="node14.page-2.fill"/>
            <p:cNvSpPr/>
            <p:nvPr/>
          </p:nvSpPr>
          <p:spPr>
            <a:xfrm>
              <a:off x="9563100" y="1219200"/>
              <a:ext cx="1600200" cy="914400"/>
            </a:xfrm>
            <a:prstGeom prst="rect">
              <a:avLst/>
            </a:prstGeom>
            <a:solidFill>
              <a:srgbClr val="FFFFFF"/>
            </a:solidFill>
            <a:ln>
              <a:noFill/>
            </a:ln>
          </p:spPr>
        </p:sp>
        <p:sp>
          <p:nvSpPr>
            <p:cNvPr id="25" name="node14.page-2.border"/>
            <p:cNvSpPr/>
            <p:nvPr/>
          </p:nvSpPr>
          <p:spPr>
            <a:xfrm>
              <a:off x="9563100" y="1219200"/>
              <a:ext cx="1600200" cy="914400"/>
            </a:xfrm>
            <a:prstGeom prst="rect">
              <a:avLst/>
            </a:prstGeom>
            <a:ln w="9525">
              <a:solidFill>
                <a:srgbClr val="CED7E6"/>
              </a:solidFill>
              <a:prstDash val="solid"/>
            </a:ln>
          </p:spPr>
        </p:sp>
        <p:sp>
          <p:nvSpPr>
            <p:cNvPr id="26" name="node14.page-1.fill"/>
            <p:cNvSpPr/>
            <p:nvPr/>
          </p:nvSpPr>
          <p:spPr>
            <a:xfrm>
              <a:off x="9486900" y="1295400"/>
              <a:ext cx="1600200" cy="914400"/>
            </a:xfrm>
            <a:prstGeom prst="rect">
              <a:avLst/>
            </a:prstGeom>
            <a:solidFill>
              <a:srgbClr val="FFFFFF"/>
            </a:solidFill>
            <a:ln>
              <a:noFill/>
            </a:ln>
          </p:spPr>
        </p:sp>
        <p:sp>
          <p:nvSpPr>
            <p:cNvPr id="27" name="node14.page-1.border"/>
            <p:cNvSpPr/>
            <p:nvPr/>
          </p:nvSpPr>
          <p:spPr>
            <a:xfrm>
              <a:off x="9486900" y="1295400"/>
              <a:ext cx="1600200" cy="914400"/>
            </a:xfrm>
            <a:prstGeom prst="rect">
              <a:avLst/>
            </a:prstGeom>
            <a:ln w="9525">
              <a:solidFill>
                <a:srgbClr val="CED7E6"/>
              </a:solidFill>
              <a:prstDash val="solid"/>
            </a:ln>
          </p:spPr>
        </p:sp>
        <p:sp>
          <p:nvSpPr>
            <p:cNvPr id="28" name="node14.page.fill"/>
            <p:cNvSpPr/>
            <p:nvPr/>
          </p:nvSpPr>
          <p:spPr>
            <a:xfrm>
              <a:off x="9410700" y="1371600"/>
              <a:ext cx="1600200" cy="914400"/>
            </a:xfrm>
            <a:prstGeom prst="rect">
              <a:avLst/>
            </a:prstGeom>
            <a:solidFill>
              <a:srgbClr val="FFFFFF"/>
            </a:solidFill>
            <a:ln>
              <a:noFill/>
            </a:ln>
          </p:spPr>
        </p:sp>
        <p:sp>
          <p:nvSpPr>
            <p:cNvPr id="29" name="node14.page.border"/>
            <p:cNvSpPr/>
            <p:nvPr/>
          </p:nvSpPr>
          <p:spPr>
            <a:xfrm>
              <a:off x="9410700" y="1371600"/>
              <a:ext cx="1600200" cy="914400"/>
            </a:xfrm>
            <a:prstGeom prst="rect">
              <a:avLst/>
            </a:prstGeom>
            <a:ln w="9525">
              <a:solidFill>
                <a:srgbClr val="CED7E6"/>
              </a:solidFill>
              <a:prstDash val="solid"/>
            </a:ln>
          </p:spPr>
        </p:sp>
        <p:sp>
          <p:nvSpPr>
            <p:cNvPr id="30" name="node14.head"/>
            <p:cNvSpPr/>
            <p:nvPr/>
          </p:nvSpPr>
          <p:spPr>
            <a:xfrm>
              <a:off x="9522714" y="1483614"/>
              <a:ext cx="756895" cy="64008"/>
            </a:xfrm>
            <a:prstGeom prst="rect">
              <a:avLst/>
            </a:prstGeom>
            <a:solidFill>
              <a:srgbClr val="070154"/>
            </a:solidFill>
            <a:ln>
              <a:noFill/>
            </a:ln>
          </p:spPr>
        </p:sp>
        <p:sp>
          <p:nvSpPr>
            <p:cNvPr id="31" name="node14.box-1-1"/>
            <p:cNvSpPr/>
            <p:nvPr/>
          </p:nvSpPr>
          <p:spPr>
            <a:xfrm>
              <a:off x="9522714" y="1754886"/>
              <a:ext cx="424857" cy="109728"/>
            </a:xfrm>
            <a:prstGeom prst="rect">
              <a:avLst/>
            </a:prstGeom>
            <a:solidFill>
              <a:srgbClr val="CED7E6"/>
            </a:solidFill>
            <a:ln>
              <a:noFill/>
            </a:ln>
          </p:spPr>
        </p:sp>
        <p:sp>
          <p:nvSpPr>
            <p:cNvPr id="32" name="node14.box-1-2"/>
            <p:cNvSpPr/>
            <p:nvPr/>
          </p:nvSpPr>
          <p:spPr>
            <a:xfrm>
              <a:off x="9522714" y="1902714"/>
              <a:ext cx="424857" cy="109728"/>
            </a:xfrm>
            <a:prstGeom prst="rect">
              <a:avLst/>
            </a:prstGeom>
            <a:solidFill>
              <a:srgbClr val="CED7E6"/>
            </a:solidFill>
            <a:ln>
              <a:noFill/>
            </a:ln>
          </p:spPr>
        </p:sp>
        <p:sp>
          <p:nvSpPr>
            <p:cNvPr id="33" name="node14.box-2-1"/>
            <p:cNvSpPr/>
            <p:nvPr/>
          </p:nvSpPr>
          <p:spPr>
            <a:xfrm>
              <a:off x="9998371" y="1680972"/>
              <a:ext cx="424857" cy="109728"/>
            </a:xfrm>
            <a:prstGeom prst="rect">
              <a:avLst/>
            </a:prstGeom>
            <a:solidFill>
              <a:srgbClr val="070154"/>
            </a:solidFill>
            <a:ln>
              <a:noFill/>
            </a:ln>
          </p:spPr>
        </p:sp>
        <p:sp>
          <p:nvSpPr>
            <p:cNvPr id="34" name="node14.box-2-2"/>
            <p:cNvSpPr/>
            <p:nvPr/>
          </p:nvSpPr>
          <p:spPr>
            <a:xfrm>
              <a:off x="9998371" y="1828800"/>
              <a:ext cx="424857" cy="109728"/>
            </a:xfrm>
            <a:prstGeom prst="rect">
              <a:avLst/>
            </a:prstGeom>
            <a:solidFill>
              <a:srgbClr val="070154"/>
            </a:solidFill>
            <a:ln>
              <a:noFill/>
            </a:ln>
          </p:spPr>
        </p:sp>
        <p:sp>
          <p:nvSpPr>
            <p:cNvPr id="35" name="node14.box-2-3"/>
            <p:cNvSpPr/>
            <p:nvPr/>
          </p:nvSpPr>
          <p:spPr>
            <a:xfrm>
              <a:off x="9998371" y="1976628"/>
              <a:ext cx="424857" cy="109728"/>
            </a:xfrm>
            <a:prstGeom prst="rect">
              <a:avLst/>
            </a:prstGeom>
            <a:solidFill>
              <a:srgbClr val="070154"/>
            </a:solidFill>
            <a:ln>
              <a:noFill/>
            </a:ln>
          </p:spPr>
        </p:sp>
        <p:sp>
          <p:nvSpPr>
            <p:cNvPr id="36" name="node14.box-3-1"/>
            <p:cNvSpPr/>
            <p:nvPr/>
          </p:nvSpPr>
          <p:spPr>
            <a:xfrm>
              <a:off x="10474029" y="1754886"/>
              <a:ext cx="424857" cy="109728"/>
            </a:xfrm>
            <a:prstGeom prst="rect">
              <a:avLst/>
            </a:prstGeom>
            <a:solidFill>
              <a:srgbClr val="CED7E6"/>
            </a:solidFill>
            <a:ln>
              <a:noFill/>
            </a:ln>
          </p:spPr>
        </p:sp>
        <p:sp>
          <p:nvSpPr>
            <p:cNvPr id="37" name="node14.box-3-2"/>
            <p:cNvSpPr/>
            <p:nvPr/>
          </p:nvSpPr>
          <p:spPr>
            <a:xfrm>
              <a:off x="10474029" y="1902714"/>
              <a:ext cx="424857" cy="109728"/>
            </a:xfrm>
            <a:prstGeom prst="rect">
              <a:avLst/>
            </a:prstGeom>
            <a:solidFill>
              <a:srgbClr val="CED7E6"/>
            </a:solidFill>
            <a:ln>
              <a:noFill/>
            </a:ln>
          </p:spPr>
        </p:sp>
        <p:sp>
          <p:nvSpPr>
            <p:cNvPr id="38" name="node14.caption"/>
            <p:cNvSpPr/>
            <p:nvPr/>
          </p:nvSpPr>
          <p:spPr>
            <a:xfrm>
              <a:off x="9410700" y="2362200"/>
              <a:ext cx="1752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Onboarding framework</a:t>
              </a:r>
              <a:endParaRPr lang="en-US" sz="1200" spc="0" kern="0" b="0" i="0" dirty="0">
                <a:solidFill>
                  <a:srgbClr val="50658E"/>
                </a:solidFill>
                <a:latin typeface="IBM Plex Sans"/>
                <a:ea typeface="IBM Plex Sans"/>
                <a:cs typeface="IBM Plex Sans"/>
              </a:endParaRPr>
            </a:p>
          </p:txBody>
        </p:sp>
      </p:grpSp>
      <p:grpSp>
        <p:nvGrpSpPr>
          <p:cNvPr id="71" name="node15"/>
          <p:cNvGrpSpPr/>
          <p:nvPr/>
        </p:nvGrpSpPr>
        <p:grpSpPr>
          <a:xfrm>
            <a:off x="9410700" y="2971800"/>
            <a:ext cx="1600200" cy="914400"/>
            <a:chOff x="9410700" y="2971800"/>
            <a:chExt cx="1600200" cy="914400"/>
          </a:xfrm>
        </p:grpSpPr>
        <p:sp>
          <p:nvSpPr>
            <p:cNvPr id="39" name="node15.page-2.fill"/>
            <p:cNvSpPr/>
            <p:nvPr/>
          </p:nvSpPr>
          <p:spPr>
            <a:xfrm>
              <a:off x="9563100" y="2819400"/>
              <a:ext cx="1600200" cy="914400"/>
            </a:xfrm>
            <a:prstGeom prst="rect">
              <a:avLst/>
            </a:prstGeom>
            <a:solidFill>
              <a:srgbClr val="FFFFFF"/>
            </a:solidFill>
            <a:ln>
              <a:noFill/>
            </a:ln>
          </p:spPr>
        </p:sp>
        <p:sp>
          <p:nvSpPr>
            <p:cNvPr id="40" name="node15.page-2.border"/>
            <p:cNvSpPr/>
            <p:nvPr/>
          </p:nvSpPr>
          <p:spPr>
            <a:xfrm>
              <a:off x="9563100" y="2819400"/>
              <a:ext cx="1600200" cy="914400"/>
            </a:xfrm>
            <a:prstGeom prst="rect">
              <a:avLst/>
            </a:prstGeom>
            <a:ln w="9525">
              <a:solidFill>
                <a:srgbClr val="CED7E6"/>
              </a:solidFill>
              <a:prstDash val="solid"/>
            </a:ln>
          </p:spPr>
        </p:sp>
        <p:sp>
          <p:nvSpPr>
            <p:cNvPr id="41" name="node15.page-1.fill"/>
            <p:cNvSpPr/>
            <p:nvPr/>
          </p:nvSpPr>
          <p:spPr>
            <a:xfrm>
              <a:off x="9486900" y="2895600"/>
              <a:ext cx="1600200" cy="914400"/>
            </a:xfrm>
            <a:prstGeom prst="rect">
              <a:avLst/>
            </a:prstGeom>
            <a:solidFill>
              <a:srgbClr val="FFFFFF"/>
            </a:solidFill>
            <a:ln>
              <a:noFill/>
            </a:ln>
          </p:spPr>
        </p:sp>
        <p:sp>
          <p:nvSpPr>
            <p:cNvPr id="42" name="node15.page-1.border"/>
            <p:cNvSpPr/>
            <p:nvPr/>
          </p:nvSpPr>
          <p:spPr>
            <a:xfrm>
              <a:off x="9486900" y="2895600"/>
              <a:ext cx="1600200" cy="914400"/>
            </a:xfrm>
            <a:prstGeom prst="rect">
              <a:avLst/>
            </a:prstGeom>
            <a:ln w="9525">
              <a:solidFill>
                <a:srgbClr val="CED7E6"/>
              </a:solidFill>
              <a:prstDash val="solid"/>
            </a:ln>
          </p:spPr>
        </p:sp>
        <p:sp>
          <p:nvSpPr>
            <p:cNvPr id="43" name="node15.page.fill"/>
            <p:cNvSpPr/>
            <p:nvPr/>
          </p:nvSpPr>
          <p:spPr>
            <a:xfrm>
              <a:off x="9410700" y="2971800"/>
              <a:ext cx="1600200" cy="914400"/>
            </a:xfrm>
            <a:prstGeom prst="rect">
              <a:avLst/>
            </a:prstGeom>
            <a:solidFill>
              <a:srgbClr val="FFFFFF"/>
            </a:solidFill>
            <a:ln>
              <a:noFill/>
            </a:ln>
          </p:spPr>
        </p:sp>
        <p:sp>
          <p:nvSpPr>
            <p:cNvPr id="44" name="node15.page.border"/>
            <p:cNvSpPr/>
            <p:nvPr/>
          </p:nvSpPr>
          <p:spPr>
            <a:xfrm>
              <a:off x="9410700" y="2971800"/>
              <a:ext cx="1600200" cy="914400"/>
            </a:xfrm>
            <a:prstGeom prst="rect">
              <a:avLst/>
            </a:prstGeom>
            <a:ln w="9525">
              <a:solidFill>
                <a:srgbClr val="CED7E6"/>
              </a:solidFill>
              <a:prstDash val="solid"/>
            </a:ln>
          </p:spPr>
        </p:sp>
        <p:sp>
          <p:nvSpPr>
            <p:cNvPr id="45" name="node15.head"/>
            <p:cNvSpPr/>
            <p:nvPr/>
          </p:nvSpPr>
          <p:spPr>
            <a:xfrm>
              <a:off x="9522714" y="3083814"/>
              <a:ext cx="756895" cy="64008"/>
            </a:xfrm>
            <a:prstGeom prst="rect">
              <a:avLst/>
            </a:prstGeom>
            <a:solidFill>
              <a:srgbClr val="070154"/>
            </a:solidFill>
            <a:ln>
              <a:noFill/>
            </a:ln>
          </p:spPr>
        </p:sp>
        <p:sp>
          <p:nvSpPr>
            <p:cNvPr id="46" name="node15.line-1"/>
            <p:cNvSpPr/>
            <p:nvPr/>
          </p:nvSpPr>
          <p:spPr>
            <a:xfrm>
              <a:off x="9522714" y="3193542"/>
              <a:ext cx="1238555" cy="36576"/>
            </a:xfrm>
            <a:prstGeom prst="rect">
              <a:avLst/>
            </a:prstGeom>
            <a:solidFill>
              <a:srgbClr val="CED7E6"/>
            </a:solidFill>
            <a:ln>
              <a:noFill/>
            </a:ln>
          </p:spPr>
        </p:sp>
        <p:sp>
          <p:nvSpPr>
            <p:cNvPr id="47" name="node15.line-2"/>
            <p:cNvSpPr/>
            <p:nvPr/>
          </p:nvSpPr>
          <p:spPr>
            <a:xfrm>
              <a:off x="9522714" y="3275838"/>
              <a:ext cx="1032129" cy="36576"/>
            </a:xfrm>
            <a:prstGeom prst="rect">
              <a:avLst/>
            </a:prstGeom>
            <a:solidFill>
              <a:srgbClr val="CED7E6"/>
            </a:solidFill>
            <a:ln>
              <a:noFill/>
            </a:ln>
          </p:spPr>
        </p:sp>
        <p:sp>
          <p:nvSpPr>
            <p:cNvPr id="48" name="node15.line-3"/>
            <p:cNvSpPr/>
            <p:nvPr/>
          </p:nvSpPr>
          <p:spPr>
            <a:xfrm>
              <a:off x="9522714" y="3358134"/>
              <a:ext cx="1169746" cy="36576"/>
            </a:xfrm>
            <a:prstGeom prst="rect">
              <a:avLst/>
            </a:prstGeom>
            <a:solidFill>
              <a:srgbClr val="CED7E6"/>
            </a:solidFill>
            <a:ln>
              <a:noFill/>
            </a:ln>
          </p:spPr>
        </p:sp>
        <p:sp>
          <p:nvSpPr>
            <p:cNvPr id="49" name="node15.line-4"/>
            <p:cNvSpPr/>
            <p:nvPr/>
          </p:nvSpPr>
          <p:spPr>
            <a:xfrm>
              <a:off x="9522714" y="3440430"/>
              <a:ext cx="825703" cy="36576"/>
            </a:xfrm>
            <a:prstGeom prst="rect">
              <a:avLst/>
            </a:prstGeom>
            <a:solidFill>
              <a:srgbClr val="CED7E6"/>
            </a:solidFill>
            <a:ln>
              <a:noFill/>
            </a:ln>
          </p:spPr>
        </p:sp>
        <p:sp>
          <p:nvSpPr>
            <p:cNvPr id="50" name="node15.caption"/>
            <p:cNvSpPr/>
            <p:nvPr/>
          </p:nvSpPr>
          <p:spPr>
            <a:xfrm>
              <a:off x="9410700" y="3962400"/>
              <a:ext cx="1752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Reference design</a:t>
              </a:r>
              <a:endParaRPr lang="en-US" sz="1200" spc="0" kern="0" b="0" i="0" dirty="0">
                <a:solidFill>
                  <a:srgbClr val="50658E"/>
                </a:solidFill>
                <a:latin typeface="IBM Plex Sans"/>
                <a:ea typeface="IBM Plex Sans"/>
                <a:cs typeface="IBM Plex Sans"/>
              </a:endParaRPr>
            </a:p>
          </p:txBody>
        </p:sp>
      </p:grpSp>
      <p:grpSp>
        <p:nvGrpSpPr>
          <p:cNvPr id="72" name="node16"/>
          <p:cNvGrpSpPr/>
          <p:nvPr/>
        </p:nvGrpSpPr>
        <p:grpSpPr>
          <a:xfrm>
            <a:off x="9410700" y="4343400"/>
            <a:ext cx="2057400" cy="1600200"/>
            <a:chOff x="9410700" y="4343400"/>
            <a:chExt cx="2057400" cy="1600200"/>
          </a:xfrm>
        </p:grpSpPr>
        <p:sp>
          <p:nvSpPr>
            <p:cNvPr id="51" name="node16.container"/>
            <p:cNvSpPr/>
            <p:nvPr/>
          </p:nvSpPr>
          <p:spPr>
            <a:xfrm>
              <a:off x="9410700" y="4343400"/>
              <a:ext cx="2057400" cy="1600200"/>
            </a:xfrm>
            <a:prstGeom prst="rect">
              <a:avLst/>
            </a:prstGeom>
            <a:solidFill>
              <a:srgbClr val="E8EEF8"/>
            </a:solidFill>
            <a:ln>
              <a:noFill/>
            </a:ln>
          </p:spPr>
        </p:sp>
        <p:sp>
          <p:nvSpPr>
            <p:cNvPr id="52" name="node16.title"/>
            <p:cNvSpPr/>
            <p:nvPr/>
          </p:nvSpPr>
          <p:spPr>
            <a:xfrm>
              <a:off x="9563100" y="4495800"/>
              <a:ext cx="17526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Assumptions</a:t>
              </a:r>
              <a:endParaRPr lang="en-US" sz="1800" spc="-18" kern="0" b="0" i="0" dirty="0">
                <a:solidFill>
                  <a:srgbClr val="070154"/>
                </a:solidFill>
                <a:latin typeface="IBM Plex Sans SemiBold"/>
                <a:ea typeface="IBM Plex Sans SemiBold"/>
                <a:cs typeface="IBM Plex Sans SemiBold"/>
              </a:endParaRPr>
            </a:p>
          </p:txBody>
        </p:sp>
        <p:sp>
          <p:nvSpPr>
            <p:cNvPr id="53" name="node16.body.item-001.bullets.item-001.marker"/>
            <p:cNvSpPr/>
            <p:nvPr/>
          </p:nvSpPr>
          <p:spPr>
            <a:xfrm>
              <a:off x="9563100" y="5003800"/>
              <a:ext cx="38100" cy="38100"/>
            </a:xfrm>
            <a:prstGeom prst="rect">
              <a:avLst/>
            </a:prstGeom>
            <a:solidFill>
              <a:srgbClr val="070154"/>
            </a:solidFill>
            <a:ln>
              <a:noFill/>
            </a:ln>
          </p:spPr>
        </p:sp>
        <p:sp>
          <p:nvSpPr>
            <p:cNvPr id="54" name="node16.body.item-001.bullets.item-001.text"/>
            <p:cNvSpPr/>
            <p:nvPr/>
          </p:nvSpPr>
          <p:spPr>
            <a:xfrm>
              <a:off x="9715500" y="4914900"/>
              <a:ext cx="1600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Access is provided</a:t>
              </a:r>
              <a:endParaRPr lang="en-US" sz="1200" spc="0" kern="0" b="0" i="0" dirty="0">
                <a:solidFill>
                  <a:srgbClr val="070154"/>
                </a:solidFill>
                <a:latin typeface="IBM Plex Sans"/>
                <a:ea typeface="IBM Plex Sans"/>
                <a:cs typeface="IBM Plex Sans"/>
              </a:endParaRPr>
            </a:p>
          </p:txBody>
        </p:sp>
        <p:sp>
          <p:nvSpPr>
            <p:cNvPr id="55" name="node16.body.item-001.bullets.item-002.marker"/>
            <p:cNvSpPr/>
            <p:nvPr/>
          </p:nvSpPr>
          <p:spPr>
            <a:xfrm>
              <a:off x="9563100" y="5270500"/>
              <a:ext cx="38100" cy="38100"/>
            </a:xfrm>
            <a:prstGeom prst="rect">
              <a:avLst/>
            </a:prstGeom>
            <a:solidFill>
              <a:srgbClr val="070154"/>
            </a:solidFill>
            <a:ln>
              <a:noFill/>
            </a:ln>
          </p:spPr>
        </p:sp>
        <p:sp>
          <p:nvSpPr>
            <p:cNvPr id="56" name="node16.body.item-001.bullets.item-002.text"/>
            <p:cNvSpPr/>
            <p:nvPr/>
          </p:nvSpPr>
          <p:spPr>
            <a:xfrm>
              <a:off x="9715500" y="5181600"/>
              <a:ext cx="16002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Pilots test patterns only</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ource-357">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APPROACH</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Phase 3 hands platform ownership to the Northfield team</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113</a:t>
            </a:fld>
            <a:endParaRPr lang="en-US" sz="700" spc="0" kern="0" b="0" i="0" dirty="0">
              <a:solidFill>
                <a:srgbClr val="070154"/>
              </a:solidFill>
              <a:latin typeface="IBM Plex Mono SemiBold"/>
              <a:ea typeface="IBM Plex Mono SemiBold"/>
              <a:cs typeface="IBM Plex Mono SemiBold"/>
            </a:endParaRPr>
          </a:p>
        </p:txBody>
      </p:sp>
      <p:grpSp>
        <p:nvGrpSpPr>
          <p:cNvPr id="47" name="node01"/>
          <p:cNvGrpSpPr/>
          <p:nvPr/>
        </p:nvGrpSpPr>
        <p:grpSpPr>
          <a:xfrm>
            <a:off x="723900" y="1600200"/>
            <a:ext cx="2514600" cy="152400"/>
            <a:chOff x="723900" y="1600200"/>
            <a:chExt cx="2514600" cy="152400"/>
          </a:xfrm>
        </p:grpSpPr>
        <p:sp>
          <p:nvSpPr>
            <p:cNvPr id="6" name="node01.text"/>
            <p:cNvSpPr/>
            <p:nvPr/>
          </p:nvSpPr>
          <p:spPr>
            <a:xfrm>
              <a:off x="723900" y="16002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PHASE 03 · WEEKS 35–42</a:t>
              </a:r>
              <a:endParaRPr lang="en-US" sz="900" spc="54" kern="0" b="0" i="0" dirty="0">
                <a:solidFill>
                  <a:srgbClr val="0047FF"/>
                </a:solidFill>
                <a:latin typeface="IBM Plex Mono Medium"/>
                <a:ea typeface="IBM Plex Mono Medium"/>
                <a:cs typeface="IBM Plex Mono Medium"/>
              </a:endParaRPr>
            </a:p>
          </p:txBody>
        </p:sp>
      </p:grpSp>
      <p:grpSp>
        <p:nvGrpSpPr>
          <p:cNvPr id="48" name="node02"/>
          <p:cNvGrpSpPr/>
          <p:nvPr/>
        </p:nvGrpSpPr>
        <p:grpSpPr>
          <a:xfrm>
            <a:off x="723900" y="1828800"/>
            <a:ext cx="2514600" cy="609600"/>
            <a:chOff x="723900" y="1828800"/>
            <a:chExt cx="2514600" cy="609600"/>
          </a:xfrm>
        </p:grpSpPr>
        <p:sp>
          <p:nvSpPr>
            <p:cNvPr id="7" name="node02.text"/>
            <p:cNvSpPr/>
            <p:nvPr/>
          </p:nvSpPr>
          <p:spPr>
            <a:xfrm>
              <a:off x="723900" y="1828800"/>
              <a:ext cx="2514600" cy="6096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General availability and optimization</a:t>
              </a:r>
              <a:endParaRPr lang="en-US" sz="1800" spc="-18" kern="0" b="0" i="0" dirty="0">
                <a:solidFill>
                  <a:srgbClr val="070154"/>
                </a:solidFill>
                <a:latin typeface="IBM Plex Sans SemiBold"/>
                <a:ea typeface="IBM Plex Sans SemiBold"/>
                <a:cs typeface="IBM Plex Sans SemiBold"/>
              </a:endParaRPr>
            </a:p>
          </p:txBody>
        </p:sp>
      </p:grpSp>
      <p:grpSp>
        <p:nvGrpSpPr>
          <p:cNvPr id="49" name="node03"/>
          <p:cNvGrpSpPr/>
          <p:nvPr/>
        </p:nvGrpSpPr>
        <p:grpSpPr>
          <a:xfrm>
            <a:off x="723900" y="2743200"/>
            <a:ext cx="2286000" cy="1104900"/>
            <a:chOff x="723900" y="2743200"/>
            <a:chExt cx="2286000" cy="1104900"/>
          </a:xfrm>
        </p:grpSpPr>
        <p:sp>
          <p:nvSpPr>
            <p:cNvPr id="8" name="node03.base"/>
            <p:cNvSpPr/>
            <p:nvPr/>
          </p:nvSpPr>
          <p:spPr>
            <a:xfrm>
              <a:off x="800100" y="2857500"/>
              <a:ext cx="1676400" cy="0"/>
            </a:xfrm>
            <a:custGeom>
              <a:avLst/>
              <a:gdLst/>
              <a:ahLst/>
              <a:cxnLst/>
              <a:rect l="l" t="t" r="r" b="b"/>
              <a:pathLst>
                <a:path w="1676400">
                  <a:moveTo>
                    <a:pt x="0" y="0"/>
                  </a:moveTo>
                  <a:lnTo>
                    <a:pt x="1676400" y="0"/>
                  </a:lnTo>
                </a:path>
              </a:pathLst>
            </a:custGeom>
            <a:ln w="25400">
              <a:solidFill>
                <a:srgbClr val="CED7E6"/>
              </a:solidFill>
              <a:prstDash val="solid"/>
            </a:ln>
          </p:spPr>
        </p:sp>
        <p:sp>
          <p:nvSpPr>
            <p:cNvPr id="9" name="node03.done"/>
            <p:cNvSpPr/>
            <p:nvPr/>
          </p:nvSpPr>
          <p:spPr>
            <a:xfrm>
              <a:off x="800100" y="2857500"/>
              <a:ext cx="1676400" cy="0"/>
            </a:xfrm>
            <a:custGeom>
              <a:avLst/>
              <a:gdLst/>
              <a:ahLst/>
              <a:cxnLst/>
              <a:rect l="l" t="t" r="r" b="b"/>
              <a:pathLst>
                <a:path w="1676400">
                  <a:moveTo>
                    <a:pt x="0" y="0"/>
                  </a:moveTo>
                  <a:lnTo>
                    <a:pt x="1676400" y="0"/>
                  </a:lnTo>
                </a:path>
              </a:pathLst>
            </a:custGeom>
            <a:ln w="25400">
              <a:solidFill>
                <a:srgbClr val="070154"/>
              </a:solidFill>
              <a:prstDash val="solid"/>
            </a:ln>
          </p:spPr>
        </p:sp>
        <p:sp>
          <p:nvSpPr>
            <p:cNvPr id="10" name="node03.steps.slot-001.marker"/>
            <p:cNvSpPr/>
            <p:nvPr/>
          </p:nvSpPr>
          <p:spPr>
            <a:xfrm>
              <a:off x="723900" y="2781300"/>
              <a:ext cx="152400" cy="152400"/>
            </a:xfrm>
            <a:prstGeom prst="rect">
              <a:avLst/>
            </a:prstGeom>
            <a:solidFill>
              <a:srgbClr val="070154"/>
            </a:solidFill>
            <a:ln>
              <a:noFill/>
            </a:ln>
          </p:spPr>
        </p:sp>
        <p:sp>
          <p:nvSpPr>
            <p:cNvPr id="11" name="node03.steps.slot-001.part-0"/>
            <p:cNvSpPr/>
            <p:nvPr/>
          </p:nvSpPr>
          <p:spPr>
            <a:xfrm>
              <a:off x="723900" y="3124200"/>
              <a:ext cx="609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1–14</a:t>
              </a:r>
              <a:endParaRPr lang="en-US" sz="900" spc="54" kern="0" b="0" i="0" dirty="0">
                <a:solidFill>
                  <a:srgbClr val="0047FF"/>
                </a:solidFill>
                <a:latin typeface="IBM Plex Mono Medium"/>
                <a:ea typeface="IBM Plex Mono Medium"/>
                <a:cs typeface="IBM Plex Mono Medium"/>
              </a:endParaRPr>
            </a:p>
          </p:txBody>
        </p:sp>
        <p:sp>
          <p:nvSpPr>
            <p:cNvPr id="12" name="node03.steps.slot-001.part-1"/>
            <p:cNvSpPr/>
            <p:nvPr/>
          </p:nvSpPr>
          <p:spPr>
            <a:xfrm>
              <a:off x="723900" y="3314700"/>
              <a:ext cx="6096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Build</a:t>
              </a:r>
              <a:endParaRPr lang="en-US" sz="1400" spc="0" kern="0" b="0" i="0" dirty="0">
                <a:solidFill>
                  <a:srgbClr val="070154"/>
                </a:solidFill>
                <a:latin typeface="IBM Plex Sans SemiBold"/>
                <a:ea typeface="IBM Plex Sans SemiBold"/>
                <a:cs typeface="IBM Plex Sans SemiBold"/>
              </a:endParaRPr>
            </a:p>
          </p:txBody>
        </p:sp>
        <p:sp>
          <p:nvSpPr>
            <p:cNvPr id="13" name="node03.steps.slot-002.marker"/>
            <p:cNvSpPr/>
            <p:nvPr/>
          </p:nvSpPr>
          <p:spPr>
            <a:xfrm>
              <a:off x="1562100" y="2781300"/>
              <a:ext cx="152400" cy="152400"/>
            </a:xfrm>
            <a:prstGeom prst="rect">
              <a:avLst/>
            </a:prstGeom>
            <a:solidFill>
              <a:srgbClr val="070154"/>
            </a:solidFill>
            <a:ln>
              <a:noFill/>
            </a:ln>
          </p:spPr>
        </p:sp>
        <p:sp>
          <p:nvSpPr>
            <p:cNvPr id="14" name="node03.steps.slot-002.part-0"/>
            <p:cNvSpPr/>
            <p:nvPr/>
          </p:nvSpPr>
          <p:spPr>
            <a:xfrm>
              <a:off x="1562100" y="3124200"/>
              <a:ext cx="609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15–34</a:t>
              </a:r>
              <a:endParaRPr lang="en-US" sz="900" spc="54" kern="0" b="0" i="0" dirty="0">
                <a:solidFill>
                  <a:srgbClr val="0047FF"/>
                </a:solidFill>
                <a:latin typeface="IBM Plex Mono Medium"/>
                <a:ea typeface="IBM Plex Mono Medium"/>
                <a:cs typeface="IBM Plex Mono Medium"/>
              </a:endParaRPr>
            </a:p>
          </p:txBody>
        </p:sp>
        <p:sp>
          <p:nvSpPr>
            <p:cNvPr id="15" name="node03.steps.slot-002.part-1"/>
            <p:cNvSpPr/>
            <p:nvPr/>
          </p:nvSpPr>
          <p:spPr>
            <a:xfrm>
              <a:off x="1562100" y="3314700"/>
              <a:ext cx="6096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Scale</a:t>
              </a:r>
              <a:endParaRPr lang="en-US" sz="1400" spc="0" kern="0" b="0" i="0" dirty="0">
                <a:solidFill>
                  <a:srgbClr val="070154"/>
                </a:solidFill>
                <a:latin typeface="IBM Plex Sans SemiBold"/>
                <a:ea typeface="IBM Plex Sans SemiBold"/>
                <a:cs typeface="IBM Plex Sans SemiBold"/>
              </a:endParaRPr>
            </a:p>
          </p:txBody>
        </p:sp>
        <p:sp>
          <p:nvSpPr>
            <p:cNvPr id="16" name="node03.steps.slot-003.marker"/>
            <p:cNvSpPr/>
            <p:nvPr/>
          </p:nvSpPr>
          <p:spPr>
            <a:xfrm>
              <a:off x="2362200" y="2743200"/>
              <a:ext cx="228600" cy="228600"/>
            </a:xfrm>
            <a:prstGeom prst="rect">
              <a:avLst/>
            </a:prstGeom>
            <a:solidFill>
              <a:srgbClr val="F900D3"/>
            </a:solidFill>
            <a:ln>
              <a:noFill/>
            </a:ln>
          </p:spPr>
        </p:sp>
        <p:sp>
          <p:nvSpPr>
            <p:cNvPr id="17" name="node03.steps.slot-003.part-0"/>
            <p:cNvSpPr/>
            <p:nvPr/>
          </p:nvSpPr>
          <p:spPr>
            <a:xfrm>
              <a:off x="2400300" y="3124200"/>
              <a:ext cx="609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35–42</a:t>
              </a:r>
              <a:endParaRPr lang="en-US" sz="900" spc="54" kern="0" b="0" i="0" dirty="0">
                <a:solidFill>
                  <a:srgbClr val="0047FF"/>
                </a:solidFill>
                <a:latin typeface="IBM Plex Mono Medium"/>
                <a:ea typeface="IBM Plex Mono Medium"/>
                <a:cs typeface="IBM Plex Mono Medium"/>
              </a:endParaRPr>
            </a:p>
          </p:txBody>
        </p:sp>
        <p:sp>
          <p:nvSpPr>
            <p:cNvPr id="18" name="node03.steps.slot-003.part-1"/>
            <p:cNvSpPr/>
            <p:nvPr/>
          </p:nvSpPr>
          <p:spPr>
            <a:xfrm>
              <a:off x="2400300" y="3314700"/>
              <a:ext cx="6096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Run</a:t>
              </a:r>
              <a:endParaRPr lang="en-US" sz="1400" spc="0" kern="0" b="0" i="0" dirty="0">
                <a:solidFill>
                  <a:srgbClr val="070154"/>
                </a:solidFill>
                <a:latin typeface="IBM Plex Sans SemiBold"/>
                <a:ea typeface="IBM Plex Sans SemiBold"/>
                <a:cs typeface="IBM Plex Sans SemiBold"/>
              </a:endParaRPr>
            </a:p>
          </p:txBody>
        </p:sp>
        <p:sp>
          <p:nvSpPr>
            <p:cNvPr id="19" name="node03.steps.slot-003.part-2"/>
            <p:cNvSpPr/>
            <p:nvPr/>
          </p:nvSpPr>
          <p:spPr>
            <a:xfrm>
              <a:off x="2400300" y="3619500"/>
              <a:ext cx="609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Current</a:t>
              </a:r>
              <a:endParaRPr lang="en-US" sz="1200" spc="0" kern="0" b="0" i="0" dirty="0">
                <a:solidFill>
                  <a:srgbClr val="50658E"/>
                </a:solidFill>
                <a:latin typeface="IBM Plex Sans"/>
                <a:ea typeface="IBM Plex Sans"/>
                <a:cs typeface="IBM Plex Sans"/>
              </a:endParaRPr>
            </a:p>
          </p:txBody>
        </p:sp>
      </p:grpSp>
      <p:grpSp>
        <p:nvGrpSpPr>
          <p:cNvPr id="50" name="node04"/>
          <p:cNvGrpSpPr/>
          <p:nvPr/>
        </p:nvGrpSpPr>
        <p:grpSpPr>
          <a:xfrm>
            <a:off x="723900" y="4114800"/>
            <a:ext cx="2514600" cy="1828800"/>
            <a:chOff x="723900" y="4114800"/>
            <a:chExt cx="2514600" cy="1828800"/>
          </a:xfrm>
        </p:grpSpPr>
        <p:sp>
          <p:nvSpPr>
            <p:cNvPr id="20" name="node04.container"/>
            <p:cNvSpPr/>
            <p:nvPr/>
          </p:nvSpPr>
          <p:spPr>
            <a:xfrm>
              <a:off x="723900" y="4114800"/>
              <a:ext cx="2514600" cy="1828800"/>
            </a:xfrm>
            <a:prstGeom prst="rect">
              <a:avLst/>
            </a:prstGeom>
            <a:solidFill>
              <a:srgbClr val="E8EEF8"/>
            </a:solidFill>
            <a:ln>
              <a:noFill/>
            </a:ln>
          </p:spPr>
        </p:sp>
        <p:sp>
          <p:nvSpPr>
            <p:cNvPr id="21" name="node04.label"/>
            <p:cNvSpPr/>
            <p:nvPr/>
          </p:nvSpPr>
          <p:spPr>
            <a:xfrm>
              <a:off x="876300" y="4267200"/>
              <a:ext cx="2209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EXIT CRITERIA</a:t>
              </a:r>
              <a:endParaRPr lang="en-US" sz="900" spc="54" kern="0" b="0" i="0" dirty="0">
                <a:solidFill>
                  <a:srgbClr val="0047FF"/>
                </a:solidFill>
                <a:latin typeface="IBM Plex Mono Medium"/>
                <a:ea typeface="IBM Plex Mono Medium"/>
                <a:cs typeface="IBM Plex Mono Medium"/>
              </a:endParaRPr>
            </a:p>
          </p:txBody>
        </p:sp>
        <p:sp>
          <p:nvSpPr>
            <p:cNvPr id="22" name="node04.body.item-001.bullets.item-001.marker"/>
            <p:cNvSpPr/>
            <p:nvPr/>
          </p:nvSpPr>
          <p:spPr>
            <a:xfrm>
              <a:off x="876300" y="4546600"/>
              <a:ext cx="38100" cy="38100"/>
            </a:xfrm>
            <a:prstGeom prst="rect">
              <a:avLst/>
            </a:prstGeom>
            <a:solidFill>
              <a:srgbClr val="070154"/>
            </a:solidFill>
            <a:ln>
              <a:noFill/>
            </a:ln>
          </p:spPr>
        </p:sp>
        <p:sp>
          <p:nvSpPr>
            <p:cNvPr id="23" name="node04.body.item-001.bullets.item-001.text"/>
            <p:cNvSpPr/>
            <p:nvPr/>
          </p:nvSpPr>
          <p:spPr>
            <a:xfrm>
              <a:off x="1028700" y="4457700"/>
              <a:ext cx="2057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Runbooks accepted</a:t>
              </a:r>
              <a:endParaRPr lang="en-US" sz="1200" spc="0" kern="0" b="0" i="0" dirty="0">
                <a:solidFill>
                  <a:srgbClr val="070154"/>
                </a:solidFill>
                <a:latin typeface="IBM Plex Sans"/>
                <a:ea typeface="IBM Plex Sans"/>
                <a:cs typeface="IBM Plex Sans"/>
              </a:endParaRPr>
            </a:p>
          </p:txBody>
        </p:sp>
        <p:sp>
          <p:nvSpPr>
            <p:cNvPr id="24" name="node04.body.item-001.bullets.item-002.marker"/>
            <p:cNvSpPr/>
            <p:nvPr/>
          </p:nvSpPr>
          <p:spPr>
            <a:xfrm>
              <a:off x="876300" y="4813300"/>
              <a:ext cx="38100" cy="38100"/>
            </a:xfrm>
            <a:prstGeom prst="rect">
              <a:avLst/>
            </a:prstGeom>
            <a:solidFill>
              <a:srgbClr val="070154"/>
            </a:solidFill>
            <a:ln>
              <a:noFill/>
            </a:ln>
          </p:spPr>
        </p:sp>
        <p:sp>
          <p:nvSpPr>
            <p:cNvPr id="25" name="node04.body.item-001.bullets.item-002.text"/>
            <p:cNvSpPr/>
            <p:nvPr/>
          </p:nvSpPr>
          <p:spPr>
            <a:xfrm>
              <a:off x="1028700" y="4724400"/>
              <a:ext cx="2057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Northfield on call</a:t>
              </a:r>
              <a:endParaRPr lang="en-US" sz="1200" spc="0" kern="0" b="0" i="0" dirty="0">
                <a:solidFill>
                  <a:srgbClr val="070154"/>
                </a:solidFill>
                <a:latin typeface="IBM Plex Sans"/>
                <a:ea typeface="IBM Plex Sans"/>
                <a:cs typeface="IBM Plex Sans"/>
              </a:endParaRPr>
            </a:p>
          </p:txBody>
        </p:sp>
        <p:sp>
          <p:nvSpPr>
            <p:cNvPr id="26" name="node04.body.item-001.bullets.item-003.marker"/>
            <p:cNvSpPr/>
            <p:nvPr/>
          </p:nvSpPr>
          <p:spPr>
            <a:xfrm>
              <a:off x="876300" y="5080000"/>
              <a:ext cx="38100" cy="38100"/>
            </a:xfrm>
            <a:prstGeom prst="rect">
              <a:avLst/>
            </a:prstGeom>
            <a:solidFill>
              <a:srgbClr val="070154"/>
            </a:solidFill>
            <a:ln>
              <a:noFill/>
            </a:ln>
          </p:spPr>
        </p:sp>
        <p:sp>
          <p:nvSpPr>
            <p:cNvPr id="27" name="node04.body.item-001.bullets.item-003.text"/>
            <p:cNvSpPr/>
            <p:nvPr/>
          </p:nvSpPr>
          <p:spPr>
            <a:xfrm>
              <a:off x="1028700" y="4991100"/>
              <a:ext cx="2057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Benefits tracked</a:t>
              </a:r>
              <a:endParaRPr lang="en-US" sz="1200" spc="0" kern="0" b="0" i="0" dirty="0">
                <a:solidFill>
                  <a:srgbClr val="070154"/>
                </a:solidFill>
                <a:latin typeface="IBM Plex Sans"/>
                <a:ea typeface="IBM Plex Sans"/>
                <a:cs typeface="IBM Plex Sans"/>
              </a:endParaRPr>
            </a:p>
          </p:txBody>
        </p:sp>
        <p:sp>
          <p:nvSpPr>
            <p:cNvPr id="28" name="node04.body.item-001.bullets.item-004.marker"/>
            <p:cNvSpPr/>
            <p:nvPr/>
          </p:nvSpPr>
          <p:spPr>
            <a:xfrm>
              <a:off x="876300" y="5346700"/>
              <a:ext cx="38100" cy="38100"/>
            </a:xfrm>
            <a:prstGeom prst="rect">
              <a:avLst/>
            </a:prstGeom>
            <a:solidFill>
              <a:srgbClr val="070154"/>
            </a:solidFill>
            <a:ln>
              <a:noFill/>
            </a:ln>
          </p:spPr>
        </p:sp>
        <p:sp>
          <p:nvSpPr>
            <p:cNvPr id="29" name="node04.body.item-001.bullets.item-004.text"/>
            <p:cNvSpPr/>
            <p:nvPr/>
          </p:nvSpPr>
          <p:spPr>
            <a:xfrm>
              <a:off x="1028700" y="5257800"/>
              <a:ext cx="2057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Risks transferred</a:t>
              </a:r>
              <a:endParaRPr lang="en-US" sz="1200" spc="0" kern="0" b="0" i="0" dirty="0">
                <a:solidFill>
                  <a:srgbClr val="070154"/>
                </a:solidFill>
                <a:latin typeface="IBM Plex Sans"/>
                <a:ea typeface="IBM Plex Sans"/>
                <a:cs typeface="IBM Plex Sans"/>
              </a:endParaRPr>
            </a:p>
          </p:txBody>
        </p:sp>
      </p:grpSp>
      <p:grpSp>
        <p:nvGrpSpPr>
          <p:cNvPr id="51" name="node05"/>
          <p:cNvGrpSpPr/>
          <p:nvPr/>
        </p:nvGrpSpPr>
        <p:grpSpPr>
          <a:xfrm>
            <a:off x="3467100" y="1600200"/>
            <a:ext cx="5257800" cy="1600200"/>
            <a:chOff x="3467100" y="1600200"/>
            <a:chExt cx="5257800" cy="1600200"/>
          </a:xfrm>
        </p:grpSpPr>
        <p:graphicFrame>
          <p:nvGraphicFramePr>
            <p:cNvPr id="30" name="node05.native" descr=""/>
            <p:cNvGraphicFramePr/>
            <p:nvPr/>
          </p:nvGraphicFramePr>
          <p:xfrm>
            <a:off x="3467100" y="1714500"/>
            <a:ext cx="5257800" cy="1485900"/>
          </p:xfrm>
          <a:graphic xmlns:a="http://schemas.openxmlformats.org/drawingml/2006/main">
            <a:graphicData uri="http://schemas.openxmlformats.org/drawingml/2006/chart">
              <c:chart xmlns:c="http://schemas.openxmlformats.org/drawingml/2006/chart" r:id="rId1"/>
            </a:graphicData>
          </a:graphic>
        </p:graphicFrame>
        <p:sp>
          <p:nvSpPr>
            <p:cNvPr id="31" name="node05.direct-1"/>
            <p:cNvSpPr/>
            <p:nvPr/>
          </p:nvSpPr>
          <p:spPr>
            <a:xfrm>
              <a:off x="7505700" y="1770063"/>
              <a:ext cx="1219200" cy="387350"/>
            </a:xfrm>
            <a:prstGeom prst="rect">
              <a:avLst/>
            </a:prstGeom>
            <a:noFill/>
            <a:ln/>
          </p:spPr>
          <p:txBody>
            <a:bodyPr wrap="square" lIns="0" tIns="0" rIns="0" bIns="0" rtlCol="0" anchor="t"/>
            <a:lstStyle/>
            <a:p>
              <a:pPr algn="l" indent="0" marL="0">
                <a:lnSpc>
                  <a:spcPts val="1400"/>
                </a:lnSpc>
                <a:buNone/>
              </a:pPr>
              <a:r>
                <a:rPr lang="en-US" sz="1100" spc="0" kern="0" b="0" i="0" dirty="0">
                  <a:solidFill>
                    <a:srgbClr val="070154"/>
                  </a:solidFill>
                  <a:latin typeface="IBM Plex Sans SemiBold"/>
                  <a:ea typeface="IBM Plex Sans SemiBold"/>
                  <a:cs typeface="IBM Plex Sans SemiBold"/>
                </a:rPr>
                <a:t>Northfield effort · 7</a:t>
              </a:r>
              <a:endParaRPr lang="en-US" sz="1100" spc="0" kern="0" b="0" i="0" dirty="0">
                <a:solidFill>
                  <a:srgbClr val="070154"/>
                </a:solidFill>
                <a:latin typeface="IBM Plex Sans SemiBold"/>
                <a:ea typeface="IBM Plex Sans SemiBold"/>
                <a:cs typeface="IBM Plex Sans SemiBold"/>
              </a:endParaRPr>
            </a:p>
          </p:txBody>
        </p:sp>
        <p:sp>
          <p:nvSpPr>
            <p:cNvPr id="32" name="node05.direct-2"/>
            <p:cNvSpPr/>
            <p:nvPr/>
          </p:nvSpPr>
          <p:spPr>
            <a:xfrm>
              <a:off x="7505700" y="2555875"/>
              <a:ext cx="1219200" cy="387350"/>
            </a:xfrm>
            <a:prstGeom prst="rect">
              <a:avLst/>
            </a:prstGeom>
            <a:noFill/>
            <a:ln/>
          </p:spPr>
          <p:txBody>
            <a:bodyPr wrap="square" lIns="0" tIns="0" rIns="0" bIns="0" rtlCol="0" anchor="t"/>
            <a:lstStyle/>
            <a:p>
              <a:pPr algn="l" indent="0" marL="0">
                <a:lnSpc>
                  <a:spcPts val="1400"/>
                </a:lnSpc>
                <a:buNone/>
              </a:pPr>
              <a:r>
                <a:rPr lang="en-US" sz="1100" spc="0" kern="0" b="0" i="0" dirty="0">
                  <a:solidFill>
                    <a:srgbClr val="070154"/>
                  </a:solidFill>
                  <a:latin typeface="IBM Plex Sans SemiBold"/>
                  <a:ea typeface="IBM Plex Sans SemiBold"/>
                  <a:cs typeface="IBM Plex Sans SemiBold"/>
                </a:rPr>
                <a:t>West Monroe effort · 2</a:t>
              </a:r>
              <a:endParaRPr lang="en-US" sz="1100" spc="0" kern="0" b="0" i="0" dirty="0">
                <a:solidFill>
                  <a:srgbClr val="070154"/>
                </a:solidFill>
                <a:latin typeface="IBM Plex Sans SemiBold"/>
                <a:ea typeface="IBM Plex Sans SemiBold"/>
                <a:cs typeface="IBM Plex Sans SemiBold"/>
              </a:endParaRPr>
            </a:p>
          </p:txBody>
        </p:sp>
      </p:grpSp>
      <p:grpSp>
        <p:nvGrpSpPr>
          <p:cNvPr id="52" name="node06"/>
          <p:cNvGrpSpPr/>
          <p:nvPr/>
        </p:nvGrpSpPr>
        <p:grpSpPr>
          <a:xfrm>
            <a:off x="8953500" y="1600200"/>
            <a:ext cx="2514600" cy="1600200"/>
            <a:chOff x="8953500" y="1600200"/>
            <a:chExt cx="2514600" cy="1600200"/>
          </a:xfrm>
        </p:grpSpPr>
        <p:sp>
          <p:nvSpPr>
            <p:cNvPr id="33" name="node06.surface"/>
            <p:cNvSpPr/>
            <p:nvPr/>
          </p:nvSpPr>
          <p:spPr>
            <a:xfrm>
              <a:off x="8953500" y="1600200"/>
              <a:ext cx="2514600" cy="1600200"/>
            </a:xfrm>
            <a:prstGeom prst="rect">
              <a:avLst/>
            </a:prstGeom>
            <a:solidFill>
              <a:srgbClr val="E8EEF8"/>
            </a:solidFill>
            <a:ln>
              <a:noFill/>
            </a:ln>
          </p:spPr>
        </p:sp>
        <p:sp>
          <p:nvSpPr>
            <p:cNvPr id="34" name="node06.text"/>
            <p:cNvSpPr/>
            <p:nvPr/>
          </p:nvSpPr>
          <p:spPr>
            <a:xfrm>
              <a:off x="9105900" y="1714500"/>
              <a:ext cx="2209800" cy="1371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West Monroe tapers its driving role so the Northfield core team owns execution. Effort crosses at about week 30, when Northfield staff lead more work than West Monroe.</a:t>
              </a:r>
              <a:endParaRPr lang="en-US" sz="1200" spc="0" kern="0" b="0" i="0" dirty="0">
                <a:solidFill>
                  <a:srgbClr val="070154"/>
                </a:solidFill>
                <a:latin typeface="IBM Plex Sans"/>
                <a:ea typeface="IBM Plex Sans"/>
                <a:cs typeface="IBM Plex Sans"/>
              </a:endParaRPr>
            </a:p>
          </p:txBody>
        </p:sp>
      </p:grpSp>
      <p:grpSp>
        <p:nvGrpSpPr>
          <p:cNvPr id="53" name="node07"/>
          <p:cNvGrpSpPr/>
          <p:nvPr/>
        </p:nvGrpSpPr>
        <p:grpSpPr>
          <a:xfrm>
            <a:off x="3467100" y="3429000"/>
            <a:ext cx="3810000" cy="457200"/>
            <a:chOff x="3467100" y="3429000"/>
            <a:chExt cx="3810000" cy="457200"/>
          </a:xfrm>
        </p:grpSpPr>
        <p:sp>
          <p:nvSpPr>
            <p:cNvPr id="35" name="node07.surface"/>
            <p:cNvSpPr/>
            <p:nvPr/>
          </p:nvSpPr>
          <p:spPr>
            <a:xfrm>
              <a:off x="3467100" y="3429000"/>
              <a:ext cx="3810000" cy="457200"/>
            </a:xfrm>
            <a:custGeom>
              <a:avLst/>
              <a:gdLst/>
              <a:ahLst/>
              <a:cxnLst/>
              <a:rect l="l" t="t" r="r" b="b"/>
              <a:pathLst>
                <a:path w="3810000" h="457200">
                  <a:moveTo>
                    <a:pt x="0" y="0"/>
                  </a:moveTo>
                  <a:lnTo>
                    <a:pt x="3657600" y="0"/>
                  </a:lnTo>
                  <a:lnTo>
                    <a:pt x="3810000" y="228600"/>
                  </a:lnTo>
                  <a:lnTo>
                    <a:pt x="3657600" y="457200"/>
                  </a:lnTo>
                  <a:lnTo>
                    <a:pt x="0" y="457200"/>
                  </a:lnTo>
                  <a:close/>
                </a:path>
              </a:pathLst>
            </a:custGeom>
            <a:solidFill>
              <a:srgbClr val="CED7E6"/>
            </a:solidFill>
            <a:ln>
              <a:noFill/>
            </a:ln>
          </p:spPr>
        </p:sp>
        <p:sp>
          <p:nvSpPr>
            <p:cNvPr id="36" name="node07.text"/>
            <p:cNvSpPr/>
            <p:nvPr/>
          </p:nvSpPr>
          <p:spPr>
            <a:xfrm>
              <a:off x="3619500" y="3543300"/>
              <a:ext cx="34290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Phase 2 · Scalability and early adoption</a:t>
              </a:r>
              <a:endParaRPr lang="en-US" sz="1200" spc="0" kern="0" b="0" i="0" dirty="0">
                <a:solidFill>
                  <a:srgbClr val="070154"/>
                </a:solidFill>
                <a:latin typeface="IBM Plex Sans"/>
                <a:ea typeface="IBM Plex Sans"/>
                <a:cs typeface="IBM Plex Sans"/>
              </a:endParaRPr>
            </a:p>
          </p:txBody>
        </p:sp>
      </p:grpSp>
      <p:grpSp>
        <p:nvGrpSpPr>
          <p:cNvPr id="54" name="node08"/>
          <p:cNvGrpSpPr/>
          <p:nvPr/>
        </p:nvGrpSpPr>
        <p:grpSpPr>
          <a:xfrm>
            <a:off x="7353300" y="3429000"/>
            <a:ext cx="4114800" cy="457200"/>
            <a:chOff x="7353300" y="3429000"/>
            <a:chExt cx="4114800" cy="457200"/>
          </a:xfrm>
        </p:grpSpPr>
        <p:sp>
          <p:nvSpPr>
            <p:cNvPr id="37" name="node08.surface"/>
            <p:cNvSpPr/>
            <p:nvPr/>
          </p:nvSpPr>
          <p:spPr>
            <a:xfrm>
              <a:off x="7353300" y="3429000"/>
              <a:ext cx="4114800" cy="457200"/>
            </a:xfrm>
            <a:custGeom>
              <a:avLst/>
              <a:gdLst/>
              <a:ahLst/>
              <a:cxnLst/>
              <a:rect l="l" t="t" r="r" b="b"/>
              <a:pathLst>
                <a:path w="4114800" h="457200">
                  <a:moveTo>
                    <a:pt x="0" y="0"/>
                  </a:moveTo>
                  <a:lnTo>
                    <a:pt x="3962400" y="0"/>
                  </a:lnTo>
                  <a:lnTo>
                    <a:pt x="4114800" y="228600"/>
                  </a:lnTo>
                  <a:lnTo>
                    <a:pt x="3962400" y="457200"/>
                  </a:lnTo>
                  <a:lnTo>
                    <a:pt x="0" y="457200"/>
                  </a:lnTo>
                  <a:lnTo>
                    <a:pt x="152400" y="228600"/>
                  </a:lnTo>
                  <a:close/>
                </a:path>
              </a:pathLst>
            </a:custGeom>
            <a:solidFill>
              <a:srgbClr val="070154"/>
            </a:solidFill>
            <a:ln>
              <a:noFill/>
            </a:ln>
          </p:spPr>
        </p:sp>
        <p:sp>
          <p:nvSpPr>
            <p:cNvPr id="38" name="node08.text"/>
            <p:cNvSpPr/>
            <p:nvPr/>
          </p:nvSpPr>
          <p:spPr>
            <a:xfrm>
              <a:off x="7658100" y="3543300"/>
              <a:ext cx="35814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Phase 3 · General availability</a:t>
              </a:r>
              <a:endParaRPr lang="en-US" sz="1200" spc="0" kern="0" b="0" i="0" dirty="0">
                <a:solidFill>
                  <a:srgbClr val="FFFFFF"/>
                </a:solidFill>
                <a:latin typeface="IBM Plex Sans"/>
                <a:ea typeface="IBM Plex Sans"/>
                <a:cs typeface="IBM Plex Sans"/>
              </a:endParaRPr>
            </a:p>
          </p:txBody>
        </p:sp>
      </p:grpSp>
      <p:grpSp>
        <p:nvGrpSpPr>
          <p:cNvPr id="55" name="node09"/>
          <p:cNvGrpSpPr/>
          <p:nvPr/>
        </p:nvGrpSpPr>
        <p:grpSpPr>
          <a:xfrm>
            <a:off x="3467100" y="4114800"/>
            <a:ext cx="8001000" cy="228600"/>
            <a:chOff x="3467100" y="4114800"/>
            <a:chExt cx="8001000" cy="228600"/>
          </a:xfrm>
        </p:grpSpPr>
        <p:sp>
          <p:nvSpPr>
            <p:cNvPr id="39" name="node09.surface"/>
            <p:cNvSpPr/>
            <p:nvPr/>
          </p:nvSpPr>
          <p:spPr>
            <a:xfrm>
              <a:off x="3467100" y="4114800"/>
              <a:ext cx="8001000" cy="228600"/>
            </a:xfrm>
            <a:prstGeom prst="rect">
              <a:avLst/>
            </a:prstGeom>
            <a:solidFill>
              <a:srgbClr val="E8EEF8"/>
            </a:solidFill>
            <a:ln>
              <a:noFill/>
            </a:ln>
          </p:spPr>
        </p:sp>
        <p:sp>
          <p:nvSpPr>
            <p:cNvPr id="40" name="node09.text"/>
            <p:cNvSpPr/>
            <p:nvPr/>
          </p:nvSpPr>
          <p:spPr>
            <a:xfrm>
              <a:off x="3543300" y="4114800"/>
              <a:ext cx="7848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West Monroe team</a:t>
              </a:r>
              <a:endParaRPr lang="en-US" sz="1200" spc="0" kern="0" b="0" i="0" dirty="0">
                <a:solidFill>
                  <a:srgbClr val="070154"/>
                </a:solidFill>
                <a:latin typeface="IBM Plex Sans"/>
                <a:ea typeface="IBM Plex Sans"/>
                <a:cs typeface="IBM Plex Sans"/>
              </a:endParaRPr>
            </a:p>
          </p:txBody>
        </p:sp>
      </p:grpSp>
      <p:grpSp>
        <p:nvGrpSpPr>
          <p:cNvPr id="56" name="node10"/>
          <p:cNvGrpSpPr/>
          <p:nvPr/>
        </p:nvGrpSpPr>
        <p:grpSpPr>
          <a:xfrm>
            <a:off x="3467100" y="4419600"/>
            <a:ext cx="3733800" cy="457200"/>
            <a:chOff x="3467100" y="4419600"/>
            <a:chExt cx="3733800" cy="457200"/>
          </a:xfrm>
        </p:grpSpPr>
        <p:sp>
          <p:nvSpPr>
            <p:cNvPr id="41" name="node10.text"/>
            <p:cNvSpPr/>
            <p:nvPr/>
          </p:nvSpPr>
          <p:spPr>
            <a:xfrm>
              <a:off x="3467100" y="4419600"/>
              <a:ext cx="37338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Deploying provisioning and monitoring, and onboarding the first business units.</a:t>
              </a:r>
              <a:endParaRPr lang="en-US" sz="1200" spc="0" kern="0" b="0" i="0" dirty="0">
                <a:solidFill>
                  <a:srgbClr val="070154"/>
                </a:solidFill>
                <a:latin typeface="IBM Plex Sans"/>
                <a:ea typeface="IBM Plex Sans"/>
                <a:cs typeface="IBM Plex Sans"/>
              </a:endParaRPr>
            </a:p>
          </p:txBody>
        </p:sp>
      </p:grpSp>
      <p:grpSp>
        <p:nvGrpSpPr>
          <p:cNvPr id="57" name="node11"/>
          <p:cNvGrpSpPr/>
          <p:nvPr/>
        </p:nvGrpSpPr>
        <p:grpSpPr>
          <a:xfrm>
            <a:off x="7581900" y="4419600"/>
            <a:ext cx="3886200" cy="457200"/>
            <a:chOff x="7581900" y="4419600"/>
            <a:chExt cx="3886200" cy="457200"/>
          </a:xfrm>
        </p:grpSpPr>
        <p:sp>
          <p:nvSpPr>
            <p:cNvPr id="42" name="node11.text"/>
            <p:cNvSpPr/>
            <p:nvPr/>
          </p:nvSpPr>
          <p:spPr>
            <a:xfrm>
              <a:off x="7581900" y="4419600"/>
              <a:ext cx="38862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Optimizing performance, cost and adoption while transferring ownership and operations.</a:t>
              </a:r>
              <a:endParaRPr lang="en-US" sz="1200" spc="0" kern="0" b="0" i="0" dirty="0">
                <a:solidFill>
                  <a:srgbClr val="070154"/>
                </a:solidFill>
                <a:latin typeface="IBM Plex Sans"/>
                <a:ea typeface="IBM Plex Sans"/>
                <a:cs typeface="IBM Plex Sans"/>
              </a:endParaRPr>
            </a:p>
          </p:txBody>
        </p:sp>
      </p:grpSp>
      <p:grpSp>
        <p:nvGrpSpPr>
          <p:cNvPr id="58" name="node12"/>
          <p:cNvGrpSpPr/>
          <p:nvPr/>
        </p:nvGrpSpPr>
        <p:grpSpPr>
          <a:xfrm>
            <a:off x="3467100" y="5029200"/>
            <a:ext cx="8001000" cy="228600"/>
            <a:chOff x="3467100" y="5029200"/>
            <a:chExt cx="8001000" cy="228600"/>
          </a:xfrm>
        </p:grpSpPr>
        <p:sp>
          <p:nvSpPr>
            <p:cNvPr id="43" name="node12.surface"/>
            <p:cNvSpPr/>
            <p:nvPr/>
          </p:nvSpPr>
          <p:spPr>
            <a:xfrm>
              <a:off x="3467100" y="5029200"/>
              <a:ext cx="8001000" cy="228600"/>
            </a:xfrm>
            <a:prstGeom prst="rect">
              <a:avLst/>
            </a:prstGeom>
            <a:solidFill>
              <a:srgbClr val="E8EEF8"/>
            </a:solidFill>
            <a:ln>
              <a:noFill/>
            </a:ln>
          </p:spPr>
        </p:sp>
        <p:sp>
          <p:nvSpPr>
            <p:cNvPr id="44" name="node12.text"/>
            <p:cNvSpPr/>
            <p:nvPr/>
          </p:nvSpPr>
          <p:spPr>
            <a:xfrm>
              <a:off x="3543300" y="5029200"/>
              <a:ext cx="7848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Northfield team</a:t>
              </a:r>
              <a:endParaRPr lang="en-US" sz="1200" spc="0" kern="0" b="0" i="0" dirty="0">
                <a:solidFill>
                  <a:srgbClr val="070154"/>
                </a:solidFill>
                <a:latin typeface="IBM Plex Sans"/>
                <a:ea typeface="IBM Plex Sans"/>
                <a:cs typeface="IBM Plex Sans"/>
              </a:endParaRPr>
            </a:p>
          </p:txBody>
        </p:sp>
      </p:grpSp>
      <p:grpSp>
        <p:nvGrpSpPr>
          <p:cNvPr id="59" name="node13"/>
          <p:cNvGrpSpPr/>
          <p:nvPr/>
        </p:nvGrpSpPr>
        <p:grpSpPr>
          <a:xfrm>
            <a:off x="3467100" y="5334000"/>
            <a:ext cx="3733800" cy="457200"/>
            <a:chOff x="3467100" y="5334000"/>
            <a:chExt cx="3733800" cy="457200"/>
          </a:xfrm>
        </p:grpSpPr>
        <p:sp>
          <p:nvSpPr>
            <p:cNvPr id="45" name="node13.text"/>
            <p:cNvSpPr/>
            <p:nvPr/>
          </p:nvSpPr>
          <p:spPr>
            <a:xfrm>
              <a:off x="3467100" y="5334000"/>
              <a:ext cx="37338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Refining standards and overseeing the early adopter program.</a:t>
              </a:r>
              <a:endParaRPr lang="en-US" sz="1200" spc="0" kern="0" b="0" i="0" dirty="0">
                <a:solidFill>
                  <a:srgbClr val="070154"/>
                </a:solidFill>
                <a:latin typeface="IBM Plex Sans"/>
                <a:ea typeface="IBM Plex Sans"/>
                <a:cs typeface="IBM Plex Sans"/>
              </a:endParaRPr>
            </a:p>
          </p:txBody>
        </p:sp>
      </p:grpSp>
      <p:grpSp>
        <p:nvGrpSpPr>
          <p:cNvPr id="60" name="node14"/>
          <p:cNvGrpSpPr/>
          <p:nvPr/>
        </p:nvGrpSpPr>
        <p:grpSpPr>
          <a:xfrm>
            <a:off x="7581900" y="5334000"/>
            <a:ext cx="3886200" cy="457200"/>
            <a:chOff x="7581900" y="5334000"/>
            <a:chExt cx="3886200" cy="457200"/>
          </a:xfrm>
        </p:grpSpPr>
        <p:sp>
          <p:nvSpPr>
            <p:cNvPr id="46" name="node14.text"/>
            <p:cNvSpPr/>
            <p:nvPr/>
          </p:nvSpPr>
          <p:spPr>
            <a:xfrm>
              <a:off x="7581900" y="5334000"/>
              <a:ext cx="38862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Dedicated staff are learning to support the platform and beginning to lead.</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ource-358">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PHASE 02 · WEEKS 17–34</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11430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Evidence from three early adopters decides whether the platform is ready for general availability</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114</a:t>
            </a:fld>
            <a:endParaRPr lang="en-US" sz="700" spc="0" kern="0" b="0" i="0" dirty="0">
              <a:solidFill>
                <a:srgbClr val="070154"/>
              </a:solidFill>
              <a:latin typeface="IBM Plex Mono SemiBold"/>
              <a:ea typeface="IBM Plex Mono SemiBold"/>
              <a:cs typeface="IBM Plex Mono SemiBold"/>
            </a:endParaRPr>
          </a:p>
        </p:txBody>
      </p:sp>
      <p:grpSp>
        <p:nvGrpSpPr>
          <p:cNvPr id="91" name="node01"/>
          <p:cNvGrpSpPr/>
          <p:nvPr/>
        </p:nvGrpSpPr>
        <p:grpSpPr>
          <a:xfrm>
            <a:off x="723900" y="2057400"/>
            <a:ext cx="1965960" cy="685800"/>
            <a:chOff x="723900" y="2057400"/>
            <a:chExt cx="1965960" cy="685800"/>
          </a:xfrm>
        </p:grpSpPr>
        <p:sp>
          <p:nvSpPr>
            <p:cNvPr id="6" name="node01.container"/>
            <p:cNvSpPr/>
            <p:nvPr/>
          </p:nvSpPr>
          <p:spPr>
            <a:xfrm>
              <a:off x="723900" y="2057400"/>
              <a:ext cx="1965960" cy="685800"/>
            </a:xfrm>
            <a:prstGeom prst="rect">
              <a:avLst/>
            </a:prstGeom>
            <a:solidFill>
              <a:srgbClr val="070154"/>
            </a:solidFill>
            <a:ln>
              <a:noFill/>
            </a:ln>
          </p:spPr>
        </p:sp>
        <p:sp>
          <p:nvSpPr>
            <p:cNvPr id="7" name="node01.number"/>
            <p:cNvSpPr/>
            <p:nvPr/>
          </p:nvSpPr>
          <p:spPr>
            <a:xfrm>
              <a:off x="876300" y="22098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F900D3"/>
                  </a:solidFill>
                  <a:latin typeface="IBM Plex Mono SemiBold"/>
                  <a:ea typeface="IBM Plex Mono SemiBold"/>
                  <a:cs typeface="IBM Plex Mono SemiBold"/>
                </a:rPr>
                <a:t>01</a:t>
              </a:r>
              <a:endParaRPr lang="en-US" sz="1800" spc="0" kern="0" b="0" i="0" dirty="0">
                <a:solidFill>
                  <a:srgbClr val="F900D3"/>
                </a:solidFill>
                <a:latin typeface="IBM Plex Mono SemiBold"/>
                <a:ea typeface="IBM Plex Mono SemiBold"/>
                <a:cs typeface="IBM Plex Mono SemiBold"/>
              </a:endParaRPr>
            </a:p>
          </p:txBody>
        </p:sp>
        <p:sp>
          <p:nvSpPr>
            <p:cNvPr id="8" name="node01.title"/>
            <p:cNvSpPr/>
            <p:nvPr/>
          </p:nvSpPr>
          <p:spPr>
            <a:xfrm>
              <a:off x="1276350" y="2209800"/>
              <a:ext cx="126111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FFFFFF"/>
                  </a:solidFill>
                  <a:latin typeface="IBM Plex Sans SemiBold"/>
                  <a:ea typeface="IBM Plex Sans SemiBold"/>
                  <a:cs typeface="IBM Plex Sans SemiBold"/>
                </a:rPr>
                <a:t>Platform</a:t>
              </a:r>
              <a:endParaRPr lang="en-US" sz="1800" spc="-18" kern="0" b="0" i="0" dirty="0">
                <a:solidFill>
                  <a:srgbClr val="FFFFFF"/>
                </a:solidFill>
                <a:latin typeface="IBM Plex Sans SemiBold"/>
                <a:ea typeface="IBM Plex Sans SemiBold"/>
                <a:cs typeface="IBM Plex Sans SemiBold"/>
              </a:endParaRPr>
            </a:p>
          </p:txBody>
        </p:sp>
      </p:grpSp>
      <p:grpSp>
        <p:nvGrpSpPr>
          <p:cNvPr id="92" name="node02"/>
          <p:cNvGrpSpPr/>
          <p:nvPr/>
        </p:nvGrpSpPr>
        <p:grpSpPr>
          <a:xfrm>
            <a:off x="723900" y="2895600"/>
            <a:ext cx="1965960" cy="152400"/>
            <a:chOff x="723900" y="2895600"/>
            <a:chExt cx="1965960" cy="152400"/>
          </a:xfrm>
        </p:grpSpPr>
        <p:sp>
          <p:nvSpPr>
            <p:cNvPr id="9" name="node02.text"/>
            <p:cNvSpPr/>
            <p:nvPr/>
          </p:nvSpPr>
          <p:spPr>
            <a:xfrm>
              <a:off x="723900" y="2895600"/>
              <a:ext cx="196596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EVIDENCE REQUIRED</a:t>
              </a:r>
              <a:endParaRPr lang="en-US" sz="900" spc="54" kern="0" b="0" i="0" dirty="0">
                <a:solidFill>
                  <a:srgbClr val="0047FF"/>
                </a:solidFill>
                <a:latin typeface="IBM Plex Mono Medium"/>
                <a:ea typeface="IBM Plex Mono Medium"/>
                <a:cs typeface="IBM Plex Mono Medium"/>
              </a:endParaRPr>
            </a:p>
          </p:txBody>
        </p:sp>
      </p:grpSp>
      <p:grpSp>
        <p:nvGrpSpPr>
          <p:cNvPr id="93" name="node03"/>
          <p:cNvGrpSpPr/>
          <p:nvPr/>
        </p:nvGrpSpPr>
        <p:grpSpPr>
          <a:xfrm>
            <a:off x="723900" y="3124200"/>
            <a:ext cx="1965960" cy="1028700"/>
            <a:chOff x="723900" y="3124200"/>
            <a:chExt cx="1965960" cy="1028700"/>
          </a:xfrm>
        </p:grpSpPr>
        <p:sp>
          <p:nvSpPr>
            <p:cNvPr id="10" name="node03.source-001.bullet"/>
            <p:cNvSpPr/>
            <p:nvPr/>
          </p:nvSpPr>
          <p:spPr>
            <a:xfrm>
              <a:off x="723900" y="3213100"/>
              <a:ext cx="38100" cy="38100"/>
            </a:xfrm>
            <a:prstGeom prst="rect">
              <a:avLst/>
            </a:prstGeom>
            <a:solidFill>
              <a:srgbClr val="070154"/>
            </a:solidFill>
            <a:ln>
              <a:noFill/>
            </a:ln>
          </p:spPr>
        </p:sp>
        <p:sp>
          <p:nvSpPr>
            <p:cNvPr id="11" name="node03.source-001.text"/>
            <p:cNvSpPr/>
            <p:nvPr/>
          </p:nvSpPr>
          <p:spPr>
            <a:xfrm>
              <a:off x="876300" y="3124200"/>
              <a:ext cx="181356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Patterns validated</a:t>
              </a:r>
              <a:endParaRPr lang="en-US" sz="1200" spc="0" kern="0" b="0" i="0" dirty="0">
                <a:solidFill>
                  <a:srgbClr val="070154"/>
                </a:solidFill>
                <a:latin typeface="IBM Plex Sans"/>
                <a:ea typeface="IBM Plex Sans"/>
                <a:cs typeface="IBM Plex Sans"/>
              </a:endParaRPr>
            </a:p>
          </p:txBody>
        </p:sp>
        <p:sp>
          <p:nvSpPr>
            <p:cNvPr id="12" name="node03.source-002.bullet"/>
            <p:cNvSpPr/>
            <p:nvPr/>
          </p:nvSpPr>
          <p:spPr>
            <a:xfrm>
              <a:off x="723900" y="3479800"/>
              <a:ext cx="38100" cy="38100"/>
            </a:xfrm>
            <a:prstGeom prst="rect">
              <a:avLst/>
            </a:prstGeom>
            <a:solidFill>
              <a:srgbClr val="070154"/>
            </a:solidFill>
            <a:ln>
              <a:noFill/>
            </a:ln>
          </p:spPr>
        </p:sp>
        <p:sp>
          <p:nvSpPr>
            <p:cNvPr id="13" name="node03.source-002.text"/>
            <p:cNvSpPr/>
            <p:nvPr/>
          </p:nvSpPr>
          <p:spPr>
            <a:xfrm>
              <a:off x="876300" y="3390900"/>
              <a:ext cx="181356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Integrations reliable</a:t>
              </a:r>
              <a:endParaRPr lang="en-US" sz="1200" spc="0" kern="0" b="0" i="0" dirty="0">
                <a:solidFill>
                  <a:srgbClr val="070154"/>
                </a:solidFill>
                <a:latin typeface="IBM Plex Sans"/>
                <a:ea typeface="IBM Plex Sans"/>
                <a:cs typeface="IBM Plex Sans"/>
              </a:endParaRPr>
            </a:p>
          </p:txBody>
        </p:sp>
        <p:sp>
          <p:nvSpPr>
            <p:cNvPr id="14" name="node03.source-003.bullet"/>
            <p:cNvSpPr/>
            <p:nvPr/>
          </p:nvSpPr>
          <p:spPr>
            <a:xfrm>
              <a:off x="723900" y="3746500"/>
              <a:ext cx="38100" cy="38100"/>
            </a:xfrm>
            <a:prstGeom prst="rect">
              <a:avLst/>
            </a:prstGeom>
            <a:solidFill>
              <a:srgbClr val="070154"/>
            </a:solidFill>
            <a:ln>
              <a:noFill/>
            </a:ln>
          </p:spPr>
        </p:sp>
        <p:sp>
          <p:nvSpPr>
            <p:cNvPr id="15" name="node03.source-003.text"/>
            <p:cNvSpPr/>
            <p:nvPr/>
          </p:nvSpPr>
          <p:spPr>
            <a:xfrm>
              <a:off x="876300" y="3657600"/>
              <a:ext cx="181356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Exceptions understood</a:t>
              </a:r>
              <a:endParaRPr lang="en-US" sz="1200" spc="0" kern="0" b="0" i="0" dirty="0">
                <a:solidFill>
                  <a:srgbClr val="070154"/>
                </a:solidFill>
                <a:latin typeface="IBM Plex Sans"/>
                <a:ea typeface="IBM Plex Sans"/>
                <a:cs typeface="IBM Plex Sans"/>
              </a:endParaRPr>
            </a:p>
          </p:txBody>
        </p:sp>
        <p:sp>
          <p:nvSpPr>
            <p:cNvPr id="16" name="node03.source-004.bullet"/>
            <p:cNvSpPr/>
            <p:nvPr/>
          </p:nvSpPr>
          <p:spPr>
            <a:xfrm>
              <a:off x="723900" y="4013200"/>
              <a:ext cx="38100" cy="38100"/>
            </a:xfrm>
            <a:prstGeom prst="rect">
              <a:avLst/>
            </a:prstGeom>
            <a:solidFill>
              <a:srgbClr val="070154"/>
            </a:solidFill>
            <a:ln>
              <a:noFill/>
            </a:ln>
          </p:spPr>
        </p:sp>
        <p:sp>
          <p:nvSpPr>
            <p:cNvPr id="17" name="node03.source-004.text"/>
            <p:cNvSpPr/>
            <p:nvPr/>
          </p:nvSpPr>
          <p:spPr>
            <a:xfrm>
              <a:off x="876300" y="3924300"/>
              <a:ext cx="181356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Standards adopted</a:t>
              </a:r>
              <a:endParaRPr lang="en-US" sz="1200" spc="0" kern="0" b="0" i="0" dirty="0">
                <a:solidFill>
                  <a:srgbClr val="070154"/>
                </a:solidFill>
                <a:latin typeface="IBM Plex Sans"/>
                <a:ea typeface="IBM Plex Sans"/>
                <a:cs typeface="IBM Plex Sans"/>
              </a:endParaRPr>
            </a:p>
          </p:txBody>
        </p:sp>
      </p:grpSp>
      <p:grpSp>
        <p:nvGrpSpPr>
          <p:cNvPr id="94" name="node04"/>
          <p:cNvGrpSpPr/>
          <p:nvPr/>
        </p:nvGrpSpPr>
        <p:grpSpPr>
          <a:xfrm>
            <a:off x="723900" y="4343400"/>
            <a:ext cx="1965960" cy="152400"/>
            <a:chOff x="723900" y="4343400"/>
            <a:chExt cx="1965960" cy="152400"/>
          </a:xfrm>
        </p:grpSpPr>
        <p:sp>
          <p:nvSpPr>
            <p:cNvPr id="18" name="node04.text"/>
            <p:cNvSpPr/>
            <p:nvPr/>
          </p:nvSpPr>
          <p:spPr>
            <a:xfrm>
              <a:off x="723900" y="4343400"/>
              <a:ext cx="196596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ILLUSTRATIVE EXIT</a:t>
              </a:r>
              <a:endParaRPr lang="en-US" sz="900" spc="54" kern="0" b="0" i="0" dirty="0">
                <a:solidFill>
                  <a:srgbClr val="0047FF"/>
                </a:solidFill>
                <a:latin typeface="IBM Plex Mono Medium"/>
                <a:ea typeface="IBM Plex Mono Medium"/>
                <a:cs typeface="IBM Plex Mono Medium"/>
              </a:endParaRPr>
            </a:p>
          </p:txBody>
        </p:sp>
      </p:grpSp>
      <p:grpSp>
        <p:nvGrpSpPr>
          <p:cNvPr id="95" name="node05"/>
          <p:cNvGrpSpPr/>
          <p:nvPr/>
        </p:nvGrpSpPr>
        <p:grpSpPr>
          <a:xfrm>
            <a:off x="723900" y="4572000"/>
            <a:ext cx="1965960" cy="685800"/>
            <a:chOff x="723900" y="4572000"/>
            <a:chExt cx="1965960" cy="685800"/>
          </a:xfrm>
        </p:grpSpPr>
        <p:sp>
          <p:nvSpPr>
            <p:cNvPr id="19" name="node05.surface"/>
            <p:cNvSpPr/>
            <p:nvPr/>
          </p:nvSpPr>
          <p:spPr>
            <a:xfrm>
              <a:off x="723900" y="4572000"/>
              <a:ext cx="1965960" cy="685800"/>
            </a:xfrm>
            <a:prstGeom prst="rect">
              <a:avLst/>
            </a:prstGeom>
            <a:solidFill>
              <a:srgbClr val="E8EEF8"/>
            </a:solidFill>
            <a:ln>
              <a:noFill/>
            </a:ln>
          </p:spPr>
        </p:sp>
        <p:sp>
          <p:nvSpPr>
            <p:cNvPr id="20" name="node05.text"/>
            <p:cNvSpPr/>
            <p:nvPr/>
          </p:nvSpPr>
          <p:spPr>
            <a:xfrm>
              <a:off x="876300" y="4686300"/>
              <a:ext cx="166116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Priority patterns approved for GA</a:t>
              </a:r>
              <a:endParaRPr lang="en-US" sz="1200" spc="0" kern="0" b="0" i="0" dirty="0">
                <a:solidFill>
                  <a:srgbClr val="070154"/>
                </a:solidFill>
                <a:latin typeface="IBM Plex Sans"/>
                <a:ea typeface="IBM Plex Sans"/>
                <a:cs typeface="IBM Plex Sans"/>
              </a:endParaRPr>
            </a:p>
          </p:txBody>
        </p:sp>
      </p:grpSp>
      <p:grpSp>
        <p:nvGrpSpPr>
          <p:cNvPr id="96" name="node06"/>
          <p:cNvGrpSpPr/>
          <p:nvPr/>
        </p:nvGrpSpPr>
        <p:grpSpPr>
          <a:xfrm>
            <a:off x="723900" y="5410200"/>
            <a:ext cx="1965960" cy="152400"/>
            <a:chOff x="723900" y="5410200"/>
            <a:chExt cx="1965960" cy="152400"/>
          </a:xfrm>
        </p:grpSpPr>
        <p:sp>
          <p:nvSpPr>
            <p:cNvPr id="21" name="node06.text"/>
            <p:cNvSpPr/>
            <p:nvPr/>
          </p:nvSpPr>
          <p:spPr>
            <a:xfrm>
              <a:off x="723900" y="5410200"/>
              <a:ext cx="196596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DECISION OWNER</a:t>
              </a:r>
              <a:endParaRPr lang="en-US" sz="900" spc="54" kern="0" b="0" i="0" dirty="0">
                <a:solidFill>
                  <a:srgbClr val="0047FF"/>
                </a:solidFill>
                <a:latin typeface="IBM Plex Mono Medium"/>
                <a:ea typeface="IBM Plex Mono Medium"/>
                <a:cs typeface="IBM Plex Mono Medium"/>
              </a:endParaRPr>
            </a:p>
          </p:txBody>
        </p:sp>
      </p:grpSp>
      <p:grpSp>
        <p:nvGrpSpPr>
          <p:cNvPr id="97" name="node07"/>
          <p:cNvGrpSpPr/>
          <p:nvPr/>
        </p:nvGrpSpPr>
        <p:grpSpPr>
          <a:xfrm>
            <a:off x="723900" y="5638800"/>
            <a:ext cx="1965960" cy="228600"/>
            <a:chOff x="723900" y="5638800"/>
            <a:chExt cx="1965960" cy="228600"/>
          </a:xfrm>
        </p:grpSpPr>
        <p:sp>
          <p:nvSpPr>
            <p:cNvPr id="22" name="node07.text"/>
            <p:cNvSpPr/>
            <p:nvPr/>
          </p:nvSpPr>
          <p:spPr>
            <a:xfrm>
              <a:off x="723900" y="5638800"/>
              <a:ext cx="196596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Chief architect</a:t>
              </a:r>
              <a:endParaRPr lang="en-US" sz="1200" spc="0" kern="0" b="0" i="0" dirty="0">
                <a:solidFill>
                  <a:srgbClr val="070154"/>
                </a:solidFill>
                <a:latin typeface="IBM Plex Sans"/>
                <a:ea typeface="IBM Plex Sans"/>
                <a:cs typeface="IBM Plex Sans"/>
              </a:endParaRPr>
            </a:p>
          </p:txBody>
        </p:sp>
      </p:grpSp>
      <p:grpSp>
        <p:nvGrpSpPr>
          <p:cNvPr id="98" name="node08"/>
          <p:cNvGrpSpPr/>
          <p:nvPr/>
        </p:nvGrpSpPr>
        <p:grpSpPr>
          <a:xfrm>
            <a:off x="2918460" y="2057400"/>
            <a:ext cx="1965960" cy="685800"/>
            <a:chOff x="2918460" y="2057400"/>
            <a:chExt cx="1965960" cy="685800"/>
          </a:xfrm>
        </p:grpSpPr>
        <p:sp>
          <p:nvSpPr>
            <p:cNvPr id="23" name="node08.container"/>
            <p:cNvSpPr/>
            <p:nvPr/>
          </p:nvSpPr>
          <p:spPr>
            <a:xfrm>
              <a:off x="2918460" y="2057400"/>
              <a:ext cx="1965960" cy="685800"/>
            </a:xfrm>
            <a:prstGeom prst="rect">
              <a:avLst/>
            </a:prstGeom>
            <a:solidFill>
              <a:srgbClr val="070154"/>
            </a:solidFill>
            <a:ln>
              <a:noFill/>
            </a:ln>
          </p:spPr>
        </p:sp>
        <p:sp>
          <p:nvSpPr>
            <p:cNvPr id="24" name="node08.number"/>
            <p:cNvSpPr/>
            <p:nvPr/>
          </p:nvSpPr>
          <p:spPr>
            <a:xfrm>
              <a:off x="3070860" y="22098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F900D3"/>
                  </a:solidFill>
                  <a:latin typeface="IBM Plex Mono SemiBold"/>
                  <a:ea typeface="IBM Plex Mono SemiBold"/>
                  <a:cs typeface="IBM Plex Mono SemiBold"/>
                </a:rPr>
                <a:t>02</a:t>
              </a:r>
              <a:endParaRPr lang="en-US" sz="1800" spc="0" kern="0" b="0" i="0" dirty="0">
                <a:solidFill>
                  <a:srgbClr val="F900D3"/>
                </a:solidFill>
                <a:latin typeface="IBM Plex Mono SemiBold"/>
                <a:ea typeface="IBM Plex Mono SemiBold"/>
                <a:cs typeface="IBM Plex Mono SemiBold"/>
              </a:endParaRPr>
            </a:p>
          </p:txBody>
        </p:sp>
        <p:sp>
          <p:nvSpPr>
            <p:cNvPr id="25" name="node08.title"/>
            <p:cNvSpPr/>
            <p:nvPr/>
          </p:nvSpPr>
          <p:spPr>
            <a:xfrm>
              <a:off x="3470910" y="2209800"/>
              <a:ext cx="126111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FFFFFF"/>
                  </a:solidFill>
                  <a:latin typeface="IBM Plex Sans SemiBold"/>
                  <a:ea typeface="IBM Plex Sans SemiBold"/>
                  <a:cs typeface="IBM Plex Sans SemiBold"/>
                </a:rPr>
                <a:t>Operations</a:t>
              </a:r>
              <a:endParaRPr lang="en-US" sz="1800" spc="-18" kern="0" b="0" i="0" dirty="0">
                <a:solidFill>
                  <a:srgbClr val="FFFFFF"/>
                </a:solidFill>
                <a:latin typeface="IBM Plex Sans SemiBold"/>
                <a:ea typeface="IBM Plex Sans SemiBold"/>
                <a:cs typeface="IBM Plex Sans SemiBold"/>
              </a:endParaRPr>
            </a:p>
          </p:txBody>
        </p:sp>
      </p:grpSp>
      <p:grpSp>
        <p:nvGrpSpPr>
          <p:cNvPr id="99" name="node09"/>
          <p:cNvGrpSpPr/>
          <p:nvPr/>
        </p:nvGrpSpPr>
        <p:grpSpPr>
          <a:xfrm>
            <a:off x="2918460" y="2895600"/>
            <a:ext cx="1965960" cy="152400"/>
            <a:chOff x="2918460" y="2895600"/>
            <a:chExt cx="1965960" cy="152400"/>
          </a:xfrm>
        </p:grpSpPr>
        <p:sp>
          <p:nvSpPr>
            <p:cNvPr id="26" name="node09.text"/>
            <p:cNvSpPr/>
            <p:nvPr/>
          </p:nvSpPr>
          <p:spPr>
            <a:xfrm>
              <a:off x="2918460" y="2895600"/>
              <a:ext cx="196596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EVIDENCE REQUIRED</a:t>
              </a:r>
              <a:endParaRPr lang="en-US" sz="900" spc="54" kern="0" b="0" i="0" dirty="0">
                <a:solidFill>
                  <a:srgbClr val="0047FF"/>
                </a:solidFill>
                <a:latin typeface="IBM Plex Mono Medium"/>
                <a:ea typeface="IBM Plex Mono Medium"/>
                <a:cs typeface="IBM Plex Mono Medium"/>
              </a:endParaRPr>
            </a:p>
          </p:txBody>
        </p:sp>
      </p:grpSp>
      <p:grpSp>
        <p:nvGrpSpPr>
          <p:cNvPr id="100" name="node10"/>
          <p:cNvGrpSpPr/>
          <p:nvPr/>
        </p:nvGrpSpPr>
        <p:grpSpPr>
          <a:xfrm>
            <a:off x="2918460" y="3124200"/>
            <a:ext cx="1965960" cy="1028700"/>
            <a:chOff x="2918460" y="3124200"/>
            <a:chExt cx="1965960" cy="1028700"/>
          </a:xfrm>
        </p:grpSpPr>
        <p:sp>
          <p:nvSpPr>
            <p:cNvPr id="27" name="node10.source-001.bullet"/>
            <p:cNvSpPr/>
            <p:nvPr/>
          </p:nvSpPr>
          <p:spPr>
            <a:xfrm>
              <a:off x="2918460" y="3213100"/>
              <a:ext cx="38100" cy="38100"/>
            </a:xfrm>
            <a:prstGeom prst="rect">
              <a:avLst/>
            </a:prstGeom>
            <a:solidFill>
              <a:srgbClr val="070154"/>
            </a:solidFill>
            <a:ln>
              <a:noFill/>
            </a:ln>
          </p:spPr>
        </p:sp>
        <p:sp>
          <p:nvSpPr>
            <p:cNvPr id="28" name="node10.source-001.text"/>
            <p:cNvSpPr/>
            <p:nvPr/>
          </p:nvSpPr>
          <p:spPr>
            <a:xfrm>
              <a:off x="3070860" y="3124200"/>
              <a:ext cx="181356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Provisioning automated</a:t>
              </a:r>
              <a:endParaRPr lang="en-US" sz="1200" spc="0" kern="0" b="0" i="0" dirty="0">
                <a:solidFill>
                  <a:srgbClr val="070154"/>
                </a:solidFill>
                <a:latin typeface="IBM Plex Sans"/>
                <a:ea typeface="IBM Plex Sans"/>
                <a:cs typeface="IBM Plex Sans"/>
              </a:endParaRPr>
            </a:p>
          </p:txBody>
        </p:sp>
        <p:sp>
          <p:nvSpPr>
            <p:cNvPr id="29" name="node10.source-002.bullet"/>
            <p:cNvSpPr/>
            <p:nvPr/>
          </p:nvSpPr>
          <p:spPr>
            <a:xfrm>
              <a:off x="2918460" y="3479800"/>
              <a:ext cx="38100" cy="38100"/>
            </a:xfrm>
            <a:prstGeom prst="rect">
              <a:avLst/>
            </a:prstGeom>
            <a:solidFill>
              <a:srgbClr val="070154"/>
            </a:solidFill>
            <a:ln>
              <a:noFill/>
            </a:ln>
          </p:spPr>
        </p:sp>
        <p:sp>
          <p:nvSpPr>
            <p:cNvPr id="30" name="node10.source-002.text"/>
            <p:cNvSpPr/>
            <p:nvPr/>
          </p:nvSpPr>
          <p:spPr>
            <a:xfrm>
              <a:off x="3070860" y="3390900"/>
              <a:ext cx="181356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Telemetry active</a:t>
              </a:r>
              <a:endParaRPr lang="en-US" sz="1200" spc="0" kern="0" b="0" i="0" dirty="0">
                <a:solidFill>
                  <a:srgbClr val="070154"/>
                </a:solidFill>
                <a:latin typeface="IBM Plex Sans"/>
                <a:ea typeface="IBM Plex Sans"/>
                <a:cs typeface="IBM Plex Sans"/>
              </a:endParaRPr>
            </a:p>
          </p:txBody>
        </p:sp>
        <p:sp>
          <p:nvSpPr>
            <p:cNvPr id="31" name="node10.source-003.bullet"/>
            <p:cNvSpPr/>
            <p:nvPr/>
          </p:nvSpPr>
          <p:spPr>
            <a:xfrm>
              <a:off x="2918460" y="3746500"/>
              <a:ext cx="38100" cy="38100"/>
            </a:xfrm>
            <a:prstGeom prst="rect">
              <a:avLst/>
            </a:prstGeom>
            <a:solidFill>
              <a:srgbClr val="070154"/>
            </a:solidFill>
            <a:ln>
              <a:noFill/>
            </a:ln>
          </p:spPr>
        </p:sp>
        <p:sp>
          <p:nvSpPr>
            <p:cNvPr id="32" name="node10.source-003.text"/>
            <p:cNvSpPr/>
            <p:nvPr/>
          </p:nvSpPr>
          <p:spPr>
            <a:xfrm>
              <a:off x="3070860" y="3657600"/>
              <a:ext cx="181356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Runbooks exercised</a:t>
              </a:r>
              <a:endParaRPr lang="en-US" sz="1200" spc="0" kern="0" b="0" i="0" dirty="0">
                <a:solidFill>
                  <a:srgbClr val="070154"/>
                </a:solidFill>
                <a:latin typeface="IBM Plex Sans"/>
                <a:ea typeface="IBM Plex Sans"/>
                <a:cs typeface="IBM Plex Sans"/>
              </a:endParaRPr>
            </a:p>
          </p:txBody>
        </p:sp>
        <p:sp>
          <p:nvSpPr>
            <p:cNvPr id="33" name="node10.source-004.bullet"/>
            <p:cNvSpPr/>
            <p:nvPr/>
          </p:nvSpPr>
          <p:spPr>
            <a:xfrm>
              <a:off x="2918460" y="4013200"/>
              <a:ext cx="38100" cy="38100"/>
            </a:xfrm>
            <a:prstGeom prst="rect">
              <a:avLst/>
            </a:prstGeom>
            <a:solidFill>
              <a:srgbClr val="070154"/>
            </a:solidFill>
            <a:ln>
              <a:noFill/>
            </a:ln>
          </p:spPr>
        </p:sp>
        <p:sp>
          <p:nvSpPr>
            <p:cNvPr id="34" name="node10.source-004.text"/>
            <p:cNvSpPr/>
            <p:nvPr/>
          </p:nvSpPr>
          <p:spPr>
            <a:xfrm>
              <a:off x="3070860" y="3924300"/>
              <a:ext cx="181356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Alerts routed</a:t>
              </a:r>
              <a:endParaRPr lang="en-US" sz="1200" spc="0" kern="0" b="0" i="0" dirty="0">
                <a:solidFill>
                  <a:srgbClr val="070154"/>
                </a:solidFill>
                <a:latin typeface="IBM Plex Sans"/>
                <a:ea typeface="IBM Plex Sans"/>
                <a:cs typeface="IBM Plex Sans"/>
              </a:endParaRPr>
            </a:p>
          </p:txBody>
        </p:sp>
      </p:grpSp>
      <p:grpSp>
        <p:nvGrpSpPr>
          <p:cNvPr id="101" name="node11"/>
          <p:cNvGrpSpPr/>
          <p:nvPr/>
        </p:nvGrpSpPr>
        <p:grpSpPr>
          <a:xfrm>
            <a:off x="2918460" y="4343400"/>
            <a:ext cx="1965960" cy="152400"/>
            <a:chOff x="2918460" y="4343400"/>
            <a:chExt cx="1965960" cy="152400"/>
          </a:xfrm>
        </p:grpSpPr>
        <p:sp>
          <p:nvSpPr>
            <p:cNvPr id="35" name="node11.text"/>
            <p:cNvSpPr/>
            <p:nvPr/>
          </p:nvSpPr>
          <p:spPr>
            <a:xfrm>
              <a:off x="2918460" y="4343400"/>
              <a:ext cx="196596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ILLUSTRATIVE EXIT</a:t>
              </a:r>
              <a:endParaRPr lang="en-US" sz="900" spc="54" kern="0" b="0" i="0" dirty="0">
                <a:solidFill>
                  <a:srgbClr val="0047FF"/>
                </a:solidFill>
                <a:latin typeface="IBM Plex Mono Medium"/>
                <a:ea typeface="IBM Plex Mono Medium"/>
                <a:cs typeface="IBM Plex Mono Medium"/>
              </a:endParaRPr>
            </a:p>
          </p:txBody>
        </p:sp>
      </p:grpSp>
      <p:grpSp>
        <p:nvGrpSpPr>
          <p:cNvPr id="102" name="node12"/>
          <p:cNvGrpSpPr/>
          <p:nvPr/>
        </p:nvGrpSpPr>
        <p:grpSpPr>
          <a:xfrm>
            <a:off x="2918460" y="4572000"/>
            <a:ext cx="1965960" cy="685800"/>
            <a:chOff x="2918460" y="4572000"/>
            <a:chExt cx="1965960" cy="685800"/>
          </a:xfrm>
        </p:grpSpPr>
        <p:sp>
          <p:nvSpPr>
            <p:cNvPr id="36" name="node12.surface"/>
            <p:cNvSpPr/>
            <p:nvPr/>
          </p:nvSpPr>
          <p:spPr>
            <a:xfrm>
              <a:off x="2918460" y="4572000"/>
              <a:ext cx="1965960" cy="685800"/>
            </a:xfrm>
            <a:prstGeom prst="rect">
              <a:avLst/>
            </a:prstGeom>
            <a:solidFill>
              <a:srgbClr val="E8EEF8"/>
            </a:solidFill>
            <a:ln>
              <a:noFill/>
            </a:ln>
          </p:spPr>
        </p:sp>
        <p:sp>
          <p:nvSpPr>
            <p:cNvPr id="37" name="node12.text"/>
            <p:cNvSpPr/>
            <p:nvPr/>
          </p:nvSpPr>
          <p:spPr>
            <a:xfrm>
              <a:off x="3070860" y="4686300"/>
              <a:ext cx="166116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Core services supportable</a:t>
              </a:r>
              <a:endParaRPr lang="en-US" sz="1200" spc="0" kern="0" b="0" i="0" dirty="0">
                <a:solidFill>
                  <a:srgbClr val="070154"/>
                </a:solidFill>
                <a:latin typeface="IBM Plex Sans"/>
                <a:ea typeface="IBM Plex Sans"/>
                <a:cs typeface="IBM Plex Sans"/>
              </a:endParaRPr>
            </a:p>
          </p:txBody>
        </p:sp>
      </p:grpSp>
      <p:grpSp>
        <p:nvGrpSpPr>
          <p:cNvPr id="103" name="node13"/>
          <p:cNvGrpSpPr/>
          <p:nvPr/>
        </p:nvGrpSpPr>
        <p:grpSpPr>
          <a:xfrm>
            <a:off x="2918460" y="5410200"/>
            <a:ext cx="1965960" cy="152400"/>
            <a:chOff x="2918460" y="5410200"/>
            <a:chExt cx="1965960" cy="152400"/>
          </a:xfrm>
        </p:grpSpPr>
        <p:sp>
          <p:nvSpPr>
            <p:cNvPr id="38" name="node13.text"/>
            <p:cNvSpPr/>
            <p:nvPr/>
          </p:nvSpPr>
          <p:spPr>
            <a:xfrm>
              <a:off x="2918460" y="5410200"/>
              <a:ext cx="196596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DECISION OWNER</a:t>
              </a:r>
              <a:endParaRPr lang="en-US" sz="900" spc="54" kern="0" b="0" i="0" dirty="0">
                <a:solidFill>
                  <a:srgbClr val="0047FF"/>
                </a:solidFill>
                <a:latin typeface="IBM Plex Mono Medium"/>
                <a:ea typeface="IBM Plex Mono Medium"/>
                <a:cs typeface="IBM Plex Mono Medium"/>
              </a:endParaRPr>
            </a:p>
          </p:txBody>
        </p:sp>
      </p:grpSp>
      <p:grpSp>
        <p:nvGrpSpPr>
          <p:cNvPr id="104" name="node14"/>
          <p:cNvGrpSpPr/>
          <p:nvPr/>
        </p:nvGrpSpPr>
        <p:grpSpPr>
          <a:xfrm>
            <a:off x="2918460" y="5638800"/>
            <a:ext cx="1965960" cy="228600"/>
            <a:chOff x="2918460" y="5638800"/>
            <a:chExt cx="1965960" cy="228600"/>
          </a:xfrm>
        </p:grpSpPr>
        <p:sp>
          <p:nvSpPr>
            <p:cNvPr id="39" name="node14.text"/>
            <p:cNvSpPr/>
            <p:nvPr/>
          </p:nvSpPr>
          <p:spPr>
            <a:xfrm>
              <a:off x="2918460" y="5638800"/>
              <a:ext cx="196596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Platform owner</a:t>
              </a:r>
              <a:endParaRPr lang="en-US" sz="1200" spc="0" kern="0" b="0" i="0" dirty="0">
                <a:solidFill>
                  <a:srgbClr val="070154"/>
                </a:solidFill>
                <a:latin typeface="IBM Plex Sans"/>
                <a:ea typeface="IBM Plex Sans"/>
                <a:cs typeface="IBM Plex Sans"/>
              </a:endParaRPr>
            </a:p>
          </p:txBody>
        </p:sp>
      </p:grpSp>
      <p:grpSp>
        <p:nvGrpSpPr>
          <p:cNvPr id="105" name="node15"/>
          <p:cNvGrpSpPr/>
          <p:nvPr/>
        </p:nvGrpSpPr>
        <p:grpSpPr>
          <a:xfrm>
            <a:off x="5113020" y="2057400"/>
            <a:ext cx="1965960" cy="685800"/>
            <a:chOff x="5113020" y="2057400"/>
            <a:chExt cx="1965960" cy="685800"/>
          </a:xfrm>
        </p:grpSpPr>
        <p:sp>
          <p:nvSpPr>
            <p:cNvPr id="40" name="node15.container"/>
            <p:cNvSpPr/>
            <p:nvPr/>
          </p:nvSpPr>
          <p:spPr>
            <a:xfrm>
              <a:off x="5113020" y="2057400"/>
              <a:ext cx="1965960" cy="685800"/>
            </a:xfrm>
            <a:prstGeom prst="rect">
              <a:avLst/>
            </a:prstGeom>
            <a:solidFill>
              <a:srgbClr val="070154"/>
            </a:solidFill>
            <a:ln>
              <a:noFill/>
            </a:ln>
          </p:spPr>
        </p:sp>
        <p:sp>
          <p:nvSpPr>
            <p:cNvPr id="41" name="node15.number"/>
            <p:cNvSpPr/>
            <p:nvPr/>
          </p:nvSpPr>
          <p:spPr>
            <a:xfrm>
              <a:off x="5265420" y="22098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F900D3"/>
                  </a:solidFill>
                  <a:latin typeface="IBM Plex Mono SemiBold"/>
                  <a:ea typeface="IBM Plex Mono SemiBold"/>
                  <a:cs typeface="IBM Plex Mono SemiBold"/>
                </a:rPr>
                <a:t>03</a:t>
              </a:r>
              <a:endParaRPr lang="en-US" sz="1800" spc="0" kern="0" b="0" i="0" dirty="0">
                <a:solidFill>
                  <a:srgbClr val="F900D3"/>
                </a:solidFill>
                <a:latin typeface="IBM Plex Mono SemiBold"/>
                <a:ea typeface="IBM Plex Mono SemiBold"/>
                <a:cs typeface="IBM Plex Mono SemiBold"/>
              </a:endParaRPr>
            </a:p>
          </p:txBody>
        </p:sp>
        <p:sp>
          <p:nvSpPr>
            <p:cNvPr id="42" name="node15.title"/>
            <p:cNvSpPr/>
            <p:nvPr/>
          </p:nvSpPr>
          <p:spPr>
            <a:xfrm>
              <a:off x="5665470" y="2209800"/>
              <a:ext cx="126111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FFFFFF"/>
                  </a:solidFill>
                  <a:latin typeface="IBM Plex Sans SemiBold"/>
                  <a:ea typeface="IBM Plex Sans SemiBold"/>
                  <a:cs typeface="IBM Plex Sans SemiBold"/>
                </a:rPr>
                <a:t>Governance</a:t>
              </a:r>
              <a:endParaRPr lang="en-US" sz="1800" spc="-18" kern="0" b="0" i="0" dirty="0">
                <a:solidFill>
                  <a:srgbClr val="FFFFFF"/>
                </a:solidFill>
                <a:latin typeface="IBM Plex Sans SemiBold"/>
                <a:ea typeface="IBM Plex Sans SemiBold"/>
                <a:cs typeface="IBM Plex Sans SemiBold"/>
              </a:endParaRPr>
            </a:p>
          </p:txBody>
        </p:sp>
      </p:grpSp>
      <p:grpSp>
        <p:nvGrpSpPr>
          <p:cNvPr id="106" name="node16"/>
          <p:cNvGrpSpPr/>
          <p:nvPr/>
        </p:nvGrpSpPr>
        <p:grpSpPr>
          <a:xfrm>
            <a:off x="5113020" y="2895600"/>
            <a:ext cx="1965960" cy="152400"/>
            <a:chOff x="5113020" y="2895600"/>
            <a:chExt cx="1965960" cy="152400"/>
          </a:xfrm>
        </p:grpSpPr>
        <p:sp>
          <p:nvSpPr>
            <p:cNvPr id="43" name="node16.text"/>
            <p:cNvSpPr/>
            <p:nvPr/>
          </p:nvSpPr>
          <p:spPr>
            <a:xfrm>
              <a:off x="5113020" y="2895600"/>
              <a:ext cx="196596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EVIDENCE REQUIRED</a:t>
              </a:r>
              <a:endParaRPr lang="en-US" sz="900" spc="54" kern="0" b="0" i="0" dirty="0">
                <a:solidFill>
                  <a:srgbClr val="0047FF"/>
                </a:solidFill>
                <a:latin typeface="IBM Plex Mono Medium"/>
                <a:ea typeface="IBM Plex Mono Medium"/>
                <a:cs typeface="IBM Plex Mono Medium"/>
              </a:endParaRPr>
            </a:p>
          </p:txBody>
        </p:sp>
      </p:grpSp>
      <p:grpSp>
        <p:nvGrpSpPr>
          <p:cNvPr id="107" name="node17"/>
          <p:cNvGrpSpPr/>
          <p:nvPr/>
        </p:nvGrpSpPr>
        <p:grpSpPr>
          <a:xfrm>
            <a:off x="5113020" y="3124200"/>
            <a:ext cx="1965960" cy="1028700"/>
            <a:chOff x="5113020" y="3124200"/>
            <a:chExt cx="1965960" cy="1028700"/>
          </a:xfrm>
        </p:grpSpPr>
        <p:sp>
          <p:nvSpPr>
            <p:cNvPr id="44" name="node17.source-001.bullet"/>
            <p:cNvSpPr/>
            <p:nvPr/>
          </p:nvSpPr>
          <p:spPr>
            <a:xfrm>
              <a:off x="5113020" y="3213100"/>
              <a:ext cx="38100" cy="38100"/>
            </a:xfrm>
            <a:prstGeom prst="rect">
              <a:avLst/>
            </a:prstGeom>
            <a:solidFill>
              <a:srgbClr val="070154"/>
            </a:solidFill>
            <a:ln>
              <a:noFill/>
            </a:ln>
          </p:spPr>
        </p:sp>
        <p:sp>
          <p:nvSpPr>
            <p:cNvPr id="45" name="node17.source-001.text"/>
            <p:cNvSpPr/>
            <p:nvPr/>
          </p:nvSpPr>
          <p:spPr>
            <a:xfrm>
              <a:off x="5265420" y="3124200"/>
              <a:ext cx="181356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Controls applied</a:t>
              </a:r>
              <a:endParaRPr lang="en-US" sz="1200" spc="0" kern="0" b="0" i="0" dirty="0">
                <a:solidFill>
                  <a:srgbClr val="070154"/>
                </a:solidFill>
                <a:latin typeface="IBM Plex Sans"/>
                <a:ea typeface="IBM Plex Sans"/>
                <a:cs typeface="IBM Plex Sans"/>
              </a:endParaRPr>
            </a:p>
          </p:txBody>
        </p:sp>
        <p:sp>
          <p:nvSpPr>
            <p:cNvPr id="46" name="node17.source-002.bullet"/>
            <p:cNvSpPr/>
            <p:nvPr/>
          </p:nvSpPr>
          <p:spPr>
            <a:xfrm>
              <a:off x="5113020" y="3479800"/>
              <a:ext cx="38100" cy="38100"/>
            </a:xfrm>
            <a:prstGeom prst="rect">
              <a:avLst/>
            </a:prstGeom>
            <a:solidFill>
              <a:srgbClr val="070154"/>
            </a:solidFill>
            <a:ln>
              <a:noFill/>
            </a:ln>
          </p:spPr>
        </p:sp>
        <p:sp>
          <p:nvSpPr>
            <p:cNvPr id="47" name="node17.source-002.text"/>
            <p:cNvSpPr/>
            <p:nvPr/>
          </p:nvSpPr>
          <p:spPr>
            <a:xfrm>
              <a:off x="5265420" y="3390900"/>
              <a:ext cx="181356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Lineage and evidence</a:t>
              </a:r>
              <a:endParaRPr lang="en-US" sz="1200" spc="0" kern="0" b="0" i="0" dirty="0">
                <a:solidFill>
                  <a:srgbClr val="070154"/>
                </a:solidFill>
                <a:latin typeface="IBM Plex Sans"/>
                <a:ea typeface="IBM Plex Sans"/>
                <a:cs typeface="IBM Plex Sans"/>
              </a:endParaRPr>
            </a:p>
          </p:txBody>
        </p:sp>
        <p:sp>
          <p:nvSpPr>
            <p:cNvPr id="48" name="node17.source-003.bullet"/>
            <p:cNvSpPr/>
            <p:nvPr/>
          </p:nvSpPr>
          <p:spPr>
            <a:xfrm>
              <a:off x="5113020" y="3746500"/>
              <a:ext cx="38100" cy="38100"/>
            </a:xfrm>
            <a:prstGeom prst="rect">
              <a:avLst/>
            </a:prstGeom>
            <a:solidFill>
              <a:srgbClr val="070154"/>
            </a:solidFill>
            <a:ln>
              <a:noFill/>
            </a:ln>
          </p:spPr>
        </p:sp>
        <p:sp>
          <p:nvSpPr>
            <p:cNvPr id="49" name="node17.source-003.text"/>
            <p:cNvSpPr/>
            <p:nvPr/>
          </p:nvSpPr>
          <p:spPr>
            <a:xfrm>
              <a:off x="5265420" y="3657600"/>
              <a:ext cx="181356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Access reviews done</a:t>
              </a:r>
              <a:endParaRPr lang="en-US" sz="1200" spc="0" kern="0" b="0" i="0" dirty="0">
                <a:solidFill>
                  <a:srgbClr val="070154"/>
                </a:solidFill>
                <a:latin typeface="IBM Plex Sans"/>
                <a:ea typeface="IBM Plex Sans"/>
                <a:cs typeface="IBM Plex Sans"/>
              </a:endParaRPr>
            </a:p>
          </p:txBody>
        </p:sp>
        <p:sp>
          <p:nvSpPr>
            <p:cNvPr id="50" name="node17.source-004.bullet"/>
            <p:cNvSpPr/>
            <p:nvPr/>
          </p:nvSpPr>
          <p:spPr>
            <a:xfrm>
              <a:off x="5113020" y="4013200"/>
              <a:ext cx="38100" cy="38100"/>
            </a:xfrm>
            <a:prstGeom prst="rect">
              <a:avLst/>
            </a:prstGeom>
            <a:solidFill>
              <a:srgbClr val="070154"/>
            </a:solidFill>
            <a:ln>
              <a:noFill/>
            </a:ln>
          </p:spPr>
        </p:sp>
        <p:sp>
          <p:nvSpPr>
            <p:cNvPr id="51" name="node17.source-004.text"/>
            <p:cNvSpPr/>
            <p:nvPr/>
          </p:nvSpPr>
          <p:spPr>
            <a:xfrm>
              <a:off x="5265420" y="3924300"/>
              <a:ext cx="181356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Gaps closed</a:t>
              </a:r>
              <a:endParaRPr lang="en-US" sz="1200" spc="0" kern="0" b="0" i="0" dirty="0">
                <a:solidFill>
                  <a:srgbClr val="070154"/>
                </a:solidFill>
                <a:latin typeface="IBM Plex Sans"/>
                <a:ea typeface="IBM Plex Sans"/>
                <a:cs typeface="IBM Plex Sans"/>
              </a:endParaRPr>
            </a:p>
          </p:txBody>
        </p:sp>
      </p:grpSp>
      <p:grpSp>
        <p:nvGrpSpPr>
          <p:cNvPr id="108" name="node18"/>
          <p:cNvGrpSpPr/>
          <p:nvPr/>
        </p:nvGrpSpPr>
        <p:grpSpPr>
          <a:xfrm>
            <a:off x="5113020" y="4343400"/>
            <a:ext cx="1965960" cy="152400"/>
            <a:chOff x="5113020" y="4343400"/>
            <a:chExt cx="1965960" cy="152400"/>
          </a:xfrm>
        </p:grpSpPr>
        <p:sp>
          <p:nvSpPr>
            <p:cNvPr id="52" name="node18.text"/>
            <p:cNvSpPr/>
            <p:nvPr/>
          </p:nvSpPr>
          <p:spPr>
            <a:xfrm>
              <a:off x="5113020" y="4343400"/>
              <a:ext cx="196596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ILLUSTRATIVE EXIT</a:t>
              </a:r>
              <a:endParaRPr lang="en-US" sz="900" spc="54" kern="0" b="0" i="0" dirty="0">
                <a:solidFill>
                  <a:srgbClr val="0047FF"/>
                </a:solidFill>
                <a:latin typeface="IBM Plex Mono Medium"/>
                <a:ea typeface="IBM Plex Mono Medium"/>
                <a:cs typeface="IBM Plex Mono Medium"/>
              </a:endParaRPr>
            </a:p>
          </p:txBody>
        </p:sp>
      </p:grpSp>
      <p:grpSp>
        <p:nvGrpSpPr>
          <p:cNvPr id="109" name="node19"/>
          <p:cNvGrpSpPr/>
          <p:nvPr/>
        </p:nvGrpSpPr>
        <p:grpSpPr>
          <a:xfrm>
            <a:off x="5113020" y="4572000"/>
            <a:ext cx="1965960" cy="685800"/>
            <a:chOff x="5113020" y="4572000"/>
            <a:chExt cx="1965960" cy="685800"/>
          </a:xfrm>
        </p:grpSpPr>
        <p:sp>
          <p:nvSpPr>
            <p:cNvPr id="53" name="node19.surface"/>
            <p:cNvSpPr/>
            <p:nvPr/>
          </p:nvSpPr>
          <p:spPr>
            <a:xfrm>
              <a:off x="5113020" y="4572000"/>
              <a:ext cx="1965960" cy="685800"/>
            </a:xfrm>
            <a:prstGeom prst="rect">
              <a:avLst/>
            </a:prstGeom>
            <a:solidFill>
              <a:srgbClr val="E8EEF8"/>
            </a:solidFill>
            <a:ln>
              <a:noFill/>
            </a:ln>
          </p:spPr>
        </p:sp>
        <p:sp>
          <p:nvSpPr>
            <p:cNvPr id="54" name="node19.text"/>
            <p:cNvSpPr/>
            <p:nvPr/>
          </p:nvSpPr>
          <p:spPr>
            <a:xfrm>
              <a:off x="5265420" y="4686300"/>
              <a:ext cx="166116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No unresolved critical gaps</a:t>
              </a:r>
              <a:endParaRPr lang="en-US" sz="1200" spc="0" kern="0" b="0" i="0" dirty="0">
                <a:solidFill>
                  <a:srgbClr val="070154"/>
                </a:solidFill>
                <a:latin typeface="IBM Plex Sans"/>
                <a:ea typeface="IBM Plex Sans"/>
                <a:cs typeface="IBM Plex Sans"/>
              </a:endParaRPr>
            </a:p>
          </p:txBody>
        </p:sp>
      </p:grpSp>
      <p:grpSp>
        <p:nvGrpSpPr>
          <p:cNvPr id="110" name="node20"/>
          <p:cNvGrpSpPr/>
          <p:nvPr/>
        </p:nvGrpSpPr>
        <p:grpSpPr>
          <a:xfrm>
            <a:off x="5113020" y="5410200"/>
            <a:ext cx="1965960" cy="152400"/>
            <a:chOff x="5113020" y="5410200"/>
            <a:chExt cx="1965960" cy="152400"/>
          </a:xfrm>
        </p:grpSpPr>
        <p:sp>
          <p:nvSpPr>
            <p:cNvPr id="55" name="node20.text"/>
            <p:cNvSpPr/>
            <p:nvPr/>
          </p:nvSpPr>
          <p:spPr>
            <a:xfrm>
              <a:off x="5113020" y="5410200"/>
              <a:ext cx="196596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DECISION OWNER</a:t>
              </a:r>
              <a:endParaRPr lang="en-US" sz="900" spc="54" kern="0" b="0" i="0" dirty="0">
                <a:solidFill>
                  <a:srgbClr val="0047FF"/>
                </a:solidFill>
                <a:latin typeface="IBM Plex Mono Medium"/>
                <a:ea typeface="IBM Plex Mono Medium"/>
                <a:cs typeface="IBM Plex Mono Medium"/>
              </a:endParaRPr>
            </a:p>
          </p:txBody>
        </p:sp>
      </p:grpSp>
      <p:grpSp>
        <p:nvGrpSpPr>
          <p:cNvPr id="111" name="node21"/>
          <p:cNvGrpSpPr/>
          <p:nvPr/>
        </p:nvGrpSpPr>
        <p:grpSpPr>
          <a:xfrm>
            <a:off x="5113020" y="5638800"/>
            <a:ext cx="1965960" cy="228600"/>
            <a:chOff x="5113020" y="5638800"/>
            <a:chExt cx="1965960" cy="228600"/>
          </a:xfrm>
        </p:grpSpPr>
        <p:sp>
          <p:nvSpPr>
            <p:cNvPr id="56" name="node21.text"/>
            <p:cNvSpPr/>
            <p:nvPr/>
          </p:nvSpPr>
          <p:spPr>
            <a:xfrm>
              <a:off x="5113020" y="5638800"/>
              <a:ext cx="196596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Governance lead</a:t>
              </a:r>
              <a:endParaRPr lang="en-US" sz="1200" spc="0" kern="0" b="0" i="0" dirty="0">
                <a:solidFill>
                  <a:srgbClr val="070154"/>
                </a:solidFill>
                <a:latin typeface="IBM Plex Sans"/>
                <a:ea typeface="IBM Plex Sans"/>
                <a:cs typeface="IBM Plex Sans"/>
              </a:endParaRPr>
            </a:p>
          </p:txBody>
        </p:sp>
      </p:grpSp>
      <p:grpSp>
        <p:nvGrpSpPr>
          <p:cNvPr id="112" name="node22"/>
          <p:cNvGrpSpPr/>
          <p:nvPr/>
        </p:nvGrpSpPr>
        <p:grpSpPr>
          <a:xfrm>
            <a:off x="7307580" y="2057400"/>
            <a:ext cx="1965960" cy="685800"/>
            <a:chOff x="7307580" y="2057400"/>
            <a:chExt cx="1965960" cy="685800"/>
          </a:xfrm>
        </p:grpSpPr>
        <p:sp>
          <p:nvSpPr>
            <p:cNvPr id="57" name="node22.container"/>
            <p:cNvSpPr/>
            <p:nvPr/>
          </p:nvSpPr>
          <p:spPr>
            <a:xfrm>
              <a:off x="7307580" y="2057400"/>
              <a:ext cx="1965960" cy="685800"/>
            </a:xfrm>
            <a:prstGeom prst="rect">
              <a:avLst/>
            </a:prstGeom>
            <a:solidFill>
              <a:srgbClr val="070154"/>
            </a:solidFill>
            <a:ln>
              <a:noFill/>
            </a:ln>
          </p:spPr>
        </p:sp>
        <p:sp>
          <p:nvSpPr>
            <p:cNvPr id="58" name="node22.number"/>
            <p:cNvSpPr/>
            <p:nvPr/>
          </p:nvSpPr>
          <p:spPr>
            <a:xfrm>
              <a:off x="7459980" y="22098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F900D3"/>
                  </a:solidFill>
                  <a:latin typeface="IBM Plex Mono SemiBold"/>
                  <a:ea typeface="IBM Plex Mono SemiBold"/>
                  <a:cs typeface="IBM Plex Mono SemiBold"/>
                </a:rPr>
                <a:t>04</a:t>
              </a:r>
              <a:endParaRPr lang="en-US" sz="1800" spc="0" kern="0" b="0" i="0" dirty="0">
                <a:solidFill>
                  <a:srgbClr val="F900D3"/>
                </a:solidFill>
                <a:latin typeface="IBM Plex Mono SemiBold"/>
                <a:ea typeface="IBM Plex Mono SemiBold"/>
                <a:cs typeface="IBM Plex Mono SemiBold"/>
              </a:endParaRPr>
            </a:p>
          </p:txBody>
        </p:sp>
        <p:sp>
          <p:nvSpPr>
            <p:cNvPr id="59" name="node22.title"/>
            <p:cNvSpPr/>
            <p:nvPr/>
          </p:nvSpPr>
          <p:spPr>
            <a:xfrm>
              <a:off x="7860030" y="2209800"/>
              <a:ext cx="126111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FFFFFF"/>
                  </a:solidFill>
                  <a:latin typeface="IBM Plex Sans SemiBold"/>
                  <a:ea typeface="IBM Plex Sans SemiBold"/>
                  <a:cs typeface="IBM Plex Sans SemiBold"/>
                </a:rPr>
                <a:t>Service</a:t>
              </a:r>
              <a:endParaRPr lang="en-US" sz="1800" spc="-18" kern="0" b="0" i="0" dirty="0">
                <a:solidFill>
                  <a:srgbClr val="FFFFFF"/>
                </a:solidFill>
                <a:latin typeface="IBM Plex Sans SemiBold"/>
                <a:ea typeface="IBM Plex Sans SemiBold"/>
                <a:cs typeface="IBM Plex Sans SemiBold"/>
              </a:endParaRPr>
            </a:p>
          </p:txBody>
        </p:sp>
      </p:grpSp>
      <p:grpSp>
        <p:nvGrpSpPr>
          <p:cNvPr id="113" name="node23"/>
          <p:cNvGrpSpPr/>
          <p:nvPr/>
        </p:nvGrpSpPr>
        <p:grpSpPr>
          <a:xfrm>
            <a:off x="7307580" y="2895600"/>
            <a:ext cx="1965960" cy="152400"/>
            <a:chOff x="7307580" y="2895600"/>
            <a:chExt cx="1965960" cy="152400"/>
          </a:xfrm>
        </p:grpSpPr>
        <p:sp>
          <p:nvSpPr>
            <p:cNvPr id="60" name="node23.text"/>
            <p:cNvSpPr/>
            <p:nvPr/>
          </p:nvSpPr>
          <p:spPr>
            <a:xfrm>
              <a:off x="7307580" y="2895600"/>
              <a:ext cx="196596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EVIDENCE REQUIRED</a:t>
              </a:r>
              <a:endParaRPr lang="en-US" sz="900" spc="54" kern="0" b="0" i="0" dirty="0">
                <a:solidFill>
                  <a:srgbClr val="0047FF"/>
                </a:solidFill>
                <a:latin typeface="IBM Plex Mono Medium"/>
                <a:ea typeface="IBM Plex Mono Medium"/>
                <a:cs typeface="IBM Plex Mono Medium"/>
              </a:endParaRPr>
            </a:p>
          </p:txBody>
        </p:sp>
      </p:grpSp>
      <p:grpSp>
        <p:nvGrpSpPr>
          <p:cNvPr id="114" name="node24"/>
          <p:cNvGrpSpPr/>
          <p:nvPr/>
        </p:nvGrpSpPr>
        <p:grpSpPr>
          <a:xfrm>
            <a:off x="7307580" y="3124200"/>
            <a:ext cx="1965960" cy="1028700"/>
            <a:chOff x="7307580" y="3124200"/>
            <a:chExt cx="1965960" cy="1028700"/>
          </a:xfrm>
        </p:grpSpPr>
        <p:sp>
          <p:nvSpPr>
            <p:cNvPr id="61" name="node24.source-001.bullet"/>
            <p:cNvSpPr/>
            <p:nvPr/>
          </p:nvSpPr>
          <p:spPr>
            <a:xfrm>
              <a:off x="7307580" y="3213100"/>
              <a:ext cx="38100" cy="38100"/>
            </a:xfrm>
            <a:prstGeom prst="rect">
              <a:avLst/>
            </a:prstGeom>
            <a:solidFill>
              <a:srgbClr val="070154"/>
            </a:solidFill>
            <a:ln>
              <a:noFill/>
            </a:ln>
          </p:spPr>
        </p:sp>
        <p:sp>
          <p:nvSpPr>
            <p:cNvPr id="62" name="node24.source-001.text"/>
            <p:cNvSpPr/>
            <p:nvPr/>
          </p:nvSpPr>
          <p:spPr>
            <a:xfrm>
              <a:off x="7459980" y="3124200"/>
              <a:ext cx="181356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Ownership clear</a:t>
              </a:r>
              <a:endParaRPr lang="en-US" sz="1200" spc="0" kern="0" b="0" i="0" dirty="0">
                <a:solidFill>
                  <a:srgbClr val="070154"/>
                </a:solidFill>
                <a:latin typeface="IBM Plex Sans"/>
                <a:ea typeface="IBM Plex Sans"/>
                <a:cs typeface="IBM Plex Sans"/>
              </a:endParaRPr>
            </a:p>
          </p:txBody>
        </p:sp>
        <p:sp>
          <p:nvSpPr>
            <p:cNvPr id="63" name="node24.source-002.bullet"/>
            <p:cNvSpPr/>
            <p:nvPr/>
          </p:nvSpPr>
          <p:spPr>
            <a:xfrm>
              <a:off x="7307580" y="3479800"/>
              <a:ext cx="38100" cy="38100"/>
            </a:xfrm>
            <a:prstGeom prst="rect">
              <a:avLst/>
            </a:prstGeom>
            <a:solidFill>
              <a:srgbClr val="070154"/>
            </a:solidFill>
            <a:ln>
              <a:noFill/>
            </a:ln>
          </p:spPr>
        </p:sp>
        <p:sp>
          <p:nvSpPr>
            <p:cNvPr id="64" name="node24.source-002.text"/>
            <p:cNvSpPr/>
            <p:nvPr/>
          </p:nvSpPr>
          <p:spPr>
            <a:xfrm>
              <a:off x="7459980" y="3390900"/>
              <a:ext cx="181356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Support tiers tested</a:t>
              </a:r>
              <a:endParaRPr lang="en-US" sz="1200" spc="0" kern="0" b="0" i="0" dirty="0">
                <a:solidFill>
                  <a:srgbClr val="070154"/>
                </a:solidFill>
                <a:latin typeface="IBM Plex Sans"/>
                <a:ea typeface="IBM Plex Sans"/>
                <a:cs typeface="IBM Plex Sans"/>
              </a:endParaRPr>
            </a:p>
          </p:txBody>
        </p:sp>
        <p:sp>
          <p:nvSpPr>
            <p:cNvPr id="65" name="node24.source-003.bullet"/>
            <p:cNvSpPr/>
            <p:nvPr/>
          </p:nvSpPr>
          <p:spPr>
            <a:xfrm>
              <a:off x="7307580" y="3746500"/>
              <a:ext cx="38100" cy="38100"/>
            </a:xfrm>
            <a:prstGeom prst="rect">
              <a:avLst/>
            </a:prstGeom>
            <a:solidFill>
              <a:srgbClr val="070154"/>
            </a:solidFill>
            <a:ln>
              <a:noFill/>
            </a:ln>
          </p:spPr>
        </p:sp>
        <p:sp>
          <p:nvSpPr>
            <p:cNvPr id="66" name="node24.source-003.text"/>
            <p:cNvSpPr/>
            <p:nvPr/>
          </p:nvSpPr>
          <p:spPr>
            <a:xfrm>
              <a:off x="7459980" y="3657600"/>
              <a:ext cx="181356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Onboarding working</a:t>
              </a:r>
              <a:endParaRPr lang="en-US" sz="1200" spc="0" kern="0" b="0" i="0" dirty="0">
                <a:solidFill>
                  <a:srgbClr val="070154"/>
                </a:solidFill>
                <a:latin typeface="IBM Plex Sans"/>
                <a:ea typeface="IBM Plex Sans"/>
                <a:cs typeface="IBM Plex Sans"/>
              </a:endParaRPr>
            </a:p>
          </p:txBody>
        </p:sp>
        <p:sp>
          <p:nvSpPr>
            <p:cNvPr id="67" name="node24.source-004.bullet"/>
            <p:cNvSpPr/>
            <p:nvPr/>
          </p:nvSpPr>
          <p:spPr>
            <a:xfrm>
              <a:off x="7307580" y="4013200"/>
              <a:ext cx="38100" cy="38100"/>
            </a:xfrm>
            <a:prstGeom prst="rect">
              <a:avLst/>
            </a:prstGeom>
            <a:solidFill>
              <a:srgbClr val="070154"/>
            </a:solidFill>
            <a:ln>
              <a:noFill/>
            </a:ln>
          </p:spPr>
        </p:sp>
        <p:sp>
          <p:nvSpPr>
            <p:cNvPr id="68" name="node24.source-004.text"/>
            <p:cNvSpPr/>
            <p:nvPr/>
          </p:nvSpPr>
          <p:spPr>
            <a:xfrm>
              <a:off x="7459980" y="3924300"/>
              <a:ext cx="181356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Handover agreed</a:t>
              </a:r>
              <a:endParaRPr lang="en-US" sz="1200" spc="0" kern="0" b="0" i="0" dirty="0">
                <a:solidFill>
                  <a:srgbClr val="070154"/>
                </a:solidFill>
                <a:latin typeface="IBM Plex Sans"/>
                <a:ea typeface="IBM Plex Sans"/>
                <a:cs typeface="IBM Plex Sans"/>
              </a:endParaRPr>
            </a:p>
          </p:txBody>
        </p:sp>
      </p:grpSp>
      <p:grpSp>
        <p:nvGrpSpPr>
          <p:cNvPr id="115" name="node25"/>
          <p:cNvGrpSpPr/>
          <p:nvPr/>
        </p:nvGrpSpPr>
        <p:grpSpPr>
          <a:xfrm>
            <a:off x="7307580" y="4343400"/>
            <a:ext cx="1965960" cy="152400"/>
            <a:chOff x="7307580" y="4343400"/>
            <a:chExt cx="1965960" cy="152400"/>
          </a:xfrm>
        </p:grpSpPr>
        <p:sp>
          <p:nvSpPr>
            <p:cNvPr id="69" name="node25.text"/>
            <p:cNvSpPr/>
            <p:nvPr/>
          </p:nvSpPr>
          <p:spPr>
            <a:xfrm>
              <a:off x="7307580" y="4343400"/>
              <a:ext cx="196596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ILLUSTRATIVE EXIT</a:t>
              </a:r>
              <a:endParaRPr lang="en-US" sz="900" spc="54" kern="0" b="0" i="0" dirty="0">
                <a:solidFill>
                  <a:srgbClr val="0047FF"/>
                </a:solidFill>
                <a:latin typeface="IBM Plex Mono Medium"/>
                <a:ea typeface="IBM Plex Mono Medium"/>
                <a:cs typeface="IBM Plex Mono Medium"/>
              </a:endParaRPr>
            </a:p>
          </p:txBody>
        </p:sp>
      </p:grpSp>
      <p:grpSp>
        <p:nvGrpSpPr>
          <p:cNvPr id="116" name="node26"/>
          <p:cNvGrpSpPr/>
          <p:nvPr/>
        </p:nvGrpSpPr>
        <p:grpSpPr>
          <a:xfrm>
            <a:off x="7307580" y="4572000"/>
            <a:ext cx="1965960" cy="685800"/>
            <a:chOff x="7307580" y="4572000"/>
            <a:chExt cx="1965960" cy="685800"/>
          </a:xfrm>
        </p:grpSpPr>
        <p:sp>
          <p:nvSpPr>
            <p:cNvPr id="70" name="node26.surface"/>
            <p:cNvSpPr/>
            <p:nvPr/>
          </p:nvSpPr>
          <p:spPr>
            <a:xfrm>
              <a:off x="7307580" y="4572000"/>
              <a:ext cx="1965960" cy="685800"/>
            </a:xfrm>
            <a:prstGeom prst="rect">
              <a:avLst/>
            </a:prstGeom>
            <a:solidFill>
              <a:srgbClr val="E8EEF8"/>
            </a:solidFill>
            <a:ln>
              <a:noFill/>
            </a:ln>
          </p:spPr>
        </p:sp>
        <p:sp>
          <p:nvSpPr>
            <p:cNvPr id="71" name="node26.text"/>
            <p:cNvSpPr/>
            <p:nvPr/>
          </p:nvSpPr>
          <p:spPr>
            <a:xfrm>
              <a:off x="7459980" y="4686300"/>
              <a:ext cx="166116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Support accepted by Northfield</a:t>
              </a:r>
              <a:endParaRPr lang="en-US" sz="1200" spc="0" kern="0" b="0" i="0" dirty="0">
                <a:solidFill>
                  <a:srgbClr val="070154"/>
                </a:solidFill>
                <a:latin typeface="IBM Plex Sans"/>
                <a:ea typeface="IBM Plex Sans"/>
                <a:cs typeface="IBM Plex Sans"/>
              </a:endParaRPr>
            </a:p>
          </p:txBody>
        </p:sp>
      </p:grpSp>
      <p:grpSp>
        <p:nvGrpSpPr>
          <p:cNvPr id="117" name="node27"/>
          <p:cNvGrpSpPr/>
          <p:nvPr/>
        </p:nvGrpSpPr>
        <p:grpSpPr>
          <a:xfrm>
            <a:off x="7307580" y="5410200"/>
            <a:ext cx="1965960" cy="152400"/>
            <a:chOff x="7307580" y="5410200"/>
            <a:chExt cx="1965960" cy="152400"/>
          </a:xfrm>
        </p:grpSpPr>
        <p:sp>
          <p:nvSpPr>
            <p:cNvPr id="72" name="node27.text"/>
            <p:cNvSpPr/>
            <p:nvPr/>
          </p:nvSpPr>
          <p:spPr>
            <a:xfrm>
              <a:off x="7307580" y="5410200"/>
              <a:ext cx="196596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DECISION OWNER</a:t>
              </a:r>
              <a:endParaRPr lang="en-US" sz="900" spc="54" kern="0" b="0" i="0" dirty="0">
                <a:solidFill>
                  <a:srgbClr val="0047FF"/>
                </a:solidFill>
                <a:latin typeface="IBM Plex Mono Medium"/>
                <a:ea typeface="IBM Plex Mono Medium"/>
                <a:cs typeface="IBM Plex Mono Medium"/>
              </a:endParaRPr>
            </a:p>
          </p:txBody>
        </p:sp>
      </p:grpSp>
      <p:grpSp>
        <p:nvGrpSpPr>
          <p:cNvPr id="118" name="node28"/>
          <p:cNvGrpSpPr/>
          <p:nvPr/>
        </p:nvGrpSpPr>
        <p:grpSpPr>
          <a:xfrm>
            <a:off x="7307580" y="5638800"/>
            <a:ext cx="1965960" cy="228600"/>
            <a:chOff x="7307580" y="5638800"/>
            <a:chExt cx="1965960" cy="228600"/>
          </a:xfrm>
        </p:grpSpPr>
        <p:sp>
          <p:nvSpPr>
            <p:cNvPr id="73" name="node28.text"/>
            <p:cNvSpPr/>
            <p:nvPr/>
          </p:nvSpPr>
          <p:spPr>
            <a:xfrm>
              <a:off x="7307580" y="5638800"/>
              <a:ext cx="196596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Service owner</a:t>
              </a:r>
              <a:endParaRPr lang="en-US" sz="1200" spc="0" kern="0" b="0" i="0" dirty="0">
                <a:solidFill>
                  <a:srgbClr val="070154"/>
                </a:solidFill>
                <a:latin typeface="IBM Plex Sans"/>
                <a:ea typeface="IBM Plex Sans"/>
                <a:cs typeface="IBM Plex Sans"/>
              </a:endParaRPr>
            </a:p>
          </p:txBody>
        </p:sp>
      </p:grpSp>
      <p:grpSp>
        <p:nvGrpSpPr>
          <p:cNvPr id="119" name="node29"/>
          <p:cNvGrpSpPr/>
          <p:nvPr/>
        </p:nvGrpSpPr>
        <p:grpSpPr>
          <a:xfrm>
            <a:off x="9502140" y="2057400"/>
            <a:ext cx="1965960" cy="685800"/>
            <a:chOff x="9502140" y="2057400"/>
            <a:chExt cx="1965960" cy="685800"/>
          </a:xfrm>
        </p:grpSpPr>
        <p:sp>
          <p:nvSpPr>
            <p:cNvPr id="74" name="node29.container"/>
            <p:cNvSpPr/>
            <p:nvPr/>
          </p:nvSpPr>
          <p:spPr>
            <a:xfrm>
              <a:off x="9502140" y="2057400"/>
              <a:ext cx="1965960" cy="685800"/>
            </a:xfrm>
            <a:prstGeom prst="rect">
              <a:avLst/>
            </a:prstGeom>
            <a:solidFill>
              <a:srgbClr val="070154"/>
            </a:solidFill>
            <a:ln>
              <a:noFill/>
            </a:ln>
          </p:spPr>
        </p:sp>
        <p:sp>
          <p:nvSpPr>
            <p:cNvPr id="75" name="node29.number"/>
            <p:cNvSpPr/>
            <p:nvPr/>
          </p:nvSpPr>
          <p:spPr>
            <a:xfrm>
              <a:off x="9654540" y="22098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F900D3"/>
                  </a:solidFill>
                  <a:latin typeface="IBM Plex Mono SemiBold"/>
                  <a:ea typeface="IBM Plex Mono SemiBold"/>
                  <a:cs typeface="IBM Plex Mono SemiBold"/>
                </a:rPr>
                <a:t>05</a:t>
              </a:r>
              <a:endParaRPr lang="en-US" sz="1800" spc="0" kern="0" b="0" i="0" dirty="0">
                <a:solidFill>
                  <a:srgbClr val="F900D3"/>
                </a:solidFill>
                <a:latin typeface="IBM Plex Mono SemiBold"/>
                <a:ea typeface="IBM Plex Mono SemiBold"/>
                <a:cs typeface="IBM Plex Mono SemiBold"/>
              </a:endParaRPr>
            </a:p>
          </p:txBody>
        </p:sp>
        <p:sp>
          <p:nvSpPr>
            <p:cNvPr id="76" name="node29.title"/>
            <p:cNvSpPr/>
            <p:nvPr/>
          </p:nvSpPr>
          <p:spPr>
            <a:xfrm>
              <a:off x="10054590" y="2209800"/>
              <a:ext cx="126111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FFFFFF"/>
                  </a:solidFill>
                  <a:latin typeface="IBM Plex Sans SemiBold"/>
                  <a:ea typeface="IBM Plex Sans SemiBold"/>
                  <a:cs typeface="IBM Plex Sans SemiBold"/>
                </a:rPr>
                <a:t>Financial</a:t>
              </a:r>
              <a:endParaRPr lang="en-US" sz="1800" spc="-18" kern="0" b="0" i="0" dirty="0">
                <a:solidFill>
                  <a:srgbClr val="FFFFFF"/>
                </a:solidFill>
                <a:latin typeface="IBM Plex Sans SemiBold"/>
                <a:ea typeface="IBM Plex Sans SemiBold"/>
                <a:cs typeface="IBM Plex Sans SemiBold"/>
              </a:endParaRPr>
            </a:p>
          </p:txBody>
        </p:sp>
      </p:grpSp>
      <p:grpSp>
        <p:nvGrpSpPr>
          <p:cNvPr id="120" name="node30"/>
          <p:cNvGrpSpPr/>
          <p:nvPr/>
        </p:nvGrpSpPr>
        <p:grpSpPr>
          <a:xfrm>
            <a:off x="9502140" y="2895600"/>
            <a:ext cx="1965960" cy="152400"/>
            <a:chOff x="9502140" y="2895600"/>
            <a:chExt cx="1965960" cy="152400"/>
          </a:xfrm>
        </p:grpSpPr>
        <p:sp>
          <p:nvSpPr>
            <p:cNvPr id="77" name="node30.text"/>
            <p:cNvSpPr/>
            <p:nvPr/>
          </p:nvSpPr>
          <p:spPr>
            <a:xfrm>
              <a:off x="9502140" y="2895600"/>
              <a:ext cx="196596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EVIDENCE REQUIRED</a:t>
              </a:r>
              <a:endParaRPr lang="en-US" sz="900" spc="54" kern="0" b="0" i="0" dirty="0">
                <a:solidFill>
                  <a:srgbClr val="0047FF"/>
                </a:solidFill>
                <a:latin typeface="IBM Plex Mono Medium"/>
                <a:ea typeface="IBM Plex Mono Medium"/>
                <a:cs typeface="IBM Plex Mono Medium"/>
              </a:endParaRPr>
            </a:p>
          </p:txBody>
        </p:sp>
      </p:grpSp>
      <p:grpSp>
        <p:nvGrpSpPr>
          <p:cNvPr id="121" name="node31"/>
          <p:cNvGrpSpPr/>
          <p:nvPr/>
        </p:nvGrpSpPr>
        <p:grpSpPr>
          <a:xfrm>
            <a:off x="9502140" y="3124200"/>
            <a:ext cx="1965960" cy="1028700"/>
            <a:chOff x="9502140" y="3124200"/>
            <a:chExt cx="1965960" cy="1028700"/>
          </a:xfrm>
        </p:grpSpPr>
        <p:sp>
          <p:nvSpPr>
            <p:cNvPr id="78" name="node31.source-001.bullet"/>
            <p:cNvSpPr/>
            <p:nvPr/>
          </p:nvSpPr>
          <p:spPr>
            <a:xfrm>
              <a:off x="9502140" y="3213100"/>
              <a:ext cx="38100" cy="38100"/>
            </a:xfrm>
            <a:prstGeom prst="rect">
              <a:avLst/>
            </a:prstGeom>
            <a:solidFill>
              <a:srgbClr val="070154"/>
            </a:solidFill>
            <a:ln>
              <a:noFill/>
            </a:ln>
          </p:spPr>
        </p:sp>
        <p:sp>
          <p:nvSpPr>
            <p:cNvPr id="79" name="node31.source-001.text"/>
            <p:cNvSpPr/>
            <p:nvPr/>
          </p:nvSpPr>
          <p:spPr>
            <a:xfrm>
              <a:off x="9654540" y="3124200"/>
              <a:ext cx="181356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Cost visible</a:t>
              </a:r>
              <a:endParaRPr lang="en-US" sz="1200" spc="0" kern="0" b="0" i="0" dirty="0">
                <a:solidFill>
                  <a:srgbClr val="070154"/>
                </a:solidFill>
                <a:latin typeface="IBM Plex Sans"/>
                <a:ea typeface="IBM Plex Sans"/>
                <a:cs typeface="IBM Plex Sans"/>
              </a:endParaRPr>
            </a:p>
          </p:txBody>
        </p:sp>
        <p:sp>
          <p:nvSpPr>
            <p:cNvPr id="80" name="node31.source-002.bullet"/>
            <p:cNvSpPr/>
            <p:nvPr/>
          </p:nvSpPr>
          <p:spPr>
            <a:xfrm>
              <a:off x="9502140" y="3479800"/>
              <a:ext cx="38100" cy="38100"/>
            </a:xfrm>
            <a:prstGeom prst="rect">
              <a:avLst/>
            </a:prstGeom>
            <a:solidFill>
              <a:srgbClr val="070154"/>
            </a:solidFill>
            <a:ln>
              <a:noFill/>
            </a:ln>
          </p:spPr>
        </p:sp>
        <p:sp>
          <p:nvSpPr>
            <p:cNvPr id="81" name="node31.source-002.text"/>
            <p:cNvSpPr/>
            <p:nvPr/>
          </p:nvSpPr>
          <p:spPr>
            <a:xfrm>
              <a:off x="9654540" y="3390900"/>
              <a:ext cx="181356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Demand forecastable</a:t>
              </a:r>
              <a:endParaRPr lang="en-US" sz="1200" spc="0" kern="0" b="0" i="0" dirty="0">
                <a:solidFill>
                  <a:srgbClr val="070154"/>
                </a:solidFill>
                <a:latin typeface="IBM Plex Sans"/>
                <a:ea typeface="IBM Plex Sans"/>
                <a:cs typeface="IBM Plex Sans"/>
              </a:endParaRPr>
            </a:p>
          </p:txBody>
        </p:sp>
        <p:sp>
          <p:nvSpPr>
            <p:cNvPr id="82" name="node31.source-003.bullet"/>
            <p:cNvSpPr/>
            <p:nvPr/>
          </p:nvSpPr>
          <p:spPr>
            <a:xfrm>
              <a:off x="9502140" y="3746500"/>
              <a:ext cx="38100" cy="38100"/>
            </a:xfrm>
            <a:prstGeom prst="rect">
              <a:avLst/>
            </a:prstGeom>
            <a:solidFill>
              <a:srgbClr val="070154"/>
            </a:solidFill>
            <a:ln>
              <a:noFill/>
            </a:ln>
          </p:spPr>
        </p:sp>
        <p:sp>
          <p:nvSpPr>
            <p:cNvPr id="83" name="node31.source-003.text"/>
            <p:cNvSpPr/>
            <p:nvPr/>
          </p:nvSpPr>
          <p:spPr>
            <a:xfrm>
              <a:off x="9654540" y="3657600"/>
              <a:ext cx="181356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Value demonstrated</a:t>
              </a:r>
              <a:endParaRPr lang="en-US" sz="1200" spc="0" kern="0" b="0" i="0" dirty="0">
                <a:solidFill>
                  <a:srgbClr val="070154"/>
                </a:solidFill>
                <a:latin typeface="IBM Plex Sans"/>
                <a:ea typeface="IBM Plex Sans"/>
                <a:cs typeface="IBM Plex Sans"/>
              </a:endParaRPr>
            </a:p>
          </p:txBody>
        </p:sp>
        <p:sp>
          <p:nvSpPr>
            <p:cNvPr id="84" name="node31.source-004.bullet"/>
            <p:cNvSpPr/>
            <p:nvPr/>
          </p:nvSpPr>
          <p:spPr>
            <a:xfrm>
              <a:off x="9502140" y="4013200"/>
              <a:ext cx="38100" cy="38100"/>
            </a:xfrm>
            <a:prstGeom prst="rect">
              <a:avLst/>
            </a:prstGeom>
            <a:solidFill>
              <a:srgbClr val="070154"/>
            </a:solidFill>
            <a:ln>
              <a:noFill/>
            </a:ln>
          </p:spPr>
        </p:sp>
        <p:sp>
          <p:nvSpPr>
            <p:cNvPr id="85" name="node31.source-004.text"/>
            <p:cNvSpPr/>
            <p:nvPr/>
          </p:nvSpPr>
          <p:spPr>
            <a:xfrm>
              <a:off x="9654540" y="3924300"/>
              <a:ext cx="181356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Savings tracked</a:t>
              </a:r>
              <a:endParaRPr lang="en-US" sz="1200" spc="0" kern="0" b="0" i="0" dirty="0">
                <a:solidFill>
                  <a:srgbClr val="070154"/>
                </a:solidFill>
                <a:latin typeface="IBM Plex Sans"/>
                <a:ea typeface="IBM Plex Sans"/>
                <a:cs typeface="IBM Plex Sans"/>
              </a:endParaRPr>
            </a:p>
          </p:txBody>
        </p:sp>
      </p:grpSp>
      <p:grpSp>
        <p:nvGrpSpPr>
          <p:cNvPr id="122" name="node32"/>
          <p:cNvGrpSpPr/>
          <p:nvPr/>
        </p:nvGrpSpPr>
        <p:grpSpPr>
          <a:xfrm>
            <a:off x="9502140" y="4343400"/>
            <a:ext cx="1965960" cy="152400"/>
            <a:chOff x="9502140" y="4343400"/>
            <a:chExt cx="1965960" cy="152400"/>
          </a:xfrm>
        </p:grpSpPr>
        <p:sp>
          <p:nvSpPr>
            <p:cNvPr id="86" name="node32.text"/>
            <p:cNvSpPr/>
            <p:nvPr/>
          </p:nvSpPr>
          <p:spPr>
            <a:xfrm>
              <a:off x="9502140" y="4343400"/>
              <a:ext cx="196596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ILLUSTRATIVE EXIT</a:t>
              </a:r>
              <a:endParaRPr lang="en-US" sz="900" spc="54" kern="0" b="0" i="0" dirty="0">
                <a:solidFill>
                  <a:srgbClr val="0047FF"/>
                </a:solidFill>
                <a:latin typeface="IBM Plex Mono Medium"/>
                <a:ea typeface="IBM Plex Mono Medium"/>
                <a:cs typeface="IBM Plex Mono Medium"/>
              </a:endParaRPr>
            </a:p>
          </p:txBody>
        </p:sp>
      </p:grpSp>
      <p:grpSp>
        <p:nvGrpSpPr>
          <p:cNvPr id="123" name="node33"/>
          <p:cNvGrpSpPr/>
          <p:nvPr/>
        </p:nvGrpSpPr>
        <p:grpSpPr>
          <a:xfrm>
            <a:off x="9502140" y="4572000"/>
            <a:ext cx="1965960" cy="685800"/>
            <a:chOff x="9502140" y="4572000"/>
            <a:chExt cx="1965960" cy="685800"/>
          </a:xfrm>
        </p:grpSpPr>
        <p:sp>
          <p:nvSpPr>
            <p:cNvPr id="87" name="node33.surface"/>
            <p:cNvSpPr/>
            <p:nvPr/>
          </p:nvSpPr>
          <p:spPr>
            <a:xfrm>
              <a:off x="9502140" y="4572000"/>
              <a:ext cx="1965960" cy="685800"/>
            </a:xfrm>
            <a:prstGeom prst="rect">
              <a:avLst/>
            </a:prstGeom>
            <a:solidFill>
              <a:srgbClr val="E8EEF8"/>
            </a:solidFill>
            <a:ln>
              <a:noFill/>
            </a:ln>
          </p:spPr>
        </p:sp>
        <p:sp>
          <p:nvSpPr>
            <p:cNvPr id="88" name="node33.text"/>
            <p:cNvSpPr/>
            <p:nvPr/>
          </p:nvSpPr>
          <p:spPr>
            <a:xfrm>
              <a:off x="9654540" y="4686300"/>
              <a:ext cx="166116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Sustainable operating basis</a:t>
              </a:r>
              <a:endParaRPr lang="en-US" sz="1200" spc="0" kern="0" b="0" i="0" dirty="0">
                <a:solidFill>
                  <a:srgbClr val="070154"/>
                </a:solidFill>
                <a:latin typeface="IBM Plex Sans"/>
                <a:ea typeface="IBM Plex Sans"/>
                <a:cs typeface="IBM Plex Sans"/>
              </a:endParaRPr>
            </a:p>
          </p:txBody>
        </p:sp>
      </p:grpSp>
      <p:grpSp>
        <p:nvGrpSpPr>
          <p:cNvPr id="124" name="node34"/>
          <p:cNvGrpSpPr/>
          <p:nvPr/>
        </p:nvGrpSpPr>
        <p:grpSpPr>
          <a:xfrm>
            <a:off x="9502140" y="5410200"/>
            <a:ext cx="1965960" cy="152400"/>
            <a:chOff x="9502140" y="5410200"/>
            <a:chExt cx="1965960" cy="152400"/>
          </a:xfrm>
        </p:grpSpPr>
        <p:sp>
          <p:nvSpPr>
            <p:cNvPr id="89" name="node34.text"/>
            <p:cNvSpPr/>
            <p:nvPr/>
          </p:nvSpPr>
          <p:spPr>
            <a:xfrm>
              <a:off x="9502140" y="5410200"/>
              <a:ext cx="196596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DECISION OWNER</a:t>
              </a:r>
              <a:endParaRPr lang="en-US" sz="900" spc="54" kern="0" b="0" i="0" dirty="0">
                <a:solidFill>
                  <a:srgbClr val="0047FF"/>
                </a:solidFill>
                <a:latin typeface="IBM Plex Mono Medium"/>
                <a:ea typeface="IBM Plex Mono Medium"/>
                <a:cs typeface="IBM Plex Mono Medium"/>
              </a:endParaRPr>
            </a:p>
          </p:txBody>
        </p:sp>
      </p:grpSp>
      <p:grpSp>
        <p:nvGrpSpPr>
          <p:cNvPr id="125" name="node35"/>
          <p:cNvGrpSpPr/>
          <p:nvPr/>
        </p:nvGrpSpPr>
        <p:grpSpPr>
          <a:xfrm>
            <a:off x="9502140" y="5638800"/>
            <a:ext cx="1965960" cy="228600"/>
            <a:chOff x="9502140" y="5638800"/>
            <a:chExt cx="1965960" cy="228600"/>
          </a:xfrm>
        </p:grpSpPr>
        <p:sp>
          <p:nvSpPr>
            <p:cNvPr id="90" name="node35.text"/>
            <p:cNvSpPr/>
            <p:nvPr/>
          </p:nvSpPr>
          <p:spPr>
            <a:xfrm>
              <a:off x="9502140" y="5638800"/>
              <a:ext cx="196596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Finance sponsor</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ource-359">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PRODUCT LIFECYCLE</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Build ships tested software in small releases</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115</a:t>
            </a:fld>
            <a:endParaRPr lang="en-US" sz="700" spc="0" kern="0" b="0" i="0" dirty="0">
              <a:solidFill>
                <a:srgbClr val="070154"/>
              </a:solidFill>
              <a:latin typeface="IBM Plex Mono SemiBold"/>
              <a:ea typeface="IBM Plex Mono SemiBold"/>
              <a:cs typeface="IBM Plex Mono SemiBold"/>
            </a:endParaRPr>
          </a:p>
        </p:txBody>
      </p:sp>
      <p:grpSp>
        <p:nvGrpSpPr>
          <p:cNvPr id="82" name="node01"/>
          <p:cNvGrpSpPr/>
          <p:nvPr/>
        </p:nvGrpSpPr>
        <p:grpSpPr>
          <a:xfrm>
            <a:off x="723900" y="1600200"/>
            <a:ext cx="3886200" cy="3886200"/>
            <a:chOff x="723900" y="1600200"/>
            <a:chExt cx="3886200" cy="3886200"/>
          </a:xfrm>
        </p:grpSpPr>
        <p:sp>
          <p:nvSpPr>
            <p:cNvPr id="6" name="node01.items.source-001.arc"/>
            <p:cNvSpPr/>
            <p:nvPr/>
          </p:nvSpPr>
          <p:spPr>
            <a:xfrm>
              <a:off x="3423662" y="2174039"/>
              <a:ext cx="473163" cy="1012796"/>
            </a:xfrm>
            <a:custGeom>
              <a:avLst/>
              <a:gdLst/>
              <a:ahLst/>
              <a:cxnLst/>
              <a:rect l="l" t="t" r="r" b="b"/>
              <a:pathLst>
                <a:path w="473163" h="1012796">
                  <a:moveTo>
                    <a:pt x="0" y="0"/>
                  </a:moveTo>
                  <a:lnTo>
                    <a:pt x="29598" y="31369"/>
                  </a:lnTo>
                  <a:lnTo>
                    <a:pt x="58498" y="63926"/>
                  </a:lnTo>
                  <a:lnTo>
                    <a:pt x="86672" y="97645"/>
                  </a:lnTo>
                  <a:lnTo>
                    <a:pt x="114097" y="132493"/>
                  </a:lnTo>
                  <a:lnTo>
                    <a:pt x="140748" y="168441"/>
                  </a:lnTo>
                  <a:lnTo>
                    <a:pt x="166602" y="205457"/>
                  </a:lnTo>
                  <a:lnTo>
                    <a:pt x="191634" y="243507"/>
                  </a:lnTo>
                  <a:lnTo>
                    <a:pt x="215824" y="282557"/>
                  </a:lnTo>
                  <a:lnTo>
                    <a:pt x="239149" y="322574"/>
                  </a:lnTo>
                  <a:lnTo>
                    <a:pt x="261589" y="363521"/>
                  </a:lnTo>
                  <a:lnTo>
                    <a:pt x="283124" y="405362"/>
                  </a:lnTo>
                  <a:lnTo>
                    <a:pt x="303734" y="448060"/>
                  </a:lnTo>
                  <a:lnTo>
                    <a:pt x="323402" y="491577"/>
                  </a:lnTo>
                  <a:lnTo>
                    <a:pt x="342110" y="535874"/>
                  </a:lnTo>
                  <a:lnTo>
                    <a:pt x="359841" y="580912"/>
                  </a:lnTo>
                  <a:lnTo>
                    <a:pt x="376579" y="626651"/>
                  </a:lnTo>
                  <a:lnTo>
                    <a:pt x="392310" y="673050"/>
                  </a:lnTo>
                  <a:lnTo>
                    <a:pt x="407020" y="720068"/>
                  </a:lnTo>
                  <a:lnTo>
                    <a:pt x="420695" y="767662"/>
                  </a:lnTo>
                  <a:lnTo>
                    <a:pt x="433324" y="815792"/>
                  </a:lnTo>
                  <a:lnTo>
                    <a:pt x="444895" y="864413"/>
                  </a:lnTo>
                  <a:lnTo>
                    <a:pt x="455398" y="913484"/>
                  </a:lnTo>
                  <a:lnTo>
                    <a:pt x="464823" y="962959"/>
                  </a:lnTo>
                  <a:lnTo>
                    <a:pt x="473163" y="1012796"/>
                  </a:lnTo>
                </a:path>
              </a:pathLst>
            </a:custGeom>
            <a:ln w="25400">
              <a:solidFill>
                <a:srgbClr val="070154"/>
              </a:solidFill>
              <a:prstDash val="solid"/>
            </a:ln>
          </p:spPr>
        </p:sp>
        <p:sp>
          <p:nvSpPr>
            <p:cNvPr id="7" name="node01.items.source-001.arc.cap-1"/>
            <p:cNvSpPr/>
            <p:nvPr/>
          </p:nvSpPr>
          <p:spPr>
            <a:xfrm>
              <a:off x="3410962" y="2161339"/>
              <a:ext cx="25400" cy="25400"/>
            </a:xfrm>
            <a:prstGeom prst="ellipse">
              <a:avLst/>
            </a:prstGeom>
            <a:solidFill>
              <a:srgbClr val="070154"/>
            </a:solidFill>
            <a:ln>
              <a:noFill/>
            </a:ln>
          </p:spPr>
        </p:sp>
        <p:sp>
          <p:nvSpPr>
            <p:cNvPr id="8" name="node01.items.source-001.arc.cap-2"/>
            <p:cNvSpPr/>
            <p:nvPr/>
          </p:nvSpPr>
          <p:spPr>
            <a:xfrm>
              <a:off x="3884125" y="3174135"/>
              <a:ext cx="25400" cy="25400"/>
            </a:xfrm>
            <a:prstGeom prst="ellipse">
              <a:avLst/>
            </a:prstGeom>
            <a:solidFill>
              <a:srgbClr val="070154"/>
            </a:solidFill>
            <a:ln>
              <a:noFill/>
            </a:ln>
          </p:spPr>
        </p:sp>
        <p:sp>
          <p:nvSpPr>
            <p:cNvPr id="9" name="node01.items.source-001.arc.arrow-1"/>
            <p:cNvSpPr/>
            <p:nvPr/>
          </p:nvSpPr>
          <p:spPr>
            <a:xfrm>
              <a:off x="3826223" y="3096947"/>
              <a:ext cx="70602" cy="89888"/>
            </a:xfrm>
            <a:custGeom>
              <a:avLst/>
              <a:gdLst/>
              <a:ahLst/>
              <a:cxnLst/>
              <a:rect l="l" t="t" r="r" b="b"/>
              <a:pathLst>
                <a:path w="70602" h="89888">
                  <a:moveTo>
                    <a:pt x="70602" y="89888"/>
                  </a:moveTo>
                  <a:lnTo>
                    <a:pt x="0" y="0"/>
                  </a:lnTo>
                </a:path>
              </a:pathLst>
            </a:custGeom>
            <a:ln w="25400">
              <a:solidFill>
                <a:srgbClr val="070154"/>
              </a:solidFill>
              <a:prstDash val="solid"/>
            </a:ln>
          </p:spPr>
        </p:sp>
        <p:sp>
          <p:nvSpPr>
            <p:cNvPr id="10" name="node01.items.source-001.arc.arrow-1.cap-1"/>
            <p:cNvSpPr/>
            <p:nvPr/>
          </p:nvSpPr>
          <p:spPr>
            <a:xfrm>
              <a:off x="3884125" y="3174135"/>
              <a:ext cx="25400" cy="25400"/>
            </a:xfrm>
            <a:prstGeom prst="ellipse">
              <a:avLst/>
            </a:prstGeom>
            <a:solidFill>
              <a:srgbClr val="070154"/>
            </a:solidFill>
            <a:ln>
              <a:noFill/>
            </a:ln>
          </p:spPr>
        </p:sp>
        <p:sp>
          <p:nvSpPr>
            <p:cNvPr id="11" name="node01.items.source-001.arc.arrow-1.cap-2"/>
            <p:cNvSpPr/>
            <p:nvPr/>
          </p:nvSpPr>
          <p:spPr>
            <a:xfrm>
              <a:off x="3813523" y="3084247"/>
              <a:ext cx="25400" cy="25400"/>
            </a:xfrm>
            <a:prstGeom prst="ellipse">
              <a:avLst/>
            </a:prstGeom>
            <a:solidFill>
              <a:srgbClr val="070154"/>
            </a:solidFill>
            <a:ln>
              <a:noFill/>
            </a:ln>
          </p:spPr>
        </p:sp>
        <p:sp>
          <p:nvSpPr>
            <p:cNvPr id="12" name="node01.items.source-001.arc.arrow-2"/>
            <p:cNvSpPr/>
            <p:nvPr/>
          </p:nvSpPr>
          <p:spPr>
            <a:xfrm>
              <a:off x="3896825" y="3078859"/>
              <a:ext cx="37492" cy="107976"/>
            </a:xfrm>
            <a:custGeom>
              <a:avLst/>
              <a:gdLst/>
              <a:ahLst/>
              <a:cxnLst/>
              <a:rect l="l" t="t" r="r" b="b"/>
              <a:pathLst>
                <a:path w="37492" h="107976">
                  <a:moveTo>
                    <a:pt x="0" y="107976"/>
                  </a:moveTo>
                  <a:lnTo>
                    <a:pt x="37492" y="0"/>
                  </a:lnTo>
                </a:path>
              </a:pathLst>
            </a:custGeom>
            <a:ln w="25400">
              <a:solidFill>
                <a:srgbClr val="070154"/>
              </a:solidFill>
              <a:prstDash val="solid"/>
            </a:ln>
          </p:spPr>
        </p:sp>
        <p:sp>
          <p:nvSpPr>
            <p:cNvPr id="13" name="node01.items.source-001.arc.arrow-2.cap-1"/>
            <p:cNvSpPr/>
            <p:nvPr/>
          </p:nvSpPr>
          <p:spPr>
            <a:xfrm>
              <a:off x="3884125" y="3174135"/>
              <a:ext cx="25400" cy="25400"/>
            </a:xfrm>
            <a:prstGeom prst="ellipse">
              <a:avLst/>
            </a:prstGeom>
            <a:solidFill>
              <a:srgbClr val="070154"/>
            </a:solidFill>
            <a:ln>
              <a:noFill/>
            </a:ln>
          </p:spPr>
        </p:sp>
        <p:sp>
          <p:nvSpPr>
            <p:cNvPr id="14" name="node01.items.source-001.arc.arrow-2.cap-2"/>
            <p:cNvSpPr/>
            <p:nvPr/>
          </p:nvSpPr>
          <p:spPr>
            <a:xfrm>
              <a:off x="3921617" y="3066159"/>
              <a:ext cx="25400" cy="25400"/>
            </a:xfrm>
            <a:prstGeom prst="ellipse">
              <a:avLst/>
            </a:prstGeom>
            <a:solidFill>
              <a:srgbClr val="070154"/>
            </a:solidFill>
            <a:ln>
              <a:noFill/>
            </a:ln>
          </p:spPr>
        </p:sp>
        <p:sp>
          <p:nvSpPr>
            <p:cNvPr id="15" name="node01.items.source-002.arc"/>
            <p:cNvSpPr/>
            <p:nvPr/>
          </p:nvSpPr>
          <p:spPr>
            <a:xfrm>
              <a:off x="3423662" y="3899765"/>
              <a:ext cx="473163" cy="1012796"/>
            </a:xfrm>
            <a:custGeom>
              <a:avLst/>
              <a:gdLst/>
              <a:ahLst/>
              <a:cxnLst/>
              <a:rect l="l" t="t" r="r" b="b"/>
              <a:pathLst>
                <a:path w="473163" h="1012796">
                  <a:moveTo>
                    <a:pt x="473163" y="0"/>
                  </a:moveTo>
                  <a:lnTo>
                    <a:pt x="464823" y="49837"/>
                  </a:lnTo>
                  <a:lnTo>
                    <a:pt x="455398" y="99312"/>
                  </a:lnTo>
                  <a:lnTo>
                    <a:pt x="444895" y="148383"/>
                  </a:lnTo>
                  <a:lnTo>
                    <a:pt x="433324" y="197004"/>
                  </a:lnTo>
                  <a:lnTo>
                    <a:pt x="420695" y="245134"/>
                  </a:lnTo>
                  <a:lnTo>
                    <a:pt x="407020" y="292728"/>
                  </a:lnTo>
                  <a:lnTo>
                    <a:pt x="392310" y="339746"/>
                  </a:lnTo>
                  <a:lnTo>
                    <a:pt x="376579" y="386145"/>
                  </a:lnTo>
                  <a:lnTo>
                    <a:pt x="359841" y="431884"/>
                  </a:lnTo>
                  <a:lnTo>
                    <a:pt x="342110" y="476922"/>
                  </a:lnTo>
                  <a:lnTo>
                    <a:pt x="323402" y="521219"/>
                  </a:lnTo>
                  <a:lnTo>
                    <a:pt x="303734" y="564736"/>
                  </a:lnTo>
                  <a:lnTo>
                    <a:pt x="283124" y="607434"/>
                  </a:lnTo>
                  <a:lnTo>
                    <a:pt x="261589" y="649275"/>
                  </a:lnTo>
                  <a:lnTo>
                    <a:pt x="239149" y="690222"/>
                  </a:lnTo>
                  <a:lnTo>
                    <a:pt x="215824" y="730239"/>
                  </a:lnTo>
                  <a:lnTo>
                    <a:pt x="191634" y="769289"/>
                  </a:lnTo>
                  <a:lnTo>
                    <a:pt x="166602" y="807339"/>
                  </a:lnTo>
                  <a:lnTo>
                    <a:pt x="140748" y="844355"/>
                  </a:lnTo>
                  <a:lnTo>
                    <a:pt x="114097" y="880303"/>
                  </a:lnTo>
                  <a:lnTo>
                    <a:pt x="86672" y="915151"/>
                  </a:lnTo>
                  <a:lnTo>
                    <a:pt x="58498" y="948870"/>
                  </a:lnTo>
                  <a:lnTo>
                    <a:pt x="29598" y="981427"/>
                  </a:lnTo>
                  <a:lnTo>
                    <a:pt x="0" y="1012796"/>
                  </a:lnTo>
                </a:path>
              </a:pathLst>
            </a:custGeom>
            <a:ln w="25400">
              <a:solidFill>
                <a:srgbClr val="070154"/>
              </a:solidFill>
              <a:prstDash val="solid"/>
            </a:ln>
          </p:spPr>
        </p:sp>
        <p:sp>
          <p:nvSpPr>
            <p:cNvPr id="16" name="node01.items.source-002.arc.cap-1"/>
            <p:cNvSpPr/>
            <p:nvPr/>
          </p:nvSpPr>
          <p:spPr>
            <a:xfrm>
              <a:off x="3884125" y="3887065"/>
              <a:ext cx="25400" cy="25400"/>
            </a:xfrm>
            <a:prstGeom prst="ellipse">
              <a:avLst/>
            </a:prstGeom>
            <a:solidFill>
              <a:srgbClr val="070154"/>
            </a:solidFill>
            <a:ln>
              <a:noFill/>
            </a:ln>
          </p:spPr>
        </p:sp>
        <p:sp>
          <p:nvSpPr>
            <p:cNvPr id="17" name="node01.items.source-002.arc.cap-2"/>
            <p:cNvSpPr/>
            <p:nvPr/>
          </p:nvSpPr>
          <p:spPr>
            <a:xfrm>
              <a:off x="3410962" y="4899861"/>
              <a:ext cx="25400" cy="25400"/>
            </a:xfrm>
            <a:prstGeom prst="ellipse">
              <a:avLst/>
            </a:prstGeom>
            <a:solidFill>
              <a:srgbClr val="070154"/>
            </a:solidFill>
            <a:ln>
              <a:noFill/>
            </a:ln>
          </p:spPr>
        </p:sp>
        <p:sp>
          <p:nvSpPr>
            <p:cNvPr id="18" name="node01.items.source-002.arc.arrow-1"/>
            <p:cNvSpPr/>
            <p:nvPr/>
          </p:nvSpPr>
          <p:spPr>
            <a:xfrm>
              <a:off x="3423662" y="4801996"/>
              <a:ext cx="28983" cy="110564"/>
            </a:xfrm>
            <a:custGeom>
              <a:avLst/>
              <a:gdLst/>
              <a:ahLst/>
              <a:cxnLst/>
              <a:rect l="l" t="t" r="r" b="b"/>
              <a:pathLst>
                <a:path w="28983" h="110564">
                  <a:moveTo>
                    <a:pt x="0" y="110564"/>
                  </a:moveTo>
                  <a:lnTo>
                    <a:pt x="28983" y="0"/>
                  </a:lnTo>
                </a:path>
              </a:pathLst>
            </a:custGeom>
            <a:ln w="25400">
              <a:solidFill>
                <a:srgbClr val="070154"/>
              </a:solidFill>
              <a:prstDash val="solid"/>
            </a:ln>
          </p:spPr>
        </p:sp>
        <p:sp>
          <p:nvSpPr>
            <p:cNvPr id="19" name="node01.items.source-002.arc.arrow-1.cap-1"/>
            <p:cNvSpPr/>
            <p:nvPr/>
          </p:nvSpPr>
          <p:spPr>
            <a:xfrm>
              <a:off x="3410962" y="4899861"/>
              <a:ext cx="25400" cy="25400"/>
            </a:xfrm>
            <a:prstGeom prst="ellipse">
              <a:avLst/>
            </a:prstGeom>
            <a:solidFill>
              <a:srgbClr val="070154"/>
            </a:solidFill>
            <a:ln>
              <a:noFill/>
            </a:ln>
          </p:spPr>
        </p:sp>
        <p:sp>
          <p:nvSpPr>
            <p:cNvPr id="20" name="node01.items.source-002.arc.arrow-1.cap-2"/>
            <p:cNvSpPr/>
            <p:nvPr/>
          </p:nvSpPr>
          <p:spPr>
            <a:xfrm>
              <a:off x="3439945" y="4789296"/>
              <a:ext cx="25400" cy="25400"/>
            </a:xfrm>
            <a:prstGeom prst="ellipse">
              <a:avLst/>
            </a:prstGeom>
            <a:solidFill>
              <a:srgbClr val="070154"/>
            </a:solidFill>
            <a:ln>
              <a:noFill/>
            </a:ln>
          </p:spPr>
        </p:sp>
        <p:sp>
          <p:nvSpPr>
            <p:cNvPr id="21" name="node01.items.source-002.arc.arrow-2"/>
            <p:cNvSpPr/>
            <p:nvPr/>
          </p:nvSpPr>
          <p:spPr>
            <a:xfrm>
              <a:off x="3423662" y="4877211"/>
              <a:ext cx="108696" cy="35350"/>
            </a:xfrm>
            <a:custGeom>
              <a:avLst/>
              <a:gdLst/>
              <a:ahLst/>
              <a:cxnLst/>
              <a:rect l="l" t="t" r="r" b="b"/>
              <a:pathLst>
                <a:path w="108696" h="35350">
                  <a:moveTo>
                    <a:pt x="0" y="35350"/>
                  </a:moveTo>
                  <a:lnTo>
                    <a:pt x="108696" y="0"/>
                  </a:lnTo>
                </a:path>
              </a:pathLst>
            </a:custGeom>
            <a:ln w="25400">
              <a:solidFill>
                <a:srgbClr val="070154"/>
              </a:solidFill>
              <a:prstDash val="solid"/>
            </a:ln>
          </p:spPr>
        </p:sp>
        <p:sp>
          <p:nvSpPr>
            <p:cNvPr id="22" name="node01.items.source-002.arc.arrow-2.cap-1"/>
            <p:cNvSpPr/>
            <p:nvPr/>
          </p:nvSpPr>
          <p:spPr>
            <a:xfrm>
              <a:off x="3410962" y="4899861"/>
              <a:ext cx="25400" cy="25400"/>
            </a:xfrm>
            <a:prstGeom prst="ellipse">
              <a:avLst/>
            </a:prstGeom>
            <a:solidFill>
              <a:srgbClr val="070154"/>
            </a:solidFill>
            <a:ln>
              <a:noFill/>
            </a:ln>
          </p:spPr>
        </p:sp>
        <p:sp>
          <p:nvSpPr>
            <p:cNvPr id="23" name="node01.items.source-002.arc.arrow-2.cap-2"/>
            <p:cNvSpPr/>
            <p:nvPr/>
          </p:nvSpPr>
          <p:spPr>
            <a:xfrm>
              <a:off x="3519658" y="4864511"/>
              <a:ext cx="25400" cy="25400"/>
            </a:xfrm>
            <a:prstGeom prst="ellipse">
              <a:avLst/>
            </a:prstGeom>
            <a:solidFill>
              <a:srgbClr val="070154"/>
            </a:solidFill>
            <a:ln>
              <a:noFill/>
            </a:ln>
          </p:spPr>
        </p:sp>
        <p:sp>
          <p:nvSpPr>
            <p:cNvPr id="24" name="node01.items.source-003.arc"/>
            <p:cNvSpPr/>
            <p:nvPr/>
          </p:nvSpPr>
          <p:spPr>
            <a:xfrm>
              <a:off x="1437175" y="3899765"/>
              <a:ext cx="473163" cy="1012796"/>
            </a:xfrm>
            <a:custGeom>
              <a:avLst/>
              <a:gdLst/>
              <a:ahLst/>
              <a:cxnLst/>
              <a:rect l="l" t="t" r="r" b="b"/>
              <a:pathLst>
                <a:path w="473163" h="1012796">
                  <a:moveTo>
                    <a:pt x="473163" y="1012796"/>
                  </a:moveTo>
                  <a:lnTo>
                    <a:pt x="443565" y="981427"/>
                  </a:lnTo>
                  <a:lnTo>
                    <a:pt x="414665" y="948870"/>
                  </a:lnTo>
                  <a:lnTo>
                    <a:pt x="386491" y="915151"/>
                  </a:lnTo>
                  <a:lnTo>
                    <a:pt x="359066" y="880303"/>
                  </a:lnTo>
                  <a:lnTo>
                    <a:pt x="332415" y="844355"/>
                  </a:lnTo>
                  <a:lnTo>
                    <a:pt x="306561" y="807339"/>
                  </a:lnTo>
                  <a:lnTo>
                    <a:pt x="281529" y="769289"/>
                  </a:lnTo>
                  <a:lnTo>
                    <a:pt x="257339" y="730239"/>
                  </a:lnTo>
                  <a:lnTo>
                    <a:pt x="234014" y="690222"/>
                  </a:lnTo>
                  <a:lnTo>
                    <a:pt x="211574" y="649275"/>
                  </a:lnTo>
                  <a:lnTo>
                    <a:pt x="190039" y="607434"/>
                  </a:lnTo>
                  <a:lnTo>
                    <a:pt x="169429" y="564736"/>
                  </a:lnTo>
                  <a:lnTo>
                    <a:pt x="149761" y="521219"/>
                  </a:lnTo>
                  <a:lnTo>
                    <a:pt x="131053" y="476922"/>
                  </a:lnTo>
                  <a:lnTo>
                    <a:pt x="113322" y="431884"/>
                  </a:lnTo>
                  <a:lnTo>
                    <a:pt x="96584" y="386145"/>
                  </a:lnTo>
                  <a:lnTo>
                    <a:pt x="80853" y="339746"/>
                  </a:lnTo>
                  <a:lnTo>
                    <a:pt x="66143" y="292728"/>
                  </a:lnTo>
                  <a:lnTo>
                    <a:pt x="52468" y="245134"/>
                  </a:lnTo>
                  <a:lnTo>
                    <a:pt x="39839" y="197004"/>
                  </a:lnTo>
                  <a:lnTo>
                    <a:pt x="28268" y="148383"/>
                  </a:lnTo>
                  <a:lnTo>
                    <a:pt x="17765" y="99312"/>
                  </a:lnTo>
                  <a:lnTo>
                    <a:pt x="8340" y="49837"/>
                  </a:lnTo>
                  <a:lnTo>
                    <a:pt x="0" y="0"/>
                  </a:lnTo>
                </a:path>
              </a:pathLst>
            </a:custGeom>
            <a:ln w="25400">
              <a:solidFill>
                <a:srgbClr val="070154"/>
              </a:solidFill>
              <a:prstDash val="solid"/>
            </a:ln>
          </p:spPr>
        </p:sp>
        <p:sp>
          <p:nvSpPr>
            <p:cNvPr id="25" name="node01.items.source-003.arc.cap-1"/>
            <p:cNvSpPr/>
            <p:nvPr/>
          </p:nvSpPr>
          <p:spPr>
            <a:xfrm>
              <a:off x="1897638" y="4899861"/>
              <a:ext cx="25400" cy="25400"/>
            </a:xfrm>
            <a:prstGeom prst="ellipse">
              <a:avLst/>
            </a:prstGeom>
            <a:solidFill>
              <a:srgbClr val="070154"/>
            </a:solidFill>
            <a:ln>
              <a:noFill/>
            </a:ln>
          </p:spPr>
        </p:sp>
        <p:sp>
          <p:nvSpPr>
            <p:cNvPr id="26" name="node01.items.source-003.arc.cap-2"/>
            <p:cNvSpPr/>
            <p:nvPr/>
          </p:nvSpPr>
          <p:spPr>
            <a:xfrm>
              <a:off x="1424475" y="3887065"/>
              <a:ext cx="25400" cy="25400"/>
            </a:xfrm>
            <a:prstGeom prst="ellipse">
              <a:avLst/>
            </a:prstGeom>
            <a:solidFill>
              <a:srgbClr val="070154"/>
            </a:solidFill>
            <a:ln>
              <a:noFill/>
            </a:ln>
          </p:spPr>
        </p:sp>
        <p:sp>
          <p:nvSpPr>
            <p:cNvPr id="27" name="node01.items.source-003.arc.arrow-1"/>
            <p:cNvSpPr/>
            <p:nvPr/>
          </p:nvSpPr>
          <p:spPr>
            <a:xfrm>
              <a:off x="1437175" y="3899765"/>
              <a:ext cx="70602" cy="89888"/>
            </a:xfrm>
            <a:custGeom>
              <a:avLst/>
              <a:gdLst/>
              <a:ahLst/>
              <a:cxnLst/>
              <a:rect l="l" t="t" r="r" b="b"/>
              <a:pathLst>
                <a:path w="70602" h="89888">
                  <a:moveTo>
                    <a:pt x="0" y="0"/>
                  </a:moveTo>
                  <a:lnTo>
                    <a:pt x="70602" y="89888"/>
                  </a:lnTo>
                </a:path>
              </a:pathLst>
            </a:custGeom>
            <a:ln w="25400">
              <a:solidFill>
                <a:srgbClr val="070154"/>
              </a:solidFill>
              <a:prstDash val="solid"/>
            </a:ln>
          </p:spPr>
        </p:sp>
        <p:sp>
          <p:nvSpPr>
            <p:cNvPr id="28" name="node01.items.source-003.arc.arrow-1.cap-1"/>
            <p:cNvSpPr/>
            <p:nvPr/>
          </p:nvSpPr>
          <p:spPr>
            <a:xfrm>
              <a:off x="1424475" y="3887065"/>
              <a:ext cx="25400" cy="25400"/>
            </a:xfrm>
            <a:prstGeom prst="ellipse">
              <a:avLst/>
            </a:prstGeom>
            <a:solidFill>
              <a:srgbClr val="070154"/>
            </a:solidFill>
            <a:ln>
              <a:noFill/>
            </a:ln>
          </p:spPr>
        </p:sp>
        <p:sp>
          <p:nvSpPr>
            <p:cNvPr id="29" name="node01.items.source-003.arc.arrow-1.cap-2"/>
            <p:cNvSpPr/>
            <p:nvPr/>
          </p:nvSpPr>
          <p:spPr>
            <a:xfrm>
              <a:off x="1495077" y="3976953"/>
              <a:ext cx="25400" cy="25400"/>
            </a:xfrm>
            <a:prstGeom prst="ellipse">
              <a:avLst/>
            </a:prstGeom>
            <a:solidFill>
              <a:srgbClr val="070154"/>
            </a:solidFill>
            <a:ln>
              <a:noFill/>
            </a:ln>
          </p:spPr>
        </p:sp>
        <p:sp>
          <p:nvSpPr>
            <p:cNvPr id="30" name="node01.items.source-003.arc.arrow-2"/>
            <p:cNvSpPr/>
            <p:nvPr/>
          </p:nvSpPr>
          <p:spPr>
            <a:xfrm>
              <a:off x="1399683" y="3899765"/>
              <a:ext cx="37492" cy="107976"/>
            </a:xfrm>
            <a:custGeom>
              <a:avLst/>
              <a:gdLst/>
              <a:ahLst/>
              <a:cxnLst/>
              <a:rect l="l" t="t" r="r" b="b"/>
              <a:pathLst>
                <a:path w="37492" h="107976">
                  <a:moveTo>
                    <a:pt x="37492" y="0"/>
                  </a:moveTo>
                  <a:lnTo>
                    <a:pt x="0" y="107976"/>
                  </a:lnTo>
                </a:path>
              </a:pathLst>
            </a:custGeom>
            <a:ln w="25400">
              <a:solidFill>
                <a:srgbClr val="070154"/>
              </a:solidFill>
              <a:prstDash val="solid"/>
            </a:ln>
          </p:spPr>
        </p:sp>
        <p:sp>
          <p:nvSpPr>
            <p:cNvPr id="31" name="node01.items.source-003.arc.arrow-2.cap-1"/>
            <p:cNvSpPr/>
            <p:nvPr/>
          </p:nvSpPr>
          <p:spPr>
            <a:xfrm>
              <a:off x="1424475" y="3887065"/>
              <a:ext cx="25400" cy="25400"/>
            </a:xfrm>
            <a:prstGeom prst="ellipse">
              <a:avLst/>
            </a:prstGeom>
            <a:solidFill>
              <a:srgbClr val="070154"/>
            </a:solidFill>
            <a:ln>
              <a:noFill/>
            </a:ln>
          </p:spPr>
        </p:sp>
        <p:sp>
          <p:nvSpPr>
            <p:cNvPr id="32" name="node01.items.source-003.arc.arrow-2.cap-2"/>
            <p:cNvSpPr/>
            <p:nvPr/>
          </p:nvSpPr>
          <p:spPr>
            <a:xfrm>
              <a:off x="1386983" y="3995041"/>
              <a:ext cx="25400" cy="25400"/>
            </a:xfrm>
            <a:prstGeom prst="ellipse">
              <a:avLst/>
            </a:prstGeom>
            <a:solidFill>
              <a:srgbClr val="070154"/>
            </a:solidFill>
            <a:ln>
              <a:noFill/>
            </a:ln>
          </p:spPr>
        </p:sp>
        <p:sp>
          <p:nvSpPr>
            <p:cNvPr id="33" name="node01.items.source-004.arc"/>
            <p:cNvSpPr/>
            <p:nvPr/>
          </p:nvSpPr>
          <p:spPr>
            <a:xfrm>
              <a:off x="1437175" y="2174039"/>
              <a:ext cx="473163" cy="1012796"/>
            </a:xfrm>
            <a:custGeom>
              <a:avLst/>
              <a:gdLst/>
              <a:ahLst/>
              <a:cxnLst/>
              <a:rect l="l" t="t" r="r" b="b"/>
              <a:pathLst>
                <a:path w="473163" h="1012796">
                  <a:moveTo>
                    <a:pt x="0" y="1012796"/>
                  </a:moveTo>
                  <a:lnTo>
                    <a:pt x="8340" y="962959"/>
                  </a:lnTo>
                  <a:lnTo>
                    <a:pt x="17765" y="913484"/>
                  </a:lnTo>
                  <a:lnTo>
                    <a:pt x="28268" y="864413"/>
                  </a:lnTo>
                  <a:lnTo>
                    <a:pt x="39839" y="815792"/>
                  </a:lnTo>
                  <a:lnTo>
                    <a:pt x="52468" y="767662"/>
                  </a:lnTo>
                  <a:lnTo>
                    <a:pt x="66143" y="720068"/>
                  </a:lnTo>
                  <a:lnTo>
                    <a:pt x="80853" y="673050"/>
                  </a:lnTo>
                  <a:lnTo>
                    <a:pt x="96584" y="626651"/>
                  </a:lnTo>
                  <a:lnTo>
                    <a:pt x="113322" y="580912"/>
                  </a:lnTo>
                  <a:lnTo>
                    <a:pt x="131053" y="535874"/>
                  </a:lnTo>
                  <a:lnTo>
                    <a:pt x="149761" y="491577"/>
                  </a:lnTo>
                  <a:lnTo>
                    <a:pt x="169429" y="448060"/>
                  </a:lnTo>
                  <a:lnTo>
                    <a:pt x="190039" y="405362"/>
                  </a:lnTo>
                  <a:lnTo>
                    <a:pt x="211574" y="363521"/>
                  </a:lnTo>
                  <a:lnTo>
                    <a:pt x="234014" y="322574"/>
                  </a:lnTo>
                  <a:lnTo>
                    <a:pt x="257339" y="282557"/>
                  </a:lnTo>
                  <a:lnTo>
                    <a:pt x="281529" y="243507"/>
                  </a:lnTo>
                  <a:lnTo>
                    <a:pt x="306561" y="205457"/>
                  </a:lnTo>
                  <a:lnTo>
                    <a:pt x="332415" y="168441"/>
                  </a:lnTo>
                  <a:lnTo>
                    <a:pt x="359066" y="132493"/>
                  </a:lnTo>
                  <a:lnTo>
                    <a:pt x="386491" y="97645"/>
                  </a:lnTo>
                  <a:lnTo>
                    <a:pt x="414665" y="63926"/>
                  </a:lnTo>
                  <a:lnTo>
                    <a:pt x="443565" y="31369"/>
                  </a:lnTo>
                  <a:lnTo>
                    <a:pt x="473163" y="0"/>
                  </a:lnTo>
                </a:path>
              </a:pathLst>
            </a:custGeom>
            <a:ln w="25400">
              <a:solidFill>
                <a:srgbClr val="070154"/>
              </a:solidFill>
              <a:prstDash val="solid"/>
            </a:ln>
          </p:spPr>
        </p:sp>
        <p:sp>
          <p:nvSpPr>
            <p:cNvPr id="34" name="node01.items.source-004.arc.cap-1"/>
            <p:cNvSpPr/>
            <p:nvPr/>
          </p:nvSpPr>
          <p:spPr>
            <a:xfrm>
              <a:off x="1424475" y="3174135"/>
              <a:ext cx="25400" cy="25400"/>
            </a:xfrm>
            <a:prstGeom prst="ellipse">
              <a:avLst/>
            </a:prstGeom>
            <a:solidFill>
              <a:srgbClr val="070154"/>
            </a:solidFill>
            <a:ln>
              <a:noFill/>
            </a:ln>
          </p:spPr>
        </p:sp>
        <p:sp>
          <p:nvSpPr>
            <p:cNvPr id="35" name="node01.items.source-004.arc.cap-2"/>
            <p:cNvSpPr/>
            <p:nvPr/>
          </p:nvSpPr>
          <p:spPr>
            <a:xfrm>
              <a:off x="1897638" y="2161339"/>
              <a:ext cx="25400" cy="25400"/>
            </a:xfrm>
            <a:prstGeom prst="ellipse">
              <a:avLst/>
            </a:prstGeom>
            <a:solidFill>
              <a:srgbClr val="070154"/>
            </a:solidFill>
            <a:ln>
              <a:noFill/>
            </a:ln>
          </p:spPr>
        </p:sp>
        <p:sp>
          <p:nvSpPr>
            <p:cNvPr id="36" name="node01.items.source-004.arc.arrow-1"/>
            <p:cNvSpPr/>
            <p:nvPr/>
          </p:nvSpPr>
          <p:spPr>
            <a:xfrm>
              <a:off x="1881355" y="2174039"/>
              <a:ext cx="28983" cy="110564"/>
            </a:xfrm>
            <a:custGeom>
              <a:avLst/>
              <a:gdLst/>
              <a:ahLst/>
              <a:cxnLst/>
              <a:rect l="l" t="t" r="r" b="b"/>
              <a:pathLst>
                <a:path w="28983" h="110564">
                  <a:moveTo>
                    <a:pt x="28983" y="0"/>
                  </a:moveTo>
                  <a:lnTo>
                    <a:pt x="0" y="110564"/>
                  </a:lnTo>
                </a:path>
              </a:pathLst>
            </a:custGeom>
            <a:ln w="25400">
              <a:solidFill>
                <a:srgbClr val="070154"/>
              </a:solidFill>
              <a:prstDash val="solid"/>
            </a:ln>
          </p:spPr>
        </p:sp>
        <p:sp>
          <p:nvSpPr>
            <p:cNvPr id="37" name="node01.items.source-004.arc.arrow-1.cap-1"/>
            <p:cNvSpPr/>
            <p:nvPr/>
          </p:nvSpPr>
          <p:spPr>
            <a:xfrm>
              <a:off x="1897638" y="2161339"/>
              <a:ext cx="25400" cy="25400"/>
            </a:xfrm>
            <a:prstGeom prst="ellipse">
              <a:avLst/>
            </a:prstGeom>
            <a:solidFill>
              <a:srgbClr val="070154"/>
            </a:solidFill>
            <a:ln>
              <a:noFill/>
            </a:ln>
          </p:spPr>
        </p:sp>
        <p:sp>
          <p:nvSpPr>
            <p:cNvPr id="38" name="node01.items.source-004.arc.arrow-1.cap-2"/>
            <p:cNvSpPr/>
            <p:nvPr/>
          </p:nvSpPr>
          <p:spPr>
            <a:xfrm>
              <a:off x="1868655" y="2271904"/>
              <a:ext cx="25400" cy="25400"/>
            </a:xfrm>
            <a:prstGeom prst="ellipse">
              <a:avLst/>
            </a:prstGeom>
            <a:solidFill>
              <a:srgbClr val="070154"/>
            </a:solidFill>
            <a:ln>
              <a:noFill/>
            </a:ln>
          </p:spPr>
        </p:sp>
        <p:sp>
          <p:nvSpPr>
            <p:cNvPr id="39" name="node01.items.source-004.arc.arrow-2"/>
            <p:cNvSpPr/>
            <p:nvPr/>
          </p:nvSpPr>
          <p:spPr>
            <a:xfrm>
              <a:off x="1801642" y="2174039"/>
              <a:ext cx="108696" cy="35350"/>
            </a:xfrm>
            <a:custGeom>
              <a:avLst/>
              <a:gdLst/>
              <a:ahLst/>
              <a:cxnLst/>
              <a:rect l="l" t="t" r="r" b="b"/>
              <a:pathLst>
                <a:path w="108696" h="35350">
                  <a:moveTo>
                    <a:pt x="108696" y="0"/>
                  </a:moveTo>
                  <a:lnTo>
                    <a:pt x="0" y="35350"/>
                  </a:lnTo>
                </a:path>
              </a:pathLst>
            </a:custGeom>
            <a:ln w="25400">
              <a:solidFill>
                <a:srgbClr val="070154"/>
              </a:solidFill>
              <a:prstDash val="solid"/>
            </a:ln>
          </p:spPr>
        </p:sp>
        <p:sp>
          <p:nvSpPr>
            <p:cNvPr id="40" name="node01.items.source-004.arc.arrow-2.cap-1"/>
            <p:cNvSpPr/>
            <p:nvPr/>
          </p:nvSpPr>
          <p:spPr>
            <a:xfrm>
              <a:off x="1897638" y="2161339"/>
              <a:ext cx="25400" cy="25400"/>
            </a:xfrm>
            <a:prstGeom prst="ellipse">
              <a:avLst/>
            </a:prstGeom>
            <a:solidFill>
              <a:srgbClr val="070154"/>
            </a:solidFill>
            <a:ln>
              <a:noFill/>
            </a:ln>
          </p:spPr>
        </p:sp>
        <p:sp>
          <p:nvSpPr>
            <p:cNvPr id="41" name="node01.items.source-004.arc.arrow-2.cap-2"/>
            <p:cNvSpPr/>
            <p:nvPr/>
          </p:nvSpPr>
          <p:spPr>
            <a:xfrm>
              <a:off x="1788942" y="2196689"/>
              <a:ext cx="25400" cy="25400"/>
            </a:xfrm>
            <a:prstGeom prst="ellipse">
              <a:avLst/>
            </a:prstGeom>
            <a:solidFill>
              <a:srgbClr val="070154"/>
            </a:solidFill>
            <a:ln>
              <a:noFill/>
            </a:ln>
          </p:spPr>
        </p:sp>
        <p:sp>
          <p:nvSpPr>
            <p:cNvPr id="42" name="node01.center.label"/>
            <p:cNvSpPr/>
            <p:nvPr/>
          </p:nvSpPr>
          <p:spPr>
            <a:xfrm>
              <a:off x="2095500" y="3119438"/>
              <a:ext cx="1143000" cy="17145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047FF"/>
                  </a:solidFill>
                  <a:latin typeface="IBM Plex Mono SemiBold"/>
                  <a:ea typeface="IBM Plex Mono SemiBold"/>
                  <a:cs typeface="IBM Plex Mono SemiBold"/>
                </a:rPr>
                <a:t>PDLC</a:t>
              </a:r>
              <a:endParaRPr lang="en-US" sz="900" spc="54" kern="0" b="0" i="0" dirty="0">
                <a:solidFill>
                  <a:srgbClr val="0047FF"/>
                </a:solidFill>
                <a:latin typeface="IBM Plex Mono SemiBold"/>
                <a:ea typeface="IBM Plex Mono SemiBold"/>
                <a:cs typeface="IBM Plex Mono SemiBold"/>
              </a:endParaRPr>
            </a:p>
          </p:txBody>
        </p:sp>
        <p:sp>
          <p:nvSpPr>
            <p:cNvPr id="43" name="node01.items.source-001.surface"/>
            <p:cNvSpPr/>
            <p:nvPr/>
          </p:nvSpPr>
          <p:spPr>
            <a:xfrm>
              <a:off x="1981200" y="1600200"/>
              <a:ext cx="1371600" cy="457200"/>
            </a:xfrm>
            <a:prstGeom prst="rect">
              <a:avLst/>
            </a:prstGeom>
            <a:solidFill>
              <a:srgbClr val="E8EEF8"/>
            </a:solidFill>
            <a:ln>
              <a:noFill/>
            </a:ln>
          </p:spPr>
        </p:sp>
        <p:sp>
          <p:nvSpPr>
            <p:cNvPr id="44" name="node01.items.source-001.label"/>
            <p:cNvSpPr/>
            <p:nvPr/>
          </p:nvSpPr>
          <p:spPr>
            <a:xfrm>
              <a:off x="2133600" y="1695450"/>
              <a:ext cx="10668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070154"/>
                  </a:solidFill>
                  <a:latin typeface="IBM Plex Sans SemiBold"/>
                  <a:ea typeface="IBM Plex Sans SemiBold"/>
                  <a:cs typeface="IBM Plex Sans SemiBold"/>
                </a:rPr>
                <a:t>Identify</a:t>
              </a:r>
              <a:endParaRPr lang="en-US" sz="1400" spc="0" kern="0" b="0" i="0" dirty="0">
                <a:solidFill>
                  <a:srgbClr val="070154"/>
                </a:solidFill>
                <a:latin typeface="IBM Plex Sans SemiBold"/>
                <a:ea typeface="IBM Plex Sans SemiBold"/>
                <a:cs typeface="IBM Plex Sans SemiBold"/>
              </a:endParaRPr>
            </a:p>
          </p:txBody>
        </p:sp>
        <p:sp>
          <p:nvSpPr>
            <p:cNvPr id="45" name="node01.items.source-002.surface"/>
            <p:cNvSpPr/>
            <p:nvPr/>
          </p:nvSpPr>
          <p:spPr>
            <a:xfrm>
              <a:off x="3238500" y="3314700"/>
              <a:ext cx="1371600" cy="457200"/>
            </a:xfrm>
            <a:prstGeom prst="rect">
              <a:avLst/>
            </a:prstGeom>
            <a:solidFill>
              <a:srgbClr val="E8EEF8"/>
            </a:solidFill>
            <a:ln>
              <a:noFill/>
            </a:ln>
          </p:spPr>
        </p:sp>
        <p:sp>
          <p:nvSpPr>
            <p:cNvPr id="46" name="node01.items.source-002.label"/>
            <p:cNvSpPr/>
            <p:nvPr/>
          </p:nvSpPr>
          <p:spPr>
            <a:xfrm>
              <a:off x="3390900" y="3409950"/>
              <a:ext cx="10668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070154"/>
                  </a:solidFill>
                  <a:latin typeface="IBM Plex Sans SemiBold"/>
                  <a:ea typeface="IBM Plex Sans SemiBold"/>
                  <a:cs typeface="IBM Plex Sans SemiBold"/>
                </a:rPr>
                <a:t>Define</a:t>
              </a:r>
              <a:endParaRPr lang="en-US" sz="1400" spc="0" kern="0" b="0" i="0" dirty="0">
                <a:solidFill>
                  <a:srgbClr val="070154"/>
                </a:solidFill>
                <a:latin typeface="IBM Plex Sans SemiBold"/>
                <a:ea typeface="IBM Plex Sans SemiBold"/>
                <a:cs typeface="IBM Plex Sans SemiBold"/>
              </a:endParaRPr>
            </a:p>
          </p:txBody>
        </p:sp>
        <p:sp>
          <p:nvSpPr>
            <p:cNvPr id="47" name="node01.items.source-003.surface"/>
            <p:cNvSpPr/>
            <p:nvPr/>
          </p:nvSpPr>
          <p:spPr>
            <a:xfrm>
              <a:off x="1981200" y="5029200"/>
              <a:ext cx="1371600" cy="457200"/>
            </a:xfrm>
            <a:prstGeom prst="rect">
              <a:avLst/>
            </a:prstGeom>
            <a:solidFill>
              <a:srgbClr val="070154"/>
            </a:solidFill>
            <a:ln>
              <a:noFill/>
            </a:ln>
          </p:spPr>
        </p:sp>
        <p:sp>
          <p:nvSpPr>
            <p:cNvPr id="48" name="node01.items.source-003.label"/>
            <p:cNvSpPr/>
            <p:nvPr/>
          </p:nvSpPr>
          <p:spPr>
            <a:xfrm>
              <a:off x="2133600" y="5124450"/>
              <a:ext cx="10668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FFFFFF"/>
                  </a:solidFill>
                  <a:latin typeface="IBM Plex Sans SemiBold"/>
                  <a:ea typeface="IBM Plex Sans SemiBold"/>
                  <a:cs typeface="IBM Plex Sans SemiBold"/>
                </a:rPr>
                <a:t>Build</a:t>
              </a:r>
              <a:endParaRPr lang="en-US" sz="1400" spc="0" kern="0" b="0" i="0" dirty="0">
                <a:solidFill>
                  <a:srgbClr val="FFFFFF"/>
                </a:solidFill>
                <a:latin typeface="IBM Plex Sans SemiBold"/>
                <a:ea typeface="IBM Plex Sans SemiBold"/>
                <a:cs typeface="IBM Plex Sans SemiBold"/>
              </a:endParaRPr>
            </a:p>
          </p:txBody>
        </p:sp>
        <p:sp>
          <p:nvSpPr>
            <p:cNvPr id="49" name="node01.items.source-004.surface"/>
            <p:cNvSpPr/>
            <p:nvPr/>
          </p:nvSpPr>
          <p:spPr>
            <a:xfrm>
              <a:off x="723900" y="3314700"/>
              <a:ext cx="1371600" cy="457200"/>
            </a:xfrm>
            <a:prstGeom prst="rect">
              <a:avLst/>
            </a:prstGeom>
            <a:solidFill>
              <a:srgbClr val="E8EEF8"/>
            </a:solidFill>
            <a:ln>
              <a:noFill/>
            </a:ln>
          </p:spPr>
        </p:sp>
        <p:sp>
          <p:nvSpPr>
            <p:cNvPr id="50" name="node01.items.source-004.label"/>
            <p:cNvSpPr/>
            <p:nvPr/>
          </p:nvSpPr>
          <p:spPr>
            <a:xfrm>
              <a:off x="876300" y="3409950"/>
              <a:ext cx="10668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070154"/>
                  </a:solidFill>
                  <a:latin typeface="IBM Plex Sans SemiBold"/>
                  <a:ea typeface="IBM Plex Sans SemiBold"/>
                  <a:cs typeface="IBM Plex Sans SemiBold"/>
                </a:rPr>
                <a:t>Optimize</a:t>
              </a:r>
              <a:endParaRPr lang="en-US" sz="1400" spc="0" kern="0" b="0" i="0" dirty="0">
                <a:solidFill>
                  <a:srgbClr val="070154"/>
                </a:solidFill>
                <a:latin typeface="IBM Plex Sans SemiBold"/>
                <a:ea typeface="IBM Plex Sans SemiBold"/>
                <a:cs typeface="IBM Plex Sans SemiBold"/>
              </a:endParaRPr>
            </a:p>
          </p:txBody>
        </p:sp>
      </p:grpSp>
      <p:grpSp>
        <p:nvGrpSpPr>
          <p:cNvPr id="83" name="node02"/>
          <p:cNvGrpSpPr/>
          <p:nvPr/>
        </p:nvGrpSpPr>
        <p:grpSpPr>
          <a:xfrm>
            <a:off x="723900" y="5600700"/>
            <a:ext cx="3886200" cy="228600"/>
            <a:chOff x="723900" y="5600700"/>
            <a:chExt cx="3886200" cy="228600"/>
          </a:xfrm>
        </p:grpSpPr>
        <p:sp>
          <p:nvSpPr>
            <p:cNvPr id="51" name="node02.text"/>
            <p:cNvSpPr/>
            <p:nvPr/>
          </p:nvSpPr>
          <p:spPr>
            <a:xfrm>
              <a:off x="723900" y="5600700"/>
              <a:ext cx="3886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Dark phase is the one shown on the right.</a:t>
              </a:r>
              <a:endParaRPr lang="en-US" sz="1200" spc="0" kern="0" b="0" i="0" dirty="0">
                <a:solidFill>
                  <a:srgbClr val="50658E"/>
                </a:solidFill>
                <a:latin typeface="IBM Plex Sans"/>
                <a:ea typeface="IBM Plex Sans"/>
                <a:cs typeface="IBM Plex Sans"/>
              </a:endParaRPr>
            </a:p>
          </p:txBody>
        </p:sp>
      </p:grpSp>
      <p:grpSp>
        <p:nvGrpSpPr>
          <p:cNvPr id="84" name="node03"/>
          <p:cNvGrpSpPr/>
          <p:nvPr/>
        </p:nvGrpSpPr>
        <p:grpSpPr>
          <a:xfrm>
            <a:off x="4838700" y="1600200"/>
            <a:ext cx="6629400" cy="152400"/>
            <a:chOff x="4838700" y="1600200"/>
            <a:chExt cx="6629400" cy="152400"/>
          </a:xfrm>
        </p:grpSpPr>
        <p:sp>
          <p:nvSpPr>
            <p:cNvPr id="52" name="node03.text"/>
            <p:cNvSpPr/>
            <p:nvPr/>
          </p:nvSpPr>
          <p:spPr>
            <a:xfrm>
              <a:off x="4838700" y="1600200"/>
              <a:ext cx="66294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PHASE 3 OF 4 · BUILT RIGHT</a:t>
              </a:r>
              <a:endParaRPr lang="en-US" sz="900" spc="54" kern="0" b="0" i="0" dirty="0">
                <a:solidFill>
                  <a:srgbClr val="0047FF"/>
                </a:solidFill>
                <a:latin typeface="IBM Plex Mono Medium"/>
                <a:ea typeface="IBM Plex Mono Medium"/>
                <a:cs typeface="IBM Plex Mono Medium"/>
              </a:endParaRPr>
            </a:p>
          </p:txBody>
        </p:sp>
      </p:grpSp>
      <p:grpSp>
        <p:nvGrpSpPr>
          <p:cNvPr id="85" name="node04"/>
          <p:cNvGrpSpPr/>
          <p:nvPr/>
        </p:nvGrpSpPr>
        <p:grpSpPr>
          <a:xfrm>
            <a:off x="4838700" y="1905000"/>
            <a:ext cx="6629400" cy="381000"/>
            <a:chOff x="4838700" y="1905000"/>
            <a:chExt cx="6629400" cy="381000"/>
          </a:xfrm>
        </p:grpSpPr>
        <p:sp>
          <p:nvSpPr>
            <p:cNvPr id="53" name="node04.text"/>
            <p:cNvSpPr/>
            <p:nvPr/>
          </p:nvSpPr>
          <p:spPr>
            <a:xfrm>
              <a:off x="4838700" y="1905000"/>
              <a:ext cx="6629400" cy="3810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Build</a:t>
              </a:r>
              <a:endParaRPr lang="en-US" sz="2400" spc="-36" kern="0" b="0" i="0" dirty="0">
                <a:solidFill>
                  <a:srgbClr val="070154"/>
                </a:solidFill>
                <a:latin typeface="IBM Plex Sans SemiBold"/>
                <a:ea typeface="IBM Plex Sans SemiBold"/>
                <a:cs typeface="IBM Plex Sans SemiBold"/>
              </a:endParaRPr>
            </a:p>
          </p:txBody>
        </p:sp>
      </p:grpSp>
      <p:grpSp>
        <p:nvGrpSpPr>
          <p:cNvPr id="86" name="node05"/>
          <p:cNvGrpSpPr/>
          <p:nvPr/>
        </p:nvGrpSpPr>
        <p:grpSpPr>
          <a:xfrm>
            <a:off x="4838700" y="2362200"/>
            <a:ext cx="6629400" cy="533400"/>
            <a:chOff x="4838700" y="2362200"/>
            <a:chExt cx="6629400" cy="533400"/>
          </a:xfrm>
        </p:grpSpPr>
        <p:sp>
          <p:nvSpPr>
            <p:cNvPr id="54" name="node05.text"/>
            <p:cNvSpPr/>
            <p:nvPr/>
          </p:nvSpPr>
          <p:spPr>
            <a:xfrm>
              <a:off x="4838700" y="2362200"/>
              <a:ext cx="66294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Deliver the patient app and scheduling platform in two-week sprints with automated checks.</a:t>
              </a:r>
              <a:endParaRPr lang="en-US" sz="1400" spc="0" kern="0" b="0" i="0" dirty="0">
                <a:solidFill>
                  <a:srgbClr val="070154"/>
                </a:solidFill>
                <a:latin typeface="IBM Plex Sans"/>
                <a:ea typeface="IBM Plex Sans"/>
                <a:cs typeface="IBM Plex Sans"/>
              </a:endParaRPr>
            </a:p>
          </p:txBody>
        </p:sp>
      </p:grpSp>
      <p:grpSp>
        <p:nvGrpSpPr>
          <p:cNvPr id="87" name="node06"/>
          <p:cNvGrpSpPr/>
          <p:nvPr/>
        </p:nvGrpSpPr>
        <p:grpSpPr>
          <a:xfrm>
            <a:off x="4838700" y="2971800"/>
            <a:ext cx="2057400" cy="2057400"/>
            <a:chOff x="4838700" y="2971800"/>
            <a:chExt cx="2057400" cy="2057400"/>
          </a:xfrm>
        </p:grpSpPr>
        <p:sp>
          <p:nvSpPr>
            <p:cNvPr id="55" name="node06.container"/>
            <p:cNvSpPr/>
            <p:nvPr/>
          </p:nvSpPr>
          <p:spPr>
            <a:xfrm>
              <a:off x="4838700" y="2971800"/>
              <a:ext cx="2057400" cy="2057400"/>
            </a:xfrm>
            <a:prstGeom prst="rect">
              <a:avLst/>
            </a:prstGeom>
            <a:solidFill>
              <a:srgbClr val="E8EEF8"/>
            </a:solidFill>
            <a:ln>
              <a:noFill/>
            </a:ln>
          </p:spPr>
        </p:sp>
        <p:sp>
          <p:nvSpPr>
            <p:cNvPr id="56" name="node06.label"/>
            <p:cNvSpPr/>
            <p:nvPr/>
          </p:nvSpPr>
          <p:spPr>
            <a:xfrm>
              <a:off x="4991100" y="3124200"/>
              <a:ext cx="1752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ACTIVITIES</a:t>
              </a:r>
              <a:endParaRPr lang="en-US" sz="900" spc="54" kern="0" b="0" i="0" dirty="0">
                <a:solidFill>
                  <a:srgbClr val="0047FF"/>
                </a:solidFill>
                <a:latin typeface="IBM Plex Mono Medium"/>
                <a:ea typeface="IBM Plex Mono Medium"/>
                <a:cs typeface="IBM Plex Mono Medium"/>
              </a:endParaRPr>
            </a:p>
          </p:txBody>
        </p:sp>
        <p:sp>
          <p:nvSpPr>
            <p:cNvPr id="57" name="node06.body.item-001.bullets.item-001.marker"/>
            <p:cNvSpPr/>
            <p:nvPr/>
          </p:nvSpPr>
          <p:spPr>
            <a:xfrm>
              <a:off x="4991100" y="3403600"/>
              <a:ext cx="38100" cy="38100"/>
            </a:xfrm>
            <a:prstGeom prst="rect">
              <a:avLst/>
            </a:prstGeom>
            <a:solidFill>
              <a:srgbClr val="070154"/>
            </a:solidFill>
            <a:ln>
              <a:noFill/>
            </a:ln>
          </p:spPr>
        </p:sp>
        <p:sp>
          <p:nvSpPr>
            <p:cNvPr id="58" name="node06.body.item-001.bullets.item-001.text"/>
            <p:cNvSpPr/>
            <p:nvPr/>
          </p:nvSpPr>
          <p:spPr>
            <a:xfrm>
              <a:off x="5143500" y="3314700"/>
              <a:ext cx="16002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Build in two-week sprints</a:t>
              </a:r>
              <a:endParaRPr lang="en-US" sz="1200" spc="0" kern="0" b="0" i="0" dirty="0">
                <a:solidFill>
                  <a:srgbClr val="070154"/>
                </a:solidFill>
                <a:latin typeface="IBM Plex Sans"/>
                <a:ea typeface="IBM Plex Sans"/>
                <a:cs typeface="IBM Plex Sans"/>
              </a:endParaRPr>
            </a:p>
          </p:txBody>
        </p:sp>
        <p:sp>
          <p:nvSpPr>
            <p:cNvPr id="59" name="node06.body.item-001.bullets.item-002.marker"/>
            <p:cNvSpPr/>
            <p:nvPr/>
          </p:nvSpPr>
          <p:spPr>
            <a:xfrm>
              <a:off x="4991100" y="3898900"/>
              <a:ext cx="38100" cy="38100"/>
            </a:xfrm>
            <a:prstGeom prst="rect">
              <a:avLst/>
            </a:prstGeom>
            <a:solidFill>
              <a:srgbClr val="070154"/>
            </a:solidFill>
            <a:ln>
              <a:noFill/>
            </a:ln>
          </p:spPr>
        </p:sp>
        <p:sp>
          <p:nvSpPr>
            <p:cNvPr id="60" name="node06.body.item-001.bullets.item-002.text"/>
            <p:cNvSpPr/>
            <p:nvPr/>
          </p:nvSpPr>
          <p:spPr>
            <a:xfrm>
              <a:off x="5143500" y="3810000"/>
              <a:ext cx="16002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Automate tests and releases</a:t>
              </a:r>
              <a:endParaRPr lang="en-US" sz="1200" spc="0" kern="0" b="0" i="0" dirty="0">
                <a:solidFill>
                  <a:srgbClr val="070154"/>
                </a:solidFill>
                <a:latin typeface="IBM Plex Sans"/>
                <a:ea typeface="IBM Plex Sans"/>
                <a:cs typeface="IBM Plex Sans"/>
              </a:endParaRPr>
            </a:p>
          </p:txBody>
        </p:sp>
        <p:sp>
          <p:nvSpPr>
            <p:cNvPr id="61" name="node06.body.item-001.bullets.item-003.marker"/>
            <p:cNvSpPr/>
            <p:nvPr/>
          </p:nvSpPr>
          <p:spPr>
            <a:xfrm>
              <a:off x="4991100" y="4394200"/>
              <a:ext cx="38100" cy="38100"/>
            </a:xfrm>
            <a:prstGeom prst="rect">
              <a:avLst/>
            </a:prstGeom>
            <a:solidFill>
              <a:srgbClr val="070154"/>
            </a:solidFill>
            <a:ln>
              <a:noFill/>
            </a:ln>
          </p:spPr>
        </p:sp>
        <p:sp>
          <p:nvSpPr>
            <p:cNvPr id="62" name="node06.body.item-001.bullets.item-003.text"/>
            <p:cNvSpPr/>
            <p:nvPr/>
          </p:nvSpPr>
          <p:spPr>
            <a:xfrm>
              <a:off x="5143500" y="4305300"/>
              <a:ext cx="1600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Verify with clinicians</a:t>
              </a:r>
              <a:endParaRPr lang="en-US" sz="1200" spc="0" kern="0" b="0" i="0" dirty="0">
                <a:solidFill>
                  <a:srgbClr val="070154"/>
                </a:solidFill>
                <a:latin typeface="IBM Plex Sans"/>
                <a:ea typeface="IBM Plex Sans"/>
                <a:cs typeface="IBM Plex Sans"/>
              </a:endParaRPr>
            </a:p>
          </p:txBody>
        </p:sp>
      </p:grpSp>
      <p:grpSp>
        <p:nvGrpSpPr>
          <p:cNvPr id="88" name="node07"/>
          <p:cNvGrpSpPr/>
          <p:nvPr/>
        </p:nvGrpSpPr>
        <p:grpSpPr>
          <a:xfrm>
            <a:off x="7124700" y="2971800"/>
            <a:ext cx="2057400" cy="2057400"/>
            <a:chOff x="7124700" y="2971800"/>
            <a:chExt cx="2057400" cy="2057400"/>
          </a:xfrm>
        </p:grpSpPr>
        <p:sp>
          <p:nvSpPr>
            <p:cNvPr id="63" name="node07.container"/>
            <p:cNvSpPr/>
            <p:nvPr/>
          </p:nvSpPr>
          <p:spPr>
            <a:xfrm>
              <a:off x="7124700" y="2971800"/>
              <a:ext cx="2057400" cy="2057400"/>
            </a:xfrm>
            <a:prstGeom prst="rect">
              <a:avLst/>
            </a:prstGeom>
            <a:solidFill>
              <a:srgbClr val="E8EEF8"/>
            </a:solidFill>
            <a:ln>
              <a:noFill/>
            </a:ln>
          </p:spPr>
        </p:sp>
        <p:sp>
          <p:nvSpPr>
            <p:cNvPr id="64" name="node07.label"/>
            <p:cNvSpPr/>
            <p:nvPr/>
          </p:nvSpPr>
          <p:spPr>
            <a:xfrm>
              <a:off x="7277100" y="3124200"/>
              <a:ext cx="1752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OUTPUTS</a:t>
              </a:r>
              <a:endParaRPr lang="en-US" sz="900" spc="54" kern="0" b="0" i="0" dirty="0">
                <a:solidFill>
                  <a:srgbClr val="0047FF"/>
                </a:solidFill>
                <a:latin typeface="IBM Plex Mono Medium"/>
                <a:ea typeface="IBM Plex Mono Medium"/>
                <a:cs typeface="IBM Plex Mono Medium"/>
              </a:endParaRPr>
            </a:p>
          </p:txBody>
        </p:sp>
        <p:sp>
          <p:nvSpPr>
            <p:cNvPr id="65" name="node07.body.item-001.bullets.item-001.marker"/>
            <p:cNvSpPr/>
            <p:nvPr/>
          </p:nvSpPr>
          <p:spPr>
            <a:xfrm>
              <a:off x="7277100" y="3403600"/>
              <a:ext cx="38100" cy="38100"/>
            </a:xfrm>
            <a:prstGeom prst="rect">
              <a:avLst/>
            </a:prstGeom>
            <a:solidFill>
              <a:srgbClr val="070154"/>
            </a:solidFill>
            <a:ln>
              <a:noFill/>
            </a:ln>
          </p:spPr>
        </p:sp>
        <p:sp>
          <p:nvSpPr>
            <p:cNvPr id="66" name="node07.body.item-001.bullets.item-001.text"/>
            <p:cNvSpPr/>
            <p:nvPr/>
          </p:nvSpPr>
          <p:spPr>
            <a:xfrm>
              <a:off x="7429500" y="3314700"/>
              <a:ext cx="1600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Working releases</a:t>
              </a:r>
              <a:endParaRPr lang="en-US" sz="1200" spc="0" kern="0" b="0" i="0" dirty="0">
                <a:solidFill>
                  <a:srgbClr val="070154"/>
                </a:solidFill>
                <a:latin typeface="IBM Plex Sans"/>
                <a:ea typeface="IBM Plex Sans"/>
                <a:cs typeface="IBM Plex Sans"/>
              </a:endParaRPr>
            </a:p>
          </p:txBody>
        </p:sp>
        <p:sp>
          <p:nvSpPr>
            <p:cNvPr id="67" name="node07.body.item-001.bullets.item-002.marker"/>
            <p:cNvSpPr/>
            <p:nvPr/>
          </p:nvSpPr>
          <p:spPr>
            <a:xfrm>
              <a:off x="7277100" y="3670300"/>
              <a:ext cx="38100" cy="38100"/>
            </a:xfrm>
            <a:prstGeom prst="rect">
              <a:avLst/>
            </a:prstGeom>
            <a:solidFill>
              <a:srgbClr val="070154"/>
            </a:solidFill>
            <a:ln>
              <a:noFill/>
            </a:ln>
          </p:spPr>
        </p:sp>
        <p:sp>
          <p:nvSpPr>
            <p:cNvPr id="68" name="node07.body.item-001.bullets.item-002.text"/>
            <p:cNvSpPr/>
            <p:nvPr/>
          </p:nvSpPr>
          <p:spPr>
            <a:xfrm>
              <a:off x="7429500" y="3581400"/>
              <a:ext cx="1600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Test evidence</a:t>
              </a:r>
              <a:endParaRPr lang="en-US" sz="1200" spc="0" kern="0" b="0" i="0" dirty="0">
                <a:solidFill>
                  <a:srgbClr val="070154"/>
                </a:solidFill>
                <a:latin typeface="IBM Plex Sans"/>
                <a:ea typeface="IBM Plex Sans"/>
                <a:cs typeface="IBM Plex Sans"/>
              </a:endParaRPr>
            </a:p>
          </p:txBody>
        </p:sp>
        <p:sp>
          <p:nvSpPr>
            <p:cNvPr id="69" name="node07.body.item-001.bullets.item-003.marker"/>
            <p:cNvSpPr/>
            <p:nvPr/>
          </p:nvSpPr>
          <p:spPr>
            <a:xfrm>
              <a:off x="7277100" y="3937000"/>
              <a:ext cx="38100" cy="38100"/>
            </a:xfrm>
            <a:prstGeom prst="rect">
              <a:avLst/>
            </a:prstGeom>
            <a:solidFill>
              <a:srgbClr val="070154"/>
            </a:solidFill>
            <a:ln>
              <a:noFill/>
            </a:ln>
          </p:spPr>
        </p:sp>
        <p:sp>
          <p:nvSpPr>
            <p:cNvPr id="70" name="node07.body.item-001.bullets.item-003.text"/>
            <p:cNvSpPr/>
            <p:nvPr/>
          </p:nvSpPr>
          <p:spPr>
            <a:xfrm>
              <a:off x="7429500" y="3848100"/>
              <a:ext cx="1600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Release notes</a:t>
              </a:r>
              <a:endParaRPr lang="en-US" sz="1200" spc="0" kern="0" b="0" i="0" dirty="0">
                <a:solidFill>
                  <a:srgbClr val="070154"/>
                </a:solidFill>
                <a:latin typeface="IBM Plex Sans"/>
                <a:ea typeface="IBM Plex Sans"/>
                <a:cs typeface="IBM Plex Sans"/>
              </a:endParaRPr>
            </a:p>
          </p:txBody>
        </p:sp>
      </p:grpSp>
      <p:grpSp>
        <p:nvGrpSpPr>
          <p:cNvPr id="89" name="node08"/>
          <p:cNvGrpSpPr/>
          <p:nvPr/>
        </p:nvGrpSpPr>
        <p:grpSpPr>
          <a:xfrm>
            <a:off x="9410700" y="2971800"/>
            <a:ext cx="2057400" cy="2057400"/>
            <a:chOff x="9410700" y="2971800"/>
            <a:chExt cx="2057400" cy="2057400"/>
          </a:xfrm>
        </p:grpSpPr>
        <p:sp>
          <p:nvSpPr>
            <p:cNvPr id="71" name="node08.container"/>
            <p:cNvSpPr/>
            <p:nvPr/>
          </p:nvSpPr>
          <p:spPr>
            <a:xfrm>
              <a:off x="9417050" y="2978150"/>
              <a:ext cx="2044700" cy="2044700"/>
            </a:xfrm>
            <a:prstGeom prst="rect">
              <a:avLst/>
            </a:prstGeom>
            <a:solidFill>
              <a:srgbClr val="FFFFFF"/>
            </a:solidFill>
            <a:ln w="12700">
              <a:solidFill>
                <a:srgbClr val="CED7E6"/>
              </a:solidFill>
              <a:prstDash val="solid"/>
            </a:ln>
          </p:spPr>
        </p:sp>
        <p:sp>
          <p:nvSpPr>
            <p:cNvPr id="72" name="node08.label"/>
            <p:cNvSpPr/>
            <p:nvPr/>
          </p:nvSpPr>
          <p:spPr>
            <a:xfrm>
              <a:off x="9563100" y="3124200"/>
              <a:ext cx="1752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ROLES</a:t>
              </a:r>
              <a:endParaRPr lang="en-US" sz="900" spc="54" kern="0" b="0" i="0" dirty="0">
                <a:solidFill>
                  <a:srgbClr val="0047FF"/>
                </a:solidFill>
                <a:latin typeface="IBM Plex Mono Medium"/>
                <a:ea typeface="IBM Plex Mono Medium"/>
                <a:cs typeface="IBM Plex Mono Medium"/>
              </a:endParaRPr>
            </a:p>
          </p:txBody>
        </p:sp>
        <p:sp>
          <p:nvSpPr>
            <p:cNvPr id="73" name="node08.body.item-001.bullets.item-001.marker"/>
            <p:cNvSpPr/>
            <p:nvPr/>
          </p:nvSpPr>
          <p:spPr>
            <a:xfrm>
              <a:off x="9563100" y="3403600"/>
              <a:ext cx="38100" cy="38100"/>
            </a:xfrm>
            <a:prstGeom prst="rect">
              <a:avLst/>
            </a:prstGeom>
            <a:solidFill>
              <a:srgbClr val="070154"/>
            </a:solidFill>
            <a:ln>
              <a:noFill/>
            </a:ln>
          </p:spPr>
        </p:sp>
        <p:sp>
          <p:nvSpPr>
            <p:cNvPr id="74" name="node08.body.item-001.bullets.item-001.text"/>
            <p:cNvSpPr/>
            <p:nvPr/>
          </p:nvSpPr>
          <p:spPr>
            <a:xfrm>
              <a:off x="9715500" y="3314700"/>
              <a:ext cx="1600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Engineering lead</a:t>
              </a:r>
              <a:endParaRPr lang="en-US" sz="1200" spc="0" kern="0" b="0" i="0" dirty="0">
                <a:solidFill>
                  <a:srgbClr val="070154"/>
                </a:solidFill>
                <a:latin typeface="IBM Plex Sans"/>
                <a:ea typeface="IBM Plex Sans"/>
                <a:cs typeface="IBM Plex Sans"/>
              </a:endParaRPr>
            </a:p>
          </p:txBody>
        </p:sp>
        <p:sp>
          <p:nvSpPr>
            <p:cNvPr id="75" name="node08.body.item-001.bullets.item-002.marker"/>
            <p:cNvSpPr/>
            <p:nvPr/>
          </p:nvSpPr>
          <p:spPr>
            <a:xfrm>
              <a:off x="9563100" y="3670300"/>
              <a:ext cx="38100" cy="38100"/>
            </a:xfrm>
            <a:prstGeom prst="rect">
              <a:avLst/>
            </a:prstGeom>
            <a:solidFill>
              <a:srgbClr val="070154"/>
            </a:solidFill>
            <a:ln>
              <a:noFill/>
            </a:ln>
          </p:spPr>
        </p:sp>
        <p:sp>
          <p:nvSpPr>
            <p:cNvPr id="76" name="node08.body.item-001.bullets.item-002.text"/>
            <p:cNvSpPr/>
            <p:nvPr/>
          </p:nvSpPr>
          <p:spPr>
            <a:xfrm>
              <a:off x="9715500" y="3581400"/>
              <a:ext cx="1600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QA lead</a:t>
              </a:r>
              <a:endParaRPr lang="en-US" sz="1200" spc="0" kern="0" b="0" i="0" dirty="0">
                <a:solidFill>
                  <a:srgbClr val="070154"/>
                </a:solidFill>
                <a:latin typeface="IBM Plex Sans"/>
                <a:ea typeface="IBM Plex Sans"/>
                <a:cs typeface="IBM Plex Sans"/>
              </a:endParaRPr>
            </a:p>
          </p:txBody>
        </p:sp>
        <p:sp>
          <p:nvSpPr>
            <p:cNvPr id="77" name="node08.body.item-001.bullets.item-003.marker"/>
            <p:cNvSpPr/>
            <p:nvPr/>
          </p:nvSpPr>
          <p:spPr>
            <a:xfrm>
              <a:off x="9563100" y="3937000"/>
              <a:ext cx="38100" cy="38100"/>
            </a:xfrm>
            <a:prstGeom prst="rect">
              <a:avLst/>
            </a:prstGeom>
            <a:solidFill>
              <a:srgbClr val="070154"/>
            </a:solidFill>
            <a:ln>
              <a:noFill/>
            </a:ln>
          </p:spPr>
        </p:sp>
        <p:sp>
          <p:nvSpPr>
            <p:cNvPr id="78" name="node08.body.item-001.bullets.item-003.text"/>
            <p:cNvSpPr/>
            <p:nvPr/>
          </p:nvSpPr>
          <p:spPr>
            <a:xfrm>
              <a:off x="9715500" y="3848100"/>
              <a:ext cx="1600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Release manager</a:t>
              </a:r>
              <a:endParaRPr lang="en-US" sz="1200" spc="0" kern="0" b="0" i="0" dirty="0">
                <a:solidFill>
                  <a:srgbClr val="070154"/>
                </a:solidFill>
                <a:latin typeface="IBM Plex Sans"/>
                <a:ea typeface="IBM Plex Sans"/>
                <a:cs typeface="IBM Plex Sans"/>
              </a:endParaRPr>
            </a:p>
          </p:txBody>
        </p:sp>
      </p:grpSp>
      <p:grpSp>
        <p:nvGrpSpPr>
          <p:cNvPr id="90" name="node09"/>
          <p:cNvGrpSpPr/>
          <p:nvPr/>
        </p:nvGrpSpPr>
        <p:grpSpPr>
          <a:xfrm>
            <a:off x="4838700" y="5257800"/>
            <a:ext cx="6629400" cy="685800"/>
            <a:chOff x="4838700" y="5257800"/>
            <a:chExt cx="6629400" cy="685800"/>
          </a:xfrm>
        </p:grpSpPr>
        <p:sp>
          <p:nvSpPr>
            <p:cNvPr id="79" name="node09.container"/>
            <p:cNvSpPr/>
            <p:nvPr/>
          </p:nvSpPr>
          <p:spPr>
            <a:xfrm>
              <a:off x="4838700" y="5257800"/>
              <a:ext cx="6629400" cy="685800"/>
            </a:xfrm>
            <a:prstGeom prst="rect">
              <a:avLst/>
            </a:prstGeom>
            <a:solidFill>
              <a:srgbClr val="070154"/>
            </a:solidFill>
            <a:ln>
              <a:noFill/>
            </a:ln>
          </p:spPr>
        </p:sp>
        <p:sp>
          <p:nvSpPr>
            <p:cNvPr id="80" name="node09.label"/>
            <p:cNvSpPr/>
            <p:nvPr/>
          </p:nvSpPr>
          <p:spPr>
            <a:xfrm>
              <a:off x="4953000" y="5372100"/>
              <a:ext cx="6400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900D3"/>
                  </a:solidFill>
                  <a:latin typeface="IBM Plex Mono Medium"/>
                  <a:ea typeface="IBM Plex Mono Medium"/>
                  <a:cs typeface="IBM Plex Mono Medium"/>
                </a:rPr>
                <a:t>EXIT GATE</a:t>
              </a:r>
              <a:endParaRPr lang="en-US" sz="900" spc="54" kern="0" b="0" i="0" dirty="0">
                <a:solidFill>
                  <a:srgbClr val="F900D3"/>
                </a:solidFill>
                <a:latin typeface="IBM Plex Mono Medium"/>
                <a:ea typeface="IBM Plex Mono Medium"/>
                <a:cs typeface="IBM Plex Mono Medium"/>
              </a:endParaRPr>
            </a:p>
          </p:txBody>
        </p:sp>
        <p:sp>
          <p:nvSpPr>
            <p:cNvPr id="81" name="node09.body.item-001.paragraph"/>
            <p:cNvSpPr/>
            <p:nvPr/>
          </p:nvSpPr>
          <p:spPr>
            <a:xfrm>
              <a:off x="4953000" y="5562600"/>
              <a:ext cx="6400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CED7E6"/>
                  </a:solidFill>
                  <a:latin typeface="IBM Plex Sans"/>
                  <a:ea typeface="IBM Plex Sans"/>
                  <a:cs typeface="IBM Plex Sans"/>
                </a:rPr>
                <a:t>Release approved for patients</a:t>
              </a:r>
              <a:endParaRPr lang="en-US" sz="1200" spc="0" kern="0" b="0" i="0" dirty="0">
                <a:solidFill>
                  <a:srgbClr val="CED7E6"/>
                </a:solidFill>
                <a:latin typeface="IBM Plex Sans"/>
                <a:ea typeface="IBM Plex Sans"/>
                <a:cs typeface="IBM Plex Sans"/>
              </a:endParaRPr>
            </a:p>
          </p:txBody>
        </p:sp>
      </p:gr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ource-360">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PRODUCT LIFECYCLE</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Define turns a ranked problem into a plan</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116</a:t>
            </a:fld>
            <a:endParaRPr lang="en-US" sz="700" spc="0" kern="0" b="0" i="0" dirty="0">
              <a:solidFill>
                <a:srgbClr val="070154"/>
              </a:solidFill>
              <a:latin typeface="IBM Plex Mono SemiBold"/>
              <a:ea typeface="IBM Plex Mono SemiBold"/>
              <a:cs typeface="IBM Plex Mono SemiBold"/>
            </a:endParaRPr>
          </a:p>
        </p:txBody>
      </p:sp>
      <p:grpSp>
        <p:nvGrpSpPr>
          <p:cNvPr id="82" name="node01"/>
          <p:cNvGrpSpPr/>
          <p:nvPr/>
        </p:nvGrpSpPr>
        <p:grpSpPr>
          <a:xfrm>
            <a:off x="723900" y="1600200"/>
            <a:ext cx="3886200" cy="3886200"/>
            <a:chOff x="723900" y="1600200"/>
            <a:chExt cx="3886200" cy="3886200"/>
          </a:xfrm>
        </p:grpSpPr>
        <p:sp>
          <p:nvSpPr>
            <p:cNvPr id="6" name="node01.items.source-001.arc"/>
            <p:cNvSpPr/>
            <p:nvPr/>
          </p:nvSpPr>
          <p:spPr>
            <a:xfrm>
              <a:off x="3423662" y="2174039"/>
              <a:ext cx="473163" cy="1012796"/>
            </a:xfrm>
            <a:custGeom>
              <a:avLst/>
              <a:gdLst/>
              <a:ahLst/>
              <a:cxnLst/>
              <a:rect l="l" t="t" r="r" b="b"/>
              <a:pathLst>
                <a:path w="473163" h="1012796">
                  <a:moveTo>
                    <a:pt x="0" y="0"/>
                  </a:moveTo>
                  <a:lnTo>
                    <a:pt x="29598" y="31369"/>
                  </a:lnTo>
                  <a:lnTo>
                    <a:pt x="58498" y="63926"/>
                  </a:lnTo>
                  <a:lnTo>
                    <a:pt x="86672" y="97645"/>
                  </a:lnTo>
                  <a:lnTo>
                    <a:pt x="114097" y="132493"/>
                  </a:lnTo>
                  <a:lnTo>
                    <a:pt x="140748" y="168441"/>
                  </a:lnTo>
                  <a:lnTo>
                    <a:pt x="166602" y="205457"/>
                  </a:lnTo>
                  <a:lnTo>
                    <a:pt x="191634" y="243507"/>
                  </a:lnTo>
                  <a:lnTo>
                    <a:pt x="215824" y="282557"/>
                  </a:lnTo>
                  <a:lnTo>
                    <a:pt x="239149" y="322574"/>
                  </a:lnTo>
                  <a:lnTo>
                    <a:pt x="261589" y="363521"/>
                  </a:lnTo>
                  <a:lnTo>
                    <a:pt x="283124" y="405362"/>
                  </a:lnTo>
                  <a:lnTo>
                    <a:pt x="303734" y="448060"/>
                  </a:lnTo>
                  <a:lnTo>
                    <a:pt x="323402" y="491577"/>
                  </a:lnTo>
                  <a:lnTo>
                    <a:pt x="342110" y="535874"/>
                  </a:lnTo>
                  <a:lnTo>
                    <a:pt x="359841" y="580912"/>
                  </a:lnTo>
                  <a:lnTo>
                    <a:pt x="376579" y="626651"/>
                  </a:lnTo>
                  <a:lnTo>
                    <a:pt x="392310" y="673050"/>
                  </a:lnTo>
                  <a:lnTo>
                    <a:pt x="407020" y="720068"/>
                  </a:lnTo>
                  <a:lnTo>
                    <a:pt x="420695" y="767662"/>
                  </a:lnTo>
                  <a:lnTo>
                    <a:pt x="433324" y="815792"/>
                  </a:lnTo>
                  <a:lnTo>
                    <a:pt x="444895" y="864413"/>
                  </a:lnTo>
                  <a:lnTo>
                    <a:pt x="455398" y="913484"/>
                  </a:lnTo>
                  <a:lnTo>
                    <a:pt x="464823" y="962959"/>
                  </a:lnTo>
                  <a:lnTo>
                    <a:pt x="473163" y="1012796"/>
                  </a:lnTo>
                </a:path>
              </a:pathLst>
            </a:custGeom>
            <a:ln w="25400">
              <a:solidFill>
                <a:srgbClr val="070154"/>
              </a:solidFill>
              <a:prstDash val="solid"/>
            </a:ln>
          </p:spPr>
        </p:sp>
        <p:sp>
          <p:nvSpPr>
            <p:cNvPr id="7" name="node01.items.source-001.arc.cap-1"/>
            <p:cNvSpPr/>
            <p:nvPr/>
          </p:nvSpPr>
          <p:spPr>
            <a:xfrm>
              <a:off x="3410962" y="2161339"/>
              <a:ext cx="25400" cy="25400"/>
            </a:xfrm>
            <a:prstGeom prst="ellipse">
              <a:avLst/>
            </a:prstGeom>
            <a:solidFill>
              <a:srgbClr val="070154"/>
            </a:solidFill>
            <a:ln>
              <a:noFill/>
            </a:ln>
          </p:spPr>
        </p:sp>
        <p:sp>
          <p:nvSpPr>
            <p:cNvPr id="8" name="node01.items.source-001.arc.cap-2"/>
            <p:cNvSpPr/>
            <p:nvPr/>
          </p:nvSpPr>
          <p:spPr>
            <a:xfrm>
              <a:off x="3884125" y="3174135"/>
              <a:ext cx="25400" cy="25400"/>
            </a:xfrm>
            <a:prstGeom prst="ellipse">
              <a:avLst/>
            </a:prstGeom>
            <a:solidFill>
              <a:srgbClr val="070154"/>
            </a:solidFill>
            <a:ln>
              <a:noFill/>
            </a:ln>
          </p:spPr>
        </p:sp>
        <p:sp>
          <p:nvSpPr>
            <p:cNvPr id="9" name="node01.items.source-001.arc.arrow-1"/>
            <p:cNvSpPr/>
            <p:nvPr/>
          </p:nvSpPr>
          <p:spPr>
            <a:xfrm>
              <a:off x="3826223" y="3096947"/>
              <a:ext cx="70602" cy="89888"/>
            </a:xfrm>
            <a:custGeom>
              <a:avLst/>
              <a:gdLst/>
              <a:ahLst/>
              <a:cxnLst/>
              <a:rect l="l" t="t" r="r" b="b"/>
              <a:pathLst>
                <a:path w="70602" h="89888">
                  <a:moveTo>
                    <a:pt x="70602" y="89888"/>
                  </a:moveTo>
                  <a:lnTo>
                    <a:pt x="0" y="0"/>
                  </a:lnTo>
                </a:path>
              </a:pathLst>
            </a:custGeom>
            <a:ln w="25400">
              <a:solidFill>
                <a:srgbClr val="070154"/>
              </a:solidFill>
              <a:prstDash val="solid"/>
            </a:ln>
          </p:spPr>
        </p:sp>
        <p:sp>
          <p:nvSpPr>
            <p:cNvPr id="10" name="node01.items.source-001.arc.arrow-1.cap-1"/>
            <p:cNvSpPr/>
            <p:nvPr/>
          </p:nvSpPr>
          <p:spPr>
            <a:xfrm>
              <a:off x="3884125" y="3174135"/>
              <a:ext cx="25400" cy="25400"/>
            </a:xfrm>
            <a:prstGeom prst="ellipse">
              <a:avLst/>
            </a:prstGeom>
            <a:solidFill>
              <a:srgbClr val="070154"/>
            </a:solidFill>
            <a:ln>
              <a:noFill/>
            </a:ln>
          </p:spPr>
        </p:sp>
        <p:sp>
          <p:nvSpPr>
            <p:cNvPr id="11" name="node01.items.source-001.arc.arrow-1.cap-2"/>
            <p:cNvSpPr/>
            <p:nvPr/>
          </p:nvSpPr>
          <p:spPr>
            <a:xfrm>
              <a:off x="3813523" y="3084247"/>
              <a:ext cx="25400" cy="25400"/>
            </a:xfrm>
            <a:prstGeom prst="ellipse">
              <a:avLst/>
            </a:prstGeom>
            <a:solidFill>
              <a:srgbClr val="070154"/>
            </a:solidFill>
            <a:ln>
              <a:noFill/>
            </a:ln>
          </p:spPr>
        </p:sp>
        <p:sp>
          <p:nvSpPr>
            <p:cNvPr id="12" name="node01.items.source-001.arc.arrow-2"/>
            <p:cNvSpPr/>
            <p:nvPr/>
          </p:nvSpPr>
          <p:spPr>
            <a:xfrm>
              <a:off x="3896825" y="3078859"/>
              <a:ext cx="37492" cy="107976"/>
            </a:xfrm>
            <a:custGeom>
              <a:avLst/>
              <a:gdLst/>
              <a:ahLst/>
              <a:cxnLst/>
              <a:rect l="l" t="t" r="r" b="b"/>
              <a:pathLst>
                <a:path w="37492" h="107976">
                  <a:moveTo>
                    <a:pt x="0" y="107976"/>
                  </a:moveTo>
                  <a:lnTo>
                    <a:pt x="37492" y="0"/>
                  </a:lnTo>
                </a:path>
              </a:pathLst>
            </a:custGeom>
            <a:ln w="25400">
              <a:solidFill>
                <a:srgbClr val="070154"/>
              </a:solidFill>
              <a:prstDash val="solid"/>
            </a:ln>
          </p:spPr>
        </p:sp>
        <p:sp>
          <p:nvSpPr>
            <p:cNvPr id="13" name="node01.items.source-001.arc.arrow-2.cap-1"/>
            <p:cNvSpPr/>
            <p:nvPr/>
          </p:nvSpPr>
          <p:spPr>
            <a:xfrm>
              <a:off x="3884125" y="3174135"/>
              <a:ext cx="25400" cy="25400"/>
            </a:xfrm>
            <a:prstGeom prst="ellipse">
              <a:avLst/>
            </a:prstGeom>
            <a:solidFill>
              <a:srgbClr val="070154"/>
            </a:solidFill>
            <a:ln>
              <a:noFill/>
            </a:ln>
          </p:spPr>
        </p:sp>
        <p:sp>
          <p:nvSpPr>
            <p:cNvPr id="14" name="node01.items.source-001.arc.arrow-2.cap-2"/>
            <p:cNvSpPr/>
            <p:nvPr/>
          </p:nvSpPr>
          <p:spPr>
            <a:xfrm>
              <a:off x="3921617" y="3066159"/>
              <a:ext cx="25400" cy="25400"/>
            </a:xfrm>
            <a:prstGeom prst="ellipse">
              <a:avLst/>
            </a:prstGeom>
            <a:solidFill>
              <a:srgbClr val="070154"/>
            </a:solidFill>
            <a:ln>
              <a:noFill/>
            </a:ln>
          </p:spPr>
        </p:sp>
        <p:sp>
          <p:nvSpPr>
            <p:cNvPr id="15" name="node01.items.source-002.arc"/>
            <p:cNvSpPr/>
            <p:nvPr/>
          </p:nvSpPr>
          <p:spPr>
            <a:xfrm>
              <a:off x="3423662" y="3899765"/>
              <a:ext cx="473163" cy="1012796"/>
            </a:xfrm>
            <a:custGeom>
              <a:avLst/>
              <a:gdLst/>
              <a:ahLst/>
              <a:cxnLst/>
              <a:rect l="l" t="t" r="r" b="b"/>
              <a:pathLst>
                <a:path w="473163" h="1012796">
                  <a:moveTo>
                    <a:pt x="473163" y="0"/>
                  </a:moveTo>
                  <a:lnTo>
                    <a:pt x="464823" y="49837"/>
                  </a:lnTo>
                  <a:lnTo>
                    <a:pt x="455398" y="99312"/>
                  </a:lnTo>
                  <a:lnTo>
                    <a:pt x="444895" y="148383"/>
                  </a:lnTo>
                  <a:lnTo>
                    <a:pt x="433324" y="197004"/>
                  </a:lnTo>
                  <a:lnTo>
                    <a:pt x="420695" y="245134"/>
                  </a:lnTo>
                  <a:lnTo>
                    <a:pt x="407020" y="292728"/>
                  </a:lnTo>
                  <a:lnTo>
                    <a:pt x="392310" y="339746"/>
                  </a:lnTo>
                  <a:lnTo>
                    <a:pt x="376579" y="386145"/>
                  </a:lnTo>
                  <a:lnTo>
                    <a:pt x="359841" y="431884"/>
                  </a:lnTo>
                  <a:lnTo>
                    <a:pt x="342110" y="476922"/>
                  </a:lnTo>
                  <a:lnTo>
                    <a:pt x="323402" y="521219"/>
                  </a:lnTo>
                  <a:lnTo>
                    <a:pt x="303734" y="564736"/>
                  </a:lnTo>
                  <a:lnTo>
                    <a:pt x="283124" y="607434"/>
                  </a:lnTo>
                  <a:lnTo>
                    <a:pt x="261589" y="649275"/>
                  </a:lnTo>
                  <a:lnTo>
                    <a:pt x="239149" y="690222"/>
                  </a:lnTo>
                  <a:lnTo>
                    <a:pt x="215824" y="730239"/>
                  </a:lnTo>
                  <a:lnTo>
                    <a:pt x="191634" y="769289"/>
                  </a:lnTo>
                  <a:lnTo>
                    <a:pt x="166602" y="807339"/>
                  </a:lnTo>
                  <a:lnTo>
                    <a:pt x="140748" y="844355"/>
                  </a:lnTo>
                  <a:lnTo>
                    <a:pt x="114097" y="880303"/>
                  </a:lnTo>
                  <a:lnTo>
                    <a:pt x="86672" y="915151"/>
                  </a:lnTo>
                  <a:lnTo>
                    <a:pt x="58498" y="948870"/>
                  </a:lnTo>
                  <a:lnTo>
                    <a:pt x="29598" y="981427"/>
                  </a:lnTo>
                  <a:lnTo>
                    <a:pt x="0" y="1012796"/>
                  </a:lnTo>
                </a:path>
              </a:pathLst>
            </a:custGeom>
            <a:ln w="25400">
              <a:solidFill>
                <a:srgbClr val="070154"/>
              </a:solidFill>
              <a:prstDash val="solid"/>
            </a:ln>
          </p:spPr>
        </p:sp>
        <p:sp>
          <p:nvSpPr>
            <p:cNvPr id="16" name="node01.items.source-002.arc.cap-1"/>
            <p:cNvSpPr/>
            <p:nvPr/>
          </p:nvSpPr>
          <p:spPr>
            <a:xfrm>
              <a:off x="3884125" y="3887065"/>
              <a:ext cx="25400" cy="25400"/>
            </a:xfrm>
            <a:prstGeom prst="ellipse">
              <a:avLst/>
            </a:prstGeom>
            <a:solidFill>
              <a:srgbClr val="070154"/>
            </a:solidFill>
            <a:ln>
              <a:noFill/>
            </a:ln>
          </p:spPr>
        </p:sp>
        <p:sp>
          <p:nvSpPr>
            <p:cNvPr id="17" name="node01.items.source-002.arc.cap-2"/>
            <p:cNvSpPr/>
            <p:nvPr/>
          </p:nvSpPr>
          <p:spPr>
            <a:xfrm>
              <a:off x="3410962" y="4899861"/>
              <a:ext cx="25400" cy="25400"/>
            </a:xfrm>
            <a:prstGeom prst="ellipse">
              <a:avLst/>
            </a:prstGeom>
            <a:solidFill>
              <a:srgbClr val="070154"/>
            </a:solidFill>
            <a:ln>
              <a:noFill/>
            </a:ln>
          </p:spPr>
        </p:sp>
        <p:sp>
          <p:nvSpPr>
            <p:cNvPr id="18" name="node01.items.source-002.arc.arrow-1"/>
            <p:cNvSpPr/>
            <p:nvPr/>
          </p:nvSpPr>
          <p:spPr>
            <a:xfrm>
              <a:off x="3423662" y="4801996"/>
              <a:ext cx="28983" cy="110564"/>
            </a:xfrm>
            <a:custGeom>
              <a:avLst/>
              <a:gdLst/>
              <a:ahLst/>
              <a:cxnLst/>
              <a:rect l="l" t="t" r="r" b="b"/>
              <a:pathLst>
                <a:path w="28983" h="110564">
                  <a:moveTo>
                    <a:pt x="0" y="110564"/>
                  </a:moveTo>
                  <a:lnTo>
                    <a:pt x="28983" y="0"/>
                  </a:lnTo>
                </a:path>
              </a:pathLst>
            </a:custGeom>
            <a:ln w="25400">
              <a:solidFill>
                <a:srgbClr val="070154"/>
              </a:solidFill>
              <a:prstDash val="solid"/>
            </a:ln>
          </p:spPr>
        </p:sp>
        <p:sp>
          <p:nvSpPr>
            <p:cNvPr id="19" name="node01.items.source-002.arc.arrow-1.cap-1"/>
            <p:cNvSpPr/>
            <p:nvPr/>
          </p:nvSpPr>
          <p:spPr>
            <a:xfrm>
              <a:off x="3410962" y="4899861"/>
              <a:ext cx="25400" cy="25400"/>
            </a:xfrm>
            <a:prstGeom prst="ellipse">
              <a:avLst/>
            </a:prstGeom>
            <a:solidFill>
              <a:srgbClr val="070154"/>
            </a:solidFill>
            <a:ln>
              <a:noFill/>
            </a:ln>
          </p:spPr>
        </p:sp>
        <p:sp>
          <p:nvSpPr>
            <p:cNvPr id="20" name="node01.items.source-002.arc.arrow-1.cap-2"/>
            <p:cNvSpPr/>
            <p:nvPr/>
          </p:nvSpPr>
          <p:spPr>
            <a:xfrm>
              <a:off x="3439945" y="4789296"/>
              <a:ext cx="25400" cy="25400"/>
            </a:xfrm>
            <a:prstGeom prst="ellipse">
              <a:avLst/>
            </a:prstGeom>
            <a:solidFill>
              <a:srgbClr val="070154"/>
            </a:solidFill>
            <a:ln>
              <a:noFill/>
            </a:ln>
          </p:spPr>
        </p:sp>
        <p:sp>
          <p:nvSpPr>
            <p:cNvPr id="21" name="node01.items.source-002.arc.arrow-2"/>
            <p:cNvSpPr/>
            <p:nvPr/>
          </p:nvSpPr>
          <p:spPr>
            <a:xfrm>
              <a:off x="3423662" y="4877211"/>
              <a:ext cx="108696" cy="35350"/>
            </a:xfrm>
            <a:custGeom>
              <a:avLst/>
              <a:gdLst/>
              <a:ahLst/>
              <a:cxnLst/>
              <a:rect l="l" t="t" r="r" b="b"/>
              <a:pathLst>
                <a:path w="108696" h="35350">
                  <a:moveTo>
                    <a:pt x="0" y="35350"/>
                  </a:moveTo>
                  <a:lnTo>
                    <a:pt x="108696" y="0"/>
                  </a:lnTo>
                </a:path>
              </a:pathLst>
            </a:custGeom>
            <a:ln w="25400">
              <a:solidFill>
                <a:srgbClr val="070154"/>
              </a:solidFill>
              <a:prstDash val="solid"/>
            </a:ln>
          </p:spPr>
        </p:sp>
        <p:sp>
          <p:nvSpPr>
            <p:cNvPr id="22" name="node01.items.source-002.arc.arrow-2.cap-1"/>
            <p:cNvSpPr/>
            <p:nvPr/>
          </p:nvSpPr>
          <p:spPr>
            <a:xfrm>
              <a:off x="3410962" y="4899861"/>
              <a:ext cx="25400" cy="25400"/>
            </a:xfrm>
            <a:prstGeom prst="ellipse">
              <a:avLst/>
            </a:prstGeom>
            <a:solidFill>
              <a:srgbClr val="070154"/>
            </a:solidFill>
            <a:ln>
              <a:noFill/>
            </a:ln>
          </p:spPr>
        </p:sp>
        <p:sp>
          <p:nvSpPr>
            <p:cNvPr id="23" name="node01.items.source-002.arc.arrow-2.cap-2"/>
            <p:cNvSpPr/>
            <p:nvPr/>
          </p:nvSpPr>
          <p:spPr>
            <a:xfrm>
              <a:off x="3519658" y="4864511"/>
              <a:ext cx="25400" cy="25400"/>
            </a:xfrm>
            <a:prstGeom prst="ellipse">
              <a:avLst/>
            </a:prstGeom>
            <a:solidFill>
              <a:srgbClr val="070154"/>
            </a:solidFill>
            <a:ln>
              <a:noFill/>
            </a:ln>
          </p:spPr>
        </p:sp>
        <p:sp>
          <p:nvSpPr>
            <p:cNvPr id="24" name="node01.items.source-003.arc"/>
            <p:cNvSpPr/>
            <p:nvPr/>
          </p:nvSpPr>
          <p:spPr>
            <a:xfrm>
              <a:off x="1437175" y="3899765"/>
              <a:ext cx="473163" cy="1012796"/>
            </a:xfrm>
            <a:custGeom>
              <a:avLst/>
              <a:gdLst/>
              <a:ahLst/>
              <a:cxnLst/>
              <a:rect l="l" t="t" r="r" b="b"/>
              <a:pathLst>
                <a:path w="473163" h="1012796">
                  <a:moveTo>
                    <a:pt x="473163" y="1012796"/>
                  </a:moveTo>
                  <a:lnTo>
                    <a:pt x="443565" y="981427"/>
                  </a:lnTo>
                  <a:lnTo>
                    <a:pt x="414665" y="948870"/>
                  </a:lnTo>
                  <a:lnTo>
                    <a:pt x="386491" y="915151"/>
                  </a:lnTo>
                  <a:lnTo>
                    <a:pt x="359066" y="880303"/>
                  </a:lnTo>
                  <a:lnTo>
                    <a:pt x="332415" y="844355"/>
                  </a:lnTo>
                  <a:lnTo>
                    <a:pt x="306561" y="807339"/>
                  </a:lnTo>
                  <a:lnTo>
                    <a:pt x="281529" y="769289"/>
                  </a:lnTo>
                  <a:lnTo>
                    <a:pt x="257339" y="730239"/>
                  </a:lnTo>
                  <a:lnTo>
                    <a:pt x="234014" y="690222"/>
                  </a:lnTo>
                  <a:lnTo>
                    <a:pt x="211574" y="649275"/>
                  </a:lnTo>
                  <a:lnTo>
                    <a:pt x="190039" y="607434"/>
                  </a:lnTo>
                  <a:lnTo>
                    <a:pt x="169429" y="564736"/>
                  </a:lnTo>
                  <a:lnTo>
                    <a:pt x="149761" y="521219"/>
                  </a:lnTo>
                  <a:lnTo>
                    <a:pt x="131053" y="476922"/>
                  </a:lnTo>
                  <a:lnTo>
                    <a:pt x="113322" y="431884"/>
                  </a:lnTo>
                  <a:lnTo>
                    <a:pt x="96584" y="386145"/>
                  </a:lnTo>
                  <a:lnTo>
                    <a:pt x="80853" y="339746"/>
                  </a:lnTo>
                  <a:lnTo>
                    <a:pt x="66143" y="292728"/>
                  </a:lnTo>
                  <a:lnTo>
                    <a:pt x="52468" y="245134"/>
                  </a:lnTo>
                  <a:lnTo>
                    <a:pt x="39839" y="197004"/>
                  </a:lnTo>
                  <a:lnTo>
                    <a:pt x="28268" y="148383"/>
                  </a:lnTo>
                  <a:lnTo>
                    <a:pt x="17765" y="99312"/>
                  </a:lnTo>
                  <a:lnTo>
                    <a:pt x="8340" y="49837"/>
                  </a:lnTo>
                  <a:lnTo>
                    <a:pt x="0" y="0"/>
                  </a:lnTo>
                </a:path>
              </a:pathLst>
            </a:custGeom>
            <a:ln w="25400">
              <a:solidFill>
                <a:srgbClr val="070154"/>
              </a:solidFill>
              <a:prstDash val="solid"/>
            </a:ln>
          </p:spPr>
        </p:sp>
        <p:sp>
          <p:nvSpPr>
            <p:cNvPr id="25" name="node01.items.source-003.arc.cap-1"/>
            <p:cNvSpPr/>
            <p:nvPr/>
          </p:nvSpPr>
          <p:spPr>
            <a:xfrm>
              <a:off x="1897638" y="4899861"/>
              <a:ext cx="25400" cy="25400"/>
            </a:xfrm>
            <a:prstGeom prst="ellipse">
              <a:avLst/>
            </a:prstGeom>
            <a:solidFill>
              <a:srgbClr val="070154"/>
            </a:solidFill>
            <a:ln>
              <a:noFill/>
            </a:ln>
          </p:spPr>
        </p:sp>
        <p:sp>
          <p:nvSpPr>
            <p:cNvPr id="26" name="node01.items.source-003.arc.cap-2"/>
            <p:cNvSpPr/>
            <p:nvPr/>
          </p:nvSpPr>
          <p:spPr>
            <a:xfrm>
              <a:off x="1424475" y="3887065"/>
              <a:ext cx="25400" cy="25400"/>
            </a:xfrm>
            <a:prstGeom prst="ellipse">
              <a:avLst/>
            </a:prstGeom>
            <a:solidFill>
              <a:srgbClr val="070154"/>
            </a:solidFill>
            <a:ln>
              <a:noFill/>
            </a:ln>
          </p:spPr>
        </p:sp>
        <p:sp>
          <p:nvSpPr>
            <p:cNvPr id="27" name="node01.items.source-003.arc.arrow-1"/>
            <p:cNvSpPr/>
            <p:nvPr/>
          </p:nvSpPr>
          <p:spPr>
            <a:xfrm>
              <a:off x="1437175" y="3899765"/>
              <a:ext cx="70602" cy="89888"/>
            </a:xfrm>
            <a:custGeom>
              <a:avLst/>
              <a:gdLst/>
              <a:ahLst/>
              <a:cxnLst/>
              <a:rect l="l" t="t" r="r" b="b"/>
              <a:pathLst>
                <a:path w="70602" h="89888">
                  <a:moveTo>
                    <a:pt x="0" y="0"/>
                  </a:moveTo>
                  <a:lnTo>
                    <a:pt x="70602" y="89888"/>
                  </a:lnTo>
                </a:path>
              </a:pathLst>
            </a:custGeom>
            <a:ln w="25400">
              <a:solidFill>
                <a:srgbClr val="070154"/>
              </a:solidFill>
              <a:prstDash val="solid"/>
            </a:ln>
          </p:spPr>
        </p:sp>
        <p:sp>
          <p:nvSpPr>
            <p:cNvPr id="28" name="node01.items.source-003.arc.arrow-1.cap-1"/>
            <p:cNvSpPr/>
            <p:nvPr/>
          </p:nvSpPr>
          <p:spPr>
            <a:xfrm>
              <a:off x="1424475" y="3887065"/>
              <a:ext cx="25400" cy="25400"/>
            </a:xfrm>
            <a:prstGeom prst="ellipse">
              <a:avLst/>
            </a:prstGeom>
            <a:solidFill>
              <a:srgbClr val="070154"/>
            </a:solidFill>
            <a:ln>
              <a:noFill/>
            </a:ln>
          </p:spPr>
        </p:sp>
        <p:sp>
          <p:nvSpPr>
            <p:cNvPr id="29" name="node01.items.source-003.arc.arrow-1.cap-2"/>
            <p:cNvSpPr/>
            <p:nvPr/>
          </p:nvSpPr>
          <p:spPr>
            <a:xfrm>
              <a:off x="1495077" y="3976953"/>
              <a:ext cx="25400" cy="25400"/>
            </a:xfrm>
            <a:prstGeom prst="ellipse">
              <a:avLst/>
            </a:prstGeom>
            <a:solidFill>
              <a:srgbClr val="070154"/>
            </a:solidFill>
            <a:ln>
              <a:noFill/>
            </a:ln>
          </p:spPr>
        </p:sp>
        <p:sp>
          <p:nvSpPr>
            <p:cNvPr id="30" name="node01.items.source-003.arc.arrow-2"/>
            <p:cNvSpPr/>
            <p:nvPr/>
          </p:nvSpPr>
          <p:spPr>
            <a:xfrm>
              <a:off x="1399683" y="3899765"/>
              <a:ext cx="37492" cy="107976"/>
            </a:xfrm>
            <a:custGeom>
              <a:avLst/>
              <a:gdLst/>
              <a:ahLst/>
              <a:cxnLst/>
              <a:rect l="l" t="t" r="r" b="b"/>
              <a:pathLst>
                <a:path w="37492" h="107976">
                  <a:moveTo>
                    <a:pt x="37492" y="0"/>
                  </a:moveTo>
                  <a:lnTo>
                    <a:pt x="0" y="107976"/>
                  </a:lnTo>
                </a:path>
              </a:pathLst>
            </a:custGeom>
            <a:ln w="25400">
              <a:solidFill>
                <a:srgbClr val="070154"/>
              </a:solidFill>
              <a:prstDash val="solid"/>
            </a:ln>
          </p:spPr>
        </p:sp>
        <p:sp>
          <p:nvSpPr>
            <p:cNvPr id="31" name="node01.items.source-003.arc.arrow-2.cap-1"/>
            <p:cNvSpPr/>
            <p:nvPr/>
          </p:nvSpPr>
          <p:spPr>
            <a:xfrm>
              <a:off x="1424475" y="3887065"/>
              <a:ext cx="25400" cy="25400"/>
            </a:xfrm>
            <a:prstGeom prst="ellipse">
              <a:avLst/>
            </a:prstGeom>
            <a:solidFill>
              <a:srgbClr val="070154"/>
            </a:solidFill>
            <a:ln>
              <a:noFill/>
            </a:ln>
          </p:spPr>
        </p:sp>
        <p:sp>
          <p:nvSpPr>
            <p:cNvPr id="32" name="node01.items.source-003.arc.arrow-2.cap-2"/>
            <p:cNvSpPr/>
            <p:nvPr/>
          </p:nvSpPr>
          <p:spPr>
            <a:xfrm>
              <a:off x="1386983" y="3995041"/>
              <a:ext cx="25400" cy="25400"/>
            </a:xfrm>
            <a:prstGeom prst="ellipse">
              <a:avLst/>
            </a:prstGeom>
            <a:solidFill>
              <a:srgbClr val="070154"/>
            </a:solidFill>
            <a:ln>
              <a:noFill/>
            </a:ln>
          </p:spPr>
        </p:sp>
        <p:sp>
          <p:nvSpPr>
            <p:cNvPr id="33" name="node01.items.source-004.arc"/>
            <p:cNvSpPr/>
            <p:nvPr/>
          </p:nvSpPr>
          <p:spPr>
            <a:xfrm>
              <a:off x="1437175" y="2174039"/>
              <a:ext cx="473163" cy="1012796"/>
            </a:xfrm>
            <a:custGeom>
              <a:avLst/>
              <a:gdLst/>
              <a:ahLst/>
              <a:cxnLst/>
              <a:rect l="l" t="t" r="r" b="b"/>
              <a:pathLst>
                <a:path w="473163" h="1012796">
                  <a:moveTo>
                    <a:pt x="0" y="1012796"/>
                  </a:moveTo>
                  <a:lnTo>
                    <a:pt x="8340" y="962959"/>
                  </a:lnTo>
                  <a:lnTo>
                    <a:pt x="17765" y="913484"/>
                  </a:lnTo>
                  <a:lnTo>
                    <a:pt x="28268" y="864413"/>
                  </a:lnTo>
                  <a:lnTo>
                    <a:pt x="39839" y="815792"/>
                  </a:lnTo>
                  <a:lnTo>
                    <a:pt x="52468" y="767662"/>
                  </a:lnTo>
                  <a:lnTo>
                    <a:pt x="66143" y="720068"/>
                  </a:lnTo>
                  <a:lnTo>
                    <a:pt x="80853" y="673050"/>
                  </a:lnTo>
                  <a:lnTo>
                    <a:pt x="96584" y="626651"/>
                  </a:lnTo>
                  <a:lnTo>
                    <a:pt x="113322" y="580912"/>
                  </a:lnTo>
                  <a:lnTo>
                    <a:pt x="131053" y="535874"/>
                  </a:lnTo>
                  <a:lnTo>
                    <a:pt x="149761" y="491577"/>
                  </a:lnTo>
                  <a:lnTo>
                    <a:pt x="169429" y="448060"/>
                  </a:lnTo>
                  <a:lnTo>
                    <a:pt x="190039" y="405362"/>
                  </a:lnTo>
                  <a:lnTo>
                    <a:pt x="211574" y="363521"/>
                  </a:lnTo>
                  <a:lnTo>
                    <a:pt x="234014" y="322574"/>
                  </a:lnTo>
                  <a:lnTo>
                    <a:pt x="257339" y="282557"/>
                  </a:lnTo>
                  <a:lnTo>
                    <a:pt x="281529" y="243507"/>
                  </a:lnTo>
                  <a:lnTo>
                    <a:pt x="306561" y="205457"/>
                  </a:lnTo>
                  <a:lnTo>
                    <a:pt x="332415" y="168441"/>
                  </a:lnTo>
                  <a:lnTo>
                    <a:pt x="359066" y="132493"/>
                  </a:lnTo>
                  <a:lnTo>
                    <a:pt x="386491" y="97645"/>
                  </a:lnTo>
                  <a:lnTo>
                    <a:pt x="414665" y="63926"/>
                  </a:lnTo>
                  <a:lnTo>
                    <a:pt x="443565" y="31369"/>
                  </a:lnTo>
                  <a:lnTo>
                    <a:pt x="473163" y="0"/>
                  </a:lnTo>
                </a:path>
              </a:pathLst>
            </a:custGeom>
            <a:ln w="25400">
              <a:solidFill>
                <a:srgbClr val="070154"/>
              </a:solidFill>
              <a:prstDash val="solid"/>
            </a:ln>
          </p:spPr>
        </p:sp>
        <p:sp>
          <p:nvSpPr>
            <p:cNvPr id="34" name="node01.items.source-004.arc.cap-1"/>
            <p:cNvSpPr/>
            <p:nvPr/>
          </p:nvSpPr>
          <p:spPr>
            <a:xfrm>
              <a:off x="1424475" y="3174135"/>
              <a:ext cx="25400" cy="25400"/>
            </a:xfrm>
            <a:prstGeom prst="ellipse">
              <a:avLst/>
            </a:prstGeom>
            <a:solidFill>
              <a:srgbClr val="070154"/>
            </a:solidFill>
            <a:ln>
              <a:noFill/>
            </a:ln>
          </p:spPr>
        </p:sp>
        <p:sp>
          <p:nvSpPr>
            <p:cNvPr id="35" name="node01.items.source-004.arc.cap-2"/>
            <p:cNvSpPr/>
            <p:nvPr/>
          </p:nvSpPr>
          <p:spPr>
            <a:xfrm>
              <a:off x="1897638" y="2161339"/>
              <a:ext cx="25400" cy="25400"/>
            </a:xfrm>
            <a:prstGeom prst="ellipse">
              <a:avLst/>
            </a:prstGeom>
            <a:solidFill>
              <a:srgbClr val="070154"/>
            </a:solidFill>
            <a:ln>
              <a:noFill/>
            </a:ln>
          </p:spPr>
        </p:sp>
        <p:sp>
          <p:nvSpPr>
            <p:cNvPr id="36" name="node01.items.source-004.arc.arrow-1"/>
            <p:cNvSpPr/>
            <p:nvPr/>
          </p:nvSpPr>
          <p:spPr>
            <a:xfrm>
              <a:off x="1881355" y="2174039"/>
              <a:ext cx="28983" cy="110564"/>
            </a:xfrm>
            <a:custGeom>
              <a:avLst/>
              <a:gdLst/>
              <a:ahLst/>
              <a:cxnLst/>
              <a:rect l="l" t="t" r="r" b="b"/>
              <a:pathLst>
                <a:path w="28983" h="110564">
                  <a:moveTo>
                    <a:pt x="28983" y="0"/>
                  </a:moveTo>
                  <a:lnTo>
                    <a:pt x="0" y="110564"/>
                  </a:lnTo>
                </a:path>
              </a:pathLst>
            </a:custGeom>
            <a:ln w="25400">
              <a:solidFill>
                <a:srgbClr val="070154"/>
              </a:solidFill>
              <a:prstDash val="solid"/>
            </a:ln>
          </p:spPr>
        </p:sp>
        <p:sp>
          <p:nvSpPr>
            <p:cNvPr id="37" name="node01.items.source-004.arc.arrow-1.cap-1"/>
            <p:cNvSpPr/>
            <p:nvPr/>
          </p:nvSpPr>
          <p:spPr>
            <a:xfrm>
              <a:off x="1897638" y="2161339"/>
              <a:ext cx="25400" cy="25400"/>
            </a:xfrm>
            <a:prstGeom prst="ellipse">
              <a:avLst/>
            </a:prstGeom>
            <a:solidFill>
              <a:srgbClr val="070154"/>
            </a:solidFill>
            <a:ln>
              <a:noFill/>
            </a:ln>
          </p:spPr>
        </p:sp>
        <p:sp>
          <p:nvSpPr>
            <p:cNvPr id="38" name="node01.items.source-004.arc.arrow-1.cap-2"/>
            <p:cNvSpPr/>
            <p:nvPr/>
          </p:nvSpPr>
          <p:spPr>
            <a:xfrm>
              <a:off x="1868655" y="2271904"/>
              <a:ext cx="25400" cy="25400"/>
            </a:xfrm>
            <a:prstGeom prst="ellipse">
              <a:avLst/>
            </a:prstGeom>
            <a:solidFill>
              <a:srgbClr val="070154"/>
            </a:solidFill>
            <a:ln>
              <a:noFill/>
            </a:ln>
          </p:spPr>
        </p:sp>
        <p:sp>
          <p:nvSpPr>
            <p:cNvPr id="39" name="node01.items.source-004.arc.arrow-2"/>
            <p:cNvSpPr/>
            <p:nvPr/>
          </p:nvSpPr>
          <p:spPr>
            <a:xfrm>
              <a:off x="1801642" y="2174039"/>
              <a:ext cx="108696" cy="35350"/>
            </a:xfrm>
            <a:custGeom>
              <a:avLst/>
              <a:gdLst/>
              <a:ahLst/>
              <a:cxnLst/>
              <a:rect l="l" t="t" r="r" b="b"/>
              <a:pathLst>
                <a:path w="108696" h="35350">
                  <a:moveTo>
                    <a:pt x="108696" y="0"/>
                  </a:moveTo>
                  <a:lnTo>
                    <a:pt x="0" y="35350"/>
                  </a:lnTo>
                </a:path>
              </a:pathLst>
            </a:custGeom>
            <a:ln w="25400">
              <a:solidFill>
                <a:srgbClr val="070154"/>
              </a:solidFill>
              <a:prstDash val="solid"/>
            </a:ln>
          </p:spPr>
        </p:sp>
        <p:sp>
          <p:nvSpPr>
            <p:cNvPr id="40" name="node01.items.source-004.arc.arrow-2.cap-1"/>
            <p:cNvSpPr/>
            <p:nvPr/>
          </p:nvSpPr>
          <p:spPr>
            <a:xfrm>
              <a:off x="1897638" y="2161339"/>
              <a:ext cx="25400" cy="25400"/>
            </a:xfrm>
            <a:prstGeom prst="ellipse">
              <a:avLst/>
            </a:prstGeom>
            <a:solidFill>
              <a:srgbClr val="070154"/>
            </a:solidFill>
            <a:ln>
              <a:noFill/>
            </a:ln>
          </p:spPr>
        </p:sp>
        <p:sp>
          <p:nvSpPr>
            <p:cNvPr id="41" name="node01.items.source-004.arc.arrow-2.cap-2"/>
            <p:cNvSpPr/>
            <p:nvPr/>
          </p:nvSpPr>
          <p:spPr>
            <a:xfrm>
              <a:off x="1788942" y="2196689"/>
              <a:ext cx="25400" cy="25400"/>
            </a:xfrm>
            <a:prstGeom prst="ellipse">
              <a:avLst/>
            </a:prstGeom>
            <a:solidFill>
              <a:srgbClr val="070154"/>
            </a:solidFill>
            <a:ln>
              <a:noFill/>
            </a:ln>
          </p:spPr>
        </p:sp>
        <p:sp>
          <p:nvSpPr>
            <p:cNvPr id="42" name="node01.center.label"/>
            <p:cNvSpPr/>
            <p:nvPr/>
          </p:nvSpPr>
          <p:spPr>
            <a:xfrm>
              <a:off x="2095500" y="3119438"/>
              <a:ext cx="1143000" cy="17145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047FF"/>
                  </a:solidFill>
                  <a:latin typeface="IBM Plex Mono SemiBold"/>
                  <a:ea typeface="IBM Plex Mono SemiBold"/>
                  <a:cs typeface="IBM Plex Mono SemiBold"/>
                </a:rPr>
                <a:t>PDLC</a:t>
              </a:r>
              <a:endParaRPr lang="en-US" sz="900" spc="54" kern="0" b="0" i="0" dirty="0">
                <a:solidFill>
                  <a:srgbClr val="0047FF"/>
                </a:solidFill>
                <a:latin typeface="IBM Plex Mono SemiBold"/>
                <a:ea typeface="IBM Plex Mono SemiBold"/>
                <a:cs typeface="IBM Plex Mono SemiBold"/>
              </a:endParaRPr>
            </a:p>
          </p:txBody>
        </p:sp>
        <p:sp>
          <p:nvSpPr>
            <p:cNvPr id="43" name="node01.items.source-001.surface"/>
            <p:cNvSpPr/>
            <p:nvPr/>
          </p:nvSpPr>
          <p:spPr>
            <a:xfrm>
              <a:off x="1981200" y="1600200"/>
              <a:ext cx="1371600" cy="457200"/>
            </a:xfrm>
            <a:prstGeom prst="rect">
              <a:avLst/>
            </a:prstGeom>
            <a:solidFill>
              <a:srgbClr val="E8EEF8"/>
            </a:solidFill>
            <a:ln>
              <a:noFill/>
            </a:ln>
          </p:spPr>
        </p:sp>
        <p:sp>
          <p:nvSpPr>
            <p:cNvPr id="44" name="node01.items.source-001.label"/>
            <p:cNvSpPr/>
            <p:nvPr/>
          </p:nvSpPr>
          <p:spPr>
            <a:xfrm>
              <a:off x="2133600" y="1695450"/>
              <a:ext cx="10668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070154"/>
                  </a:solidFill>
                  <a:latin typeface="IBM Plex Sans SemiBold"/>
                  <a:ea typeface="IBM Plex Sans SemiBold"/>
                  <a:cs typeface="IBM Plex Sans SemiBold"/>
                </a:rPr>
                <a:t>Identify</a:t>
              </a:r>
              <a:endParaRPr lang="en-US" sz="1400" spc="0" kern="0" b="0" i="0" dirty="0">
                <a:solidFill>
                  <a:srgbClr val="070154"/>
                </a:solidFill>
                <a:latin typeface="IBM Plex Sans SemiBold"/>
                <a:ea typeface="IBM Plex Sans SemiBold"/>
                <a:cs typeface="IBM Plex Sans SemiBold"/>
              </a:endParaRPr>
            </a:p>
          </p:txBody>
        </p:sp>
        <p:sp>
          <p:nvSpPr>
            <p:cNvPr id="45" name="node01.items.source-002.surface"/>
            <p:cNvSpPr/>
            <p:nvPr/>
          </p:nvSpPr>
          <p:spPr>
            <a:xfrm>
              <a:off x="3238500" y="3314700"/>
              <a:ext cx="1371600" cy="457200"/>
            </a:xfrm>
            <a:prstGeom prst="rect">
              <a:avLst/>
            </a:prstGeom>
            <a:solidFill>
              <a:srgbClr val="070154"/>
            </a:solidFill>
            <a:ln>
              <a:noFill/>
            </a:ln>
          </p:spPr>
        </p:sp>
        <p:sp>
          <p:nvSpPr>
            <p:cNvPr id="46" name="node01.items.source-002.label"/>
            <p:cNvSpPr/>
            <p:nvPr/>
          </p:nvSpPr>
          <p:spPr>
            <a:xfrm>
              <a:off x="3390900" y="3409950"/>
              <a:ext cx="10668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FFFFFF"/>
                  </a:solidFill>
                  <a:latin typeface="IBM Plex Sans SemiBold"/>
                  <a:ea typeface="IBM Plex Sans SemiBold"/>
                  <a:cs typeface="IBM Plex Sans SemiBold"/>
                </a:rPr>
                <a:t>Define</a:t>
              </a:r>
              <a:endParaRPr lang="en-US" sz="1400" spc="0" kern="0" b="0" i="0" dirty="0">
                <a:solidFill>
                  <a:srgbClr val="FFFFFF"/>
                </a:solidFill>
                <a:latin typeface="IBM Plex Sans SemiBold"/>
                <a:ea typeface="IBM Plex Sans SemiBold"/>
                <a:cs typeface="IBM Plex Sans SemiBold"/>
              </a:endParaRPr>
            </a:p>
          </p:txBody>
        </p:sp>
        <p:sp>
          <p:nvSpPr>
            <p:cNvPr id="47" name="node01.items.source-003.surface"/>
            <p:cNvSpPr/>
            <p:nvPr/>
          </p:nvSpPr>
          <p:spPr>
            <a:xfrm>
              <a:off x="1981200" y="5029200"/>
              <a:ext cx="1371600" cy="457200"/>
            </a:xfrm>
            <a:prstGeom prst="rect">
              <a:avLst/>
            </a:prstGeom>
            <a:solidFill>
              <a:srgbClr val="E8EEF8"/>
            </a:solidFill>
            <a:ln>
              <a:noFill/>
            </a:ln>
          </p:spPr>
        </p:sp>
        <p:sp>
          <p:nvSpPr>
            <p:cNvPr id="48" name="node01.items.source-003.label"/>
            <p:cNvSpPr/>
            <p:nvPr/>
          </p:nvSpPr>
          <p:spPr>
            <a:xfrm>
              <a:off x="2133600" y="5124450"/>
              <a:ext cx="10668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070154"/>
                  </a:solidFill>
                  <a:latin typeface="IBM Plex Sans SemiBold"/>
                  <a:ea typeface="IBM Plex Sans SemiBold"/>
                  <a:cs typeface="IBM Plex Sans SemiBold"/>
                </a:rPr>
                <a:t>Build</a:t>
              </a:r>
              <a:endParaRPr lang="en-US" sz="1400" spc="0" kern="0" b="0" i="0" dirty="0">
                <a:solidFill>
                  <a:srgbClr val="070154"/>
                </a:solidFill>
                <a:latin typeface="IBM Plex Sans SemiBold"/>
                <a:ea typeface="IBM Plex Sans SemiBold"/>
                <a:cs typeface="IBM Plex Sans SemiBold"/>
              </a:endParaRPr>
            </a:p>
          </p:txBody>
        </p:sp>
        <p:sp>
          <p:nvSpPr>
            <p:cNvPr id="49" name="node01.items.source-004.surface"/>
            <p:cNvSpPr/>
            <p:nvPr/>
          </p:nvSpPr>
          <p:spPr>
            <a:xfrm>
              <a:off x="723900" y="3314700"/>
              <a:ext cx="1371600" cy="457200"/>
            </a:xfrm>
            <a:prstGeom prst="rect">
              <a:avLst/>
            </a:prstGeom>
            <a:solidFill>
              <a:srgbClr val="E8EEF8"/>
            </a:solidFill>
            <a:ln>
              <a:noFill/>
            </a:ln>
          </p:spPr>
        </p:sp>
        <p:sp>
          <p:nvSpPr>
            <p:cNvPr id="50" name="node01.items.source-004.label"/>
            <p:cNvSpPr/>
            <p:nvPr/>
          </p:nvSpPr>
          <p:spPr>
            <a:xfrm>
              <a:off x="876300" y="3409950"/>
              <a:ext cx="10668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070154"/>
                  </a:solidFill>
                  <a:latin typeface="IBM Plex Sans SemiBold"/>
                  <a:ea typeface="IBM Plex Sans SemiBold"/>
                  <a:cs typeface="IBM Plex Sans SemiBold"/>
                </a:rPr>
                <a:t>Optimize</a:t>
              </a:r>
              <a:endParaRPr lang="en-US" sz="1400" spc="0" kern="0" b="0" i="0" dirty="0">
                <a:solidFill>
                  <a:srgbClr val="070154"/>
                </a:solidFill>
                <a:latin typeface="IBM Plex Sans SemiBold"/>
                <a:ea typeface="IBM Plex Sans SemiBold"/>
                <a:cs typeface="IBM Plex Sans SemiBold"/>
              </a:endParaRPr>
            </a:p>
          </p:txBody>
        </p:sp>
      </p:grpSp>
      <p:grpSp>
        <p:nvGrpSpPr>
          <p:cNvPr id="83" name="node02"/>
          <p:cNvGrpSpPr/>
          <p:nvPr/>
        </p:nvGrpSpPr>
        <p:grpSpPr>
          <a:xfrm>
            <a:off x="723900" y="5600700"/>
            <a:ext cx="3886200" cy="228600"/>
            <a:chOff x="723900" y="5600700"/>
            <a:chExt cx="3886200" cy="228600"/>
          </a:xfrm>
        </p:grpSpPr>
        <p:sp>
          <p:nvSpPr>
            <p:cNvPr id="51" name="node02.text"/>
            <p:cNvSpPr/>
            <p:nvPr/>
          </p:nvSpPr>
          <p:spPr>
            <a:xfrm>
              <a:off x="723900" y="5600700"/>
              <a:ext cx="3886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Dark phase is the one shown on the right.</a:t>
              </a:r>
              <a:endParaRPr lang="en-US" sz="1200" spc="0" kern="0" b="0" i="0" dirty="0">
                <a:solidFill>
                  <a:srgbClr val="50658E"/>
                </a:solidFill>
                <a:latin typeface="IBM Plex Sans"/>
                <a:ea typeface="IBM Plex Sans"/>
                <a:cs typeface="IBM Plex Sans"/>
              </a:endParaRPr>
            </a:p>
          </p:txBody>
        </p:sp>
      </p:grpSp>
      <p:grpSp>
        <p:nvGrpSpPr>
          <p:cNvPr id="84" name="node03"/>
          <p:cNvGrpSpPr/>
          <p:nvPr/>
        </p:nvGrpSpPr>
        <p:grpSpPr>
          <a:xfrm>
            <a:off x="4838700" y="1600200"/>
            <a:ext cx="6629400" cy="152400"/>
            <a:chOff x="4838700" y="1600200"/>
            <a:chExt cx="6629400" cy="152400"/>
          </a:xfrm>
        </p:grpSpPr>
        <p:sp>
          <p:nvSpPr>
            <p:cNvPr id="52" name="node03.text"/>
            <p:cNvSpPr/>
            <p:nvPr/>
          </p:nvSpPr>
          <p:spPr>
            <a:xfrm>
              <a:off x="4838700" y="1600200"/>
              <a:ext cx="66294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PHASE 2 OF 4 · RIGHT SOLUTION</a:t>
              </a:r>
              <a:endParaRPr lang="en-US" sz="900" spc="54" kern="0" b="0" i="0" dirty="0">
                <a:solidFill>
                  <a:srgbClr val="0047FF"/>
                </a:solidFill>
                <a:latin typeface="IBM Plex Mono Medium"/>
                <a:ea typeface="IBM Plex Mono Medium"/>
                <a:cs typeface="IBM Plex Mono Medium"/>
              </a:endParaRPr>
            </a:p>
          </p:txBody>
        </p:sp>
      </p:grpSp>
      <p:grpSp>
        <p:nvGrpSpPr>
          <p:cNvPr id="85" name="node04"/>
          <p:cNvGrpSpPr/>
          <p:nvPr/>
        </p:nvGrpSpPr>
        <p:grpSpPr>
          <a:xfrm>
            <a:off x="4838700" y="1905000"/>
            <a:ext cx="6629400" cy="381000"/>
            <a:chOff x="4838700" y="1905000"/>
            <a:chExt cx="6629400" cy="381000"/>
          </a:xfrm>
        </p:grpSpPr>
        <p:sp>
          <p:nvSpPr>
            <p:cNvPr id="53" name="node04.text"/>
            <p:cNvSpPr/>
            <p:nvPr/>
          </p:nvSpPr>
          <p:spPr>
            <a:xfrm>
              <a:off x="4838700" y="1905000"/>
              <a:ext cx="6629400" cy="3810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Define</a:t>
              </a:r>
              <a:endParaRPr lang="en-US" sz="2400" spc="-36" kern="0" b="0" i="0" dirty="0">
                <a:solidFill>
                  <a:srgbClr val="070154"/>
                </a:solidFill>
                <a:latin typeface="IBM Plex Sans SemiBold"/>
                <a:ea typeface="IBM Plex Sans SemiBold"/>
                <a:cs typeface="IBM Plex Sans SemiBold"/>
              </a:endParaRPr>
            </a:p>
          </p:txBody>
        </p:sp>
      </p:grpSp>
      <p:grpSp>
        <p:nvGrpSpPr>
          <p:cNvPr id="86" name="node05"/>
          <p:cNvGrpSpPr/>
          <p:nvPr/>
        </p:nvGrpSpPr>
        <p:grpSpPr>
          <a:xfrm>
            <a:off x="4838700" y="2362200"/>
            <a:ext cx="6629400" cy="266700"/>
            <a:chOff x="4838700" y="2362200"/>
            <a:chExt cx="6629400" cy="266700"/>
          </a:xfrm>
        </p:grpSpPr>
        <p:sp>
          <p:nvSpPr>
            <p:cNvPr id="54" name="node05.text"/>
            <p:cNvSpPr/>
            <p:nvPr/>
          </p:nvSpPr>
          <p:spPr>
            <a:xfrm>
              <a:off x="4838700" y="2362200"/>
              <a:ext cx="66294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Shape the product, the patient experience and the delivery plan with clinicians.</a:t>
              </a:r>
              <a:endParaRPr lang="en-US" sz="1400" spc="0" kern="0" b="0" i="0" dirty="0">
                <a:solidFill>
                  <a:srgbClr val="070154"/>
                </a:solidFill>
                <a:latin typeface="IBM Plex Sans"/>
                <a:ea typeface="IBM Plex Sans"/>
                <a:cs typeface="IBM Plex Sans"/>
              </a:endParaRPr>
            </a:p>
          </p:txBody>
        </p:sp>
      </p:grpSp>
      <p:grpSp>
        <p:nvGrpSpPr>
          <p:cNvPr id="87" name="node06"/>
          <p:cNvGrpSpPr/>
          <p:nvPr/>
        </p:nvGrpSpPr>
        <p:grpSpPr>
          <a:xfrm>
            <a:off x="4838700" y="2971800"/>
            <a:ext cx="2057400" cy="2057400"/>
            <a:chOff x="4838700" y="2971800"/>
            <a:chExt cx="2057400" cy="2057400"/>
          </a:xfrm>
        </p:grpSpPr>
        <p:sp>
          <p:nvSpPr>
            <p:cNvPr id="55" name="node06.container"/>
            <p:cNvSpPr/>
            <p:nvPr/>
          </p:nvSpPr>
          <p:spPr>
            <a:xfrm>
              <a:off x="4838700" y="2971800"/>
              <a:ext cx="2057400" cy="2057400"/>
            </a:xfrm>
            <a:prstGeom prst="rect">
              <a:avLst/>
            </a:prstGeom>
            <a:solidFill>
              <a:srgbClr val="E8EEF8"/>
            </a:solidFill>
            <a:ln>
              <a:noFill/>
            </a:ln>
          </p:spPr>
        </p:sp>
        <p:sp>
          <p:nvSpPr>
            <p:cNvPr id="56" name="node06.label"/>
            <p:cNvSpPr/>
            <p:nvPr/>
          </p:nvSpPr>
          <p:spPr>
            <a:xfrm>
              <a:off x="4991100" y="3124200"/>
              <a:ext cx="1752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ACTIVITIES</a:t>
              </a:r>
              <a:endParaRPr lang="en-US" sz="900" spc="54" kern="0" b="0" i="0" dirty="0">
                <a:solidFill>
                  <a:srgbClr val="0047FF"/>
                </a:solidFill>
                <a:latin typeface="IBM Plex Mono Medium"/>
                <a:ea typeface="IBM Plex Mono Medium"/>
                <a:cs typeface="IBM Plex Mono Medium"/>
              </a:endParaRPr>
            </a:p>
          </p:txBody>
        </p:sp>
        <p:sp>
          <p:nvSpPr>
            <p:cNvPr id="57" name="node06.body.item-001.bullets.item-001.marker"/>
            <p:cNvSpPr/>
            <p:nvPr/>
          </p:nvSpPr>
          <p:spPr>
            <a:xfrm>
              <a:off x="4991100" y="3403600"/>
              <a:ext cx="38100" cy="38100"/>
            </a:xfrm>
            <a:prstGeom prst="rect">
              <a:avLst/>
            </a:prstGeom>
            <a:solidFill>
              <a:srgbClr val="070154"/>
            </a:solidFill>
            <a:ln>
              <a:noFill/>
            </a:ln>
          </p:spPr>
        </p:sp>
        <p:sp>
          <p:nvSpPr>
            <p:cNvPr id="58" name="node06.body.item-001.bullets.item-001.text"/>
            <p:cNvSpPr/>
            <p:nvPr/>
          </p:nvSpPr>
          <p:spPr>
            <a:xfrm>
              <a:off x="5143500" y="3314700"/>
              <a:ext cx="16002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Shape the vision and prototypes</a:t>
              </a:r>
              <a:endParaRPr lang="en-US" sz="1200" spc="0" kern="0" b="0" i="0" dirty="0">
                <a:solidFill>
                  <a:srgbClr val="070154"/>
                </a:solidFill>
                <a:latin typeface="IBM Plex Sans"/>
                <a:ea typeface="IBM Plex Sans"/>
                <a:cs typeface="IBM Plex Sans"/>
              </a:endParaRPr>
            </a:p>
          </p:txBody>
        </p:sp>
        <p:sp>
          <p:nvSpPr>
            <p:cNvPr id="59" name="node06.body.item-001.bullets.item-002.marker"/>
            <p:cNvSpPr/>
            <p:nvPr/>
          </p:nvSpPr>
          <p:spPr>
            <a:xfrm>
              <a:off x="4991100" y="3898900"/>
              <a:ext cx="38100" cy="38100"/>
            </a:xfrm>
            <a:prstGeom prst="rect">
              <a:avLst/>
            </a:prstGeom>
            <a:solidFill>
              <a:srgbClr val="070154"/>
            </a:solidFill>
            <a:ln>
              <a:noFill/>
            </a:ln>
          </p:spPr>
        </p:sp>
        <p:sp>
          <p:nvSpPr>
            <p:cNvPr id="60" name="node06.body.item-001.bullets.item-002.text"/>
            <p:cNvSpPr/>
            <p:nvPr/>
          </p:nvSpPr>
          <p:spPr>
            <a:xfrm>
              <a:off x="5143500" y="3810000"/>
              <a:ext cx="16002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Design the booking journeys</a:t>
              </a:r>
              <a:endParaRPr lang="en-US" sz="1200" spc="0" kern="0" b="0" i="0" dirty="0">
                <a:solidFill>
                  <a:srgbClr val="070154"/>
                </a:solidFill>
                <a:latin typeface="IBM Plex Sans"/>
                <a:ea typeface="IBM Plex Sans"/>
                <a:cs typeface="IBM Plex Sans"/>
              </a:endParaRPr>
            </a:p>
          </p:txBody>
        </p:sp>
        <p:sp>
          <p:nvSpPr>
            <p:cNvPr id="61" name="node06.body.item-001.bullets.item-003.marker"/>
            <p:cNvSpPr/>
            <p:nvPr/>
          </p:nvSpPr>
          <p:spPr>
            <a:xfrm>
              <a:off x="4991100" y="4394200"/>
              <a:ext cx="38100" cy="38100"/>
            </a:xfrm>
            <a:prstGeom prst="rect">
              <a:avLst/>
            </a:prstGeom>
            <a:solidFill>
              <a:srgbClr val="070154"/>
            </a:solidFill>
            <a:ln>
              <a:noFill/>
            </a:ln>
          </p:spPr>
        </p:sp>
        <p:sp>
          <p:nvSpPr>
            <p:cNvPr id="62" name="node06.body.item-001.bullets.item-003.text"/>
            <p:cNvSpPr/>
            <p:nvPr/>
          </p:nvSpPr>
          <p:spPr>
            <a:xfrm>
              <a:off x="5143500" y="4305300"/>
              <a:ext cx="1600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Plan releases and risks</a:t>
              </a:r>
              <a:endParaRPr lang="en-US" sz="1200" spc="0" kern="0" b="0" i="0" dirty="0">
                <a:solidFill>
                  <a:srgbClr val="070154"/>
                </a:solidFill>
                <a:latin typeface="IBM Plex Sans"/>
                <a:ea typeface="IBM Plex Sans"/>
                <a:cs typeface="IBM Plex Sans"/>
              </a:endParaRPr>
            </a:p>
          </p:txBody>
        </p:sp>
      </p:grpSp>
      <p:grpSp>
        <p:nvGrpSpPr>
          <p:cNvPr id="88" name="node07"/>
          <p:cNvGrpSpPr/>
          <p:nvPr/>
        </p:nvGrpSpPr>
        <p:grpSpPr>
          <a:xfrm>
            <a:off x="7124700" y="2971800"/>
            <a:ext cx="2057400" cy="2057400"/>
            <a:chOff x="7124700" y="2971800"/>
            <a:chExt cx="2057400" cy="2057400"/>
          </a:xfrm>
        </p:grpSpPr>
        <p:sp>
          <p:nvSpPr>
            <p:cNvPr id="63" name="node07.container"/>
            <p:cNvSpPr/>
            <p:nvPr/>
          </p:nvSpPr>
          <p:spPr>
            <a:xfrm>
              <a:off x="7124700" y="2971800"/>
              <a:ext cx="2057400" cy="2057400"/>
            </a:xfrm>
            <a:prstGeom prst="rect">
              <a:avLst/>
            </a:prstGeom>
            <a:solidFill>
              <a:srgbClr val="E8EEF8"/>
            </a:solidFill>
            <a:ln>
              <a:noFill/>
            </a:ln>
          </p:spPr>
        </p:sp>
        <p:sp>
          <p:nvSpPr>
            <p:cNvPr id="64" name="node07.label"/>
            <p:cNvSpPr/>
            <p:nvPr/>
          </p:nvSpPr>
          <p:spPr>
            <a:xfrm>
              <a:off x="7277100" y="3124200"/>
              <a:ext cx="1752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OUTPUTS</a:t>
              </a:r>
              <a:endParaRPr lang="en-US" sz="900" spc="54" kern="0" b="0" i="0" dirty="0">
                <a:solidFill>
                  <a:srgbClr val="0047FF"/>
                </a:solidFill>
                <a:latin typeface="IBM Plex Mono Medium"/>
                <a:ea typeface="IBM Plex Mono Medium"/>
                <a:cs typeface="IBM Plex Mono Medium"/>
              </a:endParaRPr>
            </a:p>
          </p:txBody>
        </p:sp>
        <p:sp>
          <p:nvSpPr>
            <p:cNvPr id="65" name="node07.body.item-001.bullets.item-001.marker"/>
            <p:cNvSpPr/>
            <p:nvPr/>
          </p:nvSpPr>
          <p:spPr>
            <a:xfrm>
              <a:off x="7277100" y="3403600"/>
              <a:ext cx="38100" cy="38100"/>
            </a:xfrm>
            <a:prstGeom prst="rect">
              <a:avLst/>
            </a:prstGeom>
            <a:solidFill>
              <a:srgbClr val="070154"/>
            </a:solidFill>
            <a:ln>
              <a:noFill/>
            </a:ln>
          </p:spPr>
        </p:sp>
        <p:sp>
          <p:nvSpPr>
            <p:cNvPr id="66" name="node07.body.item-001.bullets.item-001.text"/>
            <p:cNvSpPr/>
            <p:nvPr/>
          </p:nvSpPr>
          <p:spPr>
            <a:xfrm>
              <a:off x="7429500" y="3314700"/>
              <a:ext cx="1600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Product vision</a:t>
              </a:r>
              <a:endParaRPr lang="en-US" sz="1200" spc="0" kern="0" b="0" i="0" dirty="0">
                <a:solidFill>
                  <a:srgbClr val="070154"/>
                </a:solidFill>
                <a:latin typeface="IBM Plex Sans"/>
                <a:ea typeface="IBM Plex Sans"/>
                <a:cs typeface="IBM Plex Sans"/>
              </a:endParaRPr>
            </a:p>
          </p:txBody>
        </p:sp>
        <p:sp>
          <p:nvSpPr>
            <p:cNvPr id="67" name="node07.body.item-001.bullets.item-002.marker"/>
            <p:cNvSpPr/>
            <p:nvPr/>
          </p:nvSpPr>
          <p:spPr>
            <a:xfrm>
              <a:off x="7277100" y="3670300"/>
              <a:ext cx="38100" cy="38100"/>
            </a:xfrm>
            <a:prstGeom prst="rect">
              <a:avLst/>
            </a:prstGeom>
            <a:solidFill>
              <a:srgbClr val="070154"/>
            </a:solidFill>
            <a:ln>
              <a:noFill/>
            </a:ln>
          </p:spPr>
        </p:sp>
        <p:sp>
          <p:nvSpPr>
            <p:cNvPr id="68" name="node07.body.item-001.bullets.item-002.text"/>
            <p:cNvSpPr/>
            <p:nvPr/>
          </p:nvSpPr>
          <p:spPr>
            <a:xfrm>
              <a:off x="7429500" y="3581400"/>
              <a:ext cx="1600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Release plan</a:t>
              </a:r>
              <a:endParaRPr lang="en-US" sz="1200" spc="0" kern="0" b="0" i="0" dirty="0">
                <a:solidFill>
                  <a:srgbClr val="070154"/>
                </a:solidFill>
                <a:latin typeface="IBM Plex Sans"/>
                <a:ea typeface="IBM Plex Sans"/>
                <a:cs typeface="IBM Plex Sans"/>
              </a:endParaRPr>
            </a:p>
          </p:txBody>
        </p:sp>
        <p:sp>
          <p:nvSpPr>
            <p:cNvPr id="69" name="node07.body.item-001.bullets.item-003.marker"/>
            <p:cNvSpPr/>
            <p:nvPr/>
          </p:nvSpPr>
          <p:spPr>
            <a:xfrm>
              <a:off x="7277100" y="3937000"/>
              <a:ext cx="38100" cy="38100"/>
            </a:xfrm>
            <a:prstGeom prst="rect">
              <a:avLst/>
            </a:prstGeom>
            <a:solidFill>
              <a:srgbClr val="070154"/>
            </a:solidFill>
            <a:ln>
              <a:noFill/>
            </a:ln>
          </p:spPr>
        </p:sp>
        <p:sp>
          <p:nvSpPr>
            <p:cNvPr id="70" name="node07.body.item-001.bullets.item-003.text"/>
            <p:cNvSpPr/>
            <p:nvPr/>
          </p:nvSpPr>
          <p:spPr>
            <a:xfrm>
              <a:off x="7429500" y="3848100"/>
              <a:ext cx="1600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Architecture</a:t>
              </a:r>
              <a:endParaRPr lang="en-US" sz="1200" spc="0" kern="0" b="0" i="0" dirty="0">
                <a:solidFill>
                  <a:srgbClr val="070154"/>
                </a:solidFill>
                <a:latin typeface="IBM Plex Sans"/>
                <a:ea typeface="IBM Plex Sans"/>
                <a:cs typeface="IBM Plex Sans"/>
              </a:endParaRPr>
            </a:p>
          </p:txBody>
        </p:sp>
      </p:grpSp>
      <p:grpSp>
        <p:nvGrpSpPr>
          <p:cNvPr id="89" name="node08"/>
          <p:cNvGrpSpPr/>
          <p:nvPr/>
        </p:nvGrpSpPr>
        <p:grpSpPr>
          <a:xfrm>
            <a:off x="9410700" y="2971800"/>
            <a:ext cx="2057400" cy="2057400"/>
            <a:chOff x="9410700" y="2971800"/>
            <a:chExt cx="2057400" cy="2057400"/>
          </a:xfrm>
        </p:grpSpPr>
        <p:sp>
          <p:nvSpPr>
            <p:cNvPr id="71" name="node08.container"/>
            <p:cNvSpPr/>
            <p:nvPr/>
          </p:nvSpPr>
          <p:spPr>
            <a:xfrm>
              <a:off x="9417050" y="2978150"/>
              <a:ext cx="2044700" cy="2044700"/>
            </a:xfrm>
            <a:prstGeom prst="rect">
              <a:avLst/>
            </a:prstGeom>
            <a:solidFill>
              <a:srgbClr val="FFFFFF"/>
            </a:solidFill>
            <a:ln w="12700">
              <a:solidFill>
                <a:srgbClr val="CED7E6"/>
              </a:solidFill>
              <a:prstDash val="solid"/>
            </a:ln>
          </p:spPr>
        </p:sp>
        <p:sp>
          <p:nvSpPr>
            <p:cNvPr id="72" name="node08.label"/>
            <p:cNvSpPr/>
            <p:nvPr/>
          </p:nvSpPr>
          <p:spPr>
            <a:xfrm>
              <a:off x="9563100" y="3124200"/>
              <a:ext cx="1752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ROLES</a:t>
              </a:r>
              <a:endParaRPr lang="en-US" sz="900" spc="54" kern="0" b="0" i="0" dirty="0">
                <a:solidFill>
                  <a:srgbClr val="0047FF"/>
                </a:solidFill>
                <a:latin typeface="IBM Plex Mono Medium"/>
                <a:ea typeface="IBM Plex Mono Medium"/>
                <a:cs typeface="IBM Plex Mono Medium"/>
              </a:endParaRPr>
            </a:p>
          </p:txBody>
        </p:sp>
        <p:sp>
          <p:nvSpPr>
            <p:cNvPr id="73" name="node08.body.item-001.bullets.item-001.marker"/>
            <p:cNvSpPr/>
            <p:nvPr/>
          </p:nvSpPr>
          <p:spPr>
            <a:xfrm>
              <a:off x="9563100" y="3403600"/>
              <a:ext cx="38100" cy="38100"/>
            </a:xfrm>
            <a:prstGeom prst="rect">
              <a:avLst/>
            </a:prstGeom>
            <a:solidFill>
              <a:srgbClr val="070154"/>
            </a:solidFill>
            <a:ln>
              <a:noFill/>
            </a:ln>
          </p:spPr>
        </p:sp>
        <p:sp>
          <p:nvSpPr>
            <p:cNvPr id="74" name="node08.body.item-001.bullets.item-001.text"/>
            <p:cNvSpPr/>
            <p:nvPr/>
          </p:nvSpPr>
          <p:spPr>
            <a:xfrm>
              <a:off x="9715500" y="3314700"/>
              <a:ext cx="1600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Product owner</a:t>
              </a:r>
              <a:endParaRPr lang="en-US" sz="1200" spc="0" kern="0" b="0" i="0" dirty="0">
                <a:solidFill>
                  <a:srgbClr val="070154"/>
                </a:solidFill>
                <a:latin typeface="IBM Plex Sans"/>
                <a:ea typeface="IBM Plex Sans"/>
                <a:cs typeface="IBM Plex Sans"/>
              </a:endParaRPr>
            </a:p>
          </p:txBody>
        </p:sp>
        <p:sp>
          <p:nvSpPr>
            <p:cNvPr id="75" name="node08.body.item-001.bullets.item-002.marker"/>
            <p:cNvSpPr/>
            <p:nvPr/>
          </p:nvSpPr>
          <p:spPr>
            <a:xfrm>
              <a:off x="9563100" y="3670300"/>
              <a:ext cx="38100" cy="38100"/>
            </a:xfrm>
            <a:prstGeom prst="rect">
              <a:avLst/>
            </a:prstGeom>
            <a:solidFill>
              <a:srgbClr val="070154"/>
            </a:solidFill>
            <a:ln>
              <a:noFill/>
            </a:ln>
          </p:spPr>
        </p:sp>
        <p:sp>
          <p:nvSpPr>
            <p:cNvPr id="76" name="node08.body.item-001.bullets.item-002.text"/>
            <p:cNvSpPr/>
            <p:nvPr/>
          </p:nvSpPr>
          <p:spPr>
            <a:xfrm>
              <a:off x="9715500" y="3581400"/>
              <a:ext cx="1600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Solution architect</a:t>
              </a:r>
              <a:endParaRPr lang="en-US" sz="1200" spc="0" kern="0" b="0" i="0" dirty="0">
                <a:solidFill>
                  <a:srgbClr val="070154"/>
                </a:solidFill>
                <a:latin typeface="IBM Plex Sans"/>
                <a:ea typeface="IBM Plex Sans"/>
                <a:cs typeface="IBM Plex Sans"/>
              </a:endParaRPr>
            </a:p>
          </p:txBody>
        </p:sp>
        <p:sp>
          <p:nvSpPr>
            <p:cNvPr id="77" name="node08.body.item-001.bullets.item-003.marker"/>
            <p:cNvSpPr/>
            <p:nvPr/>
          </p:nvSpPr>
          <p:spPr>
            <a:xfrm>
              <a:off x="9563100" y="3937000"/>
              <a:ext cx="38100" cy="38100"/>
            </a:xfrm>
            <a:prstGeom prst="rect">
              <a:avLst/>
            </a:prstGeom>
            <a:solidFill>
              <a:srgbClr val="070154"/>
            </a:solidFill>
            <a:ln>
              <a:noFill/>
            </a:ln>
          </p:spPr>
        </p:sp>
        <p:sp>
          <p:nvSpPr>
            <p:cNvPr id="78" name="node08.body.item-001.bullets.item-003.text"/>
            <p:cNvSpPr/>
            <p:nvPr/>
          </p:nvSpPr>
          <p:spPr>
            <a:xfrm>
              <a:off x="9715500" y="3848100"/>
              <a:ext cx="1600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UX designer</a:t>
              </a:r>
              <a:endParaRPr lang="en-US" sz="1200" spc="0" kern="0" b="0" i="0" dirty="0">
                <a:solidFill>
                  <a:srgbClr val="070154"/>
                </a:solidFill>
                <a:latin typeface="IBM Plex Sans"/>
                <a:ea typeface="IBM Plex Sans"/>
                <a:cs typeface="IBM Plex Sans"/>
              </a:endParaRPr>
            </a:p>
          </p:txBody>
        </p:sp>
      </p:grpSp>
      <p:grpSp>
        <p:nvGrpSpPr>
          <p:cNvPr id="90" name="node09"/>
          <p:cNvGrpSpPr/>
          <p:nvPr/>
        </p:nvGrpSpPr>
        <p:grpSpPr>
          <a:xfrm>
            <a:off x="4838700" y="5257800"/>
            <a:ext cx="6629400" cy="685800"/>
            <a:chOff x="4838700" y="5257800"/>
            <a:chExt cx="6629400" cy="685800"/>
          </a:xfrm>
        </p:grpSpPr>
        <p:sp>
          <p:nvSpPr>
            <p:cNvPr id="79" name="node09.container"/>
            <p:cNvSpPr/>
            <p:nvPr/>
          </p:nvSpPr>
          <p:spPr>
            <a:xfrm>
              <a:off x="4838700" y="5257800"/>
              <a:ext cx="6629400" cy="685800"/>
            </a:xfrm>
            <a:prstGeom prst="rect">
              <a:avLst/>
            </a:prstGeom>
            <a:solidFill>
              <a:srgbClr val="070154"/>
            </a:solidFill>
            <a:ln>
              <a:noFill/>
            </a:ln>
          </p:spPr>
        </p:sp>
        <p:sp>
          <p:nvSpPr>
            <p:cNvPr id="80" name="node09.label"/>
            <p:cNvSpPr/>
            <p:nvPr/>
          </p:nvSpPr>
          <p:spPr>
            <a:xfrm>
              <a:off x="4953000" y="5372100"/>
              <a:ext cx="6400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900D3"/>
                  </a:solidFill>
                  <a:latin typeface="IBM Plex Mono Medium"/>
                  <a:ea typeface="IBM Plex Mono Medium"/>
                  <a:cs typeface="IBM Plex Mono Medium"/>
                </a:rPr>
                <a:t>EXIT GATE</a:t>
              </a:r>
              <a:endParaRPr lang="en-US" sz="900" spc="54" kern="0" b="0" i="0" dirty="0">
                <a:solidFill>
                  <a:srgbClr val="F900D3"/>
                </a:solidFill>
                <a:latin typeface="IBM Plex Mono Medium"/>
                <a:ea typeface="IBM Plex Mono Medium"/>
                <a:cs typeface="IBM Plex Mono Medium"/>
              </a:endParaRPr>
            </a:p>
          </p:txBody>
        </p:sp>
        <p:sp>
          <p:nvSpPr>
            <p:cNvPr id="81" name="node09.body.item-001.paragraph"/>
            <p:cNvSpPr/>
            <p:nvPr/>
          </p:nvSpPr>
          <p:spPr>
            <a:xfrm>
              <a:off x="4953000" y="5562600"/>
              <a:ext cx="6400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CED7E6"/>
                  </a:solidFill>
                  <a:latin typeface="IBM Plex Sans"/>
                  <a:ea typeface="IBM Plex Sans"/>
                  <a:cs typeface="IBM Plex Sans"/>
                </a:rPr>
                <a:t>Approved scope and plan</a:t>
              </a:r>
              <a:endParaRPr lang="en-US" sz="1200" spc="0" kern="0" b="0" i="0" dirty="0">
                <a:solidFill>
                  <a:srgbClr val="CED7E6"/>
                </a:solidFill>
                <a:latin typeface="IBM Plex Sans"/>
                <a:ea typeface="IBM Plex Sans"/>
                <a:cs typeface="IBM Plex Sans"/>
              </a:endParaRPr>
            </a:p>
          </p:txBody>
        </p:sp>
      </p:gr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ource-361">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OUR APPROACH</a:t>
            </a:r>
            <a:endParaRPr lang="en-US" sz="1000" spc="80" kern="0" b="0" i="0" dirty="0">
              <a:solidFill>
                <a:srgbClr val="0047FF"/>
              </a:solidFill>
              <a:latin typeface="IBM Plex Mono SemiBold"/>
              <a:ea typeface="IBM Plex Mono SemiBold"/>
              <a:cs typeface="IBM Plex Mono SemiBold"/>
            </a:endParaRPr>
          </a:p>
        </p:txBody>
      </p:sp>
      <p:pic>
        <p:nvPicPr>
          <p:cNvPr id="4" name="title.mark-002-001" descr="highlight-1; canonical SHA256=b0048aa39744978d339a9910f5cc1482814a8a0eae4c5a63e1f80d6a2885b314">    </p:cNvPr>
          <p:cNvPicPr>
            <a:picLocks noChangeAspect="1"/>
          </p:cNvPicPr>
          <p:nvPr/>
        </p:nvPicPr>
        <p:blipFill>
          <a:blip r:embed="rId1"/>
          <a:stretch>
            <a:fillRect/>
          </a:stretch>
        </p:blipFill>
        <p:spPr>
          <a:xfrm>
            <a:off x="1434978" y="733532"/>
            <a:ext cx="2323608" cy="374904"/>
          </a:xfrm>
          <a:prstGeom prst="rect">
            <a:avLst/>
          </a:prstGeom>
        </p:spPr>
      </p:pic>
      <p:sp>
        <p:nvSpPr>
          <p:cNvPr id="5" name="title"/>
          <p:cNvSpPr/>
          <p:nvPr/>
        </p:nvSpPr>
        <p:spPr>
          <a:xfrm>
            <a:off x="723900" y="685800"/>
            <a:ext cx="10744200" cy="11430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 xml:space="preserve">Our </a:t>
            </a:r>
            <a:r>
              <a:rPr lang="en-US" sz="3200" spc="-590" kern="0" b="0" i="0" dirty="0">
                <a:solidFill>
                  <a:srgbClr val="070154"/>
                </a:solidFill>
                <a:latin typeface="IBM Plex Sans SemiBold"/>
                <a:ea typeface="IBM Plex Sans SemiBold"/>
                <a:cs typeface="IBM Plex Sans SemiBold"/>
              </a:rPr>
              <a:t xml:space="preserve"> </a:t>
            </a:r>
            <a:r>
              <a:rPr lang="en-US" sz="3200" spc="-64" kern="0" b="0" i="0" dirty="0">
                <a:solidFill>
                  <a:srgbClr val="070154"/>
                </a:solidFill>
                <a:latin typeface="IBM Plex Sans SemiBold"/>
                <a:ea typeface="IBM Plex Sans SemiBold"/>
                <a:cs typeface="IBM Plex Sans SemiBold"/>
              </a:rPr>
              <a:t xml:space="preserve">three-phase</a:t>
            </a:r>
            <a:r>
              <a:rPr lang="en-US" sz="3200" spc="-590" kern="0" b="0" i="0" dirty="0">
                <a:solidFill>
                  <a:srgbClr val="070154"/>
                </a:solidFill>
                <a:latin typeface="IBM Plex Sans SemiBold"/>
                <a:ea typeface="IBM Plex Sans SemiBold"/>
                <a:cs typeface="IBM Plex Sans SemiBold"/>
              </a:rPr>
              <a:t xml:space="preserve"> </a:t>
            </a:r>
            <a:r>
              <a:rPr lang="en-US" sz="3200" spc="-64" kern="0" b="0" i="0" dirty="0">
                <a:solidFill>
                  <a:srgbClr val="070154"/>
                </a:solidFill>
                <a:latin typeface="IBM Plex Sans SemiBold"/>
                <a:ea typeface="IBM Plex Sans SemiBold"/>
                <a:cs typeface="IBM Plex Sans SemiBold"/>
              </a:rPr>
              <a:t xml:space="preserve"> approach turns a defined architecture into </a:t>
            </a:r>
            <a:br>
              <a:rPr lang="en-US" sz="3200" spc="-64" kern="0" b="0" i="0" dirty="0">
                <a:solidFill>
                  <a:srgbClr val="070154"/>
                </a:solidFill>
                <a:latin typeface="IBM Plex Sans SemiBold"/>
                <a:ea typeface="IBM Plex Sans SemiBold"/>
                <a:cs typeface="IBM Plex Sans SemiBold"/>
              </a:rPr>
            </a:br>
            <a:r>
              <a:rPr lang="en-US" sz="3200" spc="-64" kern="0" b="0" i="0" dirty="0">
                <a:solidFill>
                  <a:srgbClr val="070154"/>
                </a:solidFill>
                <a:latin typeface="IBM Plex Sans SemiBold"/>
                <a:ea typeface="IBM Plex Sans SemiBold"/>
                <a:cs typeface="IBM Plex Sans SemiBold"/>
              </a:rPr>
              <a:t xml:space="preserve">a Northfield-owned enterprise service</a:t>
            </a:r>
            <a:endParaRPr lang="en-US" sz="3200" spc="-64" kern="0" b="0" i="0" dirty="0">
              <a:solidFill>
                <a:srgbClr val="070154"/>
              </a:solidFill>
              <a:latin typeface="IBM Plex Sans SemiBold"/>
              <a:ea typeface="IBM Plex Sans SemiBold"/>
              <a:cs typeface="IBM Plex Sans SemiBold"/>
            </a:endParaRPr>
          </a:p>
        </p:txBody>
      </p:sp>
      <p:sp>
        <p:nvSpPr>
          <p:cNvPr id="6"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Fixed platform scope is priced once; workload scope scales with the number of early adopters.</a:t>
            </a:r>
            <a:endParaRPr lang="en-US" sz="900" spc="0" kern="0" b="0" i="0" dirty="0">
              <a:solidFill>
                <a:srgbClr val="50658E"/>
              </a:solidFill>
              <a:latin typeface="IBM Plex Sans"/>
              <a:ea typeface="IBM Plex Sans"/>
              <a:cs typeface="IBM Plex Sans"/>
            </a:endParaRPr>
          </a:p>
        </p:txBody>
      </p:sp>
      <p:sp>
        <p:nvSpPr>
          <p:cNvPr id="7"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117</a:t>
            </a:fld>
            <a:endParaRPr lang="en-US" sz="700" spc="0" kern="0" b="0" i="0" dirty="0">
              <a:solidFill>
                <a:srgbClr val="070154"/>
              </a:solidFill>
              <a:latin typeface="IBM Plex Mono SemiBold"/>
              <a:ea typeface="IBM Plex Mono SemiBold"/>
              <a:cs typeface="IBM Plex Mono SemiBold"/>
            </a:endParaRPr>
          </a:p>
        </p:txBody>
      </p:sp>
      <p:grpSp>
        <p:nvGrpSpPr>
          <p:cNvPr id="62" name="node01"/>
          <p:cNvGrpSpPr/>
          <p:nvPr/>
        </p:nvGrpSpPr>
        <p:grpSpPr>
          <a:xfrm>
            <a:off x="723900" y="2057400"/>
            <a:ext cx="3810000" cy="457200"/>
            <a:chOff x="723900" y="2057400"/>
            <a:chExt cx="3810000" cy="457200"/>
          </a:xfrm>
        </p:grpSpPr>
        <p:sp>
          <p:nvSpPr>
            <p:cNvPr id="8" name="node01.surface"/>
            <p:cNvSpPr/>
            <p:nvPr/>
          </p:nvSpPr>
          <p:spPr>
            <a:xfrm>
              <a:off x="723900" y="2057400"/>
              <a:ext cx="3810000" cy="457200"/>
            </a:xfrm>
            <a:custGeom>
              <a:avLst/>
              <a:gdLst/>
              <a:ahLst/>
              <a:cxnLst/>
              <a:rect l="l" t="t" r="r" b="b"/>
              <a:pathLst>
                <a:path w="3810000" h="457200">
                  <a:moveTo>
                    <a:pt x="0" y="0"/>
                  </a:moveTo>
                  <a:lnTo>
                    <a:pt x="3657600" y="0"/>
                  </a:lnTo>
                  <a:lnTo>
                    <a:pt x="3810000" y="228600"/>
                  </a:lnTo>
                  <a:lnTo>
                    <a:pt x="3657600" y="457200"/>
                  </a:lnTo>
                  <a:lnTo>
                    <a:pt x="0" y="457200"/>
                  </a:lnTo>
                  <a:close/>
                </a:path>
              </a:pathLst>
            </a:custGeom>
            <a:solidFill>
              <a:srgbClr val="070154"/>
            </a:solidFill>
            <a:ln>
              <a:noFill/>
            </a:ln>
          </p:spPr>
        </p:sp>
        <p:sp>
          <p:nvSpPr>
            <p:cNvPr id="9" name="node01.text"/>
            <p:cNvSpPr/>
            <p:nvPr/>
          </p:nvSpPr>
          <p:spPr>
            <a:xfrm>
              <a:off x="876300" y="2209800"/>
              <a:ext cx="34290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FFFFFF"/>
                  </a:solidFill>
                  <a:latin typeface="IBM Plex Mono Medium"/>
                  <a:ea typeface="IBM Plex Mono Medium"/>
                  <a:cs typeface="IBM Plex Mono Medium"/>
                </a:rPr>
                <a:t>WEEKS 0–16</a:t>
              </a:r>
              <a:endParaRPr lang="en-US" sz="900" spc="54" kern="0" b="0" i="0" dirty="0">
                <a:solidFill>
                  <a:srgbClr val="FFFFFF"/>
                </a:solidFill>
                <a:latin typeface="IBM Plex Mono Medium"/>
                <a:ea typeface="IBM Plex Mono Medium"/>
                <a:cs typeface="IBM Plex Mono Medium"/>
              </a:endParaRPr>
            </a:p>
          </p:txBody>
        </p:sp>
      </p:grpSp>
      <p:grpSp>
        <p:nvGrpSpPr>
          <p:cNvPr id="63" name="node02"/>
          <p:cNvGrpSpPr/>
          <p:nvPr/>
        </p:nvGrpSpPr>
        <p:grpSpPr>
          <a:xfrm>
            <a:off x="723900" y="2590800"/>
            <a:ext cx="3200400" cy="304800"/>
            <a:chOff x="723900" y="2590800"/>
            <a:chExt cx="3200400" cy="304800"/>
          </a:xfrm>
        </p:grpSpPr>
        <p:sp>
          <p:nvSpPr>
            <p:cNvPr id="10" name="node02.text"/>
            <p:cNvSpPr/>
            <p:nvPr/>
          </p:nvSpPr>
          <p:spPr>
            <a:xfrm>
              <a:off x="723900" y="2590800"/>
              <a:ext cx="320040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01</a:t>
              </a:r>
              <a:endParaRPr lang="en-US" sz="1800" spc="0" kern="0" b="0" i="0" dirty="0">
                <a:solidFill>
                  <a:srgbClr val="0047FF"/>
                </a:solidFill>
                <a:latin typeface="IBM Plex Mono SemiBold"/>
                <a:ea typeface="IBM Plex Mono SemiBold"/>
                <a:cs typeface="IBM Plex Mono SemiBold"/>
              </a:endParaRPr>
            </a:p>
          </p:txBody>
        </p:sp>
      </p:grpSp>
      <p:grpSp>
        <p:nvGrpSpPr>
          <p:cNvPr id="64" name="node03"/>
          <p:cNvGrpSpPr/>
          <p:nvPr/>
        </p:nvGrpSpPr>
        <p:grpSpPr>
          <a:xfrm>
            <a:off x="723900" y="2895600"/>
            <a:ext cx="3200400" cy="304800"/>
            <a:chOff x="723900" y="2895600"/>
            <a:chExt cx="3200400" cy="304800"/>
          </a:xfrm>
        </p:grpSpPr>
        <p:sp>
          <p:nvSpPr>
            <p:cNvPr id="11" name="node03.text"/>
            <p:cNvSpPr/>
            <p:nvPr/>
          </p:nvSpPr>
          <p:spPr>
            <a:xfrm>
              <a:off x="723900" y="2895600"/>
              <a:ext cx="32004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Data platform foundation</a:t>
              </a:r>
              <a:endParaRPr lang="en-US" sz="1800" spc="-18" kern="0" b="0" i="0" dirty="0">
                <a:solidFill>
                  <a:srgbClr val="070154"/>
                </a:solidFill>
                <a:latin typeface="IBM Plex Sans SemiBold"/>
                <a:ea typeface="IBM Plex Sans SemiBold"/>
                <a:cs typeface="IBM Plex Sans SemiBold"/>
              </a:endParaRPr>
            </a:p>
          </p:txBody>
        </p:sp>
      </p:grpSp>
      <p:grpSp>
        <p:nvGrpSpPr>
          <p:cNvPr id="65" name="node04"/>
          <p:cNvGrpSpPr/>
          <p:nvPr/>
        </p:nvGrpSpPr>
        <p:grpSpPr>
          <a:xfrm>
            <a:off x="723900" y="3352800"/>
            <a:ext cx="3200400" cy="152400"/>
            <a:chOff x="723900" y="3352800"/>
            <a:chExt cx="3200400" cy="152400"/>
          </a:xfrm>
        </p:grpSpPr>
        <p:sp>
          <p:nvSpPr>
            <p:cNvPr id="12" name="node04.text"/>
            <p:cNvSpPr/>
            <p:nvPr/>
          </p:nvSpPr>
          <p:spPr>
            <a:xfrm>
              <a:off x="723900" y="3352800"/>
              <a:ext cx="32004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KEY ACTIVITIES</a:t>
              </a:r>
              <a:endParaRPr lang="en-US" sz="900" spc="54" kern="0" b="0" i="0" dirty="0">
                <a:solidFill>
                  <a:srgbClr val="0047FF"/>
                </a:solidFill>
                <a:latin typeface="IBM Plex Mono Medium"/>
                <a:ea typeface="IBM Plex Mono Medium"/>
                <a:cs typeface="IBM Plex Mono Medium"/>
              </a:endParaRPr>
            </a:p>
          </p:txBody>
        </p:sp>
      </p:grpSp>
      <p:grpSp>
        <p:nvGrpSpPr>
          <p:cNvPr id="66" name="node05"/>
          <p:cNvGrpSpPr/>
          <p:nvPr/>
        </p:nvGrpSpPr>
        <p:grpSpPr>
          <a:xfrm>
            <a:off x="723900" y="3581400"/>
            <a:ext cx="3200400" cy="1295400"/>
            <a:chOff x="723900" y="3581400"/>
            <a:chExt cx="3200400" cy="1295400"/>
          </a:xfrm>
        </p:grpSpPr>
        <p:sp>
          <p:nvSpPr>
            <p:cNvPr id="13" name="node05.source-001.bullet"/>
            <p:cNvSpPr/>
            <p:nvPr/>
          </p:nvSpPr>
          <p:spPr>
            <a:xfrm>
              <a:off x="723900" y="3670300"/>
              <a:ext cx="38100" cy="38100"/>
            </a:xfrm>
            <a:prstGeom prst="rect">
              <a:avLst/>
            </a:prstGeom>
            <a:solidFill>
              <a:srgbClr val="070154"/>
            </a:solidFill>
            <a:ln>
              <a:noFill/>
            </a:ln>
          </p:spPr>
        </p:sp>
        <p:sp>
          <p:nvSpPr>
            <p:cNvPr id="14" name="node05.source-001.text"/>
            <p:cNvSpPr/>
            <p:nvPr/>
          </p:nvSpPr>
          <p:spPr>
            <a:xfrm>
              <a:off x="876300" y="3581400"/>
              <a:ext cx="3048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Define target architecture</a:t>
              </a:r>
              <a:endParaRPr lang="en-US" sz="1200" spc="0" kern="0" b="0" i="0" dirty="0">
                <a:solidFill>
                  <a:srgbClr val="070154"/>
                </a:solidFill>
                <a:latin typeface="IBM Plex Sans"/>
                <a:ea typeface="IBM Plex Sans"/>
                <a:cs typeface="IBM Plex Sans"/>
              </a:endParaRPr>
            </a:p>
          </p:txBody>
        </p:sp>
        <p:sp>
          <p:nvSpPr>
            <p:cNvPr id="15" name="node05.source-002.bullet"/>
            <p:cNvSpPr/>
            <p:nvPr/>
          </p:nvSpPr>
          <p:spPr>
            <a:xfrm>
              <a:off x="723900" y="3937000"/>
              <a:ext cx="38100" cy="38100"/>
            </a:xfrm>
            <a:prstGeom prst="rect">
              <a:avLst/>
            </a:prstGeom>
            <a:solidFill>
              <a:srgbClr val="070154"/>
            </a:solidFill>
            <a:ln>
              <a:noFill/>
            </a:ln>
          </p:spPr>
        </p:sp>
        <p:sp>
          <p:nvSpPr>
            <p:cNvPr id="16" name="node05.source-002.text"/>
            <p:cNvSpPr/>
            <p:nvPr/>
          </p:nvSpPr>
          <p:spPr>
            <a:xfrm>
              <a:off x="876300" y="3848100"/>
              <a:ext cx="3048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Set enterprise guardrails</a:t>
              </a:r>
              <a:endParaRPr lang="en-US" sz="1200" spc="0" kern="0" b="0" i="0" dirty="0">
                <a:solidFill>
                  <a:srgbClr val="070154"/>
                </a:solidFill>
                <a:latin typeface="IBM Plex Sans"/>
                <a:ea typeface="IBM Plex Sans"/>
                <a:cs typeface="IBM Plex Sans"/>
              </a:endParaRPr>
            </a:p>
          </p:txBody>
        </p:sp>
        <p:sp>
          <p:nvSpPr>
            <p:cNvPr id="17" name="node05.source-003.bullet"/>
            <p:cNvSpPr/>
            <p:nvPr/>
          </p:nvSpPr>
          <p:spPr>
            <a:xfrm>
              <a:off x="723900" y="4203700"/>
              <a:ext cx="38100" cy="38100"/>
            </a:xfrm>
            <a:prstGeom prst="rect">
              <a:avLst/>
            </a:prstGeom>
            <a:solidFill>
              <a:srgbClr val="070154"/>
            </a:solidFill>
            <a:ln>
              <a:noFill/>
            </a:ln>
          </p:spPr>
        </p:sp>
        <p:sp>
          <p:nvSpPr>
            <p:cNvPr id="18" name="node05.source-003.text"/>
            <p:cNvSpPr/>
            <p:nvPr/>
          </p:nvSpPr>
          <p:spPr>
            <a:xfrm>
              <a:off x="876300" y="4114800"/>
              <a:ext cx="3048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Establish ingestion patterns</a:t>
              </a:r>
              <a:endParaRPr lang="en-US" sz="1200" spc="0" kern="0" b="0" i="0" dirty="0">
                <a:solidFill>
                  <a:srgbClr val="070154"/>
                </a:solidFill>
                <a:latin typeface="IBM Plex Sans"/>
                <a:ea typeface="IBM Plex Sans"/>
                <a:cs typeface="IBM Plex Sans"/>
              </a:endParaRPr>
            </a:p>
          </p:txBody>
        </p:sp>
        <p:sp>
          <p:nvSpPr>
            <p:cNvPr id="19" name="node05.source-004.bullet"/>
            <p:cNvSpPr/>
            <p:nvPr/>
          </p:nvSpPr>
          <p:spPr>
            <a:xfrm>
              <a:off x="723900" y="4470400"/>
              <a:ext cx="38100" cy="38100"/>
            </a:xfrm>
            <a:prstGeom prst="rect">
              <a:avLst/>
            </a:prstGeom>
            <a:solidFill>
              <a:srgbClr val="070154"/>
            </a:solidFill>
            <a:ln>
              <a:noFill/>
            </a:ln>
          </p:spPr>
        </p:sp>
        <p:sp>
          <p:nvSpPr>
            <p:cNvPr id="20" name="node05.source-004.text"/>
            <p:cNvSpPr/>
            <p:nvPr/>
          </p:nvSpPr>
          <p:spPr>
            <a:xfrm>
              <a:off x="876300" y="4381500"/>
              <a:ext cx="3048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Validate patterns via pilots</a:t>
              </a:r>
              <a:endParaRPr lang="en-US" sz="1200" spc="0" kern="0" b="0" i="0" dirty="0">
                <a:solidFill>
                  <a:srgbClr val="070154"/>
                </a:solidFill>
                <a:latin typeface="IBM Plex Sans"/>
                <a:ea typeface="IBM Plex Sans"/>
                <a:cs typeface="IBM Plex Sans"/>
              </a:endParaRPr>
            </a:p>
          </p:txBody>
        </p:sp>
        <p:sp>
          <p:nvSpPr>
            <p:cNvPr id="21" name="node05.source-005.bullet"/>
            <p:cNvSpPr/>
            <p:nvPr/>
          </p:nvSpPr>
          <p:spPr>
            <a:xfrm>
              <a:off x="723900" y="4737100"/>
              <a:ext cx="38100" cy="38100"/>
            </a:xfrm>
            <a:prstGeom prst="rect">
              <a:avLst/>
            </a:prstGeom>
            <a:solidFill>
              <a:srgbClr val="070154"/>
            </a:solidFill>
            <a:ln>
              <a:noFill/>
            </a:ln>
          </p:spPr>
        </p:sp>
        <p:sp>
          <p:nvSpPr>
            <p:cNvPr id="22" name="node05.source-005.text"/>
            <p:cNvSpPr/>
            <p:nvPr/>
          </p:nvSpPr>
          <p:spPr>
            <a:xfrm>
              <a:off x="876300" y="4648200"/>
              <a:ext cx="3048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Choose early-adopter workloads</a:t>
              </a:r>
              <a:endParaRPr lang="en-US" sz="1200" spc="0" kern="0" b="0" i="0" dirty="0">
                <a:solidFill>
                  <a:srgbClr val="070154"/>
                </a:solidFill>
                <a:latin typeface="IBM Plex Sans"/>
                <a:ea typeface="IBM Plex Sans"/>
                <a:cs typeface="IBM Plex Sans"/>
              </a:endParaRPr>
            </a:p>
          </p:txBody>
        </p:sp>
      </p:grpSp>
      <p:grpSp>
        <p:nvGrpSpPr>
          <p:cNvPr id="67" name="node06"/>
          <p:cNvGrpSpPr/>
          <p:nvPr/>
        </p:nvGrpSpPr>
        <p:grpSpPr>
          <a:xfrm>
            <a:off x="723900" y="5181600"/>
            <a:ext cx="3200400" cy="152400"/>
            <a:chOff x="723900" y="5181600"/>
            <a:chExt cx="3200400" cy="152400"/>
          </a:xfrm>
        </p:grpSpPr>
        <p:sp>
          <p:nvSpPr>
            <p:cNvPr id="23" name="node06.text"/>
            <p:cNvSpPr/>
            <p:nvPr/>
          </p:nvSpPr>
          <p:spPr>
            <a:xfrm>
              <a:off x="723900" y="5181600"/>
              <a:ext cx="32004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OUTCOME</a:t>
              </a:r>
              <a:endParaRPr lang="en-US" sz="900" spc="54" kern="0" b="0" i="0" dirty="0">
                <a:solidFill>
                  <a:srgbClr val="0047FF"/>
                </a:solidFill>
                <a:latin typeface="IBM Plex Mono Medium"/>
                <a:ea typeface="IBM Plex Mono Medium"/>
                <a:cs typeface="IBM Plex Mono Medium"/>
              </a:endParaRPr>
            </a:p>
          </p:txBody>
        </p:sp>
      </p:grpSp>
      <p:grpSp>
        <p:nvGrpSpPr>
          <p:cNvPr id="68" name="node07"/>
          <p:cNvGrpSpPr/>
          <p:nvPr/>
        </p:nvGrpSpPr>
        <p:grpSpPr>
          <a:xfrm>
            <a:off x="723900" y="5410200"/>
            <a:ext cx="3200400" cy="228600"/>
            <a:chOff x="723900" y="5410200"/>
            <a:chExt cx="3200400" cy="228600"/>
          </a:xfrm>
        </p:grpSpPr>
        <p:sp>
          <p:nvSpPr>
            <p:cNvPr id="24" name="node07.source-001.bullet"/>
            <p:cNvSpPr/>
            <p:nvPr/>
          </p:nvSpPr>
          <p:spPr>
            <a:xfrm>
              <a:off x="723900" y="5499100"/>
              <a:ext cx="38100" cy="38100"/>
            </a:xfrm>
            <a:prstGeom prst="rect">
              <a:avLst/>
            </a:prstGeom>
            <a:solidFill>
              <a:srgbClr val="070154"/>
            </a:solidFill>
            <a:ln>
              <a:noFill/>
            </a:ln>
          </p:spPr>
        </p:sp>
        <p:sp>
          <p:nvSpPr>
            <p:cNvPr id="25" name="node07.source-001.text"/>
            <p:cNvSpPr/>
            <p:nvPr/>
          </p:nvSpPr>
          <p:spPr>
            <a:xfrm>
              <a:off x="876300" y="5410200"/>
              <a:ext cx="3048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Approved platform foundation</a:t>
              </a:r>
              <a:endParaRPr lang="en-US" sz="1200" spc="0" kern="0" b="0" i="0" dirty="0">
                <a:solidFill>
                  <a:srgbClr val="070154"/>
                </a:solidFill>
                <a:latin typeface="IBM Plex Sans"/>
                <a:ea typeface="IBM Plex Sans"/>
                <a:cs typeface="IBM Plex Sans"/>
              </a:endParaRPr>
            </a:p>
          </p:txBody>
        </p:sp>
      </p:grpSp>
      <p:grpSp>
        <p:nvGrpSpPr>
          <p:cNvPr id="69" name="node08"/>
          <p:cNvGrpSpPr/>
          <p:nvPr/>
        </p:nvGrpSpPr>
        <p:grpSpPr>
          <a:xfrm>
            <a:off x="4381500" y="2057400"/>
            <a:ext cx="3810000" cy="457200"/>
            <a:chOff x="4381500" y="2057400"/>
            <a:chExt cx="3810000" cy="457200"/>
          </a:xfrm>
        </p:grpSpPr>
        <p:sp>
          <p:nvSpPr>
            <p:cNvPr id="26" name="node08.surface"/>
            <p:cNvSpPr/>
            <p:nvPr/>
          </p:nvSpPr>
          <p:spPr>
            <a:xfrm>
              <a:off x="4381500" y="2057400"/>
              <a:ext cx="3810000" cy="457200"/>
            </a:xfrm>
            <a:custGeom>
              <a:avLst/>
              <a:gdLst/>
              <a:ahLst/>
              <a:cxnLst/>
              <a:rect l="l" t="t" r="r" b="b"/>
              <a:pathLst>
                <a:path w="3810000" h="457200">
                  <a:moveTo>
                    <a:pt x="0" y="0"/>
                  </a:moveTo>
                  <a:lnTo>
                    <a:pt x="3657600" y="0"/>
                  </a:lnTo>
                  <a:lnTo>
                    <a:pt x="3810000" y="228600"/>
                  </a:lnTo>
                  <a:lnTo>
                    <a:pt x="3657600" y="457200"/>
                  </a:lnTo>
                  <a:lnTo>
                    <a:pt x="0" y="457200"/>
                  </a:lnTo>
                  <a:lnTo>
                    <a:pt x="152400" y="228600"/>
                  </a:lnTo>
                  <a:close/>
                </a:path>
              </a:pathLst>
            </a:custGeom>
            <a:solidFill>
              <a:srgbClr val="CED7E6"/>
            </a:solidFill>
            <a:ln>
              <a:noFill/>
            </a:ln>
          </p:spPr>
        </p:sp>
        <p:sp>
          <p:nvSpPr>
            <p:cNvPr id="27" name="node08.text"/>
            <p:cNvSpPr/>
            <p:nvPr/>
          </p:nvSpPr>
          <p:spPr>
            <a:xfrm>
              <a:off x="4686300" y="2209800"/>
              <a:ext cx="32766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Medium"/>
                  <a:ea typeface="IBM Plex Mono Medium"/>
                  <a:cs typeface="IBM Plex Mono Medium"/>
                </a:rPr>
                <a:t>WEEKS 17–34</a:t>
              </a:r>
              <a:endParaRPr lang="en-US" sz="900" spc="54" kern="0" b="0" i="0" dirty="0">
                <a:solidFill>
                  <a:srgbClr val="070154"/>
                </a:solidFill>
                <a:latin typeface="IBM Plex Mono Medium"/>
                <a:ea typeface="IBM Plex Mono Medium"/>
                <a:cs typeface="IBM Plex Mono Medium"/>
              </a:endParaRPr>
            </a:p>
          </p:txBody>
        </p:sp>
      </p:grpSp>
      <p:grpSp>
        <p:nvGrpSpPr>
          <p:cNvPr id="70" name="node09"/>
          <p:cNvGrpSpPr/>
          <p:nvPr/>
        </p:nvGrpSpPr>
        <p:grpSpPr>
          <a:xfrm>
            <a:off x="4381500" y="2590800"/>
            <a:ext cx="3200400" cy="304800"/>
            <a:chOff x="4381500" y="2590800"/>
            <a:chExt cx="3200400" cy="304800"/>
          </a:xfrm>
        </p:grpSpPr>
        <p:sp>
          <p:nvSpPr>
            <p:cNvPr id="28" name="node09.text"/>
            <p:cNvSpPr/>
            <p:nvPr/>
          </p:nvSpPr>
          <p:spPr>
            <a:xfrm>
              <a:off x="4381500" y="2590800"/>
              <a:ext cx="320040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02</a:t>
              </a:r>
              <a:endParaRPr lang="en-US" sz="1800" spc="0" kern="0" b="0" i="0" dirty="0">
                <a:solidFill>
                  <a:srgbClr val="0047FF"/>
                </a:solidFill>
                <a:latin typeface="IBM Plex Mono SemiBold"/>
                <a:ea typeface="IBM Plex Mono SemiBold"/>
                <a:cs typeface="IBM Plex Mono SemiBold"/>
              </a:endParaRPr>
            </a:p>
          </p:txBody>
        </p:sp>
      </p:grpSp>
      <p:grpSp>
        <p:nvGrpSpPr>
          <p:cNvPr id="71" name="node10"/>
          <p:cNvGrpSpPr/>
          <p:nvPr/>
        </p:nvGrpSpPr>
        <p:grpSpPr>
          <a:xfrm>
            <a:off x="4381500" y="2895600"/>
            <a:ext cx="3200400" cy="304800"/>
            <a:chOff x="4381500" y="2895600"/>
            <a:chExt cx="3200400" cy="304800"/>
          </a:xfrm>
        </p:grpSpPr>
        <p:sp>
          <p:nvSpPr>
            <p:cNvPr id="29" name="node10.text"/>
            <p:cNvSpPr/>
            <p:nvPr/>
          </p:nvSpPr>
          <p:spPr>
            <a:xfrm>
              <a:off x="4381500" y="2895600"/>
              <a:ext cx="32004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Scale and early adoption</a:t>
              </a:r>
              <a:endParaRPr lang="en-US" sz="1800" spc="-18" kern="0" b="0" i="0" dirty="0">
                <a:solidFill>
                  <a:srgbClr val="070154"/>
                </a:solidFill>
                <a:latin typeface="IBM Plex Sans SemiBold"/>
                <a:ea typeface="IBM Plex Sans SemiBold"/>
                <a:cs typeface="IBM Plex Sans SemiBold"/>
              </a:endParaRPr>
            </a:p>
          </p:txBody>
        </p:sp>
      </p:grpSp>
      <p:grpSp>
        <p:nvGrpSpPr>
          <p:cNvPr id="72" name="node11"/>
          <p:cNvGrpSpPr/>
          <p:nvPr/>
        </p:nvGrpSpPr>
        <p:grpSpPr>
          <a:xfrm>
            <a:off x="4381500" y="3352800"/>
            <a:ext cx="3200400" cy="152400"/>
            <a:chOff x="4381500" y="3352800"/>
            <a:chExt cx="3200400" cy="152400"/>
          </a:xfrm>
        </p:grpSpPr>
        <p:sp>
          <p:nvSpPr>
            <p:cNvPr id="30" name="node11.text"/>
            <p:cNvSpPr/>
            <p:nvPr/>
          </p:nvSpPr>
          <p:spPr>
            <a:xfrm>
              <a:off x="4381500" y="3352800"/>
              <a:ext cx="32004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KEY ACTIVITIES</a:t>
              </a:r>
              <a:endParaRPr lang="en-US" sz="900" spc="54" kern="0" b="0" i="0" dirty="0">
                <a:solidFill>
                  <a:srgbClr val="0047FF"/>
                </a:solidFill>
                <a:latin typeface="IBM Plex Mono Medium"/>
                <a:ea typeface="IBM Plex Mono Medium"/>
                <a:cs typeface="IBM Plex Mono Medium"/>
              </a:endParaRPr>
            </a:p>
          </p:txBody>
        </p:sp>
      </p:grpSp>
      <p:grpSp>
        <p:nvGrpSpPr>
          <p:cNvPr id="73" name="node12"/>
          <p:cNvGrpSpPr/>
          <p:nvPr/>
        </p:nvGrpSpPr>
        <p:grpSpPr>
          <a:xfrm>
            <a:off x="4381500" y="3581400"/>
            <a:ext cx="3200400" cy="1295400"/>
            <a:chOff x="4381500" y="3581400"/>
            <a:chExt cx="3200400" cy="1295400"/>
          </a:xfrm>
        </p:grpSpPr>
        <p:sp>
          <p:nvSpPr>
            <p:cNvPr id="31" name="node12.source-001.bullet"/>
            <p:cNvSpPr/>
            <p:nvPr/>
          </p:nvSpPr>
          <p:spPr>
            <a:xfrm>
              <a:off x="4381500" y="3670300"/>
              <a:ext cx="38100" cy="38100"/>
            </a:xfrm>
            <a:prstGeom prst="rect">
              <a:avLst/>
            </a:prstGeom>
            <a:solidFill>
              <a:srgbClr val="070154"/>
            </a:solidFill>
            <a:ln>
              <a:noFill/>
            </a:ln>
          </p:spPr>
        </p:sp>
        <p:sp>
          <p:nvSpPr>
            <p:cNvPr id="32" name="node12.source-001.text"/>
            <p:cNvSpPr/>
            <p:nvPr/>
          </p:nvSpPr>
          <p:spPr>
            <a:xfrm>
              <a:off x="4533900" y="3581400"/>
              <a:ext cx="3048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Automate provisioning</a:t>
              </a:r>
              <a:endParaRPr lang="en-US" sz="1200" spc="0" kern="0" b="0" i="0" dirty="0">
                <a:solidFill>
                  <a:srgbClr val="070154"/>
                </a:solidFill>
                <a:latin typeface="IBM Plex Sans"/>
                <a:ea typeface="IBM Plex Sans"/>
                <a:cs typeface="IBM Plex Sans"/>
              </a:endParaRPr>
            </a:p>
          </p:txBody>
        </p:sp>
        <p:sp>
          <p:nvSpPr>
            <p:cNvPr id="33" name="node12.source-002.bullet"/>
            <p:cNvSpPr/>
            <p:nvPr/>
          </p:nvSpPr>
          <p:spPr>
            <a:xfrm>
              <a:off x="4381500" y="3937000"/>
              <a:ext cx="38100" cy="38100"/>
            </a:xfrm>
            <a:prstGeom prst="rect">
              <a:avLst/>
            </a:prstGeom>
            <a:solidFill>
              <a:srgbClr val="070154"/>
            </a:solidFill>
            <a:ln>
              <a:noFill/>
            </a:ln>
          </p:spPr>
        </p:sp>
        <p:sp>
          <p:nvSpPr>
            <p:cNvPr id="34" name="node12.source-002.text"/>
            <p:cNvSpPr/>
            <p:nvPr/>
          </p:nvSpPr>
          <p:spPr>
            <a:xfrm>
              <a:off x="4533900" y="3848100"/>
              <a:ext cx="3048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Operationalize governance</a:t>
              </a:r>
              <a:endParaRPr lang="en-US" sz="1200" spc="0" kern="0" b="0" i="0" dirty="0">
                <a:solidFill>
                  <a:srgbClr val="070154"/>
                </a:solidFill>
                <a:latin typeface="IBM Plex Sans"/>
                <a:ea typeface="IBM Plex Sans"/>
                <a:cs typeface="IBM Plex Sans"/>
              </a:endParaRPr>
            </a:p>
          </p:txBody>
        </p:sp>
        <p:sp>
          <p:nvSpPr>
            <p:cNvPr id="35" name="node12.source-003.bullet"/>
            <p:cNvSpPr/>
            <p:nvPr/>
          </p:nvSpPr>
          <p:spPr>
            <a:xfrm>
              <a:off x="4381500" y="4203700"/>
              <a:ext cx="38100" cy="38100"/>
            </a:xfrm>
            <a:prstGeom prst="rect">
              <a:avLst/>
            </a:prstGeom>
            <a:solidFill>
              <a:srgbClr val="070154"/>
            </a:solidFill>
            <a:ln>
              <a:noFill/>
            </a:ln>
          </p:spPr>
        </p:sp>
        <p:sp>
          <p:nvSpPr>
            <p:cNvPr id="36" name="node12.source-003.text"/>
            <p:cNvSpPr/>
            <p:nvPr/>
          </p:nvSpPr>
          <p:spPr>
            <a:xfrm>
              <a:off x="4533900" y="4114800"/>
              <a:ext cx="3048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Stand up support and cost controls</a:t>
              </a:r>
              <a:endParaRPr lang="en-US" sz="1200" spc="0" kern="0" b="0" i="0" dirty="0">
                <a:solidFill>
                  <a:srgbClr val="070154"/>
                </a:solidFill>
                <a:latin typeface="IBM Plex Sans"/>
                <a:ea typeface="IBM Plex Sans"/>
                <a:cs typeface="IBM Plex Sans"/>
              </a:endParaRPr>
            </a:p>
          </p:txBody>
        </p:sp>
        <p:sp>
          <p:nvSpPr>
            <p:cNvPr id="37" name="node12.source-004.bullet"/>
            <p:cNvSpPr/>
            <p:nvPr/>
          </p:nvSpPr>
          <p:spPr>
            <a:xfrm>
              <a:off x="4381500" y="4470400"/>
              <a:ext cx="38100" cy="38100"/>
            </a:xfrm>
            <a:prstGeom prst="rect">
              <a:avLst/>
            </a:prstGeom>
            <a:solidFill>
              <a:srgbClr val="070154"/>
            </a:solidFill>
            <a:ln>
              <a:noFill/>
            </a:ln>
          </p:spPr>
        </p:sp>
        <p:sp>
          <p:nvSpPr>
            <p:cNvPr id="38" name="node12.source-004.text"/>
            <p:cNvSpPr/>
            <p:nvPr/>
          </p:nvSpPr>
          <p:spPr>
            <a:xfrm>
              <a:off x="4533900" y="4381500"/>
              <a:ext cx="3048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Onboard early adopters</a:t>
              </a:r>
              <a:endParaRPr lang="en-US" sz="1200" spc="0" kern="0" b="0" i="0" dirty="0">
                <a:solidFill>
                  <a:srgbClr val="070154"/>
                </a:solidFill>
                <a:latin typeface="IBM Plex Sans"/>
                <a:ea typeface="IBM Plex Sans"/>
                <a:cs typeface="IBM Plex Sans"/>
              </a:endParaRPr>
            </a:p>
          </p:txBody>
        </p:sp>
        <p:sp>
          <p:nvSpPr>
            <p:cNvPr id="39" name="node12.source-005.bullet"/>
            <p:cNvSpPr/>
            <p:nvPr/>
          </p:nvSpPr>
          <p:spPr>
            <a:xfrm>
              <a:off x="4381500" y="4737100"/>
              <a:ext cx="38100" cy="38100"/>
            </a:xfrm>
            <a:prstGeom prst="rect">
              <a:avLst/>
            </a:prstGeom>
            <a:solidFill>
              <a:srgbClr val="070154"/>
            </a:solidFill>
            <a:ln>
              <a:noFill/>
            </a:ln>
          </p:spPr>
        </p:sp>
        <p:sp>
          <p:nvSpPr>
            <p:cNvPr id="40" name="node12.source-005.text"/>
            <p:cNvSpPr/>
            <p:nvPr/>
          </p:nvSpPr>
          <p:spPr>
            <a:xfrm>
              <a:off x="4533900" y="4648200"/>
              <a:ext cx="3048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Refine standards from pilots</a:t>
              </a:r>
              <a:endParaRPr lang="en-US" sz="1200" spc="0" kern="0" b="0" i="0" dirty="0">
                <a:solidFill>
                  <a:srgbClr val="070154"/>
                </a:solidFill>
                <a:latin typeface="IBM Plex Sans"/>
                <a:ea typeface="IBM Plex Sans"/>
                <a:cs typeface="IBM Plex Sans"/>
              </a:endParaRPr>
            </a:p>
          </p:txBody>
        </p:sp>
      </p:grpSp>
      <p:grpSp>
        <p:nvGrpSpPr>
          <p:cNvPr id="74" name="node13"/>
          <p:cNvGrpSpPr/>
          <p:nvPr/>
        </p:nvGrpSpPr>
        <p:grpSpPr>
          <a:xfrm>
            <a:off x="4381500" y="5181600"/>
            <a:ext cx="3200400" cy="152400"/>
            <a:chOff x="4381500" y="5181600"/>
            <a:chExt cx="3200400" cy="152400"/>
          </a:xfrm>
        </p:grpSpPr>
        <p:sp>
          <p:nvSpPr>
            <p:cNvPr id="41" name="node13.text"/>
            <p:cNvSpPr/>
            <p:nvPr/>
          </p:nvSpPr>
          <p:spPr>
            <a:xfrm>
              <a:off x="4381500" y="5181600"/>
              <a:ext cx="32004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OUTCOME</a:t>
              </a:r>
              <a:endParaRPr lang="en-US" sz="900" spc="54" kern="0" b="0" i="0" dirty="0">
                <a:solidFill>
                  <a:srgbClr val="0047FF"/>
                </a:solidFill>
                <a:latin typeface="IBM Plex Mono Medium"/>
                <a:ea typeface="IBM Plex Mono Medium"/>
                <a:cs typeface="IBM Plex Mono Medium"/>
              </a:endParaRPr>
            </a:p>
          </p:txBody>
        </p:sp>
      </p:grpSp>
      <p:grpSp>
        <p:nvGrpSpPr>
          <p:cNvPr id="75" name="node14"/>
          <p:cNvGrpSpPr/>
          <p:nvPr/>
        </p:nvGrpSpPr>
        <p:grpSpPr>
          <a:xfrm>
            <a:off x="4381500" y="5410200"/>
            <a:ext cx="3200400" cy="228600"/>
            <a:chOff x="4381500" y="5410200"/>
            <a:chExt cx="3200400" cy="228600"/>
          </a:xfrm>
        </p:grpSpPr>
        <p:sp>
          <p:nvSpPr>
            <p:cNvPr id="42" name="node14.source-001.bullet"/>
            <p:cNvSpPr/>
            <p:nvPr/>
          </p:nvSpPr>
          <p:spPr>
            <a:xfrm>
              <a:off x="4381500" y="5499100"/>
              <a:ext cx="38100" cy="38100"/>
            </a:xfrm>
            <a:prstGeom prst="rect">
              <a:avLst/>
            </a:prstGeom>
            <a:solidFill>
              <a:srgbClr val="070154"/>
            </a:solidFill>
            <a:ln>
              <a:noFill/>
            </a:ln>
          </p:spPr>
        </p:sp>
        <p:sp>
          <p:nvSpPr>
            <p:cNvPr id="43" name="node14.source-001.text"/>
            <p:cNvSpPr/>
            <p:nvPr/>
          </p:nvSpPr>
          <p:spPr>
            <a:xfrm>
              <a:off x="4533900" y="5410200"/>
              <a:ext cx="3048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Repeatable platform services</a:t>
              </a:r>
              <a:endParaRPr lang="en-US" sz="1200" spc="0" kern="0" b="0" i="0" dirty="0">
                <a:solidFill>
                  <a:srgbClr val="070154"/>
                </a:solidFill>
                <a:latin typeface="IBM Plex Sans"/>
                <a:ea typeface="IBM Plex Sans"/>
                <a:cs typeface="IBM Plex Sans"/>
              </a:endParaRPr>
            </a:p>
          </p:txBody>
        </p:sp>
      </p:grpSp>
      <p:grpSp>
        <p:nvGrpSpPr>
          <p:cNvPr id="76" name="node15"/>
          <p:cNvGrpSpPr/>
          <p:nvPr/>
        </p:nvGrpSpPr>
        <p:grpSpPr>
          <a:xfrm>
            <a:off x="8039100" y="2057400"/>
            <a:ext cx="3429000" cy="457200"/>
            <a:chOff x="8039100" y="2057400"/>
            <a:chExt cx="3429000" cy="457200"/>
          </a:xfrm>
        </p:grpSpPr>
        <p:sp>
          <p:nvSpPr>
            <p:cNvPr id="44" name="node15.surface"/>
            <p:cNvSpPr/>
            <p:nvPr/>
          </p:nvSpPr>
          <p:spPr>
            <a:xfrm>
              <a:off x="8039100" y="2057400"/>
              <a:ext cx="3429000" cy="457200"/>
            </a:xfrm>
            <a:custGeom>
              <a:avLst/>
              <a:gdLst/>
              <a:ahLst/>
              <a:cxnLst/>
              <a:rect l="l" t="t" r="r" b="b"/>
              <a:pathLst>
                <a:path w="3429000" h="457200">
                  <a:moveTo>
                    <a:pt x="0" y="0"/>
                  </a:moveTo>
                  <a:lnTo>
                    <a:pt x="3276600" y="0"/>
                  </a:lnTo>
                  <a:lnTo>
                    <a:pt x="3429000" y="228600"/>
                  </a:lnTo>
                  <a:lnTo>
                    <a:pt x="3276600" y="457200"/>
                  </a:lnTo>
                  <a:lnTo>
                    <a:pt x="0" y="457200"/>
                  </a:lnTo>
                  <a:lnTo>
                    <a:pt x="152400" y="228600"/>
                  </a:lnTo>
                  <a:close/>
                </a:path>
              </a:pathLst>
            </a:custGeom>
            <a:solidFill>
              <a:srgbClr val="F900D3"/>
            </a:solidFill>
            <a:ln>
              <a:noFill/>
            </a:ln>
          </p:spPr>
        </p:sp>
        <p:sp>
          <p:nvSpPr>
            <p:cNvPr id="45" name="node15.text"/>
            <p:cNvSpPr/>
            <p:nvPr/>
          </p:nvSpPr>
          <p:spPr>
            <a:xfrm>
              <a:off x="8343900" y="2209800"/>
              <a:ext cx="28956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FFFFFF"/>
                  </a:solidFill>
                  <a:latin typeface="IBM Plex Mono Medium"/>
                  <a:ea typeface="IBM Plex Mono Medium"/>
                  <a:cs typeface="IBM Plex Mono Medium"/>
                </a:rPr>
                <a:t>WEEKS 30–42</a:t>
              </a:r>
              <a:endParaRPr lang="en-US" sz="900" spc="54" kern="0" b="0" i="0" dirty="0">
                <a:solidFill>
                  <a:srgbClr val="FFFFFF"/>
                </a:solidFill>
                <a:latin typeface="IBM Plex Mono Medium"/>
                <a:ea typeface="IBM Plex Mono Medium"/>
                <a:cs typeface="IBM Plex Mono Medium"/>
              </a:endParaRPr>
            </a:p>
          </p:txBody>
        </p:sp>
      </p:grpSp>
      <p:grpSp>
        <p:nvGrpSpPr>
          <p:cNvPr id="77" name="node16"/>
          <p:cNvGrpSpPr/>
          <p:nvPr/>
        </p:nvGrpSpPr>
        <p:grpSpPr>
          <a:xfrm>
            <a:off x="8039100" y="2590800"/>
            <a:ext cx="3200400" cy="304800"/>
            <a:chOff x="8039100" y="2590800"/>
            <a:chExt cx="3200400" cy="304800"/>
          </a:xfrm>
        </p:grpSpPr>
        <p:sp>
          <p:nvSpPr>
            <p:cNvPr id="46" name="node16.text"/>
            <p:cNvSpPr/>
            <p:nvPr/>
          </p:nvSpPr>
          <p:spPr>
            <a:xfrm>
              <a:off x="8039100" y="2590800"/>
              <a:ext cx="320040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03</a:t>
              </a:r>
              <a:endParaRPr lang="en-US" sz="1800" spc="0" kern="0" b="0" i="0" dirty="0">
                <a:solidFill>
                  <a:srgbClr val="0047FF"/>
                </a:solidFill>
                <a:latin typeface="IBM Plex Mono SemiBold"/>
                <a:ea typeface="IBM Plex Mono SemiBold"/>
                <a:cs typeface="IBM Plex Mono SemiBold"/>
              </a:endParaRPr>
            </a:p>
          </p:txBody>
        </p:sp>
      </p:grpSp>
      <p:grpSp>
        <p:nvGrpSpPr>
          <p:cNvPr id="78" name="node17"/>
          <p:cNvGrpSpPr/>
          <p:nvPr/>
        </p:nvGrpSpPr>
        <p:grpSpPr>
          <a:xfrm>
            <a:off x="8039100" y="2895600"/>
            <a:ext cx="3200400" cy="304800"/>
            <a:chOff x="8039100" y="2895600"/>
            <a:chExt cx="3200400" cy="304800"/>
          </a:xfrm>
        </p:grpSpPr>
        <p:sp>
          <p:nvSpPr>
            <p:cNvPr id="47" name="node17.text"/>
            <p:cNvSpPr/>
            <p:nvPr/>
          </p:nvSpPr>
          <p:spPr>
            <a:xfrm>
              <a:off x="8039100" y="2895600"/>
              <a:ext cx="32004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General availability</a:t>
              </a:r>
              <a:endParaRPr lang="en-US" sz="1800" spc="-18" kern="0" b="0" i="0" dirty="0">
                <a:solidFill>
                  <a:srgbClr val="070154"/>
                </a:solidFill>
                <a:latin typeface="IBM Plex Sans SemiBold"/>
                <a:ea typeface="IBM Plex Sans SemiBold"/>
                <a:cs typeface="IBM Plex Sans SemiBold"/>
              </a:endParaRPr>
            </a:p>
          </p:txBody>
        </p:sp>
      </p:grpSp>
      <p:grpSp>
        <p:nvGrpSpPr>
          <p:cNvPr id="79" name="node18"/>
          <p:cNvGrpSpPr/>
          <p:nvPr/>
        </p:nvGrpSpPr>
        <p:grpSpPr>
          <a:xfrm>
            <a:off x="8039100" y="3352800"/>
            <a:ext cx="3200400" cy="152400"/>
            <a:chOff x="8039100" y="3352800"/>
            <a:chExt cx="3200400" cy="152400"/>
          </a:xfrm>
        </p:grpSpPr>
        <p:sp>
          <p:nvSpPr>
            <p:cNvPr id="48" name="node18.text"/>
            <p:cNvSpPr/>
            <p:nvPr/>
          </p:nvSpPr>
          <p:spPr>
            <a:xfrm>
              <a:off x="8039100" y="3352800"/>
              <a:ext cx="32004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KEY ACTIVITIES</a:t>
              </a:r>
              <a:endParaRPr lang="en-US" sz="900" spc="54" kern="0" b="0" i="0" dirty="0">
                <a:solidFill>
                  <a:srgbClr val="0047FF"/>
                </a:solidFill>
                <a:latin typeface="IBM Plex Mono Medium"/>
                <a:ea typeface="IBM Plex Mono Medium"/>
                <a:cs typeface="IBM Plex Mono Medium"/>
              </a:endParaRPr>
            </a:p>
          </p:txBody>
        </p:sp>
      </p:grpSp>
      <p:grpSp>
        <p:nvGrpSpPr>
          <p:cNvPr id="80" name="node19"/>
          <p:cNvGrpSpPr/>
          <p:nvPr/>
        </p:nvGrpSpPr>
        <p:grpSpPr>
          <a:xfrm>
            <a:off x="8039100" y="3581400"/>
            <a:ext cx="3200400" cy="1295400"/>
            <a:chOff x="8039100" y="3581400"/>
            <a:chExt cx="3200400" cy="1295400"/>
          </a:xfrm>
        </p:grpSpPr>
        <p:sp>
          <p:nvSpPr>
            <p:cNvPr id="49" name="node19.source-001.bullet"/>
            <p:cNvSpPr/>
            <p:nvPr/>
          </p:nvSpPr>
          <p:spPr>
            <a:xfrm>
              <a:off x="8039100" y="3670300"/>
              <a:ext cx="38100" cy="38100"/>
            </a:xfrm>
            <a:prstGeom prst="rect">
              <a:avLst/>
            </a:prstGeom>
            <a:solidFill>
              <a:srgbClr val="070154"/>
            </a:solidFill>
            <a:ln>
              <a:noFill/>
            </a:ln>
          </p:spPr>
        </p:sp>
        <p:sp>
          <p:nvSpPr>
            <p:cNvPr id="50" name="node19.source-001.text"/>
            <p:cNvSpPr/>
            <p:nvPr/>
          </p:nvSpPr>
          <p:spPr>
            <a:xfrm>
              <a:off x="8191500" y="3581400"/>
              <a:ext cx="3048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Launch as a supported service</a:t>
              </a:r>
              <a:endParaRPr lang="en-US" sz="1200" spc="0" kern="0" b="0" i="0" dirty="0">
                <a:solidFill>
                  <a:srgbClr val="070154"/>
                </a:solidFill>
                <a:latin typeface="IBM Plex Sans"/>
                <a:ea typeface="IBM Plex Sans"/>
                <a:cs typeface="IBM Plex Sans"/>
              </a:endParaRPr>
            </a:p>
          </p:txBody>
        </p:sp>
        <p:sp>
          <p:nvSpPr>
            <p:cNvPr id="51" name="node19.source-002.bullet"/>
            <p:cNvSpPr/>
            <p:nvPr/>
          </p:nvSpPr>
          <p:spPr>
            <a:xfrm>
              <a:off x="8039100" y="3937000"/>
              <a:ext cx="38100" cy="38100"/>
            </a:xfrm>
            <a:prstGeom prst="rect">
              <a:avLst/>
            </a:prstGeom>
            <a:solidFill>
              <a:srgbClr val="070154"/>
            </a:solidFill>
            <a:ln>
              <a:noFill/>
            </a:ln>
          </p:spPr>
        </p:sp>
        <p:sp>
          <p:nvSpPr>
            <p:cNvPr id="52" name="node19.source-002.text"/>
            <p:cNvSpPr/>
            <p:nvPr/>
          </p:nvSpPr>
          <p:spPr>
            <a:xfrm>
              <a:off x="8191500" y="3848100"/>
              <a:ext cx="3048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Hand ownership to Northfield</a:t>
              </a:r>
              <a:endParaRPr lang="en-US" sz="1200" spc="0" kern="0" b="0" i="0" dirty="0">
                <a:solidFill>
                  <a:srgbClr val="070154"/>
                </a:solidFill>
                <a:latin typeface="IBM Plex Sans"/>
                <a:ea typeface="IBM Plex Sans"/>
                <a:cs typeface="IBM Plex Sans"/>
              </a:endParaRPr>
            </a:p>
          </p:txBody>
        </p:sp>
        <p:sp>
          <p:nvSpPr>
            <p:cNvPr id="53" name="node19.source-003.bullet"/>
            <p:cNvSpPr/>
            <p:nvPr/>
          </p:nvSpPr>
          <p:spPr>
            <a:xfrm>
              <a:off x="8039100" y="4203700"/>
              <a:ext cx="38100" cy="38100"/>
            </a:xfrm>
            <a:prstGeom prst="rect">
              <a:avLst/>
            </a:prstGeom>
            <a:solidFill>
              <a:srgbClr val="070154"/>
            </a:solidFill>
            <a:ln>
              <a:noFill/>
            </a:ln>
          </p:spPr>
        </p:sp>
        <p:sp>
          <p:nvSpPr>
            <p:cNvPr id="54" name="node19.source-003.text"/>
            <p:cNvSpPr/>
            <p:nvPr/>
          </p:nvSpPr>
          <p:spPr>
            <a:xfrm>
              <a:off x="8191500" y="4114800"/>
              <a:ext cx="3048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Transition operations and support</a:t>
              </a:r>
              <a:endParaRPr lang="en-US" sz="1200" spc="0" kern="0" b="0" i="0" dirty="0">
                <a:solidFill>
                  <a:srgbClr val="070154"/>
                </a:solidFill>
                <a:latin typeface="IBM Plex Sans"/>
                <a:ea typeface="IBM Plex Sans"/>
                <a:cs typeface="IBM Plex Sans"/>
              </a:endParaRPr>
            </a:p>
          </p:txBody>
        </p:sp>
        <p:sp>
          <p:nvSpPr>
            <p:cNvPr id="55" name="node19.source-004.bullet"/>
            <p:cNvSpPr/>
            <p:nvPr/>
          </p:nvSpPr>
          <p:spPr>
            <a:xfrm>
              <a:off x="8039100" y="4470400"/>
              <a:ext cx="38100" cy="38100"/>
            </a:xfrm>
            <a:prstGeom prst="rect">
              <a:avLst/>
            </a:prstGeom>
            <a:solidFill>
              <a:srgbClr val="070154"/>
            </a:solidFill>
            <a:ln>
              <a:noFill/>
            </a:ln>
          </p:spPr>
        </p:sp>
        <p:sp>
          <p:nvSpPr>
            <p:cNvPr id="56" name="node19.source-004.text"/>
            <p:cNvSpPr/>
            <p:nvPr/>
          </p:nvSpPr>
          <p:spPr>
            <a:xfrm>
              <a:off x="8191500" y="4381500"/>
              <a:ext cx="3048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Optimize cost and adoption</a:t>
              </a:r>
              <a:endParaRPr lang="en-US" sz="1200" spc="0" kern="0" b="0" i="0" dirty="0">
                <a:solidFill>
                  <a:srgbClr val="070154"/>
                </a:solidFill>
                <a:latin typeface="IBM Plex Sans"/>
                <a:ea typeface="IBM Plex Sans"/>
                <a:cs typeface="IBM Plex Sans"/>
              </a:endParaRPr>
            </a:p>
          </p:txBody>
        </p:sp>
        <p:sp>
          <p:nvSpPr>
            <p:cNvPr id="57" name="node19.source-005.bullet"/>
            <p:cNvSpPr/>
            <p:nvPr/>
          </p:nvSpPr>
          <p:spPr>
            <a:xfrm>
              <a:off x="8039100" y="4737100"/>
              <a:ext cx="38100" cy="38100"/>
            </a:xfrm>
            <a:prstGeom prst="rect">
              <a:avLst/>
            </a:prstGeom>
            <a:solidFill>
              <a:srgbClr val="070154"/>
            </a:solidFill>
            <a:ln>
              <a:noFill/>
            </a:ln>
          </p:spPr>
        </p:sp>
        <p:sp>
          <p:nvSpPr>
            <p:cNvPr id="58" name="node19.source-005.text"/>
            <p:cNvSpPr/>
            <p:nvPr/>
          </p:nvSpPr>
          <p:spPr>
            <a:xfrm>
              <a:off x="8191500" y="4648200"/>
              <a:ext cx="3048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Plan the next wave of teams</a:t>
              </a:r>
              <a:endParaRPr lang="en-US" sz="1200" spc="0" kern="0" b="0" i="0" dirty="0">
                <a:solidFill>
                  <a:srgbClr val="070154"/>
                </a:solidFill>
                <a:latin typeface="IBM Plex Sans"/>
                <a:ea typeface="IBM Plex Sans"/>
                <a:cs typeface="IBM Plex Sans"/>
              </a:endParaRPr>
            </a:p>
          </p:txBody>
        </p:sp>
      </p:grpSp>
      <p:grpSp>
        <p:nvGrpSpPr>
          <p:cNvPr id="81" name="node20"/>
          <p:cNvGrpSpPr/>
          <p:nvPr/>
        </p:nvGrpSpPr>
        <p:grpSpPr>
          <a:xfrm>
            <a:off x="8039100" y="5181600"/>
            <a:ext cx="3200400" cy="152400"/>
            <a:chOff x="8039100" y="5181600"/>
            <a:chExt cx="3200400" cy="152400"/>
          </a:xfrm>
        </p:grpSpPr>
        <p:sp>
          <p:nvSpPr>
            <p:cNvPr id="59" name="node20.text"/>
            <p:cNvSpPr/>
            <p:nvPr/>
          </p:nvSpPr>
          <p:spPr>
            <a:xfrm>
              <a:off x="8039100" y="5181600"/>
              <a:ext cx="32004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OUTCOME</a:t>
              </a:r>
              <a:endParaRPr lang="en-US" sz="900" spc="54" kern="0" b="0" i="0" dirty="0">
                <a:solidFill>
                  <a:srgbClr val="0047FF"/>
                </a:solidFill>
                <a:latin typeface="IBM Plex Mono Medium"/>
                <a:ea typeface="IBM Plex Mono Medium"/>
                <a:cs typeface="IBM Plex Mono Medium"/>
              </a:endParaRPr>
            </a:p>
          </p:txBody>
        </p:sp>
      </p:grpSp>
      <p:grpSp>
        <p:nvGrpSpPr>
          <p:cNvPr id="82" name="node21"/>
          <p:cNvGrpSpPr/>
          <p:nvPr/>
        </p:nvGrpSpPr>
        <p:grpSpPr>
          <a:xfrm>
            <a:off x="8039100" y="5410200"/>
            <a:ext cx="3200400" cy="228600"/>
            <a:chOff x="8039100" y="5410200"/>
            <a:chExt cx="3200400" cy="228600"/>
          </a:xfrm>
        </p:grpSpPr>
        <p:sp>
          <p:nvSpPr>
            <p:cNvPr id="60" name="node21.source-001.bullet"/>
            <p:cNvSpPr/>
            <p:nvPr/>
          </p:nvSpPr>
          <p:spPr>
            <a:xfrm>
              <a:off x="8039100" y="5499100"/>
              <a:ext cx="38100" cy="38100"/>
            </a:xfrm>
            <a:prstGeom prst="rect">
              <a:avLst/>
            </a:prstGeom>
            <a:solidFill>
              <a:srgbClr val="070154"/>
            </a:solidFill>
            <a:ln>
              <a:noFill/>
            </a:ln>
          </p:spPr>
        </p:sp>
        <p:sp>
          <p:nvSpPr>
            <p:cNvPr id="61" name="node21.source-001.text"/>
            <p:cNvSpPr/>
            <p:nvPr/>
          </p:nvSpPr>
          <p:spPr>
            <a:xfrm>
              <a:off x="8191500" y="5410200"/>
              <a:ext cx="3048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Platform ready to scale</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ource-364">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APPROACH</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Three phases from baseline to a funded roadmap</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118</a:t>
            </a:fld>
            <a:endParaRPr lang="en-US" sz="700" spc="0" kern="0" b="0" i="0" dirty="0">
              <a:solidFill>
                <a:srgbClr val="070154"/>
              </a:solidFill>
              <a:latin typeface="IBM Plex Mono SemiBold"/>
              <a:ea typeface="IBM Plex Mono SemiBold"/>
              <a:cs typeface="IBM Plex Mono SemiBold"/>
            </a:endParaRPr>
          </a:p>
        </p:txBody>
      </p:sp>
      <p:grpSp>
        <p:nvGrpSpPr>
          <p:cNvPr id="78" name="node01"/>
          <p:cNvGrpSpPr/>
          <p:nvPr/>
        </p:nvGrpSpPr>
        <p:grpSpPr>
          <a:xfrm>
            <a:off x="723900" y="1600200"/>
            <a:ext cx="3429000" cy="685800"/>
            <a:chOff x="723900" y="1600200"/>
            <a:chExt cx="3429000" cy="685800"/>
          </a:xfrm>
        </p:grpSpPr>
        <p:sp>
          <p:nvSpPr>
            <p:cNvPr id="6" name="node01.surface"/>
            <p:cNvSpPr/>
            <p:nvPr/>
          </p:nvSpPr>
          <p:spPr>
            <a:xfrm>
              <a:off x="723900" y="1600200"/>
              <a:ext cx="3429000" cy="685800"/>
            </a:xfrm>
            <a:custGeom>
              <a:avLst/>
              <a:gdLst/>
              <a:ahLst/>
              <a:cxnLst/>
              <a:rect l="l" t="t" r="r" b="b"/>
              <a:pathLst>
                <a:path w="3429000" h="685800">
                  <a:moveTo>
                    <a:pt x="0" y="0"/>
                  </a:moveTo>
                  <a:lnTo>
                    <a:pt x="3200400" y="0"/>
                  </a:lnTo>
                  <a:lnTo>
                    <a:pt x="3429000" y="342900"/>
                  </a:lnTo>
                  <a:lnTo>
                    <a:pt x="3200400" y="685800"/>
                  </a:lnTo>
                  <a:lnTo>
                    <a:pt x="0" y="685800"/>
                  </a:lnTo>
                  <a:close/>
                </a:path>
              </a:pathLst>
            </a:custGeom>
            <a:solidFill>
              <a:srgbClr val="070154"/>
            </a:solidFill>
            <a:ln>
              <a:noFill/>
            </a:ln>
          </p:spPr>
        </p:sp>
        <p:sp>
          <p:nvSpPr>
            <p:cNvPr id="7" name="node01.text"/>
            <p:cNvSpPr/>
            <p:nvPr/>
          </p:nvSpPr>
          <p:spPr>
            <a:xfrm>
              <a:off x="876300" y="1790700"/>
              <a:ext cx="2971800" cy="304800"/>
            </a:xfrm>
            <a:prstGeom prst="rect">
              <a:avLst/>
            </a:prstGeom>
            <a:noFill/>
            <a:ln/>
          </p:spPr>
          <p:txBody>
            <a:bodyPr wrap="square" lIns="0" tIns="0" rIns="0" bIns="0" rtlCol="0" anchor="t"/>
            <a:lstStyle/>
            <a:p>
              <a:pPr algn="ctr" indent="0" marL="0">
                <a:lnSpc>
                  <a:spcPts val="2400"/>
                </a:lnSpc>
                <a:buNone/>
              </a:pPr>
              <a:r>
                <a:rPr lang="en-US" sz="1800" spc="-18" kern="0" b="0" i="0" dirty="0">
                  <a:solidFill>
                    <a:srgbClr val="FFFFFF"/>
                  </a:solidFill>
                  <a:latin typeface="IBM Plex Sans SemiBold"/>
                  <a:ea typeface="IBM Plex Sans SemiBold"/>
                  <a:cs typeface="IBM Plex Sans SemiBold"/>
                </a:rPr>
                <a:t>Phase 1 · Baseline</a:t>
              </a:r>
              <a:endParaRPr lang="en-US" sz="1800" spc="-18" kern="0" b="0" i="0" dirty="0">
                <a:solidFill>
                  <a:srgbClr val="FFFFFF"/>
                </a:solidFill>
                <a:latin typeface="IBM Plex Sans SemiBold"/>
                <a:ea typeface="IBM Plex Sans SemiBold"/>
                <a:cs typeface="IBM Plex Sans SemiBold"/>
              </a:endParaRPr>
            </a:p>
          </p:txBody>
        </p:sp>
      </p:grpSp>
      <p:grpSp>
        <p:nvGrpSpPr>
          <p:cNvPr id="79" name="node02"/>
          <p:cNvGrpSpPr/>
          <p:nvPr/>
        </p:nvGrpSpPr>
        <p:grpSpPr>
          <a:xfrm>
            <a:off x="723900" y="2286000"/>
            <a:ext cx="3429000" cy="457200"/>
            <a:chOff x="723900" y="2286000"/>
            <a:chExt cx="3429000" cy="457200"/>
          </a:xfrm>
        </p:grpSpPr>
        <p:sp>
          <p:nvSpPr>
            <p:cNvPr id="8" name="node02.surface"/>
            <p:cNvSpPr/>
            <p:nvPr/>
          </p:nvSpPr>
          <p:spPr>
            <a:xfrm>
              <a:off x="723900" y="2286000"/>
              <a:ext cx="3429000" cy="457200"/>
            </a:xfrm>
            <a:prstGeom prst="rect">
              <a:avLst/>
            </a:prstGeom>
            <a:solidFill>
              <a:srgbClr val="CED7E6"/>
            </a:solidFill>
            <a:ln>
              <a:noFill/>
            </a:ln>
          </p:spPr>
        </p:sp>
        <p:sp>
          <p:nvSpPr>
            <p:cNvPr id="9" name="node02.text"/>
            <p:cNvSpPr/>
            <p:nvPr/>
          </p:nvSpPr>
          <p:spPr>
            <a:xfrm>
              <a:off x="876300" y="2400300"/>
              <a:ext cx="3124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6–8 weeks · establish the fact base</a:t>
              </a:r>
              <a:endParaRPr lang="en-US" sz="1200" spc="0" kern="0" b="0" i="0" dirty="0">
                <a:solidFill>
                  <a:srgbClr val="070154"/>
                </a:solidFill>
                <a:latin typeface="IBM Plex Sans"/>
                <a:ea typeface="IBM Plex Sans"/>
                <a:cs typeface="IBM Plex Sans"/>
              </a:endParaRPr>
            </a:p>
          </p:txBody>
        </p:sp>
      </p:grpSp>
      <p:grpSp>
        <p:nvGrpSpPr>
          <p:cNvPr id="80" name="node03"/>
          <p:cNvGrpSpPr/>
          <p:nvPr/>
        </p:nvGrpSpPr>
        <p:grpSpPr>
          <a:xfrm>
            <a:off x="723900" y="2743200"/>
            <a:ext cx="3429000" cy="1828800"/>
            <a:chOff x="723900" y="2743200"/>
            <a:chExt cx="3429000" cy="1828800"/>
          </a:xfrm>
        </p:grpSpPr>
        <p:sp>
          <p:nvSpPr>
            <p:cNvPr id="10" name="node03.container"/>
            <p:cNvSpPr/>
            <p:nvPr/>
          </p:nvSpPr>
          <p:spPr>
            <a:xfrm>
              <a:off x="723900" y="2743200"/>
              <a:ext cx="3429000" cy="1828800"/>
            </a:xfrm>
            <a:prstGeom prst="rect">
              <a:avLst/>
            </a:prstGeom>
            <a:solidFill>
              <a:srgbClr val="E8EEF8"/>
            </a:solidFill>
            <a:ln>
              <a:noFill/>
            </a:ln>
          </p:spPr>
        </p:sp>
        <p:sp>
          <p:nvSpPr>
            <p:cNvPr id="11" name="node03.label"/>
            <p:cNvSpPr/>
            <p:nvPr/>
          </p:nvSpPr>
          <p:spPr>
            <a:xfrm>
              <a:off x="876300" y="2895600"/>
              <a:ext cx="3124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ACTIVITIES</a:t>
              </a:r>
              <a:endParaRPr lang="en-US" sz="900" spc="54" kern="0" b="0" i="0" dirty="0">
                <a:solidFill>
                  <a:srgbClr val="0047FF"/>
                </a:solidFill>
                <a:latin typeface="IBM Plex Mono Medium"/>
                <a:ea typeface="IBM Plex Mono Medium"/>
                <a:cs typeface="IBM Plex Mono Medium"/>
              </a:endParaRPr>
            </a:p>
          </p:txBody>
        </p:sp>
        <p:sp>
          <p:nvSpPr>
            <p:cNvPr id="12" name="node03.body.item-001.bullets.item-001.marker"/>
            <p:cNvSpPr/>
            <p:nvPr/>
          </p:nvSpPr>
          <p:spPr>
            <a:xfrm>
              <a:off x="876300" y="3175000"/>
              <a:ext cx="38100" cy="38100"/>
            </a:xfrm>
            <a:prstGeom prst="rect">
              <a:avLst/>
            </a:prstGeom>
            <a:solidFill>
              <a:srgbClr val="070154"/>
            </a:solidFill>
            <a:ln>
              <a:noFill/>
            </a:ln>
          </p:spPr>
        </p:sp>
        <p:sp>
          <p:nvSpPr>
            <p:cNvPr id="13" name="node03.body.item-001.bullets.item-001.text"/>
            <p:cNvSpPr/>
            <p:nvPr/>
          </p:nvSpPr>
          <p:spPr>
            <a:xfrm>
              <a:off x="1028700" y="30861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Gather data and benchmarks</a:t>
              </a:r>
              <a:endParaRPr lang="en-US" sz="1200" spc="0" kern="0" b="0" i="0" dirty="0">
                <a:solidFill>
                  <a:srgbClr val="070154"/>
                </a:solidFill>
                <a:latin typeface="IBM Plex Sans"/>
                <a:ea typeface="IBM Plex Sans"/>
                <a:cs typeface="IBM Plex Sans"/>
              </a:endParaRPr>
            </a:p>
          </p:txBody>
        </p:sp>
        <p:sp>
          <p:nvSpPr>
            <p:cNvPr id="14" name="node03.body.item-001.bullets.item-002.marker"/>
            <p:cNvSpPr/>
            <p:nvPr/>
          </p:nvSpPr>
          <p:spPr>
            <a:xfrm>
              <a:off x="876300" y="3441700"/>
              <a:ext cx="38100" cy="38100"/>
            </a:xfrm>
            <a:prstGeom prst="rect">
              <a:avLst/>
            </a:prstGeom>
            <a:solidFill>
              <a:srgbClr val="070154"/>
            </a:solidFill>
            <a:ln>
              <a:noFill/>
            </a:ln>
          </p:spPr>
        </p:sp>
        <p:sp>
          <p:nvSpPr>
            <p:cNvPr id="15" name="node03.body.item-001.bullets.item-002.text"/>
            <p:cNvSpPr/>
            <p:nvPr/>
          </p:nvSpPr>
          <p:spPr>
            <a:xfrm>
              <a:off x="1028700" y="33528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Interview finance leaders</a:t>
              </a:r>
              <a:endParaRPr lang="en-US" sz="1200" spc="0" kern="0" b="0" i="0" dirty="0">
                <a:solidFill>
                  <a:srgbClr val="070154"/>
                </a:solidFill>
                <a:latin typeface="IBM Plex Sans"/>
                <a:ea typeface="IBM Plex Sans"/>
                <a:cs typeface="IBM Plex Sans"/>
              </a:endParaRPr>
            </a:p>
          </p:txBody>
        </p:sp>
        <p:sp>
          <p:nvSpPr>
            <p:cNvPr id="16" name="node03.body.item-001.bullets.item-003.marker"/>
            <p:cNvSpPr/>
            <p:nvPr/>
          </p:nvSpPr>
          <p:spPr>
            <a:xfrm>
              <a:off x="876300" y="3708400"/>
              <a:ext cx="38100" cy="38100"/>
            </a:xfrm>
            <a:prstGeom prst="rect">
              <a:avLst/>
            </a:prstGeom>
            <a:solidFill>
              <a:srgbClr val="070154"/>
            </a:solidFill>
            <a:ln>
              <a:noFill/>
            </a:ln>
          </p:spPr>
        </p:sp>
        <p:sp>
          <p:nvSpPr>
            <p:cNvPr id="17" name="node03.body.item-001.bullets.item-003.text"/>
            <p:cNvSpPr/>
            <p:nvPr/>
          </p:nvSpPr>
          <p:spPr>
            <a:xfrm>
              <a:off x="1028700" y="36195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Size the opportunity by function</a:t>
              </a:r>
              <a:endParaRPr lang="en-US" sz="1200" spc="0" kern="0" b="0" i="0" dirty="0">
                <a:solidFill>
                  <a:srgbClr val="070154"/>
                </a:solidFill>
                <a:latin typeface="IBM Plex Sans"/>
                <a:ea typeface="IBM Plex Sans"/>
                <a:cs typeface="IBM Plex Sans"/>
              </a:endParaRPr>
            </a:p>
          </p:txBody>
        </p:sp>
        <p:sp>
          <p:nvSpPr>
            <p:cNvPr id="18" name="node03.body.item-001.bullets.item-004.marker"/>
            <p:cNvSpPr/>
            <p:nvPr/>
          </p:nvSpPr>
          <p:spPr>
            <a:xfrm>
              <a:off x="876300" y="3975100"/>
              <a:ext cx="38100" cy="38100"/>
            </a:xfrm>
            <a:prstGeom prst="rect">
              <a:avLst/>
            </a:prstGeom>
            <a:solidFill>
              <a:srgbClr val="070154"/>
            </a:solidFill>
            <a:ln>
              <a:noFill/>
            </a:ln>
          </p:spPr>
        </p:sp>
        <p:sp>
          <p:nvSpPr>
            <p:cNvPr id="19" name="node03.body.item-001.bullets.item-004.text"/>
            <p:cNvSpPr/>
            <p:nvPr/>
          </p:nvSpPr>
          <p:spPr>
            <a:xfrm>
              <a:off x="1028700" y="38862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Map workflows and handoffs</a:t>
              </a:r>
              <a:endParaRPr lang="en-US" sz="1200" spc="0" kern="0" b="0" i="0" dirty="0">
                <a:solidFill>
                  <a:srgbClr val="070154"/>
                </a:solidFill>
                <a:latin typeface="IBM Plex Sans"/>
                <a:ea typeface="IBM Plex Sans"/>
                <a:cs typeface="IBM Plex Sans"/>
              </a:endParaRPr>
            </a:p>
          </p:txBody>
        </p:sp>
        <p:sp>
          <p:nvSpPr>
            <p:cNvPr id="20" name="node03.body.item-001.bullets.item-005.marker"/>
            <p:cNvSpPr/>
            <p:nvPr/>
          </p:nvSpPr>
          <p:spPr>
            <a:xfrm>
              <a:off x="876300" y="4241800"/>
              <a:ext cx="38100" cy="38100"/>
            </a:xfrm>
            <a:prstGeom prst="rect">
              <a:avLst/>
            </a:prstGeom>
            <a:solidFill>
              <a:srgbClr val="070154"/>
            </a:solidFill>
            <a:ln>
              <a:noFill/>
            </a:ln>
          </p:spPr>
        </p:sp>
        <p:sp>
          <p:nvSpPr>
            <p:cNvPr id="21" name="node03.body.item-001.bullets.item-005.text"/>
            <p:cNvSpPr/>
            <p:nvPr/>
          </p:nvSpPr>
          <p:spPr>
            <a:xfrm>
              <a:off x="1028700" y="41529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Test findings with sponsors</a:t>
              </a:r>
              <a:endParaRPr lang="en-US" sz="1200" spc="0" kern="0" b="0" i="0" dirty="0">
                <a:solidFill>
                  <a:srgbClr val="070154"/>
                </a:solidFill>
                <a:latin typeface="IBM Plex Sans"/>
                <a:ea typeface="IBM Plex Sans"/>
                <a:cs typeface="IBM Plex Sans"/>
              </a:endParaRPr>
            </a:p>
          </p:txBody>
        </p:sp>
      </p:grpSp>
      <p:grpSp>
        <p:nvGrpSpPr>
          <p:cNvPr id="81" name="node04"/>
          <p:cNvGrpSpPr/>
          <p:nvPr/>
        </p:nvGrpSpPr>
        <p:grpSpPr>
          <a:xfrm>
            <a:off x="723900" y="4572000"/>
            <a:ext cx="3429000" cy="1371600"/>
            <a:chOff x="723900" y="4572000"/>
            <a:chExt cx="3429000" cy="1371600"/>
          </a:xfrm>
        </p:grpSpPr>
        <p:sp>
          <p:nvSpPr>
            <p:cNvPr id="22" name="node04.container"/>
            <p:cNvSpPr/>
            <p:nvPr/>
          </p:nvSpPr>
          <p:spPr>
            <a:xfrm>
              <a:off x="730250" y="4578350"/>
              <a:ext cx="3416300" cy="1358900"/>
            </a:xfrm>
            <a:prstGeom prst="rect">
              <a:avLst/>
            </a:prstGeom>
            <a:solidFill>
              <a:srgbClr val="FFFFFF"/>
            </a:solidFill>
            <a:ln w="12700">
              <a:solidFill>
                <a:srgbClr val="CED7E6"/>
              </a:solidFill>
              <a:prstDash val="solid"/>
            </a:ln>
          </p:spPr>
        </p:sp>
        <p:sp>
          <p:nvSpPr>
            <p:cNvPr id="23" name="node04.label"/>
            <p:cNvSpPr/>
            <p:nvPr/>
          </p:nvSpPr>
          <p:spPr>
            <a:xfrm>
              <a:off x="876300" y="4724400"/>
              <a:ext cx="3124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DELIVERABLES</a:t>
              </a:r>
              <a:endParaRPr lang="en-US" sz="900" spc="54" kern="0" b="0" i="0" dirty="0">
                <a:solidFill>
                  <a:srgbClr val="0047FF"/>
                </a:solidFill>
                <a:latin typeface="IBM Plex Mono Medium"/>
                <a:ea typeface="IBM Plex Mono Medium"/>
                <a:cs typeface="IBM Plex Mono Medium"/>
              </a:endParaRPr>
            </a:p>
          </p:txBody>
        </p:sp>
        <p:sp>
          <p:nvSpPr>
            <p:cNvPr id="24" name="node04.body.item-001.bullets.item-001.marker"/>
            <p:cNvSpPr/>
            <p:nvPr/>
          </p:nvSpPr>
          <p:spPr>
            <a:xfrm>
              <a:off x="876300" y="5003800"/>
              <a:ext cx="38100" cy="38100"/>
            </a:xfrm>
            <a:prstGeom prst="rect">
              <a:avLst/>
            </a:prstGeom>
            <a:solidFill>
              <a:srgbClr val="070154"/>
            </a:solidFill>
            <a:ln>
              <a:noFill/>
            </a:ln>
          </p:spPr>
        </p:sp>
        <p:sp>
          <p:nvSpPr>
            <p:cNvPr id="25" name="node04.body.item-001.bullets.item-001.text"/>
            <p:cNvSpPr/>
            <p:nvPr/>
          </p:nvSpPr>
          <p:spPr>
            <a:xfrm>
              <a:off x="1028700" y="49149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Baseline and benchmark report</a:t>
              </a:r>
              <a:endParaRPr lang="en-US" sz="1200" spc="0" kern="0" b="0" i="0" dirty="0">
                <a:solidFill>
                  <a:srgbClr val="070154"/>
                </a:solidFill>
                <a:latin typeface="IBM Plex Sans"/>
                <a:ea typeface="IBM Plex Sans"/>
                <a:cs typeface="IBM Plex Sans"/>
              </a:endParaRPr>
            </a:p>
          </p:txBody>
        </p:sp>
        <p:sp>
          <p:nvSpPr>
            <p:cNvPr id="26" name="node04.body.item-001.bullets.item-002.marker"/>
            <p:cNvSpPr/>
            <p:nvPr/>
          </p:nvSpPr>
          <p:spPr>
            <a:xfrm>
              <a:off x="876300" y="5270500"/>
              <a:ext cx="38100" cy="38100"/>
            </a:xfrm>
            <a:prstGeom prst="rect">
              <a:avLst/>
            </a:prstGeom>
            <a:solidFill>
              <a:srgbClr val="070154"/>
            </a:solidFill>
            <a:ln>
              <a:noFill/>
            </a:ln>
          </p:spPr>
        </p:sp>
        <p:sp>
          <p:nvSpPr>
            <p:cNvPr id="27" name="node04.body.item-001.bullets.item-002.text"/>
            <p:cNvSpPr/>
            <p:nvPr/>
          </p:nvSpPr>
          <p:spPr>
            <a:xfrm>
              <a:off x="1028700" y="51816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Opportunity sizing model</a:t>
              </a:r>
              <a:endParaRPr lang="en-US" sz="1200" spc="0" kern="0" b="0" i="0" dirty="0">
                <a:solidFill>
                  <a:srgbClr val="070154"/>
                </a:solidFill>
                <a:latin typeface="IBM Plex Sans"/>
                <a:ea typeface="IBM Plex Sans"/>
                <a:cs typeface="IBM Plex Sans"/>
              </a:endParaRPr>
            </a:p>
          </p:txBody>
        </p:sp>
        <p:sp>
          <p:nvSpPr>
            <p:cNvPr id="28" name="node04.body.item-001.bullets.item-003.marker"/>
            <p:cNvSpPr/>
            <p:nvPr/>
          </p:nvSpPr>
          <p:spPr>
            <a:xfrm>
              <a:off x="876300" y="5537200"/>
              <a:ext cx="38100" cy="38100"/>
            </a:xfrm>
            <a:prstGeom prst="rect">
              <a:avLst/>
            </a:prstGeom>
            <a:solidFill>
              <a:srgbClr val="070154"/>
            </a:solidFill>
            <a:ln>
              <a:noFill/>
            </a:ln>
          </p:spPr>
        </p:sp>
        <p:sp>
          <p:nvSpPr>
            <p:cNvPr id="29" name="node04.body.item-001.bullets.item-003.text"/>
            <p:cNvSpPr/>
            <p:nvPr/>
          </p:nvSpPr>
          <p:spPr>
            <a:xfrm>
              <a:off x="1028700" y="54483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Fact-base readout</a:t>
              </a:r>
              <a:endParaRPr lang="en-US" sz="1200" spc="0" kern="0" b="0" i="0" dirty="0">
                <a:solidFill>
                  <a:srgbClr val="070154"/>
                </a:solidFill>
                <a:latin typeface="IBM Plex Sans"/>
                <a:ea typeface="IBM Plex Sans"/>
                <a:cs typeface="IBM Plex Sans"/>
              </a:endParaRPr>
            </a:p>
          </p:txBody>
        </p:sp>
      </p:grpSp>
      <p:grpSp>
        <p:nvGrpSpPr>
          <p:cNvPr id="82" name="node05"/>
          <p:cNvGrpSpPr/>
          <p:nvPr/>
        </p:nvGrpSpPr>
        <p:grpSpPr>
          <a:xfrm>
            <a:off x="4381500" y="1600200"/>
            <a:ext cx="3429000" cy="685800"/>
            <a:chOff x="4381500" y="1600200"/>
            <a:chExt cx="3429000" cy="685800"/>
          </a:xfrm>
        </p:grpSpPr>
        <p:sp>
          <p:nvSpPr>
            <p:cNvPr id="30" name="node05.surface"/>
            <p:cNvSpPr/>
            <p:nvPr/>
          </p:nvSpPr>
          <p:spPr>
            <a:xfrm>
              <a:off x="4381500" y="1600200"/>
              <a:ext cx="3429000" cy="685800"/>
            </a:xfrm>
            <a:custGeom>
              <a:avLst/>
              <a:gdLst/>
              <a:ahLst/>
              <a:cxnLst/>
              <a:rect l="l" t="t" r="r" b="b"/>
              <a:pathLst>
                <a:path w="3429000" h="685800">
                  <a:moveTo>
                    <a:pt x="0" y="0"/>
                  </a:moveTo>
                  <a:lnTo>
                    <a:pt x="3200400" y="0"/>
                  </a:lnTo>
                  <a:lnTo>
                    <a:pt x="3429000" y="342900"/>
                  </a:lnTo>
                  <a:lnTo>
                    <a:pt x="3200400" y="685800"/>
                  </a:lnTo>
                  <a:lnTo>
                    <a:pt x="0" y="685800"/>
                  </a:lnTo>
                  <a:lnTo>
                    <a:pt x="228600" y="342900"/>
                  </a:lnTo>
                  <a:close/>
                </a:path>
              </a:pathLst>
            </a:custGeom>
            <a:solidFill>
              <a:srgbClr val="070154"/>
            </a:solidFill>
            <a:ln>
              <a:noFill/>
            </a:ln>
          </p:spPr>
        </p:sp>
        <p:sp>
          <p:nvSpPr>
            <p:cNvPr id="31" name="node05.text"/>
            <p:cNvSpPr/>
            <p:nvPr/>
          </p:nvSpPr>
          <p:spPr>
            <a:xfrm>
              <a:off x="4762500" y="1790700"/>
              <a:ext cx="2743200" cy="304800"/>
            </a:xfrm>
            <a:prstGeom prst="rect">
              <a:avLst/>
            </a:prstGeom>
            <a:noFill/>
            <a:ln/>
          </p:spPr>
          <p:txBody>
            <a:bodyPr wrap="square" lIns="0" tIns="0" rIns="0" bIns="0" rtlCol="0" anchor="t"/>
            <a:lstStyle/>
            <a:p>
              <a:pPr algn="ctr" indent="0" marL="0">
                <a:lnSpc>
                  <a:spcPts val="2400"/>
                </a:lnSpc>
                <a:buNone/>
              </a:pPr>
              <a:r>
                <a:rPr lang="en-US" sz="1800" spc="-18" kern="0" b="0" i="0" dirty="0">
                  <a:solidFill>
                    <a:srgbClr val="FFFFFF"/>
                  </a:solidFill>
                  <a:latin typeface="IBM Plex Sans SemiBold"/>
                  <a:ea typeface="IBM Plex Sans SemiBold"/>
                  <a:cs typeface="IBM Plex Sans SemiBold"/>
                </a:rPr>
                <a:t>Phase 2 · Design</a:t>
              </a:r>
              <a:endParaRPr lang="en-US" sz="1800" spc="-18" kern="0" b="0" i="0" dirty="0">
                <a:solidFill>
                  <a:srgbClr val="FFFFFF"/>
                </a:solidFill>
                <a:latin typeface="IBM Plex Sans SemiBold"/>
                <a:ea typeface="IBM Plex Sans SemiBold"/>
                <a:cs typeface="IBM Plex Sans SemiBold"/>
              </a:endParaRPr>
            </a:p>
          </p:txBody>
        </p:sp>
      </p:grpSp>
      <p:grpSp>
        <p:nvGrpSpPr>
          <p:cNvPr id="83" name="node06"/>
          <p:cNvGrpSpPr/>
          <p:nvPr/>
        </p:nvGrpSpPr>
        <p:grpSpPr>
          <a:xfrm>
            <a:off x="4381500" y="2286000"/>
            <a:ext cx="3429000" cy="457200"/>
            <a:chOff x="4381500" y="2286000"/>
            <a:chExt cx="3429000" cy="457200"/>
          </a:xfrm>
        </p:grpSpPr>
        <p:sp>
          <p:nvSpPr>
            <p:cNvPr id="32" name="node06.surface"/>
            <p:cNvSpPr/>
            <p:nvPr/>
          </p:nvSpPr>
          <p:spPr>
            <a:xfrm>
              <a:off x="4381500" y="2286000"/>
              <a:ext cx="3429000" cy="457200"/>
            </a:xfrm>
            <a:prstGeom prst="rect">
              <a:avLst/>
            </a:prstGeom>
            <a:solidFill>
              <a:srgbClr val="CED7E6"/>
            </a:solidFill>
            <a:ln>
              <a:noFill/>
            </a:ln>
          </p:spPr>
        </p:sp>
        <p:sp>
          <p:nvSpPr>
            <p:cNvPr id="33" name="node06.text"/>
            <p:cNvSpPr/>
            <p:nvPr/>
          </p:nvSpPr>
          <p:spPr>
            <a:xfrm>
              <a:off x="4533900" y="2400300"/>
              <a:ext cx="3124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2–3 weeks · shape the options</a:t>
              </a:r>
              <a:endParaRPr lang="en-US" sz="1200" spc="0" kern="0" b="0" i="0" dirty="0">
                <a:solidFill>
                  <a:srgbClr val="070154"/>
                </a:solidFill>
                <a:latin typeface="IBM Plex Sans"/>
                <a:ea typeface="IBM Plex Sans"/>
                <a:cs typeface="IBM Plex Sans"/>
              </a:endParaRPr>
            </a:p>
          </p:txBody>
        </p:sp>
      </p:grpSp>
      <p:grpSp>
        <p:nvGrpSpPr>
          <p:cNvPr id="84" name="node07"/>
          <p:cNvGrpSpPr/>
          <p:nvPr/>
        </p:nvGrpSpPr>
        <p:grpSpPr>
          <a:xfrm>
            <a:off x="4381500" y="2743200"/>
            <a:ext cx="3429000" cy="1828800"/>
            <a:chOff x="4381500" y="2743200"/>
            <a:chExt cx="3429000" cy="1828800"/>
          </a:xfrm>
        </p:grpSpPr>
        <p:sp>
          <p:nvSpPr>
            <p:cNvPr id="34" name="node07.container"/>
            <p:cNvSpPr/>
            <p:nvPr/>
          </p:nvSpPr>
          <p:spPr>
            <a:xfrm>
              <a:off x="4381500" y="2743200"/>
              <a:ext cx="3429000" cy="1828800"/>
            </a:xfrm>
            <a:prstGeom prst="rect">
              <a:avLst/>
            </a:prstGeom>
            <a:solidFill>
              <a:srgbClr val="E8EEF8"/>
            </a:solidFill>
            <a:ln>
              <a:noFill/>
            </a:ln>
          </p:spPr>
        </p:sp>
        <p:sp>
          <p:nvSpPr>
            <p:cNvPr id="35" name="node07.label"/>
            <p:cNvSpPr/>
            <p:nvPr/>
          </p:nvSpPr>
          <p:spPr>
            <a:xfrm>
              <a:off x="4533900" y="2895600"/>
              <a:ext cx="3124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ACTIVITIES</a:t>
              </a:r>
              <a:endParaRPr lang="en-US" sz="900" spc="54" kern="0" b="0" i="0" dirty="0">
                <a:solidFill>
                  <a:srgbClr val="0047FF"/>
                </a:solidFill>
                <a:latin typeface="IBM Plex Mono Medium"/>
                <a:ea typeface="IBM Plex Mono Medium"/>
                <a:cs typeface="IBM Plex Mono Medium"/>
              </a:endParaRPr>
            </a:p>
          </p:txBody>
        </p:sp>
        <p:sp>
          <p:nvSpPr>
            <p:cNvPr id="36" name="node07.body.item-001.bullets.item-001.marker"/>
            <p:cNvSpPr/>
            <p:nvPr/>
          </p:nvSpPr>
          <p:spPr>
            <a:xfrm>
              <a:off x="4533900" y="3175000"/>
              <a:ext cx="38100" cy="38100"/>
            </a:xfrm>
            <a:prstGeom prst="rect">
              <a:avLst/>
            </a:prstGeom>
            <a:solidFill>
              <a:srgbClr val="070154"/>
            </a:solidFill>
            <a:ln>
              <a:noFill/>
            </a:ln>
          </p:spPr>
        </p:sp>
        <p:sp>
          <p:nvSpPr>
            <p:cNvPr id="37" name="node07.body.item-001.bullets.item-001.text"/>
            <p:cNvSpPr/>
            <p:nvPr/>
          </p:nvSpPr>
          <p:spPr>
            <a:xfrm>
              <a:off x="4686300" y="30861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Develop recommendations per area</a:t>
              </a:r>
              <a:endParaRPr lang="en-US" sz="1200" spc="0" kern="0" b="0" i="0" dirty="0">
                <a:solidFill>
                  <a:srgbClr val="070154"/>
                </a:solidFill>
                <a:latin typeface="IBM Plex Sans"/>
                <a:ea typeface="IBM Plex Sans"/>
                <a:cs typeface="IBM Plex Sans"/>
              </a:endParaRPr>
            </a:p>
          </p:txBody>
        </p:sp>
        <p:sp>
          <p:nvSpPr>
            <p:cNvPr id="38" name="node07.body.item-001.bullets.item-002.marker"/>
            <p:cNvSpPr/>
            <p:nvPr/>
          </p:nvSpPr>
          <p:spPr>
            <a:xfrm>
              <a:off x="4533900" y="3441700"/>
              <a:ext cx="38100" cy="38100"/>
            </a:xfrm>
            <a:prstGeom prst="rect">
              <a:avLst/>
            </a:prstGeom>
            <a:solidFill>
              <a:srgbClr val="070154"/>
            </a:solidFill>
            <a:ln>
              <a:noFill/>
            </a:ln>
          </p:spPr>
        </p:sp>
        <p:sp>
          <p:nvSpPr>
            <p:cNvPr id="39" name="node07.body.item-001.bullets.item-002.text"/>
            <p:cNvSpPr/>
            <p:nvPr/>
          </p:nvSpPr>
          <p:spPr>
            <a:xfrm>
              <a:off x="4686300" y="33528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Set savings and value targets</a:t>
              </a:r>
              <a:endParaRPr lang="en-US" sz="1200" spc="0" kern="0" b="0" i="0" dirty="0">
                <a:solidFill>
                  <a:srgbClr val="070154"/>
                </a:solidFill>
                <a:latin typeface="IBM Plex Sans"/>
                <a:ea typeface="IBM Plex Sans"/>
                <a:cs typeface="IBM Plex Sans"/>
              </a:endParaRPr>
            </a:p>
          </p:txBody>
        </p:sp>
        <p:sp>
          <p:nvSpPr>
            <p:cNvPr id="40" name="node07.body.item-001.bullets.item-003.marker"/>
            <p:cNvSpPr/>
            <p:nvPr/>
          </p:nvSpPr>
          <p:spPr>
            <a:xfrm>
              <a:off x="4533900" y="3708400"/>
              <a:ext cx="38100" cy="38100"/>
            </a:xfrm>
            <a:prstGeom prst="rect">
              <a:avLst/>
            </a:prstGeom>
            <a:solidFill>
              <a:srgbClr val="070154"/>
            </a:solidFill>
            <a:ln>
              <a:noFill/>
            </a:ln>
          </p:spPr>
        </p:sp>
        <p:sp>
          <p:nvSpPr>
            <p:cNvPr id="41" name="node07.body.item-001.bullets.item-003.text"/>
            <p:cNvSpPr/>
            <p:nvPr/>
          </p:nvSpPr>
          <p:spPr>
            <a:xfrm>
              <a:off x="4686300" y="36195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Define the target mix of roles</a:t>
              </a:r>
              <a:endParaRPr lang="en-US" sz="1200" spc="0" kern="0" b="0" i="0" dirty="0">
                <a:solidFill>
                  <a:srgbClr val="070154"/>
                </a:solidFill>
                <a:latin typeface="IBM Plex Sans"/>
                <a:ea typeface="IBM Plex Sans"/>
                <a:cs typeface="IBM Plex Sans"/>
              </a:endParaRPr>
            </a:p>
          </p:txBody>
        </p:sp>
        <p:sp>
          <p:nvSpPr>
            <p:cNvPr id="42" name="node07.body.item-001.bullets.item-004.marker"/>
            <p:cNvSpPr/>
            <p:nvPr/>
          </p:nvSpPr>
          <p:spPr>
            <a:xfrm>
              <a:off x="4533900" y="3975100"/>
              <a:ext cx="38100" cy="38100"/>
            </a:xfrm>
            <a:prstGeom prst="rect">
              <a:avLst/>
            </a:prstGeom>
            <a:solidFill>
              <a:srgbClr val="070154"/>
            </a:solidFill>
            <a:ln>
              <a:noFill/>
            </a:ln>
          </p:spPr>
        </p:sp>
        <p:sp>
          <p:nvSpPr>
            <p:cNvPr id="43" name="node07.body.item-001.bullets.item-004.text"/>
            <p:cNvSpPr/>
            <p:nvPr/>
          </p:nvSpPr>
          <p:spPr>
            <a:xfrm>
              <a:off x="4686300" y="38862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Rank options by impact and effort</a:t>
              </a:r>
              <a:endParaRPr lang="en-US" sz="1200" spc="0" kern="0" b="0" i="0" dirty="0">
                <a:solidFill>
                  <a:srgbClr val="070154"/>
                </a:solidFill>
                <a:latin typeface="IBM Plex Sans"/>
                <a:ea typeface="IBM Plex Sans"/>
                <a:cs typeface="IBM Plex Sans"/>
              </a:endParaRPr>
            </a:p>
          </p:txBody>
        </p:sp>
        <p:sp>
          <p:nvSpPr>
            <p:cNvPr id="44" name="node07.body.item-001.bullets.item-005.marker"/>
            <p:cNvSpPr/>
            <p:nvPr/>
          </p:nvSpPr>
          <p:spPr>
            <a:xfrm>
              <a:off x="4533900" y="4241800"/>
              <a:ext cx="38100" cy="38100"/>
            </a:xfrm>
            <a:prstGeom prst="rect">
              <a:avLst/>
            </a:prstGeom>
            <a:solidFill>
              <a:srgbClr val="070154"/>
            </a:solidFill>
            <a:ln>
              <a:noFill/>
            </a:ln>
          </p:spPr>
        </p:sp>
        <p:sp>
          <p:nvSpPr>
            <p:cNvPr id="45" name="node07.body.item-001.bullets.item-005.text"/>
            <p:cNvSpPr/>
            <p:nvPr/>
          </p:nvSpPr>
          <p:spPr>
            <a:xfrm>
              <a:off x="4686300" y="41529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Align leaders on the options</a:t>
              </a:r>
              <a:endParaRPr lang="en-US" sz="1200" spc="0" kern="0" b="0" i="0" dirty="0">
                <a:solidFill>
                  <a:srgbClr val="070154"/>
                </a:solidFill>
                <a:latin typeface="IBM Plex Sans"/>
                <a:ea typeface="IBM Plex Sans"/>
                <a:cs typeface="IBM Plex Sans"/>
              </a:endParaRPr>
            </a:p>
          </p:txBody>
        </p:sp>
      </p:grpSp>
      <p:grpSp>
        <p:nvGrpSpPr>
          <p:cNvPr id="85" name="node08"/>
          <p:cNvGrpSpPr/>
          <p:nvPr/>
        </p:nvGrpSpPr>
        <p:grpSpPr>
          <a:xfrm>
            <a:off x="4381500" y="4572000"/>
            <a:ext cx="3429000" cy="1371600"/>
            <a:chOff x="4381500" y="4572000"/>
            <a:chExt cx="3429000" cy="1371600"/>
          </a:xfrm>
        </p:grpSpPr>
        <p:sp>
          <p:nvSpPr>
            <p:cNvPr id="46" name="node08.container"/>
            <p:cNvSpPr/>
            <p:nvPr/>
          </p:nvSpPr>
          <p:spPr>
            <a:xfrm>
              <a:off x="4387850" y="4578350"/>
              <a:ext cx="3416300" cy="1358900"/>
            </a:xfrm>
            <a:prstGeom prst="rect">
              <a:avLst/>
            </a:prstGeom>
            <a:solidFill>
              <a:srgbClr val="FFFFFF"/>
            </a:solidFill>
            <a:ln w="12700">
              <a:solidFill>
                <a:srgbClr val="CED7E6"/>
              </a:solidFill>
              <a:prstDash val="solid"/>
            </a:ln>
          </p:spPr>
        </p:sp>
        <p:sp>
          <p:nvSpPr>
            <p:cNvPr id="47" name="node08.label"/>
            <p:cNvSpPr/>
            <p:nvPr/>
          </p:nvSpPr>
          <p:spPr>
            <a:xfrm>
              <a:off x="4533900" y="4724400"/>
              <a:ext cx="3124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DELIVERABLES</a:t>
              </a:r>
              <a:endParaRPr lang="en-US" sz="900" spc="54" kern="0" b="0" i="0" dirty="0">
                <a:solidFill>
                  <a:srgbClr val="0047FF"/>
                </a:solidFill>
                <a:latin typeface="IBM Plex Mono Medium"/>
                <a:ea typeface="IBM Plex Mono Medium"/>
                <a:cs typeface="IBM Plex Mono Medium"/>
              </a:endParaRPr>
            </a:p>
          </p:txBody>
        </p:sp>
        <p:sp>
          <p:nvSpPr>
            <p:cNvPr id="48" name="node08.body.item-001.bullets.item-001.marker"/>
            <p:cNvSpPr/>
            <p:nvPr/>
          </p:nvSpPr>
          <p:spPr>
            <a:xfrm>
              <a:off x="4533900" y="5003800"/>
              <a:ext cx="38100" cy="38100"/>
            </a:xfrm>
            <a:prstGeom prst="rect">
              <a:avLst/>
            </a:prstGeom>
            <a:solidFill>
              <a:srgbClr val="070154"/>
            </a:solidFill>
            <a:ln>
              <a:noFill/>
            </a:ln>
          </p:spPr>
        </p:sp>
        <p:sp>
          <p:nvSpPr>
            <p:cNvPr id="49" name="node08.body.item-001.bullets.item-001.text"/>
            <p:cNvSpPr/>
            <p:nvPr/>
          </p:nvSpPr>
          <p:spPr>
            <a:xfrm>
              <a:off x="4686300" y="49149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Prioritized value opportunities</a:t>
              </a:r>
              <a:endParaRPr lang="en-US" sz="1200" spc="0" kern="0" b="0" i="0" dirty="0">
                <a:solidFill>
                  <a:srgbClr val="070154"/>
                </a:solidFill>
                <a:latin typeface="IBM Plex Sans"/>
                <a:ea typeface="IBM Plex Sans"/>
                <a:cs typeface="IBM Plex Sans"/>
              </a:endParaRPr>
            </a:p>
          </p:txBody>
        </p:sp>
        <p:sp>
          <p:nvSpPr>
            <p:cNvPr id="50" name="node08.body.item-001.bullets.item-002.marker"/>
            <p:cNvSpPr/>
            <p:nvPr/>
          </p:nvSpPr>
          <p:spPr>
            <a:xfrm>
              <a:off x="4533900" y="5270500"/>
              <a:ext cx="38100" cy="38100"/>
            </a:xfrm>
            <a:prstGeom prst="rect">
              <a:avLst/>
            </a:prstGeom>
            <a:solidFill>
              <a:srgbClr val="070154"/>
            </a:solidFill>
            <a:ln>
              <a:noFill/>
            </a:ln>
          </p:spPr>
        </p:sp>
        <p:sp>
          <p:nvSpPr>
            <p:cNvPr id="51" name="node08.body.item-001.bullets.item-002.text"/>
            <p:cNvSpPr/>
            <p:nvPr/>
          </p:nvSpPr>
          <p:spPr>
            <a:xfrm>
              <a:off x="4686300" y="51816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Target role-mix view</a:t>
              </a:r>
              <a:endParaRPr lang="en-US" sz="1200" spc="0" kern="0" b="0" i="0" dirty="0">
                <a:solidFill>
                  <a:srgbClr val="070154"/>
                </a:solidFill>
                <a:latin typeface="IBM Plex Sans"/>
                <a:ea typeface="IBM Plex Sans"/>
                <a:cs typeface="IBM Plex Sans"/>
              </a:endParaRPr>
            </a:p>
          </p:txBody>
        </p:sp>
        <p:sp>
          <p:nvSpPr>
            <p:cNvPr id="52" name="node08.body.item-001.bullets.item-003.marker"/>
            <p:cNvSpPr/>
            <p:nvPr/>
          </p:nvSpPr>
          <p:spPr>
            <a:xfrm>
              <a:off x="4533900" y="5537200"/>
              <a:ext cx="38100" cy="38100"/>
            </a:xfrm>
            <a:prstGeom prst="rect">
              <a:avLst/>
            </a:prstGeom>
            <a:solidFill>
              <a:srgbClr val="070154"/>
            </a:solidFill>
            <a:ln>
              <a:noFill/>
            </a:ln>
          </p:spPr>
        </p:sp>
        <p:sp>
          <p:nvSpPr>
            <p:cNvPr id="53" name="node08.body.item-001.bullets.item-003.text"/>
            <p:cNvSpPr/>
            <p:nvPr/>
          </p:nvSpPr>
          <p:spPr>
            <a:xfrm>
              <a:off x="4686300" y="54483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Value-target summary</a:t>
              </a:r>
              <a:endParaRPr lang="en-US" sz="1200" spc="0" kern="0" b="0" i="0" dirty="0">
                <a:solidFill>
                  <a:srgbClr val="070154"/>
                </a:solidFill>
                <a:latin typeface="IBM Plex Sans"/>
                <a:ea typeface="IBM Plex Sans"/>
                <a:cs typeface="IBM Plex Sans"/>
              </a:endParaRPr>
            </a:p>
          </p:txBody>
        </p:sp>
      </p:grpSp>
      <p:grpSp>
        <p:nvGrpSpPr>
          <p:cNvPr id="86" name="node09"/>
          <p:cNvGrpSpPr/>
          <p:nvPr/>
        </p:nvGrpSpPr>
        <p:grpSpPr>
          <a:xfrm>
            <a:off x="8039100" y="1600200"/>
            <a:ext cx="3429000" cy="685800"/>
            <a:chOff x="8039100" y="1600200"/>
            <a:chExt cx="3429000" cy="685800"/>
          </a:xfrm>
        </p:grpSpPr>
        <p:sp>
          <p:nvSpPr>
            <p:cNvPr id="54" name="node09.surface"/>
            <p:cNvSpPr/>
            <p:nvPr/>
          </p:nvSpPr>
          <p:spPr>
            <a:xfrm>
              <a:off x="8039100" y="1600200"/>
              <a:ext cx="3429000" cy="685800"/>
            </a:xfrm>
            <a:custGeom>
              <a:avLst/>
              <a:gdLst/>
              <a:ahLst/>
              <a:cxnLst/>
              <a:rect l="l" t="t" r="r" b="b"/>
              <a:pathLst>
                <a:path w="3429000" h="685800">
                  <a:moveTo>
                    <a:pt x="0" y="0"/>
                  </a:moveTo>
                  <a:lnTo>
                    <a:pt x="3200400" y="0"/>
                  </a:lnTo>
                  <a:lnTo>
                    <a:pt x="3429000" y="342900"/>
                  </a:lnTo>
                  <a:lnTo>
                    <a:pt x="3200400" y="685800"/>
                  </a:lnTo>
                  <a:lnTo>
                    <a:pt x="0" y="685800"/>
                  </a:lnTo>
                  <a:lnTo>
                    <a:pt x="228600" y="342900"/>
                  </a:lnTo>
                  <a:close/>
                </a:path>
              </a:pathLst>
            </a:custGeom>
            <a:solidFill>
              <a:srgbClr val="070154"/>
            </a:solidFill>
            <a:ln>
              <a:noFill/>
            </a:ln>
          </p:spPr>
        </p:sp>
        <p:sp>
          <p:nvSpPr>
            <p:cNvPr id="55" name="node09.text"/>
            <p:cNvSpPr/>
            <p:nvPr/>
          </p:nvSpPr>
          <p:spPr>
            <a:xfrm>
              <a:off x="8420100" y="1790700"/>
              <a:ext cx="2743200" cy="304800"/>
            </a:xfrm>
            <a:prstGeom prst="rect">
              <a:avLst/>
            </a:prstGeom>
            <a:noFill/>
            <a:ln/>
          </p:spPr>
          <p:txBody>
            <a:bodyPr wrap="square" lIns="0" tIns="0" rIns="0" bIns="0" rtlCol="0" anchor="t"/>
            <a:lstStyle/>
            <a:p>
              <a:pPr algn="ctr" indent="0" marL="0">
                <a:lnSpc>
                  <a:spcPts val="2400"/>
                </a:lnSpc>
                <a:buNone/>
              </a:pPr>
              <a:r>
                <a:rPr lang="en-US" sz="1800" spc="-18" kern="0" b="0" i="0" dirty="0">
                  <a:solidFill>
                    <a:srgbClr val="FFFFFF"/>
                  </a:solidFill>
                  <a:latin typeface="IBM Plex Sans SemiBold"/>
                  <a:ea typeface="IBM Plex Sans SemiBold"/>
                  <a:cs typeface="IBM Plex Sans SemiBold"/>
                </a:rPr>
                <a:t>Phase 3 · Roadmap</a:t>
              </a:r>
              <a:endParaRPr lang="en-US" sz="1800" spc="-18" kern="0" b="0" i="0" dirty="0">
                <a:solidFill>
                  <a:srgbClr val="FFFFFF"/>
                </a:solidFill>
                <a:latin typeface="IBM Plex Sans SemiBold"/>
                <a:ea typeface="IBM Plex Sans SemiBold"/>
                <a:cs typeface="IBM Plex Sans SemiBold"/>
              </a:endParaRPr>
            </a:p>
          </p:txBody>
        </p:sp>
      </p:grpSp>
      <p:grpSp>
        <p:nvGrpSpPr>
          <p:cNvPr id="87" name="node10"/>
          <p:cNvGrpSpPr/>
          <p:nvPr/>
        </p:nvGrpSpPr>
        <p:grpSpPr>
          <a:xfrm>
            <a:off x="8039100" y="2286000"/>
            <a:ext cx="3429000" cy="457200"/>
            <a:chOff x="8039100" y="2286000"/>
            <a:chExt cx="3429000" cy="457200"/>
          </a:xfrm>
        </p:grpSpPr>
        <p:sp>
          <p:nvSpPr>
            <p:cNvPr id="56" name="node10.surface"/>
            <p:cNvSpPr/>
            <p:nvPr/>
          </p:nvSpPr>
          <p:spPr>
            <a:xfrm>
              <a:off x="8039100" y="2286000"/>
              <a:ext cx="3429000" cy="457200"/>
            </a:xfrm>
            <a:prstGeom prst="rect">
              <a:avLst/>
            </a:prstGeom>
            <a:solidFill>
              <a:srgbClr val="CED7E6"/>
            </a:solidFill>
            <a:ln>
              <a:noFill/>
            </a:ln>
          </p:spPr>
        </p:sp>
        <p:sp>
          <p:nvSpPr>
            <p:cNvPr id="57" name="node10.text"/>
            <p:cNvSpPr/>
            <p:nvPr/>
          </p:nvSpPr>
          <p:spPr>
            <a:xfrm>
              <a:off x="8191500" y="2400300"/>
              <a:ext cx="3124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1–2 weeks · agree the plan</a:t>
              </a:r>
              <a:endParaRPr lang="en-US" sz="1200" spc="0" kern="0" b="0" i="0" dirty="0">
                <a:solidFill>
                  <a:srgbClr val="070154"/>
                </a:solidFill>
                <a:latin typeface="IBM Plex Sans"/>
                <a:ea typeface="IBM Plex Sans"/>
                <a:cs typeface="IBM Plex Sans"/>
              </a:endParaRPr>
            </a:p>
          </p:txBody>
        </p:sp>
      </p:grpSp>
      <p:grpSp>
        <p:nvGrpSpPr>
          <p:cNvPr id="88" name="node11"/>
          <p:cNvGrpSpPr/>
          <p:nvPr/>
        </p:nvGrpSpPr>
        <p:grpSpPr>
          <a:xfrm>
            <a:off x="8039100" y="2743200"/>
            <a:ext cx="3429000" cy="1828800"/>
            <a:chOff x="8039100" y="2743200"/>
            <a:chExt cx="3429000" cy="1828800"/>
          </a:xfrm>
        </p:grpSpPr>
        <p:sp>
          <p:nvSpPr>
            <p:cNvPr id="58" name="node11.container"/>
            <p:cNvSpPr/>
            <p:nvPr/>
          </p:nvSpPr>
          <p:spPr>
            <a:xfrm>
              <a:off x="8039100" y="2743200"/>
              <a:ext cx="3429000" cy="1828800"/>
            </a:xfrm>
            <a:prstGeom prst="rect">
              <a:avLst/>
            </a:prstGeom>
            <a:solidFill>
              <a:srgbClr val="E8EEF8"/>
            </a:solidFill>
            <a:ln>
              <a:noFill/>
            </a:ln>
          </p:spPr>
        </p:sp>
        <p:sp>
          <p:nvSpPr>
            <p:cNvPr id="59" name="node11.label"/>
            <p:cNvSpPr/>
            <p:nvPr/>
          </p:nvSpPr>
          <p:spPr>
            <a:xfrm>
              <a:off x="8191500" y="2895600"/>
              <a:ext cx="3124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ACTIVITIES</a:t>
              </a:r>
              <a:endParaRPr lang="en-US" sz="900" spc="54" kern="0" b="0" i="0" dirty="0">
                <a:solidFill>
                  <a:srgbClr val="0047FF"/>
                </a:solidFill>
                <a:latin typeface="IBM Plex Mono Medium"/>
                <a:ea typeface="IBM Plex Mono Medium"/>
                <a:cs typeface="IBM Plex Mono Medium"/>
              </a:endParaRPr>
            </a:p>
          </p:txBody>
        </p:sp>
        <p:sp>
          <p:nvSpPr>
            <p:cNvPr id="60" name="node11.body.item-001.bullets.item-001.marker"/>
            <p:cNvSpPr/>
            <p:nvPr/>
          </p:nvSpPr>
          <p:spPr>
            <a:xfrm>
              <a:off x="8191500" y="3175000"/>
              <a:ext cx="38100" cy="38100"/>
            </a:xfrm>
            <a:prstGeom prst="rect">
              <a:avLst/>
            </a:prstGeom>
            <a:solidFill>
              <a:srgbClr val="070154"/>
            </a:solidFill>
            <a:ln>
              <a:noFill/>
            </a:ln>
          </p:spPr>
        </p:sp>
        <p:sp>
          <p:nvSpPr>
            <p:cNvPr id="61" name="node11.body.item-001.bullets.item-001.text"/>
            <p:cNvSpPr/>
            <p:nvPr/>
          </p:nvSpPr>
          <p:spPr>
            <a:xfrm>
              <a:off x="8343900" y="30861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Facilitate a trade-off workshop</a:t>
              </a:r>
              <a:endParaRPr lang="en-US" sz="1200" spc="0" kern="0" b="0" i="0" dirty="0">
                <a:solidFill>
                  <a:srgbClr val="070154"/>
                </a:solidFill>
                <a:latin typeface="IBM Plex Sans"/>
                <a:ea typeface="IBM Plex Sans"/>
                <a:cs typeface="IBM Plex Sans"/>
              </a:endParaRPr>
            </a:p>
          </p:txBody>
        </p:sp>
        <p:sp>
          <p:nvSpPr>
            <p:cNvPr id="62" name="node11.body.item-001.bullets.item-002.marker"/>
            <p:cNvSpPr/>
            <p:nvPr/>
          </p:nvSpPr>
          <p:spPr>
            <a:xfrm>
              <a:off x="8191500" y="3441700"/>
              <a:ext cx="38100" cy="38100"/>
            </a:xfrm>
            <a:prstGeom prst="rect">
              <a:avLst/>
            </a:prstGeom>
            <a:solidFill>
              <a:srgbClr val="070154"/>
            </a:solidFill>
            <a:ln>
              <a:noFill/>
            </a:ln>
          </p:spPr>
        </p:sp>
        <p:sp>
          <p:nvSpPr>
            <p:cNvPr id="63" name="node11.body.item-001.bullets.item-002.text"/>
            <p:cNvSpPr/>
            <p:nvPr/>
          </p:nvSpPr>
          <p:spPr>
            <a:xfrm>
              <a:off x="8343900" y="33528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Build the integrated roadmap</a:t>
              </a:r>
              <a:endParaRPr lang="en-US" sz="1200" spc="0" kern="0" b="0" i="0" dirty="0">
                <a:solidFill>
                  <a:srgbClr val="070154"/>
                </a:solidFill>
                <a:latin typeface="IBM Plex Sans"/>
                <a:ea typeface="IBM Plex Sans"/>
                <a:cs typeface="IBM Plex Sans"/>
              </a:endParaRPr>
            </a:p>
          </p:txBody>
        </p:sp>
        <p:sp>
          <p:nvSpPr>
            <p:cNvPr id="64" name="node11.body.item-001.bullets.item-003.marker"/>
            <p:cNvSpPr/>
            <p:nvPr/>
          </p:nvSpPr>
          <p:spPr>
            <a:xfrm>
              <a:off x="8191500" y="3708400"/>
              <a:ext cx="38100" cy="38100"/>
            </a:xfrm>
            <a:prstGeom prst="rect">
              <a:avLst/>
            </a:prstGeom>
            <a:solidFill>
              <a:srgbClr val="070154"/>
            </a:solidFill>
            <a:ln>
              <a:noFill/>
            </a:ln>
          </p:spPr>
        </p:sp>
        <p:sp>
          <p:nvSpPr>
            <p:cNvPr id="65" name="node11.body.item-001.bullets.item-003.text"/>
            <p:cNvSpPr/>
            <p:nvPr/>
          </p:nvSpPr>
          <p:spPr>
            <a:xfrm>
              <a:off x="8343900" y="36195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Sequence initiatives by value</a:t>
              </a:r>
              <a:endParaRPr lang="en-US" sz="1200" spc="0" kern="0" b="0" i="0" dirty="0">
                <a:solidFill>
                  <a:srgbClr val="070154"/>
                </a:solidFill>
                <a:latin typeface="IBM Plex Sans"/>
                <a:ea typeface="IBM Plex Sans"/>
                <a:cs typeface="IBM Plex Sans"/>
              </a:endParaRPr>
            </a:p>
          </p:txBody>
        </p:sp>
        <p:sp>
          <p:nvSpPr>
            <p:cNvPr id="66" name="node11.body.item-001.bullets.item-004.marker"/>
            <p:cNvSpPr/>
            <p:nvPr/>
          </p:nvSpPr>
          <p:spPr>
            <a:xfrm>
              <a:off x="8191500" y="3975100"/>
              <a:ext cx="38100" cy="38100"/>
            </a:xfrm>
            <a:prstGeom prst="rect">
              <a:avLst/>
            </a:prstGeom>
            <a:solidFill>
              <a:srgbClr val="070154"/>
            </a:solidFill>
            <a:ln>
              <a:noFill/>
            </a:ln>
          </p:spPr>
        </p:sp>
        <p:sp>
          <p:nvSpPr>
            <p:cNvPr id="67" name="node11.body.item-001.bullets.item-004.text"/>
            <p:cNvSpPr/>
            <p:nvPr/>
          </p:nvSpPr>
          <p:spPr>
            <a:xfrm>
              <a:off x="8343900" y="38862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Name owners and dependencies</a:t>
              </a:r>
              <a:endParaRPr lang="en-US" sz="1200" spc="0" kern="0" b="0" i="0" dirty="0">
                <a:solidFill>
                  <a:srgbClr val="070154"/>
                </a:solidFill>
                <a:latin typeface="IBM Plex Sans"/>
                <a:ea typeface="IBM Plex Sans"/>
                <a:cs typeface="IBM Plex Sans"/>
              </a:endParaRPr>
            </a:p>
          </p:txBody>
        </p:sp>
        <p:sp>
          <p:nvSpPr>
            <p:cNvPr id="68" name="node11.body.item-001.bullets.item-005.marker"/>
            <p:cNvSpPr/>
            <p:nvPr/>
          </p:nvSpPr>
          <p:spPr>
            <a:xfrm>
              <a:off x="8191500" y="4241800"/>
              <a:ext cx="38100" cy="38100"/>
            </a:xfrm>
            <a:prstGeom prst="rect">
              <a:avLst/>
            </a:prstGeom>
            <a:solidFill>
              <a:srgbClr val="070154"/>
            </a:solidFill>
            <a:ln>
              <a:noFill/>
            </a:ln>
          </p:spPr>
        </p:sp>
        <p:sp>
          <p:nvSpPr>
            <p:cNvPr id="69" name="node11.body.item-001.bullets.item-005.text"/>
            <p:cNvSpPr/>
            <p:nvPr/>
          </p:nvSpPr>
          <p:spPr>
            <a:xfrm>
              <a:off x="8343900" y="41529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Read out the priorities</a:t>
              </a:r>
              <a:endParaRPr lang="en-US" sz="1200" spc="0" kern="0" b="0" i="0" dirty="0">
                <a:solidFill>
                  <a:srgbClr val="070154"/>
                </a:solidFill>
                <a:latin typeface="IBM Plex Sans"/>
                <a:ea typeface="IBM Plex Sans"/>
                <a:cs typeface="IBM Plex Sans"/>
              </a:endParaRPr>
            </a:p>
          </p:txBody>
        </p:sp>
      </p:grpSp>
      <p:grpSp>
        <p:nvGrpSpPr>
          <p:cNvPr id="89" name="node12"/>
          <p:cNvGrpSpPr/>
          <p:nvPr/>
        </p:nvGrpSpPr>
        <p:grpSpPr>
          <a:xfrm>
            <a:off x="8039100" y="4572000"/>
            <a:ext cx="3429000" cy="1371600"/>
            <a:chOff x="8039100" y="4572000"/>
            <a:chExt cx="3429000" cy="1371600"/>
          </a:xfrm>
        </p:grpSpPr>
        <p:sp>
          <p:nvSpPr>
            <p:cNvPr id="70" name="node12.container"/>
            <p:cNvSpPr/>
            <p:nvPr/>
          </p:nvSpPr>
          <p:spPr>
            <a:xfrm>
              <a:off x="8045450" y="4578350"/>
              <a:ext cx="3416300" cy="1358900"/>
            </a:xfrm>
            <a:prstGeom prst="rect">
              <a:avLst/>
            </a:prstGeom>
            <a:solidFill>
              <a:srgbClr val="FFFFFF"/>
            </a:solidFill>
            <a:ln w="12700">
              <a:solidFill>
                <a:srgbClr val="CED7E6"/>
              </a:solidFill>
              <a:prstDash val="solid"/>
            </a:ln>
          </p:spPr>
        </p:sp>
        <p:sp>
          <p:nvSpPr>
            <p:cNvPr id="71" name="node12.label"/>
            <p:cNvSpPr/>
            <p:nvPr/>
          </p:nvSpPr>
          <p:spPr>
            <a:xfrm>
              <a:off x="8191500" y="4724400"/>
              <a:ext cx="3124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DELIVERABLES</a:t>
              </a:r>
              <a:endParaRPr lang="en-US" sz="900" spc="54" kern="0" b="0" i="0" dirty="0">
                <a:solidFill>
                  <a:srgbClr val="0047FF"/>
                </a:solidFill>
                <a:latin typeface="IBM Plex Mono Medium"/>
                <a:ea typeface="IBM Plex Mono Medium"/>
                <a:cs typeface="IBM Plex Mono Medium"/>
              </a:endParaRPr>
            </a:p>
          </p:txBody>
        </p:sp>
        <p:sp>
          <p:nvSpPr>
            <p:cNvPr id="72" name="node12.body.item-001.bullets.item-001.marker"/>
            <p:cNvSpPr/>
            <p:nvPr/>
          </p:nvSpPr>
          <p:spPr>
            <a:xfrm>
              <a:off x="8191500" y="5003800"/>
              <a:ext cx="38100" cy="38100"/>
            </a:xfrm>
            <a:prstGeom prst="rect">
              <a:avLst/>
            </a:prstGeom>
            <a:solidFill>
              <a:srgbClr val="070154"/>
            </a:solidFill>
            <a:ln>
              <a:noFill/>
            </a:ln>
          </p:spPr>
        </p:sp>
        <p:sp>
          <p:nvSpPr>
            <p:cNvPr id="73" name="node12.body.item-001.bullets.item-001.text"/>
            <p:cNvSpPr/>
            <p:nvPr/>
          </p:nvSpPr>
          <p:spPr>
            <a:xfrm>
              <a:off x="8343900" y="49149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Value-creation roadmap</a:t>
              </a:r>
              <a:endParaRPr lang="en-US" sz="1200" spc="0" kern="0" b="0" i="0" dirty="0">
                <a:solidFill>
                  <a:srgbClr val="070154"/>
                </a:solidFill>
                <a:latin typeface="IBM Plex Sans"/>
                <a:ea typeface="IBM Plex Sans"/>
                <a:cs typeface="IBM Plex Sans"/>
              </a:endParaRPr>
            </a:p>
          </p:txBody>
        </p:sp>
        <p:sp>
          <p:nvSpPr>
            <p:cNvPr id="74" name="node12.body.item-001.bullets.item-002.marker"/>
            <p:cNvSpPr/>
            <p:nvPr/>
          </p:nvSpPr>
          <p:spPr>
            <a:xfrm>
              <a:off x="8191500" y="5270500"/>
              <a:ext cx="38100" cy="38100"/>
            </a:xfrm>
            <a:prstGeom prst="rect">
              <a:avLst/>
            </a:prstGeom>
            <a:solidFill>
              <a:srgbClr val="070154"/>
            </a:solidFill>
            <a:ln>
              <a:noFill/>
            </a:ln>
          </p:spPr>
        </p:sp>
        <p:sp>
          <p:nvSpPr>
            <p:cNvPr id="75" name="node12.body.item-001.bullets.item-002.text"/>
            <p:cNvSpPr/>
            <p:nvPr/>
          </p:nvSpPr>
          <p:spPr>
            <a:xfrm>
              <a:off x="8343900" y="51816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Initiative owner register</a:t>
              </a:r>
              <a:endParaRPr lang="en-US" sz="1200" spc="0" kern="0" b="0" i="0" dirty="0">
                <a:solidFill>
                  <a:srgbClr val="070154"/>
                </a:solidFill>
                <a:latin typeface="IBM Plex Sans"/>
                <a:ea typeface="IBM Plex Sans"/>
                <a:cs typeface="IBM Plex Sans"/>
              </a:endParaRPr>
            </a:p>
          </p:txBody>
        </p:sp>
        <p:sp>
          <p:nvSpPr>
            <p:cNvPr id="76" name="node12.body.item-001.bullets.item-003.marker"/>
            <p:cNvSpPr/>
            <p:nvPr/>
          </p:nvSpPr>
          <p:spPr>
            <a:xfrm>
              <a:off x="8191500" y="5537200"/>
              <a:ext cx="38100" cy="38100"/>
            </a:xfrm>
            <a:prstGeom prst="rect">
              <a:avLst/>
            </a:prstGeom>
            <a:solidFill>
              <a:srgbClr val="070154"/>
            </a:solidFill>
            <a:ln>
              <a:noFill/>
            </a:ln>
          </p:spPr>
        </p:sp>
        <p:sp>
          <p:nvSpPr>
            <p:cNvPr id="77" name="node12.body.item-001.bullets.item-003.text"/>
            <p:cNvSpPr/>
            <p:nvPr/>
          </p:nvSpPr>
          <p:spPr>
            <a:xfrm>
              <a:off x="8343900" y="54483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Executive readout deck</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ource-365">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OUR APPROACH</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AI-powered modernization compresses time and risk</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119</a:t>
            </a:fld>
            <a:endParaRPr lang="en-US" sz="700" spc="0" kern="0" b="0" i="0" dirty="0">
              <a:solidFill>
                <a:srgbClr val="070154"/>
              </a:solidFill>
              <a:latin typeface="IBM Plex Mono SemiBold"/>
              <a:ea typeface="IBM Plex Mono SemiBold"/>
              <a:cs typeface="IBM Plex Mono SemiBold"/>
            </a:endParaRPr>
          </a:p>
        </p:txBody>
      </p:sp>
      <p:grpSp>
        <p:nvGrpSpPr>
          <p:cNvPr id="59" name="node01"/>
          <p:cNvGrpSpPr/>
          <p:nvPr/>
        </p:nvGrpSpPr>
        <p:grpSpPr>
          <a:xfrm>
            <a:off x="723900" y="1600200"/>
            <a:ext cx="2514600" cy="2286000"/>
            <a:chOff x="723900" y="1600200"/>
            <a:chExt cx="2514600" cy="2286000"/>
          </a:xfrm>
        </p:grpSpPr>
        <p:sp>
          <p:nvSpPr>
            <p:cNvPr id="6" name="node01.container"/>
            <p:cNvSpPr/>
            <p:nvPr/>
          </p:nvSpPr>
          <p:spPr>
            <a:xfrm>
              <a:off x="723900" y="1600200"/>
              <a:ext cx="2514600" cy="2286000"/>
            </a:xfrm>
            <a:prstGeom prst="rect">
              <a:avLst/>
            </a:prstGeom>
            <a:solidFill>
              <a:srgbClr val="E8EEF8"/>
            </a:solidFill>
            <a:ln>
              <a:noFill/>
            </a:ln>
          </p:spPr>
        </p:sp>
        <p:grpSp>
          <p:nvGrpSpPr>
            <p:cNvPr id="58" name="node01.icon"/>
            <p:cNvGrpSpPr/>
            <p:nvPr/>
          </p:nvGrpSpPr>
          <p:grpSpPr>
            <a:xfrm>
              <a:off x="876300" y="1752600"/>
              <a:ext cx="457200" cy="457200"/>
              <a:chOff x="876300" y="1752600"/>
              <a:chExt cx="457200" cy="457200"/>
            </a:xfrm>
          </p:grpSpPr>
          <p:pic>
            <p:nvPicPr>
              <p:cNvPr id="7" name="node01.icon.image" descr="icon/target-arrow/navy; canonical SHA256=d7be3489d4c720d338cad319f07d0f5d4613e221b5ae04fe7e8f497c9849348f">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76300" y="1752600"/>
                <a:ext cx="457200" cy="457200"/>
              </a:xfrm>
              <a:prstGeom prst="rect">
                <a:avLst/>
              </a:prstGeom>
            </p:spPr>
          </p:pic>
        </p:grpSp>
        <p:sp>
          <p:nvSpPr>
            <p:cNvPr id="8" name="node01.title"/>
            <p:cNvSpPr/>
            <p:nvPr/>
          </p:nvSpPr>
          <p:spPr>
            <a:xfrm>
              <a:off x="1485900" y="1752600"/>
              <a:ext cx="16002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047FF"/>
                  </a:solidFill>
                  <a:latin typeface="IBM Plex Sans SemiBold"/>
                  <a:ea typeface="IBM Plex Sans SemiBold"/>
                  <a:cs typeface="IBM Plex Sans SemiBold"/>
                </a:rPr>
                <a:t>Value first</a:t>
              </a:r>
              <a:endParaRPr lang="en-US" sz="1800" spc="-18" kern="0" b="0" i="0" dirty="0">
                <a:solidFill>
                  <a:srgbClr val="0047FF"/>
                </a:solidFill>
                <a:latin typeface="IBM Plex Sans SemiBold"/>
                <a:ea typeface="IBM Plex Sans SemiBold"/>
                <a:cs typeface="IBM Plex Sans SemiBold"/>
              </a:endParaRPr>
            </a:p>
          </p:txBody>
        </p:sp>
        <p:sp>
          <p:nvSpPr>
            <p:cNvPr id="9" name="node01.body.item-001.bullets.item-001.marker"/>
            <p:cNvSpPr/>
            <p:nvPr/>
          </p:nvSpPr>
          <p:spPr>
            <a:xfrm>
              <a:off x="876300" y="2413000"/>
              <a:ext cx="38100" cy="38100"/>
            </a:xfrm>
            <a:prstGeom prst="rect">
              <a:avLst/>
            </a:prstGeom>
            <a:solidFill>
              <a:srgbClr val="070154"/>
            </a:solidFill>
            <a:ln>
              <a:noFill/>
            </a:ln>
          </p:spPr>
        </p:sp>
        <p:sp>
          <p:nvSpPr>
            <p:cNvPr id="10" name="node01.body.item-001.bullets.item-001.text"/>
            <p:cNvSpPr/>
            <p:nvPr/>
          </p:nvSpPr>
          <p:spPr>
            <a:xfrm>
              <a:off x="1028700" y="2324100"/>
              <a:ext cx="20574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We rank work by business value, not technical elegance.</a:t>
              </a:r>
              <a:endParaRPr lang="en-US" sz="1200" spc="0" kern="0" b="0" i="0" dirty="0">
                <a:solidFill>
                  <a:srgbClr val="070154"/>
                </a:solidFill>
                <a:latin typeface="IBM Plex Sans"/>
                <a:ea typeface="IBM Plex Sans"/>
                <a:cs typeface="IBM Plex Sans"/>
              </a:endParaRPr>
            </a:p>
          </p:txBody>
        </p:sp>
        <p:sp>
          <p:nvSpPr>
            <p:cNvPr id="11" name="node01.body.item-001.bullets.item-002.marker"/>
            <p:cNvSpPr/>
            <p:nvPr/>
          </p:nvSpPr>
          <p:spPr>
            <a:xfrm>
              <a:off x="876300" y="2908300"/>
              <a:ext cx="38100" cy="38100"/>
            </a:xfrm>
            <a:prstGeom prst="rect">
              <a:avLst/>
            </a:prstGeom>
            <a:solidFill>
              <a:srgbClr val="070154"/>
            </a:solidFill>
            <a:ln>
              <a:noFill/>
            </a:ln>
          </p:spPr>
        </p:sp>
        <p:sp>
          <p:nvSpPr>
            <p:cNvPr id="12" name="node01.body.item-001.bullets.item-002.text"/>
            <p:cNvSpPr/>
            <p:nvPr/>
          </p:nvSpPr>
          <p:spPr>
            <a:xfrm>
              <a:off x="1028700" y="2819400"/>
              <a:ext cx="20574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Every decision weighs complexity.</a:t>
              </a:r>
              <a:endParaRPr lang="en-US" sz="1200" spc="0" kern="0" b="0" i="0" dirty="0">
                <a:solidFill>
                  <a:srgbClr val="070154"/>
                </a:solidFill>
                <a:latin typeface="IBM Plex Sans"/>
                <a:ea typeface="IBM Plex Sans"/>
                <a:cs typeface="IBM Plex Sans"/>
              </a:endParaRPr>
            </a:p>
          </p:txBody>
        </p:sp>
        <p:sp>
          <p:nvSpPr>
            <p:cNvPr id="13" name="node01.body.item-001.bullets.item-003.marker"/>
            <p:cNvSpPr/>
            <p:nvPr/>
          </p:nvSpPr>
          <p:spPr>
            <a:xfrm>
              <a:off x="876300" y="3403600"/>
              <a:ext cx="38100" cy="38100"/>
            </a:xfrm>
            <a:prstGeom prst="rect">
              <a:avLst/>
            </a:prstGeom>
            <a:solidFill>
              <a:srgbClr val="070154"/>
            </a:solidFill>
            <a:ln>
              <a:noFill/>
            </a:ln>
          </p:spPr>
        </p:sp>
        <p:sp>
          <p:nvSpPr>
            <p:cNvPr id="14" name="node01.body.item-001.bullets.item-003.text"/>
            <p:cNvSpPr/>
            <p:nvPr/>
          </p:nvSpPr>
          <p:spPr>
            <a:xfrm>
              <a:off x="1028700" y="3314700"/>
              <a:ext cx="2057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Return comes first.</a:t>
              </a:r>
              <a:endParaRPr lang="en-US" sz="1200" spc="0" kern="0" b="0" i="0" dirty="0">
                <a:solidFill>
                  <a:srgbClr val="070154"/>
                </a:solidFill>
                <a:latin typeface="IBM Plex Sans"/>
                <a:ea typeface="IBM Plex Sans"/>
                <a:cs typeface="IBM Plex Sans"/>
              </a:endParaRPr>
            </a:p>
          </p:txBody>
        </p:sp>
      </p:grpSp>
      <p:grpSp>
        <p:nvGrpSpPr>
          <p:cNvPr id="60" name="node02"/>
          <p:cNvGrpSpPr/>
          <p:nvPr/>
        </p:nvGrpSpPr>
        <p:grpSpPr>
          <a:xfrm>
            <a:off x="1638300" y="4114800"/>
            <a:ext cx="1600200" cy="1828800"/>
            <a:chOff x="1638300" y="4114800"/>
            <a:chExt cx="1600200" cy="1828800"/>
          </a:xfrm>
        </p:grpSpPr>
        <p:sp>
          <p:nvSpPr>
            <p:cNvPr id="15" name="node02.surface"/>
            <p:cNvSpPr/>
            <p:nvPr/>
          </p:nvSpPr>
          <p:spPr>
            <a:xfrm>
              <a:off x="1638300" y="4114800"/>
              <a:ext cx="1600200" cy="1828800"/>
            </a:xfrm>
            <a:prstGeom prst="rect">
              <a:avLst/>
            </a:prstGeom>
            <a:solidFill>
              <a:srgbClr val="070154"/>
            </a:solidFill>
            <a:ln>
              <a:noFill/>
            </a:ln>
          </p:spPr>
        </p:sp>
      </p:grpSp>
      <p:grpSp>
        <p:nvGrpSpPr>
          <p:cNvPr id="61" name="node03"/>
          <p:cNvGrpSpPr/>
          <p:nvPr/>
        </p:nvGrpSpPr>
        <p:grpSpPr>
          <a:xfrm>
            <a:off x="1790700" y="4267200"/>
            <a:ext cx="1295400" cy="152400"/>
            <a:chOff x="1790700" y="4267200"/>
            <a:chExt cx="1295400" cy="152400"/>
          </a:xfrm>
        </p:grpSpPr>
        <p:sp>
          <p:nvSpPr>
            <p:cNvPr id="16" name="node03.text"/>
            <p:cNvSpPr/>
            <p:nvPr/>
          </p:nvSpPr>
          <p:spPr>
            <a:xfrm>
              <a:off x="1790700" y="4267200"/>
              <a:ext cx="12954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900D3"/>
                  </a:solidFill>
                  <a:latin typeface="IBM Plex Mono Medium"/>
                  <a:ea typeface="IBM Plex Mono Medium"/>
                  <a:cs typeface="IBM Plex Mono Medium"/>
                </a:rPr>
                <a:t>WHY THIS MATTERS</a:t>
              </a:r>
              <a:endParaRPr lang="en-US" sz="900" spc="54" kern="0" b="0" i="0" dirty="0">
                <a:solidFill>
                  <a:srgbClr val="F900D3"/>
                </a:solidFill>
                <a:latin typeface="IBM Plex Mono Medium"/>
                <a:ea typeface="IBM Plex Mono Medium"/>
                <a:cs typeface="IBM Plex Mono Medium"/>
              </a:endParaRPr>
            </a:p>
          </p:txBody>
        </p:sp>
      </p:grpSp>
      <p:grpSp>
        <p:nvGrpSpPr>
          <p:cNvPr id="62" name="node04"/>
          <p:cNvGrpSpPr/>
          <p:nvPr/>
        </p:nvGrpSpPr>
        <p:grpSpPr>
          <a:xfrm>
            <a:off x="1790700" y="4495800"/>
            <a:ext cx="1295400" cy="914400"/>
            <a:chOff x="1790700" y="4495800"/>
            <a:chExt cx="1295400" cy="914400"/>
          </a:xfrm>
        </p:grpSpPr>
        <p:sp>
          <p:nvSpPr>
            <p:cNvPr id="17" name="node04.text"/>
            <p:cNvSpPr/>
            <p:nvPr/>
          </p:nvSpPr>
          <p:spPr>
            <a:xfrm>
              <a:off x="1790700" y="4495800"/>
              <a:ext cx="1295400" cy="9144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Effort goes where return is highest, so promised value actually lands.</a:t>
              </a:r>
              <a:endParaRPr lang="en-US" sz="1200" spc="0" kern="0" b="0" i="0" dirty="0">
                <a:solidFill>
                  <a:srgbClr val="FFFFFF"/>
                </a:solidFill>
                <a:latin typeface="IBM Plex Sans"/>
                <a:ea typeface="IBM Plex Sans"/>
                <a:cs typeface="IBM Plex Sans"/>
              </a:endParaRPr>
            </a:p>
          </p:txBody>
        </p:sp>
      </p:grpSp>
      <p:grpSp>
        <p:nvGrpSpPr>
          <p:cNvPr id="64" name="node05"/>
          <p:cNvGrpSpPr/>
          <p:nvPr/>
        </p:nvGrpSpPr>
        <p:grpSpPr>
          <a:xfrm>
            <a:off x="3467100" y="1600200"/>
            <a:ext cx="2514600" cy="2286000"/>
            <a:chOff x="3467100" y="1600200"/>
            <a:chExt cx="2514600" cy="2286000"/>
          </a:xfrm>
        </p:grpSpPr>
        <p:sp>
          <p:nvSpPr>
            <p:cNvPr id="18" name="node05.container"/>
            <p:cNvSpPr/>
            <p:nvPr/>
          </p:nvSpPr>
          <p:spPr>
            <a:xfrm>
              <a:off x="3467100" y="1600200"/>
              <a:ext cx="2514600" cy="2286000"/>
            </a:xfrm>
            <a:prstGeom prst="rect">
              <a:avLst/>
            </a:prstGeom>
            <a:solidFill>
              <a:srgbClr val="E8EEF8"/>
            </a:solidFill>
            <a:ln>
              <a:noFill/>
            </a:ln>
          </p:spPr>
        </p:sp>
        <p:grpSp>
          <p:nvGrpSpPr>
            <p:cNvPr id="63" name="node05.icon"/>
            <p:cNvGrpSpPr/>
            <p:nvPr/>
          </p:nvGrpSpPr>
          <p:grpSpPr>
            <a:xfrm>
              <a:off x="3619500" y="1752600"/>
              <a:ext cx="457200" cy="457200"/>
              <a:chOff x="3619500" y="1752600"/>
              <a:chExt cx="457200" cy="457200"/>
            </a:xfrm>
          </p:grpSpPr>
          <p:pic>
            <p:nvPicPr>
              <p:cNvPr id="19" name="node05.icon.image" descr="icon/strategy-route/navy; canonical SHA256=763a15166fefc06f84edb42452bdf8fbb13cc97295a2599a2fc99a950f7f95d4">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619500" y="1752600"/>
                <a:ext cx="457200" cy="457200"/>
              </a:xfrm>
              <a:prstGeom prst="rect">
                <a:avLst/>
              </a:prstGeom>
            </p:spPr>
          </p:pic>
        </p:grpSp>
        <p:sp>
          <p:nvSpPr>
            <p:cNvPr id="20" name="node05.title"/>
            <p:cNvSpPr/>
            <p:nvPr/>
          </p:nvSpPr>
          <p:spPr>
            <a:xfrm>
              <a:off x="4229100" y="1752600"/>
              <a:ext cx="16002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047FF"/>
                  </a:solidFill>
                  <a:latin typeface="IBM Plex Sans SemiBold"/>
                  <a:ea typeface="IBM Plex Sans SemiBold"/>
                  <a:cs typeface="IBM Plex Sans SemiBold"/>
                </a:rPr>
                <a:t>Purpose built</a:t>
              </a:r>
              <a:endParaRPr lang="en-US" sz="1800" spc="-18" kern="0" b="0" i="0" dirty="0">
                <a:solidFill>
                  <a:srgbClr val="0047FF"/>
                </a:solidFill>
                <a:latin typeface="IBM Plex Sans SemiBold"/>
                <a:ea typeface="IBM Plex Sans SemiBold"/>
                <a:cs typeface="IBM Plex Sans SemiBold"/>
              </a:endParaRPr>
            </a:p>
          </p:txBody>
        </p:sp>
        <p:sp>
          <p:nvSpPr>
            <p:cNvPr id="21" name="node05.body.item-001.bullets.item-001.marker"/>
            <p:cNvSpPr/>
            <p:nvPr/>
          </p:nvSpPr>
          <p:spPr>
            <a:xfrm>
              <a:off x="3619500" y="2413000"/>
              <a:ext cx="38100" cy="38100"/>
            </a:xfrm>
            <a:prstGeom prst="rect">
              <a:avLst/>
            </a:prstGeom>
            <a:solidFill>
              <a:srgbClr val="070154"/>
            </a:solidFill>
            <a:ln>
              <a:noFill/>
            </a:ln>
          </p:spPr>
        </p:sp>
        <p:sp>
          <p:nvSpPr>
            <p:cNvPr id="22" name="node05.body.item-001.bullets.item-001.text"/>
            <p:cNvSpPr/>
            <p:nvPr/>
          </p:nvSpPr>
          <p:spPr>
            <a:xfrm>
              <a:off x="3771900" y="2324100"/>
              <a:ext cx="20574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We choose retain, replatform, rewrite or retire per system.</a:t>
              </a:r>
              <a:endParaRPr lang="en-US" sz="1200" spc="0" kern="0" b="0" i="0" dirty="0">
                <a:solidFill>
                  <a:srgbClr val="070154"/>
                </a:solidFill>
                <a:latin typeface="IBM Plex Sans"/>
                <a:ea typeface="IBM Plex Sans"/>
                <a:cs typeface="IBM Plex Sans"/>
              </a:endParaRPr>
            </a:p>
          </p:txBody>
        </p:sp>
        <p:sp>
          <p:nvSpPr>
            <p:cNvPr id="23" name="node05.body.item-001.bullets.item-002.marker"/>
            <p:cNvSpPr/>
            <p:nvPr/>
          </p:nvSpPr>
          <p:spPr>
            <a:xfrm>
              <a:off x="3619500" y="2908300"/>
              <a:ext cx="38100" cy="38100"/>
            </a:xfrm>
            <a:prstGeom prst="rect">
              <a:avLst/>
            </a:prstGeom>
            <a:solidFill>
              <a:srgbClr val="070154"/>
            </a:solidFill>
            <a:ln>
              <a:noFill/>
            </a:ln>
          </p:spPr>
        </p:sp>
        <p:sp>
          <p:nvSpPr>
            <p:cNvPr id="24" name="node05.body.item-001.bullets.item-002.text"/>
            <p:cNvSpPr/>
            <p:nvPr/>
          </p:nvSpPr>
          <p:spPr>
            <a:xfrm>
              <a:off x="3771900" y="2819400"/>
              <a:ext cx="20574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Stable components stay in place.</a:t>
              </a:r>
              <a:endParaRPr lang="en-US" sz="1200" spc="0" kern="0" b="0" i="0" dirty="0">
                <a:solidFill>
                  <a:srgbClr val="070154"/>
                </a:solidFill>
                <a:latin typeface="IBM Plex Sans"/>
                <a:ea typeface="IBM Plex Sans"/>
                <a:cs typeface="IBM Plex Sans"/>
              </a:endParaRPr>
            </a:p>
          </p:txBody>
        </p:sp>
        <p:sp>
          <p:nvSpPr>
            <p:cNvPr id="25" name="node05.body.item-001.bullets.item-003.marker"/>
            <p:cNvSpPr/>
            <p:nvPr/>
          </p:nvSpPr>
          <p:spPr>
            <a:xfrm>
              <a:off x="3619500" y="3403600"/>
              <a:ext cx="38100" cy="38100"/>
            </a:xfrm>
            <a:prstGeom prst="rect">
              <a:avLst/>
            </a:prstGeom>
            <a:solidFill>
              <a:srgbClr val="070154"/>
            </a:solidFill>
            <a:ln>
              <a:noFill/>
            </a:ln>
          </p:spPr>
        </p:sp>
        <p:sp>
          <p:nvSpPr>
            <p:cNvPr id="26" name="node05.body.item-001.bullets.item-003.text"/>
            <p:cNvSpPr/>
            <p:nvPr/>
          </p:nvSpPr>
          <p:spPr>
            <a:xfrm>
              <a:off x="3771900" y="3314700"/>
              <a:ext cx="2057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Nothing is rebuilt for show.</a:t>
              </a:r>
              <a:endParaRPr lang="en-US" sz="1200" spc="0" kern="0" b="0" i="0" dirty="0">
                <a:solidFill>
                  <a:srgbClr val="070154"/>
                </a:solidFill>
                <a:latin typeface="IBM Plex Sans"/>
                <a:ea typeface="IBM Plex Sans"/>
                <a:cs typeface="IBM Plex Sans"/>
              </a:endParaRPr>
            </a:p>
          </p:txBody>
        </p:sp>
      </p:grpSp>
      <p:grpSp>
        <p:nvGrpSpPr>
          <p:cNvPr id="65" name="node06"/>
          <p:cNvGrpSpPr/>
          <p:nvPr/>
        </p:nvGrpSpPr>
        <p:grpSpPr>
          <a:xfrm>
            <a:off x="4381500" y="4114800"/>
            <a:ext cx="1600200" cy="1828800"/>
            <a:chOff x="4381500" y="4114800"/>
            <a:chExt cx="1600200" cy="1828800"/>
          </a:xfrm>
        </p:grpSpPr>
        <p:sp>
          <p:nvSpPr>
            <p:cNvPr id="27" name="node06.surface"/>
            <p:cNvSpPr/>
            <p:nvPr/>
          </p:nvSpPr>
          <p:spPr>
            <a:xfrm>
              <a:off x="4381500" y="4114800"/>
              <a:ext cx="1600200" cy="1828800"/>
            </a:xfrm>
            <a:prstGeom prst="rect">
              <a:avLst/>
            </a:prstGeom>
            <a:solidFill>
              <a:srgbClr val="070154"/>
            </a:solidFill>
            <a:ln>
              <a:noFill/>
            </a:ln>
          </p:spPr>
        </p:sp>
      </p:grpSp>
      <p:grpSp>
        <p:nvGrpSpPr>
          <p:cNvPr id="66" name="node07"/>
          <p:cNvGrpSpPr/>
          <p:nvPr/>
        </p:nvGrpSpPr>
        <p:grpSpPr>
          <a:xfrm>
            <a:off x="4533900" y="4267200"/>
            <a:ext cx="1295400" cy="152400"/>
            <a:chOff x="4533900" y="4267200"/>
            <a:chExt cx="1295400" cy="152400"/>
          </a:xfrm>
        </p:grpSpPr>
        <p:sp>
          <p:nvSpPr>
            <p:cNvPr id="28" name="node07.text"/>
            <p:cNvSpPr/>
            <p:nvPr/>
          </p:nvSpPr>
          <p:spPr>
            <a:xfrm>
              <a:off x="4533900" y="4267200"/>
              <a:ext cx="12954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900D3"/>
                  </a:solidFill>
                  <a:latin typeface="IBM Plex Mono Medium"/>
                  <a:ea typeface="IBM Plex Mono Medium"/>
                  <a:cs typeface="IBM Plex Mono Medium"/>
                </a:rPr>
                <a:t>WHY THIS MATTERS</a:t>
              </a:r>
              <a:endParaRPr lang="en-US" sz="900" spc="54" kern="0" b="0" i="0" dirty="0">
                <a:solidFill>
                  <a:srgbClr val="F900D3"/>
                </a:solidFill>
                <a:latin typeface="IBM Plex Mono Medium"/>
                <a:ea typeface="IBM Plex Mono Medium"/>
                <a:cs typeface="IBM Plex Mono Medium"/>
              </a:endParaRPr>
            </a:p>
          </p:txBody>
        </p:sp>
      </p:grpSp>
      <p:grpSp>
        <p:nvGrpSpPr>
          <p:cNvPr id="67" name="node08"/>
          <p:cNvGrpSpPr/>
          <p:nvPr/>
        </p:nvGrpSpPr>
        <p:grpSpPr>
          <a:xfrm>
            <a:off x="4533900" y="4495800"/>
            <a:ext cx="1295400" cy="1371600"/>
            <a:chOff x="4533900" y="4495800"/>
            <a:chExt cx="1295400" cy="1371600"/>
          </a:xfrm>
        </p:grpSpPr>
        <p:sp>
          <p:nvSpPr>
            <p:cNvPr id="29" name="node08.text"/>
            <p:cNvSpPr/>
            <p:nvPr/>
          </p:nvSpPr>
          <p:spPr>
            <a:xfrm>
              <a:off x="4533900" y="4495800"/>
              <a:ext cx="1295400" cy="1371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We design around your portfolio, keeping what works and replacing only what drives value.</a:t>
              </a:r>
              <a:endParaRPr lang="en-US" sz="1200" spc="0" kern="0" b="0" i="0" dirty="0">
                <a:solidFill>
                  <a:srgbClr val="FFFFFF"/>
                </a:solidFill>
                <a:latin typeface="IBM Plex Sans"/>
                <a:ea typeface="IBM Plex Sans"/>
                <a:cs typeface="IBM Plex Sans"/>
              </a:endParaRPr>
            </a:p>
          </p:txBody>
        </p:sp>
      </p:grpSp>
      <p:grpSp>
        <p:nvGrpSpPr>
          <p:cNvPr id="69" name="node09"/>
          <p:cNvGrpSpPr/>
          <p:nvPr/>
        </p:nvGrpSpPr>
        <p:grpSpPr>
          <a:xfrm>
            <a:off x="6210300" y="1600200"/>
            <a:ext cx="2514600" cy="2286000"/>
            <a:chOff x="6210300" y="1600200"/>
            <a:chExt cx="2514600" cy="2286000"/>
          </a:xfrm>
        </p:grpSpPr>
        <p:sp>
          <p:nvSpPr>
            <p:cNvPr id="30" name="node09.container"/>
            <p:cNvSpPr/>
            <p:nvPr/>
          </p:nvSpPr>
          <p:spPr>
            <a:xfrm>
              <a:off x="6210300" y="1600200"/>
              <a:ext cx="2514600" cy="2286000"/>
            </a:xfrm>
            <a:prstGeom prst="rect">
              <a:avLst/>
            </a:prstGeom>
            <a:solidFill>
              <a:srgbClr val="E8EEF8"/>
            </a:solidFill>
            <a:ln>
              <a:noFill/>
            </a:ln>
          </p:spPr>
        </p:sp>
        <p:grpSp>
          <p:nvGrpSpPr>
            <p:cNvPr id="68" name="node09.icon"/>
            <p:cNvGrpSpPr/>
            <p:nvPr/>
          </p:nvGrpSpPr>
          <p:grpSpPr>
            <a:xfrm>
              <a:off x="6362700" y="1752600"/>
              <a:ext cx="457200" cy="457200"/>
              <a:chOff x="6362700" y="1752600"/>
              <a:chExt cx="457200" cy="457200"/>
            </a:xfrm>
          </p:grpSpPr>
          <p:pic>
            <p:nvPicPr>
              <p:cNvPr id="31" name="node09.icon.image" descr="icon/ai-chip-orbit/navy; canonical SHA256=14a43f66d8a5b8ac5942dde8e905dedb2ae681de3a803ebf66fb1cacc34ccd3a">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362700" y="1752600"/>
                <a:ext cx="457200" cy="457200"/>
              </a:xfrm>
              <a:prstGeom prst="rect">
                <a:avLst/>
              </a:prstGeom>
            </p:spPr>
          </p:pic>
        </p:grpSp>
        <p:sp>
          <p:nvSpPr>
            <p:cNvPr id="32" name="node09.title"/>
            <p:cNvSpPr/>
            <p:nvPr/>
          </p:nvSpPr>
          <p:spPr>
            <a:xfrm>
              <a:off x="6972300" y="1752600"/>
              <a:ext cx="16002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047FF"/>
                  </a:solidFill>
                  <a:latin typeface="IBM Plex Sans SemiBold"/>
                  <a:ea typeface="IBM Plex Sans SemiBold"/>
                  <a:cs typeface="IBM Plex Sans SemiBold"/>
                </a:rPr>
                <a:t>AI accelerated</a:t>
              </a:r>
              <a:endParaRPr lang="en-US" sz="1800" spc="-18" kern="0" b="0" i="0" dirty="0">
                <a:solidFill>
                  <a:srgbClr val="0047FF"/>
                </a:solidFill>
                <a:latin typeface="IBM Plex Sans SemiBold"/>
                <a:ea typeface="IBM Plex Sans SemiBold"/>
                <a:cs typeface="IBM Plex Sans SemiBold"/>
              </a:endParaRPr>
            </a:p>
          </p:txBody>
        </p:sp>
        <p:sp>
          <p:nvSpPr>
            <p:cNvPr id="33" name="node09.body.item-001.bullets.item-001.marker"/>
            <p:cNvSpPr/>
            <p:nvPr/>
          </p:nvSpPr>
          <p:spPr>
            <a:xfrm>
              <a:off x="6362700" y="2413000"/>
              <a:ext cx="38100" cy="38100"/>
            </a:xfrm>
            <a:prstGeom prst="rect">
              <a:avLst/>
            </a:prstGeom>
            <a:solidFill>
              <a:srgbClr val="070154"/>
            </a:solidFill>
            <a:ln>
              <a:noFill/>
            </a:ln>
          </p:spPr>
        </p:sp>
        <p:sp>
          <p:nvSpPr>
            <p:cNvPr id="34" name="node09.body.item-001.bullets.item-001.text"/>
            <p:cNvSpPr/>
            <p:nvPr/>
          </p:nvSpPr>
          <p:spPr>
            <a:xfrm>
              <a:off x="6515100" y="2324100"/>
              <a:ext cx="20574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Agents scan and map codebases at scale.</a:t>
              </a:r>
              <a:endParaRPr lang="en-US" sz="1200" spc="0" kern="0" b="0" i="0" dirty="0">
                <a:solidFill>
                  <a:srgbClr val="070154"/>
                </a:solidFill>
                <a:latin typeface="IBM Plex Sans"/>
                <a:ea typeface="IBM Plex Sans"/>
                <a:cs typeface="IBM Plex Sans"/>
              </a:endParaRPr>
            </a:p>
          </p:txBody>
        </p:sp>
        <p:sp>
          <p:nvSpPr>
            <p:cNvPr id="35" name="node09.body.item-001.bullets.item-002.marker"/>
            <p:cNvSpPr/>
            <p:nvPr/>
          </p:nvSpPr>
          <p:spPr>
            <a:xfrm>
              <a:off x="6362700" y="2908300"/>
              <a:ext cx="38100" cy="38100"/>
            </a:xfrm>
            <a:prstGeom prst="rect">
              <a:avLst/>
            </a:prstGeom>
            <a:solidFill>
              <a:srgbClr val="070154"/>
            </a:solidFill>
            <a:ln>
              <a:noFill/>
            </a:ln>
          </p:spPr>
        </p:sp>
        <p:sp>
          <p:nvSpPr>
            <p:cNvPr id="36" name="node09.body.item-001.bullets.item-002.text"/>
            <p:cNvSpPr/>
            <p:nvPr/>
          </p:nvSpPr>
          <p:spPr>
            <a:xfrm>
              <a:off x="6515100" y="2819400"/>
              <a:ext cx="20574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Evidence, planning and tooling stay connected.</a:t>
              </a:r>
              <a:endParaRPr lang="en-US" sz="1200" spc="0" kern="0" b="0" i="0" dirty="0">
                <a:solidFill>
                  <a:srgbClr val="070154"/>
                </a:solidFill>
                <a:latin typeface="IBM Plex Sans"/>
                <a:ea typeface="IBM Plex Sans"/>
                <a:cs typeface="IBM Plex Sans"/>
              </a:endParaRPr>
            </a:p>
          </p:txBody>
        </p:sp>
        <p:sp>
          <p:nvSpPr>
            <p:cNvPr id="37" name="node09.body.item-001.bullets.item-003.marker"/>
            <p:cNvSpPr/>
            <p:nvPr/>
          </p:nvSpPr>
          <p:spPr>
            <a:xfrm>
              <a:off x="6362700" y="3403600"/>
              <a:ext cx="38100" cy="38100"/>
            </a:xfrm>
            <a:prstGeom prst="rect">
              <a:avLst/>
            </a:prstGeom>
            <a:solidFill>
              <a:srgbClr val="070154"/>
            </a:solidFill>
            <a:ln>
              <a:noFill/>
            </a:ln>
          </p:spPr>
        </p:sp>
        <p:sp>
          <p:nvSpPr>
            <p:cNvPr id="38" name="node09.body.item-001.bullets.item-003.text"/>
            <p:cNvSpPr/>
            <p:nvPr/>
          </p:nvSpPr>
          <p:spPr>
            <a:xfrm>
              <a:off x="6515100" y="3314700"/>
              <a:ext cx="2057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Months of analysis take days.</a:t>
              </a:r>
              <a:endParaRPr lang="en-US" sz="1200" spc="0" kern="0" b="0" i="0" dirty="0">
                <a:solidFill>
                  <a:srgbClr val="070154"/>
                </a:solidFill>
                <a:latin typeface="IBM Plex Sans"/>
                <a:ea typeface="IBM Plex Sans"/>
                <a:cs typeface="IBM Plex Sans"/>
              </a:endParaRPr>
            </a:p>
          </p:txBody>
        </p:sp>
      </p:grpSp>
      <p:grpSp>
        <p:nvGrpSpPr>
          <p:cNvPr id="70" name="node10"/>
          <p:cNvGrpSpPr/>
          <p:nvPr/>
        </p:nvGrpSpPr>
        <p:grpSpPr>
          <a:xfrm>
            <a:off x="7124700" y="4114800"/>
            <a:ext cx="1600200" cy="1828800"/>
            <a:chOff x="7124700" y="4114800"/>
            <a:chExt cx="1600200" cy="1828800"/>
          </a:xfrm>
        </p:grpSpPr>
        <p:sp>
          <p:nvSpPr>
            <p:cNvPr id="39" name="node10.surface"/>
            <p:cNvSpPr/>
            <p:nvPr/>
          </p:nvSpPr>
          <p:spPr>
            <a:xfrm>
              <a:off x="7124700" y="4114800"/>
              <a:ext cx="1600200" cy="1828800"/>
            </a:xfrm>
            <a:prstGeom prst="rect">
              <a:avLst/>
            </a:prstGeom>
            <a:solidFill>
              <a:srgbClr val="070154"/>
            </a:solidFill>
            <a:ln>
              <a:noFill/>
            </a:ln>
          </p:spPr>
        </p:sp>
      </p:grpSp>
      <p:grpSp>
        <p:nvGrpSpPr>
          <p:cNvPr id="71" name="node11"/>
          <p:cNvGrpSpPr/>
          <p:nvPr/>
        </p:nvGrpSpPr>
        <p:grpSpPr>
          <a:xfrm>
            <a:off x="7277100" y="4267200"/>
            <a:ext cx="1295400" cy="152400"/>
            <a:chOff x="7277100" y="4267200"/>
            <a:chExt cx="1295400" cy="152400"/>
          </a:xfrm>
        </p:grpSpPr>
        <p:sp>
          <p:nvSpPr>
            <p:cNvPr id="40" name="node11.text"/>
            <p:cNvSpPr/>
            <p:nvPr/>
          </p:nvSpPr>
          <p:spPr>
            <a:xfrm>
              <a:off x="7277100" y="4267200"/>
              <a:ext cx="12954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900D3"/>
                  </a:solidFill>
                  <a:latin typeface="IBM Plex Mono Medium"/>
                  <a:ea typeface="IBM Plex Mono Medium"/>
                  <a:cs typeface="IBM Plex Mono Medium"/>
                </a:rPr>
                <a:t>WHY THIS MATTERS</a:t>
              </a:r>
              <a:endParaRPr lang="en-US" sz="900" spc="54" kern="0" b="0" i="0" dirty="0">
                <a:solidFill>
                  <a:srgbClr val="F900D3"/>
                </a:solidFill>
                <a:latin typeface="IBM Plex Mono Medium"/>
                <a:ea typeface="IBM Plex Mono Medium"/>
                <a:cs typeface="IBM Plex Mono Medium"/>
              </a:endParaRPr>
            </a:p>
          </p:txBody>
        </p:sp>
      </p:grpSp>
      <p:grpSp>
        <p:nvGrpSpPr>
          <p:cNvPr id="72" name="node12"/>
          <p:cNvGrpSpPr/>
          <p:nvPr/>
        </p:nvGrpSpPr>
        <p:grpSpPr>
          <a:xfrm>
            <a:off x="7277100" y="4495800"/>
            <a:ext cx="1295400" cy="1143000"/>
            <a:chOff x="7277100" y="4495800"/>
            <a:chExt cx="1295400" cy="1143000"/>
          </a:xfrm>
        </p:grpSpPr>
        <p:sp>
          <p:nvSpPr>
            <p:cNvPr id="41" name="node12.text"/>
            <p:cNvSpPr/>
            <p:nvPr/>
          </p:nvSpPr>
          <p:spPr>
            <a:xfrm>
              <a:off x="7277100" y="4495800"/>
              <a:ext cx="1295400" cy="11430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Analysis that takes months is done in days, with less reliance on tribal knowledge.</a:t>
              </a:r>
              <a:endParaRPr lang="en-US" sz="1200" spc="0" kern="0" b="0" i="0" dirty="0">
                <a:solidFill>
                  <a:srgbClr val="FFFFFF"/>
                </a:solidFill>
                <a:latin typeface="IBM Plex Sans"/>
                <a:ea typeface="IBM Plex Sans"/>
                <a:cs typeface="IBM Plex Sans"/>
              </a:endParaRPr>
            </a:p>
          </p:txBody>
        </p:sp>
      </p:grpSp>
      <p:grpSp>
        <p:nvGrpSpPr>
          <p:cNvPr id="74" name="node13"/>
          <p:cNvGrpSpPr/>
          <p:nvPr/>
        </p:nvGrpSpPr>
        <p:grpSpPr>
          <a:xfrm>
            <a:off x="8953500" y="1600200"/>
            <a:ext cx="2514600" cy="2286000"/>
            <a:chOff x="8953500" y="1600200"/>
            <a:chExt cx="2514600" cy="2286000"/>
          </a:xfrm>
        </p:grpSpPr>
        <p:sp>
          <p:nvSpPr>
            <p:cNvPr id="42" name="node13.container"/>
            <p:cNvSpPr/>
            <p:nvPr/>
          </p:nvSpPr>
          <p:spPr>
            <a:xfrm>
              <a:off x="8953500" y="1600200"/>
              <a:ext cx="2514600" cy="2286000"/>
            </a:xfrm>
            <a:prstGeom prst="rect">
              <a:avLst/>
            </a:prstGeom>
            <a:solidFill>
              <a:srgbClr val="E8EEF8"/>
            </a:solidFill>
            <a:ln>
              <a:noFill/>
            </a:ln>
          </p:spPr>
        </p:sp>
        <p:grpSp>
          <p:nvGrpSpPr>
            <p:cNvPr id="73" name="node13.icon"/>
            <p:cNvGrpSpPr/>
            <p:nvPr/>
          </p:nvGrpSpPr>
          <p:grpSpPr>
            <a:xfrm>
              <a:off x="9105900" y="1752600"/>
              <a:ext cx="457200" cy="457200"/>
              <a:chOff x="9105900" y="1752600"/>
              <a:chExt cx="457200" cy="457200"/>
            </a:xfrm>
          </p:grpSpPr>
          <p:pic>
            <p:nvPicPr>
              <p:cNvPr id="43" name="node13.icon.image" descr="icon/team-huddle/navy; canonical SHA256=0810b0327bab4c67b9ad5494cd579ab1166b6cab738efd10be95638de3481f2f">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105900" y="1752600"/>
                <a:ext cx="457200" cy="457200"/>
              </a:xfrm>
              <a:prstGeom prst="rect">
                <a:avLst/>
              </a:prstGeom>
            </p:spPr>
          </p:pic>
        </p:grpSp>
        <p:sp>
          <p:nvSpPr>
            <p:cNvPr id="44" name="node13.title"/>
            <p:cNvSpPr/>
            <p:nvPr/>
          </p:nvSpPr>
          <p:spPr>
            <a:xfrm>
              <a:off x="9715500" y="1752600"/>
              <a:ext cx="1600200" cy="6096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047FF"/>
                  </a:solidFill>
                  <a:latin typeface="IBM Plex Sans SemiBold"/>
                  <a:ea typeface="IBM Plex Sans SemiBold"/>
                  <a:cs typeface="IBM Plex Sans SemiBold"/>
                </a:rPr>
                <a:t>Co-build and scale</a:t>
              </a:r>
              <a:endParaRPr lang="en-US" sz="1800" spc="-18" kern="0" b="0" i="0" dirty="0">
                <a:solidFill>
                  <a:srgbClr val="0047FF"/>
                </a:solidFill>
                <a:latin typeface="IBM Plex Sans SemiBold"/>
                <a:ea typeface="IBM Plex Sans SemiBold"/>
                <a:cs typeface="IBM Plex Sans SemiBold"/>
              </a:endParaRPr>
            </a:p>
          </p:txBody>
        </p:sp>
        <p:sp>
          <p:nvSpPr>
            <p:cNvPr id="45" name="node13.body.item-001.bullets.item-001.marker"/>
            <p:cNvSpPr/>
            <p:nvPr/>
          </p:nvSpPr>
          <p:spPr>
            <a:xfrm>
              <a:off x="9105900" y="2565400"/>
              <a:ext cx="38100" cy="38100"/>
            </a:xfrm>
            <a:prstGeom prst="rect">
              <a:avLst/>
            </a:prstGeom>
            <a:solidFill>
              <a:srgbClr val="070154"/>
            </a:solidFill>
            <a:ln>
              <a:noFill/>
            </a:ln>
          </p:spPr>
        </p:sp>
        <p:sp>
          <p:nvSpPr>
            <p:cNvPr id="46" name="node13.body.item-001.bullets.item-001.text"/>
            <p:cNvSpPr/>
            <p:nvPr/>
          </p:nvSpPr>
          <p:spPr>
            <a:xfrm>
              <a:off x="9258300" y="2476500"/>
              <a:ext cx="20574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Co-sourced teams sit with your stakeholders.</a:t>
              </a:r>
              <a:endParaRPr lang="en-US" sz="1200" spc="0" kern="0" b="0" i="0" dirty="0">
                <a:solidFill>
                  <a:srgbClr val="070154"/>
                </a:solidFill>
                <a:latin typeface="IBM Plex Sans"/>
                <a:ea typeface="IBM Plex Sans"/>
                <a:cs typeface="IBM Plex Sans"/>
              </a:endParaRPr>
            </a:p>
          </p:txBody>
        </p:sp>
        <p:sp>
          <p:nvSpPr>
            <p:cNvPr id="47" name="node13.body.item-001.bullets.item-002.marker"/>
            <p:cNvSpPr/>
            <p:nvPr/>
          </p:nvSpPr>
          <p:spPr>
            <a:xfrm>
              <a:off x="9105900" y="3060700"/>
              <a:ext cx="38100" cy="38100"/>
            </a:xfrm>
            <a:prstGeom prst="rect">
              <a:avLst/>
            </a:prstGeom>
            <a:solidFill>
              <a:srgbClr val="070154"/>
            </a:solidFill>
            <a:ln>
              <a:noFill/>
            </a:ln>
          </p:spPr>
        </p:sp>
        <p:sp>
          <p:nvSpPr>
            <p:cNvPr id="48" name="node13.body.item-001.bullets.item-002.text"/>
            <p:cNvSpPr/>
            <p:nvPr/>
          </p:nvSpPr>
          <p:spPr>
            <a:xfrm>
              <a:off x="9258300" y="2971800"/>
              <a:ext cx="20574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Onshore and nearshore flex with demand.</a:t>
              </a:r>
              <a:endParaRPr lang="en-US" sz="1200" spc="0" kern="0" b="0" i="0" dirty="0">
                <a:solidFill>
                  <a:srgbClr val="070154"/>
                </a:solidFill>
                <a:latin typeface="IBM Plex Sans"/>
                <a:ea typeface="IBM Plex Sans"/>
                <a:cs typeface="IBM Plex Sans"/>
              </a:endParaRPr>
            </a:p>
          </p:txBody>
        </p:sp>
        <p:sp>
          <p:nvSpPr>
            <p:cNvPr id="49" name="node13.body.item-001.bullets.item-003.marker"/>
            <p:cNvSpPr/>
            <p:nvPr/>
          </p:nvSpPr>
          <p:spPr>
            <a:xfrm>
              <a:off x="9105900" y="3556000"/>
              <a:ext cx="38100" cy="38100"/>
            </a:xfrm>
            <a:prstGeom prst="rect">
              <a:avLst/>
            </a:prstGeom>
            <a:solidFill>
              <a:srgbClr val="070154"/>
            </a:solidFill>
            <a:ln>
              <a:noFill/>
            </a:ln>
          </p:spPr>
        </p:sp>
        <p:sp>
          <p:nvSpPr>
            <p:cNvPr id="50" name="node13.body.item-001.bullets.item-003.text"/>
            <p:cNvSpPr/>
            <p:nvPr/>
          </p:nvSpPr>
          <p:spPr>
            <a:xfrm>
              <a:off x="9258300" y="3467100"/>
              <a:ext cx="2057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Knowledge transfer is built in.</a:t>
              </a:r>
              <a:endParaRPr lang="en-US" sz="1200" spc="0" kern="0" b="0" i="0" dirty="0">
                <a:solidFill>
                  <a:srgbClr val="070154"/>
                </a:solidFill>
                <a:latin typeface="IBM Plex Sans"/>
                <a:ea typeface="IBM Plex Sans"/>
                <a:cs typeface="IBM Plex Sans"/>
              </a:endParaRPr>
            </a:p>
          </p:txBody>
        </p:sp>
      </p:grpSp>
      <p:grpSp>
        <p:nvGrpSpPr>
          <p:cNvPr id="75" name="node14"/>
          <p:cNvGrpSpPr/>
          <p:nvPr/>
        </p:nvGrpSpPr>
        <p:grpSpPr>
          <a:xfrm>
            <a:off x="9867900" y="4114800"/>
            <a:ext cx="1600200" cy="1828800"/>
            <a:chOff x="9867900" y="4114800"/>
            <a:chExt cx="1600200" cy="1828800"/>
          </a:xfrm>
        </p:grpSpPr>
        <p:sp>
          <p:nvSpPr>
            <p:cNvPr id="51" name="node14.surface"/>
            <p:cNvSpPr/>
            <p:nvPr/>
          </p:nvSpPr>
          <p:spPr>
            <a:xfrm>
              <a:off x="9867900" y="4114800"/>
              <a:ext cx="1600200" cy="1828800"/>
            </a:xfrm>
            <a:prstGeom prst="rect">
              <a:avLst/>
            </a:prstGeom>
            <a:solidFill>
              <a:srgbClr val="070154"/>
            </a:solidFill>
            <a:ln>
              <a:noFill/>
            </a:ln>
          </p:spPr>
        </p:sp>
      </p:grpSp>
      <p:grpSp>
        <p:nvGrpSpPr>
          <p:cNvPr id="76" name="node15"/>
          <p:cNvGrpSpPr/>
          <p:nvPr/>
        </p:nvGrpSpPr>
        <p:grpSpPr>
          <a:xfrm>
            <a:off x="10020300" y="4267200"/>
            <a:ext cx="1295400" cy="152400"/>
            <a:chOff x="10020300" y="4267200"/>
            <a:chExt cx="1295400" cy="152400"/>
          </a:xfrm>
        </p:grpSpPr>
        <p:sp>
          <p:nvSpPr>
            <p:cNvPr id="52" name="node15.text"/>
            <p:cNvSpPr/>
            <p:nvPr/>
          </p:nvSpPr>
          <p:spPr>
            <a:xfrm>
              <a:off x="10020300" y="4267200"/>
              <a:ext cx="12954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900D3"/>
                  </a:solidFill>
                  <a:latin typeface="IBM Plex Mono Medium"/>
                  <a:ea typeface="IBM Plex Mono Medium"/>
                  <a:cs typeface="IBM Plex Mono Medium"/>
                </a:rPr>
                <a:t>WHY THIS MATTERS</a:t>
              </a:r>
              <a:endParaRPr lang="en-US" sz="900" spc="54" kern="0" b="0" i="0" dirty="0">
                <a:solidFill>
                  <a:srgbClr val="F900D3"/>
                </a:solidFill>
                <a:latin typeface="IBM Plex Mono Medium"/>
                <a:ea typeface="IBM Plex Mono Medium"/>
                <a:cs typeface="IBM Plex Mono Medium"/>
              </a:endParaRPr>
            </a:p>
          </p:txBody>
        </p:sp>
      </p:grpSp>
      <p:grpSp>
        <p:nvGrpSpPr>
          <p:cNvPr id="77" name="node16"/>
          <p:cNvGrpSpPr/>
          <p:nvPr/>
        </p:nvGrpSpPr>
        <p:grpSpPr>
          <a:xfrm>
            <a:off x="10020300" y="4495800"/>
            <a:ext cx="1295400" cy="1371600"/>
            <a:chOff x="10020300" y="4495800"/>
            <a:chExt cx="1295400" cy="1371600"/>
          </a:xfrm>
        </p:grpSpPr>
        <p:sp>
          <p:nvSpPr>
            <p:cNvPr id="53" name="node16.text"/>
            <p:cNvSpPr/>
            <p:nvPr/>
          </p:nvSpPr>
          <p:spPr>
            <a:xfrm>
              <a:off x="10020300" y="4495800"/>
              <a:ext cx="1295400" cy="1371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You get capacity without disruption, and a team that can run the result on its own.</a:t>
              </a:r>
              <a:endParaRPr lang="en-US" sz="1200" spc="0" kern="0" b="0" i="0" dirty="0">
                <a:solidFill>
                  <a:srgbClr val="FFFFFF"/>
                </a:solidFill>
                <a:latin typeface="IBM Plex Sans"/>
                <a:ea typeface="IBM Plex Sans"/>
                <a:cs typeface="IBM Plex Sans"/>
              </a:endParaRPr>
            </a:p>
          </p:txBody>
        </p:sp>
      </p:grpSp>
      <p:grpSp>
        <p:nvGrpSpPr>
          <p:cNvPr id="78" name="node17"/>
          <p:cNvGrpSpPr/>
          <p:nvPr/>
        </p:nvGrpSpPr>
        <p:grpSpPr>
          <a:xfrm>
            <a:off x="723900" y="3911600"/>
            <a:ext cx="685800" cy="842827"/>
            <a:chOff x="723900" y="3911600"/>
            <a:chExt cx="685800" cy="842827"/>
          </a:xfrm>
        </p:grpSpPr>
        <p:pic>
          <p:nvPicPr>
            <p:cNvPr id="54" name="node17.mark" descr="arrow-right-angle; canonical SHA256=40758c6ab857749af6c80f96e495dbdf2a4d76e38bc96cc28fa877b01fcb9c03; resolved ink=070154">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23900" y="3911600"/>
              <a:ext cx="685800" cy="842827"/>
            </a:xfrm>
            <a:prstGeom prst="rect">
              <a:avLst/>
            </a:prstGeom>
          </p:spPr>
        </p:pic>
      </p:grpSp>
      <p:grpSp>
        <p:nvGrpSpPr>
          <p:cNvPr id="79" name="node18"/>
          <p:cNvGrpSpPr/>
          <p:nvPr/>
        </p:nvGrpSpPr>
        <p:grpSpPr>
          <a:xfrm>
            <a:off x="3467100" y="3911600"/>
            <a:ext cx="685800" cy="842827"/>
            <a:chOff x="3467100" y="3911600"/>
            <a:chExt cx="685800" cy="842827"/>
          </a:xfrm>
        </p:grpSpPr>
        <p:pic>
          <p:nvPicPr>
            <p:cNvPr id="55" name="node18.mark" descr="arrow-right-angle; canonical SHA256=40758c6ab857749af6c80f96e495dbdf2a4d76e38bc96cc28fa877b01fcb9c03; resolved ink=070154">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3467100" y="3911600"/>
              <a:ext cx="685800" cy="842827"/>
            </a:xfrm>
            <a:prstGeom prst="rect">
              <a:avLst/>
            </a:prstGeom>
          </p:spPr>
        </p:pic>
      </p:grpSp>
      <p:grpSp>
        <p:nvGrpSpPr>
          <p:cNvPr id="80" name="node19"/>
          <p:cNvGrpSpPr/>
          <p:nvPr/>
        </p:nvGrpSpPr>
        <p:grpSpPr>
          <a:xfrm>
            <a:off x="6210300" y="3911600"/>
            <a:ext cx="685800" cy="842827"/>
            <a:chOff x="6210300" y="3911600"/>
            <a:chExt cx="685800" cy="842827"/>
          </a:xfrm>
        </p:grpSpPr>
        <p:pic>
          <p:nvPicPr>
            <p:cNvPr id="56" name="node19.mark" descr="arrow-right-angle; canonical SHA256=40758c6ab857749af6c80f96e495dbdf2a4d76e38bc96cc28fa877b01fcb9c03; resolved ink=070154">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6210300" y="3911600"/>
              <a:ext cx="685800" cy="842827"/>
            </a:xfrm>
            <a:prstGeom prst="rect">
              <a:avLst/>
            </a:prstGeom>
          </p:spPr>
        </p:pic>
      </p:grpSp>
      <p:grpSp>
        <p:nvGrpSpPr>
          <p:cNvPr id="81" name="node20"/>
          <p:cNvGrpSpPr/>
          <p:nvPr/>
        </p:nvGrpSpPr>
        <p:grpSpPr>
          <a:xfrm>
            <a:off x="8953500" y="3911600"/>
            <a:ext cx="685800" cy="842827"/>
            <a:chOff x="8953500" y="3911600"/>
            <a:chExt cx="685800" cy="842827"/>
          </a:xfrm>
        </p:grpSpPr>
        <p:pic>
          <p:nvPicPr>
            <p:cNvPr id="57" name="node20.mark" descr="arrow-right-angle; canonical SHA256=40758c6ab857749af6c80f96e495dbdf2a4d76e38bc96cc28fa877b01fcb9c03; resolved ink=070154">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8953500" y="3911600"/>
              <a:ext cx="685800" cy="842827"/>
            </a:xfrm>
            <a:prstGeom prst="rect">
              <a:avLst/>
            </a:prstGeom>
          </p:spPr>
        </p:pic>
      </p:gr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ource-366">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OUR APPROACH</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AI-powered modernization compresses time and risk</a:t>
            </a:r>
            <a:endParaRPr lang="en-US" sz="3200" spc="-64" kern="0" b="0" i="0" dirty="0">
              <a:solidFill>
                <a:srgbClr val="070154"/>
              </a:solidFill>
              <a:latin typeface="IBM Plex Sans SemiBold"/>
              <a:ea typeface="IBM Plex Sans SemiBold"/>
              <a:cs typeface="IBM Plex Sans SemiBold"/>
            </a:endParaRPr>
          </a:p>
        </p:txBody>
      </p:sp>
      <p:sp>
        <p:nvSpPr>
          <p:cNvPr id="5" name="nav.section-01"/>
          <p:cNvSpPr/>
          <p:nvPr/>
        </p:nvSpPr>
        <p:spPr>
          <a:xfrm>
            <a:off x="266700" y="457200"/>
            <a:ext cx="228600" cy="990600"/>
          </a:xfrm>
          <a:prstGeom prst="rect">
            <a:avLst/>
          </a:prstGeom>
          <a:solidFill>
            <a:srgbClr val="E8EEF8"/>
          </a:solidFill>
          <a:ln>
            <a:noFill/>
          </a:ln>
        </p:spPr>
      </p:sp>
      <p:sp>
        <p:nvSpPr>
          <p:cNvPr id="6" name="nav.label.section-01"/>
          <p:cNvSpPr/>
          <p:nvPr/>
        </p:nvSpPr>
        <p:spPr>
          <a:xfrm>
            <a:off x="266700" y="457200"/>
            <a:ext cx="228600" cy="99060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50658E"/>
                </a:solidFill>
                <a:latin typeface="IBM Plex Mono SemiBold"/>
                <a:ea typeface="IBM Plex Mono SemiBold"/>
                <a:cs typeface="IBM Plex Mono SemiBold"/>
              </a:rPr>
              <a:t>CONTEXT</a:t>
            </a:r>
            <a:endParaRPr lang="en-US" sz="800" spc="80" kern="0" b="0" i="0" dirty="0">
              <a:solidFill>
                <a:srgbClr val="50658E"/>
              </a:solidFill>
              <a:latin typeface="IBM Plex Mono SemiBold"/>
              <a:ea typeface="IBM Plex Mono SemiBold"/>
              <a:cs typeface="IBM Plex Mono SemiBold"/>
            </a:endParaRPr>
          </a:p>
        </p:txBody>
      </p:sp>
      <p:sp>
        <p:nvSpPr>
          <p:cNvPr id="7" name="nav.section-02"/>
          <p:cNvSpPr/>
          <p:nvPr/>
        </p:nvSpPr>
        <p:spPr>
          <a:xfrm>
            <a:off x="266700" y="1524000"/>
            <a:ext cx="228600" cy="990600"/>
          </a:xfrm>
          <a:prstGeom prst="rect">
            <a:avLst/>
          </a:prstGeom>
          <a:solidFill>
            <a:srgbClr val="070154"/>
          </a:solidFill>
          <a:ln>
            <a:noFill/>
          </a:ln>
        </p:spPr>
      </p:sp>
      <p:sp>
        <p:nvSpPr>
          <p:cNvPr id="8" name="nav.label.section-02"/>
          <p:cNvSpPr/>
          <p:nvPr/>
        </p:nvSpPr>
        <p:spPr>
          <a:xfrm>
            <a:off x="266700" y="1524000"/>
            <a:ext cx="228600" cy="99060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FFFFFF"/>
                </a:solidFill>
                <a:latin typeface="IBM Plex Mono SemiBold"/>
                <a:ea typeface="IBM Plex Mono SemiBold"/>
                <a:cs typeface="IBM Plex Mono SemiBold"/>
              </a:rPr>
              <a:t>APPROACH</a:t>
            </a:r>
            <a:endParaRPr lang="en-US" sz="800" spc="80" kern="0" b="0" i="0" dirty="0">
              <a:solidFill>
                <a:srgbClr val="FFFFFF"/>
              </a:solidFill>
              <a:latin typeface="IBM Plex Mono SemiBold"/>
              <a:ea typeface="IBM Plex Mono SemiBold"/>
              <a:cs typeface="IBM Plex Mono SemiBold"/>
            </a:endParaRPr>
          </a:p>
        </p:txBody>
      </p:sp>
      <p:sp>
        <p:nvSpPr>
          <p:cNvPr id="9" name="nav.section-03"/>
          <p:cNvSpPr/>
          <p:nvPr/>
        </p:nvSpPr>
        <p:spPr>
          <a:xfrm>
            <a:off x="266700" y="2590800"/>
            <a:ext cx="228600" cy="990600"/>
          </a:xfrm>
          <a:prstGeom prst="rect">
            <a:avLst/>
          </a:prstGeom>
          <a:solidFill>
            <a:srgbClr val="E8EEF8"/>
          </a:solidFill>
          <a:ln>
            <a:noFill/>
          </a:ln>
        </p:spPr>
      </p:sp>
      <p:sp>
        <p:nvSpPr>
          <p:cNvPr id="10" name="nav.label.section-03"/>
          <p:cNvSpPr/>
          <p:nvPr/>
        </p:nvSpPr>
        <p:spPr>
          <a:xfrm>
            <a:off x="266700" y="2590800"/>
            <a:ext cx="228600" cy="99060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50658E"/>
                </a:solidFill>
                <a:latin typeface="IBM Plex Mono SemiBold"/>
                <a:ea typeface="IBM Plex Mono SemiBold"/>
                <a:cs typeface="IBM Plex Mono SemiBold"/>
              </a:rPr>
              <a:t>TEAM</a:t>
            </a:r>
            <a:endParaRPr lang="en-US" sz="800" spc="80" kern="0" b="0" i="0" dirty="0">
              <a:solidFill>
                <a:srgbClr val="50658E"/>
              </a:solidFill>
              <a:latin typeface="IBM Plex Mono SemiBold"/>
              <a:ea typeface="IBM Plex Mono SemiBold"/>
              <a:cs typeface="IBM Plex Mono SemiBold"/>
            </a:endParaRPr>
          </a:p>
        </p:txBody>
      </p:sp>
      <p:sp>
        <p:nvSpPr>
          <p:cNvPr id="11" name="nav.section-04"/>
          <p:cNvSpPr/>
          <p:nvPr/>
        </p:nvSpPr>
        <p:spPr>
          <a:xfrm>
            <a:off x="266700" y="3657600"/>
            <a:ext cx="228600" cy="990600"/>
          </a:xfrm>
          <a:prstGeom prst="rect">
            <a:avLst/>
          </a:prstGeom>
          <a:solidFill>
            <a:srgbClr val="E8EEF8"/>
          </a:solidFill>
          <a:ln>
            <a:noFill/>
          </a:ln>
        </p:spPr>
      </p:sp>
      <p:sp>
        <p:nvSpPr>
          <p:cNvPr id="12" name="nav.label.section-04"/>
          <p:cNvSpPr/>
          <p:nvPr/>
        </p:nvSpPr>
        <p:spPr>
          <a:xfrm>
            <a:off x="266700" y="3657600"/>
            <a:ext cx="228600" cy="99060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50658E"/>
                </a:solidFill>
                <a:latin typeface="IBM Plex Mono SemiBold"/>
                <a:ea typeface="IBM Plex Mono SemiBold"/>
                <a:cs typeface="IBM Plex Mono SemiBold"/>
              </a:rPr>
              <a:t>COMMERCIALS</a:t>
            </a:r>
            <a:endParaRPr lang="en-US" sz="800" spc="80" kern="0" b="0" i="0" dirty="0">
              <a:solidFill>
                <a:srgbClr val="50658E"/>
              </a:solidFill>
              <a:latin typeface="IBM Plex Mono SemiBold"/>
              <a:ea typeface="IBM Plex Mono SemiBold"/>
              <a:cs typeface="IBM Plex Mono SemiBold"/>
            </a:endParaRPr>
          </a:p>
        </p:txBody>
      </p:sp>
      <p:sp>
        <p:nvSpPr>
          <p:cNvPr id="13" name="nav.section-05"/>
          <p:cNvSpPr/>
          <p:nvPr/>
        </p:nvSpPr>
        <p:spPr>
          <a:xfrm>
            <a:off x="266700" y="4724400"/>
            <a:ext cx="228600" cy="990600"/>
          </a:xfrm>
          <a:prstGeom prst="rect">
            <a:avLst/>
          </a:prstGeom>
          <a:solidFill>
            <a:srgbClr val="E8EEF8"/>
          </a:solidFill>
          <a:ln>
            <a:noFill/>
          </a:ln>
        </p:spPr>
      </p:sp>
      <p:sp>
        <p:nvSpPr>
          <p:cNvPr id="14" name="nav.label.section-05"/>
          <p:cNvSpPr/>
          <p:nvPr/>
        </p:nvSpPr>
        <p:spPr>
          <a:xfrm>
            <a:off x="266700" y="4724400"/>
            <a:ext cx="228600" cy="99060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50658E"/>
                </a:solidFill>
                <a:latin typeface="IBM Plex Mono SemiBold"/>
                <a:ea typeface="IBM Plex Mono SemiBold"/>
                <a:cs typeface="IBM Plex Mono SemiBold"/>
              </a:rPr>
              <a:t>NEXT STEPS</a:t>
            </a:r>
            <a:endParaRPr lang="en-US" sz="800" spc="80" kern="0" b="0" i="0" dirty="0">
              <a:solidFill>
                <a:srgbClr val="50658E"/>
              </a:solidFill>
              <a:latin typeface="IBM Plex Mono SemiBold"/>
              <a:ea typeface="IBM Plex Mono SemiBold"/>
              <a:cs typeface="IBM Plex Mono SemiBold"/>
            </a:endParaRPr>
          </a:p>
        </p:txBody>
      </p:sp>
      <p:sp>
        <p:nvSpPr>
          <p:cNvPr id="15" name="wm.page"/>
          <p:cNvSpPr/>
          <p:nvPr/>
        </p:nvSpPr>
        <p:spPr>
          <a:xfrm>
            <a:off x="11163300" y="64008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120</a:t>
            </a:fld>
            <a:endParaRPr lang="en-US" sz="700" spc="0" kern="0" b="0" i="0" dirty="0">
              <a:solidFill>
                <a:srgbClr val="070154"/>
              </a:solidFill>
              <a:latin typeface="IBM Plex Mono SemiBold"/>
              <a:ea typeface="IBM Plex Mono SemiBold"/>
              <a:cs typeface="IBM Plex Mono SemiBold"/>
            </a:endParaRPr>
          </a:p>
        </p:txBody>
      </p:sp>
      <p:grpSp>
        <p:nvGrpSpPr>
          <p:cNvPr id="61" name="node01"/>
          <p:cNvGrpSpPr/>
          <p:nvPr/>
        </p:nvGrpSpPr>
        <p:grpSpPr>
          <a:xfrm>
            <a:off x="723900" y="1600200"/>
            <a:ext cx="2514600" cy="2057400"/>
            <a:chOff x="723900" y="1600200"/>
            <a:chExt cx="2514600" cy="2057400"/>
          </a:xfrm>
        </p:grpSpPr>
        <p:sp>
          <p:nvSpPr>
            <p:cNvPr id="16" name="node01.container"/>
            <p:cNvSpPr/>
            <p:nvPr/>
          </p:nvSpPr>
          <p:spPr>
            <a:xfrm>
              <a:off x="723900" y="1600200"/>
              <a:ext cx="2514600" cy="2057400"/>
            </a:xfrm>
            <a:prstGeom prst="rect">
              <a:avLst/>
            </a:prstGeom>
            <a:solidFill>
              <a:srgbClr val="E8EEF8"/>
            </a:solidFill>
            <a:ln>
              <a:noFill/>
            </a:ln>
          </p:spPr>
        </p:sp>
        <p:grpSp>
          <p:nvGrpSpPr>
            <p:cNvPr id="60" name="node01.icon"/>
            <p:cNvGrpSpPr/>
            <p:nvPr/>
          </p:nvGrpSpPr>
          <p:grpSpPr>
            <a:xfrm>
              <a:off x="876300" y="1752600"/>
              <a:ext cx="457200" cy="457200"/>
              <a:chOff x="876300" y="1752600"/>
              <a:chExt cx="457200" cy="457200"/>
            </a:xfrm>
          </p:grpSpPr>
          <p:pic>
            <p:nvPicPr>
              <p:cNvPr id="17" name="node01.icon.image" descr="icon/target-arrow/navy; canonical SHA256=d7be3489d4c720d338cad319f07d0f5d4613e221b5ae04fe7e8f497c9849348f">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76300" y="1752600"/>
                <a:ext cx="457200" cy="457200"/>
              </a:xfrm>
              <a:prstGeom prst="rect">
                <a:avLst/>
              </a:prstGeom>
            </p:spPr>
          </p:pic>
        </p:grpSp>
        <p:sp>
          <p:nvSpPr>
            <p:cNvPr id="18" name="node01.title"/>
            <p:cNvSpPr/>
            <p:nvPr/>
          </p:nvSpPr>
          <p:spPr>
            <a:xfrm>
              <a:off x="1485900" y="1752600"/>
              <a:ext cx="16002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047FF"/>
                  </a:solidFill>
                  <a:latin typeface="IBM Plex Sans SemiBold"/>
                  <a:ea typeface="IBM Plex Sans SemiBold"/>
                  <a:cs typeface="IBM Plex Sans SemiBold"/>
                </a:rPr>
                <a:t>Value first</a:t>
              </a:r>
              <a:endParaRPr lang="en-US" sz="1800" spc="-18" kern="0" b="0" i="0" dirty="0">
                <a:solidFill>
                  <a:srgbClr val="0047FF"/>
                </a:solidFill>
                <a:latin typeface="IBM Plex Sans SemiBold"/>
                <a:ea typeface="IBM Plex Sans SemiBold"/>
                <a:cs typeface="IBM Plex Sans SemiBold"/>
              </a:endParaRPr>
            </a:p>
          </p:txBody>
        </p:sp>
        <p:sp>
          <p:nvSpPr>
            <p:cNvPr id="19" name="node01.body.item-001.bullets.item-001.marker"/>
            <p:cNvSpPr/>
            <p:nvPr/>
          </p:nvSpPr>
          <p:spPr>
            <a:xfrm>
              <a:off x="876300" y="2413000"/>
              <a:ext cx="38100" cy="38100"/>
            </a:xfrm>
            <a:prstGeom prst="rect">
              <a:avLst/>
            </a:prstGeom>
            <a:solidFill>
              <a:srgbClr val="070154"/>
            </a:solidFill>
            <a:ln>
              <a:noFill/>
            </a:ln>
          </p:spPr>
        </p:sp>
        <p:sp>
          <p:nvSpPr>
            <p:cNvPr id="20" name="node01.body.item-001.bullets.item-001.text"/>
            <p:cNvSpPr/>
            <p:nvPr/>
          </p:nvSpPr>
          <p:spPr>
            <a:xfrm>
              <a:off x="1028700" y="2324100"/>
              <a:ext cx="20574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We rank work by business value, not technical elegance.</a:t>
              </a:r>
              <a:endParaRPr lang="en-US" sz="1200" spc="0" kern="0" b="0" i="0" dirty="0">
                <a:solidFill>
                  <a:srgbClr val="070154"/>
                </a:solidFill>
                <a:latin typeface="IBM Plex Sans"/>
                <a:ea typeface="IBM Plex Sans"/>
                <a:cs typeface="IBM Plex Sans"/>
              </a:endParaRPr>
            </a:p>
          </p:txBody>
        </p:sp>
        <p:sp>
          <p:nvSpPr>
            <p:cNvPr id="21" name="node01.body.item-001.bullets.item-002.marker"/>
            <p:cNvSpPr/>
            <p:nvPr/>
          </p:nvSpPr>
          <p:spPr>
            <a:xfrm>
              <a:off x="876300" y="2908300"/>
              <a:ext cx="38100" cy="38100"/>
            </a:xfrm>
            <a:prstGeom prst="rect">
              <a:avLst/>
            </a:prstGeom>
            <a:solidFill>
              <a:srgbClr val="070154"/>
            </a:solidFill>
            <a:ln>
              <a:noFill/>
            </a:ln>
          </p:spPr>
        </p:sp>
        <p:sp>
          <p:nvSpPr>
            <p:cNvPr id="22" name="node01.body.item-001.bullets.item-002.text"/>
            <p:cNvSpPr/>
            <p:nvPr/>
          </p:nvSpPr>
          <p:spPr>
            <a:xfrm>
              <a:off x="1028700" y="2819400"/>
              <a:ext cx="20574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Every decision weighs complexity.</a:t>
              </a:r>
              <a:endParaRPr lang="en-US" sz="1200" spc="0" kern="0" b="0" i="0" dirty="0">
                <a:solidFill>
                  <a:srgbClr val="070154"/>
                </a:solidFill>
                <a:latin typeface="IBM Plex Sans"/>
                <a:ea typeface="IBM Plex Sans"/>
                <a:cs typeface="IBM Plex Sans"/>
              </a:endParaRPr>
            </a:p>
          </p:txBody>
        </p:sp>
      </p:grpSp>
      <p:grpSp>
        <p:nvGrpSpPr>
          <p:cNvPr id="62" name="node02"/>
          <p:cNvGrpSpPr/>
          <p:nvPr/>
        </p:nvGrpSpPr>
        <p:grpSpPr>
          <a:xfrm>
            <a:off x="1638300" y="3886200"/>
            <a:ext cx="1600200" cy="1828800"/>
            <a:chOff x="1638300" y="3886200"/>
            <a:chExt cx="1600200" cy="1828800"/>
          </a:xfrm>
        </p:grpSpPr>
        <p:sp>
          <p:nvSpPr>
            <p:cNvPr id="23" name="node02.surface"/>
            <p:cNvSpPr/>
            <p:nvPr/>
          </p:nvSpPr>
          <p:spPr>
            <a:xfrm>
              <a:off x="1638300" y="3886200"/>
              <a:ext cx="1600200" cy="1828800"/>
            </a:xfrm>
            <a:prstGeom prst="rect">
              <a:avLst/>
            </a:prstGeom>
            <a:solidFill>
              <a:srgbClr val="070154"/>
            </a:solidFill>
            <a:ln>
              <a:noFill/>
            </a:ln>
          </p:spPr>
        </p:sp>
      </p:grpSp>
      <p:grpSp>
        <p:nvGrpSpPr>
          <p:cNvPr id="63" name="node03"/>
          <p:cNvGrpSpPr/>
          <p:nvPr/>
        </p:nvGrpSpPr>
        <p:grpSpPr>
          <a:xfrm>
            <a:off x="1790700" y="4038600"/>
            <a:ext cx="1295400" cy="152400"/>
            <a:chOff x="1790700" y="4038600"/>
            <a:chExt cx="1295400" cy="152400"/>
          </a:xfrm>
        </p:grpSpPr>
        <p:sp>
          <p:nvSpPr>
            <p:cNvPr id="24" name="node03.text"/>
            <p:cNvSpPr/>
            <p:nvPr/>
          </p:nvSpPr>
          <p:spPr>
            <a:xfrm>
              <a:off x="1790700" y="4038600"/>
              <a:ext cx="12954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900D3"/>
                  </a:solidFill>
                  <a:latin typeface="IBM Plex Mono Medium"/>
                  <a:ea typeface="IBM Plex Mono Medium"/>
                  <a:cs typeface="IBM Plex Mono Medium"/>
                </a:rPr>
                <a:t>WHY THIS MATTERS</a:t>
              </a:r>
              <a:endParaRPr lang="en-US" sz="900" spc="54" kern="0" b="0" i="0" dirty="0">
                <a:solidFill>
                  <a:srgbClr val="F900D3"/>
                </a:solidFill>
                <a:latin typeface="IBM Plex Mono Medium"/>
                <a:ea typeface="IBM Plex Mono Medium"/>
                <a:cs typeface="IBM Plex Mono Medium"/>
              </a:endParaRPr>
            </a:p>
          </p:txBody>
        </p:sp>
      </p:grpSp>
      <p:grpSp>
        <p:nvGrpSpPr>
          <p:cNvPr id="64" name="node04"/>
          <p:cNvGrpSpPr/>
          <p:nvPr/>
        </p:nvGrpSpPr>
        <p:grpSpPr>
          <a:xfrm>
            <a:off x="1790700" y="4267200"/>
            <a:ext cx="1295400" cy="914400"/>
            <a:chOff x="1790700" y="4267200"/>
            <a:chExt cx="1295400" cy="914400"/>
          </a:xfrm>
        </p:grpSpPr>
        <p:sp>
          <p:nvSpPr>
            <p:cNvPr id="25" name="node04.text"/>
            <p:cNvSpPr/>
            <p:nvPr/>
          </p:nvSpPr>
          <p:spPr>
            <a:xfrm>
              <a:off x="1790700" y="4267200"/>
              <a:ext cx="1295400" cy="9144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Effort goes where return is highest, so promised value actually lands.</a:t>
              </a:r>
              <a:endParaRPr lang="en-US" sz="1200" spc="0" kern="0" b="0" i="0" dirty="0">
                <a:solidFill>
                  <a:srgbClr val="FFFFFF"/>
                </a:solidFill>
                <a:latin typeface="IBM Plex Sans"/>
                <a:ea typeface="IBM Plex Sans"/>
                <a:cs typeface="IBM Plex Sans"/>
              </a:endParaRPr>
            </a:p>
          </p:txBody>
        </p:sp>
      </p:grpSp>
      <p:grpSp>
        <p:nvGrpSpPr>
          <p:cNvPr id="66" name="node05"/>
          <p:cNvGrpSpPr/>
          <p:nvPr/>
        </p:nvGrpSpPr>
        <p:grpSpPr>
          <a:xfrm>
            <a:off x="3467100" y="1600200"/>
            <a:ext cx="2514600" cy="2057400"/>
            <a:chOff x="3467100" y="1600200"/>
            <a:chExt cx="2514600" cy="2057400"/>
          </a:xfrm>
        </p:grpSpPr>
        <p:sp>
          <p:nvSpPr>
            <p:cNvPr id="26" name="node05.container"/>
            <p:cNvSpPr/>
            <p:nvPr/>
          </p:nvSpPr>
          <p:spPr>
            <a:xfrm>
              <a:off x="3467100" y="1600200"/>
              <a:ext cx="2514600" cy="2057400"/>
            </a:xfrm>
            <a:prstGeom prst="rect">
              <a:avLst/>
            </a:prstGeom>
            <a:solidFill>
              <a:srgbClr val="E8EEF8"/>
            </a:solidFill>
            <a:ln>
              <a:noFill/>
            </a:ln>
          </p:spPr>
        </p:sp>
        <p:grpSp>
          <p:nvGrpSpPr>
            <p:cNvPr id="65" name="node05.icon"/>
            <p:cNvGrpSpPr/>
            <p:nvPr/>
          </p:nvGrpSpPr>
          <p:grpSpPr>
            <a:xfrm>
              <a:off x="3619500" y="1752600"/>
              <a:ext cx="457200" cy="457200"/>
              <a:chOff x="3619500" y="1752600"/>
              <a:chExt cx="457200" cy="457200"/>
            </a:xfrm>
          </p:grpSpPr>
          <p:pic>
            <p:nvPicPr>
              <p:cNvPr id="27" name="node05.icon.image" descr="icon/strategy-route/navy; canonical SHA256=763a15166fefc06f84edb42452bdf8fbb13cc97295a2599a2fc99a950f7f95d4">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619500" y="1752600"/>
                <a:ext cx="457200" cy="457200"/>
              </a:xfrm>
              <a:prstGeom prst="rect">
                <a:avLst/>
              </a:prstGeom>
            </p:spPr>
          </p:pic>
        </p:grpSp>
        <p:sp>
          <p:nvSpPr>
            <p:cNvPr id="28" name="node05.title"/>
            <p:cNvSpPr/>
            <p:nvPr/>
          </p:nvSpPr>
          <p:spPr>
            <a:xfrm>
              <a:off x="4229100" y="1752600"/>
              <a:ext cx="16002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047FF"/>
                  </a:solidFill>
                  <a:latin typeface="IBM Plex Sans SemiBold"/>
                  <a:ea typeface="IBM Plex Sans SemiBold"/>
                  <a:cs typeface="IBM Plex Sans SemiBold"/>
                </a:rPr>
                <a:t>Purpose built</a:t>
              </a:r>
              <a:endParaRPr lang="en-US" sz="1800" spc="-18" kern="0" b="0" i="0" dirty="0">
                <a:solidFill>
                  <a:srgbClr val="0047FF"/>
                </a:solidFill>
                <a:latin typeface="IBM Plex Sans SemiBold"/>
                <a:ea typeface="IBM Plex Sans SemiBold"/>
                <a:cs typeface="IBM Plex Sans SemiBold"/>
              </a:endParaRPr>
            </a:p>
          </p:txBody>
        </p:sp>
        <p:sp>
          <p:nvSpPr>
            <p:cNvPr id="29" name="node05.body.item-001.bullets.item-001.marker"/>
            <p:cNvSpPr/>
            <p:nvPr/>
          </p:nvSpPr>
          <p:spPr>
            <a:xfrm>
              <a:off x="3619500" y="2413000"/>
              <a:ext cx="38100" cy="38100"/>
            </a:xfrm>
            <a:prstGeom prst="rect">
              <a:avLst/>
            </a:prstGeom>
            <a:solidFill>
              <a:srgbClr val="070154"/>
            </a:solidFill>
            <a:ln>
              <a:noFill/>
            </a:ln>
          </p:spPr>
        </p:sp>
        <p:sp>
          <p:nvSpPr>
            <p:cNvPr id="30" name="node05.body.item-001.bullets.item-001.text"/>
            <p:cNvSpPr/>
            <p:nvPr/>
          </p:nvSpPr>
          <p:spPr>
            <a:xfrm>
              <a:off x="3771900" y="2324100"/>
              <a:ext cx="20574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We choose retain, replatform, rewrite or retire per system.</a:t>
              </a:r>
              <a:endParaRPr lang="en-US" sz="1200" spc="0" kern="0" b="0" i="0" dirty="0">
                <a:solidFill>
                  <a:srgbClr val="070154"/>
                </a:solidFill>
                <a:latin typeface="IBM Plex Sans"/>
                <a:ea typeface="IBM Plex Sans"/>
                <a:cs typeface="IBM Plex Sans"/>
              </a:endParaRPr>
            </a:p>
          </p:txBody>
        </p:sp>
        <p:sp>
          <p:nvSpPr>
            <p:cNvPr id="31" name="node05.body.item-001.bullets.item-002.marker"/>
            <p:cNvSpPr/>
            <p:nvPr/>
          </p:nvSpPr>
          <p:spPr>
            <a:xfrm>
              <a:off x="3619500" y="2908300"/>
              <a:ext cx="38100" cy="38100"/>
            </a:xfrm>
            <a:prstGeom prst="rect">
              <a:avLst/>
            </a:prstGeom>
            <a:solidFill>
              <a:srgbClr val="070154"/>
            </a:solidFill>
            <a:ln>
              <a:noFill/>
            </a:ln>
          </p:spPr>
        </p:sp>
        <p:sp>
          <p:nvSpPr>
            <p:cNvPr id="32" name="node05.body.item-001.bullets.item-002.text"/>
            <p:cNvSpPr/>
            <p:nvPr/>
          </p:nvSpPr>
          <p:spPr>
            <a:xfrm>
              <a:off x="3771900" y="2819400"/>
              <a:ext cx="20574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Stable components stay in place.</a:t>
              </a:r>
              <a:endParaRPr lang="en-US" sz="1200" spc="0" kern="0" b="0" i="0" dirty="0">
                <a:solidFill>
                  <a:srgbClr val="070154"/>
                </a:solidFill>
                <a:latin typeface="IBM Plex Sans"/>
                <a:ea typeface="IBM Plex Sans"/>
                <a:cs typeface="IBM Plex Sans"/>
              </a:endParaRPr>
            </a:p>
          </p:txBody>
        </p:sp>
      </p:grpSp>
      <p:grpSp>
        <p:nvGrpSpPr>
          <p:cNvPr id="67" name="node06"/>
          <p:cNvGrpSpPr/>
          <p:nvPr/>
        </p:nvGrpSpPr>
        <p:grpSpPr>
          <a:xfrm>
            <a:off x="4381500" y="3886200"/>
            <a:ext cx="1600200" cy="1828800"/>
            <a:chOff x="4381500" y="3886200"/>
            <a:chExt cx="1600200" cy="1828800"/>
          </a:xfrm>
        </p:grpSpPr>
        <p:sp>
          <p:nvSpPr>
            <p:cNvPr id="33" name="node06.surface"/>
            <p:cNvSpPr/>
            <p:nvPr/>
          </p:nvSpPr>
          <p:spPr>
            <a:xfrm>
              <a:off x="4381500" y="3886200"/>
              <a:ext cx="1600200" cy="1828800"/>
            </a:xfrm>
            <a:prstGeom prst="rect">
              <a:avLst/>
            </a:prstGeom>
            <a:solidFill>
              <a:srgbClr val="070154"/>
            </a:solidFill>
            <a:ln>
              <a:noFill/>
            </a:ln>
          </p:spPr>
        </p:sp>
      </p:grpSp>
      <p:grpSp>
        <p:nvGrpSpPr>
          <p:cNvPr id="68" name="node07"/>
          <p:cNvGrpSpPr/>
          <p:nvPr/>
        </p:nvGrpSpPr>
        <p:grpSpPr>
          <a:xfrm>
            <a:off x="4533900" y="4038600"/>
            <a:ext cx="1295400" cy="152400"/>
            <a:chOff x="4533900" y="4038600"/>
            <a:chExt cx="1295400" cy="152400"/>
          </a:xfrm>
        </p:grpSpPr>
        <p:sp>
          <p:nvSpPr>
            <p:cNvPr id="34" name="node07.text"/>
            <p:cNvSpPr/>
            <p:nvPr/>
          </p:nvSpPr>
          <p:spPr>
            <a:xfrm>
              <a:off x="4533900" y="4038600"/>
              <a:ext cx="12954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900D3"/>
                  </a:solidFill>
                  <a:latin typeface="IBM Plex Mono Medium"/>
                  <a:ea typeface="IBM Plex Mono Medium"/>
                  <a:cs typeface="IBM Plex Mono Medium"/>
                </a:rPr>
                <a:t>WHY THIS MATTERS</a:t>
              </a:r>
              <a:endParaRPr lang="en-US" sz="900" spc="54" kern="0" b="0" i="0" dirty="0">
                <a:solidFill>
                  <a:srgbClr val="F900D3"/>
                </a:solidFill>
                <a:latin typeface="IBM Plex Mono Medium"/>
                <a:ea typeface="IBM Plex Mono Medium"/>
                <a:cs typeface="IBM Plex Mono Medium"/>
              </a:endParaRPr>
            </a:p>
          </p:txBody>
        </p:sp>
      </p:grpSp>
      <p:grpSp>
        <p:nvGrpSpPr>
          <p:cNvPr id="69" name="node08"/>
          <p:cNvGrpSpPr/>
          <p:nvPr/>
        </p:nvGrpSpPr>
        <p:grpSpPr>
          <a:xfrm>
            <a:off x="4533900" y="4267200"/>
            <a:ext cx="1295400" cy="1371600"/>
            <a:chOff x="4533900" y="4267200"/>
            <a:chExt cx="1295400" cy="1371600"/>
          </a:xfrm>
        </p:grpSpPr>
        <p:sp>
          <p:nvSpPr>
            <p:cNvPr id="35" name="node08.text"/>
            <p:cNvSpPr/>
            <p:nvPr/>
          </p:nvSpPr>
          <p:spPr>
            <a:xfrm>
              <a:off x="4533900" y="4267200"/>
              <a:ext cx="1295400" cy="1371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We design around your portfolio, keeping what works and replacing only what drives value.</a:t>
              </a:r>
              <a:endParaRPr lang="en-US" sz="1200" spc="0" kern="0" b="0" i="0" dirty="0">
                <a:solidFill>
                  <a:srgbClr val="FFFFFF"/>
                </a:solidFill>
                <a:latin typeface="IBM Plex Sans"/>
                <a:ea typeface="IBM Plex Sans"/>
                <a:cs typeface="IBM Plex Sans"/>
              </a:endParaRPr>
            </a:p>
          </p:txBody>
        </p:sp>
      </p:grpSp>
      <p:grpSp>
        <p:nvGrpSpPr>
          <p:cNvPr id="71" name="node09"/>
          <p:cNvGrpSpPr/>
          <p:nvPr/>
        </p:nvGrpSpPr>
        <p:grpSpPr>
          <a:xfrm>
            <a:off x="6210300" y="1600200"/>
            <a:ext cx="2514600" cy="2057400"/>
            <a:chOff x="6210300" y="1600200"/>
            <a:chExt cx="2514600" cy="2057400"/>
          </a:xfrm>
        </p:grpSpPr>
        <p:sp>
          <p:nvSpPr>
            <p:cNvPr id="36" name="node09.container"/>
            <p:cNvSpPr/>
            <p:nvPr/>
          </p:nvSpPr>
          <p:spPr>
            <a:xfrm>
              <a:off x="6210300" y="1600200"/>
              <a:ext cx="2514600" cy="2057400"/>
            </a:xfrm>
            <a:prstGeom prst="rect">
              <a:avLst/>
            </a:prstGeom>
            <a:solidFill>
              <a:srgbClr val="E8EEF8"/>
            </a:solidFill>
            <a:ln>
              <a:noFill/>
            </a:ln>
          </p:spPr>
        </p:sp>
        <p:grpSp>
          <p:nvGrpSpPr>
            <p:cNvPr id="70" name="node09.icon"/>
            <p:cNvGrpSpPr/>
            <p:nvPr/>
          </p:nvGrpSpPr>
          <p:grpSpPr>
            <a:xfrm>
              <a:off x="6362700" y="1752600"/>
              <a:ext cx="457200" cy="457200"/>
              <a:chOff x="6362700" y="1752600"/>
              <a:chExt cx="457200" cy="457200"/>
            </a:xfrm>
          </p:grpSpPr>
          <p:pic>
            <p:nvPicPr>
              <p:cNvPr id="37" name="node09.icon.image" descr="icon/ai-chip-orbit/navy; canonical SHA256=14a43f66d8a5b8ac5942dde8e905dedb2ae681de3a803ebf66fb1cacc34ccd3a">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362700" y="1752600"/>
                <a:ext cx="457200" cy="457200"/>
              </a:xfrm>
              <a:prstGeom prst="rect">
                <a:avLst/>
              </a:prstGeom>
            </p:spPr>
          </p:pic>
        </p:grpSp>
        <p:sp>
          <p:nvSpPr>
            <p:cNvPr id="38" name="node09.title"/>
            <p:cNvSpPr/>
            <p:nvPr/>
          </p:nvSpPr>
          <p:spPr>
            <a:xfrm>
              <a:off x="6972300" y="1752600"/>
              <a:ext cx="16002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047FF"/>
                  </a:solidFill>
                  <a:latin typeface="IBM Plex Sans SemiBold"/>
                  <a:ea typeface="IBM Plex Sans SemiBold"/>
                  <a:cs typeface="IBM Plex Sans SemiBold"/>
                </a:rPr>
                <a:t>AI accelerated</a:t>
              </a:r>
              <a:endParaRPr lang="en-US" sz="1800" spc="-18" kern="0" b="0" i="0" dirty="0">
                <a:solidFill>
                  <a:srgbClr val="0047FF"/>
                </a:solidFill>
                <a:latin typeface="IBM Plex Sans SemiBold"/>
                <a:ea typeface="IBM Plex Sans SemiBold"/>
                <a:cs typeface="IBM Plex Sans SemiBold"/>
              </a:endParaRPr>
            </a:p>
          </p:txBody>
        </p:sp>
        <p:sp>
          <p:nvSpPr>
            <p:cNvPr id="39" name="node09.body.item-001.bullets.item-001.marker"/>
            <p:cNvSpPr/>
            <p:nvPr/>
          </p:nvSpPr>
          <p:spPr>
            <a:xfrm>
              <a:off x="6362700" y="2413000"/>
              <a:ext cx="38100" cy="38100"/>
            </a:xfrm>
            <a:prstGeom prst="rect">
              <a:avLst/>
            </a:prstGeom>
            <a:solidFill>
              <a:srgbClr val="070154"/>
            </a:solidFill>
            <a:ln>
              <a:noFill/>
            </a:ln>
          </p:spPr>
        </p:sp>
        <p:sp>
          <p:nvSpPr>
            <p:cNvPr id="40" name="node09.body.item-001.bullets.item-001.text"/>
            <p:cNvSpPr/>
            <p:nvPr/>
          </p:nvSpPr>
          <p:spPr>
            <a:xfrm>
              <a:off x="6515100" y="2324100"/>
              <a:ext cx="20574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Agents scan and map codebases at scale.</a:t>
              </a:r>
              <a:endParaRPr lang="en-US" sz="1200" spc="0" kern="0" b="0" i="0" dirty="0">
                <a:solidFill>
                  <a:srgbClr val="070154"/>
                </a:solidFill>
                <a:latin typeface="IBM Plex Sans"/>
                <a:ea typeface="IBM Plex Sans"/>
                <a:cs typeface="IBM Plex Sans"/>
              </a:endParaRPr>
            </a:p>
          </p:txBody>
        </p:sp>
        <p:sp>
          <p:nvSpPr>
            <p:cNvPr id="41" name="node09.body.item-001.bullets.item-002.marker"/>
            <p:cNvSpPr/>
            <p:nvPr/>
          </p:nvSpPr>
          <p:spPr>
            <a:xfrm>
              <a:off x="6362700" y="2908300"/>
              <a:ext cx="38100" cy="38100"/>
            </a:xfrm>
            <a:prstGeom prst="rect">
              <a:avLst/>
            </a:prstGeom>
            <a:solidFill>
              <a:srgbClr val="070154"/>
            </a:solidFill>
            <a:ln>
              <a:noFill/>
            </a:ln>
          </p:spPr>
        </p:sp>
        <p:sp>
          <p:nvSpPr>
            <p:cNvPr id="42" name="node09.body.item-001.bullets.item-002.text"/>
            <p:cNvSpPr/>
            <p:nvPr/>
          </p:nvSpPr>
          <p:spPr>
            <a:xfrm>
              <a:off x="6515100" y="2819400"/>
              <a:ext cx="20574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Evidence, planning and tooling stay connected.</a:t>
              </a:r>
              <a:endParaRPr lang="en-US" sz="1200" spc="0" kern="0" b="0" i="0" dirty="0">
                <a:solidFill>
                  <a:srgbClr val="070154"/>
                </a:solidFill>
                <a:latin typeface="IBM Plex Sans"/>
                <a:ea typeface="IBM Plex Sans"/>
                <a:cs typeface="IBM Plex Sans"/>
              </a:endParaRPr>
            </a:p>
          </p:txBody>
        </p:sp>
      </p:grpSp>
      <p:grpSp>
        <p:nvGrpSpPr>
          <p:cNvPr id="72" name="node10"/>
          <p:cNvGrpSpPr/>
          <p:nvPr/>
        </p:nvGrpSpPr>
        <p:grpSpPr>
          <a:xfrm>
            <a:off x="7124700" y="3886200"/>
            <a:ext cx="1600200" cy="1828800"/>
            <a:chOff x="7124700" y="3886200"/>
            <a:chExt cx="1600200" cy="1828800"/>
          </a:xfrm>
        </p:grpSpPr>
        <p:sp>
          <p:nvSpPr>
            <p:cNvPr id="43" name="node10.surface"/>
            <p:cNvSpPr/>
            <p:nvPr/>
          </p:nvSpPr>
          <p:spPr>
            <a:xfrm>
              <a:off x="7124700" y="3886200"/>
              <a:ext cx="1600200" cy="1828800"/>
            </a:xfrm>
            <a:prstGeom prst="rect">
              <a:avLst/>
            </a:prstGeom>
            <a:solidFill>
              <a:srgbClr val="070154"/>
            </a:solidFill>
            <a:ln>
              <a:noFill/>
            </a:ln>
          </p:spPr>
        </p:sp>
      </p:grpSp>
      <p:grpSp>
        <p:nvGrpSpPr>
          <p:cNvPr id="73" name="node11"/>
          <p:cNvGrpSpPr/>
          <p:nvPr/>
        </p:nvGrpSpPr>
        <p:grpSpPr>
          <a:xfrm>
            <a:off x="7277100" y="4038600"/>
            <a:ext cx="1295400" cy="152400"/>
            <a:chOff x="7277100" y="4038600"/>
            <a:chExt cx="1295400" cy="152400"/>
          </a:xfrm>
        </p:grpSpPr>
        <p:sp>
          <p:nvSpPr>
            <p:cNvPr id="44" name="node11.text"/>
            <p:cNvSpPr/>
            <p:nvPr/>
          </p:nvSpPr>
          <p:spPr>
            <a:xfrm>
              <a:off x="7277100" y="4038600"/>
              <a:ext cx="12954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900D3"/>
                  </a:solidFill>
                  <a:latin typeface="IBM Plex Mono Medium"/>
                  <a:ea typeface="IBM Plex Mono Medium"/>
                  <a:cs typeface="IBM Plex Mono Medium"/>
                </a:rPr>
                <a:t>WHY THIS MATTERS</a:t>
              </a:r>
              <a:endParaRPr lang="en-US" sz="900" spc="54" kern="0" b="0" i="0" dirty="0">
                <a:solidFill>
                  <a:srgbClr val="F900D3"/>
                </a:solidFill>
                <a:latin typeface="IBM Plex Mono Medium"/>
                <a:ea typeface="IBM Plex Mono Medium"/>
                <a:cs typeface="IBM Plex Mono Medium"/>
              </a:endParaRPr>
            </a:p>
          </p:txBody>
        </p:sp>
      </p:grpSp>
      <p:grpSp>
        <p:nvGrpSpPr>
          <p:cNvPr id="74" name="node12"/>
          <p:cNvGrpSpPr/>
          <p:nvPr/>
        </p:nvGrpSpPr>
        <p:grpSpPr>
          <a:xfrm>
            <a:off x="7277100" y="4267200"/>
            <a:ext cx="1295400" cy="1143000"/>
            <a:chOff x="7277100" y="4267200"/>
            <a:chExt cx="1295400" cy="1143000"/>
          </a:xfrm>
        </p:grpSpPr>
        <p:sp>
          <p:nvSpPr>
            <p:cNvPr id="45" name="node12.text"/>
            <p:cNvSpPr/>
            <p:nvPr/>
          </p:nvSpPr>
          <p:spPr>
            <a:xfrm>
              <a:off x="7277100" y="4267200"/>
              <a:ext cx="1295400" cy="11430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Analysis that takes months is done in days, with less reliance on tribal knowledge.</a:t>
              </a:r>
              <a:endParaRPr lang="en-US" sz="1200" spc="0" kern="0" b="0" i="0" dirty="0">
                <a:solidFill>
                  <a:srgbClr val="FFFFFF"/>
                </a:solidFill>
                <a:latin typeface="IBM Plex Sans"/>
                <a:ea typeface="IBM Plex Sans"/>
                <a:cs typeface="IBM Plex Sans"/>
              </a:endParaRPr>
            </a:p>
          </p:txBody>
        </p:sp>
      </p:grpSp>
      <p:grpSp>
        <p:nvGrpSpPr>
          <p:cNvPr id="76" name="node13"/>
          <p:cNvGrpSpPr/>
          <p:nvPr/>
        </p:nvGrpSpPr>
        <p:grpSpPr>
          <a:xfrm>
            <a:off x="8953500" y="1600200"/>
            <a:ext cx="2514600" cy="2057400"/>
            <a:chOff x="8953500" y="1600200"/>
            <a:chExt cx="2514600" cy="2057400"/>
          </a:xfrm>
        </p:grpSpPr>
        <p:sp>
          <p:nvSpPr>
            <p:cNvPr id="46" name="node13.container"/>
            <p:cNvSpPr/>
            <p:nvPr/>
          </p:nvSpPr>
          <p:spPr>
            <a:xfrm>
              <a:off x="8953500" y="1600200"/>
              <a:ext cx="2514600" cy="2057400"/>
            </a:xfrm>
            <a:prstGeom prst="rect">
              <a:avLst/>
            </a:prstGeom>
            <a:solidFill>
              <a:srgbClr val="E8EEF8"/>
            </a:solidFill>
            <a:ln>
              <a:noFill/>
            </a:ln>
          </p:spPr>
        </p:sp>
        <p:grpSp>
          <p:nvGrpSpPr>
            <p:cNvPr id="75" name="node13.icon"/>
            <p:cNvGrpSpPr/>
            <p:nvPr/>
          </p:nvGrpSpPr>
          <p:grpSpPr>
            <a:xfrm>
              <a:off x="9105900" y="1752600"/>
              <a:ext cx="457200" cy="457200"/>
              <a:chOff x="9105900" y="1752600"/>
              <a:chExt cx="457200" cy="457200"/>
            </a:xfrm>
          </p:grpSpPr>
          <p:pic>
            <p:nvPicPr>
              <p:cNvPr id="47" name="node13.icon.image" descr="icon/team-huddle/navy; canonical SHA256=0810b0327bab4c67b9ad5494cd579ab1166b6cab738efd10be95638de3481f2f">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105900" y="1752600"/>
                <a:ext cx="457200" cy="457200"/>
              </a:xfrm>
              <a:prstGeom prst="rect">
                <a:avLst/>
              </a:prstGeom>
            </p:spPr>
          </p:pic>
        </p:grpSp>
        <p:sp>
          <p:nvSpPr>
            <p:cNvPr id="48" name="node13.title"/>
            <p:cNvSpPr/>
            <p:nvPr/>
          </p:nvSpPr>
          <p:spPr>
            <a:xfrm>
              <a:off x="9715500" y="1752600"/>
              <a:ext cx="1600200" cy="6096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047FF"/>
                  </a:solidFill>
                  <a:latin typeface="IBM Plex Sans SemiBold"/>
                  <a:ea typeface="IBM Plex Sans SemiBold"/>
                  <a:cs typeface="IBM Plex Sans SemiBold"/>
                </a:rPr>
                <a:t>Co-build and scale</a:t>
              </a:r>
              <a:endParaRPr lang="en-US" sz="1800" spc="-18" kern="0" b="0" i="0" dirty="0">
                <a:solidFill>
                  <a:srgbClr val="0047FF"/>
                </a:solidFill>
                <a:latin typeface="IBM Plex Sans SemiBold"/>
                <a:ea typeface="IBM Plex Sans SemiBold"/>
                <a:cs typeface="IBM Plex Sans SemiBold"/>
              </a:endParaRPr>
            </a:p>
          </p:txBody>
        </p:sp>
        <p:sp>
          <p:nvSpPr>
            <p:cNvPr id="49" name="node13.body.item-001.bullets.item-001.marker"/>
            <p:cNvSpPr/>
            <p:nvPr/>
          </p:nvSpPr>
          <p:spPr>
            <a:xfrm>
              <a:off x="9105900" y="2565400"/>
              <a:ext cx="38100" cy="38100"/>
            </a:xfrm>
            <a:prstGeom prst="rect">
              <a:avLst/>
            </a:prstGeom>
            <a:solidFill>
              <a:srgbClr val="070154"/>
            </a:solidFill>
            <a:ln>
              <a:noFill/>
            </a:ln>
          </p:spPr>
        </p:sp>
        <p:sp>
          <p:nvSpPr>
            <p:cNvPr id="50" name="node13.body.item-001.bullets.item-001.text"/>
            <p:cNvSpPr/>
            <p:nvPr/>
          </p:nvSpPr>
          <p:spPr>
            <a:xfrm>
              <a:off x="9258300" y="2476500"/>
              <a:ext cx="20574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Co-sourced teams sit with your stakeholders.</a:t>
              </a:r>
              <a:endParaRPr lang="en-US" sz="1200" spc="0" kern="0" b="0" i="0" dirty="0">
                <a:solidFill>
                  <a:srgbClr val="070154"/>
                </a:solidFill>
                <a:latin typeface="IBM Plex Sans"/>
                <a:ea typeface="IBM Plex Sans"/>
                <a:cs typeface="IBM Plex Sans"/>
              </a:endParaRPr>
            </a:p>
          </p:txBody>
        </p:sp>
        <p:sp>
          <p:nvSpPr>
            <p:cNvPr id="51" name="node13.body.item-001.bullets.item-002.marker"/>
            <p:cNvSpPr/>
            <p:nvPr/>
          </p:nvSpPr>
          <p:spPr>
            <a:xfrm>
              <a:off x="9105900" y="3060700"/>
              <a:ext cx="38100" cy="38100"/>
            </a:xfrm>
            <a:prstGeom prst="rect">
              <a:avLst/>
            </a:prstGeom>
            <a:solidFill>
              <a:srgbClr val="070154"/>
            </a:solidFill>
            <a:ln>
              <a:noFill/>
            </a:ln>
          </p:spPr>
        </p:sp>
        <p:sp>
          <p:nvSpPr>
            <p:cNvPr id="52" name="node13.body.item-001.bullets.item-002.text"/>
            <p:cNvSpPr/>
            <p:nvPr/>
          </p:nvSpPr>
          <p:spPr>
            <a:xfrm>
              <a:off x="9258300" y="2971800"/>
              <a:ext cx="20574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Onshore and nearshore flex with demand.</a:t>
              </a:r>
              <a:endParaRPr lang="en-US" sz="1200" spc="0" kern="0" b="0" i="0" dirty="0">
                <a:solidFill>
                  <a:srgbClr val="070154"/>
                </a:solidFill>
                <a:latin typeface="IBM Plex Sans"/>
                <a:ea typeface="IBM Plex Sans"/>
                <a:cs typeface="IBM Plex Sans"/>
              </a:endParaRPr>
            </a:p>
          </p:txBody>
        </p:sp>
      </p:grpSp>
      <p:grpSp>
        <p:nvGrpSpPr>
          <p:cNvPr id="77" name="node14"/>
          <p:cNvGrpSpPr/>
          <p:nvPr/>
        </p:nvGrpSpPr>
        <p:grpSpPr>
          <a:xfrm>
            <a:off x="9867900" y="3886200"/>
            <a:ext cx="1600200" cy="1828800"/>
            <a:chOff x="9867900" y="3886200"/>
            <a:chExt cx="1600200" cy="1828800"/>
          </a:xfrm>
        </p:grpSpPr>
        <p:sp>
          <p:nvSpPr>
            <p:cNvPr id="53" name="node14.surface"/>
            <p:cNvSpPr/>
            <p:nvPr/>
          </p:nvSpPr>
          <p:spPr>
            <a:xfrm>
              <a:off x="9867900" y="3886200"/>
              <a:ext cx="1600200" cy="1828800"/>
            </a:xfrm>
            <a:prstGeom prst="rect">
              <a:avLst/>
            </a:prstGeom>
            <a:solidFill>
              <a:srgbClr val="070154"/>
            </a:solidFill>
            <a:ln>
              <a:noFill/>
            </a:ln>
          </p:spPr>
        </p:sp>
      </p:grpSp>
      <p:grpSp>
        <p:nvGrpSpPr>
          <p:cNvPr id="78" name="node15"/>
          <p:cNvGrpSpPr/>
          <p:nvPr/>
        </p:nvGrpSpPr>
        <p:grpSpPr>
          <a:xfrm>
            <a:off x="10020300" y="4038600"/>
            <a:ext cx="1295400" cy="152400"/>
            <a:chOff x="10020300" y="4038600"/>
            <a:chExt cx="1295400" cy="152400"/>
          </a:xfrm>
        </p:grpSpPr>
        <p:sp>
          <p:nvSpPr>
            <p:cNvPr id="54" name="node15.text"/>
            <p:cNvSpPr/>
            <p:nvPr/>
          </p:nvSpPr>
          <p:spPr>
            <a:xfrm>
              <a:off x="10020300" y="4038600"/>
              <a:ext cx="12954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900D3"/>
                  </a:solidFill>
                  <a:latin typeface="IBM Plex Mono Medium"/>
                  <a:ea typeface="IBM Plex Mono Medium"/>
                  <a:cs typeface="IBM Plex Mono Medium"/>
                </a:rPr>
                <a:t>WHY THIS MATTERS</a:t>
              </a:r>
              <a:endParaRPr lang="en-US" sz="900" spc="54" kern="0" b="0" i="0" dirty="0">
                <a:solidFill>
                  <a:srgbClr val="F900D3"/>
                </a:solidFill>
                <a:latin typeface="IBM Plex Mono Medium"/>
                <a:ea typeface="IBM Plex Mono Medium"/>
                <a:cs typeface="IBM Plex Mono Medium"/>
              </a:endParaRPr>
            </a:p>
          </p:txBody>
        </p:sp>
      </p:grpSp>
      <p:grpSp>
        <p:nvGrpSpPr>
          <p:cNvPr id="79" name="node16"/>
          <p:cNvGrpSpPr/>
          <p:nvPr/>
        </p:nvGrpSpPr>
        <p:grpSpPr>
          <a:xfrm>
            <a:off x="10020300" y="4267200"/>
            <a:ext cx="1295400" cy="1371600"/>
            <a:chOff x="10020300" y="4267200"/>
            <a:chExt cx="1295400" cy="1371600"/>
          </a:xfrm>
        </p:grpSpPr>
        <p:sp>
          <p:nvSpPr>
            <p:cNvPr id="55" name="node16.text"/>
            <p:cNvSpPr/>
            <p:nvPr/>
          </p:nvSpPr>
          <p:spPr>
            <a:xfrm>
              <a:off x="10020300" y="4267200"/>
              <a:ext cx="1295400" cy="1371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You get capacity without disruption, and a team that can run the result on its own.</a:t>
              </a:r>
              <a:endParaRPr lang="en-US" sz="1200" spc="0" kern="0" b="0" i="0" dirty="0">
                <a:solidFill>
                  <a:srgbClr val="FFFFFF"/>
                </a:solidFill>
                <a:latin typeface="IBM Plex Sans"/>
                <a:ea typeface="IBM Plex Sans"/>
                <a:cs typeface="IBM Plex Sans"/>
              </a:endParaRPr>
            </a:p>
          </p:txBody>
        </p:sp>
      </p:grpSp>
      <p:grpSp>
        <p:nvGrpSpPr>
          <p:cNvPr id="80" name="node17"/>
          <p:cNvGrpSpPr/>
          <p:nvPr/>
        </p:nvGrpSpPr>
        <p:grpSpPr>
          <a:xfrm>
            <a:off x="723900" y="3683000"/>
            <a:ext cx="685800" cy="842827"/>
            <a:chOff x="723900" y="3683000"/>
            <a:chExt cx="685800" cy="842827"/>
          </a:xfrm>
        </p:grpSpPr>
        <p:pic>
          <p:nvPicPr>
            <p:cNvPr id="56" name="node17.mark" descr="arrow-right-angle; canonical SHA256=40758c6ab857749af6c80f96e495dbdf2a4d76e38bc96cc28fa877b01fcb9c03; resolved ink=070154">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23900" y="3683000"/>
              <a:ext cx="685800" cy="842827"/>
            </a:xfrm>
            <a:prstGeom prst="rect">
              <a:avLst/>
            </a:prstGeom>
          </p:spPr>
        </p:pic>
      </p:grpSp>
      <p:grpSp>
        <p:nvGrpSpPr>
          <p:cNvPr id="81" name="node18"/>
          <p:cNvGrpSpPr/>
          <p:nvPr/>
        </p:nvGrpSpPr>
        <p:grpSpPr>
          <a:xfrm>
            <a:off x="3467100" y="3683000"/>
            <a:ext cx="685800" cy="842827"/>
            <a:chOff x="3467100" y="3683000"/>
            <a:chExt cx="685800" cy="842827"/>
          </a:xfrm>
        </p:grpSpPr>
        <p:pic>
          <p:nvPicPr>
            <p:cNvPr id="57" name="node18.mark" descr="arrow-right-angle; canonical SHA256=40758c6ab857749af6c80f96e495dbdf2a4d76e38bc96cc28fa877b01fcb9c03; resolved ink=070154">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3467100" y="3683000"/>
              <a:ext cx="685800" cy="842827"/>
            </a:xfrm>
            <a:prstGeom prst="rect">
              <a:avLst/>
            </a:prstGeom>
          </p:spPr>
        </p:pic>
      </p:grpSp>
      <p:grpSp>
        <p:nvGrpSpPr>
          <p:cNvPr id="82" name="node19"/>
          <p:cNvGrpSpPr/>
          <p:nvPr/>
        </p:nvGrpSpPr>
        <p:grpSpPr>
          <a:xfrm>
            <a:off x="6210300" y="3683000"/>
            <a:ext cx="685800" cy="842827"/>
            <a:chOff x="6210300" y="3683000"/>
            <a:chExt cx="685800" cy="842827"/>
          </a:xfrm>
        </p:grpSpPr>
        <p:pic>
          <p:nvPicPr>
            <p:cNvPr id="58" name="node19.mark" descr="arrow-right-angle; canonical SHA256=40758c6ab857749af6c80f96e495dbdf2a4d76e38bc96cc28fa877b01fcb9c03; resolved ink=070154">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6210300" y="3683000"/>
              <a:ext cx="685800" cy="842827"/>
            </a:xfrm>
            <a:prstGeom prst="rect">
              <a:avLst/>
            </a:prstGeom>
          </p:spPr>
        </p:pic>
      </p:grpSp>
      <p:grpSp>
        <p:nvGrpSpPr>
          <p:cNvPr id="83" name="node20"/>
          <p:cNvGrpSpPr/>
          <p:nvPr/>
        </p:nvGrpSpPr>
        <p:grpSpPr>
          <a:xfrm>
            <a:off x="8953500" y="3683000"/>
            <a:ext cx="685800" cy="842827"/>
            <a:chOff x="8953500" y="3683000"/>
            <a:chExt cx="685800" cy="842827"/>
          </a:xfrm>
        </p:grpSpPr>
        <p:pic>
          <p:nvPicPr>
            <p:cNvPr id="59" name="node20.mark" descr="arrow-right-angle; canonical SHA256=40758c6ab857749af6c80f96e495dbdf2a4d76e38bc96cc28fa877b01fcb9c03; resolved ink=070154">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8953500" y="3683000"/>
              <a:ext cx="685800" cy="842827"/>
            </a:xfrm>
            <a:prstGeom prst="rect">
              <a:avLst/>
            </a:prstGeom>
          </p:spPr>
        </p:pic>
      </p:gr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ource-367">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OUR APPROACH</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AI-powered modernization compresses time and risk</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410325"/>
            <a:ext cx="304800" cy="13335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121</a:t>
            </a:fld>
            <a:endParaRPr lang="en-US" sz="700" spc="0" kern="0" b="0" i="0" dirty="0">
              <a:solidFill>
                <a:srgbClr val="070154"/>
              </a:solidFill>
              <a:latin typeface="IBM Plex Mono SemiBold"/>
              <a:ea typeface="IBM Plex Mono SemiBold"/>
              <a:cs typeface="IBM Plex Mono SemiBold"/>
            </a:endParaRPr>
          </a:p>
        </p:txBody>
      </p:sp>
      <p:grpSp>
        <p:nvGrpSpPr>
          <p:cNvPr id="67" name="node01"/>
          <p:cNvGrpSpPr/>
          <p:nvPr/>
        </p:nvGrpSpPr>
        <p:grpSpPr>
          <a:xfrm>
            <a:off x="723900" y="1600200"/>
            <a:ext cx="2514600" cy="3429000"/>
            <a:chOff x="723900" y="1600200"/>
            <a:chExt cx="2514600" cy="3429000"/>
          </a:xfrm>
        </p:grpSpPr>
        <p:sp>
          <p:nvSpPr>
            <p:cNvPr id="6" name="node01.container"/>
            <p:cNvSpPr/>
            <p:nvPr/>
          </p:nvSpPr>
          <p:spPr>
            <a:xfrm>
              <a:off x="723900" y="1600200"/>
              <a:ext cx="2514600" cy="3429000"/>
            </a:xfrm>
            <a:prstGeom prst="rect">
              <a:avLst/>
            </a:prstGeom>
            <a:solidFill>
              <a:srgbClr val="E8EEF8"/>
            </a:solidFill>
            <a:ln>
              <a:noFill/>
            </a:ln>
          </p:spPr>
        </p:sp>
        <p:grpSp>
          <p:nvGrpSpPr>
            <p:cNvPr id="66" name="node01.icon"/>
            <p:cNvGrpSpPr/>
            <p:nvPr/>
          </p:nvGrpSpPr>
          <p:grpSpPr>
            <a:xfrm>
              <a:off x="952500" y="1828800"/>
              <a:ext cx="457200" cy="457200"/>
              <a:chOff x="952500" y="1828800"/>
              <a:chExt cx="457200" cy="457200"/>
            </a:xfrm>
          </p:grpSpPr>
          <p:pic>
            <p:nvPicPr>
              <p:cNvPr id="7" name="node01.icon.image" descr="icon/target-arrow/navy; canonical SHA256=d7be3489d4c720d338cad319f07d0f5d4613e221b5ae04fe7e8f497c9849348f">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52500" y="1828800"/>
                <a:ext cx="457200" cy="457200"/>
              </a:xfrm>
              <a:prstGeom prst="rect">
                <a:avLst/>
              </a:prstGeom>
            </p:spPr>
          </p:pic>
        </p:grpSp>
        <p:sp>
          <p:nvSpPr>
            <p:cNvPr id="8" name="node01.title"/>
            <p:cNvSpPr/>
            <p:nvPr/>
          </p:nvSpPr>
          <p:spPr>
            <a:xfrm>
              <a:off x="1562100" y="1828800"/>
              <a:ext cx="14478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047FF"/>
                  </a:solidFill>
                  <a:latin typeface="IBM Plex Sans SemiBold"/>
                  <a:ea typeface="IBM Plex Sans SemiBold"/>
                  <a:cs typeface="IBM Plex Sans SemiBold"/>
                </a:rPr>
                <a:t>Value first</a:t>
              </a:r>
              <a:endParaRPr lang="en-US" sz="1800" spc="-18" kern="0" b="0" i="0" dirty="0">
                <a:solidFill>
                  <a:srgbClr val="0047FF"/>
                </a:solidFill>
                <a:latin typeface="IBM Plex Sans SemiBold"/>
                <a:ea typeface="IBM Plex Sans SemiBold"/>
                <a:cs typeface="IBM Plex Sans SemiBold"/>
              </a:endParaRPr>
            </a:p>
          </p:txBody>
        </p:sp>
        <p:sp>
          <p:nvSpPr>
            <p:cNvPr id="9" name="node01.body.item-001.bullets.item-001.marker"/>
            <p:cNvSpPr/>
            <p:nvPr/>
          </p:nvSpPr>
          <p:spPr>
            <a:xfrm>
              <a:off x="952500" y="2489200"/>
              <a:ext cx="38100" cy="38100"/>
            </a:xfrm>
            <a:prstGeom prst="rect">
              <a:avLst/>
            </a:prstGeom>
            <a:solidFill>
              <a:srgbClr val="070154"/>
            </a:solidFill>
            <a:ln>
              <a:noFill/>
            </a:ln>
          </p:spPr>
        </p:sp>
        <p:sp>
          <p:nvSpPr>
            <p:cNvPr id="10" name="node01.body.item-001.bullets.item-001.text"/>
            <p:cNvSpPr/>
            <p:nvPr/>
          </p:nvSpPr>
          <p:spPr>
            <a:xfrm>
              <a:off x="1104900" y="2400300"/>
              <a:ext cx="19050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Rank work by business value.</a:t>
              </a:r>
              <a:endParaRPr lang="en-US" sz="1200" spc="0" kern="0" b="0" i="0" dirty="0">
                <a:solidFill>
                  <a:srgbClr val="070154"/>
                </a:solidFill>
                <a:latin typeface="IBM Plex Sans"/>
                <a:ea typeface="IBM Plex Sans"/>
                <a:cs typeface="IBM Plex Sans"/>
              </a:endParaRPr>
            </a:p>
          </p:txBody>
        </p:sp>
        <p:sp>
          <p:nvSpPr>
            <p:cNvPr id="11" name="node01.body.item-001.bullets.item-002.marker"/>
            <p:cNvSpPr/>
            <p:nvPr/>
          </p:nvSpPr>
          <p:spPr>
            <a:xfrm>
              <a:off x="952500" y="2984500"/>
              <a:ext cx="38100" cy="38100"/>
            </a:xfrm>
            <a:prstGeom prst="rect">
              <a:avLst/>
            </a:prstGeom>
            <a:solidFill>
              <a:srgbClr val="070154"/>
            </a:solidFill>
            <a:ln>
              <a:noFill/>
            </a:ln>
          </p:spPr>
        </p:sp>
        <p:sp>
          <p:nvSpPr>
            <p:cNvPr id="12" name="node01.body.item-001.bullets.item-002.text"/>
            <p:cNvSpPr/>
            <p:nvPr/>
          </p:nvSpPr>
          <p:spPr>
            <a:xfrm>
              <a:off x="1104900" y="2895600"/>
              <a:ext cx="19050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Weigh cost, risk and revenue together.</a:t>
              </a:r>
              <a:endParaRPr lang="en-US" sz="1200" spc="0" kern="0" b="0" i="0" dirty="0">
                <a:solidFill>
                  <a:srgbClr val="070154"/>
                </a:solidFill>
                <a:latin typeface="IBM Plex Sans"/>
                <a:ea typeface="IBM Plex Sans"/>
                <a:cs typeface="IBM Plex Sans"/>
              </a:endParaRPr>
            </a:p>
          </p:txBody>
        </p:sp>
        <p:sp>
          <p:nvSpPr>
            <p:cNvPr id="13" name="node01.body.item-001.bullets.item-003.marker"/>
            <p:cNvSpPr/>
            <p:nvPr/>
          </p:nvSpPr>
          <p:spPr>
            <a:xfrm>
              <a:off x="952500" y="3479800"/>
              <a:ext cx="38100" cy="38100"/>
            </a:xfrm>
            <a:prstGeom prst="rect">
              <a:avLst/>
            </a:prstGeom>
            <a:solidFill>
              <a:srgbClr val="070154"/>
            </a:solidFill>
            <a:ln>
              <a:noFill/>
            </a:ln>
          </p:spPr>
        </p:sp>
        <p:sp>
          <p:nvSpPr>
            <p:cNvPr id="14" name="node01.body.item-001.bullets.item-003.text"/>
            <p:cNvSpPr/>
            <p:nvPr/>
          </p:nvSpPr>
          <p:spPr>
            <a:xfrm>
              <a:off x="1104900" y="3390900"/>
              <a:ext cx="1905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Fund quick wins first.</a:t>
              </a:r>
              <a:endParaRPr lang="en-US" sz="1200" spc="0" kern="0" b="0" i="0" dirty="0">
                <a:solidFill>
                  <a:srgbClr val="070154"/>
                </a:solidFill>
                <a:latin typeface="IBM Plex Sans"/>
                <a:ea typeface="IBM Plex Sans"/>
                <a:cs typeface="IBM Plex Sans"/>
              </a:endParaRPr>
            </a:p>
          </p:txBody>
        </p:sp>
        <p:sp>
          <p:nvSpPr>
            <p:cNvPr id="15" name="node01.body.item-001.bullets.item-004.marker"/>
            <p:cNvSpPr/>
            <p:nvPr/>
          </p:nvSpPr>
          <p:spPr>
            <a:xfrm>
              <a:off x="952500" y="3746500"/>
              <a:ext cx="38100" cy="38100"/>
            </a:xfrm>
            <a:prstGeom prst="rect">
              <a:avLst/>
            </a:prstGeom>
            <a:solidFill>
              <a:srgbClr val="070154"/>
            </a:solidFill>
            <a:ln>
              <a:noFill/>
            </a:ln>
          </p:spPr>
        </p:sp>
        <p:sp>
          <p:nvSpPr>
            <p:cNvPr id="16" name="node01.body.item-001.bullets.item-004.text"/>
            <p:cNvSpPr/>
            <p:nvPr/>
          </p:nvSpPr>
          <p:spPr>
            <a:xfrm>
              <a:off x="1104900" y="3657600"/>
              <a:ext cx="1905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Track value per release.</a:t>
              </a:r>
              <a:endParaRPr lang="en-US" sz="1200" spc="0" kern="0" b="0" i="0" dirty="0">
                <a:solidFill>
                  <a:srgbClr val="070154"/>
                </a:solidFill>
                <a:latin typeface="IBM Plex Sans"/>
                <a:ea typeface="IBM Plex Sans"/>
                <a:cs typeface="IBM Plex Sans"/>
              </a:endParaRPr>
            </a:p>
          </p:txBody>
        </p:sp>
        <p:sp>
          <p:nvSpPr>
            <p:cNvPr id="17" name="node01.body.item-001.bullets.item-005.marker"/>
            <p:cNvSpPr/>
            <p:nvPr/>
          </p:nvSpPr>
          <p:spPr>
            <a:xfrm>
              <a:off x="952500" y="4013200"/>
              <a:ext cx="38100" cy="38100"/>
            </a:xfrm>
            <a:prstGeom prst="rect">
              <a:avLst/>
            </a:prstGeom>
            <a:solidFill>
              <a:srgbClr val="070154"/>
            </a:solidFill>
            <a:ln>
              <a:noFill/>
            </a:ln>
          </p:spPr>
        </p:sp>
        <p:sp>
          <p:nvSpPr>
            <p:cNvPr id="18" name="node01.body.item-001.bullets.item-005.text"/>
            <p:cNvSpPr/>
            <p:nvPr/>
          </p:nvSpPr>
          <p:spPr>
            <a:xfrm>
              <a:off x="1104900" y="3924300"/>
              <a:ext cx="19050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Review progress with sponsors each quarter.</a:t>
              </a:r>
              <a:endParaRPr lang="en-US" sz="1200" spc="0" kern="0" b="0" i="0" dirty="0">
                <a:solidFill>
                  <a:srgbClr val="070154"/>
                </a:solidFill>
                <a:latin typeface="IBM Plex Sans"/>
                <a:ea typeface="IBM Plex Sans"/>
                <a:cs typeface="IBM Plex Sans"/>
              </a:endParaRPr>
            </a:p>
          </p:txBody>
        </p:sp>
      </p:grpSp>
      <p:grpSp>
        <p:nvGrpSpPr>
          <p:cNvPr id="68" name="node02"/>
          <p:cNvGrpSpPr/>
          <p:nvPr/>
        </p:nvGrpSpPr>
        <p:grpSpPr>
          <a:xfrm>
            <a:off x="1409700" y="4800600"/>
            <a:ext cx="1828800" cy="1371600"/>
            <a:chOff x="1409700" y="4800600"/>
            <a:chExt cx="1828800" cy="1371600"/>
          </a:xfrm>
        </p:grpSpPr>
        <p:sp>
          <p:nvSpPr>
            <p:cNvPr id="19" name="node02.surface"/>
            <p:cNvSpPr/>
            <p:nvPr/>
          </p:nvSpPr>
          <p:spPr>
            <a:xfrm>
              <a:off x="1409700" y="4800600"/>
              <a:ext cx="1828800" cy="1371600"/>
            </a:xfrm>
            <a:prstGeom prst="rect">
              <a:avLst/>
            </a:prstGeom>
            <a:solidFill>
              <a:srgbClr val="070154"/>
            </a:solidFill>
            <a:ln>
              <a:noFill/>
            </a:ln>
          </p:spPr>
        </p:sp>
      </p:grpSp>
      <p:grpSp>
        <p:nvGrpSpPr>
          <p:cNvPr id="69" name="node03"/>
          <p:cNvGrpSpPr/>
          <p:nvPr/>
        </p:nvGrpSpPr>
        <p:grpSpPr>
          <a:xfrm>
            <a:off x="1638300" y="5029200"/>
            <a:ext cx="1371600" cy="152400"/>
            <a:chOff x="1638300" y="5029200"/>
            <a:chExt cx="1371600" cy="152400"/>
          </a:xfrm>
        </p:grpSpPr>
        <p:sp>
          <p:nvSpPr>
            <p:cNvPr id="20" name="node03.text"/>
            <p:cNvSpPr/>
            <p:nvPr/>
          </p:nvSpPr>
          <p:spPr>
            <a:xfrm>
              <a:off x="1638300" y="5029200"/>
              <a:ext cx="1371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900D3"/>
                  </a:solidFill>
                  <a:latin typeface="IBM Plex Mono Medium"/>
                  <a:ea typeface="IBM Plex Mono Medium"/>
                  <a:cs typeface="IBM Plex Mono Medium"/>
                </a:rPr>
                <a:t>WHY THIS MATTERS</a:t>
              </a:r>
              <a:endParaRPr lang="en-US" sz="900" spc="54" kern="0" b="0" i="0" dirty="0">
                <a:solidFill>
                  <a:srgbClr val="F900D3"/>
                </a:solidFill>
                <a:latin typeface="IBM Plex Mono Medium"/>
                <a:ea typeface="IBM Plex Mono Medium"/>
                <a:cs typeface="IBM Plex Mono Medium"/>
              </a:endParaRPr>
            </a:p>
          </p:txBody>
        </p:sp>
      </p:grpSp>
      <p:grpSp>
        <p:nvGrpSpPr>
          <p:cNvPr id="70" name="node04"/>
          <p:cNvGrpSpPr/>
          <p:nvPr/>
        </p:nvGrpSpPr>
        <p:grpSpPr>
          <a:xfrm>
            <a:off x="1638300" y="5257800"/>
            <a:ext cx="1371600" cy="457200"/>
            <a:chOff x="1638300" y="5257800"/>
            <a:chExt cx="1371600" cy="457200"/>
          </a:xfrm>
        </p:grpSpPr>
        <p:sp>
          <p:nvSpPr>
            <p:cNvPr id="21" name="node04.text"/>
            <p:cNvSpPr/>
            <p:nvPr/>
          </p:nvSpPr>
          <p:spPr>
            <a:xfrm>
              <a:off x="1638300" y="5257800"/>
              <a:ext cx="13716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Effort goes where return is highest.</a:t>
              </a:r>
              <a:endParaRPr lang="en-US" sz="1200" spc="0" kern="0" b="0" i="0" dirty="0">
                <a:solidFill>
                  <a:srgbClr val="FFFFFF"/>
                </a:solidFill>
                <a:latin typeface="IBM Plex Sans"/>
                <a:ea typeface="IBM Plex Sans"/>
                <a:cs typeface="IBM Plex Sans"/>
              </a:endParaRPr>
            </a:p>
          </p:txBody>
        </p:sp>
      </p:grpSp>
      <p:grpSp>
        <p:nvGrpSpPr>
          <p:cNvPr id="72" name="node05"/>
          <p:cNvGrpSpPr/>
          <p:nvPr/>
        </p:nvGrpSpPr>
        <p:grpSpPr>
          <a:xfrm>
            <a:off x="3467100" y="1600200"/>
            <a:ext cx="2514600" cy="3429000"/>
            <a:chOff x="3467100" y="1600200"/>
            <a:chExt cx="2514600" cy="3429000"/>
          </a:xfrm>
        </p:grpSpPr>
        <p:sp>
          <p:nvSpPr>
            <p:cNvPr id="22" name="node05.container"/>
            <p:cNvSpPr/>
            <p:nvPr/>
          </p:nvSpPr>
          <p:spPr>
            <a:xfrm>
              <a:off x="3467100" y="1600200"/>
              <a:ext cx="2514600" cy="3429000"/>
            </a:xfrm>
            <a:prstGeom prst="rect">
              <a:avLst/>
            </a:prstGeom>
            <a:solidFill>
              <a:srgbClr val="E8EEF8"/>
            </a:solidFill>
            <a:ln>
              <a:noFill/>
            </a:ln>
          </p:spPr>
        </p:sp>
        <p:grpSp>
          <p:nvGrpSpPr>
            <p:cNvPr id="71" name="node05.icon"/>
            <p:cNvGrpSpPr/>
            <p:nvPr/>
          </p:nvGrpSpPr>
          <p:grpSpPr>
            <a:xfrm>
              <a:off x="3695700" y="1828800"/>
              <a:ext cx="457200" cy="457200"/>
              <a:chOff x="3695700" y="1828800"/>
              <a:chExt cx="457200" cy="457200"/>
            </a:xfrm>
          </p:grpSpPr>
          <p:pic>
            <p:nvPicPr>
              <p:cNvPr id="23" name="node05.icon.image" descr="icon/strategy-route/navy; canonical SHA256=763a15166fefc06f84edb42452bdf8fbb13cc97295a2599a2fc99a950f7f95d4">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695700" y="1828800"/>
                <a:ext cx="457200" cy="457200"/>
              </a:xfrm>
              <a:prstGeom prst="rect">
                <a:avLst/>
              </a:prstGeom>
            </p:spPr>
          </p:pic>
        </p:grpSp>
        <p:sp>
          <p:nvSpPr>
            <p:cNvPr id="24" name="node05.title"/>
            <p:cNvSpPr/>
            <p:nvPr/>
          </p:nvSpPr>
          <p:spPr>
            <a:xfrm>
              <a:off x="4305300" y="1828800"/>
              <a:ext cx="14478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047FF"/>
                  </a:solidFill>
                  <a:latin typeface="IBM Plex Sans SemiBold"/>
                  <a:ea typeface="IBM Plex Sans SemiBold"/>
                  <a:cs typeface="IBM Plex Sans SemiBold"/>
                </a:rPr>
                <a:t>Purpose built</a:t>
              </a:r>
              <a:endParaRPr lang="en-US" sz="1800" spc="-18" kern="0" b="0" i="0" dirty="0">
                <a:solidFill>
                  <a:srgbClr val="0047FF"/>
                </a:solidFill>
                <a:latin typeface="IBM Plex Sans SemiBold"/>
                <a:ea typeface="IBM Plex Sans SemiBold"/>
                <a:cs typeface="IBM Plex Sans SemiBold"/>
              </a:endParaRPr>
            </a:p>
          </p:txBody>
        </p:sp>
        <p:sp>
          <p:nvSpPr>
            <p:cNvPr id="25" name="node05.body.item-001.bullets.item-001.marker"/>
            <p:cNvSpPr/>
            <p:nvPr/>
          </p:nvSpPr>
          <p:spPr>
            <a:xfrm>
              <a:off x="3695700" y="2489200"/>
              <a:ext cx="38100" cy="38100"/>
            </a:xfrm>
            <a:prstGeom prst="rect">
              <a:avLst/>
            </a:prstGeom>
            <a:solidFill>
              <a:srgbClr val="070154"/>
            </a:solidFill>
            <a:ln>
              <a:noFill/>
            </a:ln>
          </p:spPr>
        </p:sp>
        <p:sp>
          <p:nvSpPr>
            <p:cNvPr id="26" name="node05.body.item-001.bullets.item-001.text"/>
            <p:cNvSpPr/>
            <p:nvPr/>
          </p:nvSpPr>
          <p:spPr>
            <a:xfrm>
              <a:off x="3848100" y="2400300"/>
              <a:ext cx="19050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Choose retain, replatform, rewrite or retire.</a:t>
              </a:r>
              <a:endParaRPr lang="en-US" sz="1200" spc="0" kern="0" b="0" i="0" dirty="0">
                <a:solidFill>
                  <a:srgbClr val="070154"/>
                </a:solidFill>
                <a:latin typeface="IBM Plex Sans"/>
                <a:ea typeface="IBM Plex Sans"/>
                <a:cs typeface="IBM Plex Sans"/>
              </a:endParaRPr>
            </a:p>
          </p:txBody>
        </p:sp>
        <p:sp>
          <p:nvSpPr>
            <p:cNvPr id="27" name="node05.body.item-001.bullets.item-002.marker"/>
            <p:cNvSpPr/>
            <p:nvPr/>
          </p:nvSpPr>
          <p:spPr>
            <a:xfrm>
              <a:off x="3695700" y="2984500"/>
              <a:ext cx="38100" cy="38100"/>
            </a:xfrm>
            <a:prstGeom prst="rect">
              <a:avLst/>
            </a:prstGeom>
            <a:solidFill>
              <a:srgbClr val="070154"/>
            </a:solidFill>
            <a:ln>
              <a:noFill/>
            </a:ln>
          </p:spPr>
        </p:sp>
        <p:sp>
          <p:nvSpPr>
            <p:cNvPr id="28" name="node05.body.item-001.bullets.item-002.text"/>
            <p:cNvSpPr/>
            <p:nvPr/>
          </p:nvSpPr>
          <p:spPr>
            <a:xfrm>
              <a:off x="3848100" y="2895600"/>
              <a:ext cx="19050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Keep stable components in place.</a:t>
              </a:r>
              <a:endParaRPr lang="en-US" sz="1200" spc="0" kern="0" b="0" i="0" dirty="0">
                <a:solidFill>
                  <a:srgbClr val="070154"/>
                </a:solidFill>
                <a:latin typeface="IBM Plex Sans"/>
                <a:ea typeface="IBM Plex Sans"/>
                <a:cs typeface="IBM Plex Sans"/>
              </a:endParaRPr>
            </a:p>
          </p:txBody>
        </p:sp>
        <p:sp>
          <p:nvSpPr>
            <p:cNvPr id="29" name="node05.body.item-001.bullets.item-003.marker"/>
            <p:cNvSpPr/>
            <p:nvPr/>
          </p:nvSpPr>
          <p:spPr>
            <a:xfrm>
              <a:off x="3695700" y="3479800"/>
              <a:ext cx="38100" cy="38100"/>
            </a:xfrm>
            <a:prstGeom prst="rect">
              <a:avLst/>
            </a:prstGeom>
            <a:solidFill>
              <a:srgbClr val="070154"/>
            </a:solidFill>
            <a:ln>
              <a:noFill/>
            </a:ln>
          </p:spPr>
        </p:sp>
        <p:sp>
          <p:nvSpPr>
            <p:cNvPr id="30" name="node05.body.item-001.bullets.item-003.text"/>
            <p:cNvSpPr/>
            <p:nvPr/>
          </p:nvSpPr>
          <p:spPr>
            <a:xfrm>
              <a:off x="3848100" y="3390900"/>
              <a:ext cx="19050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Fit the target to your portfolio.</a:t>
              </a:r>
              <a:endParaRPr lang="en-US" sz="1200" spc="0" kern="0" b="0" i="0" dirty="0">
                <a:solidFill>
                  <a:srgbClr val="070154"/>
                </a:solidFill>
                <a:latin typeface="IBM Plex Sans"/>
                <a:ea typeface="IBM Plex Sans"/>
                <a:cs typeface="IBM Plex Sans"/>
              </a:endParaRPr>
            </a:p>
          </p:txBody>
        </p:sp>
        <p:sp>
          <p:nvSpPr>
            <p:cNvPr id="31" name="node05.body.item-001.bullets.item-004.marker"/>
            <p:cNvSpPr/>
            <p:nvPr/>
          </p:nvSpPr>
          <p:spPr>
            <a:xfrm>
              <a:off x="3695700" y="3975100"/>
              <a:ext cx="38100" cy="38100"/>
            </a:xfrm>
            <a:prstGeom prst="rect">
              <a:avLst/>
            </a:prstGeom>
            <a:solidFill>
              <a:srgbClr val="070154"/>
            </a:solidFill>
            <a:ln>
              <a:noFill/>
            </a:ln>
          </p:spPr>
        </p:sp>
        <p:sp>
          <p:nvSpPr>
            <p:cNvPr id="32" name="node05.body.item-001.bullets.item-004.text"/>
            <p:cNvSpPr/>
            <p:nvPr/>
          </p:nvSpPr>
          <p:spPr>
            <a:xfrm>
              <a:off x="3848100" y="3886200"/>
              <a:ext cx="1905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Nothing rebuilt for show.</a:t>
              </a:r>
              <a:endParaRPr lang="en-US" sz="1200" spc="0" kern="0" b="0" i="0" dirty="0">
                <a:solidFill>
                  <a:srgbClr val="070154"/>
                </a:solidFill>
                <a:latin typeface="IBM Plex Sans"/>
                <a:ea typeface="IBM Plex Sans"/>
                <a:cs typeface="IBM Plex Sans"/>
              </a:endParaRPr>
            </a:p>
          </p:txBody>
        </p:sp>
        <p:sp>
          <p:nvSpPr>
            <p:cNvPr id="33" name="node05.body.item-001.bullets.item-005.marker"/>
            <p:cNvSpPr/>
            <p:nvPr/>
          </p:nvSpPr>
          <p:spPr>
            <a:xfrm>
              <a:off x="3695700" y="4241800"/>
              <a:ext cx="38100" cy="38100"/>
            </a:xfrm>
            <a:prstGeom prst="rect">
              <a:avLst/>
            </a:prstGeom>
            <a:solidFill>
              <a:srgbClr val="070154"/>
            </a:solidFill>
            <a:ln>
              <a:noFill/>
            </a:ln>
          </p:spPr>
        </p:sp>
        <p:sp>
          <p:nvSpPr>
            <p:cNvPr id="34" name="node05.body.item-001.bullets.item-005.text"/>
            <p:cNvSpPr/>
            <p:nvPr/>
          </p:nvSpPr>
          <p:spPr>
            <a:xfrm>
              <a:off x="3848100" y="4152900"/>
              <a:ext cx="1905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Plan system by system.</a:t>
              </a:r>
              <a:endParaRPr lang="en-US" sz="1200" spc="0" kern="0" b="0" i="0" dirty="0">
                <a:solidFill>
                  <a:srgbClr val="070154"/>
                </a:solidFill>
                <a:latin typeface="IBM Plex Sans"/>
                <a:ea typeface="IBM Plex Sans"/>
                <a:cs typeface="IBM Plex Sans"/>
              </a:endParaRPr>
            </a:p>
          </p:txBody>
        </p:sp>
      </p:grpSp>
      <p:grpSp>
        <p:nvGrpSpPr>
          <p:cNvPr id="73" name="node06"/>
          <p:cNvGrpSpPr/>
          <p:nvPr/>
        </p:nvGrpSpPr>
        <p:grpSpPr>
          <a:xfrm>
            <a:off x="4152900" y="4800600"/>
            <a:ext cx="1828800" cy="1371600"/>
            <a:chOff x="4152900" y="4800600"/>
            <a:chExt cx="1828800" cy="1371600"/>
          </a:xfrm>
        </p:grpSpPr>
        <p:sp>
          <p:nvSpPr>
            <p:cNvPr id="35" name="node06.surface"/>
            <p:cNvSpPr/>
            <p:nvPr/>
          </p:nvSpPr>
          <p:spPr>
            <a:xfrm>
              <a:off x="4152900" y="4800600"/>
              <a:ext cx="1828800" cy="1371600"/>
            </a:xfrm>
            <a:prstGeom prst="rect">
              <a:avLst/>
            </a:prstGeom>
            <a:solidFill>
              <a:srgbClr val="070154"/>
            </a:solidFill>
            <a:ln>
              <a:noFill/>
            </a:ln>
          </p:spPr>
        </p:sp>
      </p:grpSp>
      <p:grpSp>
        <p:nvGrpSpPr>
          <p:cNvPr id="74" name="node07"/>
          <p:cNvGrpSpPr/>
          <p:nvPr/>
        </p:nvGrpSpPr>
        <p:grpSpPr>
          <a:xfrm>
            <a:off x="4381500" y="5029200"/>
            <a:ext cx="1371600" cy="152400"/>
            <a:chOff x="4381500" y="5029200"/>
            <a:chExt cx="1371600" cy="152400"/>
          </a:xfrm>
        </p:grpSpPr>
        <p:sp>
          <p:nvSpPr>
            <p:cNvPr id="36" name="node07.text"/>
            <p:cNvSpPr/>
            <p:nvPr/>
          </p:nvSpPr>
          <p:spPr>
            <a:xfrm>
              <a:off x="4381500" y="5029200"/>
              <a:ext cx="1371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900D3"/>
                  </a:solidFill>
                  <a:latin typeface="IBM Plex Mono Medium"/>
                  <a:ea typeface="IBM Plex Mono Medium"/>
                  <a:cs typeface="IBM Plex Mono Medium"/>
                </a:rPr>
                <a:t>WHY THIS MATTERS</a:t>
              </a:r>
              <a:endParaRPr lang="en-US" sz="900" spc="54" kern="0" b="0" i="0" dirty="0">
                <a:solidFill>
                  <a:srgbClr val="F900D3"/>
                </a:solidFill>
                <a:latin typeface="IBM Plex Mono Medium"/>
                <a:ea typeface="IBM Plex Mono Medium"/>
                <a:cs typeface="IBM Plex Mono Medium"/>
              </a:endParaRPr>
            </a:p>
          </p:txBody>
        </p:sp>
      </p:grpSp>
      <p:grpSp>
        <p:nvGrpSpPr>
          <p:cNvPr id="75" name="node08"/>
          <p:cNvGrpSpPr/>
          <p:nvPr/>
        </p:nvGrpSpPr>
        <p:grpSpPr>
          <a:xfrm>
            <a:off x="4381500" y="5257800"/>
            <a:ext cx="1371600" cy="685800"/>
            <a:chOff x="4381500" y="5257800"/>
            <a:chExt cx="1371600" cy="685800"/>
          </a:xfrm>
        </p:grpSpPr>
        <p:sp>
          <p:nvSpPr>
            <p:cNvPr id="37" name="node08.text"/>
            <p:cNvSpPr/>
            <p:nvPr/>
          </p:nvSpPr>
          <p:spPr>
            <a:xfrm>
              <a:off x="4381500" y="5257800"/>
              <a:ext cx="1371600" cy="685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You keep what works, replace what drives value.</a:t>
              </a:r>
              <a:endParaRPr lang="en-US" sz="1200" spc="0" kern="0" b="0" i="0" dirty="0">
                <a:solidFill>
                  <a:srgbClr val="FFFFFF"/>
                </a:solidFill>
                <a:latin typeface="IBM Plex Sans"/>
                <a:ea typeface="IBM Plex Sans"/>
                <a:cs typeface="IBM Plex Sans"/>
              </a:endParaRPr>
            </a:p>
          </p:txBody>
        </p:sp>
      </p:grpSp>
      <p:grpSp>
        <p:nvGrpSpPr>
          <p:cNvPr id="77" name="node09"/>
          <p:cNvGrpSpPr/>
          <p:nvPr/>
        </p:nvGrpSpPr>
        <p:grpSpPr>
          <a:xfrm>
            <a:off x="6210300" y="1600200"/>
            <a:ext cx="2514600" cy="3429000"/>
            <a:chOff x="6210300" y="1600200"/>
            <a:chExt cx="2514600" cy="3429000"/>
          </a:xfrm>
        </p:grpSpPr>
        <p:sp>
          <p:nvSpPr>
            <p:cNvPr id="38" name="node09.container"/>
            <p:cNvSpPr/>
            <p:nvPr/>
          </p:nvSpPr>
          <p:spPr>
            <a:xfrm>
              <a:off x="6210300" y="1600200"/>
              <a:ext cx="2514600" cy="3429000"/>
            </a:xfrm>
            <a:prstGeom prst="rect">
              <a:avLst/>
            </a:prstGeom>
            <a:solidFill>
              <a:srgbClr val="E8EEF8"/>
            </a:solidFill>
            <a:ln>
              <a:noFill/>
            </a:ln>
          </p:spPr>
        </p:sp>
        <p:grpSp>
          <p:nvGrpSpPr>
            <p:cNvPr id="76" name="node09.icon"/>
            <p:cNvGrpSpPr/>
            <p:nvPr/>
          </p:nvGrpSpPr>
          <p:grpSpPr>
            <a:xfrm>
              <a:off x="6438900" y="1828800"/>
              <a:ext cx="457200" cy="457200"/>
              <a:chOff x="6438900" y="1828800"/>
              <a:chExt cx="457200" cy="457200"/>
            </a:xfrm>
          </p:grpSpPr>
          <p:pic>
            <p:nvPicPr>
              <p:cNvPr id="39" name="node09.icon.image" descr="icon/ai-chip-orbit/navy; canonical SHA256=14a43f66d8a5b8ac5942dde8e905dedb2ae681de3a803ebf66fb1cacc34ccd3a">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438900" y="1828800"/>
                <a:ext cx="457200" cy="457200"/>
              </a:xfrm>
              <a:prstGeom prst="rect">
                <a:avLst/>
              </a:prstGeom>
            </p:spPr>
          </p:pic>
        </p:grpSp>
        <p:sp>
          <p:nvSpPr>
            <p:cNvPr id="40" name="node09.title"/>
            <p:cNvSpPr/>
            <p:nvPr/>
          </p:nvSpPr>
          <p:spPr>
            <a:xfrm>
              <a:off x="7048500" y="1828800"/>
              <a:ext cx="1447800" cy="6096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047FF"/>
                  </a:solidFill>
                  <a:latin typeface="IBM Plex Sans SemiBold"/>
                  <a:ea typeface="IBM Plex Sans SemiBold"/>
                  <a:cs typeface="IBM Plex Sans SemiBold"/>
                </a:rPr>
                <a:t>AI accelerated</a:t>
              </a:r>
              <a:endParaRPr lang="en-US" sz="1800" spc="-18" kern="0" b="0" i="0" dirty="0">
                <a:solidFill>
                  <a:srgbClr val="0047FF"/>
                </a:solidFill>
                <a:latin typeface="IBM Plex Sans SemiBold"/>
                <a:ea typeface="IBM Plex Sans SemiBold"/>
                <a:cs typeface="IBM Plex Sans SemiBold"/>
              </a:endParaRPr>
            </a:p>
          </p:txBody>
        </p:sp>
        <p:sp>
          <p:nvSpPr>
            <p:cNvPr id="41" name="node09.body.item-001.bullets.item-001.marker"/>
            <p:cNvSpPr/>
            <p:nvPr/>
          </p:nvSpPr>
          <p:spPr>
            <a:xfrm>
              <a:off x="6438900" y="2641600"/>
              <a:ext cx="38100" cy="38100"/>
            </a:xfrm>
            <a:prstGeom prst="rect">
              <a:avLst/>
            </a:prstGeom>
            <a:solidFill>
              <a:srgbClr val="070154"/>
            </a:solidFill>
            <a:ln>
              <a:noFill/>
            </a:ln>
          </p:spPr>
        </p:sp>
        <p:sp>
          <p:nvSpPr>
            <p:cNvPr id="42" name="node09.body.item-001.bullets.item-001.text"/>
            <p:cNvSpPr/>
            <p:nvPr/>
          </p:nvSpPr>
          <p:spPr>
            <a:xfrm>
              <a:off x="6591300" y="2552700"/>
              <a:ext cx="19050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Agents scan and map codebases.</a:t>
              </a:r>
              <a:endParaRPr lang="en-US" sz="1200" spc="0" kern="0" b="0" i="0" dirty="0">
                <a:solidFill>
                  <a:srgbClr val="070154"/>
                </a:solidFill>
                <a:latin typeface="IBM Plex Sans"/>
                <a:ea typeface="IBM Plex Sans"/>
                <a:cs typeface="IBM Plex Sans"/>
              </a:endParaRPr>
            </a:p>
          </p:txBody>
        </p:sp>
        <p:sp>
          <p:nvSpPr>
            <p:cNvPr id="43" name="node09.body.item-001.bullets.item-002.marker"/>
            <p:cNvSpPr/>
            <p:nvPr/>
          </p:nvSpPr>
          <p:spPr>
            <a:xfrm>
              <a:off x="6438900" y="3136900"/>
              <a:ext cx="38100" cy="38100"/>
            </a:xfrm>
            <a:prstGeom prst="rect">
              <a:avLst/>
            </a:prstGeom>
            <a:solidFill>
              <a:srgbClr val="070154"/>
            </a:solidFill>
            <a:ln>
              <a:noFill/>
            </a:ln>
          </p:spPr>
        </p:sp>
        <p:sp>
          <p:nvSpPr>
            <p:cNvPr id="44" name="node09.body.item-001.bullets.item-002.text"/>
            <p:cNvSpPr/>
            <p:nvPr/>
          </p:nvSpPr>
          <p:spPr>
            <a:xfrm>
              <a:off x="6591300" y="3048000"/>
              <a:ext cx="19050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Dependencies surface in days.</a:t>
              </a:r>
              <a:endParaRPr lang="en-US" sz="1200" spc="0" kern="0" b="0" i="0" dirty="0">
                <a:solidFill>
                  <a:srgbClr val="070154"/>
                </a:solidFill>
                <a:latin typeface="IBM Plex Sans"/>
                <a:ea typeface="IBM Plex Sans"/>
                <a:cs typeface="IBM Plex Sans"/>
              </a:endParaRPr>
            </a:p>
          </p:txBody>
        </p:sp>
        <p:sp>
          <p:nvSpPr>
            <p:cNvPr id="45" name="node09.body.item-001.bullets.item-003.marker"/>
            <p:cNvSpPr/>
            <p:nvPr/>
          </p:nvSpPr>
          <p:spPr>
            <a:xfrm>
              <a:off x="6438900" y="3632200"/>
              <a:ext cx="38100" cy="38100"/>
            </a:xfrm>
            <a:prstGeom prst="rect">
              <a:avLst/>
            </a:prstGeom>
            <a:solidFill>
              <a:srgbClr val="070154"/>
            </a:solidFill>
            <a:ln>
              <a:noFill/>
            </a:ln>
          </p:spPr>
        </p:sp>
        <p:sp>
          <p:nvSpPr>
            <p:cNvPr id="46" name="node09.body.item-001.bullets.item-003.text"/>
            <p:cNvSpPr/>
            <p:nvPr/>
          </p:nvSpPr>
          <p:spPr>
            <a:xfrm>
              <a:off x="6591300" y="3543300"/>
              <a:ext cx="19050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Generated tests back each change.</a:t>
              </a:r>
              <a:endParaRPr lang="en-US" sz="1200" spc="0" kern="0" b="0" i="0" dirty="0">
                <a:solidFill>
                  <a:srgbClr val="070154"/>
                </a:solidFill>
                <a:latin typeface="IBM Plex Sans"/>
                <a:ea typeface="IBM Plex Sans"/>
                <a:cs typeface="IBM Plex Sans"/>
              </a:endParaRPr>
            </a:p>
          </p:txBody>
        </p:sp>
        <p:sp>
          <p:nvSpPr>
            <p:cNvPr id="47" name="node09.body.item-001.bullets.item-004.marker"/>
            <p:cNvSpPr/>
            <p:nvPr/>
          </p:nvSpPr>
          <p:spPr>
            <a:xfrm>
              <a:off x="6438900" y="4127500"/>
              <a:ext cx="38100" cy="38100"/>
            </a:xfrm>
            <a:prstGeom prst="rect">
              <a:avLst/>
            </a:prstGeom>
            <a:solidFill>
              <a:srgbClr val="070154"/>
            </a:solidFill>
            <a:ln>
              <a:noFill/>
            </a:ln>
          </p:spPr>
        </p:sp>
        <p:sp>
          <p:nvSpPr>
            <p:cNvPr id="48" name="node09.body.item-001.bullets.item-004.text"/>
            <p:cNvSpPr/>
            <p:nvPr/>
          </p:nvSpPr>
          <p:spPr>
            <a:xfrm>
              <a:off x="6591300" y="4038600"/>
              <a:ext cx="19050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Engineers approve every merge.</a:t>
              </a:r>
              <a:endParaRPr lang="en-US" sz="1200" spc="0" kern="0" b="0" i="0" dirty="0">
                <a:solidFill>
                  <a:srgbClr val="070154"/>
                </a:solidFill>
                <a:latin typeface="IBM Plex Sans"/>
                <a:ea typeface="IBM Plex Sans"/>
                <a:cs typeface="IBM Plex Sans"/>
              </a:endParaRPr>
            </a:p>
          </p:txBody>
        </p:sp>
      </p:grpSp>
      <p:grpSp>
        <p:nvGrpSpPr>
          <p:cNvPr id="78" name="node10"/>
          <p:cNvGrpSpPr/>
          <p:nvPr/>
        </p:nvGrpSpPr>
        <p:grpSpPr>
          <a:xfrm>
            <a:off x="6896100" y="4800600"/>
            <a:ext cx="1828800" cy="1371600"/>
            <a:chOff x="6896100" y="4800600"/>
            <a:chExt cx="1828800" cy="1371600"/>
          </a:xfrm>
        </p:grpSpPr>
        <p:sp>
          <p:nvSpPr>
            <p:cNvPr id="49" name="node10.surface"/>
            <p:cNvSpPr/>
            <p:nvPr/>
          </p:nvSpPr>
          <p:spPr>
            <a:xfrm>
              <a:off x="6896100" y="4800600"/>
              <a:ext cx="1828800" cy="1371600"/>
            </a:xfrm>
            <a:prstGeom prst="rect">
              <a:avLst/>
            </a:prstGeom>
            <a:solidFill>
              <a:srgbClr val="070154"/>
            </a:solidFill>
            <a:ln>
              <a:noFill/>
            </a:ln>
          </p:spPr>
        </p:sp>
      </p:grpSp>
      <p:grpSp>
        <p:nvGrpSpPr>
          <p:cNvPr id="79" name="node11"/>
          <p:cNvGrpSpPr/>
          <p:nvPr/>
        </p:nvGrpSpPr>
        <p:grpSpPr>
          <a:xfrm>
            <a:off x="7124700" y="5029200"/>
            <a:ext cx="1371600" cy="152400"/>
            <a:chOff x="7124700" y="5029200"/>
            <a:chExt cx="1371600" cy="152400"/>
          </a:xfrm>
        </p:grpSpPr>
        <p:sp>
          <p:nvSpPr>
            <p:cNvPr id="50" name="node11.text"/>
            <p:cNvSpPr/>
            <p:nvPr/>
          </p:nvSpPr>
          <p:spPr>
            <a:xfrm>
              <a:off x="7124700" y="5029200"/>
              <a:ext cx="1371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900D3"/>
                  </a:solidFill>
                  <a:latin typeface="IBM Plex Mono Medium"/>
                  <a:ea typeface="IBM Plex Mono Medium"/>
                  <a:cs typeface="IBM Plex Mono Medium"/>
                </a:rPr>
                <a:t>WHY THIS MATTERS</a:t>
              </a:r>
              <a:endParaRPr lang="en-US" sz="900" spc="54" kern="0" b="0" i="0" dirty="0">
                <a:solidFill>
                  <a:srgbClr val="F900D3"/>
                </a:solidFill>
                <a:latin typeface="IBM Plex Mono Medium"/>
                <a:ea typeface="IBM Plex Mono Medium"/>
                <a:cs typeface="IBM Plex Mono Medium"/>
              </a:endParaRPr>
            </a:p>
          </p:txBody>
        </p:sp>
      </p:grpSp>
      <p:grpSp>
        <p:nvGrpSpPr>
          <p:cNvPr id="80" name="node12"/>
          <p:cNvGrpSpPr/>
          <p:nvPr/>
        </p:nvGrpSpPr>
        <p:grpSpPr>
          <a:xfrm>
            <a:off x="7124700" y="5257800"/>
            <a:ext cx="1371600" cy="457200"/>
            <a:chOff x="7124700" y="5257800"/>
            <a:chExt cx="1371600" cy="457200"/>
          </a:xfrm>
        </p:grpSpPr>
        <p:sp>
          <p:nvSpPr>
            <p:cNvPr id="51" name="node12.text"/>
            <p:cNvSpPr/>
            <p:nvPr/>
          </p:nvSpPr>
          <p:spPr>
            <a:xfrm>
              <a:off x="7124700" y="5257800"/>
              <a:ext cx="13716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Months of analysis done in days.</a:t>
              </a:r>
              <a:endParaRPr lang="en-US" sz="1200" spc="0" kern="0" b="0" i="0" dirty="0">
                <a:solidFill>
                  <a:srgbClr val="FFFFFF"/>
                </a:solidFill>
                <a:latin typeface="IBM Plex Sans"/>
                <a:ea typeface="IBM Plex Sans"/>
                <a:cs typeface="IBM Plex Sans"/>
              </a:endParaRPr>
            </a:p>
          </p:txBody>
        </p:sp>
      </p:grpSp>
      <p:grpSp>
        <p:nvGrpSpPr>
          <p:cNvPr id="82" name="node13"/>
          <p:cNvGrpSpPr/>
          <p:nvPr/>
        </p:nvGrpSpPr>
        <p:grpSpPr>
          <a:xfrm>
            <a:off x="8953500" y="1600200"/>
            <a:ext cx="2514600" cy="3429000"/>
            <a:chOff x="8953500" y="1600200"/>
            <a:chExt cx="2514600" cy="3429000"/>
          </a:xfrm>
        </p:grpSpPr>
        <p:sp>
          <p:nvSpPr>
            <p:cNvPr id="52" name="node13.container"/>
            <p:cNvSpPr/>
            <p:nvPr/>
          </p:nvSpPr>
          <p:spPr>
            <a:xfrm>
              <a:off x="8953500" y="1600200"/>
              <a:ext cx="2514600" cy="3429000"/>
            </a:xfrm>
            <a:prstGeom prst="rect">
              <a:avLst/>
            </a:prstGeom>
            <a:solidFill>
              <a:srgbClr val="E8EEF8"/>
            </a:solidFill>
            <a:ln>
              <a:noFill/>
            </a:ln>
          </p:spPr>
        </p:sp>
        <p:grpSp>
          <p:nvGrpSpPr>
            <p:cNvPr id="81" name="node13.icon"/>
            <p:cNvGrpSpPr/>
            <p:nvPr/>
          </p:nvGrpSpPr>
          <p:grpSpPr>
            <a:xfrm>
              <a:off x="9182100" y="1828800"/>
              <a:ext cx="457200" cy="457200"/>
              <a:chOff x="9182100" y="1828800"/>
              <a:chExt cx="457200" cy="457200"/>
            </a:xfrm>
          </p:grpSpPr>
          <p:pic>
            <p:nvPicPr>
              <p:cNvPr id="53" name="node13.icon.image" descr="icon/team-huddle/navy; canonical SHA256=0810b0327bab4c67b9ad5494cd579ab1166b6cab738efd10be95638de3481f2f">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182100" y="1828800"/>
                <a:ext cx="457200" cy="457200"/>
              </a:xfrm>
              <a:prstGeom prst="rect">
                <a:avLst/>
              </a:prstGeom>
            </p:spPr>
          </p:pic>
        </p:grpSp>
        <p:sp>
          <p:nvSpPr>
            <p:cNvPr id="54" name="node13.title"/>
            <p:cNvSpPr/>
            <p:nvPr/>
          </p:nvSpPr>
          <p:spPr>
            <a:xfrm>
              <a:off x="9791700" y="1828800"/>
              <a:ext cx="1447800" cy="6096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047FF"/>
                  </a:solidFill>
                  <a:latin typeface="IBM Plex Sans SemiBold"/>
                  <a:ea typeface="IBM Plex Sans SemiBold"/>
                  <a:cs typeface="IBM Plex Sans SemiBold"/>
                </a:rPr>
                <a:t>Co-build and scale</a:t>
              </a:r>
              <a:endParaRPr lang="en-US" sz="1800" spc="-18" kern="0" b="0" i="0" dirty="0">
                <a:solidFill>
                  <a:srgbClr val="0047FF"/>
                </a:solidFill>
                <a:latin typeface="IBM Plex Sans SemiBold"/>
                <a:ea typeface="IBM Plex Sans SemiBold"/>
                <a:cs typeface="IBM Plex Sans SemiBold"/>
              </a:endParaRPr>
            </a:p>
          </p:txBody>
        </p:sp>
        <p:sp>
          <p:nvSpPr>
            <p:cNvPr id="55" name="node13.body.item-001.bullets.item-001.marker"/>
            <p:cNvSpPr/>
            <p:nvPr/>
          </p:nvSpPr>
          <p:spPr>
            <a:xfrm>
              <a:off x="9182100" y="2641600"/>
              <a:ext cx="38100" cy="38100"/>
            </a:xfrm>
            <a:prstGeom prst="rect">
              <a:avLst/>
            </a:prstGeom>
            <a:solidFill>
              <a:srgbClr val="070154"/>
            </a:solidFill>
            <a:ln>
              <a:noFill/>
            </a:ln>
          </p:spPr>
        </p:sp>
        <p:sp>
          <p:nvSpPr>
            <p:cNvPr id="56" name="node13.body.item-001.bullets.item-001.text"/>
            <p:cNvSpPr/>
            <p:nvPr/>
          </p:nvSpPr>
          <p:spPr>
            <a:xfrm>
              <a:off x="9334500" y="2552700"/>
              <a:ext cx="19050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Co-sourced teams sit with stakeholders.</a:t>
              </a:r>
              <a:endParaRPr lang="en-US" sz="1200" spc="0" kern="0" b="0" i="0" dirty="0">
                <a:solidFill>
                  <a:srgbClr val="070154"/>
                </a:solidFill>
                <a:latin typeface="IBM Plex Sans"/>
                <a:ea typeface="IBM Plex Sans"/>
                <a:cs typeface="IBM Plex Sans"/>
              </a:endParaRPr>
            </a:p>
          </p:txBody>
        </p:sp>
        <p:sp>
          <p:nvSpPr>
            <p:cNvPr id="57" name="node13.body.item-001.bullets.item-002.marker"/>
            <p:cNvSpPr/>
            <p:nvPr/>
          </p:nvSpPr>
          <p:spPr>
            <a:xfrm>
              <a:off x="9182100" y="3136900"/>
              <a:ext cx="38100" cy="38100"/>
            </a:xfrm>
            <a:prstGeom prst="rect">
              <a:avLst/>
            </a:prstGeom>
            <a:solidFill>
              <a:srgbClr val="070154"/>
            </a:solidFill>
            <a:ln>
              <a:noFill/>
            </a:ln>
          </p:spPr>
        </p:sp>
        <p:sp>
          <p:nvSpPr>
            <p:cNvPr id="58" name="node13.body.item-001.bullets.item-002.text"/>
            <p:cNvSpPr/>
            <p:nvPr/>
          </p:nvSpPr>
          <p:spPr>
            <a:xfrm>
              <a:off x="9334500" y="3048000"/>
              <a:ext cx="19050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Onshore and nearshore flex with demand.</a:t>
              </a:r>
              <a:endParaRPr lang="en-US" sz="1200" spc="0" kern="0" b="0" i="0" dirty="0">
                <a:solidFill>
                  <a:srgbClr val="070154"/>
                </a:solidFill>
                <a:latin typeface="IBM Plex Sans"/>
                <a:ea typeface="IBM Plex Sans"/>
                <a:cs typeface="IBM Plex Sans"/>
              </a:endParaRPr>
            </a:p>
          </p:txBody>
        </p:sp>
        <p:sp>
          <p:nvSpPr>
            <p:cNvPr id="59" name="node13.body.item-001.bullets.item-003.marker"/>
            <p:cNvSpPr/>
            <p:nvPr/>
          </p:nvSpPr>
          <p:spPr>
            <a:xfrm>
              <a:off x="9182100" y="3632200"/>
              <a:ext cx="38100" cy="38100"/>
            </a:xfrm>
            <a:prstGeom prst="rect">
              <a:avLst/>
            </a:prstGeom>
            <a:solidFill>
              <a:srgbClr val="070154"/>
            </a:solidFill>
            <a:ln>
              <a:noFill/>
            </a:ln>
          </p:spPr>
        </p:sp>
        <p:sp>
          <p:nvSpPr>
            <p:cNvPr id="60" name="node13.body.item-001.bullets.item-003.text"/>
            <p:cNvSpPr/>
            <p:nvPr/>
          </p:nvSpPr>
          <p:spPr>
            <a:xfrm>
              <a:off x="9334500" y="3543300"/>
              <a:ext cx="19050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Pairing builds your team's skills.</a:t>
              </a:r>
              <a:endParaRPr lang="en-US" sz="1200" spc="0" kern="0" b="0" i="0" dirty="0">
                <a:solidFill>
                  <a:srgbClr val="070154"/>
                </a:solidFill>
                <a:latin typeface="IBM Plex Sans"/>
                <a:ea typeface="IBM Plex Sans"/>
                <a:cs typeface="IBM Plex Sans"/>
              </a:endParaRPr>
            </a:p>
          </p:txBody>
        </p:sp>
        <p:sp>
          <p:nvSpPr>
            <p:cNvPr id="61" name="node13.body.item-001.bullets.item-004.marker"/>
            <p:cNvSpPr/>
            <p:nvPr/>
          </p:nvSpPr>
          <p:spPr>
            <a:xfrm>
              <a:off x="9182100" y="4127500"/>
              <a:ext cx="38100" cy="38100"/>
            </a:xfrm>
            <a:prstGeom prst="rect">
              <a:avLst/>
            </a:prstGeom>
            <a:solidFill>
              <a:srgbClr val="070154"/>
            </a:solidFill>
            <a:ln>
              <a:noFill/>
            </a:ln>
          </p:spPr>
        </p:sp>
        <p:sp>
          <p:nvSpPr>
            <p:cNvPr id="62" name="node13.body.item-001.bullets.item-004.text"/>
            <p:cNvSpPr/>
            <p:nvPr/>
          </p:nvSpPr>
          <p:spPr>
            <a:xfrm>
              <a:off x="9334500" y="4038600"/>
              <a:ext cx="19050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Handover is planned from day one.</a:t>
              </a:r>
              <a:endParaRPr lang="en-US" sz="1200" spc="0" kern="0" b="0" i="0" dirty="0">
                <a:solidFill>
                  <a:srgbClr val="070154"/>
                </a:solidFill>
                <a:latin typeface="IBM Plex Sans"/>
                <a:ea typeface="IBM Plex Sans"/>
                <a:cs typeface="IBM Plex Sans"/>
              </a:endParaRPr>
            </a:p>
          </p:txBody>
        </p:sp>
      </p:grpSp>
      <p:grpSp>
        <p:nvGrpSpPr>
          <p:cNvPr id="83" name="node14"/>
          <p:cNvGrpSpPr/>
          <p:nvPr/>
        </p:nvGrpSpPr>
        <p:grpSpPr>
          <a:xfrm>
            <a:off x="9639300" y="4800600"/>
            <a:ext cx="1828800" cy="1371600"/>
            <a:chOff x="9639300" y="4800600"/>
            <a:chExt cx="1828800" cy="1371600"/>
          </a:xfrm>
        </p:grpSpPr>
        <p:sp>
          <p:nvSpPr>
            <p:cNvPr id="63" name="node14.surface"/>
            <p:cNvSpPr/>
            <p:nvPr/>
          </p:nvSpPr>
          <p:spPr>
            <a:xfrm>
              <a:off x="9639300" y="4800600"/>
              <a:ext cx="1828800" cy="1371600"/>
            </a:xfrm>
            <a:prstGeom prst="rect">
              <a:avLst/>
            </a:prstGeom>
            <a:solidFill>
              <a:srgbClr val="070154"/>
            </a:solidFill>
            <a:ln>
              <a:noFill/>
            </a:ln>
          </p:spPr>
        </p:sp>
      </p:grpSp>
      <p:grpSp>
        <p:nvGrpSpPr>
          <p:cNvPr id="84" name="node15"/>
          <p:cNvGrpSpPr/>
          <p:nvPr/>
        </p:nvGrpSpPr>
        <p:grpSpPr>
          <a:xfrm>
            <a:off x="9867900" y="5029200"/>
            <a:ext cx="1371600" cy="152400"/>
            <a:chOff x="9867900" y="5029200"/>
            <a:chExt cx="1371600" cy="152400"/>
          </a:xfrm>
        </p:grpSpPr>
        <p:sp>
          <p:nvSpPr>
            <p:cNvPr id="64" name="node15.text"/>
            <p:cNvSpPr/>
            <p:nvPr/>
          </p:nvSpPr>
          <p:spPr>
            <a:xfrm>
              <a:off x="9867900" y="5029200"/>
              <a:ext cx="1371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900D3"/>
                  </a:solidFill>
                  <a:latin typeface="IBM Plex Mono Medium"/>
                  <a:ea typeface="IBM Plex Mono Medium"/>
                  <a:cs typeface="IBM Plex Mono Medium"/>
                </a:rPr>
                <a:t>WHY THIS MATTERS</a:t>
              </a:r>
              <a:endParaRPr lang="en-US" sz="900" spc="54" kern="0" b="0" i="0" dirty="0">
                <a:solidFill>
                  <a:srgbClr val="F900D3"/>
                </a:solidFill>
                <a:latin typeface="IBM Plex Mono Medium"/>
                <a:ea typeface="IBM Plex Mono Medium"/>
                <a:cs typeface="IBM Plex Mono Medium"/>
              </a:endParaRPr>
            </a:p>
          </p:txBody>
        </p:sp>
      </p:grpSp>
      <p:grpSp>
        <p:nvGrpSpPr>
          <p:cNvPr id="85" name="node16"/>
          <p:cNvGrpSpPr/>
          <p:nvPr/>
        </p:nvGrpSpPr>
        <p:grpSpPr>
          <a:xfrm>
            <a:off x="9867900" y="5257800"/>
            <a:ext cx="1371600" cy="457200"/>
            <a:chOff x="9867900" y="5257800"/>
            <a:chExt cx="1371600" cy="457200"/>
          </a:xfrm>
        </p:grpSpPr>
        <p:sp>
          <p:nvSpPr>
            <p:cNvPr id="65" name="node16.text"/>
            <p:cNvSpPr/>
            <p:nvPr/>
          </p:nvSpPr>
          <p:spPr>
            <a:xfrm>
              <a:off x="9867900" y="5257800"/>
              <a:ext cx="13716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Capacity without disruption.</a:t>
              </a:r>
              <a:endParaRPr lang="en-US" sz="1200" spc="0" kern="0" b="0" i="0" dirty="0">
                <a:solidFill>
                  <a:srgbClr val="FFFFFF"/>
                </a:solidFill>
                <a:latin typeface="IBM Plex Sans"/>
                <a:ea typeface="IBM Plex Sans"/>
                <a:cs typeface="IBM Plex Sans"/>
              </a:endParaRPr>
            </a:p>
          </p:txBody>
        </p:sp>
      </p:gr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ource-368">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OUR APPROACH</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AI-powered modernization compresses time and risk</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410325"/>
            <a:ext cx="304800" cy="13335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122</a:t>
            </a:fld>
            <a:endParaRPr lang="en-US" sz="700" spc="0" kern="0" b="0" i="0" dirty="0">
              <a:solidFill>
                <a:srgbClr val="070154"/>
              </a:solidFill>
              <a:latin typeface="IBM Plex Mono SemiBold"/>
              <a:ea typeface="IBM Plex Mono SemiBold"/>
              <a:cs typeface="IBM Plex Mono SemiBold"/>
            </a:endParaRPr>
          </a:p>
        </p:txBody>
      </p:sp>
      <p:grpSp>
        <p:nvGrpSpPr>
          <p:cNvPr id="46" name="node01"/>
          <p:cNvGrpSpPr/>
          <p:nvPr/>
        </p:nvGrpSpPr>
        <p:grpSpPr>
          <a:xfrm>
            <a:off x="723900" y="1600200"/>
            <a:ext cx="3429000" cy="2971800"/>
            <a:chOff x="723900" y="1600200"/>
            <a:chExt cx="3429000" cy="2971800"/>
          </a:xfrm>
        </p:grpSpPr>
        <p:sp>
          <p:nvSpPr>
            <p:cNvPr id="6" name="node01.container"/>
            <p:cNvSpPr/>
            <p:nvPr/>
          </p:nvSpPr>
          <p:spPr>
            <a:xfrm>
              <a:off x="723900" y="1600200"/>
              <a:ext cx="3429000" cy="2971800"/>
            </a:xfrm>
            <a:prstGeom prst="rect">
              <a:avLst/>
            </a:prstGeom>
            <a:solidFill>
              <a:srgbClr val="E8EEF8"/>
            </a:solidFill>
            <a:ln>
              <a:noFill/>
            </a:ln>
          </p:spPr>
        </p:sp>
        <p:grpSp>
          <p:nvGrpSpPr>
            <p:cNvPr id="45" name="node01.icon"/>
            <p:cNvGrpSpPr/>
            <p:nvPr/>
          </p:nvGrpSpPr>
          <p:grpSpPr>
            <a:xfrm>
              <a:off x="952500" y="1828800"/>
              <a:ext cx="457200" cy="457200"/>
              <a:chOff x="952500" y="1828800"/>
              <a:chExt cx="457200" cy="457200"/>
            </a:xfrm>
          </p:grpSpPr>
          <p:pic>
            <p:nvPicPr>
              <p:cNvPr id="7" name="node01.icon.image" descr="icon/target-arrow/navy; canonical SHA256=d7be3489d4c720d338cad319f07d0f5d4613e221b5ae04fe7e8f497c9849348f">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52500" y="1828800"/>
                <a:ext cx="457200" cy="457200"/>
              </a:xfrm>
              <a:prstGeom prst="rect">
                <a:avLst/>
              </a:prstGeom>
            </p:spPr>
          </p:pic>
        </p:grpSp>
        <p:sp>
          <p:nvSpPr>
            <p:cNvPr id="8" name="node01.title"/>
            <p:cNvSpPr/>
            <p:nvPr/>
          </p:nvSpPr>
          <p:spPr>
            <a:xfrm>
              <a:off x="1562100" y="1828800"/>
              <a:ext cx="23622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047FF"/>
                  </a:solidFill>
                  <a:latin typeface="IBM Plex Sans SemiBold"/>
                  <a:ea typeface="IBM Plex Sans SemiBold"/>
                  <a:cs typeface="IBM Plex Sans SemiBold"/>
                </a:rPr>
                <a:t>Value first</a:t>
              </a:r>
              <a:endParaRPr lang="en-US" sz="1800" spc="-18" kern="0" b="0" i="0" dirty="0">
                <a:solidFill>
                  <a:srgbClr val="0047FF"/>
                </a:solidFill>
                <a:latin typeface="IBM Plex Sans SemiBold"/>
                <a:ea typeface="IBM Plex Sans SemiBold"/>
                <a:cs typeface="IBM Plex Sans SemiBold"/>
              </a:endParaRPr>
            </a:p>
          </p:txBody>
        </p:sp>
        <p:sp>
          <p:nvSpPr>
            <p:cNvPr id="9" name="node01.body.item-001.bullets.item-001.marker"/>
            <p:cNvSpPr/>
            <p:nvPr/>
          </p:nvSpPr>
          <p:spPr>
            <a:xfrm>
              <a:off x="952500" y="2546350"/>
              <a:ext cx="50800" cy="50800"/>
            </a:xfrm>
            <a:prstGeom prst="rect">
              <a:avLst/>
            </a:prstGeom>
            <a:solidFill>
              <a:srgbClr val="070154"/>
            </a:solidFill>
            <a:ln>
              <a:noFill/>
            </a:ln>
          </p:spPr>
        </p:sp>
        <p:sp>
          <p:nvSpPr>
            <p:cNvPr id="10" name="node01.body.item-001.bullets.item-001.text"/>
            <p:cNvSpPr/>
            <p:nvPr/>
          </p:nvSpPr>
          <p:spPr>
            <a:xfrm>
              <a:off x="1143000" y="2438400"/>
              <a:ext cx="27813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We rank every system by business value, not technical elegance.</a:t>
              </a:r>
              <a:endParaRPr lang="en-US" sz="1400" spc="0" kern="0" b="0" i="0" dirty="0">
                <a:solidFill>
                  <a:srgbClr val="070154"/>
                </a:solidFill>
                <a:latin typeface="IBM Plex Sans"/>
                <a:ea typeface="IBM Plex Sans"/>
                <a:cs typeface="IBM Plex Sans"/>
              </a:endParaRPr>
            </a:p>
          </p:txBody>
        </p:sp>
        <p:sp>
          <p:nvSpPr>
            <p:cNvPr id="11" name="node01.body.item-001.bullets.item-002.marker"/>
            <p:cNvSpPr/>
            <p:nvPr/>
          </p:nvSpPr>
          <p:spPr>
            <a:xfrm>
              <a:off x="952500" y="3155950"/>
              <a:ext cx="50800" cy="50800"/>
            </a:xfrm>
            <a:prstGeom prst="rect">
              <a:avLst/>
            </a:prstGeom>
            <a:solidFill>
              <a:srgbClr val="070154"/>
            </a:solidFill>
            <a:ln>
              <a:noFill/>
            </a:ln>
          </p:spPr>
        </p:sp>
        <p:sp>
          <p:nvSpPr>
            <p:cNvPr id="12" name="node01.body.item-001.bullets.item-002.text"/>
            <p:cNvSpPr/>
            <p:nvPr/>
          </p:nvSpPr>
          <p:spPr>
            <a:xfrm>
              <a:off x="1143000" y="3048000"/>
              <a:ext cx="27813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Cost, risk and revenue exposure scored side by side.</a:t>
              </a:r>
              <a:endParaRPr lang="en-US" sz="1400" spc="0" kern="0" b="0" i="0" dirty="0">
                <a:solidFill>
                  <a:srgbClr val="070154"/>
                </a:solidFill>
                <a:latin typeface="IBM Plex Sans"/>
                <a:ea typeface="IBM Plex Sans"/>
                <a:cs typeface="IBM Plex Sans"/>
              </a:endParaRPr>
            </a:p>
          </p:txBody>
        </p:sp>
        <p:sp>
          <p:nvSpPr>
            <p:cNvPr id="13" name="node01.body.item-001.bullets.item-003.marker"/>
            <p:cNvSpPr/>
            <p:nvPr/>
          </p:nvSpPr>
          <p:spPr>
            <a:xfrm>
              <a:off x="952500" y="3765550"/>
              <a:ext cx="50800" cy="50800"/>
            </a:xfrm>
            <a:prstGeom prst="rect">
              <a:avLst/>
            </a:prstGeom>
            <a:solidFill>
              <a:srgbClr val="070154"/>
            </a:solidFill>
            <a:ln>
              <a:noFill/>
            </a:ln>
          </p:spPr>
        </p:sp>
        <p:sp>
          <p:nvSpPr>
            <p:cNvPr id="14" name="node01.body.item-001.bullets.item-003.text"/>
            <p:cNvSpPr/>
            <p:nvPr/>
          </p:nvSpPr>
          <p:spPr>
            <a:xfrm>
              <a:off x="1143000" y="3657600"/>
              <a:ext cx="27813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Quick wins funded first, so savings pay for later waves.</a:t>
              </a:r>
              <a:endParaRPr lang="en-US" sz="1400" spc="0" kern="0" b="0" i="0" dirty="0">
                <a:solidFill>
                  <a:srgbClr val="070154"/>
                </a:solidFill>
                <a:latin typeface="IBM Plex Sans"/>
                <a:ea typeface="IBM Plex Sans"/>
                <a:cs typeface="IBM Plex Sans"/>
              </a:endParaRPr>
            </a:p>
          </p:txBody>
        </p:sp>
      </p:grpSp>
      <p:grpSp>
        <p:nvGrpSpPr>
          <p:cNvPr id="47" name="node02"/>
          <p:cNvGrpSpPr/>
          <p:nvPr/>
        </p:nvGrpSpPr>
        <p:grpSpPr>
          <a:xfrm>
            <a:off x="1866900" y="4800600"/>
            <a:ext cx="2286000" cy="1371600"/>
            <a:chOff x="1866900" y="4800600"/>
            <a:chExt cx="2286000" cy="1371600"/>
          </a:xfrm>
        </p:grpSpPr>
        <p:sp>
          <p:nvSpPr>
            <p:cNvPr id="15" name="node02.surface"/>
            <p:cNvSpPr/>
            <p:nvPr/>
          </p:nvSpPr>
          <p:spPr>
            <a:xfrm>
              <a:off x="1866900" y="4800600"/>
              <a:ext cx="2286000" cy="1371600"/>
            </a:xfrm>
            <a:prstGeom prst="rect">
              <a:avLst/>
            </a:prstGeom>
            <a:solidFill>
              <a:srgbClr val="070154"/>
            </a:solidFill>
            <a:ln>
              <a:noFill/>
            </a:ln>
          </p:spPr>
        </p:sp>
      </p:grpSp>
      <p:grpSp>
        <p:nvGrpSpPr>
          <p:cNvPr id="48" name="node03"/>
          <p:cNvGrpSpPr/>
          <p:nvPr/>
        </p:nvGrpSpPr>
        <p:grpSpPr>
          <a:xfrm>
            <a:off x="2095500" y="5029200"/>
            <a:ext cx="1828800" cy="152400"/>
            <a:chOff x="2095500" y="5029200"/>
            <a:chExt cx="1828800" cy="152400"/>
          </a:xfrm>
        </p:grpSpPr>
        <p:sp>
          <p:nvSpPr>
            <p:cNvPr id="16" name="node03.text"/>
            <p:cNvSpPr/>
            <p:nvPr/>
          </p:nvSpPr>
          <p:spPr>
            <a:xfrm>
              <a:off x="2095500" y="5029200"/>
              <a:ext cx="1828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900D3"/>
                  </a:solidFill>
                  <a:latin typeface="IBM Plex Mono Medium"/>
                  <a:ea typeface="IBM Plex Mono Medium"/>
                  <a:cs typeface="IBM Plex Mono Medium"/>
                </a:rPr>
                <a:t>WHY THIS MATTERS</a:t>
              </a:r>
              <a:endParaRPr lang="en-US" sz="900" spc="54" kern="0" b="0" i="0" dirty="0">
                <a:solidFill>
                  <a:srgbClr val="F900D3"/>
                </a:solidFill>
                <a:latin typeface="IBM Plex Mono Medium"/>
                <a:ea typeface="IBM Plex Mono Medium"/>
                <a:cs typeface="IBM Plex Mono Medium"/>
              </a:endParaRPr>
            </a:p>
          </p:txBody>
        </p:sp>
      </p:grpSp>
      <p:grpSp>
        <p:nvGrpSpPr>
          <p:cNvPr id="49" name="node04"/>
          <p:cNvGrpSpPr/>
          <p:nvPr/>
        </p:nvGrpSpPr>
        <p:grpSpPr>
          <a:xfrm>
            <a:off x="2095500" y="5257800"/>
            <a:ext cx="1828800" cy="685800"/>
            <a:chOff x="2095500" y="5257800"/>
            <a:chExt cx="1828800" cy="685800"/>
          </a:xfrm>
        </p:grpSpPr>
        <p:sp>
          <p:nvSpPr>
            <p:cNvPr id="17" name="node04.text"/>
            <p:cNvSpPr/>
            <p:nvPr/>
          </p:nvSpPr>
          <p:spPr>
            <a:xfrm>
              <a:off x="2095500" y="5257800"/>
              <a:ext cx="1828800" cy="685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Effort goes where return is highest, so promised value lands.</a:t>
              </a:r>
              <a:endParaRPr lang="en-US" sz="1200" spc="0" kern="0" b="0" i="0" dirty="0">
                <a:solidFill>
                  <a:srgbClr val="FFFFFF"/>
                </a:solidFill>
                <a:latin typeface="IBM Plex Sans"/>
                <a:ea typeface="IBM Plex Sans"/>
                <a:cs typeface="IBM Plex Sans"/>
              </a:endParaRPr>
            </a:p>
          </p:txBody>
        </p:sp>
      </p:grpSp>
      <p:grpSp>
        <p:nvGrpSpPr>
          <p:cNvPr id="50" name="node05"/>
          <p:cNvGrpSpPr/>
          <p:nvPr/>
        </p:nvGrpSpPr>
        <p:grpSpPr>
          <a:xfrm>
            <a:off x="723900" y="4597400"/>
            <a:ext cx="685800" cy="842827"/>
            <a:chOff x="723900" y="4597400"/>
            <a:chExt cx="685800" cy="842827"/>
          </a:xfrm>
        </p:grpSpPr>
        <p:pic>
          <p:nvPicPr>
            <p:cNvPr id="18" name="node05.mark" descr="arrow-right-angle; canonical SHA256=40758c6ab857749af6c80f96e495dbdf2a4d76e38bc96cc28fa877b01fcb9c03; resolved ink=070154">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23900" y="4597400"/>
              <a:ext cx="685800" cy="842827"/>
            </a:xfrm>
            <a:prstGeom prst="rect">
              <a:avLst/>
            </a:prstGeom>
          </p:spPr>
        </p:pic>
      </p:grpSp>
      <p:grpSp>
        <p:nvGrpSpPr>
          <p:cNvPr id="52" name="node06"/>
          <p:cNvGrpSpPr/>
          <p:nvPr/>
        </p:nvGrpSpPr>
        <p:grpSpPr>
          <a:xfrm>
            <a:off x="4381500" y="1600200"/>
            <a:ext cx="3429000" cy="2971800"/>
            <a:chOff x="4381500" y="1600200"/>
            <a:chExt cx="3429000" cy="2971800"/>
          </a:xfrm>
        </p:grpSpPr>
        <p:sp>
          <p:nvSpPr>
            <p:cNvPr id="19" name="node06.container"/>
            <p:cNvSpPr/>
            <p:nvPr/>
          </p:nvSpPr>
          <p:spPr>
            <a:xfrm>
              <a:off x="4381500" y="1600200"/>
              <a:ext cx="3429000" cy="2971800"/>
            </a:xfrm>
            <a:prstGeom prst="rect">
              <a:avLst/>
            </a:prstGeom>
            <a:solidFill>
              <a:srgbClr val="E8EEF8"/>
            </a:solidFill>
            <a:ln>
              <a:noFill/>
            </a:ln>
          </p:spPr>
        </p:sp>
        <p:grpSp>
          <p:nvGrpSpPr>
            <p:cNvPr id="51" name="node06.icon"/>
            <p:cNvGrpSpPr/>
            <p:nvPr/>
          </p:nvGrpSpPr>
          <p:grpSpPr>
            <a:xfrm>
              <a:off x="4610100" y="1828800"/>
              <a:ext cx="457200" cy="457200"/>
              <a:chOff x="4610100" y="1828800"/>
              <a:chExt cx="457200" cy="457200"/>
            </a:xfrm>
          </p:grpSpPr>
          <p:pic>
            <p:nvPicPr>
              <p:cNvPr id="20" name="node06.icon.image" descr="icon/strategy-route/navy; canonical SHA256=763a15166fefc06f84edb42452bdf8fbb13cc97295a2599a2fc99a950f7f95d4">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610100" y="1828800"/>
                <a:ext cx="457200" cy="457200"/>
              </a:xfrm>
              <a:prstGeom prst="rect">
                <a:avLst/>
              </a:prstGeom>
            </p:spPr>
          </p:pic>
        </p:grpSp>
        <p:sp>
          <p:nvSpPr>
            <p:cNvPr id="21" name="node06.title"/>
            <p:cNvSpPr/>
            <p:nvPr/>
          </p:nvSpPr>
          <p:spPr>
            <a:xfrm>
              <a:off x="5219700" y="1828800"/>
              <a:ext cx="23622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047FF"/>
                  </a:solidFill>
                  <a:latin typeface="IBM Plex Sans SemiBold"/>
                  <a:ea typeface="IBM Plex Sans SemiBold"/>
                  <a:cs typeface="IBM Plex Sans SemiBold"/>
                </a:rPr>
                <a:t>Purpose built</a:t>
              </a:r>
              <a:endParaRPr lang="en-US" sz="1800" spc="-18" kern="0" b="0" i="0" dirty="0">
                <a:solidFill>
                  <a:srgbClr val="0047FF"/>
                </a:solidFill>
                <a:latin typeface="IBM Plex Sans SemiBold"/>
                <a:ea typeface="IBM Plex Sans SemiBold"/>
                <a:cs typeface="IBM Plex Sans SemiBold"/>
              </a:endParaRPr>
            </a:p>
          </p:txBody>
        </p:sp>
        <p:sp>
          <p:nvSpPr>
            <p:cNvPr id="22" name="node06.body.item-001.bullets.item-001.marker"/>
            <p:cNvSpPr/>
            <p:nvPr/>
          </p:nvSpPr>
          <p:spPr>
            <a:xfrm>
              <a:off x="4610100" y="2546350"/>
              <a:ext cx="50800" cy="50800"/>
            </a:xfrm>
            <a:prstGeom prst="rect">
              <a:avLst/>
            </a:prstGeom>
            <a:solidFill>
              <a:srgbClr val="070154"/>
            </a:solidFill>
            <a:ln>
              <a:noFill/>
            </a:ln>
          </p:spPr>
        </p:sp>
        <p:sp>
          <p:nvSpPr>
            <p:cNvPr id="23" name="node06.body.item-001.bullets.item-001.text"/>
            <p:cNvSpPr/>
            <p:nvPr/>
          </p:nvSpPr>
          <p:spPr>
            <a:xfrm>
              <a:off x="4800600" y="2438400"/>
              <a:ext cx="27813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Retain, replatform, rewrite or retire, chosen per system.</a:t>
              </a:r>
              <a:endParaRPr lang="en-US" sz="1400" spc="0" kern="0" b="0" i="0" dirty="0">
                <a:solidFill>
                  <a:srgbClr val="070154"/>
                </a:solidFill>
                <a:latin typeface="IBM Plex Sans"/>
                <a:ea typeface="IBM Plex Sans"/>
                <a:cs typeface="IBM Plex Sans"/>
              </a:endParaRPr>
            </a:p>
          </p:txBody>
        </p:sp>
        <p:sp>
          <p:nvSpPr>
            <p:cNvPr id="24" name="node06.body.item-001.bullets.item-002.marker"/>
            <p:cNvSpPr/>
            <p:nvPr/>
          </p:nvSpPr>
          <p:spPr>
            <a:xfrm>
              <a:off x="4610100" y="3155950"/>
              <a:ext cx="50800" cy="50800"/>
            </a:xfrm>
            <a:prstGeom prst="rect">
              <a:avLst/>
            </a:prstGeom>
            <a:solidFill>
              <a:srgbClr val="070154"/>
            </a:solidFill>
            <a:ln>
              <a:noFill/>
            </a:ln>
          </p:spPr>
        </p:sp>
        <p:sp>
          <p:nvSpPr>
            <p:cNvPr id="25" name="node06.body.item-001.bullets.item-002.text"/>
            <p:cNvSpPr/>
            <p:nvPr/>
          </p:nvSpPr>
          <p:spPr>
            <a:xfrm>
              <a:off x="4800600" y="3048000"/>
              <a:ext cx="27813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Stable components stay in place, untouched.</a:t>
              </a:r>
              <a:endParaRPr lang="en-US" sz="1400" spc="0" kern="0" b="0" i="0" dirty="0">
                <a:solidFill>
                  <a:srgbClr val="070154"/>
                </a:solidFill>
                <a:latin typeface="IBM Plex Sans"/>
                <a:ea typeface="IBM Plex Sans"/>
                <a:cs typeface="IBM Plex Sans"/>
              </a:endParaRPr>
            </a:p>
          </p:txBody>
        </p:sp>
        <p:sp>
          <p:nvSpPr>
            <p:cNvPr id="26" name="node06.body.item-001.bullets.item-003.marker"/>
            <p:cNvSpPr/>
            <p:nvPr/>
          </p:nvSpPr>
          <p:spPr>
            <a:xfrm>
              <a:off x="4610100" y="3765550"/>
              <a:ext cx="50800" cy="50800"/>
            </a:xfrm>
            <a:prstGeom prst="rect">
              <a:avLst/>
            </a:prstGeom>
            <a:solidFill>
              <a:srgbClr val="070154"/>
            </a:solidFill>
            <a:ln>
              <a:noFill/>
            </a:ln>
          </p:spPr>
        </p:sp>
        <p:sp>
          <p:nvSpPr>
            <p:cNvPr id="27" name="node06.body.item-001.bullets.item-003.text"/>
            <p:cNvSpPr/>
            <p:nvPr/>
          </p:nvSpPr>
          <p:spPr>
            <a:xfrm>
              <a:off x="4800600" y="3657600"/>
              <a:ext cx="27813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Target architecture fits your portfolio and skills.</a:t>
              </a:r>
              <a:endParaRPr lang="en-US" sz="1400" spc="0" kern="0" b="0" i="0" dirty="0">
                <a:solidFill>
                  <a:srgbClr val="070154"/>
                </a:solidFill>
                <a:latin typeface="IBM Plex Sans"/>
                <a:ea typeface="IBM Plex Sans"/>
                <a:cs typeface="IBM Plex Sans"/>
              </a:endParaRPr>
            </a:p>
          </p:txBody>
        </p:sp>
      </p:grpSp>
      <p:grpSp>
        <p:nvGrpSpPr>
          <p:cNvPr id="53" name="node07"/>
          <p:cNvGrpSpPr/>
          <p:nvPr/>
        </p:nvGrpSpPr>
        <p:grpSpPr>
          <a:xfrm>
            <a:off x="5524500" y="4800600"/>
            <a:ext cx="2286000" cy="1371600"/>
            <a:chOff x="5524500" y="4800600"/>
            <a:chExt cx="2286000" cy="1371600"/>
          </a:xfrm>
        </p:grpSpPr>
        <p:sp>
          <p:nvSpPr>
            <p:cNvPr id="28" name="node07.surface"/>
            <p:cNvSpPr/>
            <p:nvPr/>
          </p:nvSpPr>
          <p:spPr>
            <a:xfrm>
              <a:off x="5524500" y="4800600"/>
              <a:ext cx="2286000" cy="1371600"/>
            </a:xfrm>
            <a:prstGeom prst="rect">
              <a:avLst/>
            </a:prstGeom>
            <a:solidFill>
              <a:srgbClr val="070154"/>
            </a:solidFill>
            <a:ln>
              <a:noFill/>
            </a:ln>
          </p:spPr>
        </p:sp>
      </p:grpSp>
      <p:grpSp>
        <p:nvGrpSpPr>
          <p:cNvPr id="54" name="node08"/>
          <p:cNvGrpSpPr/>
          <p:nvPr/>
        </p:nvGrpSpPr>
        <p:grpSpPr>
          <a:xfrm>
            <a:off x="5753100" y="5029200"/>
            <a:ext cx="1828800" cy="152400"/>
            <a:chOff x="5753100" y="5029200"/>
            <a:chExt cx="1828800" cy="152400"/>
          </a:xfrm>
        </p:grpSpPr>
        <p:sp>
          <p:nvSpPr>
            <p:cNvPr id="29" name="node08.text"/>
            <p:cNvSpPr/>
            <p:nvPr/>
          </p:nvSpPr>
          <p:spPr>
            <a:xfrm>
              <a:off x="5753100" y="5029200"/>
              <a:ext cx="1828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900D3"/>
                  </a:solidFill>
                  <a:latin typeface="IBM Plex Mono Medium"/>
                  <a:ea typeface="IBM Plex Mono Medium"/>
                  <a:cs typeface="IBM Plex Mono Medium"/>
                </a:rPr>
                <a:t>WHY THIS MATTERS</a:t>
              </a:r>
              <a:endParaRPr lang="en-US" sz="900" spc="54" kern="0" b="0" i="0" dirty="0">
                <a:solidFill>
                  <a:srgbClr val="F900D3"/>
                </a:solidFill>
                <a:latin typeface="IBM Plex Mono Medium"/>
                <a:ea typeface="IBM Plex Mono Medium"/>
                <a:cs typeface="IBM Plex Mono Medium"/>
              </a:endParaRPr>
            </a:p>
          </p:txBody>
        </p:sp>
      </p:grpSp>
      <p:grpSp>
        <p:nvGrpSpPr>
          <p:cNvPr id="55" name="node09"/>
          <p:cNvGrpSpPr/>
          <p:nvPr/>
        </p:nvGrpSpPr>
        <p:grpSpPr>
          <a:xfrm>
            <a:off x="5753100" y="5257800"/>
            <a:ext cx="1828800" cy="685800"/>
            <a:chOff x="5753100" y="5257800"/>
            <a:chExt cx="1828800" cy="685800"/>
          </a:xfrm>
        </p:grpSpPr>
        <p:sp>
          <p:nvSpPr>
            <p:cNvPr id="30" name="node09.text"/>
            <p:cNvSpPr/>
            <p:nvPr/>
          </p:nvSpPr>
          <p:spPr>
            <a:xfrm>
              <a:off x="5753100" y="5257800"/>
              <a:ext cx="1828800" cy="685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You keep what works and replace only what drives value.</a:t>
              </a:r>
              <a:endParaRPr lang="en-US" sz="1200" spc="0" kern="0" b="0" i="0" dirty="0">
                <a:solidFill>
                  <a:srgbClr val="FFFFFF"/>
                </a:solidFill>
                <a:latin typeface="IBM Plex Sans"/>
                <a:ea typeface="IBM Plex Sans"/>
                <a:cs typeface="IBM Plex Sans"/>
              </a:endParaRPr>
            </a:p>
          </p:txBody>
        </p:sp>
      </p:grpSp>
      <p:grpSp>
        <p:nvGrpSpPr>
          <p:cNvPr id="56" name="node10"/>
          <p:cNvGrpSpPr/>
          <p:nvPr/>
        </p:nvGrpSpPr>
        <p:grpSpPr>
          <a:xfrm>
            <a:off x="4381500" y="4597400"/>
            <a:ext cx="685800" cy="842827"/>
            <a:chOff x="4381500" y="4597400"/>
            <a:chExt cx="685800" cy="842827"/>
          </a:xfrm>
        </p:grpSpPr>
        <p:pic>
          <p:nvPicPr>
            <p:cNvPr id="31" name="node10.mark" descr="arrow-right-angle; canonical SHA256=40758c6ab857749af6c80f96e495dbdf2a4d76e38bc96cc28fa877b01fcb9c03; resolved ink=070154">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381500" y="4597400"/>
              <a:ext cx="685800" cy="842827"/>
            </a:xfrm>
            <a:prstGeom prst="rect">
              <a:avLst/>
            </a:prstGeom>
          </p:spPr>
        </p:pic>
      </p:grpSp>
      <p:grpSp>
        <p:nvGrpSpPr>
          <p:cNvPr id="58" name="node11"/>
          <p:cNvGrpSpPr/>
          <p:nvPr/>
        </p:nvGrpSpPr>
        <p:grpSpPr>
          <a:xfrm>
            <a:off x="8039100" y="1600200"/>
            <a:ext cx="3429000" cy="2971800"/>
            <a:chOff x="8039100" y="1600200"/>
            <a:chExt cx="3429000" cy="2971800"/>
          </a:xfrm>
        </p:grpSpPr>
        <p:sp>
          <p:nvSpPr>
            <p:cNvPr id="32" name="node11.container"/>
            <p:cNvSpPr/>
            <p:nvPr/>
          </p:nvSpPr>
          <p:spPr>
            <a:xfrm>
              <a:off x="8039100" y="1600200"/>
              <a:ext cx="3429000" cy="2971800"/>
            </a:xfrm>
            <a:prstGeom prst="rect">
              <a:avLst/>
            </a:prstGeom>
            <a:solidFill>
              <a:srgbClr val="E8EEF8"/>
            </a:solidFill>
            <a:ln>
              <a:noFill/>
            </a:ln>
          </p:spPr>
        </p:sp>
        <p:grpSp>
          <p:nvGrpSpPr>
            <p:cNvPr id="57" name="node11.icon"/>
            <p:cNvGrpSpPr/>
            <p:nvPr/>
          </p:nvGrpSpPr>
          <p:grpSpPr>
            <a:xfrm>
              <a:off x="8267700" y="1828800"/>
              <a:ext cx="457200" cy="457200"/>
              <a:chOff x="8267700" y="1828800"/>
              <a:chExt cx="457200" cy="457200"/>
            </a:xfrm>
          </p:grpSpPr>
          <p:pic>
            <p:nvPicPr>
              <p:cNvPr id="33" name="node11.icon.image" descr="icon/ai-chip-orbit/navy; canonical SHA256=14a43f66d8a5b8ac5942dde8e905dedb2ae681de3a803ebf66fb1cacc34ccd3a">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267700" y="1828800"/>
                <a:ext cx="457200" cy="457200"/>
              </a:xfrm>
              <a:prstGeom prst="rect">
                <a:avLst/>
              </a:prstGeom>
            </p:spPr>
          </p:pic>
        </p:grpSp>
        <p:sp>
          <p:nvSpPr>
            <p:cNvPr id="34" name="node11.title"/>
            <p:cNvSpPr/>
            <p:nvPr/>
          </p:nvSpPr>
          <p:spPr>
            <a:xfrm>
              <a:off x="8877300" y="1828800"/>
              <a:ext cx="23622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047FF"/>
                  </a:solidFill>
                  <a:latin typeface="IBM Plex Sans SemiBold"/>
                  <a:ea typeface="IBM Plex Sans SemiBold"/>
                  <a:cs typeface="IBM Plex Sans SemiBold"/>
                </a:rPr>
                <a:t>AI accelerated</a:t>
              </a:r>
              <a:endParaRPr lang="en-US" sz="1800" spc="-18" kern="0" b="0" i="0" dirty="0">
                <a:solidFill>
                  <a:srgbClr val="0047FF"/>
                </a:solidFill>
                <a:latin typeface="IBM Plex Sans SemiBold"/>
                <a:ea typeface="IBM Plex Sans SemiBold"/>
                <a:cs typeface="IBM Plex Sans SemiBold"/>
              </a:endParaRPr>
            </a:p>
          </p:txBody>
        </p:sp>
        <p:sp>
          <p:nvSpPr>
            <p:cNvPr id="35" name="node11.body.item-001.bullets.item-001.marker"/>
            <p:cNvSpPr/>
            <p:nvPr/>
          </p:nvSpPr>
          <p:spPr>
            <a:xfrm>
              <a:off x="8267700" y="2546350"/>
              <a:ext cx="50800" cy="50800"/>
            </a:xfrm>
            <a:prstGeom prst="rect">
              <a:avLst/>
            </a:prstGeom>
            <a:solidFill>
              <a:srgbClr val="070154"/>
            </a:solidFill>
            <a:ln>
              <a:noFill/>
            </a:ln>
          </p:spPr>
        </p:sp>
        <p:sp>
          <p:nvSpPr>
            <p:cNvPr id="36" name="node11.body.item-001.bullets.item-001.text"/>
            <p:cNvSpPr/>
            <p:nvPr/>
          </p:nvSpPr>
          <p:spPr>
            <a:xfrm>
              <a:off x="8458200" y="2438400"/>
              <a:ext cx="27813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Agents scan and map codebases at scale.</a:t>
              </a:r>
              <a:endParaRPr lang="en-US" sz="1400" spc="0" kern="0" b="0" i="0" dirty="0">
                <a:solidFill>
                  <a:srgbClr val="070154"/>
                </a:solidFill>
                <a:latin typeface="IBM Plex Sans"/>
                <a:ea typeface="IBM Plex Sans"/>
                <a:cs typeface="IBM Plex Sans"/>
              </a:endParaRPr>
            </a:p>
          </p:txBody>
        </p:sp>
        <p:sp>
          <p:nvSpPr>
            <p:cNvPr id="37" name="node11.body.item-001.bullets.item-002.marker"/>
            <p:cNvSpPr/>
            <p:nvPr/>
          </p:nvSpPr>
          <p:spPr>
            <a:xfrm>
              <a:off x="8267700" y="3155950"/>
              <a:ext cx="50800" cy="50800"/>
            </a:xfrm>
            <a:prstGeom prst="rect">
              <a:avLst/>
            </a:prstGeom>
            <a:solidFill>
              <a:srgbClr val="070154"/>
            </a:solidFill>
            <a:ln>
              <a:noFill/>
            </a:ln>
          </p:spPr>
        </p:sp>
        <p:sp>
          <p:nvSpPr>
            <p:cNvPr id="38" name="node11.body.item-001.bullets.item-002.text"/>
            <p:cNvSpPr/>
            <p:nvPr/>
          </p:nvSpPr>
          <p:spPr>
            <a:xfrm>
              <a:off x="8458200" y="3048000"/>
              <a:ext cx="27813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Dependencies and dead code surface in days.</a:t>
              </a:r>
              <a:endParaRPr lang="en-US" sz="1400" spc="0" kern="0" b="0" i="0" dirty="0">
                <a:solidFill>
                  <a:srgbClr val="070154"/>
                </a:solidFill>
                <a:latin typeface="IBM Plex Sans"/>
                <a:ea typeface="IBM Plex Sans"/>
                <a:cs typeface="IBM Plex Sans"/>
              </a:endParaRPr>
            </a:p>
          </p:txBody>
        </p:sp>
        <p:sp>
          <p:nvSpPr>
            <p:cNvPr id="39" name="node11.body.item-001.bullets.item-003.marker"/>
            <p:cNvSpPr/>
            <p:nvPr/>
          </p:nvSpPr>
          <p:spPr>
            <a:xfrm>
              <a:off x="8267700" y="3765550"/>
              <a:ext cx="50800" cy="50800"/>
            </a:xfrm>
            <a:prstGeom prst="rect">
              <a:avLst/>
            </a:prstGeom>
            <a:solidFill>
              <a:srgbClr val="070154"/>
            </a:solidFill>
            <a:ln>
              <a:noFill/>
            </a:ln>
          </p:spPr>
        </p:sp>
        <p:sp>
          <p:nvSpPr>
            <p:cNvPr id="40" name="node11.body.item-001.bullets.item-003.text"/>
            <p:cNvSpPr/>
            <p:nvPr/>
          </p:nvSpPr>
          <p:spPr>
            <a:xfrm>
              <a:off x="8458200" y="3657600"/>
              <a:ext cx="27813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Generated tests and docs back each change.</a:t>
              </a:r>
              <a:endParaRPr lang="en-US" sz="1400" spc="0" kern="0" b="0" i="0" dirty="0">
                <a:solidFill>
                  <a:srgbClr val="070154"/>
                </a:solidFill>
                <a:latin typeface="IBM Plex Sans"/>
                <a:ea typeface="IBM Plex Sans"/>
                <a:cs typeface="IBM Plex Sans"/>
              </a:endParaRPr>
            </a:p>
          </p:txBody>
        </p:sp>
      </p:grpSp>
      <p:grpSp>
        <p:nvGrpSpPr>
          <p:cNvPr id="59" name="node12"/>
          <p:cNvGrpSpPr/>
          <p:nvPr/>
        </p:nvGrpSpPr>
        <p:grpSpPr>
          <a:xfrm>
            <a:off x="9182100" y="4800600"/>
            <a:ext cx="2286000" cy="1371600"/>
            <a:chOff x="9182100" y="4800600"/>
            <a:chExt cx="2286000" cy="1371600"/>
          </a:xfrm>
        </p:grpSpPr>
        <p:sp>
          <p:nvSpPr>
            <p:cNvPr id="41" name="node12.surface"/>
            <p:cNvSpPr/>
            <p:nvPr/>
          </p:nvSpPr>
          <p:spPr>
            <a:xfrm>
              <a:off x="9182100" y="4800600"/>
              <a:ext cx="2286000" cy="1371600"/>
            </a:xfrm>
            <a:prstGeom prst="rect">
              <a:avLst/>
            </a:prstGeom>
            <a:solidFill>
              <a:srgbClr val="070154"/>
            </a:solidFill>
            <a:ln>
              <a:noFill/>
            </a:ln>
          </p:spPr>
        </p:sp>
      </p:grpSp>
      <p:grpSp>
        <p:nvGrpSpPr>
          <p:cNvPr id="60" name="node13"/>
          <p:cNvGrpSpPr/>
          <p:nvPr/>
        </p:nvGrpSpPr>
        <p:grpSpPr>
          <a:xfrm>
            <a:off x="9410700" y="5029200"/>
            <a:ext cx="1828800" cy="152400"/>
            <a:chOff x="9410700" y="5029200"/>
            <a:chExt cx="1828800" cy="152400"/>
          </a:xfrm>
        </p:grpSpPr>
        <p:sp>
          <p:nvSpPr>
            <p:cNvPr id="42" name="node13.text"/>
            <p:cNvSpPr/>
            <p:nvPr/>
          </p:nvSpPr>
          <p:spPr>
            <a:xfrm>
              <a:off x="9410700" y="5029200"/>
              <a:ext cx="1828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900D3"/>
                  </a:solidFill>
                  <a:latin typeface="IBM Plex Mono Medium"/>
                  <a:ea typeface="IBM Plex Mono Medium"/>
                  <a:cs typeface="IBM Plex Mono Medium"/>
                </a:rPr>
                <a:t>WHY THIS MATTERS</a:t>
              </a:r>
              <a:endParaRPr lang="en-US" sz="900" spc="54" kern="0" b="0" i="0" dirty="0">
                <a:solidFill>
                  <a:srgbClr val="F900D3"/>
                </a:solidFill>
                <a:latin typeface="IBM Plex Mono Medium"/>
                <a:ea typeface="IBM Plex Mono Medium"/>
                <a:cs typeface="IBM Plex Mono Medium"/>
              </a:endParaRPr>
            </a:p>
          </p:txBody>
        </p:sp>
      </p:grpSp>
      <p:grpSp>
        <p:nvGrpSpPr>
          <p:cNvPr id="61" name="node14"/>
          <p:cNvGrpSpPr/>
          <p:nvPr/>
        </p:nvGrpSpPr>
        <p:grpSpPr>
          <a:xfrm>
            <a:off x="9410700" y="5257800"/>
            <a:ext cx="1828800" cy="685800"/>
            <a:chOff x="9410700" y="5257800"/>
            <a:chExt cx="1828800" cy="685800"/>
          </a:xfrm>
        </p:grpSpPr>
        <p:sp>
          <p:nvSpPr>
            <p:cNvPr id="43" name="node14.text"/>
            <p:cNvSpPr/>
            <p:nvPr/>
          </p:nvSpPr>
          <p:spPr>
            <a:xfrm>
              <a:off x="9410700" y="5257800"/>
              <a:ext cx="1828800" cy="685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Months of analysis shrink to days, with less tribal knowledge.</a:t>
              </a:r>
              <a:endParaRPr lang="en-US" sz="1200" spc="0" kern="0" b="0" i="0" dirty="0">
                <a:solidFill>
                  <a:srgbClr val="FFFFFF"/>
                </a:solidFill>
                <a:latin typeface="IBM Plex Sans"/>
                <a:ea typeface="IBM Plex Sans"/>
                <a:cs typeface="IBM Plex Sans"/>
              </a:endParaRPr>
            </a:p>
          </p:txBody>
        </p:sp>
      </p:grpSp>
      <p:grpSp>
        <p:nvGrpSpPr>
          <p:cNvPr id="62" name="node15"/>
          <p:cNvGrpSpPr/>
          <p:nvPr/>
        </p:nvGrpSpPr>
        <p:grpSpPr>
          <a:xfrm>
            <a:off x="8039100" y="4597400"/>
            <a:ext cx="685800" cy="842827"/>
            <a:chOff x="8039100" y="4597400"/>
            <a:chExt cx="685800" cy="842827"/>
          </a:xfrm>
        </p:grpSpPr>
        <p:pic>
          <p:nvPicPr>
            <p:cNvPr id="44" name="node15.mark" descr="arrow-right-angle; canonical SHA256=40758c6ab857749af6c80f96e495dbdf2a4d76e38bc96cc28fa877b01fcb9c03; resolved ink=070154">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8039100" y="4597400"/>
              <a:ext cx="685800" cy="842827"/>
            </a:xfrm>
            <a:prstGeom prst="rect">
              <a:avLst/>
            </a:prstGeom>
          </p:spPr>
        </p:pic>
      </p:gr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name="source-369">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OUR APPROACH</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AI-powered modernization compresses time and risk</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410325"/>
            <a:ext cx="304800" cy="13335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123</a:t>
            </a:fld>
            <a:endParaRPr lang="en-US" sz="700" spc="0" kern="0" b="0" i="0" dirty="0">
              <a:solidFill>
                <a:srgbClr val="070154"/>
              </a:solidFill>
              <a:latin typeface="IBM Plex Mono SemiBold"/>
              <a:ea typeface="IBM Plex Mono SemiBold"/>
              <a:cs typeface="IBM Plex Mono SemiBold"/>
            </a:endParaRPr>
          </a:p>
        </p:txBody>
      </p:sp>
      <p:grpSp>
        <p:nvGrpSpPr>
          <p:cNvPr id="49" name="node01"/>
          <p:cNvGrpSpPr/>
          <p:nvPr/>
        </p:nvGrpSpPr>
        <p:grpSpPr>
          <a:xfrm>
            <a:off x="723900" y="1600200"/>
            <a:ext cx="3429000" cy="3429000"/>
            <a:chOff x="723900" y="1600200"/>
            <a:chExt cx="3429000" cy="3429000"/>
          </a:xfrm>
        </p:grpSpPr>
        <p:sp>
          <p:nvSpPr>
            <p:cNvPr id="6" name="node01.container"/>
            <p:cNvSpPr/>
            <p:nvPr/>
          </p:nvSpPr>
          <p:spPr>
            <a:xfrm>
              <a:off x="723900" y="1600200"/>
              <a:ext cx="3429000" cy="3429000"/>
            </a:xfrm>
            <a:prstGeom prst="rect">
              <a:avLst/>
            </a:prstGeom>
            <a:solidFill>
              <a:srgbClr val="E8EEF8"/>
            </a:solidFill>
            <a:ln>
              <a:noFill/>
            </a:ln>
          </p:spPr>
        </p:sp>
        <p:grpSp>
          <p:nvGrpSpPr>
            <p:cNvPr id="48" name="node01.icon"/>
            <p:cNvGrpSpPr/>
            <p:nvPr/>
          </p:nvGrpSpPr>
          <p:grpSpPr>
            <a:xfrm>
              <a:off x="952500" y="1828800"/>
              <a:ext cx="457200" cy="457200"/>
              <a:chOff x="952500" y="1828800"/>
              <a:chExt cx="457200" cy="457200"/>
            </a:xfrm>
          </p:grpSpPr>
          <p:pic>
            <p:nvPicPr>
              <p:cNvPr id="7" name="node01.icon.image" descr="icon/target-arrow/navy; canonical SHA256=d7be3489d4c720d338cad319f07d0f5d4613e221b5ae04fe7e8f497c9849348f">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52500" y="1828800"/>
                <a:ext cx="457200" cy="457200"/>
              </a:xfrm>
              <a:prstGeom prst="rect">
                <a:avLst/>
              </a:prstGeom>
            </p:spPr>
          </p:pic>
        </p:grpSp>
        <p:sp>
          <p:nvSpPr>
            <p:cNvPr id="8" name="node01.title"/>
            <p:cNvSpPr/>
            <p:nvPr/>
          </p:nvSpPr>
          <p:spPr>
            <a:xfrm>
              <a:off x="1562100" y="1828800"/>
              <a:ext cx="23622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047FF"/>
                  </a:solidFill>
                  <a:latin typeface="IBM Plex Sans SemiBold"/>
                  <a:ea typeface="IBM Plex Sans SemiBold"/>
                  <a:cs typeface="IBM Plex Sans SemiBold"/>
                </a:rPr>
                <a:t>Value first</a:t>
              </a:r>
              <a:endParaRPr lang="en-US" sz="1800" spc="-18" kern="0" b="0" i="0" dirty="0">
                <a:solidFill>
                  <a:srgbClr val="0047FF"/>
                </a:solidFill>
                <a:latin typeface="IBM Plex Sans SemiBold"/>
                <a:ea typeface="IBM Plex Sans SemiBold"/>
                <a:cs typeface="IBM Plex Sans SemiBold"/>
              </a:endParaRPr>
            </a:p>
          </p:txBody>
        </p:sp>
        <p:sp>
          <p:nvSpPr>
            <p:cNvPr id="9" name="node01.body.item-001.bullets.item-001.marker"/>
            <p:cNvSpPr/>
            <p:nvPr/>
          </p:nvSpPr>
          <p:spPr>
            <a:xfrm>
              <a:off x="952500" y="2546350"/>
              <a:ext cx="50800" cy="50800"/>
            </a:xfrm>
            <a:prstGeom prst="rect">
              <a:avLst/>
            </a:prstGeom>
            <a:solidFill>
              <a:srgbClr val="070154"/>
            </a:solidFill>
            <a:ln>
              <a:noFill/>
            </a:ln>
          </p:spPr>
        </p:sp>
        <p:sp>
          <p:nvSpPr>
            <p:cNvPr id="10" name="node01.body.item-001.bullets.item-001.text"/>
            <p:cNvSpPr/>
            <p:nvPr/>
          </p:nvSpPr>
          <p:spPr>
            <a:xfrm>
              <a:off x="1143000" y="2438400"/>
              <a:ext cx="27813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We rank every system by business value, not technical elegance.</a:t>
              </a:r>
              <a:endParaRPr lang="en-US" sz="1400" spc="0" kern="0" b="0" i="0" dirty="0">
                <a:solidFill>
                  <a:srgbClr val="070154"/>
                </a:solidFill>
                <a:latin typeface="IBM Plex Sans"/>
                <a:ea typeface="IBM Plex Sans"/>
                <a:cs typeface="IBM Plex Sans"/>
              </a:endParaRPr>
            </a:p>
          </p:txBody>
        </p:sp>
        <p:sp>
          <p:nvSpPr>
            <p:cNvPr id="11" name="node01.body.item-001.bullets.item-002.marker"/>
            <p:cNvSpPr/>
            <p:nvPr/>
          </p:nvSpPr>
          <p:spPr>
            <a:xfrm>
              <a:off x="952500" y="3155950"/>
              <a:ext cx="50800" cy="50800"/>
            </a:xfrm>
            <a:prstGeom prst="rect">
              <a:avLst/>
            </a:prstGeom>
            <a:solidFill>
              <a:srgbClr val="070154"/>
            </a:solidFill>
            <a:ln>
              <a:noFill/>
            </a:ln>
          </p:spPr>
        </p:sp>
        <p:sp>
          <p:nvSpPr>
            <p:cNvPr id="12" name="node01.body.item-001.bullets.item-002.text"/>
            <p:cNvSpPr/>
            <p:nvPr/>
          </p:nvSpPr>
          <p:spPr>
            <a:xfrm>
              <a:off x="1143000" y="3048000"/>
              <a:ext cx="27813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Cost, risk and revenue exposure scored side by side.</a:t>
              </a:r>
              <a:endParaRPr lang="en-US" sz="1400" spc="0" kern="0" b="0" i="0" dirty="0">
                <a:solidFill>
                  <a:srgbClr val="070154"/>
                </a:solidFill>
                <a:latin typeface="IBM Plex Sans"/>
                <a:ea typeface="IBM Plex Sans"/>
                <a:cs typeface="IBM Plex Sans"/>
              </a:endParaRPr>
            </a:p>
          </p:txBody>
        </p:sp>
        <p:sp>
          <p:nvSpPr>
            <p:cNvPr id="13" name="node01.body.item-001.bullets.item-003.marker"/>
            <p:cNvSpPr/>
            <p:nvPr/>
          </p:nvSpPr>
          <p:spPr>
            <a:xfrm>
              <a:off x="952500" y="3765550"/>
              <a:ext cx="50800" cy="50800"/>
            </a:xfrm>
            <a:prstGeom prst="rect">
              <a:avLst/>
            </a:prstGeom>
            <a:solidFill>
              <a:srgbClr val="070154"/>
            </a:solidFill>
            <a:ln>
              <a:noFill/>
            </a:ln>
          </p:spPr>
        </p:sp>
        <p:sp>
          <p:nvSpPr>
            <p:cNvPr id="14" name="node01.body.item-001.bullets.item-003.text"/>
            <p:cNvSpPr/>
            <p:nvPr/>
          </p:nvSpPr>
          <p:spPr>
            <a:xfrm>
              <a:off x="1143000" y="3657600"/>
              <a:ext cx="27813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Quick wins funded first, so savings pay for later waves.</a:t>
              </a:r>
              <a:endParaRPr lang="en-US" sz="1400" spc="0" kern="0" b="0" i="0" dirty="0">
                <a:solidFill>
                  <a:srgbClr val="070154"/>
                </a:solidFill>
                <a:latin typeface="IBM Plex Sans"/>
                <a:ea typeface="IBM Plex Sans"/>
                <a:cs typeface="IBM Plex Sans"/>
              </a:endParaRPr>
            </a:p>
          </p:txBody>
        </p:sp>
        <p:sp>
          <p:nvSpPr>
            <p:cNvPr id="15" name="node01.body.item-001.bullets.item-004.marker"/>
            <p:cNvSpPr/>
            <p:nvPr/>
          </p:nvSpPr>
          <p:spPr>
            <a:xfrm>
              <a:off x="952500" y="4375150"/>
              <a:ext cx="50800" cy="50800"/>
            </a:xfrm>
            <a:prstGeom prst="rect">
              <a:avLst/>
            </a:prstGeom>
            <a:solidFill>
              <a:srgbClr val="070154"/>
            </a:solidFill>
            <a:ln>
              <a:noFill/>
            </a:ln>
          </p:spPr>
        </p:sp>
        <p:sp>
          <p:nvSpPr>
            <p:cNvPr id="16" name="node01.body.item-001.bullets.item-004.text"/>
            <p:cNvSpPr/>
            <p:nvPr/>
          </p:nvSpPr>
          <p:spPr>
            <a:xfrm>
              <a:off x="1143000" y="4267200"/>
              <a:ext cx="27813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Value tracked every release.</a:t>
              </a:r>
              <a:endParaRPr lang="en-US" sz="1400" spc="0" kern="0" b="0" i="0" dirty="0">
                <a:solidFill>
                  <a:srgbClr val="070154"/>
                </a:solidFill>
                <a:latin typeface="IBM Plex Sans"/>
                <a:ea typeface="IBM Plex Sans"/>
                <a:cs typeface="IBM Plex Sans"/>
              </a:endParaRPr>
            </a:p>
          </p:txBody>
        </p:sp>
      </p:grpSp>
      <p:grpSp>
        <p:nvGrpSpPr>
          <p:cNvPr id="50" name="node02"/>
          <p:cNvGrpSpPr/>
          <p:nvPr/>
        </p:nvGrpSpPr>
        <p:grpSpPr>
          <a:xfrm>
            <a:off x="1866900" y="4800600"/>
            <a:ext cx="2286000" cy="1371600"/>
            <a:chOff x="1866900" y="4800600"/>
            <a:chExt cx="2286000" cy="1371600"/>
          </a:xfrm>
        </p:grpSpPr>
        <p:sp>
          <p:nvSpPr>
            <p:cNvPr id="17" name="node02.surface"/>
            <p:cNvSpPr/>
            <p:nvPr/>
          </p:nvSpPr>
          <p:spPr>
            <a:xfrm>
              <a:off x="1866900" y="4800600"/>
              <a:ext cx="2286000" cy="1371600"/>
            </a:xfrm>
            <a:prstGeom prst="rect">
              <a:avLst/>
            </a:prstGeom>
            <a:solidFill>
              <a:srgbClr val="070154"/>
            </a:solidFill>
            <a:ln>
              <a:noFill/>
            </a:ln>
          </p:spPr>
        </p:sp>
      </p:grpSp>
      <p:grpSp>
        <p:nvGrpSpPr>
          <p:cNvPr id="51" name="node03"/>
          <p:cNvGrpSpPr/>
          <p:nvPr/>
        </p:nvGrpSpPr>
        <p:grpSpPr>
          <a:xfrm>
            <a:off x="2095500" y="5029200"/>
            <a:ext cx="1828800" cy="152400"/>
            <a:chOff x="2095500" y="5029200"/>
            <a:chExt cx="1828800" cy="152400"/>
          </a:xfrm>
        </p:grpSpPr>
        <p:sp>
          <p:nvSpPr>
            <p:cNvPr id="18" name="node03.text"/>
            <p:cNvSpPr/>
            <p:nvPr/>
          </p:nvSpPr>
          <p:spPr>
            <a:xfrm>
              <a:off x="2095500" y="5029200"/>
              <a:ext cx="1828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900D3"/>
                  </a:solidFill>
                  <a:latin typeface="IBM Plex Mono Medium"/>
                  <a:ea typeface="IBM Plex Mono Medium"/>
                  <a:cs typeface="IBM Plex Mono Medium"/>
                </a:rPr>
                <a:t>WHY THIS MATTERS</a:t>
              </a:r>
              <a:endParaRPr lang="en-US" sz="900" spc="54" kern="0" b="0" i="0" dirty="0">
                <a:solidFill>
                  <a:srgbClr val="F900D3"/>
                </a:solidFill>
                <a:latin typeface="IBM Plex Mono Medium"/>
                <a:ea typeface="IBM Plex Mono Medium"/>
                <a:cs typeface="IBM Plex Mono Medium"/>
              </a:endParaRPr>
            </a:p>
          </p:txBody>
        </p:sp>
      </p:grpSp>
      <p:grpSp>
        <p:nvGrpSpPr>
          <p:cNvPr id="52" name="node04"/>
          <p:cNvGrpSpPr/>
          <p:nvPr/>
        </p:nvGrpSpPr>
        <p:grpSpPr>
          <a:xfrm>
            <a:off x="2095500" y="5257800"/>
            <a:ext cx="1828800" cy="685800"/>
            <a:chOff x="2095500" y="5257800"/>
            <a:chExt cx="1828800" cy="685800"/>
          </a:xfrm>
        </p:grpSpPr>
        <p:sp>
          <p:nvSpPr>
            <p:cNvPr id="19" name="node04.text"/>
            <p:cNvSpPr/>
            <p:nvPr/>
          </p:nvSpPr>
          <p:spPr>
            <a:xfrm>
              <a:off x="2095500" y="5257800"/>
              <a:ext cx="1828800" cy="685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Effort goes where return is highest, so promised value lands.</a:t>
              </a:r>
              <a:endParaRPr lang="en-US" sz="1200" spc="0" kern="0" b="0" i="0" dirty="0">
                <a:solidFill>
                  <a:srgbClr val="FFFFFF"/>
                </a:solidFill>
                <a:latin typeface="IBM Plex Sans"/>
                <a:ea typeface="IBM Plex Sans"/>
                <a:cs typeface="IBM Plex Sans"/>
              </a:endParaRPr>
            </a:p>
          </p:txBody>
        </p:sp>
      </p:grpSp>
      <p:grpSp>
        <p:nvGrpSpPr>
          <p:cNvPr id="54" name="node05"/>
          <p:cNvGrpSpPr/>
          <p:nvPr/>
        </p:nvGrpSpPr>
        <p:grpSpPr>
          <a:xfrm>
            <a:off x="4381500" y="1600200"/>
            <a:ext cx="3429000" cy="3429000"/>
            <a:chOff x="4381500" y="1600200"/>
            <a:chExt cx="3429000" cy="3429000"/>
          </a:xfrm>
        </p:grpSpPr>
        <p:sp>
          <p:nvSpPr>
            <p:cNvPr id="20" name="node05.container"/>
            <p:cNvSpPr/>
            <p:nvPr/>
          </p:nvSpPr>
          <p:spPr>
            <a:xfrm>
              <a:off x="4381500" y="1600200"/>
              <a:ext cx="3429000" cy="3429000"/>
            </a:xfrm>
            <a:prstGeom prst="rect">
              <a:avLst/>
            </a:prstGeom>
            <a:solidFill>
              <a:srgbClr val="E8EEF8"/>
            </a:solidFill>
            <a:ln>
              <a:noFill/>
            </a:ln>
          </p:spPr>
        </p:sp>
        <p:grpSp>
          <p:nvGrpSpPr>
            <p:cNvPr id="53" name="node05.icon"/>
            <p:cNvGrpSpPr/>
            <p:nvPr/>
          </p:nvGrpSpPr>
          <p:grpSpPr>
            <a:xfrm>
              <a:off x="4610100" y="1828800"/>
              <a:ext cx="457200" cy="457200"/>
              <a:chOff x="4610100" y="1828800"/>
              <a:chExt cx="457200" cy="457200"/>
            </a:xfrm>
          </p:grpSpPr>
          <p:pic>
            <p:nvPicPr>
              <p:cNvPr id="21" name="node05.icon.image" descr="icon/strategy-route/navy; canonical SHA256=763a15166fefc06f84edb42452bdf8fbb13cc97295a2599a2fc99a950f7f95d4">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610100" y="1828800"/>
                <a:ext cx="457200" cy="457200"/>
              </a:xfrm>
              <a:prstGeom prst="rect">
                <a:avLst/>
              </a:prstGeom>
            </p:spPr>
          </p:pic>
        </p:grpSp>
        <p:sp>
          <p:nvSpPr>
            <p:cNvPr id="22" name="node05.title"/>
            <p:cNvSpPr/>
            <p:nvPr/>
          </p:nvSpPr>
          <p:spPr>
            <a:xfrm>
              <a:off x="5219700" y="1828800"/>
              <a:ext cx="23622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047FF"/>
                  </a:solidFill>
                  <a:latin typeface="IBM Plex Sans SemiBold"/>
                  <a:ea typeface="IBM Plex Sans SemiBold"/>
                  <a:cs typeface="IBM Plex Sans SemiBold"/>
                </a:rPr>
                <a:t>Purpose built</a:t>
              </a:r>
              <a:endParaRPr lang="en-US" sz="1800" spc="-18" kern="0" b="0" i="0" dirty="0">
                <a:solidFill>
                  <a:srgbClr val="0047FF"/>
                </a:solidFill>
                <a:latin typeface="IBM Plex Sans SemiBold"/>
                <a:ea typeface="IBM Plex Sans SemiBold"/>
                <a:cs typeface="IBM Plex Sans SemiBold"/>
              </a:endParaRPr>
            </a:p>
          </p:txBody>
        </p:sp>
        <p:sp>
          <p:nvSpPr>
            <p:cNvPr id="23" name="node05.body.item-001.bullets.item-001.marker"/>
            <p:cNvSpPr/>
            <p:nvPr/>
          </p:nvSpPr>
          <p:spPr>
            <a:xfrm>
              <a:off x="4610100" y="2546350"/>
              <a:ext cx="50800" cy="50800"/>
            </a:xfrm>
            <a:prstGeom prst="rect">
              <a:avLst/>
            </a:prstGeom>
            <a:solidFill>
              <a:srgbClr val="070154"/>
            </a:solidFill>
            <a:ln>
              <a:noFill/>
            </a:ln>
          </p:spPr>
        </p:sp>
        <p:sp>
          <p:nvSpPr>
            <p:cNvPr id="24" name="node05.body.item-001.bullets.item-001.text"/>
            <p:cNvSpPr/>
            <p:nvPr/>
          </p:nvSpPr>
          <p:spPr>
            <a:xfrm>
              <a:off x="4800600" y="2438400"/>
              <a:ext cx="27813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Retain, replatform, rewrite or retire, chosen per system.</a:t>
              </a:r>
              <a:endParaRPr lang="en-US" sz="1400" spc="0" kern="0" b="0" i="0" dirty="0">
                <a:solidFill>
                  <a:srgbClr val="070154"/>
                </a:solidFill>
                <a:latin typeface="IBM Plex Sans"/>
                <a:ea typeface="IBM Plex Sans"/>
                <a:cs typeface="IBM Plex Sans"/>
              </a:endParaRPr>
            </a:p>
          </p:txBody>
        </p:sp>
        <p:sp>
          <p:nvSpPr>
            <p:cNvPr id="25" name="node05.body.item-001.bullets.item-002.marker"/>
            <p:cNvSpPr/>
            <p:nvPr/>
          </p:nvSpPr>
          <p:spPr>
            <a:xfrm>
              <a:off x="4610100" y="3155950"/>
              <a:ext cx="50800" cy="50800"/>
            </a:xfrm>
            <a:prstGeom prst="rect">
              <a:avLst/>
            </a:prstGeom>
            <a:solidFill>
              <a:srgbClr val="070154"/>
            </a:solidFill>
            <a:ln>
              <a:noFill/>
            </a:ln>
          </p:spPr>
        </p:sp>
        <p:sp>
          <p:nvSpPr>
            <p:cNvPr id="26" name="node05.body.item-001.bullets.item-002.text"/>
            <p:cNvSpPr/>
            <p:nvPr/>
          </p:nvSpPr>
          <p:spPr>
            <a:xfrm>
              <a:off x="4800600" y="3048000"/>
              <a:ext cx="27813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Stable components stay in place, untouched.</a:t>
              </a:r>
              <a:endParaRPr lang="en-US" sz="1400" spc="0" kern="0" b="0" i="0" dirty="0">
                <a:solidFill>
                  <a:srgbClr val="070154"/>
                </a:solidFill>
                <a:latin typeface="IBM Plex Sans"/>
                <a:ea typeface="IBM Plex Sans"/>
                <a:cs typeface="IBM Plex Sans"/>
              </a:endParaRPr>
            </a:p>
          </p:txBody>
        </p:sp>
        <p:sp>
          <p:nvSpPr>
            <p:cNvPr id="27" name="node05.body.item-001.bullets.item-003.marker"/>
            <p:cNvSpPr/>
            <p:nvPr/>
          </p:nvSpPr>
          <p:spPr>
            <a:xfrm>
              <a:off x="4610100" y="3765550"/>
              <a:ext cx="50800" cy="50800"/>
            </a:xfrm>
            <a:prstGeom prst="rect">
              <a:avLst/>
            </a:prstGeom>
            <a:solidFill>
              <a:srgbClr val="070154"/>
            </a:solidFill>
            <a:ln>
              <a:noFill/>
            </a:ln>
          </p:spPr>
        </p:sp>
        <p:sp>
          <p:nvSpPr>
            <p:cNvPr id="28" name="node05.body.item-001.bullets.item-003.text"/>
            <p:cNvSpPr/>
            <p:nvPr/>
          </p:nvSpPr>
          <p:spPr>
            <a:xfrm>
              <a:off x="4800600" y="3657600"/>
              <a:ext cx="27813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Target architecture fits your portfolio and skills.</a:t>
              </a:r>
              <a:endParaRPr lang="en-US" sz="1400" spc="0" kern="0" b="0" i="0" dirty="0">
                <a:solidFill>
                  <a:srgbClr val="070154"/>
                </a:solidFill>
                <a:latin typeface="IBM Plex Sans"/>
                <a:ea typeface="IBM Plex Sans"/>
                <a:cs typeface="IBM Plex Sans"/>
              </a:endParaRPr>
            </a:p>
          </p:txBody>
        </p:sp>
        <p:sp>
          <p:nvSpPr>
            <p:cNvPr id="29" name="node05.body.item-001.bullets.item-004.marker"/>
            <p:cNvSpPr/>
            <p:nvPr/>
          </p:nvSpPr>
          <p:spPr>
            <a:xfrm>
              <a:off x="4610100" y="4375150"/>
              <a:ext cx="50800" cy="50800"/>
            </a:xfrm>
            <a:prstGeom prst="rect">
              <a:avLst/>
            </a:prstGeom>
            <a:solidFill>
              <a:srgbClr val="070154"/>
            </a:solidFill>
            <a:ln>
              <a:noFill/>
            </a:ln>
          </p:spPr>
        </p:sp>
        <p:sp>
          <p:nvSpPr>
            <p:cNvPr id="30" name="node05.body.item-001.bullets.item-004.text"/>
            <p:cNvSpPr/>
            <p:nvPr/>
          </p:nvSpPr>
          <p:spPr>
            <a:xfrm>
              <a:off x="4800600" y="4267200"/>
              <a:ext cx="27813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Nothing is rebuilt for show.</a:t>
              </a:r>
              <a:endParaRPr lang="en-US" sz="1400" spc="0" kern="0" b="0" i="0" dirty="0">
                <a:solidFill>
                  <a:srgbClr val="070154"/>
                </a:solidFill>
                <a:latin typeface="IBM Plex Sans"/>
                <a:ea typeface="IBM Plex Sans"/>
                <a:cs typeface="IBM Plex Sans"/>
              </a:endParaRPr>
            </a:p>
          </p:txBody>
        </p:sp>
      </p:grpSp>
      <p:grpSp>
        <p:nvGrpSpPr>
          <p:cNvPr id="55" name="node06"/>
          <p:cNvGrpSpPr/>
          <p:nvPr/>
        </p:nvGrpSpPr>
        <p:grpSpPr>
          <a:xfrm>
            <a:off x="5524500" y="4800600"/>
            <a:ext cx="2286000" cy="1371600"/>
            <a:chOff x="5524500" y="4800600"/>
            <a:chExt cx="2286000" cy="1371600"/>
          </a:xfrm>
        </p:grpSpPr>
        <p:sp>
          <p:nvSpPr>
            <p:cNvPr id="31" name="node06.surface"/>
            <p:cNvSpPr/>
            <p:nvPr/>
          </p:nvSpPr>
          <p:spPr>
            <a:xfrm>
              <a:off x="5524500" y="4800600"/>
              <a:ext cx="2286000" cy="1371600"/>
            </a:xfrm>
            <a:prstGeom prst="rect">
              <a:avLst/>
            </a:prstGeom>
            <a:solidFill>
              <a:srgbClr val="070154"/>
            </a:solidFill>
            <a:ln>
              <a:noFill/>
            </a:ln>
          </p:spPr>
        </p:sp>
      </p:grpSp>
      <p:grpSp>
        <p:nvGrpSpPr>
          <p:cNvPr id="56" name="node07"/>
          <p:cNvGrpSpPr/>
          <p:nvPr/>
        </p:nvGrpSpPr>
        <p:grpSpPr>
          <a:xfrm>
            <a:off x="5753100" y="5029200"/>
            <a:ext cx="1828800" cy="152400"/>
            <a:chOff x="5753100" y="5029200"/>
            <a:chExt cx="1828800" cy="152400"/>
          </a:xfrm>
        </p:grpSpPr>
        <p:sp>
          <p:nvSpPr>
            <p:cNvPr id="32" name="node07.text"/>
            <p:cNvSpPr/>
            <p:nvPr/>
          </p:nvSpPr>
          <p:spPr>
            <a:xfrm>
              <a:off x="5753100" y="5029200"/>
              <a:ext cx="1828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900D3"/>
                  </a:solidFill>
                  <a:latin typeface="IBM Plex Mono Medium"/>
                  <a:ea typeface="IBM Plex Mono Medium"/>
                  <a:cs typeface="IBM Plex Mono Medium"/>
                </a:rPr>
                <a:t>WHY THIS MATTERS</a:t>
              </a:r>
              <a:endParaRPr lang="en-US" sz="900" spc="54" kern="0" b="0" i="0" dirty="0">
                <a:solidFill>
                  <a:srgbClr val="F900D3"/>
                </a:solidFill>
                <a:latin typeface="IBM Plex Mono Medium"/>
                <a:ea typeface="IBM Plex Mono Medium"/>
                <a:cs typeface="IBM Plex Mono Medium"/>
              </a:endParaRPr>
            </a:p>
          </p:txBody>
        </p:sp>
      </p:grpSp>
      <p:grpSp>
        <p:nvGrpSpPr>
          <p:cNvPr id="57" name="node08"/>
          <p:cNvGrpSpPr/>
          <p:nvPr/>
        </p:nvGrpSpPr>
        <p:grpSpPr>
          <a:xfrm>
            <a:off x="5753100" y="5257800"/>
            <a:ext cx="1828800" cy="685800"/>
            <a:chOff x="5753100" y="5257800"/>
            <a:chExt cx="1828800" cy="685800"/>
          </a:xfrm>
        </p:grpSpPr>
        <p:sp>
          <p:nvSpPr>
            <p:cNvPr id="33" name="node08.text"/>
            <p:cNvSpPr/>
            <p:nvPr/>
          </p:nvSpPr>
          <p:spPr>
            <a:xfrm>
              <a:off x="5753100" y="5257800"/>
              <a:ext cx="1828800" cy="685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You keep what works and replace only what drives value.</a:t>
              </a:r>
              <a:endParaRPr lang="en-US" sz="1200" spc="0" kern="0" b="0" i="0" dirty="0">
                <a:solidFill>
                  <a:srgbClr val="FFFFFF"/>
                </a:solidFill>
                <a:latin typeface="IBM Plex Sans"/>
                <a:ea typeface="IBM Plex Sans"/>
                <a:cs typeface="IBM Plex Sans"/>
              </a:endParaRPr>
            </a:p>
          </p:txBody>
        </p:sp>
      </p:grpSp>
      <p:grpSp>
        <p:nvGrpSpPr>
          <p:cNvPr id="59" name="node09"/>
          <p:cNvGrpSpPr/>
          <p:nvPr/>
        </p:nvGrpSpPr>
        <p:grpSpPr>
          <a:xfrm>
            <a:off x="8039100" y="1600200"/>
            <a:ext cx="3429000" cy="3429000"/>
            <a:chOff x="8039100" y="1600200"/>
            <a:chExt cx="3429000" cy="3429000"/>
          </a:xfrm>
        </p:grpSpPr>
        <p:sp>
          <p:nvSpPr>
            <p:cNvPr id="34" name="node09.container"/>
            <p:cNvSpPr/>
            <p:nvPr/>
          </p:nvSpPr>
          <p:spPr>
            <a:xfrm>
              <a:off x="8039100" y="1600200"/>
              <a:ext cx="3429000" cy="3429000"/>
            </a:xfrm>
            <a:prstGeom prst="rect">
              <a:avLst/>
            </a:prstGeom>
            <a:solidFill>
              <a:srgbClr val="E8EEF8"/>
            </a:solidFill>
            <a:ln>
              <a:noFill/>
            </a:ln>
          </p:spPr>
        </p:sp>
        <p:grpSp>
          <p:nvGrpSpPr>
            <p:cNvPr id="58" name="node09.icon"/>
            <p:cNvGrpSpPr/>
            <p:nvPr/>
          </p:nvGrpSpPr>
          <p:grpSpPr>
            <a:xfrm>
              <a:off x="8267700" y="1828800"/>
              <a:ext cx="457200" cy="457200"/>
              <a:chOff x="8267700" y="1828800"/>
              <a:chExt cx="457200" cy="457200"/>
            </a:xfrm>
          </p:grpSpPr>
          <p:pic>
            <p:nvPicPr>
              <p:cNvPr id="35" name="node09.icon.image" descr="icon/ai-chip-orbit/navy; canonical SHA256=14a43f66d8a5b8ac5942dde8e905dedb2ae681de3a803ebf66fb1cacc34ccd3a">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267700" y="1828800"/>
                <a:ext cx="457200" cy="457200"/>
              </a:xfrm>
              <a:prstGeom prst="rect">
                <a:avLst/>
              </a:prstGeom>
            </p:spPr>
          </p:pic>
        </p:grpSp>
        <p:sp>
          <p:nvSpPr>
            <p:cNvPr id="36" name="node09.title"/>
            <p:cNvSpPr/>
            <p:nvPr/>
          </p:nvSpPr>
          <p:spPr>
            <a:xfrm>
              <a:off x="8877300" y="1828800"/>
              <a:ext cx="23622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047FF"/>
                  </a:solidFill>
                  <a:latin typeface="IBM Plex Sans SemiBold"/>
                  <a:ea typeface="IBM Plex Sans SemiBold"/>
                  <a:cs typeface="IBM Plex Sans SemiBold"/>
                </a:rPr>
                <a:t>AI accelerated</a:t>
              </a:r>
              <a:endParaRPr lang="en-US" sz="1800" spc="-18" kern="0" b="0" i="0" dirty="0">
                <a:solidFill>
                  <a:srgbClr val="0047FF"/>
                </a:solidFill>
                <a:latin typeface="IBM Plex Sans SemiBold"/>
                <a:ea typeface="IBM Plex Sans SemiBold"/>
                <a:cs typeface="IBM Plex Sans SemiBold"/>
              </a:endParaRPr>
            </a:p>
          </p:txBody>
        </p:sp>
        <p:sp>
          <p:nvSpPr>
            <p:cNvPr id="37" name="node09.body.item-001.bullets.item-001.marker"/>
            <p:cNvSpPr/>
            <p:nvPr/>
          </p:nvSpPr>
          <p:spPr>
            <a:xfrm>
              <a:off x="8267700" y="2546350"/>
              <a:ext cx="50800" cy="50800"/>
            </a:xfrm>
            <a:prstGeom prst="rect">
              <a:avLst/>
            </a:prstGeom>
            <a:solidFill>
              <a:srgbClr val="070154"/>
            </a:solidFill>
            <a:ln>
              <a:noFill/>
            </a:ln>
          </p:spPr>
        </p:sp>
        <p:sp>
          <p:nvSpPr>
            <p:cNvPr id="38" name="node09.body.item-001.bullets.item-001.text"/>
            <p:cNvSpPr/>
            <p:nvPr/>
          </p:nvSpPr>
          <p:spPr>
            <a:xfrm>
              <a:off x="8458200" y="2438400"/>
              <a:ext cx="27813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Agents scan and map codebases at scale.</a:t>
              </a:r>
              <a:endParaRPr lang="en-US" sz="1400" spc="0" kern="0" b="0" i="0" dirty="0">
                <a:solidFill>
                  <a:srgbClr val="070154"/>
                </a:solidFill>
                <a:latin typeface="IBM Plex Sans"/>
                <a:ea typeface="IBM Plex Sans"/>
                <a:cs typeface="IBM Plex Sans"/>
              </a:endParaRPr>
            </a:p>
          </p:txBody>
        </p:sp>
        <p:sp>
          <p:nvSpPr>
            <p:cNvPr id="39" name="node09.body.item-001.bullets.item-002.marker"/>
            <p:cNvSpPr/>
            <p:nvPr/>
          </p:nvSpPr>
          <p:spPr>
            <a:xfrm>
              <a:off x="8267700" y="3155950"/>
              <a:ext cx="50800" cy="50800"/>
            </a:xfrm>
            <a:prstGeom prst="rect">
              <a:avLst/>
            </a:prstGeom>
            <a:solidFill>
              <a:srgbClr val="070154"/>
            </a:solidFill>
            <a:ln>
              <a:noFill/>
            </a:ln>
          </p:spPr>
        </p:sp>
        <p:sp>
          <p:nvSpPr>
            <p:cNvPr id="40" name="node09.body.item-001.bullets.item-002.text"/>
            <p:cNvSpPr/>
            <p:nvPr/>
          </p:nvSpPr>
          <p:spPr>
            <a:xfrm>
              <a:off x="8458200" y="3048000"/>
              <a:ext cx="27813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Dependencies and dead code surface in days.</a:t>
              </a:r>
              <a:endParaRPr lang="en-US" sz="1400" spc="0" kern="0" b="0" i="0" dirty="0">
                <a:solidFill>
                  <a:srgbClr val="070154"/>
                </a:solidFill>
                <a:latin typeface="IBM Plex Sans"/>
                <a:ea typeface="IBM Plex Sans"/>
                <a:cs typeface="IBM Plex Sans"/>
              </a:endParaRPr>
            </a:p>
          </p:txBody>
        </p:sp>
        <p:sp>
          <p:nvSpPr>
            <p:cNvPr id="41" name="node09.body.item-001.bullets.item-003.marker"/>
            <p:cNvSpPr/>
            <p:nvPr/>
          </p:nvSpPr>
          <p:spPr>
            <a:xfrm>
              <a:off x="8267700" y="3765550"/>
              <a:ext cx="50800" cy="50800"/>
            </a:xfrm>
            <a:prstGeom prst="rect">
              <a:avLst/>
            </a:prstGeom>
            <a:solidFill>
              <a:srgbClr val="070154"/>
            </a:solidFill>
            <a:ln>
              <a:noFill/>
            </a:ln>
          </p:spPr>
        </p:sp>
        <p:sp>
          <p:nvSpPr>
            <p:cNvPr id="42" name="node09.body.item-001.bullets.item-003.text"/>
            <p:cNvSpPr/>
            <p:nvPr/>
          </p:nvSpPr>
          <p:spPr>
            <a:xfrm>
              <a:off x="8458200" y="3657600"/>
              <a:ext cx="27813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Generated tests and docs back each change.</a:t>
              </a:r>
              <a:endParaRPr lang="en-US" sz="1400" spc="0" kern="0" b="0" i="0" dirty="0">
                <a:solidFill>
                  <a:srgbClr val="070154"/>
                </a:solidFill>
                <a:latin typeface="IBM Plex Sans"/>
                <a:ea typeface="IBM Plex Sans"/>
                <a:cs typeface="IBM Plex Sans"/>
              </a:endParaRPr>
            </a:p>
          </p:txBody>
        </p:sp>
        <p:sp>
          <p:nvSpPr>
            <p:cNvPr id="43" name="node09.body.item-001.bullets.item-004.marker"/>
            <p:cNvSpPr/>
            <p:nvPr/>
          </p:nvSpPr>
          <p:spPr>
            <a:xfrm>
              <a:off x="8267700" y="4375150"/>
              <a:ext cx="50800" cy="50800"/>
            </a:xfrm>
            <a:prstGeom prst="rect">
              <a:avLst/>
            </a:prstGeom>
            <a:solidFill>
              <a:srgbClr val="070154"/>
            </a:solidFill>
            <a:ln>
              <a:noFill/>
            </a:ln>
          </p:spPr>
        </p:sp>
        <p:sp>
          <p:nvSpPr>
            <p:cNvPr id="44" name="node09.body.item-001.bullets.item-004.text"/>
            <p:cNvSpPr/>
            <p:nvPr/>
          </p:nvSpPr>
          <p:spPr>
            <a:xfrm>
              <a:off x="8458200" y="4267200"/>
              <a:ext cx="27813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Engineers approve every merge.</a:t>
              </a:r>
              <a:endParaRPr lang="en-US" sz="1400" spc="0" kern="0" b="0" i="0" dirty="0">
                <a:solidFill>
                  <a:srgbClr val="070154"/>
                </a:solidFill>
                <a:latin typeface="IBM Plex Sans"/>
                <a:ea typeface="IBM Plex Sans"/>
                <a:cs typeface="IBM Plex Sans"/>
              </a:endParaRPr>
            </a:p>
          </p:txBody>
        </p:sp>
      </p:grpSp>
      <p:grpSp>
        <p:nvGrpSpPr>
          <p:cNvPr id="60" name="node10"/>
          <p:cNvGrpSpPr/>
          <p:nvPr/>
        </p:nvGrpSpPr>
        <p:grpSpPr>
          <a:xfrm>
            <a:off x="9182100" y="4800600"/>
            <a:ext cx="2286000" cy="1371600"/>
            <a:chOff x="9182100" y="4800600"/>
            <a:chExt cx="2286000" cy="1371600"/>
          </a:xfrm>
        </p:grpSpPr>
        <p:sp>
          <p:nvSpPr>
            <p:cNvPr id="45" name="node10.surface"/>
            <p:cNvSpPr/>
            <p:nvPr/>
          </p:nvSpPr>
          <p:spPr>
            <a:xfrm>
              <a:off x="9182100" y="4800600"/>
              <a:ext cx="2286000" cy="1371600"/>
            </a:xfrm>
            <a:prstGeom prst="rect">
              <a:avLst/>
            </a:prstGeom>
            <a:solidFill>
              <a:srgbClr val="070154"/>
            </a:solidFill>
            <a:ln>
              <a:noFill/>
            </a:ln>
          </p:spPr>
        </p:sp>
      </p:grpSp>
      <p:grpSp>
        <p:nvGrpSpPr>
          <p:cNvPr id="61" name="node11"/>
          <p:cNvGrpSpPr/>
          <p:nvPr/>
        </p:nvGrpSpPr>
        <p:grpSpPr>
          <a:xfrm>
            <a:off x="9410700" y="5029200"/>
            <a:ext cx="1828800" cy="152400"/>
            <a:chOff x="9410700" y="5029200"/>
            <a:chExt cx="1828800" cy="152400"/>
          </a:xfrm>
        </p:grpSpPr>
        <p:sp>
          <p:nvSpPr>
            <p:cNvPr id="46" name="node11.text"/>
            <p:cNvSpPr/>
            <p:nvPr/>
          </p:nvSpPr>
          <p:spPr>
            <a:xfrm>
              <a:off x="9410700" y="5029200"/>
              <a:ext cx="1828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900D3"/>
                  </a:solidFill>
                  <a:latin typeface="IBM Plex Mono Medium"/>
                  <a:ea typeface="IBM Plex Mono Medium"/>
                  <a:cs typeface="IBM Plex Mono Medium"/>
                </a:rPr>
                <a:t>WHY THIS MATTERS</a:t>
              </a:r>
              <a:endParaRPr lang="en-US" sz="900" spc="54" kern="0" b="0" i="0" dirty="0">
                <a:solidFill>
                  <a:srgbClr val="F900D3"/>
                </a:solidFill>
                <a:latin typeface="IBM Plex Mono Medium"/>
                <a:ea typeface="IBM Plex Mono Medium"/>
                <a:cs typeface="IBM Plex Mono Medium"/>
              </a:endParaRPr>
            </a:p>
          </p:txBody>
        </p:sp>
      </p:grpSp>
      <p:grpSp>
        <p:nvGrpSpPr>
          <p:cNvPr id="62" name="node12"/>
          <p:cNvGrpSpPr/>
          <p:nvPr/>
        </p:nvGrpSpPr>
        <p:grpSpPr>
          <a:xfrm>
            <a:off x="9410700" y="5257800"/>
            <a:ext cx="1828800" cy="685800"/>
            <a:chOff x="9410700" y="5257800"/>
            <a:chExt cx="1828800" cy="685800"/>
          </a:xfrm>
        </p:grpSpPr>
        <p:sp>
          <p:nvSpPr>
            <p:cNvPr id="47" name="node12.text"/>
            <p:cNvSpPr/>
            <p:nvPr/>
          </p:nvSpPr>
          <p:spPr>
            <a:xfrm>
              <a:off x="9410700" y="5257800"/>
              <a:ext cx="1828800" cy="685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Months of analysis shrink to days, with less tribal knowledge.</a:t>
              </a:r>
              <a:endParaRPr lang="en-US" sz="1200" spc="0" kern="0" b="0" i="0" dirty="0">
                <a:solidFill>
                  <a:srgbClr val="FFFFFF"/>
                </a:solidFill>
                <a:latin typeface="IBM Plex Sans"/>
                <a:ea typeface="IBM Plex Sans"/>
                <a:cs typeface="IBM Plex Sans"/>
              </a:endParaRPr>
            </a:p>
          </p:txBody>
        </p:sp>
      </p:gr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name="source-370">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OUR APPROACH</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AI-powered modernization compresses time and risk</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410325"/>
            <a:ext cx="304800" cy="13335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124</a:t>
            </a:fld>
            <a:endParaRPr lang="en-US" sz="700" spc="0" kern="0" b="0" i="0" dirty="0">
              <a:solidFill>
                <a:srgbClr val="070154"/>
              </a:solidFill>
              <a:latin typeface="IBM Plex Mono SemiBold"/>
              <a:ea typeface="IBM Plex Mono SemiBold"/>
              <a:cs typeface="IBM Plex Mono SemiBold"/>
            </a:endParaRPr>
          </a:p>
        </p:txBody>
      </p:sp>
      <p:grpSp>
        <p:nvGrpSpPr>
          <p:cNvPr id="55" name="node01"/>
          <p:cNvGrpSpPr/>
          <p:nvPr/>
        </p:nvGrpSpPr>
        <p:grpSpPr>
          <a:xfrm>
            <a:off x="723900" y="1600200"/>
            <a:ext cx="3429000" cy="3429000"/>
            <a:chOff x="723900" y="1600200"/>
            <a:chExt cx="3429000" cy="3429000"/>
          </a:xfrm>
        </p:grpSpPr>
        <p:sp>
          <p:nvSpPr>
            <p:cNvPr id="6" name="node01.container"/>
            <p:cNvSpPr/>
            <p:nvPr/>
          </p:nvSpPr>
          <p:spPr>
            <a:xfrm>
              <a:off x="723900" y="1600200"/>
              <a:ext cx="3429000" cy="3429000"/>
            </a:xfrm>
            <a:prstGeom prst="rect">
              <a:avLst/>
            </a:prstGeom>
            <a:solidFill>
              <a:srgbClr val="E8EEF8"/>
            </a:solidFill>
            <a:ln>
              <a:noFill/>
            </a:ln>
          </p:spPr>
        </p:sp>
        <p:grpSp>
          <p:nvGrpSpPr>
            <p:cNvPr id="54" name="node01.icon"/>
            <p:cNvGrpSpPr/>
            <p:nvPr/>
          </p:nvGrpSpPr>
          <p:grpSpPr>
            <a:xfrm>
              <a:off x="952500" y="1828800"/>
              <a:ext cx="457200" cy="457200"/>
              <a:chOff x="952500" y="1828800"/>
              <a:chExt cx="457200" cy="457200"/>
            </a:xfrm>
          </p:grpSpPr>
          <p:pic>
            <p:nvPicPr>
              <p:cNvPr id="7" name="node01.icon.image" descr="icon/target-arrow/navy; canonical SHA256=d7be3489d4c720d338cad319f07d0f5d4613e221b5ae04fe7e8f497c9849348f">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52500" y="1828800"/>
                <a:ext cx="457200" cy="457200"/>
              </a:xfrm>
              <a:prstGeom prst="rect">
                <a:avLst/>
              </a:prstGeom>
            </p:spPr>
          </p:pic>
        </p:grpSp>
        <p:sp>
          <p:nvSpPr>
            <p:cNvPr id="8" name="node01.title"/>
            <p:cNvSpPr/>
            <p:nvPr/>
          </p:nvSpPr>
          <p:spPr>
            <a:xfrm>
              <a:off x="1562100" y="1828800"/>
              <a:ext cx="23622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047FF"/>
                  </a:solidFill>
                  <a:latin typeface="IBM Plex Sans SemiBold"/>
                  <a:ea typeface="IBM Plex Sans SemiBold"/>
                  <a:cs typeface="IBM Plex Sans SemiBold"/>
                </a:rPr>
                <a:t>Value first</a:t>
              </a:r>
              <a:endParaRPr lang="en-US" sz="1800" spc="-18" kern="0" b="0" i="0" dirty="0">
                <a:solidFill>
                  <a:srgbClr val="0047FF"/>
                </a:solidFill>
                <a:latin typeface="IBM Plex Sans SemiBold"/>
                <a:ea typeface="IBM Plex Sans SemiBold"/>
                <a:cs typeface="IBM Plex Sans SemiBold"/>
              </a:endParaRPr>
            </a:p>
          </p:txBody>
        </p:sp>
        <p:sp>
          <p:nvSpPr>
            <p:cNvPr id="9" name="node01.body.item-001.bullets.item-001.marker"/>
            <p:cNvSpPr/>
            <p:nvPr/>
          </p:nvSpPr>
          <p:spPr>
            <a:xfrm>
              <a:off x="952500" y="2489200"/>
              <a:ext cx="38100" cy="38100"/>
            </a:xfrm>
            <a:prstGeom prst="rect">
              <a:avLst/>
            </a:prstGeom>
            <a:solidFill>
              <a:srgbClr val="070154"/>
            </a:solidFill>
            <a:ln>
              <a:noFill/>
            </a:ln>
          </p:spPr>
        </p:sp>
        <p:sp>
          <p:nvSpPr>
            <p:cNvPr id="10" name="node01.body.item-001.bullets.item-001.text"/>
            <p:cNvSpPr/>
            <p:nvPr/>
          </p:nvSpPr>
          <p:spPr>
            <a:xfrm>
              <a:off x="1104900" y="2400300"/>
              <a:ext cx="28194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 xml:space="preserve">Ranked by value.</a:t>
              </a:r>
              <a:r>
                <a:rPr lang="en-US" sz="1200" spc="0" kern="0" b="0" i="0" dirty="0">
                  <a:solidFill>
                    <a:srgbClr val="50658E"/>
                  </a:solidFill>
                  <a:latin typeface="IBM Plex Sans"/>
                  <a:ea typeface="IBM Plex Sans"/>
                  <a:cs typeface="IBM Plex Sans"/>
                </a:rPr>
                <a:t xml:space="preserve"> Cost, risk and revenue exposure scored per system.</a:t>
              </a:r>
              <a:endParaRPr lang="en-US" sz="1200" spc="0" kern="0" b="0" i="0" dirty="0">
                <a:solidFill>
                  <a:srgbClr val="070154"/>
                </a:solidFill>
                <a:latin typeface="IBM Plex Sans"/>
                <a:ea typeface="IBM Plex Sans"/>
                <a:cs typeface="IBM Plex Sans"/>
              </a:endParaRPr>
            </a:p>
          </p:txBody>
        </p:sp>
        <p:sp>
          <p:nvSpPr>
            <p:cNvPr id="11" name="node01.body.item-001.bullets.item-002.marker"/>
            <p:cNvSpPr/>
            <p:nvPr/>
          </p:nvSpPr>
          <p:spPr>
            <a:xfrm>
              <a:off x="952500" y="2984500"/>
              <a:ext cx="38100" cy="38100"/>
            </a:xfrm>
            <a:prstGeom prst="rect">
              <a:avLst/>
            </a:prstGeom>
            <a:solidFill>
              <a:srgbClr val="070154"/>
            </a:solidFill>
            <a:ln>
              <a:noFill/>
            </a:ln>
          </p:spPr>
        </p:sp>
        <p:sp>
          <p:nvSpPr>
            <p:cNvPr id="12" name="node01.body.item-001.bullets.item-002.text"/>
            <p:cNvSpPr/>
            <p:nvPr/>
          </p:nvSpPr>
          <p:spPr>
            <a:xfrm>
              <a:off x="1104900" y="2895600"/>
              <a:ext cx="281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 xml:space="preserve">Quick wins first.</a:t>
              </a:r>
              <a:r>
                <a:rPr lang="en-US" sz="1200" spc="0" kern="0" b="0" i="0" dirty="0">
                  <a:solidFill>
                    <a:srgbClr val="50658E"/>
                  </a:solidFill>
                  <a:latin typeface="IBM Plex Sans"/>
                  <a:ea typeface="IBM Plex Sans"/>
                  <a:cs typeface="IBM Plex Sans"/>
                </a:rPr>
                <a:t xml:space="preserve"> Fund later waves.</a:t>
              </a:r>
              <a:endParaRPr lang="en-US" sz="1200" spc="0" kern="0" b="0" i="0" dirty="0">
                <a:solidFill>
                  <a:srgbClr val="070154"/>
                </a:solidFill>
                <a:latin typeface="IBM Plex Sans"/>
                <a:ea typeface="IBM Plex Sans"/>
                <a:cs typeface="IBM Plex Sans"/>
              </a:endParaRPr>
            </a:p>
          </p:txBody>
        </p:sp>
        <p:sp>
          <p:nvSpPr>
            <p:cNvPr id="13" name="node01.body.item-001.bullets.item-003.marker"/>
            <p:cNvSpPr/>
            <p:nvPr/>
          </p:nvSpPr>
          <p:spPr>
            <a:xfrm>
              <a:off x="952500" y="3251200"/>
              <a:ext cx="38100" cy="38100"/>
            </a:xfrm>
            <a:prstGeom prst="rect">
              <a:avLst/>
            </a:prstGeom>
            <a:solidFill>
              <a:srgbClr val="070154"/>
            </a:solidFill>
            <a:ln>
              <a:noFill/>
            </a:ln>
          </p:spPr>
        </p:sp>
        <p:sp>
          <p:nvSpPr>
            <p:cNvPr id="14" name="node01.body.item-001.bullets.item-003.text"/>
            <p:cNvSpPr/>
            <p:nvPr/>
          </p:nvSpPr>
          <p:spPr>
            <a:xfrm>
              <a:off x="1104900" y="3162300"/>
              <a:ext cx="28194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 xml:space="preserve">Dependencies weighed.</a:t>
              </a:r>
              <a:r>
                <a:rPr lang="en-US" sz="1200" spc="0" kern="0" b="0" i="0" dirty="0">
                  <a:solidFill>
                    <a:srgbClr val="50658E"/>
                  </a:solidFill>
                  <a:latin typeface="IBM Plex Sans"/>
                  <a:ea typeface="IBM Plex Sans"/>
                  <a:cs typeface="IBM Plex Sans"/>
                </a:rPr>
                <a:t xml:space="preserve"> Complexity enters every sequencing call.</a:t>
              </a:r>
              <a:endParaRPr lang="en-US" sz="1200" spc="0" kern="0" b="0" i="0" dirty="0">
                <a:solidFill>
                  <a:srgbClr val="070154"/>
                </a:solidFill>
                <a:latin typeface="IBM Plex Sans"/>
                <a:ea typeface="IBM Plex Sans"/>
                <a:cs typeface="IBM Plex Sans"/>
              </a:endParaRPr>
            </a:p>
          </p:txBody>
        </p:sp>
        <p:sp>
          <p:nvSpPr>
            <p:cNvPr id="15" name="node01.body.item-001.bullets.item-004.marker"/>
            <p:cNvSpPr/>
            <p:nvPr/>
          </p:nvSpPr>
          <p:spPr>
            <a:xfrm>
              <a:off x="952500" y="3746500"/>
              <a:ext cx="38100" cy="38100"/>
            </a:xfrm>
            <a:prstGeom prst="rect">
              <a:avLst/>
            </a:prstGeom>
            <a:solidFill>
              <a:srgbClr val="070154"/>
            </a:solidFill>
            <a:ln>
              <a:noFill/>
            </a:ln>
          </p:spPr>
        </p:sp>
        <p:sp>
          <p:nvSpPr>
            <p:cNvPr id="16" name="node01.body.item-001.bullets.item-004.text"/>
            <p:cNvSpPr/>
            <p:nvPr/>
          </p:nvSpPr>
          <p:spPr>
            <a:xfrm>
              <a:off x="1104900" y="3657600"/>
              <a:ext cx="281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 xml:space="preserve">Per release.</a:t>
              </a:r>
              <a:r>
                <a:rPr lang="en-US" sz="1200" spc="0" kern="0" b="0" i="0" dirty="0">
                  <a:solidFill>
                    <a:srgbClr val="50658E"/>
                  </a:solidFill>
                  <a:latin typeface="IBM Plex Sans"/>
                  <a:ea typeface="IBM Plex Sans"/>
                  <a:cs typeface="IBM Plex Sans"/>
                </a:rPr>
                <a:t xml:space="preserve"> Value measured.</a:t>
              </a:r>
              <a:endParaRPr lang="en-US" sz="1200" spc="0" kern="0" b="0" i="0" dirty="0">
                <a:solidFill>
                  <a:srgbClr val="070154"/>
                </a:solidFill>
                <a:latin typeface="IBM Plex Sans"/>
                <a:ea typeface="IBM Plex Sans"/>
                <a:cs typeface="IBM Plex Sans"/>
              </a:endParaRPr>
            </a:p>
          </p:txBody>
        </p:sp>
        <p:sp>
          <p:nvSpPr>
            <p:cNvPr id="17" name="node01.body.item-001.bullets.item-005.marker"/>
            <p:cNvSpPr/>
            <p:nvPr/>
          </p:nvSpPr>
          <p:spPr>
            <a:xfrm>
              <a:off x="952500" y="4013200"/>
              <a:ext cx="38100" cy="38100"/>
            </a:xfrm>
            <a:prstGeom prst="rect">
              <a:avLst/>
            </a:prstGeom>
            <a:solidFill>
              <a:srgbClr val="070154"/>
            </a:solidFill>
            <a:ln>
              <a:noFill/>
            </a:ln>
          </p:spPr>
        </p:sp>
        <p:sp>
          <p:nvSpPr>
            <p:cNvPr id="18" name="node01.body.item-001.bullets.item-005.text"/>
            <p:cNvSpPr/>
            <p:nvPr/>
          </p:nvSpPr>
          <p:spPr>
            <a:xfrm>
              <a:off x="1104900" y="3924300"/>
              <a:ext cx="281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 xml:space="preserve">Business owned.</a:t>
              </a:r>
              <a:r>
                <a:rPr lang="en-US" sz="1200" spc="0" kern="0" b="0" i="0" dirty="0">
                  <a:solidFill>
                    <a:srgbClr val="50658E"/>
                  </a:solidFill>
                  <a:latin typeface="IBM Plex Sans"/>
                  <a:ea typeface="IBM Plex Sans"/>
                  <a:cs typeface="IBM Plex Sans"/>
                </a:rPr>
                <a:t xml:space="preserve"> Quarterly sign-off.</a:t>
              </a:r>
              <a:endParaRPr lang="en-US" sz="1200" spc="0" kern="0" b="0" i="0" dirty="0">
                <a:solidFill>
                  <a:srgbClr val="070154"/>
                </a:solidFill>
                <a:latin typeface="IBM Plex Sans"/>
                <a:ea typeface="IBM Plex Sans"/>
                <a:cs typeface="IBM Plex Sans"/>
              </a:endParaRPr>
            </a:p>
          </p:txBody>
        </p:sp>
      </p:grpSp>
      <p:grpSp>
        <p:nvGrpSpPr>
          <p:cNvPr id="56" name="node02"/>
          <p:cNvGrpSpPr/>
          <p:nvPr/>
        </p:nvGrpSpPr>
        <p:grpSpPr>
          <a:xfrm>
            <a:off x="1866900" y="4800600"/>
            <a:ext cx="2286000" cy="1371600"/>
            <a:chOff x="1866900" y="4800600"/>
            <a:chExt cx="2286000" cy="1371600"/>
          </a:xfrm>
        </p:grpSpPr>
        <p:sp>
          <p:nvSpPr>
            <p:cNvPr id="19" name="node02.surface"/>
            <p:cNvSpPr/>
            <p:nvPr/>
          </p:nvSpPr>
          <p:spPr>
            <a:xfrm>
              <a:off x="1866900" y="4800600"/>
              <a:ext cx="2286000" cy="1371600"/>
            </a:xfrm>
            <a:prstGeom prst="rect">
              <a:avLst/>
            </a:prstGeom>
            <a:solidFill>
              <a:srgbClr val="070154"/>
            </a:solidFill>
            <a:ln>
              <a:noFill/>
            </a:ln>
          </p:spPr>
        </p:sp>
      </p:grpSp>
      <p:grpSp>
        <p:nvGrpSpPr>
          <p:cNvPr id="57" name="node03"/>
          <p:cNvGrpSpPr/>
          <p:nvPr/>
        </p:nvGrpSpPr>
        <p:grpSpPr>
          <a:xfrm>
            <a:off x="2095500" y="5029200"/>
            <a:ext cx="1828800" cy="152400"/>
            <a:chOff x="2095500" y="5029200"/>
            <a:chExt cx="1828800" cy="152400"/>
          </a:xfrm>
        </p:grpSpPr>
        <p:sp>
          <p:nvSpPr>
            <p:cNvPr id="20" name="node03.text"/>
            <p:cNvSpPr/>
            <p:nvPr/>
          </p:nvSpPr>
          <p:spPr>
            <a:xfrm>
              <a:off x="2095500" y="5029200"/>
              <a:ext cx="1828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900D3"/>
                  </a:solidFill>
                  <a:latin typeface="IBM Plex Mono Medium"/>
                  <a:ea typeface="IBM Plex Mono Medium"/>
                  <a:cs typeface="IBM Plex Mono Medium"/>
                </a:rPr>
                <a:t>WHY THIS MATTERS</a:t>
              </a:r>
              <a:endParaRPr lang="en-US" sz="900" spc="54" kern="0" b="0" i="0" dirty="0">
                <a:solidFill>
                  <a:srgbClr val="F900D3"/>
                </a:solidFill>
                <a:latin typeface="IBM Plex Mono Medium"/>
                <a:ea typeface="IBM Plex Mono Medium"/>
                <a:cs typeface="IBM Plex Mono Medium"/>
              </a:endParaRPr>
            </a:p>
          </p:txBody>
        </p:sp>
      </p:grpSp>
      <p:grpSp>
        <p:nvGrpSpPr>
          <p:cNvPr id="58" name="node04"/>
          <p:cNvGrpSpPr/>
          <p:nvPr/>
        </p:nvGrpSpPr>
        <p:grpSpPr>
          <a:xfrm>
            <a:off x="2095500" y="5257800"/>
            <a:ext cx="1828800" cy="685800"/>
            <a:chOff x="2095500" y="5257800"/>
            <a:chExt cx="1828800" cy="685800"/>
          </a:xfrm>
        </p:grpSpPr>
        <p:sp>
          <p:nvSpPr>
            <p:cNvPr id="21" name="node04.text"/>
            <p:cNvSpPr/>
            <p:nvPr/>
          </p:nvSpPr>
          <p:spPr>
            <a:xfrm>
              <a:off x="2095500" y="5257800"/>
              <a:ext cx="1828800" cy="685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Effort goes where return is highest, so promised value lands.</a:t>
              </a:r>
              <a:endParaRPr lang="en-US" sz="1200" spc="0" kern="0" b="0" i="0" dirty="0">
                <a:solidFill>
                  <a:srgbClr val="FFFFFF"/>
                </a:solidFill>
                <a:latin typeface="IBM Plex Sans"/>
                <a:ea typeface="IBM Plex Sans"/>
                <a:cs typeface="IBM Plex Sans"/>
              </a:endParaRPr>
            </a:p>
          </p:txBody>
        </p:sp>
      </p:grpSp>
      <p:grpSp>
        <p:nvGrpSpPr>
          <p:cNvPr id="60" name="node05"/>
          <p:cNvGrpSpPr/>
          <p:nvPr/>
        </p:nvGrpSpPr>
        <p:grpSpPr>
          <a:xfrm>
            <a:off x="4381500" y="1600200"/>
            <a:ext cx="3429000" cy="3429000"/>
            <a:chOff x="4381500" y="1600200"/>
            <a:chExt cx="3429000" cy="3429000"/>
          </a:xfrm>
        </p:grpSpPr>
        <p:sp>
          <p:nvSpPr>
            <p:cNvPr id="22" name="node05.container"/>
            <p:cNvSpPr/>
            <p:nvPr/>
          </p:nvSpPr>
          <p:spPr>
            <a:xfrm>
              <a:off x="4381500" y="1600200"/>
              <a:ext cx="3429000" cy="3429000"/>
            </a:xfrm>
            <a:prstGeom prst="rect">
              <a:avLst/>
            </a:prstGeom>
            <a:solidFill>
              <a:srgbClr val="E8EEF8"/>
            </a:solidFill>
            <a:ln>
              <a:noFill/>
            </a:ln>
          </p:spPr>
        </p:sp>
        <p:grpSp>
          <p:nvGrpSpPr>
            <p:cNvPr id="59" name="node05.icon"/>
            <p:cNvGrpSpPr/>
            <p:nvPr/>
          </p:nvGrpSpPr>
          <p:grpSpPr>
            <a:xfrm>
              <a:off x="4610100" y="1828800"/>
              <a:ext cx="457200" cy="457200"/>
              <a:chOff x="4610100" y="1828800"/>
              <a:chExt cx="457200" cy="457200"/>
            </a:xfrm>
          </p:grpSpPr>
          <p:pic>
            <p:nvPicPr>
              <p:cNvPr id="23" name="node05.icon.image" descr="icon/strategy-route/navy; canonical SHA256=763a15166fefc06f84edb42452bdf8fbb13cc97295a2599a2fc99a950f7f95d4">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610100" y="1828800"/>
                <a:ext cx="457200" cy="457200"/>
              </a:xfrm>
              <a:prstGeom prst="rect">
                <a:avLst/>
              </a:prstGeom>
            </p:spPr>
          </p:pic>
        </p:grpSp>
        <p:sp>
          <p:nvSpPr>
            <p:cNvPr id="24" name="node05.title"/>
            <p:cNvSpPr/>
            <p:nvPr/>
          </p:nvSpPr>
          <p:spPr>
            <a:xfrm>
              <a:off x="5219700" y="1828800"/>
              <a:ext cx="23622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047FF"/>
                  </a:solidFill>
                  <a:latin typeface="IBM Plex Sans SemiBold"/>
                  <a:ea typeface="IBM Plex Sans SemiBold"/>
                  <a:cs typeface="IBM Plex Sans SemiBold"/>
                </a:rPr>
                <a:t>Purpose built</a:t>
              </a:r>
              <a:endParaRPr lang="en-US" sz="1800" spc="-18" kern="0" b="0" i="0" dirty="0">
                <a:solidFill>
                  <a:srgbClr val="0047FF"/>
                </a:solidFill>
                <a:latin typeface="IBM Plex Sans SemiBold"/>
                <a:ea typeface="IBM Plex Sans SemiBold"/>
                <a:cs typeface="IBM Plex Sans SemiBold"/>
              </a:endParaRPr>
            </a:p>
          </p:txBody>
        </p:sp>
        <p:sp>
          <p:nvSpPr>
            <p:cNvPr id="25" name="node05.body.item-001.bullets.item-001.marker"/>
            <p:cNvSpPr/>
            <p:nvPr/>
          </p:nvSpPr>
          <p:spPr>
            <a:xfrm>
              <a:off x="4610100" y="2489200"/>
              <a:ext cx="38100" cy="38100"/>
            </a:xfrm>
            <a:prstGeom prst="rect">
              <a:avLst/>
            </a:prstGeom>
            <a:solidFill>
              <a:srgbClr val="070154"/>
            </a:solidFill>
            <a:ln>
              <a:noFill/>
            </a:ln>
          </p:spPr>
        </p:sp>
        <p:sp>
          <p:nvSpPr>
            <p:cNvPr id="26" name="node05.body.item-001.bullets.item-001.text"/>
            <p:cNvSpPr/>
            <p:nvPr/>
          </p:nvSpPr>
          <p:spPr>
            <a:xfrm>
              <a:off x="4762500" y="2400300"/>
              <a:ext cx="28194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 xml:space="preserve">Four paths.</a:t>
              </a:r>
              <a:r>
                <a:rPr lang="en-US" sz="1200" spc="0" kern="0" b="0" i="0" dirty="0">
                  <a:solidFill>
                    <a:srgbClr val="50658E"/>
                  </a:solidFill>
                  <a:latin typeface="IBM Plex Sans"/>
                  <a:ea typeface="IBM Plex Sans"/>
                  <a:cs typeface="IBM Plex Sans"/>
                </a:rPr>
                <a:t xml:space="preserve"> Retain, replatform, rewrite or retire, per system.</a:t>
              </a:r>
              <a:endParaRPr lang="en-US" sz="1200" spc="0" kern="0" b="0" i="0" dirty="0">
                <a:solidFill>
                  <a:srgbClr val="070154"/>
                </a:solidFill>
                <a:latin typeface="IBM Plex Sans"/>
                <a:ea typeface="IBM Plex Sans"/>
                <a:cs typeface="IBM Plex Sans"/>
              </a:endParaRPr>
            </a:p>
          </p:txBody>
        </p:sp>
        <p:sp>
          <p:nvSpPr>
            <p:cNvPr id="27" name="node05.body.item-001.bullets.item-002.marker"/>
            <p:cNvSpPr/>
            <p:nvPr/>
          </p:nvSpPr>
          <p:spPr>
            <a:xfrm>
              <a:off x="4610100" y="2984500"/>
              <a:ext cx="38100" cy="38100"/>
            </a:xfrm>
            <a:prstGeom prst="rect">
              <a:avLst/>
            </a:prstGeom>
            <a:solidFill>
              <a:srgbClr val="070154"/>
            </a:solidFill>
            <a:ln>
              <a:noFill/>
            </a:ln>
          </p:spPr>
        </p:sp>
        <p:sp>
          <p:nvSpPr>
            <p:cNvPr id="28" name="node05.body.item-001.bullets.item-002.text"/>
            <p:cNvSpPr/>
            <p:nvPr/>
          </p:nvSpPr>
          <p:spPr>
            <a:xfrm>
              <a:off x="4762500" y="2895600"/>
              <a:ext cx="281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 xml:space="preserve">Stable stays put.</a:t>
              </a:r>
              <a:r>
                <a:rPr lang="en-US" sz="1200" spc="0" kern="0" b="0" i="0" dirty="0">
                  <a:solidFill>
                    <a:srgbClr val="50658E"/>
                  </a:solidFill>
                  <a:latin typeface="IBM Plex Sans"/>
                  <a:ea typeface="IBM Plex Sans"/>
                  <a:cs typeface="IBM Plex Sans"/>
                </a:rPr>
                <a:t xml:space="preserve"> Working parts stay.</a:t>
              </a:r>
              <a:endParaRPr lang="en-US" sz="1200" spc="0" kern="0" b="0" i="0" dirty="0">
                <a:solidFill>
                  <a:srgbClr val="070154"/>
                </a:solidFill>
                <a:latin typeface="IBM Plex Sans"/>
                <a:ea typeface="IBM Plex Sans"/>
                <a:cs typeface="IBM Plex Sans"/>
              </a:endParaRPr>
            </a:p>
          </p:txBody>
        </p:sp>
        <p:sp>
          <p:nvSpPr>
            <p:cNvPr id="29" name="node05.body.item-001.bullets.item-003.marker"/>
            <p:cNvSpPr/>
            <p:nvPr/>
          </p:nvSpPr>
          <p:spPr>
            <a:xfrm>
              <a:off x="4610100" y="3251200"/>
              <a:ext cx="38100" cy="38100"/>
            </a:xfrm>
            <a:prstGeom prst="rect">
              <a:avLst/>
            </a:prstGeom>
            <a:solidFill>
              <a:srgbClr val="070154"/>
            </a:solidFill>
            <a:ln>
              <a:noFill/>
            </a:ln>
          </p:spPr>
        </p:sp>
        <p:sp>
          <p:nvSpPr>
            <p:cNvPr id="30" name="node05.body.item-001.bullets.item-003.text"/>
            <p:cNvSpPr/>
            <p:nvPr/>
          </p:nvSpPr>
          <p:spPr>
            <a:xfrm>
              <a:off x="4762500" y="3162300"/>
              <a:ext cx="28194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 xml:space="preserve">Fit to portfolio.</a:t>
              </a:r>
              <a:r>
                <a:rPr lang="en-US" sz="1200" spc="0" kern="0" b="0" i="0" dirty="0">
                  <a:solidFill>
                    <a:srgbClr val="50658E"/>
                  </a:solidFill>
                  <a:latin typeface="IBM Plex Sans"/>
                  <a:ea typeface="IBM Plex Sans"/>
                  <a:cs typeface="IBM Plex Sans"/>
                </a:rPr>
                <a:t xml:space="preserve"> Target matches your skills and vendors.</a:t>
              </a:r>
              <a:endParaRPr lang="en-US" sz="1200" spc="0" kern="0" b="0" i="0" dirty="0">
                <a:solidFill>
                  <a:srgbClr val="070154"/>
                </a:solidFill>
                <a:latin typeface="IBM Plex Sans"/>
                <a:ea typeface="IBM Plex Sans"/>
                <a:cs typeface="IBM Plex Sans"/>
              </a:endParaRPr>
            </a:p>
          </p:txBody>
        </p:sp>
        <p:sp>
          <p:nvSpPr>
            <p:cNvPr id="31" name="node05.body.item-001.bullets.item-004.marker"/>
            <p:cNvSpPr/>
            <p:nvPr/>
          </p:nvSpPr>
          <p:spPr>
            <a:xfrm>
              <a:off x="4610100" y="3746500"/>
              <a:ext cx="38100" cy="38100"/>
            </a:xfrm>
            <a:prstGeom prst="rect">
              <a:avLst/>
            </a:prstGeom>
            <a:solidFill>
              <a:srgbClr val="070154"/>
            </a:solidFill>
            <a:ln>
              <a:noFill/>
            </a:ln>
          </p:spPr>
        </p:sp>
        <p:sp>
          <p:nvSpPr>
            <p:cNvPr id="32" name="node05.body.item-001.bullets.item-004.text"/>
            <p:cNvSpPr/>
            <p:nvPr/>
          </p:nvSpPr>
          <p:spPr>
            <a:xfrm>
              <a:off x="4762500" y="3657600"/>
              <a:ext cx="281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 xml:space="preserve">Evidence based.</a:t>
              </a:r>
              <a:r>
                <a:rPr lang="en-US" sz="1200" spc="0" kern="0" b="0" i="0" dirty="0">
                  <a:solidFill>
                    <a:srgbClr val="50658E"/>
                  </a:solidFill>
                  <a:latin typeface="IBM Plex Sans"/>
                  <a:ea typeface="IBM Plex Sans"/>
                  <a:cs typeface="IBM Plex Sans"/>
                </a:rPr>
                <a:t xml:space="preserve"> Usage, defects, cost.</a:t>
              </a:r>
              <a:endParaRPr lang="en-US" sz="1200" spc="0" kern="0" b="0" i="0" dirty="0">
                <a:solidFill>
                  <a:srgbClr val="070154"/>
                </a:solidFill>
                <a:latin typeface="IBM Plex Sans"/>
                <a:ea typeface="IBM Plex Sans"/>
                <a:cs typeface="IBM Plex Sans"/>
              </a:endParaRPr>
            </a:p>
          </p:txBody>
        </p:sp>
        <p:sp>
          <p:nvSpPr>
            <p:cNvPr id="33" name="node05.body.item-001.bullets.item-005.marker"/>
            <p:cNvSpPr/>
            <p:nvPr/>
          </p:nvSpPr>
          <p:spPr>
            <a:xfrm>
              <a:off x="4610100" y="4013200"/>
              <a:ext cx="38100" cy="38100"/>
            </a:xfrm>
            <a:prstGeom prst="rect">
              <a:avLst/>
            </a:prstGeom>
            <a:solidFill>
              <a:srgbClr val="070154"/>
            </a:solidFill>
            <a:ln>
              <a:noFill/>
            </a:ln>
          </p:spPr>
        </p:sp>
        <p:sp>
          <p:nvSpPr>
            <p:cNvPr id="34" name="node05.body.item-001.bullets.item-005.text"/>
            <p:cNvSpPr/>
            <p:nvPr/>
          </p:nvSpPr>
          <p:spPr>
            <a:xfrm>
              <a:off x="4762500" y="3924300"/>
              <a:ext cx="281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 xml:space="preserve">No rebuild for show.</a:t>
              </a:r>
              <a:r>
                <a:rPr lang="en-US" sz="1200" spc="0" kern="0" b="0" i="0" dirty="0">
                  <a:solidFill>
                    <a:srgbClr val="50658E"/>
                  </a:solidFill>
                  <a:latin typeface="IBM Plex Sans"/>
                  <a:ea typeface="IBM Plex Sans"/>
                  <a:cs typeface="IBM Plex Sans"/>
                </a:rPr>
                <a:t xml:space="preserve"> Return first.</a:t>
              </a:r>
              <a:endParaRPr lang="en-US" sz="1200" spc="0" kern="0" b="0" i="0" dirty="0">
                <a:solidFill>
                  <a:srgbClr val="070154"/>
                </a:solidFill>
                <a:latin typeface="IBM Plex Sans"/>
                <a:ea typeface="IBM Plex Sans"/>
                <a:cs typeface="IBM Plex Sans"/>
              </a:endParaRPr>
            </a:p>
          </p:txBody>
        </p:sp>
      </p:grpSp>
      <p:grpSp>
        <p:nvGrpSpPr>
          <p:cNvPr id="61" name="node06"/>
          <p:cNvGrpSpPr/>
          <p:nvPr/>
        </p:nvGrpSpPr>
        <p:grpSpPr>
          <a:xfrm>
            <a:off x="5524500" y="4800600"/>
            <a:ext cx="2286000" cy="1371600"/>
            <a:chOff x="5524500" y="4800600"/>
            <a:chExt cx="2286000" cy="1371600"/>
          </a:xfrm>
        </p:grpSpPr>
        <p:sp>
          <p:nvSpPr>
            <p:cNvPr id="35" name="node06.surface"/>
            <p:cNvSpPr/>
            <p:nvPr/>
          </p:nvSpPr>
          <p:spPr>
            <a:xfrm>
              <a:off x="5524500" y="4800600"/>
              <a:ext cx="2286000" cy="1371600"/>
            </a:xfrm>
            <a:prstGeom prst="rect">
              <a:avLst/>
            </a:prstGeom>
            <a:solidFill>
              <a:srgbClr val="070154"/>
            </a:solidFill>
            <a:ln>
              <a:noFill/>
            </a:ln>
          </p:spPr>
        </p:sp>
      </p:grpSp>
      <p:grpSp>
        <p:nvGrpSpPr>
          <p:cNvPr id="62" name="node07"/>
          <p:cNvGrpSpPr/>
          <p:nvPr/>
        </p:nvGrpSpPr>
        <p:grpSpPr>
          <a:xfrm>
            <a:off x="5753100" y="5029200"/>
            <a:ext cx="1828800" cy="152400"/>
            <a:chOff x="5753100" y="5029200"/>
            <a:chExt cx="1828800" cy="152400"/>
          </a:xfrm>
        </p:grpSpPr>
        <p:sp>
          <p:nvSpPr>
            <p:cNvPr id="36" name="node07.text"/>
            <p:cNvSpPr/>
            <p:nvPr/>
          </p:nvSpPr>
          <p:spPr>
            <a:xfrm>
              <a:off x="5753100" y="5029200"/>
              <a:ext cx="1828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900D3"/>
                  </a:solidFill>
                  <a:latin typeface="IBM Plex Mono Medium"/>
                  <a:ea typeface="IBM Plex Mono Medium"/>
                  <a:cs typeface="IBM Plex Mono Medium"/>
                </a:rPr>
                <a:t>WHY THIS MATTERS</a:t>
              </a:r>
              <a:endParaRPr lang="en-US" sz="900" spc="54" kern="0" b="0" i="0" dirty="0">
                <a:solidFill>
                  <a:srgbClr val="F900D3"/>
                </a:solidFill>
                <a:latin typeface="IBM Plex Mono Medium"/>
                <a:ea typeface="IBM Plex Mono Medium"/>
                <a:cs typeface="IBM Plex Mono Medium"/>
              </a:endParaRPr>
            </a:p>
          </p:txBody>
        </p:sp>
      </p:grpSp>
      <p:grpSp>
        <p:nvGrpSpPr>
          <p:cNvPr id="63" name="node08"/>
          <p:cNvGrpSpPr/>
          <p:nvPr/>
        </p:nvGrpSpPr>
        <p:grpSpPr>
          <a:xfrm>
            <a:off x="5753100" y="5257800"/>
            <a:ext cx="1828800" cy="685800"/>
            <a:chOff x="5753100" y="5257800"/>
            <a:chExt cx="1828800" cy="685800"/>
          </a:xfrm>
        </p:grpSpPr>
        <p:sp>
          <p:nvSpPr>
            <p:cNvPr id="37" name="node08.text"/>
            <p:cNvSpPr/>
            <p:nvPr/>
          </p:nvSpPr>
          <p:spPr>
            <a:xfrm>
              <a:off x="5753100" y="5257800"/>
              <a:ext cx="1828800" cy="685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You keep what works and replace only what drives value.</a:t>
              </a:r>
              <a:endParaRPr lang="en-US" sz="1200" spc="0" kern="0" b="0" i="0" dirty="0">
                <a:solidFill>
                  <a:srgbClr val="FFFFFF"/>
                </a:solidFill>
                <a:latin typeface="IBM Plex Sans"/>
                <a:ea typeface="IBM Plex Sans"/>
                <a:cs typeface="IBM Plex Sans"/>
              </a:endParaRPr>
            </a:p>
          </p:txBody>
        </p:sp>
      </p:grpSp>
      <p:grpSp>
        <p:nvGrpSpPr>
          <p:cNvPr id="65" name="node09"/>
          <p:cNvGrpSpPr/>
          <p:nvPr/>
        </p:nvGrpSpPr>
        <p:grpSpPr>
          <a:xfrm>
            <a:off x="8039100" y="1600200"/>
            <a:ext cx="3429000" cy="3429000"/>
            <a:chOff x="8039100" y="1600200"/>
            <a:chExt cx="3429000" cy="3429000"/>
          </a:xfrm>
        </p:grpSpPr>
        <p:sp>
          <p:nvSpPr>
            <p:cNvPr id="38" name="node09.container"/>
            <p:cNvSpPr/>
            <p:nvPr/>
          </p:nvSpPr>
          <p:spPr>
            <a:xfrm>
              <a:off x="8039100" y="1600200"/>
              <a:ext cx="3429000" cy="3429000"/>
            </a:xfrm>
            <a:prstGeom prst="rect">
              <a:avLst/>
            </a:prstGeom>
            <a:solidFill>
              <a:srgbClr val="E8EEF8"/>
            </a:solidFill>
            <a:ln>
              <a:noFill/>
            </a:ln>
          </p:spPr>
        </p:sp>
        <p:grpSp>
          <p:nvGrpSpPr>
            <p:cNvPr id="64" name="node09.icon"/>
            <p:cNvGrpSpPr/>
            <p:nvPr/>
          </p:nvGrpSpPr>
          <p:grpSpPr>
            <a:xfrm>
              <a:off x="8267700" y="1828800"/>
              <a:ext cx="457200" cy="457200"/>
              <a:chOff x="8267700" y="1828800"/>
              <a:chExt cx="457200" cy="457200"/>
            </a:xfrm>
          </p:grpSpPr>
          <p:pic>
            <p:nvPicPr>
              <p:cNvPr id="39" name="node09.icon.image" descr="icon/ai-chip-orbit/navy; canonical SHA256=14a43f66d8a5b8ac5942dde8e905dedb2ae681de3a803ebf66fb1cacc34ccd3a">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267700" y="1828800"/>
                <a:ext cx="457200" cy="457200"/>
              </a:xfrm>
              <a:prstGeom prst="rect">
                <a:avLst/>
              </a:prstGeom>
            </p:spPr>
          </p:pic>
        </p:grpSp>
        <p:sp>
          <p:nvSpPr>
            <p:cNvPr id="40" name="node09.title"/>
            <p:cNvSpPr/>
            <p:nvPr/>
          </p:nvSpPr>
          <p:spPr>
            <a:xfrm>
              <a:off x="8877300" y="1828800"/>
              <a:ext cx="23622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047FF"/>
                  </a:solidFill>
                  <a:latin typeface="IBM Plex Sans SemiBold"/>
                  <a:ea typeface="IBM Plex Sans SemiBold"/>
                  <a:cs typeface="IBM Plex Sans SemiBold"/>
                </a:rPr>
                <a:t>AI accelerated</a:t>
              </a:r>
              <a:endParaRPr lang="en-US" sz="1800" spc="-18" kern="0" b="0" i="0" dirty="0">
                <a:solidFill>
                  <a:srgbClr val="0047FF"/>
                </a:solidFill>
                <a:latin typeface="IBM Plex Sans SemiBold"/>
                <a:ea typeface="IBM Plex Sans SemiBold"/>
                <a:cs typeface="IBM Plex Sans SemiBold"/>
              </a:endParaRPr>
            </a:p>
          </p:txBody>
        </p:sp>
        <p:sp>
          <p:nvSpPr>
            <p:cNvPr id="41" name="node09.body.item-001.bullets.item-001.marker"/>
            <p:cNvSpPr/>
            <p:nvPr/>
          </p:nvSpPr>
          <p:spPr>
            <a:xfrm>
              <a:off x="8267700" y="2489200"/>
              <a:ext cx="38100" cy="38100"/>
            </a:xfrm>
            <a:prstGeom prst="rect">
              <a:avLst/>
            </a:prstGeom>
            <a:solidFill>
              <a:srgbClr val="070154"/>
            </a:solidFill>
            <a:ln>
              <a:noFill/>
            </a:ln>
          </p:spPr>
        </p:sp>
        <p:sp>
          <p:nvSpPr>
            <p:cNvPr id="42" name="node09.body.item-001.bullets.item-001.text"/>
            <p:cNvSpPr/>
            <p:nvPr/>
          </p:nvSpPr>
          <p:spPr>
            <a:xfrm>
              <a:off x="8420100" y="2400300"/>
              <a:ext cx="28194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 xml:space="preserve">Scan at scale.</a:t>
              </a:r>
              <a:r>
                <a:rPr lang="en-US" sz="1200" spc="0" kern="0" b="0" i="0" dirty="0">
                  <a:solidFill>
                    <a:srgbClr val="50658E"/>
                  </a:solidFill>
                  <a:latin typeface="IBM Plex Sans"/>
                  <a:ea typeface="IBM Plex Sans"/>
                  <a:cs typeface="IBM Plex Sans"/>
                </a:rPr>
                <a:t xml:space="preserve"> Agents map code, data flows and dependencies.</a:t>
              </a:r>
              <a:endParaRPr lang="en-US" sz="1200" spc="0" kern="0" b="0" i="0" dirty="0">
                <a:solidFill>
                  <a:srgbClr val="070154"/>
                </a:solidFill>
                <a:latin typeface="IBM Plex Sans"/>
                <a:ea typeface="IBM Plex Sans"/>
                <a:cs typeface="IBM Plex Sans"/>
              </a:endParaRPr>
            </a:p>
          </p:txBody>
        </p:sp>
        <p:sp>
          <p:nvSpPr>
            <p:cNvPr id="43" name="node09.body.item-001.bullets.item-002.marker"/>
            <p:cNvSpPr/>
            <p:nvPr/>
          </p:nvSpPr>
          <p:spPr>
            <a:xfrm>
              <a:off x="8267700" y="2984500"/>
              <a:ext cx="38100" cy="38100"/>
            </a:xfrm>
            <a:prstGeom prst="rect">
              <a:avLst/>
            </a:prstGeom>
            <a:solidFill>
              <a:srgbClr val="070154"/>
            </a:solidFill>
            <a:ln>
              <a:noFill/>
            </a:ln>
          </p:spPr>
        </p:sp>
        <p:sp>
          <p:nvSpPr>
            <p:cNvPr id="44" name="node09.body.item-001.bullets.item-002.text"/>
            <p:cNvSpPr/>
            <p:nvPr/>
          </p:nvSpPr>
          <p:spPr>
            <a:xfrm>
              <a:off x="8420100" y="2895600"/>
              <a:ext cx="281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 xml:space="preserve">Days, not months.</a:t>
              </a:r>
              <a:r>
                <a:rPr lang="en-US" sz="1200" spc="0" kern="0" b="0" i="0" dirty="0">
                  <a:solidFill>
                    <a:srgbClr val="50658E"/>
                  </a:solidFill>
                  <a:latin typeface="IBM Plex Sans"/>
                  <a:ea typeface="IBM Plex Sans"/>
                  <a:cs typeface="IBM Plex Sans"/>
                </a:rPr>
                <a:t xml:space="preserve"> Discovery in weeks.</a:t>
              </a:r>
              <a:endParaRPr lang="en-US" sz="1200" spc="0" kern="0" b="0" i="0" dirty="0">
                <a:solidFill>
                  <a:srgbClr val="070154"/>
                </a:solidFill>
                <a:latin typeface="IBM Plex Sans"/>
                <a:ea typeface="IBM Plex Sans"/>
                <a:cs typeface="IBM Plex Sans"/>
              </a:endParaRPr>
            </a:p>
          </p:txBody>
        </p:sp>
        <p:sp>
          <p:nvSpPr>
            <p:cNvPr id="45" name="node09.body.item-001.bullets.item-003.marker"/>
            <p:cNvSpPr/>
            <p:nvPr/>
          </p:nvSpPr>
          <p:spPr>
            <a:xfrm>
              <a:off x="8267700" y="3251200"/>
              <a:ext cx="38100" cy="38100"/>
            </a:xfrm>
            <a:prstGeom prst="rect">
              <a:avLst/>
            </a:prstGeom>
            <a:solidFill>
              <a:srgbClr val="070154"/>
            </a:solidFill>
            <a:ln>
              <a:noFill/>
            </a:ln>
          </p:spPr>
        </p:sp>
        <p:sp>
          <p:nvSpPr>
            <p:cNvPr id="46" name="node09.body.item-001.bullets.item-003.text"/>
            <p:cNvSpPr/>
            <p:nvPr/>
          </p:nvSpPr>
          <p:spPr>
            <a:xfrm>
              <a:off x="8420100" y="3162300"/>
              <a:ext cx="28194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 xml:space="preserve">Tests generated.</a:t>
              </a:r>
              <a:r>
                <a:rPr lang="en-US" sz="1200" spc="0" kern="0" b="0" i="0" dirty="0">
                  <a:solidFill>
                    <a:srgbClr val="50658E"/>
                  </a:solidFill>
                  <a:latin typeface="IBM Plex Sans"/>
                  <a:ea typeface="IBM Plex Sans"/>
                  <a:cs typeface="IBM Plex Sans"/>
                </a:rPr>
                <a:t xml:space="preserve"> Every change ships with tests and docs.</a:t>
              </a:r>
              <a:endParaRPr lang="en-US" sz="1200" spc="0" kern="0" b="0" i="0" dirty="0">
                <a:solidFill>
                  <a:srgbClr val="070154"/>
                </a:solidFill>
                <a:latin typeface="IBM Plex Sans"/>
                <a:ea typeface="IBM Plex Sans"/>
                <a:cs typeface="IBM Plex Sans"/>
              </a:endParaRPr>
            </a:p>
          </p:txBody>
        </p:sp>
        <p:sp>
          <p:nvSpPr>
            <p:cNvPr id="47" name="node09.body.item-001.bullets.item-004.marker"/>
            <p:cNvSpPr/>
            <p:nvPr/>
          </p:nvSpPr>
          <p:spPr>
            <a:xfrm>
              <a:off x="8267700" y="3746500"/>
              <a:ext cx="38100" cy="38100"/>
            </a:xfrm>
            <a:prstGeom prst="rect">
              <a:avLst/>
            </a:prstGeom>
            <a:solidFill>
              <a:srgbClr val="070154"/>
            </a:solidFill>
            <a:ln>
              <a:noFill/>
            </a:ln>
          </p:spPr>
        </p:sp>
        <p:sp>
          <p:nvSpPr>
            <p:cNvPr id="48" name="node09.body.item-001.bullets.item-004.text"/>
            <p:cNvSpPr/>
            <p:nvPr/>
          </p:nvSpPr>
          <p:spPr>
            <a:xfrm>
              <a:off x="8420100" y="3657600"/>
              <a:ext cx="28194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 xml:space="preserve">Humans decide.</a:t>
              </a:r>
              <a:r>
                <a:rPr lang="en-US" sz="1200" spc="0" kern="0" b="0" i="0" dirty="0">
                  <a:solidFill>
                    <a:srgbClr val="50658E"/>
                  </a:solidFill>
                  <a:latin typeface="IBM Plex Sans"/>
                  <a:ea typeface="IBM Plex Sans"/>
                  <a:cs typeface="IBM Plex Sans"/>
                </a:rPr>
                <a:t xml:space="preserve"> Engineers review each merge.</a:t>
              </a:r>
              <a:endParaRPr lang="en-US" sz="1200" spc="0" kern="0" b="0" i="0" dirty="0">
                <a:solidFill>
                  <a:srgbClr val="070154"/>
                </a:solidFill>
                <a:latin typeface="IBM Plex Sans"/>
                <a:ea typeface="IBM Plex Sans"/>
                <a:cs typeface="IBM Plex Sans"/>
              </a:endParaRPr>
            </a:p>
          </p:txBody>
        </p:sp>
        <p:sp>
          <p:nvSpPr>
            <p:cNvPr id="49" name="node09.body.item-001.bullets.item-005.marker"/>
            <p:cNvSpPr/>
            <p:nvPr/>
          </p:nvSpPr>
          <p:spPr>
            <a:xfrm>
              <a:off x="8267700" y="4241800"/>
              <a:ext cx="38100" cy="38100"/>
            </a:xfrm>
            <a:prstGeom prst="rect">
              <a:avLst/>
            </a:prstGeom>
            <a:solidFill>
              <a:srgbClr val="070154"/>
            </a:solidFill>
            <a:ln>
              <a:noFill/>
            </a:ln>
          </p:spPr>
        </p:sp>
        <p:sp>
          <p:nvSpPr>
            <p:cNvPr id="50" name="node09.body.item-001.bullets.item-005.text"/>
            <p:cNvSpPr/>
            <p:nvPr/>
          </p:nvSpPr>
          <p:spPr>
            <a:xfrm>
              <a:off x="8420100" y="4152900"/>
              <a:ext cx="28194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 xml:space="preserve">Knowledge kept.</a:t>
              </a:r>
              <a:r>
                <a:rPr lang="en-US" sz="1200" spc="0" kern="0" b="0" i="0" dirty="0">
                  <a:solidFill>
                    <a:srgbClr val="50658E"/>
                  </a:solidFill>
                  <a:latin typeface="IBM Plex Sans"/>
                  <a:ea typeface="IBM Plex Sans"/>
                  <a:cs typeface="IBM Plex Sans"/>
                </a:rPr>
                <a:t xml:space="preserve"> Findings in a shared record.</a:t>
              </a:r>
              <a:endParaRPr lang="en-US" sz="1200" spc="0" kern="0" b="0" i="0" dirty="0">
                <a:solidFill>
                  <a:srgbClr val="070154"/>
                </a:solidFill>
                <a:latin typeface="IBM Plex Sans"/>
                <a:ea typeface="IBM Plex Sans"/>
                <a:cs typeface="IBM Plex Sans"/>
              </a:endParaRPr>
            </a:p>
          </p:txBody>
        </p:sp>
      </p:grpSp>
      <p:grpSp>
        <p:nvGrpSpPr>
          <p:cNvPr id="66" name="node10"/>
          <p:cNvGrpSpPr/>
          <p:nvPr/>
        </p:nvGrpSpPr>
        <p:grpSpPr>
          <a:xfrm>
            <a:off x="9182100" y="4800600"/>
            <a:ext cx="2286000" cy="1371600"/>
            <a:chOff x="9182100" y="4800600"/>
            <a:chExt cx="2286000" cy="1371600"/>
          </a:xfrm>
        </p:grpSpPr>
        <p:sp>
          <p:nvSpPr>
            <p:cNvPr id="51" name="node10.surface"/>
            <p:cNvSpPr/>
            <p:nvPr/>
          </p:nvSpPr>
          <p:spPr>
            <a:xfrm>
              <a:off x="9182100" y="4800600"/>
              <a:ext cx="2286000" cy="1371600"/>
            </a:xfrm>
            <a:prstGeom prst="rect">
              <a:avLst/>
            </a:prstGeom>
            <a:solidFill>
              <a:srgbClr val="070154"/>
            </a:solidFill>
            <a:ln>
              <a:noFill/>
            </a:ln>
          </p:spPr>
        </p:sp>
      </p:grpSp>
      <p:grpSp>
        <p:nvGrpSpPr>
          <p:cNvPr id="67" name="node11"/>
          <p:cNvGrpSpPr/>
          <p:nvPr/>
        </p:nvGrpSpPr>
        <p:grpSpPr>
          <a:xfrm>
            <a:off x="9410700" y="5029200"/>
            <a:ext cx="1828800" cy="152400"/>
            <a:chOff x="9410700" y="5029200"/>
            <a:chExt cx="1828800" cy="152400"/>
          </a:xfrm>
        </p:grpSpPr>
        <p:sp>
          <p:nvSpPr>
            <p:cNvPr id="52" name="node11.text"/>
            <p:cNvSpPr/>
            <p:nvPr/>
          </p:nvSpPr>
          <p:spPr>
            <a:xfrm>
              <a:off x="9410700" y="5029200"/>
              <a:ext cx="1828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900D3"/>
                  </a:solidFill>
                  <a:latin typeface="IBM Plex Mono Medium"/>
                  <a:ea typeface="IBM Plex Mono Medium"/>
                  <a:cs typeface="IBM Plex Mono Medium"/>
                </a:rPr>
                <a:t>WHY THIS MATTERS</a:t>
              </a:r>
              <a:endParaRPr lang="en-US" sz="900" spc="54" kern="0" b="0" i="0" dirty="0">
                <a:solidFill>
                  <a:srgbClr val="F900D3"/>
                </a:solidFill>
                <a:latin typeface="IBM Plex Mono Medium"/>
                <a:ea typeface="IBM Plex Mono Medium"/>
                <a:cs typeface="IBM Plex Mono Medium"/>
              </a:endParaRPr>
            </a:p>
          </p:txBody>
        </p:sp>
      </p:grpSp>
      <p:grpSp>
        <p:nvGrpSpPr>
          <p:cNvPr id="68" name="node12"/>
          <p:cNvGrpSpPr/>
          <p:nvPr/>
        </p:nvGrpSpPr>
        <p:grpSpPr>
          <a:xfrm>
            <a:off x="9410700" y="5257800"/>
            <a:ext cx="1828800" cy="685800"/>
            <a:chOff x="9410700" y="5257800"/>
            <a:chExt cx="1828800" cy="685800"/>
          </a:xfrm>
        </p:grpSpPr>
        <p:sp>
          <p:nvSpPr>
            <p:cNvPr id="53" name="node12.text"/>
            <p:cNvSpPr/>
            <p:nvPr/>
          </p:nvSpPr>
          <p:spPr>
            <a:xfrm>
              <a:off x="9410700" y="5257800"/>
              <a:ext cx="1828800" cy="685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Months of analysis shrink to days, with less tribal knowledge.</a:t>
              </a:r>
              <a:endParaRPr lang="en-US" sz="1200" spc="0" kern="0" b="0" i="0" dirty="0">
                <a:solidFill>
                  <a:srgbClr val="FFFFFF"/>
                </a:solidFill>
                <a:latin typeface="IBM Plex Sans"/>
                <a:ea typeface="IBM Plex Sans"/>
                <a:cs typeface="IBM Plex Sans"/>
              </a:endParaRPr>
            </a:p>
          </p:txBody>
        </p:sp>
      </p:gr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name="source-371">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OUR APPROACH</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AI-powered modernization compresses time and risk</a:t>
            </a:r>
            <a:endParaRPr lang="en-US" sz="3200" spc="-64" kern="0" b="0" i="0" dirty="0">
              <a:solidFill>
                <a:srgbClr val="070154"/>
              </a:solidFill>
              <a:latin typeface="IBM Plex Sans SemiBold"/>
              <a:ea typeface="IBM Plex Sans SemiBold"/>
              <a:cs typeface="IBM Plex Sans SemiBold"/>
            </a:endParaRPr>
          </a:p>
        </p:txBody>
      </p:sp>
      <p:sp>
        <p:nvSpPr>
          <p:cNvPr id="5" name="nav.section-01"/>
          <p:cNvSpPr/>
          <p:nvPr/>
        </p:nvSpPr>
        <p:spPr>
          <a:xfrm>
            <a:off x="266700" y="457200"/>
            <a:ext cx="228600" cy="1082040"/>
          </a:xfrm>
          <a:prstGeom prst="rect">
            <a:avLst/>
          </a:prstGeom>
          <a:solidFill>
            <a:srgbClr val="E8EEF8"/>
          </a:solidFill>
          <a:ln>
            <a:noFill/>
          </a:ln>
        </p:spPr>
      </p:sp>
      <p:sp>
        <p:nvSpPr>
          <p:cNvPr id="6" name="nav.label.section-01"/>
          <p:cNvSpPr/>
          <p:nvPr/>
        </p:nvSpPr>
        <p:spPr>
          <a:xfrm>
            <a:off x="266700" y="457200"/>
            <a:ext cx="228600" cy="108204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50658E"/>
                </a:solidFill>
                <a:latin typeface="IBM Plex Mono SemiBold"/>
                <a:ea typeface="IBM Plex Mono SemiBold"/>
                <a:cs typeface="IBM Plex Mono SemiBold"/>
              </a:rPr>
              <a:t>CONTEXT</a:t>
            </a:r>
            <a:endParaRPr lang="en-US" sz="800" spc="80" kern="0" b="0" i="0" dirty="0">
              <a:solidFill>
                <a:srgbClr val="50658E"/>
              </a:solidFill>
              <a:latin typeface="IBM Plex Mono SemiBold"/>
              <a:ea typeface="IBM Plex Mono SemiBold"/>
              <a:cs typeface="IBM Plex Mono SemiBold"/>
            </a:endParaRPr>
          </a:p>
        </p:txBody>
      </p:sp>
      <p:sp>
        <p:nvSpPr>
          <p:cNvPr id="7" name="nav.section-02"/>
          <p:cNvSpPr/>
          <p:nvPr/>
        </p:nvSpPr>
        <p:spPr>
          <a:xfrm>
            <a:off x="266700" y="1615440"/>
            <a:ext cx="228600" cy="1082040"/>
          </a:xfrm>
          <a:prstGeom prst="rect">
            <a:avLst/>
          </a:prstGeom>
          <a:solidFill>
            <a:srgbClr val="070154"/>
          </a:solidFill>
          <a:ln>
            <a:noFill/>
          </a:ln>
        </p:spPr>
      </p:sp>
      <p:sp>
        <p:nvSpPr>
          <p:cNvPr id="8" name="nav.label.section-02"/>
          <p:cNvSpPr/>
          <p:nvPr/>
        </p:nvSpPr>
        <p:spPr>
          <a:xfrm>
            <a:off x="266700" y="1615440"/>
            <a:ext cx="228600" cy="108204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FFFFFF"/>
                </a:solidFill>
                <a:latin typeface="IBM Plex Mono SemiBold"/>
                <a:ea typeface="IBM Plex Mono SemiBold"/>
                <a:cs typeface="IBM Plex Mono SemiBold"/>
              </a:rPr>
              <a:t>APPROACH</a:t>
            </a:r>
            <a:endParaRPr lang="en-US" sz="800" spc="80" kern="0" b="0" i="0" dirty="0">
              <a:solidFill>
                <a:srgbClr val="FFFFFF"/>
              </a:solidFill>
              <a:latin typeface="IBM Plex Mono SemiBold"/>
              <a:ea typeface="IBM Plex Mono SemiBold"/>
              <a:cs typeface="IBM Plex Mono SemiBold"/>
            </a:endParaRPr>
          </a:p>
        </p:txBody>
      </p:sp>
      <p:sp>
        <p:nvSpPr>
          <p:cNvPr id="9" name="nav.section-03"/>
          <p:cNvSpPr/>
          <p:nvPr/>
        </p:nvSpPr>
        <p:spPr>
          <a:xfrm>
            <a:off x="266700" y="2773680"/>
            <a:ext cx="228600" cy="1082040"/>
          </a:xfrm>
          <a:prstGeom prst="rect">
            <a:avLst/>
          </a:prstGeom>
          <a:solidFill>
            <a:srgbClr val="E8EEF8"/>
          </a:solidFill>
          <a:ln>
            <a:noFill/>
          </a:ln>
        </p:spPr>
      </p:sp>
      <p:sp>
        <p:nvSpPr>
          <p:cNvPr id="10" name="nav.label.section-03"/>
          <p:cNvSpPr/>
          <p:nvPr/>
        </p:nvSpPr>
        <p:spPr>
          <a:xfrm>
            <a:off x="266700" y="2773680"/>
            <a:ext cx="228600" cy="108204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50658E"/>
                </a:solidFill>
                <a:latin typeface="IBM Plex Mono SemiBold"/>
                <a:ea typeface="IBM Plex Mono SemiBold"/>
                <a:cs typeface="IBM Plex Mono SemiBold"/>
              </a:rPr>
              <a:t>TEAM</a:t>
            </a:r>
            <a:endParaRPr lang="en-US" sz="800" spc="80" kern="0" b="0" i="0" dirty="0">
              <a:solidFill>
                <a:srgbClr val="50658E"/>
              </a:solidFill>
              <a:latin typeface="IBM Plex Mono SemiBold"/>
              <a:ea typeface="IBM Plex Mono SemiBold"/>
              <a:cs typeface="IBM Plex Mono SemiBold"/>
            </a:endParaRPr>
          </a:p>
        </p:txBody>
      </p:sp>
      <p:sp>
        <p:nvSpPr>
          <p:cNvPr id="11" name="nav.section-04"/>
          <p:cNvSpPr/>
          <p:nvPr/>
        </p:nvSpPr>
        <p:spPr>
          <a:xfrm>
            <a:off x="266700" y="3931920"/>
            <a:ext cx="228600" cy="1082040"/>
          </a:xfrm>
          <a:prstGeom prst="rect">
            <a:avLst/>
          </a:prstGeom>
          <a:solidFill>
            <a:srgbClr val="E8EEF8"/>
          </a:solidFill>
          <a:ln>
            <a:noFill/>
          </a:ln>
        </p:spPr>
      </p:sp>
      <p:sp>
        <p:nvSpPr>
          <p:cNvPr id="12" name="nav.label.section-04"/>
          <p:cNvSpPr/>
          <p:nvPr/>
        </p:nvSpPr>
        <p:spPr>
          <a:xfrm>
            <a:off x="266700" y="3931920"/>
            <a:ext cx="228600" cy="108204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50658E"/>
                </a:solidFill>
                <a:latin typeface="IBM Plex Mono SemiBold"/>
                <a:ea typeface="IBM Plex Mono SemiBold"/>
                <a:cs typeface="IBM Plex Mono SemiBold"/>
              </a:rPr>
              <a:t>COMMERCIALS</a:t>
            </a:r>
            <a:endParaRPr lang="en-US" sz="800" spc="80" kern="0" b="0" i="0" dirty="0">
              <a:solidFill>
                <a:srgbClr val="50658E"/>
              </a:solidFill>
              <a:latin typeface="IBM Plex Mono SemiBold"/>
              <a:ea typeface="IBM Plex Mono SemiBold"/>
              <a:cs typeface="IBM Plex Mono SemiBold"/>
            </a:endParaRPr>
          </a:p>
        </p:txBody>
      </p:sp>
      <p:sp>
        <p:nvSpPr>
          <p:cNvPr id="13" name="nav.section-05"/>
          <p:cNvSpPr/>
          <p:nvPr/>
        </p:nvSpPr>
        <p:spPr>
          <a:xfrm>
            <a:off x="266700" y="5090160"/>
            <a:ext cx="228600" cy="1082040"/>
          </a:xfrm>
          <a:prstGeom prst="rect">
            <a:avLst/>
          </a:prstGeom>
          <a:solidFill>
            <a:srgbClr val="E8EEF8"/>
          </a:solidFill>
          <a:ln>
            <a:noFill/>
          </a:ln>
        </p:spPr>
      </p:sp>
      <p:sp>
        <p:nvSpPr>
          <p:cNvPr id="14" name="nav.label.section-05"/>
          <p:cNvSpPr/>
          <p:nvPr/>
        </p:nvSpPr>
        <p:spPr>
          <a:xfrm>
            <a:off x="266700" y="5090160"/>
            <a:ext cx="228600" cy="108204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50658E"/>
                </a:solidFill>
                <a:latin typeface="IBM Plex Mono SemiBold"/>
                <a:ea typeface="IBM Plex Mono SemiBold"/>
                <a:cs typeface="IBM Plex Mono SemiBold"/>
              </a:rPr>
              <a:t>NEXT STEPS</a:t>
            </a:r>
            <a:endParaRPr lang="en-US" sz="800" spc="80" kern="0" b="0" i="0" dirty="0">
              <a:solidFill>
                <a:srgbClr val="50658E"/>
              </a:solidFill>
              <a:latin typeface="IBM Plex Mono SemiBold"/>
              <a:ea typeface="IBM Plex Mono SemiBold"/>
              <a:cs typeface="IBM Plex Mono SemiBold"/>
            </a:endParaRPr>
          </a:p>
        </p:txBody>
      </p:sp>
      <p:sp>
        <p:nvSpPr>
          <p:cNvPr id="15" name="wm.page"/>
          <p:cNvSpPr/>
          <p:nvPr/>
        </p:nvSpPr>
        <p:spPr>
          <a:xfrm>
            <a:off x="11163300" y="6410325"/>
            <a:ext cx="304800" cy="13335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125</a:t>
            </a:fld>
            <a:endParaRPr lang="en-US" sz="700" spc="0" kern="0" b="0" i="0" dirty="0">
              <a:solidFill>
                <a:srgbClr val="070154"/>
              </a:solidFill>
              <a:latin typeface="IBM Plex Mono SemiBold"/>
              <a:ea typeface="IBM Plex Mono SemiBold"/>
              <a:cs typeface="IBM Plex Mono SemiBold"/>
            </a:endParaRPr>
          </a:p>
        </p:txBody>
      </p:sp>
      <p:grpSp>
        <p:nvGrpSpPr>
          <p:cNvPr id="59" name="node01"/>
          <p:cNvGrpSpPr/>
          <p:nvPr/>
        </p:nvGrpSpPr>
        <p:grpSpPr>
          <a:xfrm>
            <a:off x="723900" y="1600200"/>
            <a:ext cx="3429000" cy="3429000"/>
            <a:chOff x="723900" y="1600200"/>
            <a:chExt cx="3429000" cy="3429000"/>
          </a:xfrm>
        </p:grpSpPr>
        <p:sp>
          <p:nvSpPr>
            <p:cNvPr id="16" name="node01.container"/>
            <p:cNvSpPr/>
            <p:nvPr/>
          </p:nvSpPr>
          <p:spPr>
            <a:xfrm>
              <a:off x="723900" y="1600200"/>
              <a:ext cx="3429000" cy="3429000"/>
            </a:xfrm>
            <a:prstGeom prst="rect">
              <a:avLst/>
            </a:prstGeom>
            <a:solidFill>
              <a:srgbClr val="E8EEF8"/>
            </a:solidFill>
            <a:ln>
              <a:noFill/>
            </a:ln>
          </p:spPr>
        </p:sp>
        <p:grpSp>
          <p:nvGrpSpPr>
            <p:cNvPr id="58" name="node01.icon"/>
            <p:cNvGrpSpPr/>
            <p:nvPr/>
          </p:nvGrpSpPr>
          <p:grpSpPr>
            <a:xfrm>
              <a:off x="952500" y="1828800"/>
              <a:ext cx="457200" cy="457200"/>
              <a:chOff x="952500" y="1828800"/>
              <a:chExt cx="457200" cy="457200"/>
            </a:xfrm>
          </p:grpSpPr>
          <p:pic>
            <p:nvPicPr>
              <p:cNvPr id="17" name="node01.icon.image" descr="icon/target-arrow/navy; canonical SHA256=d7be3489d4c720d338cad319f07d0f5d4613e221b5ae04fe7e8f497c9849348f">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52500" y="1828800"/>
                <a:ext cx="457200" cy="457200"/>
              </a:xfrm>
              <a:prstGeom prst="rect">
                <a:avLst/>
              </a:prstGeom>
            </p:spPr>
          </p:pic>
        </p:grpSp>
        <p:sp>
          <p:nvSpPr>
            <p:cNvPr id="18" name="node01.title"/>
            <p:cNvSpPr/>
            <p:nvPr/>
          </p:nvSpPr>
          <p:spPr>
            <a:xfrm>
              <a:off x="1562100" y="1828800"/>
              <a:ext cx="23622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047FF"/>
                  </a:solidFill>
                  <a:latin typeface="IBM Plex Sans SemiBold"/>
                  <a:ea typeface="IBM Plex Sans SemiBold"/>
                  <a:cs typeface="IBM Plex Sans SemiBold"/>
                </a:rPr>
                <a:t>Value first</a:t>
              </a:r>
              <a:endParaRPr lang="en-US" sz="1800" spc="-18" kern="0" b="0" i="0" dirty="0">
                <a:solidFill>
                  <a:srgbClr val="0047FF"/>
                </a:solidFill>
                <a:latin typeface="IBM Plex Sans SemiBold"/>
                <a:ea typeface="IBM Plex Sans SemiBold"/>
                <a:cs typeface="IBM Plex Sans SemiBold"/>
              </a:endParaRPr>
            </a:p>
          </p:txBody>
        </p:sp>
        <p:sp>
          <p:nvSpPr>
            <p:cNvPr id="19" name="node01.body.item-001.bullets.item-001.marker"/>
            <p:cNvSpPr/>
            <p:nvPr/>
          </p:nvSpPr>
          <p:spPr>
            <a:xfrm>
              <a:off x="952500" y="2546350"/>
              <a:ext cx="50800" cy="50800"/>
            </a:xfrm>
            <a:prstGeom prst="rect">
              <a:avLst/>
            </a:prstGeom>
            <a:solidFill>
              <a:srgbClr val="070154"/>
            </a:solidFill>
            <a:ln>
              <a:noFill/>
            </a:ln>
          </p:spPr>
        </p:sp>
        <p:sp>
          <p:nvSpPr>
            <p:cNvPr id="20" name="node01.body.item-001.bullets.item-001.text"/>
            <p:cNvSpPr/>
            <p:nvPr/>
          </p:nvSpPr>
          <p:spPr>
            <a:xfrm>
              <a:off x="1143000" y="2438400"/>
              <a:ext cx="27813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We rank every system by business value, not technical elegance.</a:t>
              </a:r>
              <a:endParaRPr lang="en-US" sz="1400" spc="0" kern="0" b="0" i="0" dirty="0">
                <a:solidFill>
                  <a:srgbClr val="070154"/>
                </a:solidFill>
                <a:latin typeface="IBM Plex Sans"/>
                <a:ea typeface="IBM Plex Sans"/>
                <a:cs typeface="IBM Plex Sans"/>
              </a:endParaRPr>
            </a:p>
          </p:txBody>
        </p:sp>
        <p:sp>
          <p:nvSpPr>
            <p:cNvPr id="21" name="node01.body.item-001.bullets.item-002.marker"/>
            <p:cNvSpPr/>
            <p:nvPr/>
          </p:nvSpPr>
          <p:spPr>
            <a:xfrm>
              <a:off x="952500" y="3155950"/>
              <a:ext cx="50800" cy="50800"/>
            </a:xfrm>
            <a:prstGeom prst="rect">
              <a:avLst/>
            </a:prstGeom>
            <a:solidFill>
              <a:srgbClr val="070154"/>
            </a:solidFill>
            <a:ln>
              <a:noFill/>
            </a:ln>
          </p:spPr>
        </p:sp>
        <p:sp>
          <p:nvSpPr>
            <p:cNvPr id="22" name="node01.body.item-001.bullets.item-002.text"/>
            <p:cNvSpPr/>
            <p:nvPr/>
          </p:nvSpPr>
          <p:spPr>
            <a:xfrm>
              <a:off x="1143000" y="3048000"/>
              <a:ext cx="27813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Cost, risk and revenue exposure scored side by side.</a:t>
              </a:r>
              <a:endParaRPr lang="en-US" sz="1400" spc="0" kern="0" b="0" i="0" dirty="0">
                <a:solidFill>
                  <a:srgbClr val="070154"/>
                </a:solidFill>
                <a:latin typeface="IBM Plex Sans"/>
                <a:ea typeface="IBM Plex Sans"/>
                <a:cs typeface="IBM Plex Sans"/>
              </a:endParaRPr>
            </a:p>
          </p:txBody>
        </p:sp>
        <p:sp>
          <p:nvSpPr>
            <p:cNvPr id="23" name="node01.body.item-001.bullets.item-003.marker"/>
            <p:cNvSpPr/>
            <p:nvPr/>
          </p:nvSpPr>
          <p:spPr>
            <a:xfrm>
              <a:off x="952500" y="3765550"/>
              <a:ext cx="50800" cy="50800"/>
            </a:xfrm>
            <a:prstGeom prst="rect">
              <a:avLst/>
            </a:prstGeom>
            <a:solidFill>
              <a:srgbClr val="070154"/>
            </a:solidFill>
            <a:ln>
              <a:noFill/>
            </a:ln>
          </p:spPr>
        </p:sp>
        <p:sp>
          <p:nvSpPr>
            <p:cNvPr id="24" name="node01.body.item-001.bullets.item-003.text"/>
            <p:cNvSpPr/>
            <p:nvPr/>
          </p:nvSpPr>
          <p:spPr>
            <a:xfrm>
              <a:off x="1143000" y="3657600"/>
              <a:ext cx="27813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Quick wins funded first, so savings pay for later waves.</a:t>
              </a:r>
              <a:endParaRPr lang="en-US" sz="1400" spc="0" kern="0" b="0" i="0" dirty="0">
                <a:solidFill>
                  <a:srgbClr val="070154"/>
                </a:solidFill>
                <a:latin typeface="IBM Plex Sans"/>
                <a:ea typeface="IBM Plex Sans"/>
                <a:cs typeface="IBM Plex Sans"/>
              </a:endParaRPr>
            </a:p>
          </p:txBody>
        </p:sp>
        <p:sp>
          <p:nvSpPr>
            <p:cNvPr id="25" name="node01.body.item-001.bullets.item-004.marker"/>
            <p:cNvSpPr/>
            <p:nvPr/>
          </p:nvSpPr>
          <p:spPr>
            <a:xfrm>
              <a:off x="952500" y="4375150"/>
              <a:ext cx="50800" cy="50800"/>
            </a:xfrm>
            <a:prstGeom prst="rect">
              <a:avLst/>
            </a:prstGeom>
            <a:solidFill>
              <a:srgbClr val="070154"/>
            </a:solidFill>
            <a:ln>
              <a:noFill/>
            </a:ln>
          </p:spPr>
        </p:sp>
        <p:sp>
          <p:nvSpPr>
            <p:cNvPr id="26" name="node01.body.item-001.bullets.item-004.text"/>
            <p:cNvSpPr/>
            <p:nvPr/>
          </p:nvSpPr>
          <p:spPr>
            <a:xfrm>
              <a:off x="1143000" y="4267200"/>
              <a:ext cx="27813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Value tracked every release.</a:t>
              </a:r>
              <a:endParaRPr lang="en-US" sz="1400" spc="0" kern="0" b="0" i="0" dirty="0">
                <a:solidFill>
                  <a:srgbClr val="070154"/>
                </a:solidFill>
                <a:latin typeface="IBM Plex Sans"/>
                <a:ea typeface="IBM Plex Sans"/>
                <a:cs typeface="IBM Plex Sans"/>
              </a:endParaRPr>
            </a:p>
          </p:txBody>
        </p:sp>
      </p:grpSp>
      <p:grpSp>
        <p:nvGrpSpPr>
          <p:cNvPr id="60" name="node02"/>
          <p:cNvGrpSpPr/>
          <p:nvPr/>
        </p:nvGrpSpPr>
        <p:grpSpPr>
          <a:xfrm>
            <a:off x="1866900" y="4800600"/>
            <a:ext cx="2286000" cy="1371600"/>
            <a:chOff x="1866900" y="4800600"/>
            <a:chExt cx="2286000" cy="1371600"/>
          </a:xfrm>
        </p:grpSpPr>
        <p:sp>
          <p:nvSpPr>
            <p:cNvPr id="27" name="node02.surface"/>
            <p:cNvSpPr/>
            <p:nvPr/>
          </p:nvSpPr>
          <p:spPr>
            <a:xfrm>
              <a:off x="1866900" y="4800600"/>
              <a:ext cx="2286000" cy="1371600"/>
            </a:xfrm>
            <a:prstGeom prst="rect">
              <a:avLst/>
            </a:prstGeom>
            <a:solidFill>
              <a:srgbClr val="070154"/>
            </a:solidFill>
            <a:ln>
              <a:noFill/>
            </a:ln>
          </p:spPr>
        </p:sp>
      </p:grpSp>
      <p:grpSp>
        <p:nvGrpSpPr>
          <p:cNvPr id="61" name="node03"/>
          <p:cNvGrpSpPr/>
          <p:nvPr/>
        </p:nvGrpSpPr>
        <p:grpSpPr>
          <a:xfrm>
            <a:off x="2095500" y="5029200"/>
            <a:ext cx="1828800" cy="152400"/>
            <a:chOff x="2095500" y="5029200"/>
            <a:chExt cx="1828800" cy="152400"/>
          </a:xfrm>
        </p:grpSpPr>
        <p:sp>
          <p:nvSpPr>
            <p:cNvPr id="28" name="node03.text"/>
            <p:cNvSpPr/>
            <p:nvPr/>
          </p:nvSpPr>
          <p:spPr>
            <a:xfrm>
              <a:off x="2095500" y="5029200"/>
              <a:ext cx="1828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900D3"/>
                  </a:solidFill>
                  <a:latin typeface="IBM Plex Mono Medium"/>
                  <a:ea typeface="IBM Plex Mono Medium"/>
                  <a:cs typeface="IBM Plex Mono Medium"/>
                </a:rPr>
                <a:t>WHY THIS MATTERS</a:t>
              </a:r>
              <a:endParaRPr lang="en-US" sz="900" spc="54" kern="0" b="0" i="0" dirty="0">
                <a:solidFill>
                  <a:srgbClr val="F900D3"/>
                </a:solidFill>
                <a:latin typeface="IBM Plex Mono Medium"/>
                <a:ea typeface="IBM Plex Mono Medium"/>
                <a:cs typeface="IBM Plex Mono Medium"/>
              </a:endParaRPr>
            </a:p>
          </p:txBody>
        </p:sp>
      </p:grpSp>
      <p:grpSp>
        <p:nvGrpSpPr>
          <p:cNvPr id="62" name="node04"/>
          <p:cNvGrpSpPr/>
          <p:nvPr/>
        </p:nvGrpSpPr>
        <p:grpSpPr>
          <a:xfrm>
            <a:off x="2095500" y="5257800"/>
            <a:ext cx="1828800" cy="685800"/>
            <a:chOff x="2095500" y="5257800"/>
            <a:chExt cx="1828800" cy="685800"/>
          </a:xfrm>
        </p:grpSpPr>
        <p:sp>
          <p:nvSpPr>
            <p:cNvPr id="29" name="node04.text"/>
            <p:cNvSpPr/>
            <p:nvPr/>
          </p:nvSpPr>
          <p:spPr>
            <a:xfrm>
              <a:off x="2095500" y="5257800"/>
              <a:ext cx="1828800" cy="685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Effort goes where return is highest, so promised value lands.</a:t>
              </a:r>
              <a:endParaRPr lang="en-US" sz="1200" spc="0" kern="0" b="0" i="0" dirty="0">
                <a:solidFill>
                  <a:srgbClr val="FFFFFF"/>
                </a:solidFill>
                <a:latin typeface="IBM Plex Sans"/>
                <a:ea typeface="IBM Plex Sans"/>
                <a:cs typeface="IBM Plex Sans"/>
              </a:endParaRPr>
            </a:p>
          </p:txBody>
        </p:sp>
      </p:grpSp>
      <p:grpSp>
        <p:nvGrpSpPr>
          <p:cNvPr id="64" name="node05"/>
          <p:cNvGrpSpPr/>
          <p:nvPr/>
        </p:nvGrpSpPr>
        <p:grpSpPr>
          <a:xfrm>
            <a:off x="4381500" y="1600200"/>
            <a:ext cx="3429000" cy="3429000"/>
            <a:chOff x="4381500" y="1600200"/>
            <a:chExt cx="3429000" cy="3429000"/>
          </a:xfrm>
        </p:grpSpPr>
        <p:sp>
          <p:nvSpPr>
            <p:cNvPr id="30" name="node05.container"/>
            <p:cNvSpPr/>
            <p:nvPr/>
          </p:nvSpPr>
          <p:spPr>
            <a:xfrm>
              <a:off x="4381500" y="1600200"/>
              <a:ext cx="3429000" cy="3429000"/>
            </a:xfrm>
            <a:prstGeom prst="rect">
              <a:avLst/>
            </a:prstGeom>
            <a:solidFill>
              <a:srgbClr val="E8EEF8"/>
            </a:solidFill>
            <a:ln>
              <a:noFill/>
            </a:ln>
          </p:spPr>
        </p:sp>
        <p:grpSp>
          <p:nvGrpSpPr>
            <p:cNvPr id="63" name="node05.icon"/>
            <p:cNvGrpSpPr/>
            <p:nvPr/>
          </p:nvGrpSpPr>
          <p:grpSpPr>
            <a:xfrm>
              <a:off x="4610100" y="1828800"/>
              <a:ext cx="457200" cy="457200"/>
              <a:chOff x="4610100" y="1828800"/>
              <a:chExt cx="457200" cy="457200"/>
            </a:xfrm>
          </p:grpSpPr>
          <p:pic>
            <p:nvPicPr>
              <p:cNvPr id="31" name="node05.icon.image" descr="icon/strategy-route/navy; canonical SHA256=763a15166fefc06f84edb42452bdf8fbb13cc97295a2599a2fc99a950f7f95d4">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610100" y="1828800"/>
                <a:ext cx="457200" cy="457200"/>
              </a:xfrm>
              <a:prstGeom prst="rect">
                <a:avLst/>
              </a:prstGeom>
            </p:spPr>
          </p:pic>
        </p:grpSp>
        <p:sp>
          <p:nvSpPr>
            <p:cNvPr id="32" name="node05.title"/>
            <p:cNvSpPr/>
            <p:nvPr/>
          </p:nvSpPr>
          <p:spPr>
            <a:xfrm>
              <a:off x="5219700" y="1828800"/>
              <a:ext cx="23622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047FF"/>
                  </a:solidFill>
                  <a:latin typeface="IBM Plex Sans SemiBold"/>
                  <a:ea typeface="IBM Plex Sans SemiBold"/>
                  <a:cs typeface="IBM Plex Sans SemiBold"/>
                </a:rPr>
                <a:t>Purpose built</a:t>
              </a:r>
              <a:endParaRPr lang="en-US" sz="1800" spc="-18" kern="0" b="0" i="0" dirty="0">
                <a:solidFill>
                  <a:srgbClr val="0047FF"/>
                </a:solidFill>
                <a:latin typeface="IBM Plex Sans SemiBold"/>
                <a:ea typeface="IBM Plex Sans SemiBold"/>
                <a:cs typeface="IBM Plex Sans SemiBold"/>
              </a:endParaRPr>
            </a:p>
          </p:txBody>
        </p:sp>
        <p:sp>
          <p:nvSpPr>
            <p:cNvPr id="33" name="node05.body.item-001.bullets.item-001.marker"/>
            <p:cNvSpPr/>
            <p:nvPr/>
          </p:nvSpPr>
          <p:spPr>
            <a:xfrm>
              <a:off x="4610100" y="2546350"/>
              <a:ext cx="50800" cy="50800"/>
            </a:xfrm>
            <a:prstGeom prst="rect">
              <a:avLst/>
            </a:prstGeom>
            <a:solidFill>
              <a:srgbClr val="070154"/>
            </a:solidFill>
            <a:ln>
              <a:noFill/>
            </a:ln>
          </p:spPr>
        </p:sp>
        <p:sp>
          <p:nvSpPr>
            <p:cNvPr id="34" name="node05.body.item-001.bullets.item-001.text"/>
            <p:cNvSpPr/>
            <p:nvPr/>
          </p:nvSpPr>
          <p:spPr>
            <a:xfrm>
              <a:off x="4800600" y="2438400"/>
              <a:ext cx="27813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Retain, replatform, rewrite or retire, chosen per system.</a:t>
              </a:r>
              <a:endParaRPr lang="en-US" sz="1400" spc="0" kern="0" b="0" i="0" dirty="0">
                <a:solidFill>
                  <a:srgbClr val="070154"/>
                </a:solidFill>
                <a:latin typeface="IBM Plex Sans"/>
                <a:ea typeface="IBM Plex Sans"/>
                <a:cs typeface="IBM Plex Sans"/>
              </a:endParaRPr>
            </a:p>
          </p:txBody>
        </p:sp>
        <p:sp>
          <p:nvSpPr>
            <p:cNvPr id="35" name="node05.body.item-001.bullets.item-002.marker"/>
            <p:cNvSpPr/>
            <p:nvPr/>
          </p:nvSpPr>
          <p:spPr>
            <a:xfrm>
              <a:off x="4610100" y="3155950"/>
              <a:ext cx="50800" cy="50800"/>
            </a:xfrm>
            <a:prstGeom prst="rect">
              <a:avLst/>
            </a:prstGeom>
            <a:solidFill>
              <a:srgbClr val="070154"/>
            </a:solidFill>
            <a:ln>
              <a:noFill/>
            </a:ln>
          </p:spPr>
        </p:sp>
        <p:sp>
          <p:nvSpPr>
            <p:cNvPr id="36" name="node05.body.item-001.bullets.item-002.text"/>
            <p:cNvSpPr/>
            <p:nvPr/>
          </p:nvSpPr>
          <p:spPr>
            <a:xfrm>
              <a:off x="4800600" y="3048000"/>
              <a:ext cx="27813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Stable components stay in place, untouched.</a:t>
              </a:r>
              <a:endParaRPr lang="en-US" sz="1400" spc="0" kern="0" b="0" i="0" dirty="0">
                <a:solidFill>
                  <a:srgbClr val="070154"/>
                </a:solidFill>
                <a:latin typeface="IBM Plex Sans"/>
                <a:ea typeface="IBM Plex Sans"/>
                <a:cs typeface="IBM Plex Sans"/>
              </a:endParaRPr>
            </a:p>
          </p:txBody>
        </p:sp>
        <p:sp>
          <p:nvSpPr>
            <p:cNvPr id="37" name="node05.body.item-001.bullets.item-003.marker"/>
            <p:cNvSpPr/>
            <p:nvPr/>
          </p:nvSpPr>
          <p:spPr>
            <a:xfrm>
              <a:off x="4610100" y="3765550"/>
              <a:ext cx="50800" cy="50800"/>
            </a:xfrm>
            <a:prstGeom prst="rect">
              <a:avLst/>
            </a:prstGeom>
            <a:solidFill>
              <a:srgbClr val="070154"/>
            </a:solidFill>
            <a:ln>
              <a:noFill/>
            </a:ln>
          </p:spPr>
        </p:sp>
        <p:sp>
          <p:nvSpPr>
            <p:cNvPr id="38" name="node05.body.item-001.bullets.item-003.text"/>
            <p:cNvSpPr/>
            <p:nvPr/>
          </p:nvSpPr>
          <p:spPr>
            <a:xfrm>
              <a:off x="4800600" y="3657600"/>
              <a:ext cx="27813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Target architecture fits your portfolio and skills.</a:t>
              </a:r>
              <a:endParaRPr lang="en-US" sz="1400" spc="0" kern="0" b="0" i="0" dirty="0">
                <a:solidFill>
                  <a:srgbClr val="070154"/>
                </a:solidFill>
                <a:latin typeface="IBM Plex Sans"/>
                <a:ea typeface="IBM Plex Sans"/>
                <a:cs typeface="IBM Plex Sans"/>
              </a:endParaRPr>
            </a:p>
          </p:txBody>
        </p:sp>
        <p:sp>
          <p:nvSpPr>
            <p:cNvPr id="39" name="node05.body.item-001.bullets.item-004.marker"/>
            <p:cNvSpPr/>
            <p:nvPr/>
          </p:nvSpPr>
          <p:spPr>
            <a:xfrm>
              <a:off x="4610100" y="4375150"/>
              <a:ext cx="50800" cy="50800"/>
            </a:xfrm>
            <a:prstGeom prst="rect">
              <a:avLst/>
            </a:prstGeom>
            <a:solidFill>
              <a:srgbClr val="070154"/>
            </a:solidFill>
            <a:ln>
              <a:noFill/>
            </a:ln>
          </p:spPr>
        </p:sp>
        <p:sp>
          <p:nvSpPr>
            <p:cNvPr id="40" name="node05.body.item-001.bullets.item-004.text"/>
            <p:cNvSpPr/>
            <p:nvPr/>
          </p:nvSpPr>
          <p:spPr>
            <a:xfrm>
              <a:off x="4800600" y="4267200"/>
              <a:ext cx="27813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Nothing is rebuilt for show.</a:t>
              </a:r>
              <a:endParaRPr lang="en-US" sz="1400" spc="0" kern="0" b="0" i="0" dirty="0">
                <a:solidFill>
                  <a:srgbClr val="070154"/>
                </a:solidFill>
                <a:latin typeface="IBM Plex Sans"/>
                <a:ea typeface="IBM Plex Sans"/>
                <a:cs typeface="IBM Plex Sans"/>
              </a:endParaRPr>
            </a:p>
          </p:txBody>
        </p:sp>
      </p:grpSp>
      <p:grpSp>
        <p:nvGrpSpPr>
          <p:cNvPr id="65" name="node06"/>
          <p:cNvGrpSpPr/>
          <p:nvPr/>
        </p:nvGrpSpPr>
        <p:grpSpPr>
          <a:xfrm>
            <a:off x="5524500" y="4800600"/>
            <a:ext cx="2286000" cy="1371600"/>
            <a:chOff x="5524500" y="4800600"/>
            <a:chExt cx="2286000" cy="1371600"/>
          </a:xfrm>
        </p:grpSpPr>
        <p:sp>
          <p:nvSpPr>
            <p:cNvPr id="41" name="node06.surface"/>
            <p:cNvSpPr/>
            <p:nvPr/>
          </p:nvSpPr>
          <p:spPr>
            <a:xfrm>
              <a:off x="5524500" y="4800600"/>
              <a:ext cx="2286000" cy="1371600"/>
            </a:xfrm>
            <a:prstGeom prst="rect">
              <a:avLst/>
            </a:prstGeom>
            <a:solidFill>
              <a:srgbClr val="070154"/>
            </a:solidFill>
            <a:ln>
              <a:noFill/>
            </a:ln>
          </p:spPr>
        </p:sp>
      </p:grpSp>
      <p:grpSp>
        <p:nvGrpSpPr>
          <p:cNvPr id="66" name="node07"/>
          <p:cNvGrpSpPr/>
          <p:nvPr/>
        </p:nvGrpSpPr>
        <p:grpSpPr>
          <a:xfrm>
            <a:off x="5753100" y="5029200"/>
            <a:ext cx="1828800" cy="152400"/>
            <a:chOff x="5753100" y="5029200"/>
            <a:chExt cx="1828800" cy="152400"/>
          </a:xfrm>
        </p:grpSpPr>
        <p:sp>
          <p:nvSpPr>
            <p:cNvPr id="42" name="node07.text"/>
            <p:cNvSpPr/>
            <p:nvPr/>
          </p:nvSpPr>
          <p:spPr>
            <a:xfrm>
              <a:off x="5753100" y="5029200"/>
              <a:ext cx="1828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900D3"/>
                  </a:solidFill>
                  <a:latin typeface="IBM Plex Mono Medium"/>
                  <a:ea typeface="IBM Plex Mono Medium"/>
                  <a:cs typeface="IBM Plex Mono Medium"/>
                </a:rPr>
                <a:t>WHY THIS MATTERS</a:t>
              </a:r>
              <a:endParaRPr lang="en-US" sz="900" spc="54" kern="0" b="0" i="0" dirty="0">
                <a:solidFill>
                  <a:srgbClr val="F900D3"/>
                </a:solidFill>
                <a:latin typeface="IBM Plex Mono Medium"/>
                <a:ea typeface="IBM Plex Mono Medium"/>
                <a:cs typeface="IBM Plex Mono Medium"/>
              </a:endParaRPr>
            </a:p>
          </p:txBody>
        </p:sp>
      </p:grpSp>
      <p:grpSp>
        <p:nvGrpSpPr>
          <p:cNvPr id="67" name="node08"/>
          <p:cNvGrpSpPr/>
          <p:nvPr/>
        </p:nvGrpSpPr>
        <p:grpSpPr>
          <a:xfrm>
            <a:off x="5753100" y="5257800"/>
            <a:ext cx="1828800" cy="685800"/>
            <a:chOff x="5753100" y="5257800"/>
            <a:chExt cx="1828800" cy="685800"/>
          </a:xfrm>
        </p:grpSpPr>
        <p:sp>
          <p:nvSpPr>
            <p:cNvPr id="43" name="node08.text"/>
            <p:cNvSpPr/>
            <p:nvPr/>
          </p:nvSpPr>
          <p:spPr>
            <a:xfrm>
              <a:off x="5753100" y="5257800"/>
              <a:ext cx="1828800" cy="685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You keep what works and replace only what drives value.</a:t>
              </a:r>
              <a:endParaRPr lang="en-US" sz="1200" spc="0" kern="0" b="0" i="0" dirty="0">
                <a:solidFill>
                  <a:srgbClr val="FFFFFF"/>
                </a:solidFill>
                <a:latin typeface="IBM Plex Sans"/>
                <a:ea typeface="IBM Plex Sans"/>
                <a:cs typeface="IBM Plex Sans"/>
              </a:endParaRPr>
            </a:p>
          </p:txBody>
        </p:sp>
      </p:grpSp>
      <p:grpSp>
        <p:nvGrpSpPr>
          <p:cNvPr id="69" name="node09"/>
          <p:cNvGrpSpPr/>
          <p:nvPr/>
        </p:nvGrpSpPr>
        <p:grpSpPr>
          <a:xfrm>
            <a:off x="8039100" y="1600200"/>
            <a:ext cx="3429000" cy="3429000"/>
            <a:chOff x="8039100" y="1600200"/>
            <a:chExt cx="3429000" cy="3429000"/>
          </a:xfrm>
        </p:grpSpPr>
        <p:sp>
          <p:nvSpPr>
            <p:cNvPr id="44" name="node09.container"/>
            <p:cNvSpPr/>
            <p:nvPr/>
          </p:nvSpPr>
          <p:spPr>
            <a:xfrm>
              <a:off x="8039100" y="1600200"/>
              <a:ext cx="3429000" cy="3429000"/>
            </a:xfrm>
            <a:prstGeom prst="rect">
              <a:avLst/>
            </a:prstGeom>
            <a:solidFill>
              <a:srgbClr val="E8EEF8"/>
            </a:solidFill>
            <a:ln>
              <a:noFill/>
            </a:ln>
          </p:spPr>
        </p:sp>
        <p:grpSp>
          <p:nvGrpSpPr>
            <p:cNvPr id="68" name="node09.icon"/>
            <p:cNvGrpSpPr/>
            <p:nvPr/>
          </p:nvGrpSpPr>
          <p:grpSpPr>
            <a:xfrm>
              <a:off x="8267700" y="1828800"/>
              <a:ext cx="457200" cy="457200"/>
              <a:chOff x="8267700" y="1828800"/>
              <a:chExt cx="457200" cy="457200"/>
            </a:xfrm>
          </p:grpSpPr>
          <p:pic>
            <p:nvPicPr>
              <p:cNvPr id="45" name="node09.icon.image" descr="icon/ai-chip-orbit/navy; canonical SHA256=14a43f66d8a5b8ac5942dde8e905dedb2ae681de3a803ebf66fb1cacc34ccd3a">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267700" y="1828800"/>
                <a:ext cx="457200" cy="457200"/>
              </a:xfrm>
              <a:prstGeom prst="rect">
                <a:avLst/>
              </a:prstGeom>
            </p:spPr>
          </p:pic>
        </p:grpSp>
        <p:sp>
          <p:nvSpPr>
            <p:cNvPr id="46" name="node09.title"/>
            <p:cNvSpPr/>
            <p:nvPr/>
          </p:nvSpPr>
          <p:spPr>
            <a:xfrm>
              <a:off x="8877300" y="1828800"/>
              <a:ext cx="23622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047FF"/>
                  </a:solidFill>
                  <a:latin typeface="IBM Plex Sans SemiBold"/>
                  <a:ea typeface="IBM Plex Sans SemiBold"/>
                  <a:cs typeface="IBM Plex Sans SemiBold"/>
                </a:rPr>
                <a:t>AI accelerated</a:t>
              </a:r>
              <a:endParaRPr lang="en-US" sz="1800" spc="-18" kern="0" b="0" i="0" dirty="0">
                <a:solidFill>
                  <a:srgbClr val="0047FF"/>
                </a:solidFill>
                <a:latin typeface="IBM Plex Sans SemiBold"/>
                <a:ea typeface="IBM Plex Sans SemiBold"/>
                <a:cs typeface="IBM Plex Sans SemiBold"/>
              </a:endParaRPr>
            </a:p>
          </p:txBody>
        </p:sp>
        <p:sp>
          <p:nvSpPr>
            <p:cNvPr id="47" name="node09.body.item-001.bullets.item-001.marker"/>
            <p:cNvSpPr/>
            <p:nvPr/>
          </p:nvSpPr>
          <p:spPr>
            <a:xfrm>
              <a:off x="8267700" y="2546350"/>
              <a:ext cx="50800" cy="50800"/>
            </a:xfrm>
            <a:prstGeom prst="rect">
              <a:avLst/>
            </a:prstGeom>
            <a:solidFill>
              <a:srgbClr val="070154"/>
            </a:solidFill>
            <a:ln>
              <a:noFill/>
            </a:ln>
          </p:spPr>
        </p:sp>
        <p:sp>
          <p:nvSpPr>
            <p:cNvPr id="48" name="node09.body.item-001.bullets.item-001.text"/>
            <p:cNvSpPr/>
            <p:nvPr/>
          </p:nvSpPr>
          <p:spPr>
            <a:xfrm>
              <a:off x="8458200" y="2438400"/>
              <a:ext cx="27813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Agents scan and map codebases at scale.</a:t>
              </a:r>
              <a:endParaRPr lang="en-US" sz="1400" spc="0" kern="0" b="0" i="0" dirty="0">
                <a:solidFill>
                  <a:srgbClr val="070154"/>
                </a:solidFill>
                <a:latin typeface="IBM Plex Sans"/>
                <a:ea typeface="IBM Plex Sans"/>
                <a:cs typeface="IBM Plex Sans"/>
              </a:endParaRPr>
            </a:p>
          </p:txBody>
        </p:sp>
        <p:sp>
          <p:nvSpPr>
            <p:cNvPr id="49" name="node09.body.item-001.bullets.item-002.marker"/>
            <p:cNvSpPr/>
            <p:nvPr/>
          </p:nvSpPr>
          <p:spPr>
            <a:xfrm>
              <a:off x="8267700" y="3155950"/>
              <a:ext cx="50800" cy="50800"/>
            </a:xfrm>
            <a:prstGeom prst="rect">
              <a:avLst/>
            </a:prstGeom>
            <a:solidFill>
              <a:srgbClr val="070154"/>
            </a:solidFill>
            <a:ln>
              <a:noFill/>
            </a:ln>
          </p:spPr>
        </p:sp>
        <p:sp>
          <p:nvSpPr>
            <p:cNvPr id="50" name="node09.body.item-001.bullets.item-002.text"/>
            <p:cNvSpPr/>
            <p:nvPr/>
          </p:nvSpPr>
          <p:spPr>
            <a:xfrm>
              <a:off x="8458200" y="3048000"/>
              <a:ext cx="27813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Dependencies and dead code surface in days.</a:t>
              </a:r>
              <a:endParaRPr lang="en-US" sz="1400" spc="0" kern="0" b="0" i="0" dirty="0">
                <a:solidFill>
                  <a:srgbClr val="070154"/>
                </a:solidFill>
                <a:latin typeface="IBM Plex Sans"/>
                <a:ea typeface="IBM Plex Sans"/>
                <a:cs typeface="IBM Plex Sans"/>
              </a:endParaRPr>
            </a:p>
          </p:txBody>
        </p:sp>
        <p:sp>
          <p:nvSpPr>
            <p:cNvPr id="51" name="node09.body.item-001.bullets.item-003.marker"/>
            <p:cNvSpPr/>
            <p:nvPr/>
          </p:nvSpPr>
          <p:spPr>
            <a:xfrm>
              <a:off x="8267700" y="3765550"/>
              <a:ext cx="50800" cy="50800"/>
            </a:xfrm>
            <a:prstGeom prst="rect">
              <a:avLst/>
            </a:prstGeom>
            <a:solidFill>
              <a:srgbClr val="070154"/>
            </a:solidFill>
            <a:ln>
              <a:noFill/>
            </a:ln>
          </p:spPr>
        </p:sp>
        <p:sp>
          <p:nvSpPr>
            <p:cNvPr id="52" name="node09.body.item-001.bullets.item-003.text"/>
            <p:cNvSpPr/>
            <p:nvPr/>
          </p:nvSpPr>
          <p:spPr>
            <a:xfrm>
              <a:off x="8458200" y="3657600"/>
              <a:ext cx="27813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Generated tests and docs back each change.</a:t>
              </a:r>
              <a:endParaRPr lang="en-US" sz="1400" spc="0" kern="0" b="0" i="0" dirty="0">
                <a:solidFill>
                  <a:srgbClr val="070154"/>
                </a:solidFill>
                <a:latin typeface="IBM Plex Sans"/>
                <a:ea typeface="IBM Plex Sans"/>
                <a:cs typeface="IBM Plex Sans"/>
              </a:endParaRPr>
            </a:p>
          </p:txBody>
        </p:sp>
        <p:sp>
          <p:nvSpPr>
            <p:cNvPr id="53" name="node09.body.item-001.bullets.item-004.marker"/>
            <p:cNvSpPr/>
            <p:nvPr/>
          </p:nvSpPr>
          <p:spPr>
            <a:xfrm>
              <a:off x="8267700" y="4375150"/>
              <a:ext cx="50800" cy="50800"/>
            </a:xfrm>
            <a:prstGeom prst="rect">
              <a:avLst/>
            </a:prstGeom>
            <a:solidFill>
              <a:srgbClr val="070154"/>
            </a:solidFill>
            <a:ln>
              <a:noFill/>
            </a:ln>
          </p:spPr>
        </p:sp>
        <p:sp>
          <p:nvSpPr>
            <p:cNvPr id="54" name="node09.body.item-001.bullets.item-004.text"/>
            <p:cNvSpPr/>
            <p:nvPr/>
          </p:nvSpPr>
          <p:spPr>
            <a:xfrm>
              <a:off x="8458200" y="4267200"/>
              <a:ext cx="27813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Engineers approve every merge.</a:t>
              </a:r>
              <a:endParaRPr lang="en-US" sz="1400" spc="0" kern="0" b="0" i="0" dirty="0">
                <a:solidFill>
                  <a:srgbClr val="070154"/>
                </a:solidFill>
                <a:latin typeface="IBM Plex Sans"/>
                <a:ea typeface="IBM Plex Sans"/>
                <a:cs typeface="IBM Plex Sans"/>
              </a:endParaRPr>
            </a:p>
          </p:txBody>
        </p:sp>
      </p:grpSp>
      <p:grpSp>
        <p:nvGrpSpPr>
          <p:cNvPr id="70" name="node10"/>
          <p:cNvGrpSpPr/>
          <p:nvPr/>
        </p:nvGrpSpPr>
        <p:grpSpPr>
          <a:xfrm>
            <a:off x="9182100" y="4800600"/>
            <a:ext cx="2286000" cy="1371600"/>
            <a:chOff x="9182100" y="4800600"/>
            <a:chExt cx="2286000" cy="1371600"/>
          </a:xfrm>
        </p:grpSpPr>
        <p:sp>
          <p:nvSpPr>
            <p:cNvPr id="55" name="node10.surface"/>
            <p:cNvSpPr/>
            <p:nvPr/>
          </p:nvSpPr>
          <p:spPr>
            <a:xfrm>
              <a:off x="9182100" y="4800600"/>
              <a:ext cx="2286000" cy="1371600"/>
            </a:xfrm>
            <a:prstGeom prst="rect">
              <a:avLst/>
            </a:prstGeom>
            <a:solidFill>
              <a:srgbClr val="070154"/>
            </a:solidFill>
            <a:ln>
              <a:noFill/>
            </a:ln>
          </p:spPr>
        </p:sp>
      </p:grpSp>
      <p:grpSp>
        <p:nvGrpSpPr>
          <p:cNvPr id="71" name="node11"/>
          <p:cNvGrpSpPr/>
          <p:nvPr/>
        </p:nvGrpSpPr>
        <p:grpSpPr>
          <a:xfrm>
            <a:off x="9410700" y="5029200"/>
            <a:ext cx="1828800" cy="152400"/>
            <a:chOff x="9410700" y="5029200"/>
            <a:chExt cx="1828800" cy="152400"/>
          </a:xfrm>
        </p:grpSpPr>
        <p:sp>
          <p:nvSpPr>
            <p:cNvPr id="56" name="node11.text"/>
            <p:cNvSpPr/>
            <p:nvPr/>
          </p:nvSpPr>
          <p:spPr>
            <a:xfrm>
              <a:off x="9410700" y="5029200"/>
              <a:ext cx="1828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900D3"/>
                  </a:solidFill>
                  <a:latin typeface="IBM Plex Mono Medium"/>
                  <a:ea typeface="IBM Plex Mono Medium"/>
                  <a:cs typeface="IBM Plex Mono Medium"/>
                </a:rPr>
                <a:t>WHY THIS MATTERS</a:t>
              </a:r>
              <a:endParaRPr lang="en-US" sz="900" spc="54" kern="0" b="0" i="0" dirty="0">
                <a:solidFill>
                  <a:srgbClr val="F900D3"/>
                </a:solidFill>
                <a:latin typeface="IBM Plex Mono Medium"/>
                <a:ea typeface="IBM Plex Mono Medium"/>
                <a:cs typeface="IBM Plex Mono Medium"/>
              </a:endParaRPr>
            </a:p>
          </p:txBody>
        </p:sp>
      </p:grpSp>
      <p:grpSp>
        <p:nvGrpSpPr>
          <p:cNvPr id="72" name="node12"/>
          <p:cNvGrpSpPr/>
          <p:nvPr/>
        </p:nvGrpSpPr>
        <p:grpSpPr>
          <a:xfrm>
            <a:off x="9410700" y="5257800"/>
            <a:ext cx="1828800" cy="685800"/>
            <a:chOff x="9410700" y="5257800"/>
            <a:chExt cx="1828800" cy="685800"/>
          </a:xfrm>
        </p:grpSpPr>
        <p:sp>
          <p:nvSpPr>
            <p:cNvPr id="57" name="node12.text"/>
            <p:cNvSpPr/>
            <p:nvPr/>
          </p:nvSpPr>
          <p:spPr>
            <a:xfrm>
              <a:off x="9410700" y="5257800"/>
              <a:ext cx="1828800" cy="685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Months of analysis shrink to days, with less tribal knowledge.</a:t>
              </a:r>
              <a:endParaRPr lang="en-US" sz="1200" spc="0" kern="0" b="0" i="0" dirty="0">
                <a:solidFill>
                  <a:srgbClr val="FFFFFF"/>
                </a:solidFill>
                <a:latin typeface="IBM Plex Sans"/>
                <a:ea typeface="IBM Plex Sans"/>
                <a:cs typeface="IBM Plex Sans"/>
              </a:endParaRPr>
            </a:p>
          </p:txBody>
        </p:sp>
      </p:gr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name="source-372">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WHY IT IS HARD</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Why modernization has been slow and costly</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126</a:t>
            </a:fld>
            <a:endParaRPr lang="en-US" sz="700" spc="0" kern="0" b="0" i="0" dirty="0">
              <a:solidFill>
                <a:srgbClr val="070154"/>
              </a:solidFill>
              <a:latin typeface="IBM Plex Mono SemiBold"/>
              <a:ea typeface="IBM Plex Mono SemiBold"/>
              <a:cs typeface="IBM Plex Mono SemiBold"/>
            </a:endParaRPr>
          </a:p>
        </p:txBody>
      </p:sp>
      <p:grpSp>
        <p:nvGrpSpPr>
          <p:cNvPr id="39" name="node01"/>
          <p:cNvGrpSpPr/>
          <p:nvPr/>
        </p:nvGrpSpPr>
        <p:grpSpPr>
          <a:xfrm>
            <a:off x="723900" y="1600200"/>
            <a:ext cx="10744200" cy="304800"/>
            <a:chOff x="723900" y="1600200"/>
            <a:chExt cx="10744200" cy="304800"/>
          </a:xfrm>
        </p:grpSpPr>
        <p:sp>
          <p:nvSpPr>
            <p:cNvPr id="6" name="node01.text"/>
            <p:cNvSpPr/>
            <p:nvPr/>
          </p:nvSpPr>
          <p:spPr>
            <a:xfrm>
              <a:off x="723900" y="1600200"/>
              <a:ext cx="10744200" cy="304800"/>
            </a:xfrm>
            <a:prstGeom prst="rect">
              <a:avLst/>
            </a:prstGeom>
            <a:noFill/>
            <a:ln/>
          </p:spPr>
          <p:txBody>
            <a:bodyPr wrap="square" lIns="0" tIns="0" rIns="0" bIns="0" rtlCol="0" anchor="t"/>
            <a:lstStyle/>
            <a:p>
              <a:pPr algn="l" indent="0" marL="0">
                <a:lnSpc>
                  <a:spcPts val="2400"/>
                </a:lnSpc>
                <a:buNone/>
              </a:pPr>
              <a:r>
                <a:rPr lang="en-US" sz="1600" spc="0" kern="0" b="0" i="0" dirty="0">
                  <a:solidFill>
                    <a:srgbClr val="070154"/>
                  </a:solidFill>
                  <a:latin typeface="IBM Plex Sans"/>
                  <a:ea typeface="IBM Plex Sans"/>
                  <a:cs typeface="IBM Plex Sans"/>
                </a:rPr>
                <a:t>Coding is only one part. The harder work is rediscovering, deciding and cutting over safely.</a:t>
              </a:r>
              <a:endParaRPr lang="en-US" sz="1600" spc="0" kern="0" b="0" i="0" dirty="0">
                <a:solidFill>
                  <a:srgbClr val="070154"/>
                </a:solidFill>
                <a:latin typeface="IBM Plex Sans"/>
                <a:ea typeface="IBM Plex Sans"/>
                <a:cs typeface="IBM Plex Sans"/>
              </a:endParaRPr>
            </a:p>
          </p:txBody>
        </p:sp>
      </p:grpSp>
      <p:grpSp>
        <p:nvGrpSpPr>
          <p:cNvPr id="40" name="node02"/>
          <p:cNvGrpSpPr/>
          <p:nvPr/>
        </p:nvGrpSpPr>
        <p:grpSpPr>
          <a:xfrm>
            <a:off x="723900" y="2514600"/>
            <a:ext cx="5029200" cy="152400"/>
            <a:chOff x="723900" y="2514600"/>
            <a:chExt cx="5029200" cy="152400"/>
          </a:xfrm>
        </p:grpSpPr>
        <p:sp>
          <p:nvSpPr>
            <p:cNvPr id="7" name="node02.text"/>
            <p:cNvSpPr/>
            <p:nvPr/>
          </p:nvSpPr>
          <p:spPr>
            <a:xfrm>
              <a:off x="723900" y="2514600"/>
              <a:ext cx="5029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DISCOVER AND DEFINE</a:t>
              </a:r>
              <a:endParaRPr lang="en-US" sz="1000" spc="80" kern="0" b="0" i="0" dirty="0">
                <a:solidFill>
                  <a:srgbClr val="0047FF"/>
                </a:solidFill>
                <a:latin typeface="IBM Plex Mono SemiBold"/>
                <a:ea typeface="IBM Plex Mono SemiBold"/>
                <a:cs typeface="IBM Plex Mono SemiBold"/>
              </a:endParaRPr>
            </a:p>
          </p:txBody>
        </p:sp>
      </p:grpSp>
      <p:grpSp>
        <p:nvGrpSpPr>
          <p:cNvPr id="41" name="node03"/>
          <p:cNvGrpSpPr/>
          <p:nvPr/>
        </p:nvGrpSpPr>
        <p:grpSpPr>
          <a:xfrm>
            <a:off x="6438900" y="2514600"/>
            <a:ext cx="5029200" cy="152400"/>
            <a:chOff x="6438900" y="2514600"/>
            <a:chExt cx="5029200" cy="152400"/>
          </a:xfrm>
        </p:grpSpPr>
        <p:sp>
          <p:nvSpPr>
            <p:cNvPr id="8" name="node03.text"/>
            <p:cNvSpPr/>
            <p:nvPr/>
          </p:nvSpPr>
          <p:spPr>
            <a:xfrm>
              <a:off x="6438900" y="2514600"/>
              <a:ext cx="5029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DELIVER AND TRANSITION</a:t>
              </a:r>
              <a:endParaRPr lang="en-US" sz="1000" spc="80" kern="0" b="0" i="0" dirty="0">
                <a:solidFill>
                  <a:srgbClr val="0047FF"/>
                </a:solidFill>
                <a:latin typeface="IBM Plex Mono SemiBold"/>
                <a:ea typeface="IBM Plex Mono SemiBold"/>
                <a:cs typeface="IBM Plex Mono SemiBold"/>
              </a:endParaRPr>
            </a:p>
          </p:txBody>
        </p:sp>
      </p:grpSp>
      <p:grpSp>
        <p:nvGrpSpPr>
          <p:cNvPr id="42" name="node04"/>
          <p:cNvGrpSpPr/>
          <p:nvPr/>
        </p:nvGrpSpPr>
        <p:grpSpPr>
          <a:xfrm>
            <a:off x="723900" y="2743200"/>
            <a:ext cx="5029200" cy="914400"/>
            <a:chOff x="723900" y="2743200"/>
            <a:chExt cx="5029200" cy="914400"/>
          </a:xfrm>
        </p:grpSpPr>
        <p:sp>
          <p:nvSpPr>
            <p:cNvPr id="9" name="node04.container"/>
            <p:cNvSpPr/>
            <p:nvPr/>
          </p:nvSpPr>
          <p:spPr>
            <a:xfrm>
              <a:off x="723900" y="2743200"/>
              <a:ext cx="5029200" cy="914400"/>
            </a:xfrm>
            <a:prstGeom prst="rect">
              <a:avLst/>
            </a:prstGeom>
            <a:solidFill>
              <a:srgbClr val="E8EEF8"/>
            </a:solidFill>
            <a:ln>
              <a:noFill/>
            </a:ln>
          </p:spPr>
        </p:sp>
        <p:sp>
          <p:nvSpPr>
            <p:cNvPr id="10" name="node04.edge"/>
            <p:cNvSpPr/>
            <p:nvPr/>
          </p:nvSpPr>
          <p:spPr>
            <a:xfrm>
              <a:off x="723900" y="2743200"/>
              <a:ext cx="38100" cy="914400"/>
            </a:xfrm>
            <a:prstGeom prst="rect">
              <a:avLst/>
            </a:prstGeom>
            <a:solidFill>
              <a:srgbClr val="0047FF"/>
            </a:solidFill>
            <a:ln>
              <a:noFill/>
            </a:ln>
          </p:spPr>
        </p:sp>
        <p:sp>
          <p:nvSpPr>
            <p:cNvPr id="11" name="node04.number"/>
            <p:cNvSpPr/>
            <p:nvPr/>
          </p:nvSpPr>
          <p:spPr>
            <a:xfrm>
              <a:off x="914400" y="28956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01</a:t>
              </a:r>
              <a:endParaRPr lang="en-US" sz="1800" spc="0" kern="0" b="0" i="0" dirty="0">
                <a:solidFill>
                  <a:srgbClr val="0047FF"/>
                </a:solidFill>
                <a:latin typeface="IBM Plex Mono SemiBold"/>
                <a:ea typeface="IBM Plex Mono SemiBold"/>
                <a:cs typeface="IBM Plex Mono SemiBold"/>
              </a:endParaRPr>
            </a:p>
          </p:txBody>
        </p:sp>
        <p:sp>
          <p:nvSpPr>
            <p:cNvPr id="12" name="node04.title"/>
            <p:cNvSpPr/>
            <p:nvPr/>
          </p:nvSpPr>
          <p:spPr>
            <a:xfrm>
              <a:off x="1314450" y="2919984"/>
              <a:ext cx="428625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Reconstruct business behavior</a:t>
              </a:r>
              <a:endParaRPr lang="en-US" sz="1400" spc="0" kern="0" b="0" i="0" dirty="0">
                <a:solidFill>
                  <a:srgbClr val="070154"/>
                </a:solidFill>
                <a:latin typeface="IBM Plex Sans"/>
                <a:ea typeface="IBM Plex Sans"/>
                <a:cs typeface="IBM Plex Sans"/>
              </a:endParaRPr>
            </a:p>
          </p:txBody>
        </p:sp>
        <p:sp>
          <p:nvSpPr>
            <p:cNvPr id="13" name="node04.body.item-001.paragraph"/>
            <p:cNvSpPr/>
            <p:nvPr/>
          </p:nvSpPr>
          <p:spPr>
            <a:xfrm>
              <a:off x="914400" y="3276600"/>
              <a:ext cx="46863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Document current processes, rules and workarounds.</a:t>
              </a:r>
              <a:endParaRPr lang="en-US" sz="1200" spc="0" kern="0" b="0" i="0" dirty="0">
                <a:solidFill>
                  <a:srgbClr val="50658E"/>
                </a:solidFill>
                <a:latin typeface="IBM Plex Sans"/>
                <a:ea typeface="IBM Plex Sans"/>
                <a:cs typeface="IBM Plex Sans"/>
              </a:endParaRPr>
            </a:p>
          </p:txBody>
        </p:sp>
      </p:grpSp>
      <p:grpSp>
        <p:nvGrpSpPr>
          <p:cNvPr id="43" name="node05"/>
          <p:cNvGrpSpPr/>
          <p:nvPr/>
        </p:nvGrpSpPr>
        <p:grpSpPr>
          <a:xfrm>
            <a:off x="723900" y="3886200"/>
            <a:ext cx="5029200" cy="914400"/>
            <a:chOff x="723900" y="3886200"/>
            <a:chExt cx="5029200" cy="914400"/>
          </a:xfrm>
        </p:grpSpPr>
        <p:sp>
          <p:nvSpPr>
            <p:cNvPr id="14" name="node05.container"/>
            <p:cNvSpPr/>
            <p:nvPr/>
          </p:nvSpPr>
          <p:spPr>
            <a:xfrm>
              <a:off x="723900" y="3886200"/>
              <a:ext cx="5029200" cy="914400"/>
            </a:xfrm>
            <a:prstGeom prst="rect">
              <a:avLst/>
            </a:prstGeom>
            <a:solidFill>
              <a:srgbClr val="E8EEF8"/>
            </a:solidFill>
            <a:ln>
              <a:noFill/>
            </a:ln>
          </p:spPr>
        </p:sp>
        <p:sp>
          <p:nvSpPr>
            <p:cNvPr id="15" name="node05.edge"/>
            <p:cNvSpPr/>
            <p:nvPr/>
          </p:nvSpPr>
          <p:spPr>
            <a:xfrm>
              <a:off x="723900" y="3886200"/>
              <a:ext cx="38100" cy="914400"/>
            </a:xfrm>
            <a:prstGeom prst="rect">
              <a:avLst/>
            </a:prstGeom>
            <a:solidFill>
              <a:srgbClr val="0047FF"/>
            </a:solidFill>
            <a:ln>
              <a:noFill/>
            </a:ln>
          </p:spPr>
        </p:sp>
        <p:sp>
          <p:nvSpPr>
            <p:cNvPr id="16" name="node05.number"/>
            <p:cNvSpPr/>
            <p:nvPr/>
          </p:nvSpPr>
          <p:spPr>
            <a:xfrm>
              <a:off x="914400" y="40386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02</a:t>
              </a:r>
              <a:endParaRPr lang="en-US" sz="1800" spc="0" kern="0" b="0" i="0" dirty="0">
                <a:solidFill>
                  <a:srgbClr val="0047FF"/>
                </a:solidFill>
                <a:latin typeface="IBM Plex Mono SemiBold"/>
                <a:ea typeface="IBM Plex Mono SemiBold"/>
                <a:cs typeface="IBM Plex Mono SemiBold"/>
              </a:endParaRPr>
            </a:p>
          </p:txBody>
        </p:sp>
        <p:sp>
          <p:nvSpPr>
            <p:cNvPr id="17" name="node05.title"/>
            <p:cNvSpPr/>
            <p:nvPr/>
          </p:nvSpPr>
          <p:spPr>
            <a:xfrm>
              <a:off x="1314450" y="4062984"/>
              <a:ext cx="428625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Decide what to retain</a:t>
              </a:r>
              <a:endParaRPr lang="en-US" sz="1400" spc="0" kern="0" b="0" i="0" dirty="0">
                <a:solidFill>
                  <a:srgbClr val="070154"/>
                </a:solidFill>
                <a:latin typeface="IBM Plex Sans"/>
                <a:ea typeface="IBM Plex Sans"/>
                <a:cs typeface="IBM Plex Sans"/>
              </a:endParaRPr>
            </a:p>
          </p:txBody>
        </p:sp>
        <p:sp>
          <p:nvSpPr>
            <p:cNvPr id="18" name="node05.body.item-001.paragraph"/>
            <p:cNvSpPr/>
            <p:nvPr/>
          </p:nvSpPr>
          <p:spPr>
            <a:xfrm>
              <a:off x="914400" y="4419600"/>
              <a:ext cx="46863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Separate essential controls from obsolete features.</a:t>
              </a:r>
              <a:endParaRPr lang="en-US" sz="1200" spc="0" kern="0" b="0" i="0" dirty="0">
                <a:solidFill>
                  <a:srgbClr val="50658E"/>
                </a:solidFill>
                <a:latin typeface="IBM Plex Sans"/>
                <a:ea typeface="IBM Plex Sans"/>
                <a:cs typeface="IBM Plex Sans"/>
              </a:endParaRPr>
            </a:p>
          </p:txBody>
        </p:sp>
      </p:grpSp>
      <p:grpSp>
        <p:nvGrpSpPr>
          <p:cNvPr id="44" name="node06"/>
          <p:cNvGrpSpPr/>
          <p:nvPr/>
        </p:nvGrpSpPr>
        <p:grpSpPr>
          <a:xfrm>
            <a:off x="723900" y="5029200"/>
            <a:ext cx="5029200" cy="914400"/>
            <a:chOff x="723900" y="5029200"/>
            <a:chExt cx="5029200" cy="914400"/>
          </a:xfrm>
        </p:grpSpPr>
        <p:sp>
          <p:nvSpPr>
            <p:cNvPr id="19" name="node06.container"/>
            <p:cNvSpPr/>
            <p:nvPr/>
          </p:nvSpPr>
          <p:spPr>
            <a:xfrm>
              <a:off x="723900" y="5029200"/>
              <a:ext cx="5029200" cy="914400"/>
            </a:xfrm>
            <a:prstGeom prst="rect">
              <a:avLst/>
            </a:prstGeom>
            <a:solidFill>
              <a:srgbClr val="E8EEF8"/>
            </a:solidFill>
            <a:ln>
              <a:noFill/>
            </a:ln>
          </p:spPr>
        </p:sp>
        <p:sp>
          <p:nvSpPr>
            <p:cNvPr id="20" name="node06.edge"/>
            <p:cNvSpPr/>
            <p:nvPr/>
          </p:nvSpPr>
          <p:spPr>
            <a:xfrm>
              <a:off x="723900" y="5029200"/>
              <a:ext cx="38100" cy="914400"/>
            </a:xfrm>
            <a:prstGeom prst="rect">
              <a:avLst/>
            </a:prstGeom>
            <a:solidFill>
              <a:srgbClr val="0047FF"/>
            </a:solidFill>
            <a:ln>
              <a:noFill/>
            </a:ln>
          </p:spPr>
        </p:sp>
        <p:sp>
          <p:nvSpPr>
            <p:cNvPr id="21" name="node06.number"/>
            <p:cNvSpPr/>
            <p:nvPr/>
          </p:nvSpPr>
          <p:spPr>
            <a:xfrm>
              <a:off x="914400" y="51816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03</a:t>
              </a:r>
              <a:endParaRPr lang="en-US" sz="1800" spc="0" kern="0" b="0" i="0" dirty="0">
                <a:solidFill>
                  <a:srgbClr val="0047FF"/>
                </a:solidFill>
                <a:latin typeface="IBM Plex Mono SemiBold"/>
                <a:ea typeface="IBM Plex Mono SemiBold"/>
                <a:cs typeface="IBM Plex Mono SemiBold"/>
              </a:endParaRPr>
            </a:p>
          </p:txBody>
        </p:sp>
        <p:sp>
          <p:nvSpPr>
            <p:cNvPr id="22" name="node06.title"/>
            <p:cNvSpPr/>
            <p:nvPr/>
          </p:nvSpPr>
          <p:spPr>
            <a:xfrm>
              <a:off x="1314450" y="5205984"/>
              <a:ext cx="428625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Align business and technology</a:t>
              </a:r>
              <a:endParaRPr lang="en-US" sz="1400" spc="0" kern="0" b="0" i="0" dirty="0">
                <a:solidFill>
                  <a:srgbClr val="070154"/>
                </a:solidFill>
                <a:latin typeface="IBM Plex Sans"/>
                <a:ea typeface="IBM Plex Sans"/>
                <a:cs typeface="IBM Plex Sans"/>
              </a:endParaRPr>
            </a:p>
          </p:txBody>
        </p:sp>
        <p:sp>
          <p:nvSpPr>
            <p:cNvPr id="23" name="node06.body.item-001.paragraph"/>
            <p:cNvSpPr/>
            <p:nvPr/>
          </p:nvSpPr>
          <p:spPr>
            <a:xfrm>
              <a:off x="914400" y="5562600"/>
              <a:ext cx="46863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Turn operator intent into shared designs and tests.</a:t>
              </a:r>
              <a:endParaRPr lang="en-US" sz="1200" spc="0" kern="0" b="0" i="0" dirty="0">
                <a:solidFill>
                  <a:srgbClr val="50658E"/>
                </a:solidFill>
                <a:latin typeface="IBM Plex Sans"/>
                <a:ea typeface="IBM Plex Sans"/>
                <a:cs typeface="IBM Plex Sans"/>
              </a:endParaRPr>
            </a:p>
          </p:txBody>
        </p:sp>
      </p:grpSp>
      <p:grpSp>
        <p:nvGrpSpPr>
          <p:cNvPr id="45" name="node07"/>
          <p:cNvGrpSpPr/>
          <p:nvPr/>
        </p:nvGrpSpPr>
        <p:grpSpPr>
          <a:xfrm>
            <a:off x="6438900" y="2743200"/>
            <a:ext cx="5029200" cy="914400"/>
            <a:chOff x="6438900" y="2743200"/>
            <a:chExt cx="5029200" cy="914400"/>
          </a:xfrm>
        </p:grpSpPr>
        <p:sp>
          <p:nvSpPr>
            <p:cNvPr id="24" name="node07.container"/>
            <p:cNvSpPr/>
            <p:nvPr/>
          </p:nvSpPr>
          <p:spPr>
            <a:xfrm>
              <a:off x="6438900" y="2743200"/>
              <a:ext cx="5029200" cy="914400"/>
            </a:xfrm>
            <a:prstGeom prst="rect">
              <a:avLst/>
            </a:prstGeom>
            <a:solidFill>
              <a:srgbClr val="E8EEF8"/>
            </a:solidFill>
            <a:ln>
              <a:noFill/>
            </a:ln>
          </p:spPr>
        </p:sp>
        <p:sp>
          <p:nvSpPr>
            <p:cNvPr id="25" name="node07.edge"/>
            <p:cNvSpPr/>
            <p:nvPr/>
          </p:nvSpPr>
          <p:spPr>
            <a:xfrm>
              <a:off x="6438900" y="2743200"/>
              <a:ext cx="38100" cy="914400"/>
            </a:xfrm>
            <a:prstGeom prst="rect">
              <a:avLst/>
            </a:prstGeom>
            <a:solidFill>
              <a:srgbClr val="0047FF"/>
            </a:solidFill>
            <a:ln>
              <a:noFill/>
            </a:ln>
          </p:spPr>
        </p:sp>
        <p:sp>
          <p:nvSpPr>
            <p:cNvPr id="26" name="node07.number"/>
            <p:cNvSpPr/>
            <p:nvPr/>
          </p:nvSpPr>
          <p:spPr>
            <a:xfrm>
              <a:off x="6629400" y="28956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04</a:t>
              </a:r>
              <a:endParaRPr lang="en-US" sz="1800" spc="0" kern="0" b="0" i="0" dirty="0">
                <a:solidFill>
                  <a:srgbClr val="0047FF"/>
                </a:solidFill>
                <a:latin typeface="IBM Plex Mono SemiBold"/>
                <a:ea typeface="IBM Plex Mono SemiBold"/>
                <a:cs typeface="IBM Plex Mono SemiBold"/>
              </a:endParaRPr>
            </a:p>
          </p:txBody>
        </p:sp>
        <p:sp>
          <p:nvSpPr>
            <p:cNvPr id="27" name="node07.title"/>
            <p:cNvSpPr/>
            <p:nvPr/>
          </p:nvSpPr>
          <p:spPr>
            <a:xfrm>
              <a:off x="7029450" y="2919984"/>
              <a:ext cx="428625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Untangle dependencies</a:t>
              </a:r>
              <a:endParaRPr lang="en-US" sz="1400" spc="0" kern="0" b="0" i="0" dirty="0">
                <a:solidFill>
                  <a:srgbClr val="070154"/>
                </a:solidFill>
                <a:latin typeface="IBM Plex Sans"/>
                <a:ea typeface="IBM Plex Sans"/>
                <a:cs typeface="IBM Plex Sans"/>
              </a:endParaRPr>
            </a:p>
          </p:txBody>
        </p:sp>
        <p:sp>
          <p:nvSpPr>
            <p:cNvPr id="28" name="node07.body.item-001.paragraph"/>
            <p:cNvSpPr/>
            <p:nvPr/>
          </p:nvSpPr>
          <p:spPr>
            <a:xfrm>
              <a:off x="6629400" y="3276600"/>
              <a:ext cx="46863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Map integrations, then clean duplicate and incomplete data.</a:t>
              </a:r>
              <a:endParaRPr lang="en-US" sz="1200" spc="0" kern="0" b="0" i="0" dirty="0">
                <a:solidFill>
                  <a:srgbClr val="50658E"/>
                </a:solidFill>
                <a:latin typeface="IBM Plex Sans"/>
                <a:ea typeface="IBM Plex Sans"/>
                <a:cs typeface="IBM Plex Sans"/>
              </a:endParaRPr>
            </a:p>
          </p:txBody>
        </p:sp>
      </p:grpSp>
      <p:grpSp>
        <p:nvGrpSpPr>
          <p:cNvPr id="46" name="node08"/>
          <p:cNvGrpSpPr/>
          <p:nvPr/>
        </p:nvGrpSpPr>
        <p:grpSpPr>
          <a:xfrm>
            <a:off x="6438900" y="3886200"/>
            <a:ext cx="5029200" cy="914400"/>
            <a:chOff x="6438900" y="3886200"/>
            <a:chExt cx="5029200" cy="914400"/>
          </a:xfrm>
        </p:grpSpPr>
        <p:sp>
          <p:nvSpPr>
            <p:cNvPr id="29" name="node08.container"/>
            <p:cNvSpPr/>
            <p:nvPr/>
          </p:nvSpPr>
          <p:spPr>
            <a:xfrm>
              <a:off x="6438900" y="3886200"/>
              <a:ext cx="5029200" cy="914400"/>
            </a:xfrm>
            <a:prstGeom prst="rect">
              <a:avLst/>
            </a:prstGeom>
            <a:solidFill>
              <a:srgbClr val="E8EEF8"/>
            </a:solidFill>
            <a:ln>
              <a:noFill/>
            </a:ln>
          </p:spPr>
        </p:sp>
        <p:sp>
          <p:nvSpPr>
            <p:cNvPr id="30" name="node08.edge"/>
            <p:cNvSpPr/>
            <p:nvPr/>
          </p:nvSpPr>
          <p:spPr>
            <a:xfrm>
              <a:off x="6438900" y="3886200"/>
              <a:ext cx="38100" cy="914400"/>
            </a:xfrm>
            <a:prstGeom prst="rect">
              <a:avLst/>
            </a:prstGeom>
            <a:solidFill>
              <a:srgbClr val="0047FF"/>
            </a:solidFill>
            <a:ln>
              <a:noFill/>
            </a:ln>
          </p:spPr>
        </p:sp>
        <p:sp>
          <p:nvSpPr>
            <p:cNvPr id="31" name="node08.number"/>
            <p:cNvSpPr/>
            <p:nvPr/>
          </p:nvSpPr>
          <p:spPr>
            <a:xfrm>
              <a:off x="6629400" y="40386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05</a:t>
              </a:r>
              <a:endParaRPr lang="en-US" sz="1800" spc="0" kern="0" b="0" i="0" dirty="0">
                <a:solidFill>
                  <a:srgbClr val="0047FF"/>
                </a:solidFill>
                <a:latin typeface="IBM Plex Mono SemiBold"/>
                <a:ea typeface="IBM Plex Mono SemiBold"/>
                <a:cs typeface="IBM Plex Mono SemiBold"/>
              </a:endParaRPr>
            </a:p>
          </p:txBody>
        </p:sp>
        <p:sp>
          <p:nvSpPr>
            <p:cNvPr id="32" name="node08.title"/>
            <p:cNvSpPr/>
            <p:nvPr/>
          </p:nvSpPr>
          <p:spPr>
            <a:xfrm>
              <a:off x="7029450" y="4062984"/>
              <a:ext cx="428625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Validate during cutover</a:t>
              </a:r>
              <a:endParaRPr lang="en-US" sz="1400" spc="0" kern="0" b="0" i="0" dirty="0">
                <a:solidFill>
                  <a:srgbClr val="070154"/>
                </a:solidFill>
                <a:latin typeface="IBM Plex Sans"/>
                <a:ea typeface="IBM Plex Sans"/>
                <a:cs typeface="IBM Plex Sans"/>
              </a:endParaRPr>
            </a:p>
          </p:txBody>
        </p:sp>
        <p:sp>
          <p:nvSpPr>
            <p:cNvPr id="33" name="node08.body.item-001.paragraph"/>
            <p:cNvSpPr/>
            <p:nvPr/>
          </p:nvSpPr>
          <p:spPr>
            <a:xfrm>
              <a:off x="6629400" y="4419600"/>
              <a:ext cx="46863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Run acceptance tests while old and new systems coexist.</a:t>
              </a:r>
              <a:endParaRPr lang="en-US" sz="1200" spc="0" kern="0" b="0" i="0" dirty="0">
                <a:solidFill>
                  <a:srgbClr val="50658E"/>
                </a:solidFill>
                <a:latin typeface="IBM Plex Sans"/>
                <a:ea typeface="IBM Plex Sans"/>
                <a:cs typeface="IBM Plex Sans"/>
              </a:endParaRPr>
            </a:p>
          </p:txBody>
        </p:sp>
      </p:grpSp>
      <p:grpSp>
        <p:nvGrpSpPr>
          <p:cNvPr id="47" name="node09"/>
          <p:cNvGrpSpPr/>
          <p:nvPr/>
        </p:nvGrpSpPr>
        <p:grpSpPr>
          <a:xfrm>
            <a:off x="6438900" y="5029200"/>
            <a:ext cx="5029200" cy="914400"/>
            <a:chOff x="6438900" y="5029200"/>
            <a:chExt cx="5029200" cy="914400"/>
          </a:xfrm>
        </p:grpSpPr>
        <p:sp>
          <p:nvSpPr>
            <p:cNvPr id="34" name="node09.container"/>
            <p:cNvSpPr/>
            <p:nvPr/>
          </p:nvSpPr>
          <p:spPr>
            <a:xfrm>
              <a:off x="6438900" y="5029200"/>
              <a:ext cx="5029200" cy="914400"/>
            </a:xfrm>
            <a:prstGeom prst="rect">
              <a:avLst/>
            </a:prstGeom>
            <a:solidFill>
              <a:srgbClr val="E8EEF8"/>
            </a:solidFill>
            <a:ln>
              <a:noFill/>
            </a:ln>
          </p:spPr>
        </p:sp>
        <p:sp>
          <p:nvSpPr>
            <p:cNvPr id="35" name="node09.edge"/>
            <p:cNvSpPr/>
            <p:nvPr/>
          </p:nvSpPr>
          <p:spPr>
            <a:xfrm>
              <a:off x="6438900" y="5029200"/>
              <a:ext cx="38100" cy="914400"/>
            </a:xfrm>
            <a:prstGeom prst="rect">
              <a:avLst/>
            </a:prstGeom>
            <a:solidFill>
              <a:srgbClr val="0047FF"/>
            </a:solidFill>
            <a:ln>
              <a:noFill/>
            </a:ln>
          </p:spPr>
        </p:sp>
        <p:sp>
          <p:nvSpPr>
            <p:cNvPr id="36" name="node09.number"/>
            <p:cNvSpPr/>
            <p:nvPr/>
          </p:nvSpPr>
          <p:spPr>
            <a:xfrm>
              <a:off x="6629400" y="51816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06</a:t>
              </a:r>
              <a:endParaRPr lang="en-US" sz="1800" spc="0" kern="0" b="0" i="0" dirty="0">
                <a:solidFill>
                  <a:srgbClr val="0047FF"/>
                </a:solidFill>
                <a:latin typeface="IBM Plex Mono SemiBold"/>
                <a:ea typeface="IBM Plex Mono SemiBold"/>
                <a:cs typeface="IBM Plex Mono SemiBold"/>
              </a:endParaRPr>
            </a:p>
          </p:txBody>
        </p:sp>
        <p:sp>
          <p:nvSpPr>
            <p:cNvPr id="37" name="node09.title"/>
            <p:cNvSpPr/>
            <p:nvPr/>
          </p:nvSpPr>
          <p:spPr>
            <a:xfrm>
              <a:off x="7029450" y="5205984"/>
              <a:ext cx="428625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Execute a safe cutover</a:t>
              </a:r>
              <a:endParaRPr lang="en-US" sz="1400" spc="0" kern="0" b="0" i="0" dirty="0">
                <a:solidFill>
                  <a:srgbClr val="070154"/>
                </a:solidFill>
                <a:latin typeface="IBM Plex Sans"/>
                <a:ea typeface="IBM Plex Sans"/>
                <a:cs typeface="IBM Plex Sans"/>
              </a:endParaRPr>
            </a:p>
          </p:txBody>
        </p:sp>
        <p:sp>
          <p:nvSpPr>
            <p:cNvPr id="38" name="node09.body.item-001.paragraph"/>
            <p:cNvSpPr/>
            <p:nvPr/>
          </p:nvSpPr>
          <p:spPr>
            <a:xfrm>
              <a:off x="6629400" y="5562600"/>
              <a:ext cx="46863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Sequence migration, rollback and controls to protect operations.</a:t>
              </a:r>
              <a:endParaRPr lang="en-US" sz="1200" spc="0" kern="0" b="0" i="0" dirty="0">
                <a:solidFill>
                  <a:srgbClr val="50658E"/>
                </a:solidFill>
                <a:latin typeface="IBM Plex Sans"/>
                <a:ea typeface="IBM Plex Sans"/>
                <a:cs typeface="IBM Plex Sans"/>
              </a:endParaRPr>
            </a:p>
          </p:txBody>
        </p:sp>
      </p:gr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name="source-373">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WHY IT IS HARD</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Why modernization has been slow and costly</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127</a:t>
            </a:fld>
            <a:endParaRPr lang="en-US" sz="700" spc="0" kern="0" b="0" i="0" dirty="0">
              <a:solidFill>
                <a:srgbClr val="070154"/>
              </a:solidFill>
              <a:latin typeface="IBM Plex Mono SemiBold"/>
              <a:ea typeface="IBM Plex Mono SemiBold"/>
              <a:cs typeface="IBM Plex Mono SemiBold"/>
            </a:endParaRPr>
          </a:p>
        </p:txBody>
      </p:sp>
      <p:grpSp>
        <p:nvGrpSpPr>
          <p:cNvPr id="39" name="node01"/>
          <p:cNvGrpSpPr/>
          <p:nvPr/>
        </p:nvGrpSpPr>
        <p:grpSpPr>
          <a:xfrm>
            <a:off x="723900" y="1600200"/>
            <a:ext cx="10744200" cy="304800"/>
            <a:chOff x="723900" y="1600200"/>
            <a:chExt cx="10744200" cy="304800"/>
          </a:xfrm>
        </p:grpSpPr>
        <p:sp>
          <p:nvSpPr>
            <p:cNvPr id="6" name="node01.text"/>
            <p:cNvSpPr/>
            <p:nvPr/>
          </p:nvSpPr>
          <p:spPr>
            <a:xfrm>
              <a:off x="723900" y="1600200"/>
              <a:ext cx="10744200" cy="304800"/>
            </a:xfrm>
            <a:prstGeom prst="rect">
              <a:avLst/>
            </a:prstGeom>
            <a:noFill/>
            <a:ln/>
          </p:spPr>
          <p:txBody>
            <a:bodyPr wrap="square" lIns="0" tIns="0" rIns="0" bIns="0" rtlCol="0" anchor="t"/>
            <a:lstStyle/>
            <a:p>
              <a:pPr algn="l" indent="0" marL="0">
                <a:lnSpc>
                  <a:spcPts val="2400"/>
                </a:lnSpc>
                <a:buNone/>
              </a:pPr>
              <a:r>
                <a:rPr lang="en-US" sz="1600" spc="0" kern="0" b="0" i="0" dirty="0">
                  <a:solidFill>
                    <a:srgbClr val="070154"/>
                  </a:solidFill>
                  <a:latin typeface="IBM Plex Sans"/>
                  <a:ea typeface="IBM Plex Sans"/>
                  <a:cs typeface="IBM Plex Sans"/>
                </a:rPr>
                <a:t>Coding is only one part. The harder work is rediscovering, deciding and cutting over safely.</a:t>
              </a:r>
              <a:endParaRPr lang="en-US" sz="1600" spc="0" kern="0" b="0" i="0" dirty="0">
                <a:solidFill>
                  <a:srgbClr val="070154"/>
                </a:solidFill>
                <a:latin typeface="IBM Plex Sans"/>
                <a:ea typeface="IBM Plex Sans"/>
                <a:cs typeface="IBM Plex Sans"/>
              </a:endParaRPr>
            </a:p>
          </p:txBody>
        </p:sp>
      </p:grpSp>
      <p:grpSp>
        <p:nvGrpSpPr>
          <p:cNvPr id="40" name="node02"/>
          <p:cNvGrpSpPr/>
          <p:nvPr/>
        </p:nvGrpSpPr>
        <p:grpSpPr>
          <a:xfrm>
            <a:off x="723900" y="2514600"/>
            <a:ext cx="5029200" cy="152400"/>
            <a:chOff x="723900" y="2514600"/>
            <a:chExt cx="5029200" cy="152400"/>
          </a:xfrm>
        </p:grpSpPr>
        <p:sp>
          <p:nvSpPr>
            <p:cNvPr id="7" name="node02.text"/>
            <p:cNvSpPr/>
            <p:nvPr/>
          </p:nvSpPr>
          <p:spPr>
            <a:xfrm>
              <a:off x="723900" y="2514600"/>
              <a:ext cx="5029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DISCOVER AND DEFINE</a:t>
              </a:r>
              <a:endParaRPr lang="en-US" sz="1000" spc="80" kern="0" b="0" i="0" dirty="0">
                <a:solidFill>
                  <a:srgbClr val="0047FF"/>
                </a:solidFill>
                <a:latin typeface="IBM Plex Mono SemiBold"/>
                <a:ea typeface="IBM Plex Mono SemiBold"/>
                <a:cs typeface="IBM Plex Mono SemiBold"/>
              </a:endParaRPr>
            </a:p>
          </p:txBody>
        </p:sp>
      </p:grpSp>
      <p:grpSp>
        <p:nvGrpSpPr>
          <p:cNvPr id="41" name="node03"/>
          <p:cNvGrpSpPr/>
          <p:nvPr/>
        </p:nvGrpSpPr>
        <p:grpSpPr>
          <a:xfrm>
            <a:off x="6438900" y="2514600"/>
            <a:ext cx="5029200" cy="152400"/>
            <a:chOff x="6438900" y="2514600"/>
            <a:chExt cx="5029200" cy="152400"/>
          </a:xfrm>
        </p:grpSpPr>
        <p:sp>
          <p:nvSpPr>
            <p:cNvPr id="8" name="node03.text"/>
            <p:cNvSpPr/>
            <p:nvPr/>
          </p:nvSpPr>
          <p:spPr>
            <a:xfrm>
              <a:off x="6438900" y="2514600"/>
              <a:ext cx="5029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DELIVER AND TRANSITION</a:t>
              </a:r>
              <a:endParaRPr lang="en-US" sz="1000" spc="80" kern="0" b="0" i="0" dirty="0">
                <a:solidFill>
                  <a:srgbClr val="0047FF"/>
                </a:solidFill>
                <a:latin typeface="IBM Plex Mono SemiBold"/>
                <a:ea typeface="IBM Plex Mono SemiBold"/>
                <a:cs typeface="IBM Plex Mono SemiBold"/>
              </a:endParaRPr>
            </a:p>
          </p:txBody>
        </p:sp>
      </p:grpSp>
      <p:grpSp>
        <p:nvGrpSpPr>
          <p:cNvPr id="42" name="node04"/>
          <p:cNvGrpSpPr/>
          <p:nvPr/>
        </p:nvGrpSpPr>
        <p:grpSpPr>
          <a:xfrm>
            <a:off x="723900" y="2743200"/>
            <a:ext cx="5029200" cy="914400"/>
            <a:chOff x="723900" y="2743200"/>
            <a:chExt cx="5029200" cy="914400"/>
          </a:xfrm>
        </p:grpSpPr>
        <p:sp>
          <p:nvSpPr>
            <p:cNvPr id="9" name="node04.container"/>
            <p:cNvSpPr/>
            <p:nvPr/>
          </p:nvSpPr>
          <p:spPr>
            <a:xfrm>
              <a:off x="723900" y="2743200"/>
              <a:ext cx="5029200" cy="914400"/>
            </a:xfrm>
            <a:prstGeom prst="rect">
              <a:avLst/>
            </a:prstGeom>
            <a:solidFill>
              <a:srgbClr val="E8EEF8"/>
            </a:solidFill>
            <a:ln>
              <a:noFill/>
            </a:ln>
          </p:spPr>
        </p:sp>
        <p:sp>
          <p:nvSpPr>
            <p:cNvPr id="10" name="node04.edge"/>
            <p:cNvSpPr/>
            <p:nvPr/>
          </p:nvSpPr>
          <p:spPr>
            <a:xfrm>
              <a:off x="723900" y="2743200"/>
              <a:ext cx="38100" cy="914400"/>
            </a:xfrm>
            <a:prstGeom prst="rect">
              <a:avLst/>
            </a:prstGeom>
            <a:solidFill>
              <a:srgbClr val="0047FF"/>
            </a:solidFill>
            <a:ln>
              <a:noFill/>
            </a:ln>
          </p:spPr>
        </p:sp>
        <p:sp>
          <p:nvSpPr>
            <p:cNvPr id="11" name="node04.number"/>
            <p:cNvSpPr/>
            <p:nvPr/>
          </p:nvSpPr>
          <p:spPr>
            <a:xfrm>
              <a:off x="914400" y="28956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F900D3"/>
                  </a:solidFill>
                  <a:latin typeface="IBM Plex Mono SemiBold"/>
                  <a:ea typeface="IBM Plex Mono SemiBold"/>
                  <a:cs typeface="IBM Plex Mono SemiBold"/>
                </a:rPr>
                <a:t>01</a:t>
              </a:r>
              <a:endParaRPr lang="en-US" sz="1800" spc="0" kern="0" b="0" i="0" dirty="0">
                <a:solidFill>
                  <a:srgbClr val="F900D3"/>
                </a:solidFill>
                <a:latin typeface="IBM Plex Mono SemiBold"/>
                <a:ea typeface="IBM Plex Mono SemiBold"/>
                <a:cs typeface="IBM Plex Mono SemiBold"/>
              </a:endParaRPr>
            </a:p>
          </p:txBody>
        </p:sp>
        <p:sp>
          <p:nvSpPr>
            <p:cNvPr id="12" name="node04.title"/>
            <p:cNvSpPr/>
            <p:nvPr/>
          </p:nvSpPr>
          <p:spPr>
            <a:xfrm>
              <a:off x="1314450" y="2919984"/>
              <a:ext cx="428625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Reconstruct business behavior</a:t>
              </a:r>
              <a:endParaRPr lang="en-US" sz="1400" spc="0" kern="0" b="0" i="0" dirty="0">
                <a:solidFill>
                  <a:srgbClr val="070154"/>
                </a:solidFill>
                <a:latin typeface="IBM Plex Sans"/>
                <a:ea typeface="IBM Plex Sans"/>
                <a:cs typeface="IBM Plex Sans"/>
              </a:endParaRPr>
            </a:p>
          </p:txBody>
        </p:sp>
        <p:sp>
          <p:nvSpPr>
            <p:cNvPr id="13" name="node04.body.item-001.paragraph"/>
            <p:cNvSpPr/>
            <p:nvPr/>
          </p:nvSpPr>
          <p:spPr>
            <a:xfrm>
              <a:off x="914400" y="3276600"/>
              <a:ext cx="46863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Document current processes, rules and workarounds.</a:t>
              </a:r>
              <a:endParaRPr lang="en-US" sz="1200" spc="0" kern="0" b="0" i="0" dirty="0">
                <a:solidFill>
                  <a:srgbClr val="50658E"/>
                </a:solidFill>
                <a:latin typeface="IBM Plex Sans"/>
                <a:ea typeface="IBM Plex Sans"/>
                <a:cs typeface="IBM Plex Sans"/>
              </a:endParaRPr>
            </a:p>
          </p:txBody>
        </p:sp>
      </p:grpSp>
      <p:grpSp>
        <p:nvGrpSpPr>
          <p:cNvPr id="43" name="node05"/>
          <p:cNvGrpSpPr/>
          <p:nvPr/>
        </p:nvGrpSpPr>
        <p:grpSpPr>
          <a:xfrm>
            <a:off x="723900" y="3886200"/>
            <a:ext cx="5029200" cy="914400"/>
            <a:chOff x="723900" y="3886200"/>
            <a:chExt cx="5029200" cy="914400"/>
          </a:xfrm>
        </p:grpSpPr>
        <p:sp>
          <p:nvSpPr>
            <p:cNvPr id="14" name="node05.container"/>
            <p:cNvSpPr/>
            <p:nvPr/>
          </p:nvSpPr>
          <p:spPr>
            <a:xfrm>
              <a:off x="723900" y="3886200"/>
              <a:ext cx="5029200" cy="914400"/>
            </a:xfrm>
            <a:prstGeom prst="rect">
              <a:avLst/>
            </a:prstGeom>
            <a:solidFill>
              <a:srgbClr val="E8EEF8"/>
            </a:solidFill>
            <a:ln>
              <a:noFill/>
            </a:ln>
          </p:spPr>
        </p:sp>
        <p:sp>
          <p:nvSpPr>
            <p:cNvPr id="15" name="node05.edge"/>
            <p:cNvSpPr/>
            <p:nvPr/>
          </p:nvSpPr>
          <p:spPr>
            <a:xfrm>
              <a:off x="723900" y="3886200"/>
              <a:ext cx="38100" cy="914400"/>
            </a:xfrm>
            <a:prstGeom prst="rect">
              <a:avLst/>
            </a:prstGeom>
            <a:solidFill>
              <a:srgbClr val="0047FF"/>
            </a:solidFill>
            <a:ln>
              <a:noFill/>
            </a:ln>
          </p:spPr>
        </p:sp>
        <p:sp>
          <p:nvSpPr>
            <p:cNvPr id="16" name="node05.number"/>
            <p:cNvSpPr/>
            <p:nvPr/>
          </p:nvSpPr>
          <p:spPr>
            <a:xfrm>
              <a:off x="914400" y="40386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F900D3"/>
                  </a:solidFill>
                  <a:latin typeface="IBM Plex Mono SemiBold"/>
                  <a:ea typeface="IBM Plex Mono SemiBold"/>
                  <a:cs typeface="IBM Plex Mono SemiBold"/>
                </a:rPr>
                <a:t>02</a:t>
              </a:r>
              <a:endParaRPr lang="en-US" sz="1800" spc="0" kern="0" b="0" i="0" dirty="0">
                <a:solidFill>
                  <a:srgbClr val="F900D3"/>
                </a:solidFill>
                <a:latin typeface="IBM Plex Mono SemiBold"/>
                <a:ea typeface="IBM Plex Mono SemiBold"/>
                <a:cs typeface="IBM Plex Mono SemiBold"/>
              </a:endParaRPr>
            </a:p>
          </p:txBody>
        </p:sp>
        <p:sp>
          <p:nvSpPr>
            <p:cNvPr id="17" name="node05.title"/>
            <p:cNvSpPr/>
            <p:nvPr/>
          </p:nvSpPr>
          <p:spPr>
            <a:xfrm>
              <a:off x="1314450" y="4062984"/>
              <a:ext cx="428625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Decide what to retain</a:t>
              </a:r>
              <a:endParaRPr lang="en-US" sz="1400" spc="0" kern="0" b="0" i="0" dirty="0">
                <a:solidFill>
                  <a:srgbClr val="070154"/>
                </a:solidFill>
                <a:latin typeface="IBM Plex Sans"/>
                <a:ea typeface="IBM Plex Sans"/>
                <a:cs typeface="IBM Plex Sans"/>
              </a:endParaRPr>
            </a:p>
          </p:txBody>
        </p:sp>
        <p:sp>
          <p:nvSpPr>
            <p:cNvPr id="18" name="node05.body.item-001.paragraph"/>
            <p:cNvSpPr/>
            <p:nvPr/>
          </p:nvSpPr>
          <p:spPr>
            <a:xfrm>
              <a:off x="914400" y="4419600"/>
              <a:ext cx="46863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Separate essential controls from obsolete features.</a:t>
              </a:r>
              <a:endParaRPr lang="en-US" sz="1200" spc="0" kern="0" b="0" i="0" dirty="0">
                <a:solidFill>
                  <a:srgbClr val="50658E"/>
                </a:solidFill>
                <a:latin typeface="IBM Plex Sans"/>
                <a:ea typeface="IBM Plex Sans"/>
                <a:cs typeface="IBM Plex Sans"/>
              </a:endParaRPr>
            </a:p>
          </p:txBody>
        </p:sp>
      </p:grpSp>
      <p:grpSp>
        <p:nvGrpSpPr>
          <p:cNvPr id="44" name="node06"/>
          <p:cNvGrpSpPr/>
          <p:nvPr/>
        </p:nvGrpSpPr>
        <p:grpSpPr>
          <a:xfrm>
            <a:off x="723900" y="5029200"/>
            <a:ext cx="5029200" cy="914400"/>
            <a:chOff x="723900" y="5029200"/>
            <a:chExt cx="5029200" cy="914400"/>
          </a:xfrm>
        </p:grpSpPr>
        <p:sp>
          <p:nvSpPr>
            <p:cNvPr id="19" name="node06.container"/>
            <p:cNvSpPr/>
            <p:nvPr/>
          </p:nvSpPr>
          <p:spPr>
            <a:xfrm>
              <a:off x="723900" y="5029200"/>
              <a:ext cx="5029200" cy="914400"/>
            </a:xfrm>
            <a:prstGeom prst="rect">
              <a:avLst/>
            </a:prstGeom>
            <a:solidFill>
              <a:srgbClr val="E8EEF8"/>
            </a:solidFill>
            <a:ln>
              <a:noFill/>
            </a:ln>
          </p:spPr>
        </p:sp>
        <p:sp>
          <p:nvSpPr>
            <p:cNvPr id="20" name="node06.edge"/>
            <p:cNvSpPr/>
            <p:nvPr/>
          </p:nvSpPr>
          <p:spPr>
            <a:xfrm>
              <a:off x="723900" y="5029200"/>
              <a:ext cx="38100" cy="914400"/>
            </a:xfrm>
            <a:prstGeom prst="rect">
              <a:avLst/>
            </a:prstGeom>
            <a:solidFill>
              <a:srgbClr val="0047FF"/>
            </a:solidFill>
            <a:ln>
              <a:noFill/>
            </a:ln>
          </p:spPr>
        </p:sp>
        <p:sp>
          <p:nvSpPr>
            <p:cNvPr id="21" name="node06.number"/>
            <p:cNvSpPr/>
            <p:nvPr/>
          </p:nvSpPr>
          <p:spPr>
            <a:xfrm>
              <a:off x="914400" y="51816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F900D3"/>
                  </a:solidFill>
                  <a:latin typeface="IBM Plex Mono SemiBold"/>
                  <a:ea typeface="IBM Plex Mono SemiBold"/>
                  <a:cs typeface="IBM Plex Mono SemiBold"/>
                </a:rPr>
                <a:t>03</a:t>
              </a:r>
              <a:endParaRPr lang="en-US" sz="1800" spc="0" kern="0" b="0" i="0" dirty="0">
                <a:solidFill>
                  <a:srgbClr val="F900D3"/>
                </a:solidFill>
                <a:latin typeface="IBM Plex Mono SemiBold"/>
                <a:ea typeface="IBM Plex Mono SemiBold"/>
                <a:cs typeface="IBM Plex Mono SemiBold"/>
              </a:endParaRPr>
            </a:p>
          </p:txBody>
        </p:sp>
        <p:sp>
          <p:nvSpPr>
            <p:cNvPr id="22" name="node06.title"/>
            <p:cNvSpPr/>
            <p:nvPr/>
          </p:nvSpPr>
          <p:spPr>
            <a:xfrm>
              <a:off x="1314450" y="5205984"/>
              <a:ext cx="428625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Align business and technology</a:t>
              </a:r>
              <a:endParaRPr lang="en-US" sz="1400" spc="0" kern="0" b="0" i="0" dirty="0">
                <a:solidFill>
                  <a:srgbClr val="070154"/>
                </a:solidFill>
                <a:latin typeface="IBM Plex Sans"/>
                <a:ea typeface="IBM Plex Sans"/>
                <a:cs typeface="IBM Plex Sans"/>
              </a:endParaRPr>
            </a:p>
          </p:txBody>
        </p:sp>
        <p:sp>
          <p:nvSpPr>
            <p:cNvPr id="23" name="node06.body.item-001.paragraph"/>
            <p:cNvSpPr/>
            <p:nvPr/>
          </p:nvSpPr>
          <p:spPr>
            <a:xfrm>
              <a:off x="914400" y="5562600"/>
              <a:ext cx="46863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Turn operator intent into shared designs and tests.</a:t>
              </a:r>
              <a:endParaRPr lang="en-US" sz="1200" spc="0" kern="0" b="0" i="0" dirty="0">
                <a:solidFill>
                  <a:srgbClr val="50658E"/>
                </a:solidFill>
                <a:latin typeface="IBM Plex Sans"/>
                <a:ea typeface="IBM Plex Sans"/>
                <a:cs typeface="IBM Plex Sans"/>
              </a:endParaRPr>
            </a:p>
          </p:txBody>
        </p:sp>
      </p:grpSp>
      <p:grpSp>
        <p:nvGrpSpPr>
          <p:cNvPr id="45" name="node07"/>
          <p:cNvGrpSpPr/>
          <p:nvPr/>
        </p:nvGrpSpPr>
        <p:grpSpPr>
          <a:xfrm>
            <a:off x="6438900" y="2743200"/>
            <a:ext cx="5029200" cy="914400"/>
            <a:chOff x="6438900" y="2743200"/>
            <a:chExt cx="5029200" cy="914400"/>
          </a:xfrm>
        </p:grpSpPr>
        <p:sp>
          <p:nvSpPr>
            <p:cNvPr id="24" name="node07.container"/>
            <p:cNvSpPr/>
            <p:nvPr/>
          </p:nvSpPr>
          <p:spPr>
            <a:xfrm>
              <a:off x="6438900" y="2743200"/>
              <a:ext cx="5029200" cy="914400"/>
            </a:xfrm>
            <a:prstGeom prst="rect">
              <a:avLst/>
            </a:prstGeom>
            <a:solidFill>
              <a:srgbClr val="E8EEF8"/>
            </a:solidFill>
            <a:ln>
              <a:noFill/>
            </a:ln>
          </p:spPr>
        </p:sp>
        <p:sp>
          <p:nvSpPr>
            <p:cNvPr id="25" name="node07.edge"/>
            <p:cNvSpPr/>
            <p:nvPr/>
          </p:nvSpPr>
          <p:spPr>
            <a:xfrm>
              <a:off x="6438900" y="2743200"/>
              <a:ext cx="38100" cy="914400"/>
            </a:xfrm>
            <a:prstGeom prst="rect">
              <a:avLst/>
            </a:prstGeom>
            <a:solidFill>
              <a:srgbClr val="0047FF"/>
            </a:solidFill>
            <a:ln>
              <a:noFill/>
            </a:ln>
          </p:spPr>
        </p:sp>
        <p:sp>
          <p:nvSpPr>
            <p:cNvPr id="26" name="node07.number"/>
            <p:cNvSpPr/>
            <p:nvPr/>
          </p:nvSpPr>
          <p:spPr>
            <a:xfrm>
              <a:off x="6629400" y="28956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F900D3"/>
                  </a:solidFill>
                  <a:latin typeface="IBM Plex Mono SemiBold"/>
                  <a:ea typeface="IBM Plex Mono SemiBold"/>
                  <a:cs typeface="IBM Plex Mono SemiBold"/>
                </a:rPr>
                <a:t>04</a:t>
              </a:r>
              <a:endParaRPr lang="en-US" sz="1800" spc="0" kern="0" b="0" i="0" dirty="0">
                <a:solidFill>
                  <a:srgbClr val="F900D3"/>
                </a:solidFill>
                <a:latin typeface="IBM Plex Mono SemiBold"/>
                <a:ea typeface="IBM Plex Mono SemiBold"/>
                <a:cs typeface="IBM Plex Mono SemiBold"/>
              </a:endParaRPr>
            </a:p>
          </p:txBody>
        </p:sp>
        <p:sp>
          <p:nvSpPr>
            <p:cNvPr id="27" name="node07.title"/>
            <p:cNvSpPr/>
            <p:nvPr/>
          </p:nvSpPr>
          <p:spPr>
            <a:xfrm>
              <a:off x="7029450" y="2919984"/>
              <a:ext cx="428625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Untangle dependencies</a:t>
              </a:r>
              <a:endParaRPr lang="en-US" sz="1400" spc="0" kern="0" b="0" i="0" dirty="0">
                <a:solidFill>
                  <a:srgbClr val="070154"/>
                </a:solidFill>
                <a:latin typeface="IBM Plex Sans"/>
                <a:ea typeface="IBM Plex Sans"/>
                <a:cs typeface="IBM Plex Sans"/>
              </a:endParaRPr>
            </a:p>
          </p:txBody>
        </p:sp>
        <p:sp>
          <p:nvSpPr>
            <p:cNvPr id="28" name="node07.body.item-001.paragraph"/>
            <p:cNvSpPr/>
            <p:nvPr/>
          </p:nvSpPr>
          <p:spPr>
            <a:xfrm>
              <a:off x="6629400" y="3276600"/>
              <a:ext cx="46863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Map integrations, then clean duplicate and incomplete data.</a:t>
              </a:r>
              <a:endParaRPr lang="en-US" sz="1200" spc="0" kern="0" b="0" i="0" dirty="0">
                <a:solidFill>
                  <a:srgbClr val="50658E"/>
                </a:solidFill>
                <a:latin typeface="IBM Plex Sans"/>
                <a:ea typeface="IBM Plex Sans"/>
                <a:cs typeface="IBM Plex Sans"/>
              </a:endParaRPr>
            </a:p>
          </p:txBody>
        </p:sp>
      </p:grpSp>
      <p:grpSp>
        <p:nvGrpSpPr>
          <p:cNvPr id="46" name="node08"/>
          <p:cNvGrpSpPr/>
          <p:nvPr/>
        </p:nvGrpSpPr>
        <p:grpSpPr>
          <a:xfrm>
            <a:off x="6438900" y="3886200"/>
            <a:ext cx="5029200" cy="914400"/>
            <a:chOff x="6438900" y="3886200"/>
            <a:chExt cx="5029200" cy="914400"/>
          </a:xfrm>
        </p:grpSpPr>
        <p:sp>
          <p:nvSpPr>
            <p:cNvPr id="29" name="node08.container"/>
            <p:cNvSpPr/>
            <p:nvPr/>
          </p:nvSpPr>
          <p:spPr>
            <a:xfrm>
              <a:off x="6438900" y="3886200"/>
              <a:ext cx="5029200" cy="914400"/>
            </a:xfrm>
            <a:prstGeom prst="rect">
              <a:avLst/>
            </a:prstGeom>
            <a:solidFill>
              <a:srgbClr val="E8EEF8"/>
            </a:solidFill>
            <a:ln>
              <a:noFill/>
            </a:ln>
          </p:spPr>
        </p:sp>
        <p:sp>
          <p:nvSpPr>
            <p:cNvPr id="30" name="node08.edge"/>
            <p:cNvSpPr/>
            <p:nvPr/>
          </p:nvSpPr>
          <p:spPr>
            <a:xfrm>
              <a:off x="6438900" y="3886200"/>
              <a:ext cx="38100" cy="914400"/>
            </a:xfrm>
            <a:prstGeom prst="rect">
              <a:avLst/>
            </a:prstGeom>
            <a:solidFill>
              <a:srgbClr val="0047FF"/>
            </a:solidFill>
            <a:ln>
              <a:noFill/>
            </a:ln>
          </p:spPr>
        </p:sp>
        <p:sp>
          <p:nvSpPr>
            <p:cNvPr id="31" name="node08.number"/>
            <p:cNvSpPr/>
            <p:nvPr/>
          </p:nvSpPr>
          <p:spPr>
            <a:xfrm>
              <a:off x="6629400" y="40386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F900D3"/>
                  </a:solidFill>
                  <a:latin typeface="IBM Plex Mono SemiBold"/>
                  <a:ea typeface="IBM Plex Mono SemiBold"/>
                  <a:cs typeface="IBM Plex Mono SemiBold"/>
                </a:rPr>
                <a:t>05</a:t>
              </a:r>
              <a:endParaRPr lang="en-US" sz="1800" spc="0" kern="0" b="0" i="0" dirty="0">
                <a:solidFill>
                  <a:srgbClr val="F900D3"/>
                </a:solidFill>
                <a:latin typeface="IBM Plex Mono SemiBold"/>
                <a:ea typeface="IBM Plex Mono SemiBold"/>
                <a:cs typeface="IBM Plex Mono SemiBold"/>
              </a:endParaRPr>
            </a:p>
          </p:txBody>
        </p:sp>
        <p:sp>
          <p:nvSpPr>
            <p:cNvPr id="32" name="node08.title"/>
            <p:cNvSpPr/>
            <p:nvPr/>
          </p:nvSpPr>
          <p:spPr>
            <a:xfrm>
              <a:off x="7029450" y="4062984"/>
              <a:ext cx="428625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Validate during cutover</a:t>
              </a:r>
              <a:endParaRPr lang="en-US" sz="1400" spc="0" kern="0" b="0" i="0" dirty="0">
                <a:solidFill>
                  <a:srgbClr val="070154"/>
                </a:solidFill>
                <a:latin typeface="IBM Plex Sans"/>
                <a:ea typeface="IBM Plex Sans"/>
                <a:cs typeface="IBM Plex Sans"/>
              </a:endParaRPr>
            </a:p>
          </p:txBody>
        </p:sp>
        <p:sp>
          <p:nvSpPr>
            <p:cNvPr id="33" name="node08.body.item-001.paragraph"/>
            <p:cNvSpPr/>
            <p:nvPr/>
          </p:nvSpPr>
          <p:spPr>
            <a:xfrm>
              <a:off x="6629400" y="4419600"/>
              <a:ext cx="46863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Run acceptance tests while old and new systems coexist.</a:t>
              </a:r>
              <a:endParaRPr lang="en-US" sz="1200" spc="0" kern="0" b="0" i="0" dirty="0">
                <a:solidFill>
                  <a:srgbClr val="50658E"/>
                </a:solidFill>
                <a:latin typeface="IBM Plex Sans"/>
                <a:ea typeface="IBM Plex Sans"/>
                <a:cs typeface="IBM Plex Sans"/>
              </a:endParaRPr>
            </a:p>
          </p:txBody>
        </p:sp>
      </p:grpSp>
      <p:grpSp>
        <p:nvGrpSpPr>
          <p:cNvPr id="47" name="node09"/>
          <p:cNvGrpSpPr/>
          <p:nvPr/>
        </p:nvGrpSpPr>
        <p:grpSpPr>
          <a:xfrm>
            <a:off x="6438900" y="5029200"/>
            <a:ext cx="5029200" cy="914400"/>
            <a:chOff x="6438900" y="5029200"/>
            <a:chExt cx="5029200" cy="914400"/>
          </a:xfrm>
        </p:grpSpPr>
        <p:sp>
          <p:nvSpPr>
            <p:cNvPr id="34" name="node09.container"/>
            <p:cNvSpPr/>
            <p:nvPr/>
          </p:nvSpPr>
          <p:spPr>
            <a:xfrm>
              <a:off x="6438900" y="5029200"/>
              <a:ext cx="5029200" cy="914400"/>
            </a:xfrm>
            <a:prstGeom prst="rect">
              <a:avLst/>
            </a:prstGeom>
            <a:solidFill>
              <a:srgbClr val="E8EEF8"/>
            </a:solidFill>
            <a:ln>
              <a:noFill/>
            </a:ln>
          </p:spPr>
        </p:sp>
        <p:sp>
          <p:nvSpPr>
            <p:cNvPr id="35" name="node09.edge"/>
            <p:cNvSpPr/>
            <p:nvPr/>
          </p:nvSpPr>
          <p:spPr>
            <a:xfrm>
              <a:off x="6438900" y="5029200"/>
              <a:ext cx="38100" cy="914400"/>
            </a:xfrm>
            <a:prstGeom prst="rect">
              <a:avLst/>
            </a:prstGeom>
            <a:solidFill>
              <a:srgbClr val="0047FF"/>
            </a:solidFill>
            <a:ln>
              <a:noFill/>
            </a:ln>
          </p:spPr>
        </p:sp>
        <p:sp>
          <p:nvSpPr>
            <p:cNvPr id="36" name="node09.number"/>
            <p:cNvSpPr/>
            <p:nvPr/>
          </p:nvSpPr>
          <p:spPr>
            <a:xfrm>
              <a:off x="6629400" y="51816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F900D3"/>
                  </a:solidFill>
                  <a:latin typeface="IBM Plex Mono SemiBold"/>
                  <a:ea typeface="IBM Plex Mono SemiBold"/>
                  <a:cs typeface="IBM Plex Mono SemiBold"/>
                </a:rPr>
                <a:t>06</a:t>
              </a:r>
              <a:endParaRPr lang="en-US" sz="1800" spc="0" kern="0" b="0" i="0" dirty="0">
                <a:solidFill>
                  <a:srgbClr val="F900D3"/>
                </a:solidFill>
                <a:latin typeface="IBM Plex Mono SemiBold"/>
                <a:ea typeface="IBM Plex Mono SemiBold"/>
                <a:cs typeface="IBM Plex Mono SemiBold"/>
              </a:endParaRPr>
            </a:p>
          </p:txBody>
        </p:sp>
        <p:sp>
          <p:nvSpPr>
            <p:cNvPr id="37" name="node09.title"/>
            <p:cNvSpPr/>
            <p:nvPr/>
          </p:nvSpPr>
          <p:spPr>
            <a:xfrm>
              <a:off x="7029450" y="5205984"/>
              <a:ext cx="428625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Execute a safe cutover</a:t>
              </a:r>
              <a:endParaRPr lang="en-US" sz="1400" spc="0" kern="0" b="0" i="0" dirty="0">
                <a:solidFill>
                  <a:srgbClr val="070154"/>
                </a:solidFill>
                <a:latin typeface="IBM Plex Sans"/>
                <a:ea typeface="IBM Plex Sans"/>
                <a:cs typeface="IBM Plex Sans"/>
              </a:endParaRPr>
            </a:p>
          </p:txBody>
        </p:sp>
        <p:sp>
          <p:nvSpPr>
            <p:cNvPr id="38" name="node09.body.item-001.paragraph"/>
            <p:cNvSpPr/>
            <p:nvPr/>
          </p:nvSpPr>
          <p:spPr>
            <a:xfrm>
              <a:off x="6629400" y="5562600"/>
              <a:ext cx="46863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Sequence migration, rollback and controls to protect operations.</a:t>
              </a:r>
              <a:endParaRPr lang="en-US" sz="1200" spc="0" kern="0" b="0" i="0" dirty="0">
                <a:solidFill>
                  <a:srgbClr val="50658E"/>
                </a:solidFill>
                <a:latin typeface="IBM Plex Sans"/>
                <a:ea typeface="IBM Plex Sans"/>
                <a:cs typeface="IBM Plex Sans"/>
              </a:endParaRPr>
            </a:p>
          </p:txBody>
        </p:sp>
      </p:gr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name="source-374">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WHY IT IS HARD</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Why modernization has been slow and costly</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128</a:t>
            </a:fld>
            <a:endParaRPr lang="en-US" sz="700" spc="0" kern="0" b="0" i="0" dirty="0">
              <a:solidFill>
                <a:srgbClr val="070154"/>
              </a:solidFill>
              <a:latin typeface="IBM Plex Mono SemiBold"/>
              <a:ea typeface="IBM Plex Mono SemiBold"/>
              <a:cs typeface="IBM Plex Mono SemiBold"/>
            </a:endParaRPr>
          </a:p>
        </p:txBody>
      </p:sp>
      <p:grpSp>
        <p:nvGrpSpPr>
          <p:cNvPr id="39" name="node01"/>
          <p:cNvGrpSpPr/>
          <p:nvPr/>
        </p:nvGrpSpPr>
        <p:grpSpPr>
          <a:xfrm>
            <a:off x="723900" y="1600200"/>
            <a:ext cx="10744200" cy="304800"/>
            <a:chOff x="723900" y="1600200"/>
            <a:chExt cx="10744200" cy="304800"/>
          </a:xfrm>
        </p:grpSpPr>
        <p:sp>
          <p:nvSpPr>
            <p:cNvPr id="6" name="node01.text"/>
            <p:cNvSpPr/>
            <p:nvPr/>
          </p:nvSpPr>
          <p:spPr>
            <a:xfrm>
              <a:off x="723900" y="1600200"/>
              <a:ext cx="10744200" cy="304800"/>
            </a:xfrm>
            <a:prstGeom prst="rect">
              <a:avLst/>
            </a:prstGeom>
            <a:noFill/>
            <a:ln/>
          </p:spPr>
          <p:txBody>
            <a:bodyPr wrap="square" lIns="0" tIns="0" rIns="0" bIns="0" rtlCol="0" anchor="t"/>
            <a:lstStyle/>
            <a:p>
              <a:pPr algn="l" indent="0" marL="0">
                <a:lnSpc>
                  <a:spcPts val="2400"/>
                </a:lnSpc>
                <a:buNone/>
              </a:pPr>
              <a:r>
                <a:rPr lang="en-US" sz="1600" spc="0" kern="0" b="0" i="0" dirty="0">
                  <a:solidFill>
                    <a:srgbClr val="070154"/>
                  </a:solidFill>
                  <a:latin typeface="IBM Plex Sans"/>
                  <a:ea typeface="IBM Plex Sans"/>
                  <a:cs typeface="IBM Plex Sans"/>
                </a:rPr>
                <a:t>Coding is only one part. The harder work is rediscovering, deciding and cutting over safely.</a:t>
              </a:r>
              <a:endParaRPr lang="en-US" sz="1600" spc="0" kern="0" b="0" i="0" dirty="0">
                <a:solidFill>
                  <a:srgbClr val="070154"/>
                </a:solidFill>
                <a:latin typeface="IBM Plex Sans"/>
                <a:ea typeface="IBM Plex Sans"/>
                <a:cs typeface="IBM Plex Sans"/>
              </a:endParaRPr>
            </a:p>
          </p:txBody>
        </p:sp>
      </p:grpSp>
      <p:grpSp>
        <p:nvGrpSpPr>
          <p:cNvPr id="40" name="node02"/>
          <p:cNvGrpSpPr/>
          <p:nvPr/>
        </p:nvGrpSpPr>
        <p:grpSpPr>
          <a:xfrm>
            <a:off x="723900" y="2286000"/>
            <a:ext cx="10744200" cy="152400"/>
            <a:chOff x="723900" y="2286000"/>
            <a:chExt cx="10744200" cy="152400"/>
          </a:xfrm>
        </p:grpSpPr>
        <p:sp>
          <p:nvSpPr>
            <p:cNvPr id="7" name="node02.text"/>
            <p:cNvSpPr/>
            <p:nvPr/>
          </p:nvSpPr>
          <p:spPr>
            <a:xfrm>
              <a:off x="723900" y="22860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DISCOVER AND DEFINE</a:t>
              </a:r>
              <a:endParaRPr lang="en-US" sz="1000" spc="80" kern="0" b="0" i="0" dirty="0">
                <a:solidFill>
                  <a:srgbClr val="0047FF"/>
                </a:solidFill>
                <a:latin typeface="IBM Plex Mono SemiBold"/>
                <a:ea typeface="IBM Plex Mono SemiBold"/>
                <a:cs typeface="IBM Plex Mono SemiBold"/>
              </a:endParaRPr>
            </a:p>
          </p:txBody>
        </p:sp>
      </p:grpSp>
      <p:grpSp>
        <p:nvGrpSpPr>
          <p:cNvPr id="41" name="node03"/>
          <p:cNvGrpSpPr/>
          <p:nvPr/>
        </p:nvGrpSpPr>
        <p:grpSpPr>
          <a:xfrm>
            <a:off x="723900" y="2514600"/>
            <a:ext cx="3429000" cy="1371600"/>
            <a:chOff x="723900" y="2514600"/>
            <a:chExt cx="3429000" cy="1371600"/>
          </a:xfrm>
        </p:grpSpPr>
        <p:sp>
          <p:nvSpPr>
            <p:cNvPr id="8" name="node03.container"/>
            <p:cNvSpPr/>
            <p:nvPr/>
          </p:nvSpPr>
          <p:spPr>
            <a:xfrm>
              <a:off x="723900" y="2514600"/>
              <a:ext cx="3429000" cy="1371600"/>
            </a:xfrm>
            <a:prstGeom prst="rect">
              <a:avLst/>
            </a:prstGeom>
            <a:solidFill>
              <a:srgbClr val="E8EEF8"/>
            </a:solidFill>
            <a:ln>
              <a:noFill/>
            </a:ln>
          </p:spPr>
        </p:sp>
        <p:sp>
          <p:nvSpPr>
            <p:cNvPr id="9" name="node03.edge"/>
            <p:cNvSpPr/>
            <p:nvPr/>
          </p:nvSpPr>
          <p:spPr>
            <a:xfrm>
              <a:off x="723900" y="2514600"/>
              <a:ext cx="38100" cy="1371600"/>
            </a:xfrm>
            <a:prstGeom prst="rect">
              <a:avLst/>
            </a:prstGeom>
            <a:solidFill>
              <a:srgbClr val="0047FF"/>
            </a:solidFill>
            <a:ln>
              <a:noFill/>
            </a:ln>
          </p:spPr>
        </p:sp>
        <p:sp>
          <p:nvSpPr>
            <p:cNvPr id="10" name="node03.number"/>
            <p:cNvSpPr/>
            <p:nvPr/>
          </p:nvSpPr>
          <p:spPr>
            <a:xfrm>
              <a:off x="990600" y="27432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01</a:t>
              </a:r>
              <a:endParaRPr lang="en-US" sz="1800" spc="0" kern="0" b="0" i="0" dirty="0">
                <a:solidFill>
                  <a:srgbClr val="0047FF"/>
                </a:solidFill>
                <a:latin typeface="IBM Plex Mono SemiBold"/>
                <a:ea typeface="IBM Plex Mono SemiBold"/>
                <a:cs typeface="IBM Plex Mono SemiBold"/>
              </a:endParaRPr>
            </a:p>
          </p:txBody>
        </p:sp>
        <p:sp>
          <p:nvSpPr>
            <p:cNvPr id="11" name="node03.title"/>
            <p:cNvSpPr/>
            <p:nvPr/>
          </p:nvSpPr>
          <p:spPr>
            <a:xfrm>
              <a:off x="1390650" y="2767584"/>
              <a:ext cx="253365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Reconstruct business behavior</a:t>
              </a:r>
              <a:endParaRPr lang="en-US" sz="1400" spc="0" kern="0" b="0" i="0" dirty="0">
                <a:solidFill>
                  <a:srgbClr val="070154"/>
                </a:solidFill>
                <a:latin typeface="IBM Plex Sans"/>
                <a:ea typeface="IBM Plex Sans"/>
                <a:cs typeface="IBM Plex Sans"/>
              </a:endParaRPr>
            </a:p>
          </p:txBody>
        </p:sp>
        <p:sp>
          <p:nvSpPr>
            <p:cNvPr id="12" name="node03.body.item-001.paragraph"/>
            <p:cNvSpPr/>
            <p:nvPr/>
          </p:nvSpPr>
          <p:spPr>
            <a:xfrm>
              <a:off x="990600" y="3162300"/>
              <a:ext cx="29337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Document current processes, rules and workarounds.</a:t>
              </a:r>
              <a:endParaRPr lang="en-US" sz="1200" spc="0" kern="0" b="0" i="0" dirty="0">
                <a:solidFill>
                  <a:srgbClr val="50658E"/>
                </a:solidFill>
                <a:latin typeface="IBM Plex Sans"/>
                <a:ea typeface="IBM Plex Sans"/>
                <a:cs typeface="IBM Plex Sans"/>
              </a:endParaRPr>
            </a:p>
          </p:txBody>
        </p:sp>
      </p:grpSp>
      <p:grpSp>
        <p:nvGrpSpPr>
          <p:cNvPr id="42" name="node04"/>
          <p:cNvGrpSpPr/>
          <p:nvPr/>
        </p:nvGrpSpPr>
        <p:grpSpPr>
          <a:xfrm>
            <a:off x="4381500" y="2514600"/>
            <a:ext cx="3429000" cy="1371600"/>
            <a:chOff x="4381500" y="2514600"/>
            <a:chExt cx="3429000" cy="1371600"/>
          </a:xfrm>
        </p:grpSpPr>
        <p:sp>
          <p:nvSpPr>
            <p:cNvPr id="13" name="node04.container"/>
            <p:cNvSpPr/>
            <p:nvPr/>
          </p:nvSpPr>
          <p:spPr>
            <a:xfrm>
              <a:off x="4381500" y="2514600"/>
              <a:ext cx="3429000" cy="1371600"/>
            </a:xfrm>
            <a:prstGeom prst="rect">
              <a:avLst/>
            </a:prstGeom>
            <a:solidFill>
              <a:srgbClr val="E8EEF8"/>
            </a:solidFill>
            <a:ln>
              <a:noFill/>
            </a:ln>
          </p:spPr>
        </p:sp>
        <p:sp>
          <p:nvSpPr>
            <p:cNvPr id="14" name="node04.edge"/>
            <p:cNvSpPr/>
            <p:nvPr/>
          </p:nvSpPr>
          <p:spPr>
            <a:xfrm>
              <a:off x="4381500" y="2514600"/>
              <a:ext cx="38100" cy="1371600"/>
            </a:xfrm>
            <a:prstGeom prst="rect">
              <a:avLst/>
            </a:prstGeom>
            <a:solidFill>
              <a:srgbClr val="0047FF"/>
            </a:solidFill>
            <a:ln>
              <a:noFill/>
            </a:ln>
          </p:spPr>
        </p:sp>
        <p:sp>
          <p:nvSpPr>
            <p:cNvPr id="15" name="node04.number"/>
            <p:cNvSpPr/>
            <p:nvPr/>
          </p:nvSpPr>
          <p:spPr>
            <a:xfrm>
              <a:off x="4648200" y="27432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02</a:t>
              </a:r>
              <a:endParaRPr lang="en-US" sz="1800" spc="0" kern="0" b="0" i="0" dirty="0">
                <a:solidFill>
                  <a:srgbClr val="0047FF"/>
                </a:solidFill>
                <a:latin typeface="IBM Plex Mono SemiBold"/>
                <a:ea typeface="IBM Plex Mono SemiBold"/>
                <a:cs typeface="IBM Plex Mono SemiBold"/>
              </a:endParaRPr>
            </a:p>
          </p:txBody>
        </p:sp>
        <p:sp>
          <p:nvSpPr>
            <p:cNvPr id="16" name="node04.title"/>
            <p:cNvSpPr/>
            <p:nvPr/>
          </p:nvSpPr>
          <p:spPr>
            <a:xfrm>
              <a:off x="5048250" y="2767584"/>
              <a:ext cx="253365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Decide what to retain</a:t>
              </a:r>
              <a:endParaRPr lang="en-US" sz="1400" spc="0" kern="0" b="0" i="0" dirty="0">
                <a:solidFill>
                  <a:srgbClr val="070154"/>
                </a:solidFill>
                <a:latin typeface="IBM Plex Sans"/>
                <a:ea typeface="IBM Plex Sans"/>
                <a:cs typeface="IBM Plex Sans"/>
              </a:endParaRPr>
            </a:p>
          </p:txBody>
        </p:sp>
        <p:sp>
          <p:nvSpPr>
            <p:cNvPr id="17" name="node04.body.item-001.paragraph"/>
            <p:cNvSpPr/>
            <p:nvPr/>
          </p:nvSpPr>
          <p:spPr>
            <a:xfrm>
              <a:off x="4648200" y="3162300"/>
              <a:ext cx="29337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Separate essential controls from obsolete features.</a:t>
              </a:r>
              <a:endParaRPr lang="en-US" sz="1200" spc="0" kern="0" b="0" i="0" dirty="0">
                <a:solidFill>
                  <a:srgbClr val="50658E"/>
                </a:solidFill>
                <a:latin typeface="IBM Plex Sans"/>
                <a:ea typeface="IBM Plex Sans"/>
                <a:cs typeface="IBM Plex Sans"/>
              </a:endParaRPr>
            </a:p>
          </p:txBody>
        </p:sp>
      </p:grpSp>
      <p:grpSp>
        <p:nvGrpSpPr>
          <p:cNvPr id="43" name="node05"/>
          <p:cNvGrpSpPr/>
          <p:nvPr/>
        </p:nvGrpSpPr>
        <p:grpSpPr>
          <a:xfrm>
            <a:off x="8039100" y="2514600"/>
            <a:ext cx="3429000" cy="1371600"/>
            <a:chOff x="8039100" y="2514600"/>
            <a:chExt cx="3429000" cy="1371600"/>
          </a:xfrm>
        </p:grpSpPr>
        <p:sp>
          <p:nvSpPr>
            <p:cNvPr id="18" name="node05.container"/>
            <p:cNvSpPr/>
            <p:nvPr/>
          </p:nvSpPr>
          <p:spPr>
            <a:xfrm>
              <a:off x="8039100" y="2514600"/>
              <a:ext cx="3429000" cy="1371600"/>
            </a:xfrm>
            <a:prstGeom prst="rect">
              <a:avLst/>
            </a:prstGeom>
            <a:solidFill>
              <a:srgbClr val="E8EEF8"/>
            </a:solidFill>
            <a:ln>
              <a:noFill/>
            </a:ln>
          </p:spPr>
        </p:sp>
        <p:sp>
          <p:nvSpPr>
            <p:cNvPr id="19" name="node05.edge"/>
            <p:cNvSpPr/>
            <p:nvPr/>
          </p:nvSpPr>
          <p:spPr>
            <a:xfrm>
              <a:off x="8039100" y="2514600"/>
              <a:ext cx="38100" cy="1371600"/>
            </a:xfrm>
            <a:prstGeom prst="rect">
              <a:avLst/>
            </a:prstGeom>
            <a:solidFill>
              <a:srgbClr val="0047FF"/>
            </a:solidFill>
            <a:ln>
              <a:noFill/>
            </a:ln>
          </p:spPr>
        </p:sp>
        <p:sp>
          <p:nvSpPr>
            <p:cNvPr id="20" name="node05.number"/>
            <p:cNvSpPr/>
            <p:nvPr/>
          </p:nvSpPr>
          <p:spPr>
            <a:xfrm>
              <a:off x="8305800" y="27432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03</a:t>
              </a:r>
              <a:endParaRPr lang="en-US" sz="1800" spc="0" kern="0" b="0" i="0" dirty="0">
                <a:solidFill>
                  <a:srgbClr val="0047FF"/>
                </a:solidFill>
                <a:latin typeface="IBM Plex Mono SemiBold"/>
                <a:ea typeface="IBM Plex Mono SemiBold"/>
                <a:cs typeface="IBM Plex Mono SemiBold"/>
              </a:endParaRPr>
            </a:p>
          </p:txBody>
        </p:sp>
        <p:sp>
          <p:nvSpPr>
            <p:cNvPr id="21" name="node05.title"/>
            <p:cNvSpPr/>
            <p:nvPr/>
          </p:nvSpPr>
          <p:spPr>
            <a:xfrm>
              <a:off x="8705850" y="2767584"/>
              <a:ext cx="253365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Align business and technology</a:t>
              </a:r>
              <a:endParaRPr lang="en-US" sz="1400" spc="0" kern="0" b="0" i="0" dirty="0">
                <a:solidFill>
                  <a:srgbClr val="070154"/>
                </a:solidFill>
                <a:latin typeface="IBM Plex Sans"/>
                <a:ea typeface="IBM Plex Sans"/>
                <a:cs typeface="IBM Plex Sans"/>
              </a:endParaRPr>
            </a:p>
          </p:txBody>
        </p:sp>
        <p:sp>
          <p:nvSpPr>
            <p:cNvPr id="22" name="node05.body.item-001.paragraph"/>
            <p:cNvSpPr/>
            <p:nvPr/>
          </p:nvSpPr>
          <p:spPr>
            <a:xfrm>
              <a:off x="8305800" y="3162300"/>
              <a:ext cx="29337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Turn operator intent into shared designs and tests.</a:t>
              </a:r>
              <a:endParaRPr lang="en-US" sz="1200" spc="0" kern="0" b="0" i="0" dirty="0">
                <a:solidFill>
                  <a:srgbClr val="50658E"/>
                </a:solidFill>
                <a:latin typeface="IBM Plex Sans"/>
                <a:ea typeface="IBM Plex Sans"/>
                <a:cs typeface="IBM Plex Sans"/>
              </a:endParaRPr>
            </a:p>
          </p:txBody>
        </p:sp>
      </p:grpSp>
      <p:grpSp>
        <p:nvGrpSpPr>
          <p:cNvPr id="44" name="node06"/>
          <p:cNvGrpSpPr/>
          <p:nvPr/>
        </p:nvGrpSpPr>
        <p:grpSpPr>
          <a:xfrm>
            <a:off x="723900" y="4114800"/>
            <a:ext cx="10744200" cy="152400"/>
            <a:chOff x="723900" y="4114800"/>
            <a:chExt cx="10744200" cy="152400"/>
          </a:xfrm>
        </p:grpSpPr>
        <p:sp>
          <p:nvSpPr>
            <p:cNvPr id="23" name="node06.text"/>
            <p:cNvSpPr/>
            <p:nvPr/>
          </p:nvSpPr>
          <p:spPr>
            <a:xfrm>
              <a:off x="723900" y="41148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DELIVER AND TRANSITION</a:t>
              </a:r>
              <a:endParaRPr lang="en-US" sz="1000" spc="80" kern="0" b="0" i="0" dirty="0">
                <a:solidFill>
                  <a:srgbClr val="0047FF"/>
                </a:solidFill>
                <a:latin typeface="IBM Plex Mono SemiBold"/>
                <a:ea typeface="IBM Plex Mono SemiBold"/>
                <a:cs typeface="IBM Plex Mono SemiBold"/>
              </a:endParaRPr>
            </a:p>
          </p:txBody>
        </p:sp>
      </p:grpSp>
      <p:grpSp>
        <p:nvGrpSpPr>
          <p:cNvPr id="45" name="node07"/>
          <p:cNvGrpSpPr/>
          <p:nvPr/>
        </p:nvGrpSpPr>
        <p:grpSpPr>
          <a:xfrm>
            <a:off x="723900" y="4343400"/>
            <a:ext cx="3429000" cy="1371600"/>
            <a:chOff x="723900" y="4343400"/>
            <a:chExt cx="3429000" cy="1371600"/>
          </a:xfrm>
        </p:grpSpPr>
        <p:sp>
          <p:nvSpPr>
            <p:cNvPr id="24" name="node07.container"/>
            <p:cNvSpPr/>
            <p:nvPr/>
          </p:nvSpPr>
          <p:spPr>
            <a:xfrm>
              <a:off x="723900" y="4343400"/>
              <a:ext cx="3429000" cy="1371600"/>
            </a:xfrm>
            <a:prstGeom prst="rect">
              <a:avLst/>
            </a:prstGeom>
            <a:solidFill>
              <a:srgbClr val="E8EEF8"/>
            </a:solidFill>
            <a:ln>
              <a:noFill/>
            </a:ln>
          </p:spPr>
        </p:sp>
        <p:sp>
          <p:nvSpPr>
            <p:cNvPr id="25" name="node07.edge"/>
            <p:cNvSpPr/>
            <p:nvPr/>
          </p:nvSpPr>
          <p:spPr>
            <a:xfrm>
              <a:off x="723900" y="4343400"/>
              <a:ext cx="38100" cy="1371600"/>
            </a:xfrm>
            <a:prstGeom prst="rect">
              <a:avLst/>
            </a:prstGeom>
            <a:solidFill>
              <a:srgbClr val="0047FF"/>
            </a:solidFill>
            <a:ln>
              <a:noFill/>
            </a:ln>
          </p:spPr>
        </p:sp>
        <p:sp>
          <p:nvSpPr>
            <p:cNvPr id="26" name="node07.number"/>
            <p:cNvSpPr/>
            <p:nvPr/>
          </p:nvSpPr>
          <p:spPr>
            <a:xfrm>
              <a:off x="990600" y="45720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04</a:t>
              </a:r>
              <a:endParaRPr lang="en-US" sz="1800" spc="0" kern="0" b="0" i="0" dirty="0">
                <a:solidFill>
                  <a:srgbClr val="0047FF"/>
                </a:solidFill>
                <a:latin typeface="IBM Plex Mono SemiBold"/>
                <a:ea typeface="IBM Plex Mono SemiBold"/>
                <a:cs typeface="IBM Plex Mono SemiBold"/>
              </a:endParaRPr>
            </a:p>
          </p:txBody>
        </p:sp>
        <p:sp>
          <p:nvSpPr>
            <p:cNvPr id="27" name="node07.title"/>
            <p:cNvSpPr/>
            <p:nvPr/>
          </p:nvSpPr>
          <p:spPr>
            <a:xfrm>
              <a:off x="1390650" y="4596384"/>
              <a:ext cx="253365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Untangle dependencies</a:t>
              </a:r>
              <a:endParaRPr lang="en-US" sz="1400" spc="0" kern="0" b="0" i="0" dirty="0">
                <a:solidFill>
                  <a:srgbClr val="070154"/>
                </a:solidFill>
                <a:latin typeface="IBM Plex Sans"/>
                <a:ea typeface="IBM Plex Sans"/>
                <a:cs typeface="IBM Plex Sans"/>
              </a:endParaRPr>
            </a:p>
          </p:txBody>
        </p:sp>
        <p:sp>
          <p:nvSpPr>
            <p:cNvPr id="28" name="node07.body.item-001.paragraph"/>
            <p:cNvSpPr/>
            <p:nvPr/>
          </p:nvSpPr>
          <p:spPr>
            <a:xfrm>
              <a:off x="990600" y="4991100"/>
              <a:ext cx="29337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Map integrations, then clean duplicate and incomplete data.</a:t>
              </a:r>
              <a:endParaRPr lang="en-US" sz="1200" spc="0" kern="0" b="0" i="0" dirty="0">
                <a:solidFill>
                  <a:srgbClr val="50658E"/>
                </a:solidFill>
                <a:latin typeface="IBM Plex Sans"/>
                <a:ea typeface="IBM Plex Sans"/>
                <a:cs typeface="IBM Plex Sans"/>
              </a:endParaRPr>
            </a:p>
          </p:txBody>
        </p:sp>
      </p:grpSp>
      <p:grpSp>
        <p:nvGrpSpPr>
          <p:cNvPr id="46" name="node08"/>
          <p:cNvGrpSpPr/>
          <p:nvPr/>
        </p:nvGrpSpPr>
        <p:grpSpPr>
          <a:xfrm>
            <a:off x="4381500" y="4343400"/>
            <a:ext cx="3429000" cy="1371600"/>
            <a:chOff x="4381500" y="4343400"/>
            <a:chExt cx="3429000" cy="1371600"/>
          </a:xfrm>
        </p:grpSpPr>
        <p:sp>
          <p:nvSpPr>
            <p:cNvPr id="29" name="node08.container"/>
            <p:cNvSpPr/>
            <p:nvPr/>
          </p:nvSpPr>
          <p:spPr>
            <a:xfrm>
              <a:off x="4381500" y="4343400"/>
              <a:ext cx="3429000" cy="1371600"/>
            </a:xfrm>
            <a:prstGeom prst="rect">
              <a:avLst/>
            </a:prstGeom>
            <a:solidFill>
              <a:srgbClr val="E8EEF8"/>
            </a:solidFill>
            <a:ln>
              <a:noFill/>
            </a:ln>
          </p:spPr>
        </p:sp>
        <p:sp>
          <p:nvSpPr>
            <p:cNvPr id="30" name="node08.edge"/>
            <p:cNvSpPr/>
            <p:nvPr/>
          </p:nvSpPr>
          <p:spPr>
            <a:xfrm>
              <a:off x="4381500" y="4343400"/>
              <a:ext cx="38100" cy="1371600"/>
            </a:xfrm>
            <a:prstGeom prst="rect">
              <a:avLst/>
            </a:prstGeom>
            <a:solidFill>
              <a:srgbClr val="0047FF"/>
            </a:solidFill>
            <a:ln>
              <a:noFill/>
            </a:ln>
          </p:spPr>
        </p:sp>
        <p:sp>
          <p:nvSpPr>
            <p:cNvPr id="31" name="node08.number"/>
            <p:cNvSpPr/>
            <p:nvPr/>
          </p:nvSpPr>
          <p:spPr>
            <a:xfrm>
              <a:off x="4648200" y="45720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05</a:t>
              </a:r>
              <a:endParaRPr lang="en-US" sz="1800" spc="0" kern="0" b="0" i="0" dirty="0">
                <a:solidFill>
                  <a:srgbClr val="0047FF"/>
                </a:solidFill>
                <a:latin typeface="IBM Plex Mono SemiBold"/>
                <a:ea typeface="IBM Plex Mono SemiBold"/>
                <a:cs typeface="IBM Plex Mono SemiBold"/>
              </a:endParaRPr>
            </a:p>
          </p:txBody>
        </p:sp>
        <p:sp>
          <p:nvSpPr>
            <p:cNvPr id="32" name="node08.title"/>
            <p:cNvSpPr/>
            <p:nvPr/>
          </p:nvSpPr>
          <p:spPr>
            <a:xfrm>
              <a:off x="5048250" y="4596384"/>
              <a:ext cx="253365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Validate during cutover</a:t>
              </a:r>
              <a:endParaRPr lang="en-US" sz="1400" spc="0" kern="0" b="0" i="0" dirty="0">
                <a:solidFill>
                  <a:srgbClr val="070154"/>
                </a:solidFill>
                <a:latin typeface="IBM Plex Sans"/>
                <a:ea typeface="IBM Plex Sans"/>
                <a:cs typeface="IBM Plex Sans"/>
              </a:endParaRPr>
            </a:p>
          </p:txBody>
        </p:sp>
        <p:sp>
          <p:nvSpPr>
            <p:cNvPr id="33" name="node08.body.item-001.paragraph"/>
            <p:cNvSpPr/>
            <p:nvPr/>
          </p:nvSpPr>
          <p:spPr>
            <a:xfrm>
              <a:off x="4648200" y="4991100"/>
              <a:ext cx="29337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Run acceptance tests while old and new systems coexist.</a:t>
              </a:r>
              <a:endParaRPr lang="en-US" sz="1200" spc="0" kern="0" b="0" i="0" dirty="0">
                <a:solidFill>
                  <a:srgbClr val="50658E"/>
                </a:solidFill>
                <a:latin typeface="IBM Plex Sans"/>
                <a:ea typeface="IBM Plex Sans"/>
                <a:cs typeface="IBM Plex Sans"/>
              </a:endParaRPr>
            </a:p>
          </p:txBody>
        </p:sp>
      </p:grpSp>
      <p:grpSp>
        <p:nvGrpSpPr>
          <p:cNvPr id="47" name="node09"/>
          <p:cNvGrpSpPr/>
          <p:nvPr/>
        </p:nvGrpSpPr>
        <p:grpSpPr>
          <a:xfrm>
            <a:off x="8039100" y="4343400"/>
            <a:ext cx="3429000" cy="1371600"/>
            <a:chOff x="8039100" y="4343400"/>
            <a:chExt cx="3429000" cy="1371600"/>
          </a:xfrm>
        </p:grpSpPr>
        <p:sp>
          <p:nvSpPr>
            <p:cNvPr id="34" name="node09.container"/>
            <p:cNvSpPr/>
            <p:nvPr/>
          </p:nvSpPr>
          <p:spPr>
            <a:xfrm>
              <a:off x="8039100" y="4343400"/>
              <a:ext cx="3429000" cy="1371600"/>
            </a:xfrm>
            <a:prstGeom prst="rect">
              <a:avLst/>
            </a:prstGeom>
            <a:solidFill>
              <a:srgbClr val="E8EEF8"/>
            </a:solidFill>
            <a:ln>
              <a:noFill/>
            </a:ln>
          </p:spPr>
        </p:sp>
        <p:sp>
          <p:nvSpPr>
            <p:cNvPr id="35" name="node09.edge"/>
            <p:cNvSpPr/>
            <p:nvPr/>
          </p:nvSpPr>
          <p:spPr>
            <a:xfrm>
              <a:off x="8039100" y="4343400"/>
              <a:ext cx="38100" cy="1371600"/>
            </a:xfrm>
            <a:prstGeom prst="rect">
              <a:avLst/>
            </a:prstGeom>
            <a:solidFill>
              <a:srgbClr val="0047FF"/>
            </a:solidFill>
            <a:ln>
              <a:noFill/>
            </a:ln>
          </p:spPr>
        </p:sp>
        <p:sp>
          <p:nvSpPr>
            <p:cNvPr id="36" name="node09.number"/>
            <p:cNvSpPr/>
            <p:nvPr/>
          </p:nvSpPr>
          <p:spPr>
            <a:xfrm>
              <a:off x="8305800" y="45720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06</a:t>
              </a:r>
              <a:endParaRPr lang="en-US" sz="1800" spc="0" kern="0" b="0" i="0" dirty="0">
                <a:solidFill>
                  <a:srgbClr val="0047FF"/>
                </a:solidFill>
                <a:latin typeface="IBM Plex Mono SemiBold"/>
                <a:ea typeface="IBM Plex Mono SemiBold"/>
                <a:cs typeface="IBM Plex Mono SemiBold"/>
              </a:endParaRPr>
            </a:p>
          </p:txBody>
        </p:sp>
        <p:sp>
          <p:nvSpPr>
            <p:cNvPr id="37" name="node09.title"/>
            <p:cNvSpPr/>
            <p:nvPr/>
          </p:nvSpPr>
          <p:spPr>
            <a:xfrm>
              <a:off x="8705850" y="4596384"/>
              <a:ext cx="253365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Execute a safe cutover</a:t>
              </a:r>
              <a:endParaRPr lang="en-US" sz="1400" spc="0" kern="0" b="0" i="0" dirty="0">
                <a:solidFill>
                  <a:srgbClr val="070154"/>
                </a:solidFill>
                <a:latin typeface="IBM Plex Sans"/>
                <a:ea typeface="IBM Plex Sans"/>
                <a:cs typeface="IBM Plex Sans"/>
              </a:endParaRPr>
            </a:p>
          </p:txBody>
        </p:sp>
        <p:sp>
          <p:nvSpPr>
            <p:cNvPr id="38" name="node09.body.item-001.paragraph"/>
            <p:cNvSpPr/>
            <p:nvPr/>
          </p:nvSpPr>
          <p:spPr>
            <a:xfrm>
              <a:off x="8305800" y="4991100"/>
              <a:ext cx="29337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Sequence migration, rollback and controls to protect operations.</a:t>
              </a:r>
              <a:endParaRPr lang="en-US" sz="1200" spc="0" kern="0" b="0" i="0" dirty="0">
                <a:solidFill>
                  <a:srgbClr val="50658E"/>
                </a:solidFill>
                <a:latin typeface="IBM Plex Sans"/>
                <a:ea typeface="IBM Plex Sans"/>
                <a:cs typeface="IBM Plex Sans"/>
              </a:endParaRPr>
            </a:p>
          </p:txBody>
        </p:sp>
      </p:gr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name="source-375">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WHY IT IS HARD</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Why modernization has been slow and costly</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129</a:t>
            </a:fld>
            <a:endParaRPr lang="en-US" sz="700" spc="0" kern="0" b="0" i="0" dirty="0">
              <a:solidFill>
                <a:srgbClr val="070154"/>
              </a:solidFill>
              <a:latin typeface="IBM Plex Mono SemiBold"/>
              <a:ea typeface="IBM Plex Mono SemiBold"/>
              <a:cs typeface="IBM Plex Mono SemiBold"/>
            </a:endParaRPr>
          </a:p>
        </p:txBody>
      </p:sp>
      <p:grpSp>
        <p:nvGrpSpPr>
          <p:cNvPr id="39" name="node01"/>
          <p:cNvGrpSpPr/>
          <p:nvPr/>
        </p:nvGrpSpPr>
        <p:grpSpPr>
          <a:xfrm>
            <a:off x="723900" y="1600200"/>
            <a:ext cx="10744200" cy="304800"/>
            <a:chOff x="723900" y="1600200"/>
            <a:chExt cx="10744200" cy="304800"/>
          </a:xfrm>
        </p:grpSpPr>
        <p:sp>
          <p:nvSpPr>
            <p:cNvPr id="6" name="node01.text"/>
            <p:cNvSpPr/>
            <p:nvPr/>
          </p:nvSpPr>
          <p:spPr>
            <a:xfrm>
              <a:off x="723900" y="1600200"/>
              <a:ext cx="10744200" cy="304800"/>
            </a:xfrm>
            <a:prstGeom prst="rect">
              <a:avLst/>
            </a:prstGeom>
            <a:noFill/>
            <a:ln/>
          </p:spPr>
          <p:txBody>
            <a:bodyPr wrap="square" lIns="0" tIns="0" rIns="0" bIns="0" rtlCol="0" anchor="t"/>
            <a:lstStyle/>
            <a:p>
              <a:pPr algn="l" indent="0" marL="0">
                <a:lnSpc>
                  <a:spcPts val="2400"/>
                </a:lnSpc>
                <a:buNone/>
              </a:pPr>
              <a:r>
                <a:rPr lang="en-US" sz="1600" spc="0" kern="0" b="0" i="0" dirty="0">
                  <a:solidFill>
                    <a:srgbClr val="070154"/>
                  </a:solidFill>
                  <a:latin typeface="IBM Plex Sans"/>
                  <a:ea typeface="IBM Plex Sans"/>
                  <a:cs typeface="IBM Plex Sans"/>
                </a:rPr>
                <a:t>Coding is only one part. The harder work is rediscovering, deciding and cutting over safely.</a:t>
              </a:r>
              <a:endParaRPr lang="en-US" sz="1600" spc="0" kern="0" b="0" i="0" dirty="0">
                <a:solidFill>
                  <a:srgbClr val="070154"/>
                </a:solidFill>
                <a:latin typeface="IBM Plex Sans"/>
                <a:ea typeface="IBM Plex Sans"/>
                <a:cs typeface="IBM Plex Sans"/>
              </a:endParaRPr>
            </a:p>
          </p:txBody>
        </p:sp>
      </p:grpSp>
      <p:grpSp>
        <p:nvGrpSpPr>
          <p:cNvPr id="40" name="node02"/>
          <p:cNvGrpSpPr/>
          <p:nvPr/>
        </p:nvGrpSpPr>
        <p:grpSpPr>
          <a:xfrm>
            <a:off x="723900" y="2286000"/>
            <a:ext cx="10744200" cy="152400"/>
            <a:chOff x="723900" y="2286000"/>
            <a:chExt cx="10744200" cy="152400"/>
          </a:xfrm>
        </p:grpSpPr>
        <p:sp>
          <p:nvSpPr>
            <p:cNvPr id="7" name="node02.text"/>
            <p:cNvSpPr/>
            <p:nvPr/>
          </p:nvSpPr>
          <p:spPr>
            <a:xfrm>
              <a:off x="723900" y="22860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DISCOVER AND DEFINE</a:t>
              </a:r>
              <a:endParaRPr lang="en-US" sz="1000" spc="80" kern="0" b="0" i="0" dirty="0">
                <a:solidFill>
                  <a:srgbClr val="0047FF"/>
                </a:solidFill>
                <a:latin typeface="IBM Plex Mono SemiBold"/>
                <a:ea typeface="IBM Plex Mono SemiBold"/>
                <a:cs typeface="IBM Plex Mono SemiBold"/>
              </a:endParaRPr>
            </a:p>
          </p:txBody>
        </p:sp>
      </p:grpSp>
      <p:grpSp>
        <p:nvGrpSpPr>
          <p:cNvPr id="41" name="node03"/>
          <p:cNvGrpSpPr/>
          <p:nvPr/>
        </p:nvGrpSpPr>
        <p:grpSpPr>
          <a:xfrm>
            <a:off x="723900" y="2514600"/>
            <a:ext cx="3429000" cy="1371600"/>
            <a:chOff x="723900" y="2514600"/>
            <a:chExt cx="3429000" cy="1371600"/>
          </a:xfrm>
        </p:grpSpPr>
        <p:sp>
          <p:nvSpPr>
            <p:cNvPr id="8" name="node03.container"/>
            <p:cNvSpPr/>
            <p:nvPr/>
          </p:nvSpPr>
          <p:spPr>
            <a:xfrm>
              <a:off x="723900" y="2514600"/>
              <a:ext cx="3429000" cy="1371600"/>
            </a:xfrm>
            <a:prstGeom prst="rect">
              <a:avLst/>
            </a:prstGeom>
            <a:solidFill>
              <a:srgbClr val="E8EEF8"/>
            </a:solidFill>
            <a:ln>
              <a:noFill/>
            </a:ln>
          </p:spPr>
        </p:sp>
        <p:sp>
          <p:nvSpPr>
            <p:cNvPr id="9" name="node03.edge"/>
            <p:cNvSpPr/>
            <p:nvPr/>
          </p:nvSpPr>
          <p:spPr>
            <a:xfrm>
              <a:off x="723900" y="2514600"/>
              <a:ext cx="38100" cy="1371600"/>
            </a:xfrm>
            <a:prstGeom prst="rect">
              <a:avLst/>
            </a:prstGeom>
            <a:solidFill>
              <a:srgbClr val="0047FF"/>
            </a:solidFill>
            <a:ln>
              <a:noFill/>
            </a:ln>
          </p:spPr>
        </p:sp>
        <p:sp>
          <p:nvSpPr>
            <p:cNvPr id="10" name="node03.number"/>
            <p:cNvSpPr/>
            <p:nvPr/>
          </p:nvSpPr>
          <p:spPr>
            <a:xfrm>
              <a:off x="990600" y="27432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F900D3"/>
                  </a:solidFill>
                  <a:latin typeface="IBM Plex Mono SemiBold"/>
                  <a:ea typeface="IBM Plex Mono SemiBold"/>
                  <a:cs typeface="IBM Plex Mono SemiBold"/>
                </a:rPr>
                <a:t>01</a:t>
              </a:r>
              <a:endParaRPr lang="en-US" sz="1800" spc="0" kern="0" b="0" i="0" dirty="0">
                <a:solidFill>
                  <a:srgbClr val="F900D3"/>
                </a:solidFill>
                <a:latin typeface="IBM Plex Mono SemiBold"/>
                <a:ea typeface="IBM Plex Mono SemiBold"/>
                <a:cs typeface="IBM Plex Mono SemiBold"/>
              </a:endParaRPr>
            </a:p>
          </p:txBody>
        </p:sp>
        <p:sp>
          <p:nvSpPr>
            <p:cNvPr id="11" name="node03.title"/>
            <p:cNvSpPr/>
            <p:nvPr/>
          </p:nvSpPr>
          <p:spPr>
            <a:xfrm>
              <a:off x="1390650" y="2767584"/>
              <a:ext cx="253365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Reconstruct business behavior</a:t>
              </a:r>
              <a:endParaRPr lang="en-US" sz="1400" spc="0" kern="0" b="0" i="0" dirty="0">
                <a:solidFill>
                  <a:srgbClr val="070154"/>
                </a:solidFill>
                <a:latin typeface="IBM Plex Sans"/>
                <a:ea typeface="IBM Plex Sans"/>
                <a:cs typeface="IBM Plex Sans"/>
              </a:endParaRPr>
            </a:p>
          </p:txBody>
        </p:sp>
        <p:sp>
          <p:nvSpPr>
            <p:cNvPr id="12" name="node03.body.item-001.paragraph"/>
            <p:cNvSpPr/>
            <p:nvPr/>
          </p:nvSpPr>
          <p:spPr>
            <a:xfrm>
              <a:off x="990600" y="3162300"/>
              <a:ext cx="29337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Document current processes, rules and workarounds.</a:t>
              </a:r>
              <a:endParaRPr lang="en-US" sz="1200" spc="0" kern="0" b="0" i="0" dirty="0">
                <a:solidFill>
                  <a:srgbClr val="50658E"/>
                </a:solidFill>
                <a:latin typeface="IBM Plex Sans"/>
                <a:ea typeface="IBM Plex Sans"/>
                <a:cs typeface="IBM Plex Sans"/>
              </a:endParaRPr>
            </a:p>
          </p:txBody>
        </p:sp>
      </p:grpSp>
      <p:grpSp>
        <p:nvGrpSpPr>
          <p:cNvPr id="42" name="node04"/>
          <p:cNvGrpSpPr/>
          <p:nvPr/>
        </p:nvGrpSpPr>
        <p:grpSpPr>
          <a:xfrm>
            <a:off x="4381500" y="2514600"/>
            <a:ext cx="3429000" cy="1371600"/>
            <a:chOff x="4381500" y="2514600"/>
            <a:chExt cx="3429000" cy="1371600"/>
          </a:xfrm>
        </p:grpSpPr>
        <p:sp>
          <p:nvSpPr>
            <p:cNvPr id="13" name="node04.container"/>
            <p:cNvSpPr/>
            <p:nvPr/>
          </p:nvSpPr>
          <p:spPr>
            <a:xfrm>
              <a:off x="4381500" y="2514600"/>
              <a:ext cx="3429000" cy="1371600"/>
            </a:xfrm>
            <a:prstGeom prst="rect">
              <a:avLst/>
            </a:prstGeom>
            <a:solidFill>
              <a:srgbClr val="E8EEF8"/>
            </a:solidFill>
            <a:ln>
              <a:noFill/>
            </a:ln>
          </p:spPr>
        </p:sp>
        <p:sp>
          <p:nvSpPr>
            <p:cNvPr id="14" name="node04.edge"/>
            <p:cNvSpPr/>
            <p:nvPr/>
          </p:nvSpPr>
          <p:spPr>
            <a:xfrm>
              <a:off x="4381500" y="2514600"/>
              <a:ext cx="38100" cy="1371600"/>
            </a:xfrm>
            <a:prstGeom prst="rect">
              <a:avLst/>
            </a:prstGeom>
            <a:solidFill>
              <a:srgbClr val="0047FF"/>
            </a:solidFill>
            <a:ln>
              <a:noFill/>
            </a:ln>
          </p:spPr>
        </p:sp>
        <p:sp>
          <p:nvSpPr>
            <p:cNvPr id="15" name="node04.number"/>
            <p:cNvSpPr/>
            <p:nvPr/>
          </p:nvSpPr>
          <p:spPr>
            <a:xfrm>
              <a:off x="4648200" y="27432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F900D3"/>
                  </a:solidFill>
                  <a:latin typeface="IBM Plex Mono SemiBold"/>
                  <a:ea typeface="IBM Plex Mono SemiBold"/>
                  <a:cs typeface="IBM Plex Mono SemiBold"/>
                </a:rPr>
                <a:t>02</a:t>
              </a:r>
              <a:endParaRPr lang="en-US" sz="1800" spc="0" kern="0" b="0" i="0" dirty="0">
                <a:solidFill>
                  <a:srgbClr val="F900D3"/>
                </a:solidFill>
                <a:latin typeface="IBM Plex Mono SemiBold"/>
                <a:ea typeface="IBM Plex Mono SemiBold"/>
                <a:cs typeface="IBM Plex Mono SemiBold"/>
              </a:endParaRPr>
            </a:p>
          </p:txBody>
        </p:sp>
        <p:sp>
          <p:nvSpPr>
            <p:cNvPr id="16" name="node04.title"/>
            <p:cNvSpPr/>
            <p:nvPr/>
          </p:nvSpPr>
          <p:spPr>
            <a:xfrm>
              <a:off x="5048250" y="2767584"/>
              <a:ext cx="253365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Decide what to retain</a:t>
              </a:r>
              <a:endParaRPr lang="en-US" sz="1400" spc="0" kern="0" b="0" i="0" dirty="0">
                <a:solidFill>
                  <a:srgbClr val="070154"/>
                </a:solidFill>
                <a:latin typeface="IBM Plex Sans"/>
                <a:ea typeface="IBM Plex Sans"/>
                <a:cs typeface="IBM Plex Sans"/>
              </a:endParaRPr>
            </a:p>
          </p:txBody>
        </p:sp>
        <p:sp>
          <p:nvSpPr>
            <p:cNvPr id="17" name="node04.body.item-001.paragraph"/>
            <p:cNvSpPr/>
            <p:nvPr/>
          </p:nvSpPr>
          <p:spPr>
            <a:xfrm>
              <a:off x="4648200" y="3162300"/>
              <a:ext cx="29337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Separate essential controls from obsolete features.</a:t>
              </a:r>
              <a:endParaRPr lang="en-US" sz="1200" spc="0" kern="0" b="0" i="0" dirty="0">
                <a:solidFill>
                  <a:srgbClr val="50658E"/>
                </a:solidFill>
                <a:latin typeface="IBM Plex Sans"/>
                <a:ea typeface="IBM Plex Sans"/>
                <a:cs typeface="IBM Plex Sans"/>
              </a:endParaRPr>
            </a:p>
          </p:txBody>
        </p:sp>
      </p:grpSp>
      <p:grpSp>
        <p:nvGrpSpPr>
          <p:cNvPr id="43" name="node05"/>
          <p:cNvGrpSpPr/>
          <p:nvPr/>
        </p:nvGrpSpPr>
        <p:grpSpPr>
          <a:xfrm>
            <a:off x="8039100" y="2514600"/>
            <a:ext cx="3429000" cy="1371600"/>
            <a:chOff x="8039100" y="2514600"/>
            <a:chExt cx="3429000" cy="1371600"/>
          </a:xfrm>
        </p:grpSpPr>
        <p:sp>
          <p:nvSpPr>
            <p:cNvPr id="18" name="node05.container"/>
            <p:cNvSpPr/>
            <p:nvPr/>
          </p:nvSpPr>
          <p:spPr>
            <a:xfrm>
              <a:off x="8039100" y="2514600"/>
              <a:ext cx="3429000" cy="1371600"/>
            </a:xfrm>
            <a:prstGeom prst="rect">
              <a:avLst/>
            </a:prstGeom>
            <a:solidFill>
              <a:srgbClr val="E8EEF8"/>
            </a:solidFill>
            <a:ln>
              <a:noFill/>
            </a:ln>
          </p:spPr>
        </p:sp>
        <p:sp>
          <p:nvSpPr>
            <p:cNvPr id="19" name="node05.edge"/>
            <p:cNvSpPr/>
            <p:nvPr/>
          </p:nvSpPr>
          <p:spPr>
            <a:xfrm>
              <a:off x="8039100" y="2514600"/>
              <a:ext cx="38100" cy="1371600"/>
            </a:xfrm>
            <a:prstGeom prst="rect">
              <a:avLst/>
            </a:prstGeom>
            <a:solidFill>
              <a:srgbClr val="0047FF"/>
            </a:solidFill>
            <a:ln>
              <a:noFill/>
            </a:ln>
          </p:spPr>
        </p:sp>
        <p:sp>
          <p:nvSpPr>
            <p:cNvPr id="20" name="node05.number"/>
            <p:cNvSpPr/>
            <p:nvPr/>
          </p:nvSpPr>
          <p:spPr>
            <a:xfrm>
              <a:off x="8305800" y="27432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F900D3"/>
                  </a:solidFill>
                  <a:latin typeface="IBM Plex Mono SemiBold"/>
                  <a:ea typeface="IBM Plex Mono SemiBold"/>
                  <a:cs typeface="IBM Plex Mono SemiBold"/>
                </a:rPr>
                <a:t>03</a:t>
              </a:r>
              <a:endParaRPr lang="en-US" sz="1800" spc="0" kern="0" b="0" i="0" dirty="0">
                <a:solidFill>
                  <a:srgbClr val="F900D3"/>
                </a:solidFill>
                <a:latin typeface="IBM Plex Mono SemiBold"/>
                <a:ea typeface="IBM Plex Mono SemiBold"/>
                <a:cs typeface="IBM Plex Mono SemiBold"/>
              </a:endParaRPr>
            </a:p>
          </p:txBody>
        </p:sp>
        <p:sp>
          <p:nvSpPr>
            <p:cNvPr id="21" name="node05.title"/>
            <p:cNvSpPr/>
            <p:nvPr/>
          </p:nvSpPr>
          <p:spPr>
            <a:xfrm>
              <a:off x="8705850" y="2767584"/>
              <a:ext cx="253365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Align business and technology</a:t>
              </a:r>
              <a:endParaRPr lang="en-US" sz="1400" spc="0" kern="0" b="0" i="0" dirty="0">
                <a:solidFill>
                  <a:srgbClr val="070154"/>
                </a:solidFill>
                <a:latin typeface="IBM Plex Sans"/>
                <a:ea typeface="IBM Plex Sans"/>
                <a:cs typeface="IBM Plex Sans"/>
              </a:endParaRPr>
            </a:p>
          </p:txBody>
        </p:sp>
        <p:sp>
          <p:nvSpPr>
            <p:cNvPr id="22" name="node05.body.item-001.paragraph"/>
            <p:cNvSpPr/>
            <p:nvPr/>
          </p:nvSpPr>
          <p:spPr>
            <a:xfrm>
              <a:off x="8305800" y="3162300"/>
              <a:ext cx="29337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Turn operator intent into shared designs and tests.</a:t>
              </a:r>
              <a:endParaRPr lang="en-US" sz="1200" spc="0" kern="0" b="0" i="0" dirty="0">
                <a:solidFill>
                  <a:srgbClr val="50658E"/>
                </a:solidFill>
                <a:latin typeface="IBM Plex Sans"/>
                <a:ea typeface="IBM Plex Sans"/>
                <a:cs typeface="IBM Plex Sans"/>
              </a:endParaRPr>
            </a:p>
          </p:txBody>
        </p:sp>
      </p:grpSp>
      <p:grpSp>
        <p:nvGrpSpPr>
          <p:cNvPr id="44" name="node06"/>
          <p:cNvGrpSpPr/>
          <p:nvPr/>
        </p:nvGrpSpPr>
        <p:grpSpPr>
          <a:xfrm>
            <a:off x="723900" y="4114800"/>
            <a:ext cx="10744200" cy="152400"/>
            <a:chOff x="723900" y="4114800"/>
            <a:chExt cx="10744200" cy="152400"/>
          </a:xfrm>
        </p:grpSpPr>
        <p:sp>
          <p:nvSpPr>
            <p:cNvPr id="23" name="node06.text"/>
            <p:cNvSpPr/>
            <p:nvPr/>
          </p:nvSpPr>
          <p:spPr>
            <a:xfrm>
              <a:off x="723900" y="41148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DELIVER AND TRANSITION</a:t>
              </a:r>
              <a:endParaRPr lang="en-US" sz="1000" spc="80" kern="0" b="0" i="0" dirty="0">
                <a:solidFill>
                  <a:srgbClr val="0047FF"/>
                </a:solidFill>
                <a:latin typeface="IBM Plex Mono SemiBold"/>
                <a:ea typeface="IBM Plex Mono SemiBold"/>
                <a:cs typeface="IBM Plex Mono SemiBold"/>
              </a:endParaRPr>
            </a:p>
          </p:txBody>
        </p:sp>
      </p:grpSp>
      <p:grpSp>
        <p:nvGrpSpPr>
          <p:cNvPr id="45" name="node07"/>
          <p:cNvGrpSpPr/>
          <p:nvPr/>
        </p:nvGrpSpPr>
        <p:grpSpPr>
          <a:xfrm>
            <a:off x="723900" y="4343400"/>
            <a:ext cx="3429000" cy="1371600"/>
            <a:chOff x="723900" y="4343400"/>
            <a:chExt cx="3429000" cy="1371600"/>
          </a:xfrm>
        </p:grpSpPr>
        <p:sp>
          <p:nvSpPr>
            <p:cNvPr id="24" name="node07.container"/>
            <p:cNvSpPr/>
            <p:nvPr/>
          </p:nvSpPr>
          <p:spPr>
            <a:xfrm>
              <a:off x="723900" y="4343400"/>
              <a:ext cx="3429000" cy="1371600"/>
            </a:xfrm>
            <a:prstGeom prst="rect">
              <a:avLst/>
            </a:prstGeom>
            <a:solidFill>
              <a:srgbClr val="E8EEF8"/>
            </a:solidFill>
            <a:ln>
              <a:noFill/>
            </a:ln>
          </p:spPr>
        </p:sp>
        <p:sp>
          <p:nvSpPr>
            <p:cNvPr id="25" name="node07.edge"/>
            <p:cNvSpPr/>
            <p:nvPr/>
          </p:nvSpPr>
          <p:spPr>
            <a:xfrm>
              <a:off x="723900" y="4343400"/>
              <a:ext cx="38100" cy="1371600"/>
            </a:xfrm>
            <a:prstGeom prst="rect">
              <a:avLst/>
            </a:prstGeom>
            <a:solidFill>
              <a:srgbClr val="0047FF"/>
            </a:solidFill>
            <a:ln>
              <a:noFill/>
            </a:ln>
          </p:spPr>
        </p:sp>
        <p:sp>
          <p:nvSpPr>
            <p:cNvPr id="26" name="node07.number"/>
            <p:cNvSpPr/>
            <p:nvPr/>
          </p:nvSpPr>
          <p:spPr>
            <a:xfrm>
              <a:off x="990600" y="45720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F900D3"/>
                  </a:solidFill>
                  <a:latin typeface="IBM Plex Mono SemiBold"/>
                  <a:ea typeface="IBM Plex Mono SemiBold"/>
                  <a:cs typeface="IBM Plex Mono SemiBold"/>
                </a:rPr>
                <a:t>04</a:t>
              </a:r>
              <a:endParaRPr lang="en-US" sz="1800" spc="0" kern="0" b="0" i="0" dirty="0">
                <a:solidFill>
                  <a:srgbClr val="F900D3"/>
                </a:solidFill>
                <a:latin typeface="IBM Plex Mono SemiBold"/>
                <a:ea typeface="IBM Plex Mono SemiBold"/>
                <a:cs typeface="IBM Plex Mono SemiBold"/>
              </a:endParaRPr>
            </a:p>
          </p:txBody>
        </p:sp>
        <p:sp>
          <p:nvSpPr>
            <p:cNvPr id="27" name="node07.title"/>
            <p:cNvSpPr/>
            <p:nvPr/>
          </p:nvSpPr>
          <p:spPr>
            <a:xfrm>
              <a:off x="1390650" y="4596384"/>
              <a:ext cx="253365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Untangle dependencies</a:t>
              </a:r>
              <a:endParaRPr lang="en-US" sz="1400" spc="0" kern="0" b="0" i="0" dirty="0">
                <a:solidFill>
                  <a:srgbClr val="070154"/>
                </a:solidFill>
                <a:latin typeface="IBM Plex Sans"/>
                <a:ea typeface="IBM Plex Sans"/>
                <a:cs typeface="IBM Plex Sans"/>
              </a:endParaRPr>
            </a:p>
          </p:txBody>
        </p:sp>
        <p:sp>
          <p:nvSpPr>
            <p:cNvPr id="28" name="node07.body.item-001.paragraph"/>
            <p:cNvSpPr/>
            <p:nvPr/>
          </p:nvSpPr>
          <p:spPr>
            <a:xfrm>
              <a:off x="990600" y="4991100"/>
              <a:ext cx="29337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Map integrations, then clean duplicate and incomplete data.</a:t>
              </a:r>
              <a:endParaRPr lang="en-US" sz="1200" spc="0" kern="0" b="0" i="0" dirty="0">
                <a:solidFill>
                  <a:srgbClr val="50658E"/>
                </a:solidFill>
                <a:latin typeface="IBM Plex Sans"/>
                <a:ea typeface="IBM Plex Sans"/>
                <a:cs typeface="IBM Plex Sans"/>
              </a:endParaRPr>
            </a:p>
          </p:txBody>
        </p:sp>
      </p:grpSp>
      <p:grpSp>
        <p:nvGrpSpPr>
          <p:cNvPr id="46" name="node08"/>
          <p:cNvGrpSpPr/>
          <p:nvPr/>
        </p:nvGrpSpPr>
        <p:grpSpPr>
          <a:xfrm>
            <a:off x="4381500" y="4343400"/>
            <a:ext cx="3429000" cy="1371600"/>
            <a:chOff x="4381500" y="4343400"/>
            <a:chExt cx="3429000" cy="1371600"/>
          </a:xfrm>
        </p:grpSpPr>
        <p:sp>
          <p:nvSpPr>
            <p:cNvPr id="29" name="node08.container"/>
            <p:cNvSpPr/>
            <p:nvPr/>
          </p:nvSpPr>
          <p:spPr>
            <a:xfrm>
              <a:off x="4381500" y="4343400"/>
              <a:ext cx="3429000" cy="1371600"/>
            </a:xfrm>
            <a:prstGeom prst="rect">
              <a:avLst/>
            </a:prstGeom>
            <a:solidFill>
              <a:srgbClr val="E8EEF8"/>
            </a:solidFill>
            <a:ln>
              <a:noFill/>
            </a:ln>
          </p:spPr>
        </p:sp>
        <p:sp>
          <p:nvSpPr>
            <p:cNvPr id="30" name="node08.edge"/>
            <p:cNvSpPr/>
            <p:nvPr/>
          </p:nvSpPr>
          <p:spPr>
            <a:xfrm>
              <a:off x="4381500" y="4343400"/>
              <a:ext cx="38100" cy="1371600"/>
            </a:xfrm>
            <a:prstGeom prst="rect">
              <a:avLst/>
            </a:prstGeom>
            <a:solidFill>
              <a:srgbClr val="0047FF"/>
            </a:solidFill>
            <a:ln>
              <a:noFill/>
            </a:ln>
          </p:spPr>
        </p:sp>
        <p:sp>
          <p:nvSpPr>
            <p:cNvPr id="31" name="node08.number"/>
            <p:cNvSpPr/>
            <p:nvPr/>
          </p:nvSpPr>
          <p:spPr>
            <a:xfrm>
              <a:off x="4648200" y="45720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F900D3"/>
                  </a:solidFill>
                  <a:latin typeface="IBM Plex Mono SemiBold"/>
                  <a:ea typeface="IBM Plex Mono SemiBold"/>
                  <a:cs typeface="IBM Plex Mono SemiBold"/>
                </a:rPr>
                <a:t>05</a:t>
              </a:r>
              <a:endParaRPr lang="en-US" sz="1800" spc="0" kern="0" b="0" i="0" dirty="0">
                <a:solidFill>
                  <a:srgbClr val="F900D3"/>
                </a:solidFill>
                <a:latin typeface="IBM Plex Mono SemiBold"/>
                <a:ea typeface="IBM Plex Mono SemiBold"/>
                <a:cs typeface="IBM Plex Mono SemiBold"/>
              </a:endParaRPr>
            </a:p>
          </p:txBody>
        </p:sp>
        <p:sp>
          <p:nvSpPr>
            <p:cNvPr id="32" name="node08.title"/>
            <p:cNvSpPr/>
            <p:nvPr/>
          </p:nvSpPr>
          <p:spPr>
            <a:xfrm>
              <a:off x="5048250" y="4596384"/>
              <a:ext cx="253365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Validate during cutover</a:t>
              </a:r>
              <a:endParaRPr lang="en-US" sz="1400" spc="0" kern="0" b="0" i="0" dirty="0">
                <a:solidFill>
                  <a:srgbClr val="070154"/>
                </a:solidFill>
                <a:latin typeface="IBM Plex Sans"/>
                <a:ea typeface="IBM Plex Sans"/>
                <a:cs typeface="IBM Plex Sans"/>
              </a:endParaRPr>
            </a:p>
          </p:txBody>
        </p:sp>
        <p:sp>
          <p:nvSpPr>
            <p:cNvPr id="33" name="node08.body.item-001.paragraph"/>
            <p:cNvSpPr/>
            <p:nvPr/>
          </p:nvSpPr>
          <p:spPr>
            <a:xfrm>
              <a:off x="4648200" y="4991100"/>
              <a:ext cx="29337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Run acceptance tests while old and new systems coexist.</a:t>
              </a:r>
              <a:endParaRPr lang="en-US" sz="1200" spc="0" kern="0" b="0" i="0" dirty="0">
                <a:solidFill>
                  <a:srgbClr val="50658E"/>
                </a:solidFill>
                <a:latin typeface="IBM Plex Sans"/>
                <a:ea typeface="IBM Plex Sans"/>
                <a:cs typeface="IBM Plex Sans"/>
              </a:endParaRPr>
            </a:p>
          </p:txBody>
        </p:sp>
      </p:grpSp>
      <p:grpSp>
        <p:nvGrpSpPr>
          <p:cNvPr id="47" name="node09"/>
          <p:cNvGrpSpPr/>
          <p:nvPr/>
        </p:nvGrpSpPr>
        <p:grpSpPr>
          <a:xfrm>
            <a:off x="8039100" y="4343400"/>
            <a:ext cx="3429000" cy="1371600"/>
            <a:chOff x="8039100" y="4343400"/>
            <a:chExt cx="3429000" cy="1371600"/>
          </a:xfrm>
        </p:grpSpPr>
        <p:sp>
          <p:nvSpPr>
            <p:cNvPr id="34" name="node09.container"/>
            <p:cNvSpPr/>
            <p:nvPr/>
          </p:nvSpPr>
          <p:spPr>
            <a:xfrm>
              <a:off x="8039100" y="4343400"/>
              <a:ext cx="3429000" cy="1371600"/>
            </a:xfrm>
            <a:prstGeom prst="rect">
              <a:avLst/>
            </a:prstGeom>
            <a:solidFill>
              <a:srgbClr val="E8EEF8"/>
            </a:solidFill>
            <a:ln>
              <a:noFill/>
            </a:ln>
          </p:spPr>
        </p:sp>
        <p:sp>
          <p:nvSpPr>
            <p:cNvPr id="35" name="node09.edge"/>
            <p:cNvSpPr/>
            <p:nvPr/>
          </p:nvSpPr>
          <p:spPr>
            <a:xfrm>
              <a:off x="8039100" y="4343400"/>
              <a:ext cx="38100" cy="1371600"/>
            </a:xfrm>
            <a:prstGeom prst="rect">
              <a:avLst/>
            </a:prstGeom>
            <a:solidFill>
              <a:srgbClr val="0047FF"/>
            </a:solidFill>
            <a:ln>
              <a:noFill/>
            </a:ln>
          </p:spPr>
        </p:sp>
        <p:sp>
          <p:nvSpPr>
            <p:cNvPr id="36" name="node09.number"/>
            <p:cNvSpPr/>
            <p:nvPr/>
          </p:nvSpPr>
          <p:spPr>
            <a:xfrm>
              <a:off x="8305800" y="45720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F900D3"/>
                  </a:solidFill>
                  <a:latin typeface="IBM Plex Mono SemiBold"/>
                  <a:ea typeface="IBM Plex Mono SemiBold"/>
                  <a:cs typeface="IBM Plex Mono SemiBold"/>
                </a:rPr>
                <a:t>06</a:t>
              </a:r>
              <a:endParaRPr lang="en-US" sz="1800" spc="0" kern="0" b="0" i="0" dirty="0">
                <a:solidFill>
                  <a:srgbClr val="F900D3"/>
                </a:solidFill>
                <a:latin typeface="IBM Plex Mono SemiBold"/>
                <a:ea typeface="IBM Plex Mono SemiBold"/>
                <a:cs typeface="IBM Plex Mono SemiBold"/>
              </a:endParaRPr>
            </a:p>
          </p:txBody>
        </p:sp>
        <p:sp>
          <p:nvSpPr>
            <p:cNvPr id="37" name="node09.title"/>
            <p:cNvSpPr/>
            <p:nvPr/>
          </p:nvSpPr>
          <p:spPr>
            <a:xfrm>
              <a:off x="8705850" y="4596384"/>
              <a:ext cx="253365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Execute a safe cutover</a:t>
              </a:r>
              <a:endParaRPr lang="en-US" sz="1400" spc="0" kern="0" b="0" i="0" dirty="0">
                <a:solidFill>
                  <a:srgbClr val="070154"/>
                </a:solidFill>
                <a:latin typeface="IBM Plex Sans"/>
                <a:ea typeface="IBM Plex Sans"/>
                <a:cs typeface="IBM Plex Sans"/>
              </a:endParaRPr>
            </a:p>
          </p:txBody>
        </p:sp>
        <p:sp>
          <p:nvSpPr>
            <p:cNvPr id="38" name="node09.body.item-001.paragraph"/>
            <p:cNvSpPr/>
            <p:nvPr/>
          </p:nvSpPr>
          <p:spPr>
            <a:xfrm>
              <a:off x="8305800" y="4991100"/>
              <a:ext cx="29337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Sequence migration, rollback and controls to protect operations.</a:t>
              </a:r>
              <a:endParaRPr lang="en-US" sz="1200" spc="0" kern="0" b="0" i="0" dirty="0">
                <a:solidFill>
                  <a:srgbClr val="50658E"/>
                </a:solidFill>
                <a:latin typeface="IBM Plex Sans"/>
                <a:ea typeface="IBM Plex Sans"/>
                <a:cs typeface="IBM Plex Sans"/>
              </a:endParaRPr>
            </a:p>
          </p:txBody>
        </p:sp>
      </p:gr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name="source-379">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COMMERCIALS</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Two options, and the one we recommend</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130</a:t>
            </a:fld>
            <a:endParaRPr lang="en-US" sz="700" spc="0" kern="0" b="0" i="0" dirty="0">
              <a:solidFill>
                <a:srgbClr val="070154"/>
              </a:solidFill>
              <a:latin typeface="IBM Plex Mono SemiBold"/>
              <a:ea typeface="IBM Plex Mono SemiBold"/>
              <a:cs typeface="IBM Plex Mono SemiBold"/>
            </a:endParaRPr>
          </a:p>
        </p:txBody>
      </p:sp>
      <p:grpSp>
        <p:nvGrpSpPr>
          <p:cNvPr id="54" name="node01"/>
          <p:cNvGrpSpPr/>
          <p:nvPr/>
        </p:nvGrpSpPr>
        <p:grpSpPr>
          <a:xfrm>
            <a:off x="723900" y="1600200"/>
            <a:ext cx="3429000" cy="4343400"/>
            <a:chOff x="723900" y="1600200"/>
            <a:chExt cx="3429000" cy="4343400"/>
          </a:xfrm>
        </p:grpSpPr>
        <p:sp>
          <p:nvSpPr>
            <p:cNvPr id="6" name="node01.container"/>
            <p:cNvSpPr/>
            <p:nvPr/>
          </p:nvSpPr>
          <p:spPr>
            <a:xfrm>
              <a:off x="730250" y="1606550"/>
              <a:ext cx="3416300" cy="4330700"/>
            </a:xfrm>
            <a:prstGeom prst="rect">
              <a:avLst/>
            </a:prstGeom>
            <a:solidFill>
              <a:srgbClr val="FFFFFF"/>
            </a:solidFill>
            <a:ln w="12700">
              <a:solidFill>
                <a:srgbClr val="CED7E6"/>
              </a:solidFill>
              <a:prstDash val="solid"/>
            </a:ln>
          </p:spPr>
        </p:sp>
        <p:sp>
          <p:nvSpPr>
            <p:cNvPr id="7" name="node01.label"/>
            <p:cNvSpPr/>
            <p:nvPr/>
          </p:nvSpPr>
          <p:spPr>
            <a:xfrm>
              <a:off x="952500" y="1828800"/>
              <a:ext cx="2971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OPTION A · DESIGN ONLY</a:t>
              </a:r>
              <a:endParaRPr lang="en-US" sz="900" spc="54" kern="0" b="0" i="0" dirty="0">
                <a:solidFill>
                  <a:srgbClr val="0047FF"/>
                </a:solidFill>
                <a:latin typeface="IBM Plex Mono Medium"/>
                <a:ea typeface="IBM Plex Mono Medium"/>
                <a:cs typeface="IBM Plex Mono Medium"/>
              </a:endParaRPr>
            </a:p>
          </p:txBody>
        </p:sp>
        <p:sp>
          <p:nvSpPr>
            <p:cNvPr id="8" name="node01.title"/>
            <p:cNvSpPr/>
            <p:nvPr/>
          </p:nvSpPr>
          <p:spPr>
            <a:xfrm>
              <a:off x="952500" y="2019300"/>
              <a:ext cx="29718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Diagnose and design</a:t>
              </a:r>
              <a:endParaRPr lang="en-US" sz="1800" spc="-18" kern="0" b="0" i="0" dirty="0">
                <a:solidFill>
                  <a:srgbClr val="070154"/>
                </a:solidFill>
                <a:latin typeface="IBM Plex Sans SemiBold"/>
                <a:ea typeface="IBM Plex Sans SemiBold"/>
                <a:cs typeface="IBM Plex Sans SemiBold"/>
              </a:endParaRPr>
            </a:p>
          </p:txBody>
        </p:sp>
        <p:sp>
          <p:nvSpPr>
            <p:cNvPr id="9" name="node01.body.item-001.paragraph"/>
            <p:cNvSpPr/>
            <p:nvPr/>
          </p:nvSpPr>
          <p:spPr>
            <a:xfrm>
              <a:off x="952500" y="2438400"/>
              <a:ext cx="29718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Prove the case first, then decide on build.</a:t>
              </a:r>
              <a:endParaRPr lang="en-US" sz="1400" spc="0" kern="0" b="0" i="0" dirty="0">
                <a:solidFill>
                  <a:srgbClr val="50658E"/>
                </a:solidFill>
                <a:latin typeface="IBM Plex Sans"/>
                <a:ea typeface="IBM Plex Sans"/>
                <a:cs typeface="IBM Plex Sans"/>
              </a:endParaRPr>
            </a:p>
          </p:txBody>
        </p:sp>
        <p:sp>
          <p:nvSpPr>
            <p:cNvPr id="10" name="node01.body.item-002.checklist.item-001.marker"/>
            <p:cNvSpPr/>
            <p:nvPr/>
          </p:nvSpPr>
          <p:spPr>
            <a:xfrm>
              <a:off x="952500" y="3098800"/>
              <a:ext cx="152400" cy="152400"/>
            </a:xfrm>
            <a:prstGeom prst="rect">
              <a:avLst/>
            </a:prstGeom>
            <a:solidFill>
              <a:srgbClr val="070154"/>
            </a:solidFill>
            <a:ln>
              <a:noFill/>
            </a:ln>
          </p:spPr>
        </p:sp>
        <p:sp>
          <p:nvSpPr>
            <p:cNvPr id="11" name="node01.body.item-002.checklist.item-001.check"/>
            <p:cNvSpPr/>
            <p:nvPr/>
          </p:nvSpPr>
          <p:spPr>
            <a:xfrm>
              <a:off x="952500" y="3098800"/>
              <a:ext cx="152400" cy="152400"/>
            </a:xfrm>
            <a:custGeom>
              <a:avLst/>
              <a:gdLst/>
              <a:ahLst/>
              <a:cxnLst/>
              <a:rect l="l" t="t" r="r" b="b"/>
              <a:pathLst>
                <a:path w="152400" h="152400">
                  <a:moveTo>
                    <a:pt x="38100" y="78740"/>
                  </a:moveTo>
                  <a:lnTo>
                    <a:pt x="63500" y="104140"/>
                  </a:lnTo>
                  <a:lnTo>
                    <a:pt x="114300" y="48260"/>
                  </a:lnTo>
                </a:path>
              </a:pathLst>
            </a:custGeom>
            <a:ln w="17780">
              <a:solidFill>
                <a:srgbClr val="FFFFFF"/>
              </a:solidFill>
              <a:prstDash val="solid"/>
            </a:ln>
          </p:spPr>
        </p:sp>
        <p:sp>
          <p:nvSpPr>
            <p:cNvPr id="12" name="node01.body.item-002.checklist.item-001.text"/>
            <p:cNvSpPr/>
            <p:nvPr/>
          </p:nvSpPr>
          <p:spPr>
            <a:xfrm>
              <a:off x="1219200" y="3048000"/>
              <a:ext cx="27051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Close diagnostic</a:t>
              </a:r>
              <a:endParaRPr lang="en-US" sz="1400" spc="0" kern="0" b="0" i="0" dirty="0">
                <a:solidFill>
                  <a:srgbClr val="070154"/>
                </a:solidFill>
                <a:latin typeface="IBM Plex Sans"/>
                <a:ea typeface="IBM Plex Sans"/>
                <a:cs typeface="IBM Plex Sans"/>
              </a:endParaRPr>
            </a:p>
          </p:txBody>
        </p:sp>
        <p:sp>
          <p:nvSpPr>
            <p:cNvPr id="13" name="node01.body.item-002.checklist.item-002.marker"/>
            <p:cNvSpPr/>
            <p:nvPr/>
          </p:nvSpPr>
          <p:spPr>
            <a:xfrm>
              <a:off x="952500" y="3441700"/>
              <a:ext cx="152400" cy="152400"/>
            </a:xfrm>
            <a:prstGeom prst="rect">
              <a:avLst/>
            </a:prstGeom>
            <a:solidFill>
              <a:srgbClr val="070154"/>
            </a:solidFill>
            <a:ln>
              <a:noFill/>
            </a:ln>
          </p:spPr>
        </p:sp>
        <p:sp>
          <p:nvSpPr>
            <p:cNvPr id="14" name="node01.body.item-002.checklist.item-002.check"/>
            <p:cNvSpPr/>
            <p:nvPr/>
          </p:nvSpPr>
          <p:spPr>
            <a:xfrm>
              <a:off x="952500" y="3441700"/>
              <a:ext cx="152400" cy="152400"/>
            </a:xfrm>
            <a:custGeom>
              <a:avLst/>
              <a:gdLst/>
              <a:ahLst/>
              <a:cxnLst/>
              <a:rect l="l" t="t" r="r" b="b"/>
              <a:pathLst>
                <a:path w="152400" h="152400">
                  <a:moveTo>
                    <a:pt x="38100" y="78740"/>
                  </a:moveTo>
                  <a:lnTo>
                    <a:pt x="63500" y="104140"/>
                  </a:lnTo>
                  <a:lnTo>
                    <a:pt x="114300" y="48260"/>
                  </a:lnTo>
                </a:path>
              </a:pathLst>
            </a:custGeom>
            <a:ln w="17780">
              <a:solidFill>
                <a:srgbClr val="FFFFFF"/>
              </a:solidFill>
              <a:prstDash val="solid"/>
            </a:ln>
          </p:spPr>
        </p:sp>
        <p:sp>
          <p:nvSpPr>
            <p:cNvPr id="15" name="node01.body.item-002.checklist.item-002.text"/>
            <p:cNvSpPr/>
            <p:nvPr/>
          </p:nvSpPr>
          <p:spPr>
            <a:xfrm>
              <a:off x="1219200" y="3390900"/>
              <a:ext cx="27051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Target design</a:t>
              </a:r>
              <a:endParaRPr lang="en-US" sz="1400" spc="0" kern="0" b="0" i="0" dirty="0">
                <a:solidFill>
                  <a:srgbClr val="070154"/>
                </a:solidFill>
                <a:latin typeface="IBM Plex Sans"/>
                <a:ea typeface="IBM Plex Sans"/>
                <a:cs typeface="IBM Plex Sans"/>
              </a:endParaRPr>
            </a:p>
          </p:txBody>
        </p:sp>
        <p:sp>
          <p:nvSpPr>
            <p:cNvPr id="16" name="node01.body.item-002.checklist.item-003.marker"/>
            <p:cNvSpPr/>
            <p:nvPr/>
          </p:nvSpPr>
          <p:spPr>
            <a:xfrm>
              <a:off x="952500" y="3784600"/>
              <a:ext cx="152400" cy="152400"/>
            </a:xfrm>
            <a:prstGeom prst="rect">
              <a:avLst/>
            </a:prstGeom>
            <a:solidFill>
              <a:srgbClr val="50658E"/>
            </a:solidFill>
            <a:ln>
              <a:noFill/>
            </a:ln>
          </p:spPr>
        </p:sp>
        <p:sp>
          <p:nvSpPr>
            <p:cNvPr id="17" name="node01.body.item-002.checklist.item-003.empty"/>
            <p:cNvSpPr/>
            <p:nvPr/>
          </p:nvSpPr>
          <p:spPr>
            <a:xfrm>
              <a:off x="965200" y="3797300"/>
              <a:ext cx="127000" cy="127000"/>
            </a:xfrm>
            <a:prstGeom prst="rect">
              <a:avLst/>
            </a:prstGeom>
            <a:solidFill>
              <a:srgbClr val="FFFFFF"/>
            </a:solidFill>
            <a:ln>
              <a:noFill/>
            </a:ln>
          </p:spPr>
        </p:sp>
        <p:sp>
          <p:nvSpPr>
            <p:cNvPr id="18" name="node01.body.item-002.checklist.item-003.dash"/>
            <p:cNvSpPr/>
            <p:nvPr/>
          </p:nvSpPr>
          <p:spPr>
            <a:xfrm>
              <a:off x="996950" y="3853180"/>
              <a:ext cx="63500" cy="15240"/>
            </a:xfrm>
            <a:prstGeom prst="rect">
              <a:avLst/>
            </a:prstGeom>
            <a:solidFill>
              <a:srgbClr val="50658E"/>
            </a:solidFill>
            <a:ln>
              <a:noFill/>
            </a:ln>
          </p:spPr>
        </p:sp>
        <p:sp>
          <p:nvSpPr>
            <p:cNvPr id="19" name="node01.body.item-002.checklist.item-003.text"/>
            <p:cNvSpPr/>
            <p:nvPr/>
          </p:nvSpPr>
          <p:spPr>
            <a:xfrm>
              <a:off x="1219200" y="3733800"/>
              <a:ext cx="27051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Wave 1 build</a:t>
              </a:r>
              <a:endParaRPr lang="en-US" sz="1400" spc="0" kern="0" b="0" i="0" dirty="0">
                <a:solidFill>
                  <a:srgbClr val="50658E"/>
                </a:solidFill>
                <a:latin typeface="IBM Plex Sans"/>
                <a:ea typeface="IBM Plex Sans"/>
                <a:cs typeface="IBM Plex Sans"/>
              </a:endParaRPr>
            </a:p>
          </p:txBody>
        </p:sp>
        <p:sp>
          <p:nvSpPr>
            <p:cNvPr id="20" name="node01.fee.divider"/>
            <p:cNvSpPr/>
            <p:nvPr/>
          </p:nvSpPr>
          <p:spPr>
            <a:xfrm>
              <a:off x="952500" y="5032375"/>
              <a:ext cx="2971800" cy="9525"/>
            </a:xfrm>
            <a:prstGeom prst="rect">
              <a:avLst/>
            </a:prstGeom>
            <a:solidFill>
              <a:srgbClr val="CED7E6"/>
            </a:solidFill>
            <a:ln>
              <a:noFill/>
            </a:ln>
          </p:spPr>
        </p:sp>
        <p:sp>
          <p:nvSpPr>
            <p:cNvPr id="21" name="node01.fee.value"/>
            <p:cNvSpPr/>
            <p:nvPr/>
          </p:nvSpPr>
          <p:spPr>
            <a:xfrm>
              <a:off x="952500" y="5156200"/>
              <a:ext cx="297180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70154"/>
                  </a:solidFill>
                  <a:latin typeface="IBM Plex Mono SemiBold"/>
                  <a:ea typeface="IBM Plex Mono SemiBold"/>
                  <a:cs typeface="IBM Plex Mono SemiBold"/>
                </a:rPr>
                <a:t>$720K</a:t>
              </a:r>
              <a:endParaRPr lang="en-US" sz="1800" spc="0" kern="0" b="0" i="0" dirty="0">
                <a:solidFill>
                  <a:srgbClr val="070154"/>
                </a:solidFill>
                <a:latin typeface="IBM Plex Mono SemiBold"/>
                <a:ea typeface="IBM Plex Mono SemiBold"/>
                <a:cs typeface="IBM Plex Mono SemiBold"/>
              </a:endParaRPr>
            </a:p>
          </p:txBody>
        </p:sp>
        <p:sp>
          <p:nvSpPr>
            <p:cNvPr id="22" name="node01.fee.label"/>
            <p:cNvSpPr/>
            <p:nvPr/>
          </p:nvSpPr>
          <p:spPr>
            <a:xfrm>
              <a:off x="952500" y="54864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fixed fee, 8 weeks</a:t>
              </a:r>
              <a:endParaRPr lang="en-US" sz="1200" spc="0" kern="0" b="0" i="0" dirty="0">
                <a:solidFill>
                  <a:srgbClr val="50658E"/>
                </a:solidFill>
                <a:latin typeface="IBM Plex Sans"/>
                <a:ea typeface="IBM Plex Sans"/>
                <a:cs typeface="IBM Plex Sans"/>
              </a:endParaRPr>
            </a:p>
          </p:txBody>
        </p:sp>
      </p:grpSp>
      <p:grpSp>
        <p:nvGrpSpPr>
          <p:cNvPr id="55" name="node02"/>
          <p:cNvGrpSpPr/>
          <p:nvPr/>
        </p:nvGrpSpPr>
        <p:grpSpPr>
          <a:xfrm>
            <a:off x="4381500" y="1600200"/>
            <a:ext cx="3429000" cy="4343400"/>
            <a:chOff x="4381500" y="1600200"/>
            <a:chExt cx="3429000" cy="4343400"/>
          </a:xfrm>
        </p:grpSpPr>
        <p:sp>
          <p:nvSpPr>
            <p:cNvPr id="23" name="node02.container"/>
            <p:cNvSpPr/>
            <p:nvPr/>
          </p:nvSpPr>
          <p:spPr>
            <a:xfrm>
              <a:off x="4381500" y="1600200"/>
              <a:ext cx="3429000" cy="4343400"/>
            </a:xfrm>
            <a:prstGeom prst="rect">
              <a:avLst/>
            </a:prstGeom>
            <a:solidFill>
              <a:srgbClr val="E8EEF8"/>
            </a:solidFill>
            <a:ln>
              <a:noFill/>
            </a:ln>
          </p:spPr>
        </p:sp>
        <p:sp>
          <p:nvSpPr>
            <p:cNvPr id="24" name="node02.edge"/>
            <p:cNvSpPr/>
            <p:nvPr/>
          </p:nvSpPr>
          <p:spPr>
            <a:xfrm>
              <a:off x="4381500" y="1600200"/>
              <a:ext cx="3429000" cy="38100"/>
            </a:xfrm>
            <a:prstGeom prst="rect">
              <a:avLst/>
            </a:prstGeom>
            <a:solidFill>
              <a:srgbClr val="0047FF"/>
            </a:solidFill>
            <a:ln>
              <a:noFill/>
            </a:ln>
          </p:spPr>
        </p:sp>
        <p:sp>
          <p:nvSpPr>
            <p:cNvPr id="25" name="node02.label"/>
            <p:cNvSpPr/>
            <p:nvPr/>
          </p:nvSpPr>
          <p:spPr>
            <a:xfrm>
              <a:off x="4610100" y="1866900"/>
              <a:ext cx="2971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OPTION B · DESIGN AND BUILD</a:t>
              </a:r>
              <a:endParaRPr lang="en-US" sz="900" spc="54" kern="0" b="0" i="0" dirty="0">
                <a:solidFill>
                  <a:srgbClr val="0047FF"/>
                </a:solidFill>
                <a:latin typeface="IBM Plex Mono Medium"/>
                <a:ea typeface="IBM Plex Mono Medium"/>
                <a:cs typeface="IBM Plex Mono Medium"/>
              </a:endParaRPr>
            </a:p>
          </p:txBody>
        </p:sp>
        <p:sp>
          <p:nvSpPr>
            <p:cNvPr id="26" name="node02.title"/>
            <p:cNvSpPr/>
            <p:nvPr/>
          </p:nvSpPr>
          <p:spPr>
            <a:xfrm>
              <a:off x="4610100" y="2057400"/>
              <a:ext cx="29718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Diagnose, design, build</a:t>
              </a:r>
              <a:endParaRPr lang="en-US" sz="1800" spc="-18" kern="0" b="0" i="0" dirty="0">
                <a:solidFill>
                  <a:srgbClr val="070154"/>
                </a:solidFill>
                <a:latin typeface="IBM Plex Sans SemiBold"/>
                <a:ea typeface="IBM Plex Sans SemiBold"/>
                <a:cs typeface="IBM Plex Sans SemiBold"/>
              </a:endParaRPr>
            </a:p>
          </p:txBody>
        </p:sp>
        <p:sp>
          <p:nvSpPr>
            <p:cNvPr id="27" name="node02.body.item-001.paragraph"/>
            <p:cNvSpPr/>
            <p:nvPr/>
          </p:nvSpPr>
          <p:spPr>
            <a:xfrm>
              <a:off x="4610100" y="2476500"/>
              <a:ext cx="29718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Carry one team through to Wave 1.</a:t>
              </a:r>
              <a:endParaRPr lang="en-US" sz="1400" spc="0" kern="0" b="0" i="0" dirty="0">
                <a:solidFill>
                  <a:srgbClr val="50658E"/>
                </a:solidFill>
                <a:latin typeface="IBM Plex Sans"/>
                <a:ea typeface="IBM Plex Sans"/>
                <a:cs typeface="IBM Plex Sans"/>
              </a:endParaRPr>
            </a:p>
          </p:txBody>
        </p:sp>
        <p:sp>
          <p:nvSpPr>
            <p:cNvPr id="28" name="node02.body.item-002.checklist.item-001.marker"/>
            <p:cNvSpPr/>
            <p:nvPr/>
          </p:nvSpPr>
          <p:spPr>
            <a:xfrm>
              <a:off x="4610100" y="2870200"/>
              <a:ext cx="152400" cy="152400"/>
            </a:xfrm>
            <a:prstGeom prst="rect">
              <a:avLst/>
            </a:prstGeom>
            <a:solidFill>
              <a:srgbClr val="070154"/>
            </a:solidFill>
            <a:ln>
              <a:noFill/>
            </a:ln>
          </p:spPr>
        </p:sp>
        <p:sp>
          <p:nvSpPr>
            <p:cNvPr id="29" name="node02.body.item-002.checklist.item-001.check"/>
            <p:cNvSpPr/>
            <p:nvPr/>
          </p:nvSpPr>
          <p:spPr>
            <a:xfrm>
              <a:off x="4610100" y="2870200"/>
              <a:ext cx="152400" cy="152400"/>
            </a:xfrm>
            <a:custGeom>
              <a:avLst/>
              <a:gdLst/>
              <a:ahLst/>
              <a:cxnLst/>
              <a:rect l="l" t="t" r="r" b="b"/>
              <a:pathLst>
                <a:path w="152400" h="152400">
                  <a:moveTo>
                    <a:pt x="38100" y="78740"/>
                  </a:moveTo>
                  <a:lnTo>
                    <a:pt x="63500" y="104140"/>
                  </a:lnTo>
                  <a:lnTo>
                    <a:pt x="114300" y="48260"/>
                  </a:lnTo>
                </a:path>
              </a:pathLst>
            </a:custGeom>
            <a:ln w="17780">
              <a:solidFill>
                <a:srgbClr val="E8EEF8"/>
              </a:solidFill>
              <a:prstDash val="solid"/>
            </a:ln>
          </p:spPr>
        </p:sp>
        <p:sp>
          <p:nvSpPr>
            <p:cNvPr id="30" name="node02.body.item-002.checklist.item-001.text"/>
            <p:cNvSpPr/>
            <p:nvPr/>
          </p:nvSpPr>
          <p:spPr>
            <a:xfrm>
              <a:off x="4876800" y="2819400"/>
              <a:ext cx="27051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Close diagnostic</a:t>
              </a:r>
              <a:endParaRPr lang="en-US" sz="1400" spc="0" kern="0" b="0" i="0" dirty="0">
                <a:solidFill>
                  <a:srgbClr val="070154"/>
                </a:solidFill>
                <a:latin typeface="IBM Plex Sans"/>
                <a:ea typeface="IBM Plex Sans"/>
                <a:cs typeface="IBM Plex Sans"/>
              </a:endParaRPr>
            </a:p>
          </p:txBody>
        </p:sp>
        <p:sp>
          <p:nvSpPr>
            <p:cNvPr id="31" name="node02.body.item-002.checklist.item-002.marker"/>
            <p:cNvSpPr/>
            <p:nvPr/>
          </p:nvSpPr>
          <p:spPr>
            <a:xfrm>
              <a:off x="4610100" y="3213100"/>
              <a:ext cx="152400" cy="152400"/>
            </a:xfrm>
            <a:prstGeom prst="rect">
              <a:avLst/>
            </a:prstGeom>
            <a:solidFill>
              <a:srgbClr val="070154"/>
            </a:solidFill>
            <a:ln>
              <a:noFill/>
            </a:ln>
          </p:spPr>
        </p:sp>
        <p:sp>
          <p:nvSpPr>
            <p:cNvPr id="32" name="node02.body.item-002.checklist.item-002.check"/>
            <p:cNvSpPr/>
            <p:nvPr/>
          </p:nvSpPr>
          <p:spPr>
            <a:xfrm>
              <a:off x="4610100" y="3213100"/>
              <a:ext cx="152400" cy="152400"/>
            </a:xfrm>
            <a:custGeom>
              <a:avLst/>
              <a:gdLst/>
              <a:ahLst/>
              <a:cxnLst/>
              <a:rect l="l" t="t" r="r" b="b"/>
              <a:pathLst>
                <a:path w="152400" h="152400">
                  <a:moveTo>
                    <a:pt x="38100" y="78740"/>
                  </a:moveTo>
                  <a:lnTo>
                    <a:pt x="63500" y="104140"/>
                  </a:lnTo>
                  <a:lnTo>
                    <a:pt x="114300" y="48260"/>
                  </a:lnTo>
                </a:path>
              </a:pathLst>
            </a:custGeom>
            <a:ln w="17780">
              <a:solidFill>
                <a:srgbClr val="E8EEF8"/>
              </a:solidFill>
              <a:prstDash val="solid"/>
            </a:ln>
          </p:spPr>
        </p:sp>
        <p:sp>
          <p:nvSpPr>
            <p:cNvPr id="33" name="node02.body.item-002.checklist.item-002.text"/>
            <p:cNvSpPr/>
            <p:nvPr/>
          </p:nvSpPr>
          <p:spPr>
            <a:xfrm>
              <a:off x="4876800" y="3162300"/>
              <a:ext cx="27051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Target design</a:t>
              </a:r>
              <a:endParaRPr lang="en-US" sz="1400" spc="0" kern="0" b="0" i="0" dirty="0">
                <a:solidFill>
                  <a:srgbClr val="070154"/>
                </a:solidFill>
                <a:latin typeface="IBM Plex Sans"/>
                <a:ea typeface="IBM Plex Sans"/>
                <a:cs typeface="IBM Plex Sans"/>
              </a:endParaRPr>
            </a:p>
          </p:txBody>
        </p:sp>
        <p:sp>
          <p:nvSpPr>
            <p:cNvPr id="34" name="node02.body.item-002.checklist.item-003.marker"/>
            <p:cNvSpPr/>
            <p:nvPr/>
          </p:nvSpPr>
          <p:spPr>
            <a:xfrm>
              <a:off x="4610100" y="3556000"/>
              <a:ext cx="152400" cy="152400"/>
            </a:xfrm>
            <a:prstGeom prst="rect">
              <a:avLst/>
            </a:prstGeom>
            <a:solidFill>
              <a:srgbClr val="070154"/>
            </a:solidFill>
            <a:ln>
              <a:noFill/>
            </a:ln>
          </p:spPr>
        </p:sp>
        <p:sp>
          <p:nvSpPr>
            <p:cNvPr id="35" name="node02.body.item-002.checklist.item-003.check"/>
            <p:cNvSpPr/>
            <p:nvPr/>
          </p:nvSpPr>
          <p:spPr>
            <a:xfrm>
              <a:off x="4610100" y="3556000"/>
              <a:ext cx="152400" cy="152400"/>
            </a:xfrm>
            <a:custGeom>
              <a:avLst/>
              <a:gdLst/>
              <a:ahLst/>
              <a:cxnLst/>
              <a:rect l="l" t="t" r="r" b="b"/>
              <a:pathLst>
                <a:path w="152400" h="152400">
                  <a:moveTo>
                    <a:pt x="38100" y="78740"/>
                  </a:moveTo>
                  <a:lnTo>
                    <a:pt x="63500" y="104140"/>
                  </a:lnTo>
                  <a:lnTo>
                    <a:pt x="114300" y="48260"/>
                  </a:lnTo>
                </a:path>
              </a:pathLst>
            </a:custGeom>
            <a:ln w="17780">
              <a:solidFill>
                <a:srgbClr val="E8EEF8"/>
              </a:solidFill>
              <a:prstDash val="solid"/>
            </a:ln>
          </p:spPr>
        </p:sp>
        <p:sp>
          <p:nvSpPr>
            <p:cNvPr id="36" name="node02.body.item-002.checklist.item-003.text"/>
            <p:cNvSpPr/>
            <p:nvPr/>
          </p:nvSpPr>
          <p:spPr>
            <a:xfrm>
              <a:off x="4876800" y="3505200"/>
              <a:ext cx="27051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Wave 1 build</a:t>
              </a:r>
              <a:endParaRPr lang="en-US" sz="1400" spc="0" kern="0" b="0" i="0" dirty="0">
                <a:solidFill>
                  <a:srgbClr val="070154"/>
                </a:solidFill>
                <a:latin typeface="IBM Plex Sans"/>
                <a:ea typeface="IBM Plex Sans"/>
                <a:cs typeface="IBM Plex Sans"/>
              </a:endParaRPr>
            </a:p>
          </p:txBody>
        </p:sp>
        <p:sp>
          <p:nvSpPr>
            <p:cNvPr id="37" name="node02.fee.divider"/>
            <p:cNvSpPr/>
            <p:nvPr/>
          </p:nvSpPr>
          <p:spPr>
            <a:xfrm>
              <a:off x="4610100" y="5032375"/>
              <a:ext cx="2971800" cy="9525"/>
            </a:xfrm>
            <a:prstGeom prst="rect">
              <a:avLst/>
            </a:prstGeom>
            <a:solidFill>
              <a:srgbClr val="CED7E6"/>
            </a:solidFill>
            <a:ln>
              <a:noFill/>
            </a:ln>
          </p:spPr>
        </p:sp>
        <p:sp>
          <p:nvSpPr>
            <p:cNvPr id="38" name="node02.fee.value"/>
            <p:cNvSpPr/>
            <p:nvPr/>
          </p:nvSpPr>
          <p:spPr>
            <a:xfrm>
              <a:off x="4610100" y="5156200"/>
              <a:ext cx="297180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70154"/>
                  </a:solidFill>
                  <a:latin typeface="IBM Plex Mono SemiBold"/>
                  <a:ea typeface="IBM Plex Mono SemiBold"/>
                  <a:cs typeface="IBM Plex Mono SemiBold"/>
                </a:rPr>
                <a:t>$720K + $210K/mo</a:t>
              </a:r>
              <a:endParaRPr lang="en-US" sz="1800" spc="0" kern="0" b="0" i="0" dirty="0">
                <a:solidFill>
                  <a:srgbClr val="070154"/>
                </a:solidFill>
                <a:latin typeface="IBM Plex Mono SemiBold"/>
                <a:ea typeface="IBM Plex Mono SemiBold"/>
                <a:cs typeface="IBM Plex Mono SemiBold"/>
              </a:endParaRPr>
            </a:p>
          </p:txBody>
        </p:sp>
        <p:sp>
          <p:nvSpPr>
            <p:cNvPr id="39" name="node02.fee.label"/>
            <p:cNvSpPr/>
            <p:nvPr/>
          </p:nvSpPr>
          <p:spPr>
            <a:xfrm>
              <a:off x="4610100" y="54864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fixed, then run-rate</a:t>
              </a:r>
              <a:endParaRPr lang="en-US" sz="1200" spc="0" kern="0" b="0" i="0" dirty="0">
                <a:solidFill>
                  <a:srgbClr val="50658E"/>
                </a:solidFill>
                <a:latin typeface="IBM Plex Sans"/>
                <a:ea typeface="IBM Plex Sans"/>
                <a:cs typeface="IBM Plex Sans"/>
              </a:endParaRPr>
            </a:p>
          </p:txBody>
        </p:sp>
        <p:sp>
          <p:nvSpPr>
            <p:cNvPr id="40" name="node02.tag-bg"/>
            <p:cNvSpPr/>
            <p:nvPr/>
          </p:nvSpPr>
          <p:spPr>
            <a:xfrm>
              <a:off x="6806369" y="1600200"/>
              <a:ext cx="1004131" cy="228600"/>
            </a:xfrm>
            <a:prstGeom prst="rect">
              <a:avLst/>
            </a:prstGeom>
            <a:solidFill>
              <a:srgbClr val="0047FF"/>
            </a:solidFill>
            <a:ln>
              <a:noFill/>
            </a:ln>
          </p:spPr>
        </p:sp>
        <p:sp>
          <p:nvSpPr>
            <p:cNvPr id="41" name="node02.tag"/>
            <p:cNvSpPr/>
            <p:nvPr/>
          </p:nvSpPr>
          <p:spPr>
            <a:xfrm>
              <a:off x="6882569" y="1638300"/>
              <a:ext cx="851731" cy="17145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FFFFF"/>
                  </a:solidFill>
                  <a:latin typeface="IBM Plex Mono SemiBold"/>
                  <a:ea typeface="IBM Plex Mono SemiBold"/>
                  <a:cs typeface="IBM Plex Mono SemiBold"/>
                </a:rPr>
                <a:t>RECOMMENDED</a:t>
              </a:r>
              <a:endParaRPr lang="en-US" sz="900" spc="54" kern="0" b="0" i="0" dirty="0">
                <a:solidFill>
                  <a:srgbClr val="FFFFFF"/>
                </a:solidFill>
                <a:latin typeface="IBM Plex Mono SemiBold"/>
                <a:ea typeface="IBM Plex Mono SemiBold"/>
                <a:cs typeface="IBM Plex Mono SemiBold"/>
              </a:endParaRPr>
            </a:p>
          </p:txBody>
        </p:sp>
      </p:grpSp>
      <p:grpSp>
        <p:nvGrpSpPr>
          <p:cNvPr id="56" name="node03"/>
          <p:cNvGrpSpPr/>
          <p:nvPr/>
        </p:nvGrpSpPr>
        <p:grpSpPr>
          <a:xfrm>
            <a:off x="8039100" y="1600200"/>
            <a:ext cx="3429000" cy="152400"/>
            <a:chOff x="8039100" y="1600200"/>
            <a:chExt cx="3429000" cy="152400"/>
          </a:xfrm>
        </p:grpSpPr>
        <p:sp>
          <p:nvSpPr>
            <p:cNvPr id="42" name="node03.text"/>
            <p:cNvSpPr/>
            <p:nvPr/>
          </p:nvSpPr>
          <p:spPr>
            <a:xfrm>
              <a:off x="8039100" y="1600200"/>
              <a:ext cx="3429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WHY OPTION B</a:t>
              </a:r>
              <a:endParaRPr lang="en-US" sz="900" spc="54" kern="0" b="0" i="0" dirty="0">
                <a:solidFill>
                  <a:srgbClr val="0047FF"/>
                </a:solidFill>
                <a:latin typeface="IBM Plex Mono Medium"/>
                <a:ea typeface="IBM Plex Mono Medium"/>
                <a:cs typeface="IBM Plex Mono Medium"/>
              </a:endParaRPr>
            </a:p>
          </p:txBody>
        </p:sp>
      </p:grpSp>
      <p:grpSp>
        <p:nvGrpSpPr>
          <p:cNvPr id="57" name="node04"/>
          <p:cNvGrpSpPr/>
          <p:nvPr/>
        </p:nvGrpSpPr>
        <p:grpSpPr>
          <a:xfrm>
            <a:off x="8039100" y="2057400"/>
            <a:ext cx="3429000" cy="2133600"/>
            <a:chOff x="8039100" y="2057400"/>
            <a:chExt cx="3429000" cy="2133600"/>
          </a:xfrm>
        </p:grpSpPr>
        <p:sp>
          <p:nvSpPr>
            <p:cNvPr id="43" name="node04.source-001.number"/>
            <p:cNvSpPr/>
            <p:nvPr/>
          </p:nvSpPr>
          <p:spPr>
            <a:xfrm>
              <a:off x="8039100" y="2057400"/>
              <a:ext cx="381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047FF"/>
                  </a:solidFill>
                  <a:latin typeface="IBM Plex Mono SemiBold"/>
                  <a:ea typeface="IBM Plex Mono SemiBold"/>
                  <a:cs typeface="IBM Plex Mono SemiBold"/>
                </a:rPr>
                <a:t>01</a:t>
              </a:r>
              <a:endParaRPr lang="en-US" sz="1200" spc="0" kern="0" b="0" i="0" dirty="0">
                <a:solidFill>
                  <a:srgbClr val="0047FF"/>
                </a:solidFill>
                <a:latin typeface="IBM Plex Mono SemiBold"/>
                <a:ea typeface="IBM Plex Mono SemiBold"/>
                <a:cs typeface="IBM Plex Mono SemiBold"/>
              </a:endParaRPr>
            </a:p>
          </p:txBody>
        </p:sp>
        <p:sp>
          <p:nvSpPr>
            <p:cNvPr id="44" name="node04.source-001.title"/>
            <p:cNvSpPr/>
            <p:nvPr/>
          </p:nvSpPr>
          <p:spPr>
            <a:xfrm>
              <a:off x="8572500" y="2057400"/>
              <a:ext cx="2895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No hand-off gap</a:t>
              </a:r>
              <a:endParaRPr lang="en-US" sz="1200" spc="0" kern="0" b="0" i="0" dirty="0">
                <a:solidFill>
                  <a:srgbClr val="070154"/>
                </a:solidFill>
                <a:latin typeface="IBM Plex Sans SemiBold"/>
                <a:ea typeface="IBM Plex Sans SemiBold"/>
                <a:cs typeface="IBM Plex Sans SemiBold"/>
              </a:endParaRPr>
            </a:p>
          </p:txBody>
        </p:sp>
        <p:sp>
          <p:nvSpPr>
            <p:cNvPr id="45" name="node04.source-001.text"/>
            <p:cNvSpPr/>
            <p:nvPr/>
          </p:nvSpPr>
          <p:spPr>
            <a:xfrm>
              <a:off x="8572500" y="2286000"/>
              <a:ext cx="28956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The design team stays to build what it designed.</a:t>
              </a:r>
              <a:endParaRPr lang="en-US" sz="1200" spc="0" kern="0" b="0" i="0" dirty="0">
                <a:solidFill>
                  <a:srgbClr val="50658E"/>
                </a:solidFill>
                <a:latin typeface="IBM Plex Sans"/>
                <a:ea typeface="IBM Plex Sans"/>
                <a:cs typeface="IBM Plex Sans"/>
              </a:endParaRPr>
            </a:p>
          </p:txBody>
        </p:sp>
        <p:sp>
          <p:nvSpPr>
            <p:cNvPr id="46" name="node04.source-002.number"/>
            <p:cNvSpPr/>
            <p:nvPr/>
          </p:nvSpPr>
          <p:spPr>
            <a:xfrm>
              <a:off x="8039100" y="2895600"/>
              <a:ext cx="381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047FF"/>
                  </a:solidFill>
                  <a:latin typeface="IBM Plex Mono SemiBold"/>
                  <a:ea typeface="IBM Plex Mono SemiBold"/>
                  <a:cs typeface="IBM Plex Mono SemiBold"/>
                </a:rPr>
                <a:t>02</a:t>
              </a:r>
              <a:endParaRPr lang="en-US" sz="1200" spc="0" kern="0" b="0" i="0" dirty="0">
                <a:solidFill>
                  <a:srgbClr val="0047FF"/>
                </a:solidFill>
                <a:latin typeface="IBM Plex Mono SemiBold"/>
                <a:ea typeface="IBM Plex Mono SemiBold"/>
                <a:cs typeface="IBM Plex Mono SemiBold"/>
              </a:endParaRPr>
            </a:p>
          </p:txBody>
        </p:sp>
        <p:sp>
          <p:nvSpPr>
            <p:cNvPr id="47" name="node04.source-002.title"/>
            <p:cNvSpPr/>
            <p:nvPr/>
          </p:nvSpPr>
          <p:spPr>
            <a:xfrm>
              <a:off x="8572500" y="2895600"/>
              <a:ext cx="2895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Fixed where known</a:t>
              </a:r>
              <a:endParaRPr lang="en-US" sz="1200" spc="0" kern="0" b="0" i="0" dirty="0">
                <a:solidFill>
                  <a:srgbClr val="070154"/>
                </a:solidFill>
                <a:latin typeface="IBM Plex Sans SemiBold"/>
                <a:ea typeface="IBM Plex Sans SemiBold"/>
                <a:cs typeface="IBM Plex Sans SemiBold"/>
              </a:endParaRPr>
            </a:p>
          </p:txBody>
        </p:sp>
        <p:sp>
          <p:nvSpPr>
            <p:cNvPr id="48" name="node04.source-002.text"/>
            <p:cNvSpPr/>
            <p:nvPr/>
          </p:nvSpPr>
          <p:spPr>
            <a:xfrm>
              <a:off x="8572500" y="3124200"/>
              <a:ext cx="28956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Design is a fixed fee; build flexes with demand.</a:t>
              </a:r>
              <a:endParaRPr lang="en-US" sz="1200" spc="0" kern="0" b="0" i="0" dirty="0">
                <a:solidFill>
                  <a:srgbClr val="50658E"/>
                </a:solidFill>
                <a:latin typeface="IBM Plex Sans"/>
                <a:ea typeface="IBM Plex Sans"/>
                <a:cs typeface="IBM Plex Sans"/>
              </a:endParaRPr>
            </a:p>
          </p:txBody>
        </p:sp>
        <p:sp>
          <p:nvSpPr>
            <p:cNvPr id="49" name="node04.source-003.number"/>
            <p:cNvSpPr/>
            <p:nvPr/>
          </p:nvSpPr>
          <p:spPr>
            <a:xfrm>
              <a:off x="8039100" y="3733800"/>
              <a:ext cx="381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047FF"/>
                  </a:solidFill>
                  <a:latin typeface="IBM Plex Mono SemiBold"/>
                  <a:ea typeface="IBM Plex Mono SemiBold"/>
                  <a:cs typeface="IBM Plex Mono SemiBold"/>
                </a:rPr>
                <a:t>03</a:t>
              </a:r>
              <a:endParaRPr lang="en-US" sz="1200" spc="0" kern="0" b="0" i="0" dirty="0">
                <a:solidFill>
                  <a:srgbClr val="0047FF"/>
                </a:solidFill>
                <a:latin typeface="IBM Plex Mono SemiBold"/>
                <a:ea typeface="IBM Plex Mono SemiBold"/>
                <a:cs typeface="IBM Plex Mono SemiBold"/>
              </a:endParaRPr>
            </a:p>
          </p:txBody>
        </p:sp>
        <p:sp>
          <p:nvSpPr>
            <p:cNvPr id="50" name="node04.source-003.title"/>
            <p:cNvSpPr/>
            <p:nvPr/>
          </p:nvSpPr>
          <p:spPr>
            <a:xfrm>
              <a:off x="8572500" y="3733800"/>
              <a:ext cx="2895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Earlier benefit</a:t>
              </a:r>
              <a:endParaRPr lang="en-US" sz="1200" spc="0" kern="0" b="0" i="0" dirty="0">
                <a:solidFill>
                  <a:srgbClr val="070154"/>
                </a:solidFill>
                <a:latin typeface="IBM Plex Sans SemiBold"/>
                <a:ea typeface="IBM Plex Sans SemiBold"/>
                <a:cs typeface="IBM Plex Sans SemiBold"/>
              </a:endParaRPr>
            </a:p>
          </p:txBody>
        </p:sp>
        <p:sp>
          <p:nvSpPr>
            <p:cNvPr id="51" name="node04.source-003.text"/>
            <p:cNvSpPr/>
            <p:nvPr/>
          </p:nvSpPr>
          <p:spPr>
            <a:xfrm>
              <a:off x="8572500" y="3962400"/>
              <a:ext cx="2895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Wave 1 goes live 12 weeks sooner.</a:t>
              </a:r>
              <a:endParaRPr lang="en-US" sz="1200" spc="0" kern="0" b="0" i="0" dirty="0">
                <a:solidFill>
                  <a:srgbClr val="50658E"/>
                </a:solidFill>
                <a:latin typeface="IBM Plex Sans"/>
                <a:ea typeface="IBM Plex Sans"/>
                <a:cs typeface="IBM Plex Sans"/>
              </a:endParaRPr>
            </a:p>
          </p:txBody>
        </p:sp>
      </p:grpSp>
      <p:sp>
        <p:nvSpPr>
          <p:cNvPr id="52" name="node05"/>
          <p:cNvSpPr/>
          <p:nvPr/>
        </p:nvSpPr>
        <p:spPr>
          <a:xfrm>
            <a:off x="8039100" y="4800600"/>
            <a:ext cx="3429000" cy="9525"/>
          </a:xfrm>
          <a:prstGeom prst="rect">
            <a:avLst/>
          </a:prstGeom>
          <a:solidFill>
            <a:srgbClr val="CED7E6"/>
          </a:solidFill>
          <a:ln>
            <a:noFill/>
          </a:ln>
        </p:spPr>
      </p:sp>
      <p:grpSp>
        <p:nvGrpSpPr>
          <p:cNvPr id="58" name="node06"/>
          <p:cNvGrpSpPr/>
          <p:nvPr/>
        </p:nvGrpSpPr>
        <p:grpSpPr>
          <a:xfrm>
            <a:off x="8039100" y="5029200"/>
            <a:ext cx="3429000" cy="457200"/>
            <a:chOff x="8039100" y="5029200"/>
            <a:chExt cx="3429000" cy="457200"/>
          </a:xfrm>
        </p:grpSpPr>
        <p:sp>
          <p:nvSpPr>
            <p:cNvPr id="53" name="node06.text"/>
            <p:cNvSpPr/>
            <p:nvPr/>
          </p:nvSpPr>
          <p:spPr>
            <a:xfrm>
              <a:off x="8039100" y="5029200"/>
              <a:ext cx="34290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Decision by 16 October keeps the Wave 1 start date.</a:t>
              </a:r>
              <a:endParaRPr lang="en-US" sz="1200" spc="0" kern="0" b="0" i="0" dirty="0">
                <a:solidFill>
                  <a:srgbClr val="50658E"/>
                </a:solidFill>
                <a:latin typeface="IBM Plex Sans"/>
                <a:ea typeface="IBM Plex Sans"/>
                <a:cs typeface="IBM Plex Sans"/>
              </a:endParaRPr>
            </a:p>
          </p:txBody>
        </p:sp>
      </p:gr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name="source-391">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PROCESS HIERARCHY</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Wave one covers two of five end-to-end finance processes</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Northfield Health System process inventory, Sep 2026.</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131</a:t>
            </a:fld>
            <a:endParaRPr lang="en-US" sz="700" spc="0" kern="0" b="0" i="0" dirty="0">
              <a:solidFill>
                <a:srgbClr val="070154"/>
              </a:solidFill>
              <a:latin typeface="IBM Plex Mono SemiBold"/>
              <a:ea typeface="IBM Plex Mono SemiBold"/>
              <a:cs typeface="IBM Plex Mono SemiBold"/>
            </a:endParaRPr>
          </a:p>
        </p:txBody>
      </p:sp>
      <p:grpSp>
        <p:nvGrpSpPr>
          <p:cNvPr id="88" name="node01"/>
          <p:cNvGrpSpPr/>
          <p:nvPr/>
        </p:nvGrpSpPr>
        <p:grpSpPr>
          <a:xfrm>
            <a:off x="723900" y="1600200"/>
            <a:ext cx="2194560" cy="685800"/>
            <a:chOff x="723900" y="1600200"/>
            <a:chExt cx="2194560" cy="685800"/>
          </a:xfrm>
        </p:grpSpPr>
        <p:sp>
          <p:nvSpPr>
            <p:cNvPr id="7" name="node01.surface"/>
            <p:cNvSpPr/>
            <p:nvPr/>
          </p:nvSpPr>
          <p:spPr>
            <a:xfrm>
              <a:off x="723900" y="1600200"/>
              <a:ext cx="2194560" cy="685800"/>
            </a:xfrm>
            <a:custGeom>
              <a:avLst/>
              <a:gdLst/>
              <a:ahLst/>
              <a:cxnLst/>
              <a:rect l="l" t="t" r="r" b="b"/>
              <a:pathLst>
                <a:path w="2194560" h="685800">
                  <a:moveTo>
                    <a:pt x="0" y="0"/>
                  </a:moveTo>
                  <a:lnTo>
                    <a:pt x="1965960" y="0"/>
                  </a:lnTo>
                  <a:lnTo>
                    <a:pt x="2194560" y="342900"/>
                  </a:lnTo>
                  <a:lnTo>
                    <a:pt x="1965960" y="685800"/>
                  </a:lnTo>
                  <a:lnTo>
                    <a:pt x="0" y="685800"/>
                  </a:lnTo>
                  <a:close/>
                </a:path>
              </a:pathLst>
            </a:custGeom>
            <a:solidFill>
              <a:srgbClr val="CED7E6"/>
            </a:solidFill>
            <a:ln>
              <a:noFill/>
            </a:ln>
          </p:spPr>
        </p:sp>
        <p:sp>
          <p:nvSpPr>
            <p:cNvPr id="8" name="node01.text"/>
            <p:cNvSpPr/>
            <p:nvPr/>
          </p:nvSpPr>
          <p:spPr>
            <a:xfrm>
              <a:off x="876300" y="1809750"/>
              <a:ext cx="173736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070154"/>
                  </a:solidFill>
                  <a:latin typeface="IBM Plex Sans"/>
                  <a:ea typeface="IBM Plex Sans"/>
                  <a:cs typeface="IBM Plex Sans"/>
                </a:rPr>
                <a:t>Plan to perform</a:t>
              </a:r>
              <a:endParaRPr lang="en-US" sz="1400" spc="0" kern="0" b="0" i="0" dirty="0">
                <a:solidFill>
                  <a:srgbClr val="070154"/>
                </a:solidFill>
                <a:latin typeface="IBM Plex Sans"/>
                <a:ea typeface="IBM Plex Sans"/>
                <a:cs typeface="IBM Plex Sans"/>
              </a:endParaRPr>
            </a:p>
          </p:txBody>
        </p:sp>
      </p:grpSp>
      <p:grpSp>
        <p:nvGrpSpPr>
          <p:cNvPr id="89" name="node02"/>
          <p:cNvGrpSpPr/>
          <p:nvPr/>
        </p:nvGrpSpPr>
        <p:grpSpPr>
          <a:xfrm>
            <a:off x="723900" y="2514600"/>
            <a:ext cx="1965960" cy="2743200"/>
            <a:chOff x="723900" y="2514600"/>
            <a:chExt cx="1965960" cy="2743200"/>
          </a:xfrm>
        </p:grpSpPr>
        <p:sp>
          <p:nvSpPr>
            <p:cNvPr id="9" name="node02.container"/>
            <p:cNvSpPr/>
            <p:nvPr/>
          </p:nvSpPr>
          <p:spPr>
            <a:xfrm>
              <a:off x="723900" y="2514600"/>
              <a:ext cx="1965960" cy="2743200"/>
            </a:xfrm>
            <a:prstGeom prst="rect">
              <a:avLst/>
            </a:prstGeom>
            <a:solidFill>
              <a:srgbClr val="E8EEF8"/>
            </a:solidFill>
            <a:ln>
              <a:noFill/>
            </a:ln>
          </p:spPr>
        </p:sp>
      </p:grpSp>
      <p:grpSp>
        <p:nvGrpSpPr>
          <p:cNvPr id="90" name="node03"/>
          <p:cNvGrpSpPr/>
          <p:nvPr/>
        </p:nvGrpSpPr>
        <p:grpSpPr>
          <a:xfrm>
            <a:off x="876300" y="2667000"/>
            <a:ext cx="1661160" cy="152400"/>
            <a:chOff x="876300" y="2667000"/>
            <a:chExt cx="1661160" cy="152400"/>
          </a:xfrm>
        </p:grpSpPr>
        <p:sp>
          <p:nvSpPr>
            <p:cNvPr id="10" name="node03.text"/>
            <p:cNvSpPr/>
            <p:nvPr/>
          </p:nvSpPr>
          <p:spPr>
            <a:xfrm>
              <a:off x="876300" y="2667000"/>
              <a:ext cx="166116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PROCESS ELEMENTS</a:t>
              </a:r>
              <a:endParaRPr lang="en-US" sz="900" spc="54" kern="0" b="0" i="0" dirty="0">
                <a:solidFill>
                  <a:srgbClr val="50658E"/>
                </a:solidFill>
                <a:latin typeface="IBM Plex Mono Medium"/>
                <a:ea typeface="IBM Plex Mono Medium"/>
                <a:cs typeface="IBM Plex Mono Medium"/>
              </a:endParaRPr>
            </a:p>
          </p:txBody>
        </p:sp>
      </p:grpSp>
      <p:grpSp>
        <p:nvGrpSpPr>
          <p:cNvPr id="91" name="node04"/>
          <p:cNvGrpSpPr/>
          <p:nvPr/>
        </p:nvGrpSpPr>
        <p:grpSpPr>
          <a:xfrm>
            <a:off x="876300" y="2895600"/>
            <a:ext cx="1661160" cy="1028700"/>
            <a:chOff x="876300" y="2895600"/>
            <a:chExt cx="1661160" cy="1028700"/>
          </a:xfrm>
        </p:grpSpPr>
        <p:sp>
          <p:nvSpPr>
            <p:cNvPr id="11" name="node04.source-001.bullet"/>
            <p:cNvSpPr/>
            <p:nvPr/>
          </p:nvSpPr>
          <p:spPr>
            <a:xfrm>
              <a:off x="876300" y="2984500"/>
              <a:ext cx="38100" cy="38100"/>
            </a:xfrm>
            <a:prstGeom prst="rect">
              <a:avLst/>
            </a:prstGeom>
            <a:solidFill>
              <a:srgbClr val="070154"/>
            </a:solidFill>
            <a:ln>
              <a:noFill/>
            </a:ln>
          </p:spPr>
        </p:sp>
        <p:sp>
          <p:nvSpPr>
            <p:cNvPr id="12" name="node04.source-001.text"/>
            <p:cNvSpPr/>
            <p:nvPr/>
          </p:nvSpPr>
          <p:spPr>
            <a:xfrm>
              <a:off x="1028700" y="2895600"/>
              <a:ext cx="150876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Budgeting</a:t>
              </a:r>
              <a:endParaRPr lang="en-US" sz="1200" spc="0" kern="0" b="0" i="0" dirty="0">
                <a:solidFill>
                  <a:srgbClr val="070154"/>
                </a:solidFill>
                <a:latin typeface="IBM Plex Sans"/>
                <a:ea typeface="IBM Plex Sans"/>
                <a:cs typeface="IBM Plex Sans"/>
              </a:endParaRPr>
            </a:p>
          </p:txBody>
        </p:sp>
        <p:sp>
          <p:nvSpPr>
            <p:cNvPr id="13" name="node04.source-002.bullet"/>
            <p:cNvSpPr/>
            <p:nvPr/>
          </p:nvSpPr>
          <p:spPr>
            <a:xfrm>
              <a:off x="876300" y="3251200"/>
              <a:ext cx="38100" cy="38100"/>
            </a:xfrm>
            <a:prstGeom prst="rect">
              <a:avLst/>
            </a:prstGeom>
            <a:solidFill>
              <a:srgbClr val="070154"/>
            </a:solidFill>
            <a:ln>
              <a:noFill/>
            </a:ln>
          </p:spPr>
        </p:sp>
        <p:sp>
          <p:nvSpPr>
            <p:cNvPr id="14" name="node04.source-002.text"/>
            <p:cNvSpPr/>
            <p:nvPr/>
          </p:nvSpPr>
          <p:spPr>
            <a:xfrm>
              <a:off x="1028700" y="3162300"/>
              <a:ext cx="150876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Forecasting</a:t>
              </a:r>
              <a:endParaRPr lang="en-US" sz="1200" spc="0" kern="0" b="0" i="0" dirty="0">
                <a:solidFill>
                  <a:srgbClr val="070154"/>
                </a:solidFill>
                <a:latin typeface="IBM Plex Sans"/>
                <a:ea typeface="IBM Plex Sans"/>
                <a:cs typeface="IBM Plex Sans"/>
              </a:endParaRPr>
            </a:p>
          </p:txBody>
        </p:sp>
        <p:sp>
          <p:nvSpPr>
            <p:cNvPr id="15" name="node04.source-003.bullet"/>
            <p:cNvSpPr/>
            <p:nvPr/>
          </p:nvSpPr>
          <p:spPr>
            <a:xfrm>
              <a:off x="876300" y="3517900"/>
              <a:ext cx="38100" cy="38100"/>
            </a:xfrm>
            <a:prstGeom prst="rect">
              <a:avLst/>
            </a:prstGeom>
            <a:solidFill>
              <a:srgbClr val="070154"/>
            </a:solidFill>
            <a:ln>
              <a:noFill/>
            </a:ln>
          </p:spPr>
        </p:sp>
        <p:sp>
          <p:nvSpPr>
            <p:cNvPr id="16" name="node04.source-003.text"/>
            <p:cNvSpPr/>
            <p:nvPr/>
          </p:nvSpPr>
          <p:spPr>
            <a:xfrm>
              <a:off x="1028700" y="3429000"/>
              <a:ext cx="150876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Capital planning</a:t>
              </a:r>
              <a:endParaRPr lang="en-US" sz="1200" spc="0" kern="0" b="0" i="0" dirty="0">
                <a:solidFill>
                  <a:srgbClr val="070154"/>
                </a:solidFill>
                <a:latin typeface="IBM Plex Sans"/>
                <a:ea typeface="IBM Plex Sans"/>
                <a:cs typeface="IBM Plex Sans"/>
              </a:endParaRPr>
            </a:p>
          </p:txBody>
        </p:sp>
        <p:sp>
          <p:nvSpPr>
            <p:cNvPr id="17" name="node04.source-004.bullet"/>
            <p:cNvSpPr/>
            <p:nvPr/>
          </p:nvSpPr>
          <p:spPr>
            <a:xfrm>
              <a:off x="876300" y="3784600"/>
              <a:ext cx="38100" cy="38100"/>
            </a:xfrm>
            <a:prstGeom prst="rect">
              <a:avLst/>
            </a:prstGeom>
            <a:solidFill>
              <a:srgbClr val="070154"/>
            </a:solidFill>
            <a:ln>
              <a:noFill/>
            </a:ln>
          </p:spPr>
        </p:sp>
        <p:sp>
          <p:nvSpPr>
            <p:cNvPr id="18" name="node04.source-004.text"/>
            <p:cNvSpPr/>
            <p:nvPr/>
          </p:nvSpPr>
          <p:spPr>
            <a:xfrm>
              <a:off x="1028700" y="3695700"/>
              <a:ext cx="150876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Workforce planning</a:t>
              </a:r>
              <a:endParaRPr lang="en-US" sz="1200" spc="0" kern="0" b="0" i="0" dirty="0">
                <a:solidFill>
                  <a:srgbClr val="070154"/>
                </a:solidFill>
                <a:latin typeface="IBM Plex Sans"/>
                <a:ea typeface="IBM Plex Sans"/>
                <a:cs typeface="IBM Plex Sans"/>
              </a:endParaRPr>
            </a:p>
          </p:txBody>
        </p:sp>
      </p:grpSp>
      <p:grpSp>
        <p:nvGrpSpPr>
          <p:cNvPr id="92" name="node05"/>
          <p:cNvGrpSpPr/>
          <p:nvPr/>
        </p:nvGrpSpPr>
        <p:grpSpPr>
          <a:xfrm>
            <a:off x="876300" y="4038600"/>
            <a:ext cx="1661160" cy="152400"/>
            <a:chOff x="876300" y="4038600"/>
            <a:chExt cx="1661160" cy="152400"/>
          </a:xfrm>
        </p:grpSpPr>
        <p:sp>
          <p:nvSpPr>
            <p:cNvPr id="19" name="node05.text"/>
            <p:cNvSpPr/>
            <p:nvPr/>
          </p:nvSpPr>
          <p:spPr>
            <a:xfrm>
              <a:off x="876300" y="4038600"/>
              <a:ext cx="166116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OWNER</a:t>
              </a:r>
              <a:endParaRPr lang="en-US" sz="900" spc="54" kern="0" b="0" i="0" dirty="0">
                <a:solidFill>
                  <a:srgbClr val="50658E"/>
                </a:solidFill>
                <a:latin typeface="IBM Plex Mono Medium"/>
                <a:ea typeface="IBM Plex Mono Medium"/>
                <a:cs typeface="IBM Plex Mono Medium"/>
              </a:endParaRPr>
            </a:p>
          </p:txBody>
        </p:sp>
      </p:grpSp>
      <p:grpSp>
        <p:nvGrpSpPr>
          <p:cNvPr id="93" name="node06"/>
          <p:cNvGrpSpPr/>
          <p:nvPr/>
        </p:nvGrpSpPr>
        <p:grpSpPr>
          <a:xfrm>
            <a:off x="876300" y="4267200"/>
            <a:ext cx="1661160" cy="228600"/>
            <a:chOff x="876300" y="4267200"/>
            <a:chExt cx="1661160" cy="228600"/>
          </a:xfrm>
        </p:grpSpPr>
        <p:sp>
          <p:nvSpPr>
            <p:cNvPr id="20" name="node06.text"/>
            <p:cNvSpPr/>
            <p:nvPr/>
          </p:nvSpPr>
          <p:spPr>
            <a:xfrm>
              <a:off x="876300" y="4267200"/>
              <a:ext cx="166116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VP, FP&amp;A</a:t>
              </a:r>
              <a:endParaRPr lang="en-US" sz="1200" spc="0" kern="0" b="0" i="0" dirty="0">
                <a:solidFill>
                  <a:srgbClr val="070154"/>
                </a:solidFill>
                <a:latin typeface="IBM Plex Sans"/>
                <a:ea typeface="IBM Plex Sans"/>
                <a:cs typeface="IBM Plex Sans"/>
              </a:endParaRPr>
            </a:p>
          </p:txBody>
        </p:sp>
      </p:grpSp>
      <p:grpSp>
        <p:nvGrpSpPr>
          <p:cNvPr id="94" name="node07"/>
          <p:cNvGrpSpPr/>
          <p:nvPr/>
        </p:nvGrpSpPr>
        <p:grpSpPr>
          <a:xfrm>
            <a:off x="876300" y="4648200"/>
            <a:ext cx="1661160" cy="152400"/>
            <a:chOff x="876300" y="4648200"/>
            <a:chExt cx="1661160" cy="152400"/>
          </a:xfrm>
        </p:grpSpPr>
        <p:sp>
          <p:nvSpPr>
            <p:cNvPr id="21" name="node07.text"/>
            <p:cNvSpPr/>
            <p:nvPr/>
          </p:nvSpPr>
          <p:spPr>
            <a:xfrm>
              <a:off x="876300" y="4648200"/>
              <a:ext cx="166116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SYSTEMS</a:t>
              </a:r>
              <a:endParaRPr lang="en-US" sz="900" spc="54" kern="0" b="0" i="0" dirty="0">
                <a:solidFill>
                  <a:srgbClr val="50658E"/>
                </a:solidFill>
                <a:latin typeface="IBM Plex Mono Medium"/>
                <a:ea typeface="IBM Plex Mono Medium"/>
                <a:cs typeface="IBM Plex Mono Medium"/>
              </a:endParaRPr>
            </a:p>
          </p:txBody>
        </p:sp>
      </p:grpSp>
      <p:grpSp>
        <p:nvGrpSpPr>
          <p:cNvPr id="95" name="node08"/>
          <p:cNvGrpSpPr/>
          <p:nvPr/>
        </p:nvGrpSpPr>
        <p:grpSpPr>
          <a:xfrm>
            <a:off x="876300" y="4876800"/>
            <a:ext cx="1661160" cy="228600"/>
            <a:chOff x="876300" y="4876800"/>
            <a:chExt cx="1661160" cy="228600"/>
          </a:xfrm>
        </p:grpSpPr>
        <p:sp>
          <p:nvSpPr>
            <p:cNvPr id="22" name="node08.text"/>
            <p:cNvSpPr/>
            <p:nvPr/>
          </p:nvSpPr>
          <p:spPr>
            <a:xfrm>
              <a:off x="876300" y="4876800"/>
              <a:ext cx="166116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Planning platform</a:t>
              </a:r>
              <a:endParaRPr lang="en-US" sz="1200" spc="0" kern="0" b="0" i="0" dirty="0">
                <a:solidFill>
                  <a:srgbClr val="070154"/>
                </a:solidFill>
                <a:latin typeface="IBM Plex Sans"/>
                <a:ea typeface="IBM Plex Sans"/>
                <a:cs typeface="IBM Plex Sans"/>
              </a:endParaRPr>
            </a:p>
          </p:txBody>
        </p:sp>
      </p:grpSp>
      <p:grpSp>
        <p:nvGrpSpPr>
          <p:cNvPr id="96" name="node09"/>
          <p:cNvGrpSpPr/>
          <p:nvPr/>
        </p:nvGrpSpPr>
        <p:grpSpPr>
          <a:xfrm>
            <a:off x="2918460" y="1600200"/>
            <a:ext cx="2194560" cy="685800"/>
            <a:chOff x="2918460" y="1600200"/>
            <a:chExt cx="2194560" cy="685800"/>
          </a:xfrm>
        </p:grpSpPr>
        <p:sp>
          <p:nvSpPr>
            <p:cNvPr id="23" name="node09.surface"/>
            <p:cNvSpPr/>
            <p:nvPr/>
          </p:nvSpPr>
          <p:spPr>
            <a:xfrm>
              <a:off x="2918460" y="1600200"/>
              <a:ext cx="2194560" cy="685800"/>
            </a:xfrm>
            <a:custGeom>
              <a:avLst/>
              <a:gdLst/>
              <a:ahLst/>
              <a:cxnLst/>
              <a:rect l="l" t="t" r="r" b="b"/>
              <a:pathLst>
                <a:path w="2194560" h="685800">
                  <a:moveTo>
                    <a:pt x="0" y="0"/>
                  </a:moveTo>
                  <a:lnTo>
                    <a:pt x="1965960" y="0"/>
                  </a:lnTo>
                  <a:lnTo>
                    <a:pt x="2194560" y="342900"/>
                  </a:lnTo>
                  <a:lnTo>
                    <a:pt x="1965960" y="685800"/>
                  </a:lnTo>
                  <a:lnTo>
                    <a:pt x="0" y="685800"/>
                  </a:lnTo>
                  <a:lnTo>
                    <a:pt x="228600" y="342900"/>
                  </a:lnTo>
                  <a:close/>
                </a:path>
              </a:pathLst>
            </a:custGeom>
            <a:solidFill>
              <a:srgbClr val="CED7E6"/>
            </a:solidFill>
            <a:ln>
              <a:noFill/>
            </a:ln>
          </p:spPr>
        </p:sp>
        <p:sp>
          <p:nvSpPr>
            <p:cNvPr id="24" name="node09.text"/>
            <p:cNvSpPr/>
            <p:nvPr/>
          </p:nvSpPr>
          <p:spPr>
            <a:xfrm>
              <a:off x="3299460" y="1809750"/>
              <a:ext cx="150876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070154"/>
                  </a:solidFill>
                  <a:latin typeface="IBM Plex Sans"/>
                  <a:ea typeface="IBM Plex Sans"/>
                  <a:cs typeface="IBM Plex Sans"/>
                </a:rPr>
                <a:t>Order to cash</a:t>
              </a:r>
              <a:endParaRPr lang="en-US" sz="1400" spc="0" kern="0" b="0" i="0" dirty="0">
                <a:solidFill>
                  <a:srgbClr val="070154"/>
                </a:solidFill>
                <a:latin typeface="IBM Plex Sans"/>
                <a:ea typeface="IBM Plex Sans"/>
                <a:cs typeface="IBM Plex Sans"/>
              </a:endParaRPr>
            </a:p>
          </p:txBody>
        </p:sp>
      </p:grpSp>
      <p:grpSp>
        <p:nvGrpSpPr>
          <p:cNvPr id="97" name="node10"/>
          <p:cNvGrpSpPr/>
          <p:nvPr/>
        </p:nvGrpSpPr>
        <p:grpSpPr>
          <a:xfrm>
            <a:off x="2918460" y="2514600"/>
            <a:ext cx="1965960" cy="2743200"/>
            <a:chOff x="2918460" y="2514600"/>
            <a:chExt cx="1965960" cy="2743200"/>
          </a:xfrm>
        </p:grpSpPr>
        <p:sp>
          <p:nvSpPr>
            <p:cNvPr id="25" name="node10.container"/>
            <p:cNvSpPr/>
            <p:nvPr/>
          </p:nvSpPr>
          <p:spPr>
            <a:xfrm>
              <a:off x="2918460" y="2514600"/>
              <a:ext cx="1965960" cy="2743200"/>
            </a:xfrm>
            <a:prstGeom prst="rect">
              <a:avLst/>
            </a:prstGeom>
            <a:solidFill>
              <a:srgbClr val="E8EEF8"/>
            </a:solidFill>
            <a:ln>
              <a:noFill/>
            </a:ln>
          </p:spPr>
        </p:sp>
      </p:grpSp>
      <p:grpSp>
        <p:nvGrpSpPr>
          <p:cNvPr id="98" name="node11"/>
          <p:cNvGrpSpPr/>
          <p:nvPr/>
        </p:nvGrpSpPr>
        <p:grpSpPr>
          <a:xfrm>
            <a:off x="3070860" y="2667000"/>
            <a:ext cx="1661160" cy="152400"/>
            <a:chOff x="3070860" y="2667000"/>
            <a:chExt cx="1661160" cy="152400"/>
          </a:xfrm>
        </p:grpSpPr>
        <p:sp>
          <p:nvSpPr>
            <p:cNvPr id="26" name="node11.text"/>
            <p:cNvSpPr/>
            <p:nvPr/>
          </p:nvSpPr>
          <p:spPr>
            <a:xfrm>
              <a:off x="3070860" y="2667000"/>
              <a:ext cx="166116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PROCESS ELEMENTS</a:t>
              </a:r>
              <a:endParaRPr lang="en-US" sz="900" spc="54" kern="0" b="0" i="0" dirty="0">
                <a:solidFill>
                  <a:srgbClr val="50658E"/>
                </a:solidFill>
                <a:latin typeface="IBM Plex Mono Medium"/>
                <a:ea typeface="IBM Plex Mono Medium"/>
                <a:cs typeface="IBM Plex Mono Medium"/>
              </a:endParaRPr>
            </a:p>
          </p:txBody>
        </p:sp>
      </p:grpSp>
      <p:grpSp>
        <p:nvGrpSpPr>
          <p:cNvPr id="99" name="node12"/>
          <p:cNvGrpSpPr/>
          <p:nvPr/>
        </p:nvGrpSpPr>
        <p:grpSpPr>
          <a:xfrm>
            <a:off x="3070860" y="2895600"/>
            <a:ext cx="1661160" cy="1028700"/>
            <a:chOff x="3070860" y="2895600"/>
            <a:chExt cx="1661160" cy="1028700"/>
          </a:xfrm>
        </p:grpSpPr>
        <p:sp>
          <p:nvSpPr>
            <p:cNvPr id="27" name="node12.source-001.bullet"/>
            <p:cNvSpPr/>
            <p:nvPr/>
          </p:nvSpPr>
          <p:spPr>
            <a:xfrm>
              <a:off x="3070860" y="2984500"/>
              <a:ext cx="38100" cy="38100"/>
            </a:xfrm>
            <a:prstGeom prst="rect">
              <a:avLst/>
            </a:prstGeom>
            <a:solidFill>
              <a:srgbClr val="070154"/>
            </a:solidFill>
            <a:ln>
              <a:noFill/>
            </a:ln>
          </p:spPr>
        </p:sp>
        <p:sp>
          <p:nvSpPr>
            <p:cNvPr id="28" name="node12.source-001.text"/>
            <p:cNvSpPr/>
            <p:nvPr/>
          </p:nvSpPr>
          <p:spPr>
            <a:xfrm>
              <a:off x="3223260" y="2895600"/>
              <a:ext cx="150876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Customer onboarding</a:t>
              </a:r>
              <a:endParaRPr lang="en-US" sz="1200" spc="0" kern="0" b="0" i="0" dirty="0">
                <a:solidFill>
                  <a:srgbClr val="070154"/>
                </a:solidFill>
                <a:latin typeface="IBM Plex Sans"/>
                <a:ea typeface="IBM Plex Sans"/>
                <a:cs typeface="IBM Plex Sans"/>
              </a:endParaRPr>
            </a:p>
          </p:txBody>
        </p:sp>
        <p:sp>
          <p:nvSpPr>
            <p:cNvPr id="29" name="node12.source-002.bullet"/>
            <p:cNvSpPr/>
            <p:nvPr/>
          </p:nvSpPr>
          <p:spPr>
            <a:xfrm>
              <a:off x="3070860" y="3251200"/>
              <a:ext cx="38100" cy="38100"/>
            </a:xfrm>
            <a:prstGeom prst="rect">
              <a:avLst/>
            </a:prstGeom>
            <a:solidFill>
              <a:srgbClr val="070154"/>
            </a:solidFill>
            <a:ln>
              <a:noFill/>
            </a:ln>
          </p:spPr>
        </p:sp>
        <p:sp>
          <p:nvSpPr>
            <p:cNvPr id="30" name="node12.source-002.text"/>
            <p:cNvSpPr/>
            <p:nvPr/>
          </p:nvSpPr>
          <p:spPr>
            <a:xfrm>
              <a:off x="3223260" y="3162300"/>
              <a:ext cx="150876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Billing</a:t>
              </a:r>
              <a:endParaRPr lang="en-US" sz="1200" spc="0" kern="0" b="0" i="0" dirty="0">
                <a:solidFill>
                  <a:srgbClr val="070154"/>
                </a:solidFill>
                <a:latin typeface="IBM Plex Sans"/>
                <a:ea typeface="IBM Plex Sans"/>
                <a:cs typeface="IBM Plex Sans"/>
              </a:endParaRPr>
            </a:p>
          </p:txBody>
        </p:sp>
        <p:sp>
          <p:nvSpPr>
            <p:cNvPr id="31" name="node12.source-003.bullet"/>
            <p:cNvSpPr/>
            <p:nvPr/>
          </p:nvSpPr>
          <p:spPr>
            <a:xfrm>
              <a:off x="3070860" y="3517900"/>
              <a:ext cx="38100" cy="38100"/>
            </a:xfrm>
            <a:prstGeom prst="rect">
              <a:avLst/>
            </a:prstGeom>
            <a:solidFill>
              <a:srgbClr val="070154"/>
            </a:solidFill>
            <a:ln>
              <a:noFill/>
            </a:ln>
          </p:spPr>
        </p:sp>
        <p:sp>
          <p:nvSpPr>
            <p:cNvPr id="32" name="node12.source-003.text"/>
            <p:cNvSpPr/>
            <p:nvPr/>
          </p:nvSpPr>
          <p:spPr>
            <a:xfrm>
              <a:off x="3223260" y="3429000"/>
              <a:ext cx="150876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Cash application</a:t>
              </a:r>
              <a:endParaRPr lang="en-US" sz="1200" spc="0" kern="0" b="0" i="0" dirty="0">
                <a:solidFill>
                  <a:srgbClr val="070154"/>
                </a:solidFill>
                <a:latin typeface="IBM Plex Sans"/>
                <a:ea typeface="IBM Plex Sans"/>
                <a:cs typeface="IBM Plex Sans"/>
              </a:endParaRPr>
            </a:p>
          </p:txBody>
        </p:sp>
        <p:sp>
          <p:nvSpPr>
            <p:cNvPr id="33" name="node12.source-004.bullet"/>
            <p:cNvSpPr/>
            <p:nvPr/>
          </p:nvSpPr>
          <p:spPr>
            <a:xfrm>
              <a:off x="3070860" y="3784600"/>
              <a:ext cx="38100" cy="38100"/>
            </a:xfrm>
            <a:prstGeom prst="rect">
              <a:avLst/>
            </a:prstGeom>
            <a:solidFill>
              <a:srgbClr val="070154"/>
            </a:solidFill>
            <a:ln>
              <a:noFill/>
            </a:ln>
          </p:spPr>
        </p:sp>
        <p:sp>
          <p:nvSpPr>
            <p:cNvPr id="34" name="node12.source-004.text"/>
            <p:cNvSpPr/>
            <p:nvPr/>
          </p:nvSpPr>
          <p:spPr>
            <a:xfrm>
              <a:off x="3223260" y="3695700"/>
              <a:ext cx="150876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Collections</a:t>
              </a:r>
              <a:endParaRPr lang="en-US" sz="1200" spc="0" kern="0" b="0" i="0" dirty="0">
                <a:solidFill>
                  <a:srgbClr val="070154"/>
                </a:solidFill>
                <a:latin typeface="IBM Plex Sans"/>
                <a:ea typeface="IBM Plex Sans"/>
                <a:cs typeface="IBM Plex Sans"/>
              </a:endParaRPr>
            </a:p>
          </p:txBody>
        </p:sp>
      </p:grpSp>
      <p:grpSp>
        <p:nvGrpSpPr>
          <p:cNvPr id="100" name="node13"/>
          <p:cNvGrpSpPr/>
          <p:nvPr/>
        </p:nvGrpSpPr>
        <p:grpSpPr>
          <a:xfrm>
            <a:off x="3070860" y="4038600"/>
            <a:ext cx="1661160" cy="152400"/>
            <a:chOff x="3070860" y="4038600"/>
            <a:chExt cx="1661160" cy="152400"/>
          </a:xfrm>
        </p:grpSpPr>
        <p:sp>
          <p:nvSpPr>
            <p:cNvPr id="35" name="node13.text"/>
            <p:cNvSpPr/>
            <p:nvPr/>
          </p:nvSpPr>
          <p:spPr>
            <a:xfrm>
              <a:off x="3070860" y="4038600"/>
              <a:ext cx="166116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OWNER</a:t>
              </a:r>
              <a:endParaRPr lang="en-US" sz="900" spc="54" kern="0" b="0" i="0" dirty="0">
                <a:solidFill>
                  <a:srgbClr val="50658E"/>
                </a:solidFill>
                <a:latin typeface="IBM Plex Mono Medium"/>
                <a:ea typeface="IBM Plex Mono Medium"/>
                <a:cs typeface="IBM Plex Mono Medium"/>
              </a:endParaRPr>
            </a:p>
          </p:txBody>
        </p:sp>
      </p:grpSp>
      <p:grpSp>
        <p:nvGrpSpPr>
          <p:cNvPr id="101" name="node14"/>
          <p:cNvGrpSpPr/>
          <p:nvPr/>
        </p:nvGrpSpPr>
        <p:grpSpPr>
          <a:xfrm>
            <a:off x="3070860" y="4267200"/>
            <a:ext cx="1661160" cy="228600"/>
            <a:chOff x="3070860" y="4267200"/>
            <a:chExt cx="1661160" cy="228600"/>
          </a:xfrm>
        </p:grpSpPr>
        <p:sp>
          <p:nvSpPr>
            <p:cNvPr id="36" name="node14.text"/>
            <p:cNvSpPr/>
            <p:nvPr/>
          </p:nvSpPr>
          <p:spPr>
            <a:xfrm>
              <a:off x="3070860" y="4267200"/>
              <a:ext cx="166116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Controller</a:t>
              </a:r>
              <a:endParaRPr lang="en-US" sz="1200" spc="0" kern="0" b="0" i="0" dirty="0">
                <a:solidFill>
                  <a:srgbClr val="070154"/>
                </a:solidFill>
                <a:latin typeface="IBM Plex Sans"/>
                <a:ea typeface="IBM Plex Sans"/>
                <a:cs typeface="IBM Plex Sans"/>
              </a:endParaRPr>
            </a:p>
          </p:txBody>
        </p:sp>
      </p:grpSp>
      <p:grpSp>
        <p:nvGrpSpPr>
          <p:cNvPr id="102" name="node15"/>
          <p:cNvGrpSpPr/>
          <p:nvPr/>
        </p:nvGrpSpPr>
        <p:grpSpPr>
          <a:xfrm>
            <a:off x="3070860" y="4648200"/>
            <a:ext cx="1661160" cy="152400"/>
            <a:chOff x="3070860" y="4648200"/>
            <a:chExt cx="1661160" cy="152400"/>
          </a:xfrm>
        </p:grpSpPr>
        <p:sp>
          <p:nvSpPr>
            <p:cNvPr id="37" name="node15.text"/>
            <p:cNvSpPr/>
            <p:nvPr/>
          </p:nvSpPr>
          <p:spPr>
            <a:xfrm>
              <a:off x="3070860" y="4648200"/>
              <a:ext cx="166116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SYSTEMS</a:t>
              </a:r>
              <a:endParaRPr lang="en-US" sz="900" spc="54" kern="0" b="0" i="0" dirty="0">
                <a:solidFill>
                  <a:srgbClr val="50658E"/>
                </a:solidFill>
                <a:latin typeface="IBM Plex Mono Medium"/>
                <a:ea typeface="IBM Plex Mono Medium"/>
                <a:cs typeface="IBM Plex Mono Medium"/>
              </a:endParaRPr>
            </a:p>
          </p:txBody>
        </p:sp>
      </p:grpSp>
      <p:grpSp>
        <p:nvGrpSpPr>
          <p:cNvPr id="103" name="node16"/>
          <p:cNvGrpSpPr/>
          <p:nvPr/>
        </p:nvGrpSpPr>
        <p:grpSpPr>
          <a:xfrm>
            <a:off x="3070860" y="4876800"/>
            <a:ext cx="1661160" cy="228600"/>
            <a:chOff x="3070860" y="4876800"/>
            <a:chExt cx="1661160" cy="228600"/>
          </a:xfrm>
        </p:grpSpPr>
        <p:sp>
          <p:nvSpPr>
            <p:cNvPr id="38" name="node16.text"/>
            <p:cNvSpPr/>
            <p:nvPr/>
          </p:nvSpPr>
          <p:spPr>
            <a:xfrm>
              <a:off x="3070860" y="4876800"/>
              <a:ext cx="166116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ERP billing module</a:t>
              </a:r>
              <a:endParaRPr lang="en-US" sz="1200" spc="0" kern="0" b="0" i="0" dirty="0">
                <a:solidFill>
                  <a:srgbClr val="070154"/>
                </a:solidFill>
                <a:latin typeface="IBM Plex Sans"/>
                <a:ea typeface="IBM Plex Sans"/>
                <a:cs typeface="IBM Plex Sans"/>
              </a:endParaRPr>
            </a:p>
          </p:txBody>
        </p:sp>
      </p:grpSp>
      <p:grpSp>
        <p:nvGrpSpPr>
          <p:cNvPr id="104" name="node17"/>
          <p:cNvGrpSpPr/>
          <p:nvPr/>
        </p:nvGrpSpPr>
        <p:grpSpPr>
          <a:xfrm>
            <a:off x="5113020" y="1600200"/>
            <a:ext cx="2194560" cy="685800"/>
            <a:chOff x="5113020" y="1600200"/>
            <a:chExt cx="2194560" cy="685800"/>
          </a:xfrm>
        </p:grpSpPr>
        <p:sp>
          <p:nvSpPr>
            <p:cNvPr id="39" name="node17.surface"/>
            <p:cNvSpPr/>
            <p:nvPr/>
          </p:nvSpPr>
          <p:spPr>
            <a:xfrm>
              <a:off x="5113020" y="1600200"/>
              <a:ext cx="2194560" cy="685800"/>
            </a:xfrm>
            <a:custGeom>
              <a:avLst/>
              <a:gdLst/>
              <a:ahLst/>
              <a:cxnLst/>
              <a:rect l="l" t="t" r="r" b="b"/>
              <a:pathLst>
                <a:path w="2194560" h="685800">
                  <a:moveTo>
                    <a:pt x="0" y="0"/>
                  </a:moveTo>
                  <a:lnTo>
                    <a:pt x="1965960" y="0"/>
                  </a:lnTo>
                  <a:lnTo>
                    <a:pt x="2194560" y="342900"/>
                  </a:lnTo>
                  <a:lnTo>
                    <a:pt x="1965960" y="685800"/>
                  </a:lnTo>
                  <a:lnTo>
                    <a:pt x="0" y="685800"/>
                  </a:lnTo>
                  <a:lnTo>
                    <a:pt x="228600" y="342900"/>
                  </a:lnTo>
                  <a:close/>
                </a:path>
              </a:pathLst>
            </a:custGeom>
            <a:solidFill>
              <a:srgbClr val="070154"/>
            </a:solidFill>
            <a:ln>
              <a:noFill/>
            </a:ln>
          </p:spPr>
        </p:sp>
        <p:sp>
          <p:nvSpPr>
            <p:cNvPr id="40" name="node17.text"/>
            <p:cNvSpPr/>
            <p:nvPr/>
          </p:nvSpPr>
          <p:spPr>
            <a:xfrm>
              <a:off x="5494020" y="1809750"/>
              <a:ext cx="150876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FFFFFF"/>
                  </a:solidFill>
                  <a:latin typeface="IBM Plex Sans"/>
                  <a:ea typeface="IBM Plex Sans"/>
                  <a:cs typeface="IBM Plex Sans"/>
                </a:rPr>
                <a:t>Procure to pay</a:t>
              </a:r>
              <a:endParaRPr lang="en-US" sz="1400" spc="0" kern="0" b="0" i="0" dirty="0">
                <a:solidFill>
                  <a:srgbClr val="FFFFFF"/>
                </a:solidFill>
                <a:latin typeface="IBM Plex Sans"/>
                <a:ea typeface="IBM Plex Sans"/>
                <a:cs typeface="IBM Plex Sans"/>
              </a:endParaRPr>
            </a:p>
          </p:txBody>
        </p:sp>
      </p:grpSp>
      <p:grpSp>
        <p:nvGrpSpPr>
          <p:cNvPr id="105" name="node18"/>
          <p:cNvGrpSpPr/>
          <p:nvPr/>
        </p:nvGrpSpPr>
        <p:grpSpPr>
          <a:xfrm>
            <a:off x="5113020" y="2514600"/>
            <a:ext cx="1965960" cy="2743200"/>
            <a:chOff x="5113020" y="2514600"/>
            <a:chExt cx="1965960" cy="2743200"/>
          </a:xfrm>
        </p:grpSpPr>
        <p:sp>
          <p:nvSpPr>
            <p:cNvPr id="41" name="node18.container"/>
            <p:cNvSpPr/>
            <p:nvPr/>
          </p:nvSpPr>
          <p:spPr>
            <a:xfrm>
              <a:off x="5113020" y="2514600"/>
              <a:ext cx="1965960" cy="2743200"/>
            </a:xfrm>
            <a:prstGeom prst="rect">
              <a:avLst/>
            </a:prstGeom>
            <a:solidFill>
              <a:srgbClr val="CED7E6"/>
            </a:solidFill>
            <a:ln>
              <a:noFill/>
            </a:ln>
          </p:spPr>
        </p:sp>
      </p:grpSp>
      <p:grpSp>
        <p:nvGrpSpPr>
          <p:cNvPr id="106" name="node19"/>
          <p:cNvGrpSpPr/>
          <p:nvPr/>
        </p:nvGrpSpPr>
        <p:grpSpPr>
          <a:xfrm>
            <a:off x="5265420" y="2667000"/>
            <a:ext cx="1661160" cy="152400"/>
            <a:chOff x="5265420" y="2667000"/>
            <a:chExt cx="1661160" cy="152400"/>
          </a:xfrm>
        </p:grpSpPr>
        <p:sp>
          <p:nvSpPr>
            <p:cNvPr id="42" name="node19.text"/>
            <p:cNvSpPr/>
            <p:nvPr/>
          </p:nvSpPr>
          <p:spPr>
            <a:xfrm>
              <a:off x="5265420" y="2667000"/>
              <a:ext cx="166116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PROCESS ELEMENTS</a:t>
              </a:r>
              <a:endParaRPr lang="en-US" sz="900" spc="54" kern="0" b="0" i="0" dirty="0">
                <a:solidFill>
                  <a:srgbClr val="50658E"/>
                </a:solidFill>
                <a:latin typeface="IBM Plex Mono Medium"/>
                <a:ea typeface="IBM Plex Mono Medium"/>
                <a:cs typeface="IBM Plex Mono Medium"/>
              </a:endParaRPr>
            </a:p>
          </p:txBody>
        </p:sp>
      </p:grpSp>
      <p:grpSp>
        <p:nvGrpSpPr>
          <p:cNvPr id="107" name="node20"/>
          <p:cNvGrpSpPr/>
          <p:nvPr/>
        </p:nvGrpSpPr>
        <p:grpSpPr>
          <a:xfrm>
            <a:off x="5265420" y="2895600"/>
            <a:ext cx="1661160" cy="1028700"/>
            <a:chOff x="5265420" y="2895600"/>
            <a:chExt cx="1661160" cy="1028700"/>
          </a:xfrm>
        </p:grpSpPr>
        <p:sp>
          <p:nvSpPr>
            <p:cNvPr id="43" name="node20.source-001.bullet"/>
            <p:cNvSpPr/>
            <p:nvPr/>
          </p:nvSpPr>
          <p:spPr>
            <a:xfrm>
              <a:off x="5265420" y="2984500"/>
              <a:ext cx="38100" cy="38100"/>
            </a:xfrm>
            <a:prstGeom prst="rect">
              <a:avLst/>
            </a:prstGeom>
            <a:solidFill>
              <a:srgbClr val="070154"/>
            </a:solidFill>
            <a:ln>
              <a:noFill/>
            </a:ln>
          </p:spPr>
        </p:sp>
        <p:sp>
          <p:nvSpPr>
            <p:cNvPr id="44" name="node20.source-001.text"/>
            <p:cNvSpPr/>
            <p:nvPr/>
          </p:nvSpPr>
          <p:spPr>
            <a:xfrm>
              <a:off x="5417820" y="2895600"/>
              <a:ext cx="150876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Sourcing</a:t>
              </a:r>
              <a:endParaRPr lang="en-US" sz="1200" spc="0" kern="0" b="0" i="0" dirty="0">
                <a:solidFill>
                  <a:srgbClr val="070154"/>
                </a:solidFill>
                <a:latin typeface="IBM Plex Sans"/>
                <a:ea typeface="IBM Plex Sans"/>
                <a:cs typeface="IBM Plex Sans"/>
              </a:endParaRPr>
            </a:p>
          </p:txBody>
        </p:sp>
        <p:sp>
          <p:nvSpPr>
            <p:cNvPr id="45" name="node20.source-002.bullet"/>
            <p:cNvSpPr/>
            <p:nvPr/>
          </p:nvSpPr>
          <p:spPr>
            <a:xfrm>
              <a:off x="5265420" y="3251200"/>
              <a:ext cx="38100" cy="38100"/>
            </a:xfrm>
            <a:prstGeom prst="rect">
              <a:avLst/>
            </a:prstGeom>
            <a:solidFill>
              <a:srgbClr val="070154"/>
            </a:solidFill>
            <a:ln>
              <a:noFill/>
            </a:ln>
          </p:spPr>
        </p:sp>
        <p:sp>
          <p:nvSpPr>
            <p:cNvPr id="46" name="node20.source-002.text"/>
            <p:cNvSpPr/>
            <p:nvPr/>
          </p:nvSpPr>
          <p:spPr>
            <a:xfrm>
              <a:off x="5417820" y="3162300"/>
              <a:ext cx="150876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Purchase orders</a:t>
              </a:r>
              <a:endParaRPr lang="en-US" sz="1200" spc="0" kern="0" b="0" i="0" dirty="0">
                <a:solidFill>
                  <a:srgbClr val="070154"/>
                </a:solidFill>
                <a:latin typeface="IBM Plex Sans"/>
                <a:ea typeface="IBM Plex Sans"/>
                <a:cs typeface="IBM Plex Sans"/>
              </a:endParaRPr>
            </a:p>
          </p:txBody>
        </p:sp>
        <p:sp>
          <p:nvSpPr>
            <p:cNvPr id="47" name="node20.source-003.bullet"/>
            <p:cNvSpPr/>
            <p:nvPr/>
          </p:nvSpPr>
          <p:spPr>
            <a:xfrm>
              <a:off x="5265420" y="3517900"/>
              <a:ext cx="38100" cy="38100"/>
            </a:xfrm>
            <a:prstGeom prst="rect">
              <a:avLst/>
            </a:prstGeom>
            <a:solidFill>
              <a:srgbClr val="070154"/>
            </a:solidFill>
            <a:ln>
              <a:noFill/>
            </a:ln>
          </p:spPr>
        </p:sp>
        <p:sp>
          <p:nvSpPr>
            <p:cNvPr id="48" name="node20.source-003.text"/>
            <p:cNvSpPr/>
            <p:nvPr/>
          </p:nvSpPr>
          <p:spPr>
            <a:xfrm>
              <a:off x="5417820" y="3429000"/>
              <a:ext cx="150876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Invoice processing</a:t>
              </a:r>
              <a:endParaRPr lang="en-US" sz="1200" spc="0" kern="0" b="0" i="0" dirty="0">
                <a:solidFill>
                  <a:srgbClr val="070154"/>
                </a:solidFill>
                <a:latin typeface="IBM Plex Sans"/>
                <a:ea typeface="IBM Plex Sans"/>
                <a:cs typeface="IBM Plex Sans"/>
              </a:endParaRPr>
            </a:p>
          </p:txBody>
        </p:sp>
        <p:sp>
          <p:nvSpPr>
            <p:cNvPr id="49" name="node20.source-004.bullet"/>
            <p:cNvSpPr/>
            <p:nvPr/>
          </p:nvSpPr>
          <p:spPr>
            <a:xfrm>
              <a:off x="5265420" y="3784600"/>
              <a:ext cx="38100" cy="38100"/>
            </a:xfrm>
            <a:prstGeom prst="rect">
              <a:avLst/>
            </a:prstGeom>
            <a:solidFill>
              <a:srgbClr val="070154"/>
            </a:solidFill>
            <a:ln>
              <a:noFill/>
            </a:ln>
          </p:spPr>
        </p:sp>
        <p:sp>
          <p:nvSpPr>
            <p:cNvPr id="50" name="node20.source-004.text"/>
            <p:cNvSpPr/>
            <p:nvPr/>
          </p:nvSpPr>
          <p:spPr>
            <a:xfrm>
              <a:off x="5417820" y="3695700"/>
              <a:ext cx="150876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Vendor payments</a:t>
              </a:r>
              <a:endParaRPr lang="en-US" sz="1200" spc="0" kern="0" b="0" i="0" dirty="0">
                <a:solidFill>
                  <a:srgbClr val="070154"/>
                </a:solidFill>
                <a:latin typeface="IBM Plex Sans"/>
                <a:ea typeface="IBM Plex Sans"/>
                <a:cs typeface="IBM Plex Sans"/>
              </a:endParaRPr>
            </a:p>
          </p:txBody>
        </p:sp>
      </p:grpSp>
      <p:grpSp>
        <p:nvGrpSpPr>
          <p:cNvPr id="108" name="node21"/>
          <p:cNvGrpSpPr/>
          <p:nvPr/>
        </p:nvGrpSpPr>
        <p:grpSpPr>
          <a:xfrm>
            <a:off x="5265420" y="4038600"/>
            <a:ext cx="1661160" cy="152400"/>
            <a:chOff x="5265420" y="4038600"/>
            <a:chExt cx="1661160" cy="152400"/>
          </a:xfrm>
        </p:grpSpPr>
        <p:sp>
          <p:nvSpPr>
            <p:cNvPr id="51" name="node21.text"/>
            <p:cNvSpPr/>
            <p:nvPr/>
          </p:nvSpPr>
          <p:spPr>
            <a:xfrm>
              <a:off x="5265420" y="4038600"/>
              <a:ext cx="166116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OWNER</a:t>
              </a:r>
              <a:endParaRPr lang="en-US" sz="900" spc="54" kern="0" b="0" i="0" dirty="0">
                <a:solidFill>
                  <a:srgbClr val="50658E"/>
                </a:solidFill>
                <a:latin typeface="IBM Plex Mono Medium"/>
                <a:ea typeface="IBM Plex Mono Medium"/>
                <a:cs typeface="IBM Plex Mono Medium"/>
              </a:endParaRPr>
            </a:p>
          </p:txBody>
        </p:sp>
      </p:grpSp>
      <p:grpSp>
        <p:nvGrpSpPr>
          <p:cNvPr id="109" name="node22"/>
          <p:cNvGrpSpPr/>
          <p:nvPr/>
        </p:nvGrpSpPr>
        <p:grpSpPr>
          <a:xfrm>
            <a:off x="5265420" y="4267200"/>
            <a:ext cx="1661160" cy="228600"/>
            <a:chOff x="5265420" y="4267200"/>
            <a:chExt cx="1661160" cy="228600"/>
          </a:xfrm>
        </p:grpSpPr>
        <p:sp>
          <p:nvSpPr>
            <p:cNvPr id="52" name="node22.text"/>
            <p:cNvSpPr/>
            <p:nvPr/>
          </p:nvSpPr>
          <p:spPr>
            <a:xfrm>
              <a:off x="5265420" y="4267200"/>
              <a:ext cx="166116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Director, AP</a:t>
              </a:r>
              <a:endParaRPr lang="en-US" sz="1200" spc="0" kern="0" b="0" i="0" dirty="0">
                <a:solidFill>
                  <a:srgbClr val="070154"/>
                </a:solidFill>
                <a:latin typeface="IBM Plex Sans"/>
                <a:ea typeface="IBM Plex Sans"/>
                <a:cs typeface="IBM Plex Sans"/>
              </a:endParaRPr>
            </a:p>
          </p:txBody>
        </p:sp>
      </p:grpSp>
      <p:grpSp>
        <p:nvGrpSpPr>
          <p:cNvPr id="110" name="node23"/>
          <p:cNvGrpSpPr/>
          <p:nvPr/>
        </p:nvGrpSpPr>
        <p:grpSpPr>
          <a:xfrm>
            <a:off x="5265420" y="4648200"/>
            <a:ext cx="1661160" cy="152400"/>
            <a:chOff x="5265420" y="4648200"/>
            <a:chExt cx="1661160" cy="152400"/>
          </a:xfrm>
        </p:grpSpPr>
        <p:sp>
          <p:nvSpPr>
            <p:cNvPr id="53" name="node23.text"/>
            <p:cNvSpPr/>
            <p:nvPr/>
          </p:nvSpPr>
          <p:spPr>
            <a:xfrm>
              <a:off x="5265420" y="4648200"/>
              <a:ext cx="166116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SYSTEMS</a:t>
              </a:r>
              <a:endParaRPr lang="en-US" sz="900" spc="54" kern="0" b="0" i="0" dirty="0">
                <a:solidFill>
                  <a:srgbClr val="50658E"/>
                </a:solidFill>
                <a:latin typeface="IBM Plex Mono Medium"/>
                <a:ea typeface="IBM Plex Mono Medium"/>
                <a:cs typeface="IBM Plex Mono Medium"/>
              </a:endParaRPr>
            </a:p>
          </p:txBody>
        </p:sp>
      </p:grpSp>
      <p:grpSp>
        <p:nvGrpSpPr>
          <p:cNvPr id="111" name="node24"/>
          <p:cNvGrpSpPr/>
          <p:nvPr/>
        </p:nvGrpSpPr>
        <p:grpSpPr>
          <a:xfrm>
            <a:off x="5265420" y="4876800"/>
            <a:ext cx="1661160" cy="228600"/>
            <a:chOff x="5265420" y="4876800"/>
            <a:chExt cx="1661160" cy="228600"/>
          </a:xfrm>
        </p:grpSpPr>
        <p:sp>
          <p:nvSpPr>
            <p:cNvPr id="54" name="node24.text"/>
            <p:cNvSpPr/>
            <p:nvPr/>
          </p:nvSpPr>
          <p:spPr>
            <a:xfrm>
              <a:off x="5265420" y="4876800"/>
              <a:ext cx="166116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ERP and AP automation</a:t>
              </a:r>
              <a:endParaRPr lang="en-US" sz="1200" spc="0" kern="0" b="0" i="0" dirty="0">
                <a:solidFill>
                  <a:srgbClr val="070154"/>
                </a:solidFill>
                <a:latin typeface="IBM Plex Sans"/>
                <a:ea typeface="IBM Plex Sans"/>
                <a:cs typeface="IBM Plex Sans"/>
              </a:endParaRPr>
            </a:p>
          </p:txBody>
        </p:sp>
      </p:grpSp>
      <p:grpSp>
        <p:nvGrpSpPr>
          <p:cNvPr id="112" name="node25"/>
          <p:cNvGrpSpPr/>
          <p:nvPr/>
        </p:nvGrpSpPr>
        <p:grpSpPr>
          <a:xfrm>
            <a:off x="7307580" y="1600200"/>
            <a:ext cx="2194560" cy="685800"/>
            <a:chOff x="7307580" y="1600200"/>
            <a:chExt cx="2194560" cy="685800"/>
          </a:xfrm>
        </p:grpSpPr>
        <p:sp>
          <p:nvSpPr>
            <p:cNvPr id="55" name="node25.surface"/>
            <p:cNvSpPr/>
            <p:nvPr/>
          </p:nvSpPr>
          <p:spPr>
            <a:xfrm>
              <a:off x="7307580" y="1600200"/>
              <a:ext cx="2194560" cy="685800"/>
            </a:xfrm>
            <a:custGeom>
              <a:avLst/>
              <a:gdLst/>
              <a:ahLst/>
              <a:cxnLst/>
              <a:rect l="l" t="t" r="r" b="b"/>
              <a:pathLst>
                <a:path w="2194560" h="685800">
                  <a:moveTo>
                    <a:pt x="0" y="0"/>
                  </a:moveTo>
                  <a:lnTo>
                    <a:pt x="1965960" y="0"/>
                  </a:lnTo>
                  <a:lnTo>
                    <a:pt x="2194560" y="342900"/>
                  </a:lnTo>
                  <a:lnTo>
                    <a:pt x="1965960" y="685800"/>
                  </a:lnTo>
                  <a:lnTo>
                    <a:pt x="0" y="685800"/>
                  </a:lnTo>
                  <a:lnTo>
                    <a:pt x="228600" y="342900"/>
                  </a:lnTo>
                  <a:close/>
                </a:path>
              </a:pathLst>
            </a:custGeom>
            <a:solidFill>
              <a:srgbClr val="070154"/>
            </a:solidFill>
            <a:ln>
              <a:noFill/>
            </a:ln>
          </p:spPr>
        </p:sp>
        <p:sp>
          <p:nvSpPr>
            <p:cNvPr id="56" name="node25.text"/>
            <p:cNvSpPr/>
            <p:nvPr/>
          </p:nvSpPr>
          <p:spPr>
            <a:xfrm>
              <a:off x="7688580" y="1809750"/>
              <a:ext cx="150876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FFFFFF"/>
                  </a:solidFill>
                  <a:latin typeface="IBM Plex Sans"/>
                  <a:ea typeface="IBM Plex Sans"/>
                  <a:cs typeface="IBM Plex Sans"/>
                </a:rPr>
                <a:t>Record to report</a:t>
              </a:r>
              <a:endParaRPr lang="en-US" sz="1400" spc="0" kern="0" b="0" i="0" dirty="0">
                <a:solidFill>
                  <a:srgbClr val="FFFFFF"/>
                </a:solidFill>
                <a:latin typeface="IBM Plex Sans"/>
                <a:ea typeface="IBM Plex Sans"/>
                <a:cs typeface="IBM Plex Sans"/>
              </a:endParaRPr>
            </a:p>
          </p:txBody>
        </p:sp>
      </p:grpSp>
      <p:grpSp>
        <p:nvGrpSpPr>
          <p:cNvPr id="113" name="node26"/>
          <p:cNvGrpSpPr/>
          <p:nvPr/>
        </p:nvGrpSpPr>
        <p:grpSpPr>
          <a:xfrm>
            <a:off x="7307580" y="2514600"/>
            <a:ext cx="1965960" cy="2743200"/>
            <a:chOff x="7307580" y="2514600"/>
            <a:chExt cx="1965960" cy="2743200"/>
          </a:xfrm>
        </p:grpSpPr>
        <p:sp>
          <p:nvSpPr>
            <p:cNvPr id="57" name="node26.container"/>
            <p:cNvSpPr/>
            <p:nvPr/>
          </p:nvSpPr>
          <p:spPr>
            <a:xfrm>
              <a:off x="7307580" y="2514600"/>
              <a:ext cx="1965960" cy="2743200"/>
            </a:xfrm>
            <a:prstGeom prst="rect">
              <a:avLst/>
            </a:prstGeom>
            <a:solidFill>
              <a:srgbClr val="CED7E6"/>
            </a:solidFill>
            <a:ln>
              <a:noFill/>
            </a:ln>
          </p:spPr>
        </p:sp>
      </p:grpSp>
      <p:grpSp>
        <p:nvGrpSpPr>
          <p:cNvPr id="114" name="node27"/>
          <p:cNvGrpSpPr/>
          <p:nvPr/>
        </p:nvGrpSpPr>
        <p:grpSpPr>
          <a:xfrm>
            <a:off x="7459980" y="2667000"/>
            <a:ext cx="1661160" cy="152400"/>
            <a:chOff x="7459980" y="2667000"/>
            <a:chExt cx="1661160" cy="152400"/>
          </a:xfrm>
        </p:grpSpPr>
        <p:sp>
          <p:nvSpPr>
            <p:cNvPr id="58" name="node27.text"/>
            <p:cNvSpPr/>
            <p:nvPr/>
          </p:nvSpPr>
          <p:spPr>
            <a:xfrm>
              <a:off x="7459980" y="2667000"/>
              <a:ext cx="166116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PROCESS ELEMENTS</a:t>
              </a:r>
              <a:endParaRPr lang="en-US" sz="900" spc="54" kern="0" b="0" i="0" dirty="0">
                <a:solidFill>
                  <a:srgbClr val="50658E"/>
                </a:solidFill>
                <a:latin typeface="IBM Plex Mono Medium"/>
                <a:ea typeface="IBM Plex Mono Medium"/>
                <a:cs typeface="IBM Plex Mono Medium"/>
              </a:endParaRPr>
            </a:p>
          </p:txBody>
        </p:sp>
      </p:grpSp>
      <p:grpSp>
        <p:nvGrpSpPr>
          <p:cNvPr id="115" name="node28"/>
          <p:cNvGrpSpPr/>
          <p:nvPr/>
        </p:nvGrpSpPr>
        <p:grpSpPr>
          <a:xfrm>
            <a:off x="7459980" y="2895600"/>
            <a:ext cx="1661160" cy="1028700"/>
            <a:chOff x="7459980" y="2895600"/>
            <a:chExt cx="1661160" cy="1028700"/>
          </a:xfrm>
        </p:grpSpPr>
        <p:sp>
          <p:nvSpPr>
            <p:cNvPr id="59" name="node28.source-001.bullet"/>
            <p:cNvSpPr/>
            <p:nvPr/>
          </p:nvSpPr>
          <p:spPr>
            <a:xfrm>
              <a:off x="7459980" y="2984500"/>
              <a:ext cx="38100" cy="38100"/>
            </a:xfrm>
            <a:prstGeom prst="rect">
              <a:avLst/>
            </a:prstGeom>
            <a:solidFill>
              <a:srgbClr val="070154"/>
            </a:solidFill>
            <a:ln>
              <a:noFill/>
            </a:ln>
          </p:spPr>
        </p:sp>
        <p:sp>
          <p:nvSpPr>
            <p:cNvPr id="60" name="node28.source-001.text"/>
            <p:cNvSpPr/>
            <p:nvPr/>
          </p:nvSpPr>
          <p:spPr>
            <a:xfrm>
              <a:off x="7612380" y="2895600"/>
              <a:ext cx="150876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Journal entries</a:t>
              </a:r>
              <a:endParaRPr lang="en-US" sz="1200" spc="0" kern="0" b="0" i="0" dirty="0">
                <a:solidFill>
                  <a:srgbClr val="070154"/>
                </a:solidFill>
                <a:latin typeface="IBM Plex Sans"/>
                <a:ea typeface="IBM Plex Sans"/>
                <a:cs typeface="IBM Plex Sans"/>
              </a:endParaRPr>
            </a:p>
          </p:txBody>
        </p:sp>
        <p:sp>
          <p:nvSpPr>
            <p:cNvPr id="61" name="node28.source-002.bullet"/>
            <p:cNvSpPr/>
            <p:nvPr/>
          </p:nvSpPr>
          <p:spPr>
            <a:xfrm>
              <a:off x="7459980" y="3251200"/>
              <a:ext cx="38100" cy="38100"/>
            </a:xfrm>
            <a:prstGeom prst="rect">
              <a:avLst/>
            </a:prstGeom>
            <a:solidFill>
              <a:srgbClr val="070154"/>
            </a:solidFill>
            <a:ln>
              <a:noFill/>
            </a:ln>
          </p:spPr>
        </p:sp>
        <p:sp>
          <p:nvSpPr>
            <p:cNvPr id="62" name="node28.source-002.text"/>
            <p:cNvSpPr/>
            <p:nvPr/>
          </p:nvSpPr>
          <p:spPr>
            <a:xfrm>
              <a:off x="7612380" y="3162300"/>
              <a:ext cx="150876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Reconciliation</a:t>
              </a:r>
              <a:endParaRPr lang="en-US" sz="1200" spc="0" kern="0" b="0" i="0" dirty="0">
                <a:solidFill>
                  <a:srgbClr val="070154"/>
                </a:solidFill>
                <a:latin typeface="IBM Plex Sans"/>
                <a:ea typeface="IBM Plex Sans"/>
                <a:cs typeface="IBM Plex Sans"/>
              </a:endParaRPr>
            </a:p>
          </p:txBody>
        </p:sp>
        <p:sp>
          <p:nvSpPr>
            <p:cNvPr id="63" name="node28.source-003.bullet"/>
            <p:cNvSpPr/>
            <p:nvPr/>
          </p:nvSpPr>
          <p:spPr>
            <a:xfrm>
              <a:off x="7459980" y="3517900"/>
              <a:ext cx="38100" cy="38100"/>
            </a:xfrm>
            <a:prstGeom prst="rect">
              <a:avLst/>
            </a:prstGeom>
            <a:solidFill>
              <a:srgbClr val="070154"/>
            </a:solidFill>
            <a:ln>
              <a:noFill/>
            </a:ln>
          </p:spPr>
        </p:sp>
        <p:sp>
          <p:nvSpPr>
            <p:cNvPr id="64" name="node28.source-003.text"/>
            <p:cNvSpPr/>
            <p:nvPr/>
          </p:nvSpPr>
          <p:spPr>
            <a:xfrm>
              <a:off x="7612380" y="3429000"/>
              <a:ext cx="150876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Consolidation</a:t>
              </a:r>
              <a:endParaRPr lang="en-US" sz="1200" spc="0" kern="0" b="0" i="0" dirty="0">
                <a:solidFill>
                  <a:srgbClr val="070154"/>
                </a:solidFill>
                <a:latin typeface="IBM Plex Sans"/>
                <a:ea typeface="IBM Plex Sans"/>
                <a:cs typeface="IBM Plex Sans"/>
              </a:endParaRPr>
            </a:p>
          </p:txBody>
        </p:sp>
        <p:sp>
          <p:nvSpPr>
            <p:cNvPr id="65" name="node28.source-004.bullet"/>
            <p:cNvSpPr/>
            <p:nvPr/>
          </p:nvSpPr>
          <p:spPr>
            <a:xfrm>
              <a:off x="7459980" y="3784600"/>
              <a:ext cx="38100" cy="38100"/>
            </a:xfrm>
            <a:prstGeom prst="rect">
              <a:avLst/>
            </a:prstGeom>
            <a:solidFill>
              <a:srgbClr val="070154"/>
            </a:solidFill>
            <a:ln>
              <a:noFill/>
            </a:ln>
          </p:spPr>
        </p:sp>
        <p:sp>
          <p:nvSpPr>
            <p:cNvPr id="66" name="node28.source-004.text"/>
            <p:cNvSpPr/>
            <p:nvPr/>
          </p:nvSpPr>
          <p:spPr>
            <a:xfrm>
              <a:off x="7612380" y="3695700"/>
              <a:ext cx="150876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Financial reporting</a:t>
              </a:r>
              <a:endParaRPr lang="en-US" sz="1200" spc="0" kern="0" b="0" i="0" dirty="0">
                <a:solidFill>
                  <a:srgbClr val="070154"/>
                </a:solidFill>
                <a:latin typeface="IBM Plex Sans"/>
                <a:ea typeface="IBM Plex Sans"/>
                <a:cs typeface="IBM Plex Sans"/>
              </a:endParaRPr>
            </a:p>
          </p:txBody>
        </p:sp>
      </p:grpSp>
      <p:grpSp>
        <p:nvGrpSpPr>
          <p:cNvPr id="116" name="node29"/>
          <p:cNvGrpSpPr/>
          <p:nvPr/>
        </p:nvGrpSpPr>
        <p:grpSpPr>
          <a:xfrm>
            <a:off x="7459980" y="4038600"/>
            <a:ext cx="1661160" cy="152400"/>
            <a:chOff x="7459980" y="4038600"/>
            <a:chExt cx="1661160" cy="152400"/>
          </a:xfrm>
        </p:grpSpPr>
        <p:sp>
          <p:nvSpPr>
            <p:cNvPr id="67" name="node29.text"/>
            <p:cNvSpPr/>
            <p:nvPr/>
          </p:nvSpPr>
          <p:spPr>
            <a:xfrm>
              <a:off x="7459980" y="4038600"/>
              <a:ext cx="166116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OWNER</a:t>
              </a:r>
              <a:endParaRPr lang="en-US" sz="900" spc="54" kern="0" b="0" i="0" dirty="0">
                <a:solidFill>
                  <a:srgbClr val="50658E"/>
                </a:solidFill>
                <a:latin typeface="IBM Plex Mono Medium"/>
                <a:ea typeface="IBM Plex Mono Medium"/>
                <a:cs typeface="IBM Plex Mono Medium"/>
              </a:endParaRPr>
            </a:p>
          </p:txBody>
        </p:sp>
      </p:grpSp>
      <p:grpSp>
        <p:nvGrpSpPr>
          <p:cNvPr id="117" name="node30"/>
          <p:cNvGrpSpPr/>
          <p:nvPr/>
        </p:nvGrpSpPr>
        <p:grpSpPr>
          <a:xfrm>
            <a:off x="7459980" y="4267200"/>
            <a:ext cx="1661160" cy="228600"/>
            <a:chOff x="7459980" y="4267200"/>
            <a:chExt cx="1661160" cy="228600"/>
          </a:xfrm>
        </p:grpSpPr>
        <p:sp>
          <p:nvSpPr>
            <p:cNvPr id="68" name="node30.text"/>
            <p:cNvSpPr/>
            <p:nvPr/>
          </p:nvSpPr>
          <p:spPr>
            <a:xfrm>
              <a:off x="7459980" y="4267200"/>
              <a:ext cx="166116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Corporate controller</a:t>
              </a:r>
              <a:endParaRPr lang="en-US" sz="1200" spc="0" kern="0" b="0" i="0" dirty="0">
                <a:solidFill>
                  <a:srgbClr val="070154"/>
                </a:solidFill>
                <a:latin typeface="IBM Plex Sans"/>
                <a:ea typeface="IBM Plex Sans"/>
                <a:cs typeface="IBM Plex Sans"/>
              </a:endParaRPr>
            </a:p>
          </p:txBody>
        </p:sp>
      </p:grpSp>
      <p:grpSp>
        <p:nvGrpSpPr>
          <p:cNvPr id="118" name="node31"/>
          <p:cNvGrpSpPr/>
          <p:nvPr/>
        </p:nvGrpSpPr>
        <p:grpSpPr>
          <a:xfrm>
            <a:off x="7459980" y="4648200"/>
            <a:ext cx="1661160" cy="152400"/>
            <a:chOff x="7459980" y="4648200"/>
            <a:chExt cx="1661160" cy="152400"/>
          </a:xfrm>
        </p:grpSpPr>
        <p:sp>
          <p:nvSpPr>
            <p:cNvPr id="69" name="node31.text"/>
            <p:cNvSpPr/>
            <p:nvPr/>
          </p:nvSpPr>
          <p:spPr>
            <a:xfrm>
              <a:off x="7459980" y="4648200"/>
              <a:ext cx="166116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SYSTEMS</a:t>
              </a:r>
              <a:endParaRPr lang="en-US" sz="900" spc="54" kern="0" b="0" i="0" dirty="0">
                <a:solidFill>
                  <a:srgbClr val="50658E"/>
                </a:solidFill>
                <a:latin typeface="IBM Plex Mono Medium"/>
                <a:ea typeface="IBM Plex Mono Medium"/>
                <a:cs typeface="IBM Plex Mono Medium"/>
              </a:endParaRPr>
            </a:p>
          </p:txBody>
        </p:sp>
      </p:grpSp>
      <p:grpSp>
        <p:nvGrpSpPr>
          <p:cNvPr id="119" name="node32"/>
          <p:cNvGrpSpPr/>
          <p:nvPr/>
        </p:nvGrpSpPr>
        <p:grpSpPr>
          <a:xfrm>
            <a:off x="7459980" y="4876800"/>
            <a:ext cx="1661160" cy="228600"/>
            <a:chOff x="7459980" y="4876800"/>
            <a:chExt cx="1661160" cy="228600"/>
          </a:xfrm>
        </p:grpSpPr>
        <p:sp>
          <p:nvSpPr>
            <p:cNvPr id="70" name="node32.text"/>
            <p:cNvSpPr/>
            <p:nvPr/>
          </p:nvSpPr>
          <p:spPr>
            <a:xfrm>
              <a:off x="7459980" y="4876800"/>
              <a:ext cx="166116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ERP general ledger</a:t>
              </a:r>
              <a:endParaRPr lang="en-US" sz="1200" spc="0" kern="0" b="0" i="0" dirty="0">
                <a:solidFill>
                  <a:srgbClr val="070154"/>
                </a:solidFill>
                <a:latin typeface="IBM Plex Sans"/>
                <a:ea typeface="IBM Plex Sans"/>
                <a:cs typeface="IBM Plex Sans"/>
              </a:endParaRPr>
            </a:p>
          </p:txBody>
        </p:sp>
      </p:grpSp>
      <p:grpSp>
        <p:nvGrpSpPr>
          <p:cNvPr id="120" name="node33"/>
          <p:cNvGrpSpPr/>
          <p:nvPr/>
        </p:nvGrpSpPr>
        <p:grpSpPr>
          <a:xfrm>
            <a:off x="9502140" y="1600200"/>
            <a:ext cx="1965960" cy="685800"/>
            <a:chOff x="9502140" y="1600200"/>
            <a:chExt cx="1965960" cy="685800"/>
          </a:xfrm>
        </p:grpSpPr>
        <p:sp>
          <p:nvSpPr>
            <p:cNvPr id="71" name="node33.surface"/>
            <p:cNvSpPr/>
            <p:nvPr/>
          </p:nvSpPr>
          <p:spPr>
            <a:xfrm>
              <a:off x="9502140" y="1600200"/>
              <a:ext cx="1965960" cy="685800"/>
            </a:xfrm>
            <a:custGeom>
              <a:avLst/>
              <a:gdLst/>
              <a:ahLst/>
              <a:cxnLst/>
              <a:rect l="l" t="t" r="r" b="b"/>
              <a:pathLst>
                <a:path w="1965960" h="685800">
                  <a:moveTo>
                    <a:pt x="0" y="0"/>
                  </a:moveTo>
                  <a:lnTo>
                    <a:pt x="1737360" y="0"/>
                  </a:lnTo>
                  <a:lnTo>
                    <a:pt x="1965960" y="342900"/>
                  </a:lnTo>
                  <a:lnTo>
                    <a:pt x="1737360" y="685800"/>
                  </a:lnTo>
                  <a:lnTo>
                    <a:pt x="0" y="685800"/>
                  </a:lnTo>
                  <a:lnTo>
                    <a:pt x="228600" y="342900"/>
                  </a:lnTo>
                  <a:close/>
                </a:path>
              </a:pathLst>
            </a:custGeom>
            <a:solidFill>
              <a:srgbClr val="CED7E6"/>
            </a:solidFill>
            <a:ln>
              <a:noFill/>
            </a:ln>
          </p:spPr>
        </p:sp>
        <p:sp>
          <p:nvSpPr>
            <p:cNvPr id="72" name="node33.text"/>
            <p:cNvSpPr/>
            <p:nvPr/>
          </p:nvSpPr>
          <p:spPr>
            <a:xfrm>
              <a:off x="9883140" y="1809750"/>
              <a:ext cx="128016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070154"/>
                  </a:solidFill>
                  <a:latin typeface="IBM Plex Sans"/>
                  <a:ea typeface="IBM Plex Sans"/>
                  <a:cs typeface="IBM Plex Sans"/>
                </a:rPr>
                <a:t>Treasury &amp; tax</a:t>
              </a:r>
              <a:endParaRPr lang="en-US" sz="1400" spc="0" kern="0" b="0" i="0" dirty="0">
                <a:solidFill>
                  <a:srgbClr val="070154"/>
                </a:solidFill>
                <a:latin typeface="IBM Plex Sans"/>
                <a:ea typeface="IBM Plex Sans"/>
                <a:cs typeface="IBM Plex Sans"/>
              </a:endParaRPr>
            </a:p>
          </p:txBody>
        </p:sp>
      </p:grpSp>
      <p:grpSp>
        <p:nvGrpSpPr>
          <p:cNvPr id="121" name="node34"/>
          <p:cNvGrpSpPr/>
          <p:nvPr/>
        </p:nvGrpSpPr>
        <p:grpSpPr>
          <a:xfrm>
            <a:off x="9502140" y="2514600"/>
            <a:ext cx="1965960" cy="2743200"/>
            <a:chOff x="9502140" y="2514600"/>
            <a:chExt cx="1965960" cy="2743200"/>
          </a:xfrm>
        </p:grpSpPr>
        <p:sp>
          <p:nvSpPr>
            <p:cNvPr id="73" name="node34.container"/>
            <p:cNvSpPr/>
            <p:nvPr/>
          </p:nvSpPr>
          <p:spPr>
            <a:xfrm>
              <a:off x="9502140" y="2514600"/>
              <a:ext cx="1965960" cy="2743200"/>
            </a:xfrm>
            <a:prstGeom prst="rect">
              <a:avLst/>
            </a:prstGeom>
            <a:solidFill>
              <a:srgbClr val="E8EEF8"/>
            </a:solidFill>
            <a:ln>
              <a:noFill/>
            </a:ln>
          </p:spPr>
        </p:sp>
      </p:grpSp>
      <p:grpSp>
        <p:nvGrpSpPr>
          <p:cNvPr id="122" name="node35"/>
          <p:cNvGrpSpPr/>
          <p:nvPr/>
        </p:nvGrpSpPr>
        <p:grpSpPr>
          <a:xfrm>
            <a:off x="9654540" y="2667000"/>
            <a:ext cx="1661160" cy="152400"/>
            <a:chOff x="9654540" y="2667000"/>
            <a:chExt cx="1661160" cy="152400"/>
          </a:xfrm>
        </p:grpSpPr>
        <p:sp>
          <p:nvSpPr>
            <p:cNvPr id="74" name="node35.text"/>
            <p:cNvSpPr/>
            <p:nvPr/>
          </p:nvSpPr>
          <p:spPr>
            <a:xfrm>
              <a:off x="9654540" y="2667000"/>
              <a:ext cx="166116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PROCESS ELEMENTS</a:t>
              </a:r>
              <a:endParaRPr lang="en-US" sz="900" spc="54" kern="0" b="0" i="0" dirty="0">
                <a:solidFill>
                  <a:srgbClr val="50658E"/>
                </a:solidFill>
                <a:latin typeface="IBM Plex Mono Medium"/>
                <a:ea typeface="IBM Plex Mono Medium"/>
                <a:cs typeface="IBM Plex Mono Medium"/>
              </a:endParaRPr>
            </a:p>
          </p:txBody>
        </p:sp>
      </p:grpSp>
      <p:grpSp>
        <p:nvGrpSpPr>
          <p:cNvPr id="123" name="node36"/>
          <p:cNvGrpSpPr/>
          <p:nvPr/>
        </p:nvGrpSpPr>
        <p:grpSpPr>
          <a:xfrm>
            <a:off x="9654540" y="2895600"/>
            <a:ext cx="1661160" cy="1028700"/>
            <a:chOff x="9654540" y="2895600"/>
            <a:chExt cx="1661160" cy="1028700"/>
          </a:xfrm>
        </p:grpSpPr>
        <p:sp>
          <p:nvSpPr>
            <p:cNvPr id="75" name="node36.source-001.bullet"/>
            <p:cNvSpPr/>
            <p:nvPr/>
          </p:nvSpPr>
          <p:spPr>
            <a:xfrm>
              <a:off x="9654540" y="2984500"/>
              <a:ext cx="38100" cy="38100"/>
            </a:xfrm>
            <a:prstGeom prst="rect">
              <a:avLst/>
            </a:prstGeom>
            <a:solidFill>
              <a:srgbClr val="070154"/>
            </a:solidFill>
            <a:ln>
              <a:noFill/>
            </a:ln>
          </p:spPr>
        </p:sp>
        <p:sp>
          <p:nvSpPr>
            <p:cNvPr id="76" name="node36.source-001.text"/>
            <p:cNvSpPr/>
            <p:nvPr/>
          </p:nvSpPr>
          <p:spPr>
            <a:xfrm>
              <a:off x="9806940" y="2895600"/>
              <a:ext cx="150876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Cash positioning</a:t>
              </a:r>
              <a:endParaRPr lang="en-US" sz="1200" spc="0" kern="0" b="0" i="0" dirty="0">
                <a:solidFill>
                  <a:srgbClr val="070154"/>
                </a:solidFill>
                <a:latin typeface="IBM Plex Sans"/>
                <a:ea typeface="IBM Plex Sans"/>
                <a:cs typeface="IBM Plex Sans"/>
              </a:endParaRPr>
            </a:p>
          </p:txBody>
        </p:sp>
        <p:sp>
          <p:nvSpPr>
            <p:cNvPr id="77" name="node36.source-002.bullet"/>
            <p:cNvSpPr/>
            <p:nvPr/>
          </p:nvSpPr>
          <p:spPr>
            <a:xfrm>
              <a:off x="9654540" y="3251200"/>
              <a:ext cx="38100" cy="38100"/>
            </a:xfrm>
            <a:prstGeom prst="rect">
              <a:avLst/>
            </a:prstGeom>
            <a:solidFill>
              <a:srgbClr val="070154"/>
            </a:solidFill>
            <a:ln>
              <a:noFill/>
            </a:ln>
          </p:spPr>
        </p:sp>
        <p:sp>
          <p:nvSpPr>
            <p:cNvPr id="78" name="node36.source-002.text"/>
            <p:cNvSpPr/>
            <p:nvPr/>
          </p:nvSpPr>
          <p:spPr>
            <a:xfrm>
              <a:off x="9806940" y="3162300"/>
              <a:ext cx="150876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Debt and investment</a:t>
              </a:r>
              <a:endParaRPr lang="en-US" sz="1200" spc="0" kern="0" b="0" i="0" dirty="0">
                <a:solidFill>
                  <a:srgbClr val="070154"/>
                </a:solidFill>
                <a:latin typeface="IBM Plex Sans"/>
                <a:ea typeface="IBM Plex Sans"/>
                <a:cs typeface="IBM Plex Sans"/>
              </a:endParaRPr>
            </a:p>
          </p:txBody>
        </p:sp>
        <p:sp>
          <p:nvSpPr>
            <p:cNvPr id="79" name="node36.source-003.bullet"/>
            <p:cNvSpPr/>
            <p:nvPr/>
          </p:nvSpPr>
          <p:spPr>
            <a:xfrm>
              <a:off x="9654540" y="3517900"/>
              <a:ext cx="38100" cy="38100"/>
            </a:xfrm>
            <a:prstGeom prst="rect">
              <a:avLst/>
            </a:prstGeom>
            <a:solidFill>
              <a:srgbClr val="070154"/>
            </a:solidFill>
            <a:ln>
              <a:noFill/>
            </a:ln>
          </p:spPr>
        </p:sp>
        <p:sp>
          <p:nvSpPr>
            <p:cNvPr id="80" name="node36.source-003.text"/>
            <p:cNvSpPr/>
            <p:nvPr/>
          </p:nvSpPr>
          <p:spPr>
            <a:xfrm>
              <a:off x="9806940" y="3429000"/>
              <a:ext cx="150876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Tax provision</a:t>
              </a:r>
              <a:endParaRPr lang="en-US" sz="1200" spc="0" kern="0" b="0" i="0" dirty="0">
                <a:solidFill>
                  <a:srgbClr val="070154"/>
                </a:solidFill>
                <a:latin typeface="IBM Plex Sans"/>
                <a:ea typeface="IBM Plex Sans"/>
                <a:cs typeface="IBM Plex Sans"/>
              </a:endParaRPr>
            </a:p>
          </p:txBody>
        </p:sp>
        <p:sp>
          <p:nvSpPr>
            <p:cNvPr id="81" name="node36.source-004.bullet"/>
            <p:cNvSpPr/>
            <p:nvPr/>
          </p:nvSpPr>
          <p:spPr>
            <a:xfrm>
              <a:off x="9654540" y="3784600"/>
              <a:ext cx="38100" cy="38100"/>
            </a:xfrm>
            <a:prstGeom prst="rect">
              <a:avLst/>
            </a:prstGeom>
            <a:solidFill>
              <a:srgbClr val="070154"/>
            </a:solidFill>
            <a:ln>
              <a:noFill/>
            </a:ln>
          </p:spPr>
        </p:sp>
        <p:sp>
          <p:nvSpPr>
            <p:cNvPr id="82" name="node36.source-004.text"/>
            <p:cNvSpPr/>
            <p:nvPr/>
          </p:nvSpPr>
          <p:spPr>
            <a:xfrm>
              <a:off x="9806940" y="3695700"/>
              <a:ext cx="150876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Tax filings</a:t>
              </a:r>
              <a:endParaRPr lang="en-US" sz="1200" spc="0" kern="0" b="0" i="0" dirty="0">
                <a:solidFill>
                  <a:srgbClr val="070154"/>
                </a:solidFill>
                <a:latin typeface="IBM Plex Sans"/>
                <a:ea typeface="IBM Plex Sans"/>
                <a:cs typeface="IBM Plex Sans"/>
              </a:endParaRPr>
            </a:p>
          </p:txBody>
        </p:sp>
      </p:grpSp>
      <p:grpSp>
        <p:nvGrpSpPr>
          <p:cNvPr id="124" name="node37"/>
          <p:cNvGrpSpPr/>
          <p:nvPr/>
        </p:nvGrpSpPr>
        <p:grpSpPr>
          <a:xfrm>
            <a:off x="9654540" y="4038600"/>
            <a:ext cx="1661160" cy="152400"/>
            <a:chOff x="9654540" y="4038600"/>
            <a:chExt cx="1661160" cy="152400"/>
          </a:xfrm>
        </p:grpSpPr>
        <p:sp>
          <p:nvSpPr>
            <p:cNvPr id="83" name="node37.text"/>
            <p:cNvSpPr/>
            <p:nvPr/>
          </p:nvSpPr>
          <p:spPr>
            <a:xfrm>
              <a:off x="9654540" y="4038600"/>
              <a:ext cx="166116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OWNER</a:t>
              </a:r>
              <a:endParaRPr lang="en-US" sz="900" spc="54" kern="0" b="0" i="0" dirty="0">
                <a:solidFill>
                  <a:srgbClr val="50658E"/>
                </a:solidFill>
                <a:latin typeface="IBM Plex Mono Medium"/>
                <a:ea typeface="IBM Plex Mono Medium"/>
                <a:cs typeface="IBM Plex Mono Medium"/>
              </a:endParaRPr>
            </a:p>
          </p:txBody>
        </p:sp>
      </p:grpSp>
      <p:grpSp>
        <p:nvGrpSpPr>
          <p:cNvPr id="125" name="node38"/>
          <p:cNvGrpSpPr/>
          <p:nvPr/>
        </p:nvGrpSpPr>
        <p:grpSpPr>
          <a:xfrm>
            <a:off x="9654540" y="4267200"/>
            <a:ext cx="1661160" cy="228600"/>
            <a:chOff x="9654540" y="4267200"/>
            <a:chExt cx="1661160" cy="228600"/>
          </a:xfrm>
        </p:grpSpPr>
        <p:sp>
          <p:nvSpPr>
            <p:cNvPr id="84" name="node38.text"/>
            <p:cNvSpPr/>
            <p:nvPr/>
          </p:nvSpPr>
          <p:spPr>
            <a:xfrm>
              <a:off x="9654540" y="4267200"/>
              <a:ext cx="166116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Treasurer</a:t>
              </a:r>
              <a:endParaRPr lang="en-US" sz="1200" spc="0" kern="0" b="0" i="0" dirty="0">
                <a:solidFill>
                  <a:srgbClr val="070154"/>
                </a:solidFill>
                <a:latin typeface="IBM Plex Sans"/>
                <a:ea typeface="IBM Plex Sans"/>
                <a:cs typeface="IBM Plex Sans"/>
              </a:endParaRPr>
            </a:p>
          </p:txBody>
        </p:sp>
      </p:grpSp>
      <p:grpSp>
        <p:nvGrpSpPr>
          <p:cNvPr id="126" name="node39"/>
          <p:cNvGrpSpPr/>
          <p:nvPr/>
        </p:nvGrpSpPr>
        <p:grpSpPr>
          <a:xfrm>
            <a:off x="9654540" y="4648200"/>
            <a:ext cx="1661160" cy="152400"/>
            <a:chOff x="9654540" y="4648200"/>
            <a:chExt cx="1661160" cy="152400"/>
          </a:xfrm>
        </p:grpSpPr>
        <p:sp>
          <p:nvSpPr>
            <p:cNvPr id="85" name="node39.text"/>
            <p:cNvSpPr/>
            <p:nvPr/>
          </p:nvSpPr>
          <p:spPr>
            <a:xfrm>
              <a:off x="9654540" y="4648200"/>
              <a:ext cx="166116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SYSTEMS</a:t>
              </a:r>
              <a:endParaRPr lang="en-US" sz="900" spc="54" kern="0" b="0" i="0" dirty="0">
                <a:solidFill>
                  <a:srgbClr val="50658E"/>
                </a:solidFill>
                <a:latin typeface="IBM Plex Mono Medium"/>
                <a:ea typeface="IBM Plex Mono Medium"/>
                <a:cs typeface="IBM Plex Mono Medium"/>
              </a:endParaRPr>
            </a:p>
          </p:txBody>
        </p:sp>
      </p:grpSp>
      <p:grpSp>
        <p:nvGrpSpPr>
          <p:cNvPr id="127" name="node40"/>
          <p:cNvGrpSpPr/>
          <p:nvPr/>
        </p:nvGrpSpPr>
        <p:grpSpPr>
          <a:xfrm>
            <a:off x="9654540" y="4876800"/>
            <a:ext cx="1661160" cy="228600"/>
            <a:chOff x="9654540" y="4876800"/>
            <a:chExt cx="1661160" cy="228600"/>
          </a:xfrm>
        </p:grpSpPr>
        <p:sp>
          <p:nvSpPr>
            <p:cNvPr id="86" name="node40.text"/>
            <p:cNvSpPr/>
            <p:nvPr/>
          </p:nvSpPr>
          <p:spPr>
            <a:xfrm>
              <a:off x="9654540" y="4876800"/>
              <a:ext cx="166116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Treasury workstation</a:t>
              </a:r>
              <a:endParaRPr lang="en-US" sz="1200" spc="0" kern="0" b="0" i="0" dirty="0">
                <a:solidFill>
                  <a:srgbClr val="070154"/>
                </a:solidFill>
                <a:latin typeface="IBM Plex Sans"/>
                <a:ea typeface="IBM Plex Sans"/>
                <a:cs typeface="IBM Plex Sans"/>
              </a:endParaRPr>
            </a:p>
          </p:txBody>
        </p:sp>
      </p:grpSp>
      <p:grpSp>
        <p:nvGrpSpPr>
          <p:cNvPr id="128" name="node41"/>
          <p:cNvGrpSpPr/>
          <p:nvPr/>
        </p:nvGrpSpPr>
        <p:grpSpPr>
          <a:xfrm>
            <a:off x="723900" y="5410200"/>
            <a:ext cx="10744200" cy="228600"/>
            <a:chOff x="723900" y="5410200"/>
            <a:chExt cx="10744200" cy="228600"/>
          </a:xfrm>
        </p:grpSpPr>
        <p:sp>
          <p:nvSpPr>
            <p:cNvPr id="87" name="node41.text"/>
            <p:cNvSpPr/>
            <p:nvPr/>
          </p:nvSpPr>
          <p:spPr>
            <a:xfrm>
              <a:off x="723900" y="5410200"/>
              <a:ext cx="10744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Dark chevrons are in scope for wave one. Enablers: shared services, finance IT and master data.</a:t>
              </a:r>
              <a:endParaRPr lang="en-US" sz="1200" spc="0" kern="0" b="0" i="0" dirty="0">
                <a:solidFill>
                  <a:srgbClr val="50658E"/>
                </a:solidFill>
                <a:latin typeface="IBM Plex Sans"/>
                <a:ea typeface="IBM Plex Sans"/>
                <a:cs typeface="IBM Plex Sans"/>
              </a:endParaRPr>
            </a:p>
          </p:txBody>
        </p:sp>
      </p:gr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name="source-394">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PROCESS SCOPE</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A SIPOC fixes the scope of invoice to pay before we map it</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Northfield Health System scoping workshop, Sep 2026.</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132</a:t>
            </a:fld>
            <a:endParaRPr lang="en-US" sz="700" spc="0" kern="0" b="0" i="0" dirty="0">
              <a:solidFill>
                <a:srgbClr val="070154"/>
              </a:solidFill>
              <a:latin typeface="IBM Plex Mono SemiBold"/>
              <a:ea typeface="IBM Plex Mono SemiBold"/>
              <a:cs typeface="IBM Plex Mono SemiBold"/>
            </a:endParaRPr>
          </a:p>
        </p:txBody>
      </p:sp>
      <p:grpSp>
        <p:nvGrpSpPr>
          <p:cNvPr id="73" name="node01"/>
          <p:cNvGrpSpPr/>
          <p:nvPr/>
        </p:nvGrpSpPr>
        <p:grpSpPr>
          <a:xfrm>
            <a:off x="723900" y="1600200"/>
            <a:ext cx="1965960" cy="457200"/>
            <a:chOff x="723900" y="1600200"/>
            <a:chExt cx="1965960" cy="457200"/>
          </a:xfrm>
        </p:grpSpPr>
        <p:sp>
          <p:nvSpPr>
            <p:cNvPr id="7" name="node01.surface"/>
            <p:cNvSpPr/>
            <p:nvPr/>
          </p:nvSpPr>
          <p:spPr>
            <a:xfrm>
              <a:off x="723900" y="1600200"/>
              <a:ext cx="1965960" cy="457200"/>
            </a:xfrm>
            <a:prstGeom prst="rect">
              <a:avLst/>
            </a:prstGeom>
            <a:solidFill>
              <a:srgbClr val="CED7E6"/>
            </a:solidFill>
            <a:ln>
              <a:noFill/>
            </a:ln>
          </p:spPr>
        </p:sp>
        <p:sp>
          <p:nvSpPr>
            <p:cNvPr id="8" name="node01.text"/>
            <p:cNvSpPr/>
            <p:nvPr/>
          </p:nvSpPr>
          <p:spPr>
            <a:xfrm>
              <a:off x="876300" y="1695450"/>
              <a:ext cx="166116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070154"/>
                  </a:solidFill>
                  <a:latin typeface="IBM Plex Sans"/>
                  <a:ea typeface="IBM Plex Sans"/>
                  <a:cs typeface="IBM Plex Sans"/>
                </a:rPr>
                <a:t>Suppliers</a:t>
              </a:r>
              <a:endParaRPr lang="en-US" sz="1400" spc="0" kern="0" b="0" i="0" dirty="0">
                <a:solidFill>
                  <a:srgbClr val="070154"/>
                </a:solidFill>
                <a:latin typeface="IBM Plex Sans"/>
                <a:ea typeface="IBM Plex Sans"/>
                <a:cs typeface="IBM Plex Sans"/>
              </a:endParaRPr>
            </a:p>
          </p:txBody>
        </p:sp>
      </p:grpSp>
      <p:grpSp>
        <p:nvGrpSpPr>
          <p:cNvPr id="74" name="node02"/>
          <p:cNvGrpSpPr/>
          <p:nvPr/>
        </p:nvGrpSpPr>
        <p:grpSpPr>
          <a:xfrm>
            <a:off x="723900" y="2286000"/>
            <a:ext cx="1965960" cy="2057400"/>
            <a:chOff x="723900" y="2286000"/>
            <a:chExt cx="1965960" cy="2057400"/>
          </a:xfrm>
        </p:grpSpPr>
        <p:sp>
          <p:nvSpPr>
            <p:cNvPr id="9" name="node02.container"/>
            <p:cNvSpPr/>
            <p:nvPr/>
          </p:nvSpPr>
          <p:spPr>
            <a:xfrm>
              <a:off x="723900" y="2286000"/>
              <a:ext cx="1965960" cy="2057400"/>
            </a:xfrm>
            <a:prstGeom prst="rect">
              <a:avLst/>
            </a:prstGeom>
            <a:solidFill>
              <a:srgbClr val="E8EEF8"/>
            </a:solidFill>
            <a:ln>
              <a:noFill/>
            </a:ln>
          </p:spPr>
        </p:sp>
        <p:sp>
          <p:nvSpPr>
            <p:cNvPr id="10" name="node02.body.item-001.bullets.item-001.marker"/>
            <p:cNvSpPr/>
            <p:nvPr/>
          </p:nvSpPr>
          <p:spPr>
            <a:xfrm>
              <a:off x="876300" y="2527300"/>
              <a:ext cx="38100" cy="38100"/>
            </a:xfrm>
            <a:prstGeom prst="rect">
              <a:avLst/>
            </a:prstGeom>
            <a:solidFill>
              <a:srgbClr val="070154"/>
            </a:solidFill>
            <a:ln>
              <a:noFill/>
            </a:ln>
          </p:spPr>
        </p:sp>
        <p:sp>
          <p:nvSpPr>
            <p:cNvPr id="11" name="node02.body.item-001.bullets.item-001.text"/>
            <p:cNvSpPr/>
            <p:nvPr/>
          </p:nvSpPr>
          <p:spPr>
            <a:xfrm>
              <a:off x="1028700" y="2438400"/>
              <a:ext cx="150876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Vendors</a:t>
              </a:r>
              <a:endParaRPr lang="en-US" sz="1200" spc="0" kern="0" b="0" i="0" dirty="0">
                <a:solidFill>
                  <a:srgbClr val="070154"/>
                </a:solidFill>
                <a:latin typeface="IBM Plex Sans"/>
                <a:ea typeface="IBM Plex Sans"/>
                <a:cs typeface="IBM Plex Sans"/>
              </a:endParaRPr>
            </a:p>
          </p:txBody>
        </p:sp>
        <p:sp>
          <p:nvSpPr>
            <p:cNvPr id="12" name="node02.body.item-001.bullets.item-002.marker"/>
            <p:cNvSpPr/>
            <p:nvPr/>
          </p:nvSpPr>
          <p:spPr>
            <a:xfrm>
              <a:off x="876300" y="2794000"/>
              <a:ext cx="38100" cy="38100"/>
            </a:xfrm>
            <a:prstGeom prst="rect">
              <a:avLst/>
            </a:prstGeom>
            <a:solidFill>
              <a:srgbClr val="070154"/>
            </a:solidFill>
            <a:ln>
              <a:noFill/>
            </a:ln>
          </p:spPr>
        </p:sp>
        <p:sp>
          <p:nvSpPr>
            <p:cNvPr id="13" name="node02.body.item-001.bullets.item-002.text"/>
            <p:cNvSpPr/>
            <p:nvPr/>
          </p:nvSpPr>
          <p:spPr>
            <a:xfrm>
              <a:off x="1028700" y="2705100"/>
              <a:ext cx="150876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Procurement team</a:t>
              </a:r>
              <a:endParaRPr lang="en-US" sz="1200" spc="0" kern="0" b="0" i="0" dirty="0">
                <a:solidFill>
                  <a:srgbClr val="070154"/>
                </a:solidFill>
                <a:latin typeface="IBM Plex Sans"/>
                <a:ea typeface="IBM Plex Sans"/>
                <a:cs typeface="IBM Plex Sans"/>
              </a:endParaRPr>
            </a:p>
          </p:txBody>
        </p:sp>
        <p:sp>
          <p:nvSpPr>
            <p:cNvPr id="14" name="node02.body.item-001.bullets.item-003.marker"/>
            <p:cNvSpPr/>
            <p:nvPr/>
          </p:nvSpPr>
          <p:spPr>
            <a:xfrm>
              <a:off x="876300" y="3060700"/>
              <a:ext cx="38100" cy="38100"/>
            </a:xfrm>
            <a:prstGeom prst="rect">
              <a:avLst/>
            </a:prstGeom>
            <a:solidFill>
              <a:srgbClr val="070154"/>
            </a:solidFill>
            <a:ln>
              <a:noFill/>
            </a:ln>
          </p:spPr>
        </p:sp>
        <p:sp>
          <p:nvSpPr>
            <p:cNvPr id="15" name="node02.body.item-001.bullets.item-003.text"/>
            <p:cNvSpPr/>
            <p:nvPr/>
          </p:nvSpPr>
          <p:spPr>
            <a:xfrm>
              <a:off x="1028700" y="2971800"/>
              <a:ext cx="150876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Receiving dock</a:t>
              </a:r>
              <a:endParaRPr lang="en-US" sz="1200" spc="0" kern="0" b="0" i="0" dirty="0">
                <a:solidFill>
                  <a:srgbClr val="070154"/>
                </a:solidFill>
                <a:latin typeface="IBM Plex Sans"/>
                <a:ea typeface="IBM Plex Sans"/>
                <a:cs typeface="IBM Plex Sans"/>
              </a:endParaRPr>
            </a:p>
          </p:txBody>
        </p:sp>
        <p:sp>
          <p:nvSpPr>
            <p:cNvPr id="16" name="node02.body.item-001.bullets.item-004.marker"/>
            <p:cNvSpPr/>
            <p:nvPr/>
          </p:nvSpPr>
          <p:spPr>
            <a:xfrm>
              <a:off x="876300" y="3327400"/>
              <a:ext cx="38100" cy="38100"/>
            </a:xfrm>
            <a:prstGeom prst="rect">
              <a:avLst/>
            </a:prstGeom>
            <a:solidFill>
              <a:srgbClr val="070154"/>
            </a:solidFill>
            <a:ln>
              <a:noFill/>
            </a:ln>
          </p:spPr>
        </p:sp>
        <p:sp>
          <p:nvSpPr>
            <p:cNvPr id="17" name="node02.body.item-001.bullets.item-004.text"/>
            <p:cNvSpPr/>
            <p:nvPr/>
          </p:nvSpPr>
          <p:spPr>
            <a:xfrm>
              <a:off x="1028700" y="3238500"/>
              <a:ext cx="150876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ERP master data</a:t>
              </a:r>
              <a:endParaRPr lang="en-US" sz="1200" spc="0" kern="0" b="0" i="0" dirty="0">
                <a:solidFill>
                  <a:srgbClr val="070154"/>
                </a:solidFill>
                <a:latin typeface="IBM Plex Sans"/>
                <a:ea typeface="IBM Plex Sans"/>
                <a:cs typeface="IBM Plex Sans"/>
              </a:endParaRPr>
            </a:p>
          </p:txBody>
        </p:sp>
      </p:grpSp>
      <p:grpSp>
        <p:nvGrpSpPr>
          <p:cNvPr id="75" name="node03"/>
          <p:cNvGrpSpPr/>
          <p:nvPr/>
        </p:nvGrpSpPr>
        <p:grpSpPr>
          <a:xfrm>
            <a:off x="2918460" y="1600200"/>
            <a:ext cx="1965960" cy="457200"/>
            <a:chOff x="2918460" y="1600200"/>
            <a:chExt cx="1965960" cy="457200"/>
          </a:xfrm>
        </p:grpSpPr>
        <p:sp>
          <p:nvSpPr>
            <p:cNvPr id="18" name="node03.surface"/>
            <p:cNvSpPr/>
            <p:nvPr/>
          </p:nvSpPr>
          <p:spPr>
            <a:xfrm>
              <a:off x="2918460" y="1600200"/>
              <a:ext cx="1965960" cy="457200"/>
            </a:xfrm>
            <a:prstGeom prst="rect">
              <a:avLst/>
            </a:prstGeom>
            <a:solidFill>
              <a:srgbClr val="CED7E6"/>
            </a:solidFill>
            <a:ln>
              <a:noFill/>
            </a:ln>
          </p:spPr>
        </p:sp>
        <p:sp>
          <p:nvSpPr>
            <p:cNvPr id="19" name="node03.text"/>
            <p:cNvSpPr/>
            <p:nvPr/>
          </p:nvSpPr>
          <p:spPr>
            <a:xfrm>
              <a:off x="3070860" y="1695450"/>
              <a:ext cx="166116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070154"/>
                  </a:solidFill>
                  <a:latin typeface="IBM Plex Sans"/>
                  <a:ea typeface="IBM Plex Sans"/>
                  <a:cs typeface="IBM Plex Sans"/>
                </a:rPr>
                <a:t>Inputs</a:t>
              </a:r>
              <a:endParaRPr lang="en-US" sz="1400" spc="0" kern="0" b="0" i="0" dirty="0">
                <a:solidFill>
                  <a:srgbClr val="070154"/>
                </a:solidFill>
                <a:latin typeface="IBM Plex Sans"/>
                <a:ea typeface="IBM Plex Sans"/>
                <a:cs typeface="IBM Plex Sans"/>
              </a:endParaRPr>
            </a:p>
          </p:txBody>
        </p:sp>
      </p:grpSp>
      <p:grpSp>
        <p:nvGrpSpPr>
          <p:cNvPr id="76" name="node04"/>
          <p:cNvGrpSpPr/>
          <p:nvPr/>
        </p:nvGrpSpPr>
        <p:grpSpPr>
          <a:xfrm>
            <a:off x="2918460" y="2286000"/>
            <a:ext cx="1965960" cy="2057400"/>
            <a:chOff x="2918460" y="2286000"/>
            <a:chExt cx="1965960" cy="2057400"/>
          </a:xfrm>
        </p:grpSpPr>
        <p:sp>
          <p:nvSpPr>
            <p:cNvPr id="20" name="node04.container"/>
            <p:cNvSpPr/>
            <p:nvPr/>
          </p:nvSpPr>
          <p:spPr>
            <a:xfrm>
              <a:off x="2918460" y="2286000"/>
              <a:ext cx="1965960" cy="2057400"/>
            </a:xfrm>
            <a:prstGeom prst="rect">
              <a:avLst/>
            </a:prstGeom>
            <a:solidFill>
              <a:srgbClr val="E8EEF8"/>
            </a:solidFill>
            <a:ln>
              <a:noFill/>
            </a:ln>
          </p:spPr>
        </p:sp>
        <p:sp>
          <p:nvSpPr>
            <p:cNvPr id="21" name="node04.body.item-001.bullets.item-001.marker"/>
            <p:cNvSpPr/>
            <p:nvPr/>
          </p:nvSpPr>
          <p:spPr>
            <a:xfrm>
              <a:off x="3070860" y="2527300"/>
              <a:ext cx="38100" cy="38100"/>
            </a:xfrm>
            <a:prstGeom prst="rect">
              <a:avLst/>
            </a:prstGeom>
            <a:solidFill>
              <a:srgbClr val="070154"/>
            </a:solidFill>
            <a:ln>
              <a:noFill/>
            </a:ln>
          </p:spPr>
        </p:sp>
        <p:sp>
          <p:nvSpPr>
            <p:cNvPr id="22" name="node04.body.item-001.bullets.item-001.text"/>
            <p:cNvSpPr/>
            <p:nvPr/>
          </p:nvSpPr>
          <p:spPr>
            <a:xfrm>
              <a:off x="3223260" y="2438400"/>
              <a:ext cx="150876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Vendor invoices</a:t>
              </a:r>
              <a:endParaRPr lang="en-US" sz="1200" spc="0" kern="0" b="0" i="0" dirty="0">
                <a:solidFill>
                  <a:srgbClr val="070154"/>
                </a:solidFill>
                <a:latin typeface="IBM Plex Sans"/>
                <a:ea typeface="IBM Plex Sans"/>
                <a:cs typeface="IBM Plex Sans"/>
              </a:endParaRPr>
            </a:p>
          </p:txBody>
        </p:sp>
        <p:sp>
          <p:nvSpPr>
            <p:cNvPr id="23" name="node04.body.item-001.bullets.item-002.marker"/>
            <p:cNvSpPr/>
            <p:nvPr/>
          </p:nvSpPr>
          <p:spPr>
            <a:xfrm>
              <a:off x="3070860" y="2794000"/>
              <a:ext cx="38100" cy="38100"/>
            </a:xfrm>
            <a:prstGeom prst="rect">
              <a:avLst/>
            </a:prstGeom>
            <a:solidFill>
              <a:srgbClr val="070154"/>
            </a:solidFill>
            <a:ln>
              <a:noFill/>
            </a:ln>
          </p:spPr>
        </p:sp>
        <p:sp>
          <p:nvSpPr>
            <p:cNvPr id="24" name="node04.body.item-001.bullets.item-002.text"/>
            <p:cNvSpPr/>
            <p:nvPr/>
          </p:nvSpPr>
          <p:spPr>
            <a:xfrm>
              <a:off x="3223260" y="2705100"/>
              <a:ext cx="150876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Purchase orders</a:t>
              </a:r>
              <a:endParaRPr lang="en-US" sz="1200" spc="0" kern="0" b="0" i="0" dirty="0">
                <a:solidFill>
                  <a:srgbClr val="070154"/>
                </a:solidFill>
                <a:latin typeface="IBM Plex Sans"/>
                <a:ea typeface="IBM Plex Sans"/>
                <a:cs typeface="IBM Plex Sans"/>
              </a:endParaRPr>
            </a:p>
          </p:txBody>
        </p:sp>
        <p:sp>
          <p:nvSpPr>
            <p:cNvPr id="25" name="node04.body.item-001.bullets.item-003.marker"/>
            <p:cNvSpPr/>
            <p:nvPr/>
          </p:nvSpPr>
          <p:spPr>
            <a:xfrm>
              <a:off x="3070860" y="3060700"/>
              <a:ext cx="38100" cy="38100"/>
            </a:xfrm>
            <a:prstGeom prst="rect">
              <a:avLst/>
            </a:prstGeom>
            <a:solidFill>
              <a:srgbClr val="070154"/>
            </a:solidFill>
            <a:ln>
              <a:noFill/>
            </a:ln>
          </p:spPr>
        </p:sp>
        <p:sp>
          <p:nvSpPr>
            <p:cNvPr id="26" name="node04.body.item-001.bullets.item-003.text"/>
            <p:cNvSpPr/>
            <p:nvPr/>
          </p:nvSpPr>
          <p:spPr>
            <a:xfrm>
              <a:off x="3223260" y="2971800"/>
              <a:ext cx="150876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Goods receipts</a:t>
              </a:r>
              <a:endParaRPr lang="en-US" sz="1200" spc="0" kern="0" b="0" i="0" dirty="0">
                <a:solidFill>
                  <a:srgbClr val="070154"/>
                </a:solidFill>
                <a:latin typeface="IBM Plex Sans"/>
                <a:ea typeface="IBM Plex Sans"/>
                <a:cs typeface="IBM Plex Sans"/>
              </a:endParaRPr>
            </a:p>
          </p:txBody>
        </p:sp>
        <p:sp>
          <p:nvSpPr>
            <p:cNvPr id="27" name="node04.body.item-001.bullets.item-004.marker"/>
            <p:cNvSpPr/>
            <p:nvPr/>
          </p:nvSpPr>
          <p:spPr>
            <a:xfrm>
              <a:off x="3070860" y="3327400"/>
              <a:ext cx="38100" cy="38100"/>
            </a:xfrm>
            <a:prstGeom prst="rect">
              <a:avLst/>
            </a:prstGeom>
            <a:solidFill>
              <a:srgbClr val="070154"/>
            </a:solidFill>
            <a:ln>
              <a:noFill/>
            </a:ln>
          </p:spPr>
        </p:sp>
        <p:sp>
          <p:nvSpPr>
            <p:cNvPr id="28" name="node04.body.item-001.bullets.item-004.text"/>
            <p:cNvSpPr/>
            <p:nvPr/>
          </p:nvSpPr>
          <p:spPr>
            <a:xfrm>
              <a:off x="3223260" y="3238500"/>
              <a:ext cx="150876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Payment terms</a:t>
              </a:r>
              <a:endParaRPr lang="en-US" sz="1200" spc="0" kern="0" b="0" i="0" dirty="0">
                <a:solidFill>
                  <a:srgbClr val="070154"/>
                </a:solidFill>
                <a:latin typeface="IBM Plex Sans"/>
                <a:ea typeface="IBM Plex Sans"/>
                <a:cs typeface="IBM Plex Sans"/>
              </a:endParaRPr>
            </a:p>
          </p:txBody>
        </p:sp>
      </p:grpSp>
      <p:grpSp>
        <p:nvGrpSpPr>
          <p:cNvPr id="77" name="node05"/>
          <p:cNvGrpSpPr/>
          <p:nvPr/>
        </p:nvGrpSpPr>
        <p:grpSpPr>
          <a:xfrm>
            <a:off x="5113020" y="1600200"/>
            <a:ext cx="1965960" cy="457200"/>
            <a:chOff x="5113020" y="1600200"/>
            <a:chExt cx="1965960" cy="457200"/>
          </a:xfrm>
        </p:grpSpPr>
        <p:sp>
          <p:nvSpPr>
            <p:cNvPr id="29" name="node05.surface"/>
            <p:cNvSpPr/>
            <p:nvPr/>
          </p:nvSpPr>
          <p:spPr>
            <a:xfrm>
              <a:off x="5113020" y="1600200"/>
              <a:ext cx="1965960" cy="457200"/>
            </a:xfrm>
            <a:prstGeom prst="rect">
              <a:avLst/>
            </a:prstGeom>
            <a:solidFill>
              <a:srgbClr val="070154"/>
            </a:solidFill>
            <a:ln>
              <a:noFill/>
            </a:ln>
          </p:spPr>
        </p:sp>
        <p:sp>
          <p:nvSpPr>
            <p:cNvPr id="30" name="node05.text"/>
            <p:cNvSpPr/>
            <p:nvPr/>
          </p:nvSpPr>
          <p:spPr>
            <a:xfrm>
              <a:off x="5265420" y="1695450"/>
              <a:ext cx="166116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FFFFFF"/>
                  </a:solidFill>
                  <a:latin typeface="IBM Plex Sans"/>
                  <a:ea typeface="IBM Plex Sans"/>
                  <a:cs typeface="IBM Plex Sans"/>
                </a:rPr>
                <a:t>Process</a:t>
              </a:r>
              <a:endParaRPr lang="en-US" sz="1400" spc="0" kern="0" b="0" i="0" dirty="0">
                <a:solidFill>
                  <a:srgbClr val="FFFFFF"/>
                </a:solidFill>
                <a:latin typeface="IBM Plex Sans"/>
                <a:ea typeface="IBM Plex Sans"/>
                <a:cs typeface="IBM Plex Sans"/>
              </a:endParaRPr>
            </a:p>
          </p:txBody>
        </p:sp>
      </p:grpSp>
      <p:grpSp>
        <p:nvGrpSpPr>
          <p:cNvPr id="78" name="node06"/>
          <p:cNvGrpSpPr/>
          <p:nvPr/>
        </p:nvGrpSpPr>
        <p:grpSpPr>
          <a:xfrm>
            <a:off x="5113020" y="2286000"/>
            <a:ext cx="1965960" cy="2057400"/>
            <a:chOff x="5113020" y="2286000"/>
            <a:chExt cx="1965960" cy="2057400"/>
          </a:xfrm>
        </p:grpSpPr>
        <p:sp>
          <p:nvSpPr>
            <p:cNvPr id="31" name="node06.container"/>
            <p:cNvSpPr/>
            <p:nvPr/>
          </p:nvSpPr>
          <p:spPr>
            <a:xfrm>
              <a:off x="5113020" y="2286000"/>
              <a:ext cx="1965960" cy="2057400"/>
            </a:xfrm>
            <a:prstGeom prst="rect">
              <a:avLst/>
            </a:prstGeom>
            <a:solidFill>
              <a:srgbClr val="CED7E6"/>
            </a:solidFill>
            <a:ln>
              <a:noFill/>
            </a:ln>
          </p:spPr>
        </p:sp>
        <p:sp>
          <p:nvSpPr>
            <p:cNvPr id="32" name="node06.body.item-001.bullets.item-001.marker"/>
            <p:cNvSpPr/>
            <p:nvPr/>
          </p:nvSpPr>
          <p:spPr>
            <a:xfrm>
              <a:off x="5265420" y="2527300"/>
              <a:ext cx="38100" cy="38100"/>
            </a:xfrm>
            <a:prstGeom prst="rect">
              <a:avLst/>
            </a:prstGeom>
            <a:solidFill>
              <a:srgbClr val="070154"/>
            </a:solidFill>
            <a:ln>
              <a:noFill/>
            </a:ln>
          </p:spPr>
        </p:sp>
        <p:sp>
          <p:nvSpPr>
            <p:cNvPr id="33" name="node06.body.item-001.bullets.item-001.text"/>
            <p:cNvSpPr/>
            <p:nvPr/>
          </p:nvSpPr>
          <p:spPr>
            <a:xfrm>
              <a:off x="5417820" y="2438400"/>
              <a:ext cx="150876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Receive invoice</a:t>
              </a:r>
              <a:endParaRPr lang="en-US" sz="1200" spc="0" kern="0" b="0" i="0" dirty="0">
                <a:solidFill>
                  <a:srgbClr val="070154"/>
                </a:solidFill>
                <a:latin typeface="IBM Plex Sans"/>
                <a:ea typeface="IBM Plex Sans"/>
                <a:cs typeface="IBM Plex Sans"/>
              </a:endParaRPr>
            </a:p>
          </p:txBody>
        </p:sp>
        <p:sp>
          <p:nvSpPr>
            <p:cNvPr id="34" name="node06.body.item-001.bullets.item-002.marker"/>
            <p:cNvSpPr/>
            <p:nvPr/>
          </p:nvSpPr>
          <p:spPr>
            <a:xfrm>
              <a:off x="5265420" y="2794000"/>
              <a:ext cx="38100" cy="38100"/>
            </a:xfrm>
            <a:prstGeom prst="rect">
              <a:avLst/>
            </a:prstGeom>
            <a:solidFill>
              <a:srgbClr val="070154"/>
            </a:solidFill>
            <a:ln>
              <a:noFill/>
            </a:ln>
          </p:spPr>
        </p:sp>
        <p:sp>
          <p:nvSpPr>
            <p:cNvPr id="35" name="node06.body.item-001.bullets.item-002.text"/>
            <p:cNvSpPr/>
            <p:nvPr/>
          </p:nvSpPr>
          <p:spPr>
            <a:xfrm>
              <a:off x="5417820" y="2705100"/>
              <a:ext cx="150876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Match to order</a:t>
              </a:r>
              <a:endParaRPr lang="en-US" sz="1200" spc="0" kern="0" b="0" i="0" dirty="0">
                <a:solidFill>
                  <a:srgbClr val="070154"/>
                </a:solidFill>
                <a:latin typeface="IBM Plex Sans"/>
                <a:ea typeface="IBM Plex Sans"/>
                <a:cs typeface="IBM Plex Sans"/>
              </a:endParaRPr>
            </a:p>
          </p:txBody>
        </p:sp>
        <p:sp>
          <p:nvSpPr>
            <p:cNvPr id="36" name="node06.body.item-001.bullets.item-003.marker"/>
            <p:cNvSpPr/>
            <p:nvPr/>
          </p:nvSpPr>
          <p:spPr>
            <a:xfrm>
              <a:off x="5265420" y="3060700"/>
              <a:ext cx="38100" cy="38100"/>
            </a:xfrm>
            <a:prstGeom prst="rect">
              <a:avLst/>
            </a:prstGeom>
            <a:solidFill>
              <a:srgbClr val="070154"/>
            </a:solidFill>
            <a:ln>
              <a:noFill/>
            </a:ln>
          </p:spPr>
        </p:sp>
        <p:sp>
          <p:nvSpPr>
            <p:cNvPr id="37" name="node06.body.item-001.bullets.item-003.text"/>
            <p:cNvSpPr/>
            <p:nvPr/>
          </p:nvSpPr>
          <p:spPr>
            <a:xfrm>
              <a:off x="5417820" y="2971800"/>
              <a:ext cx="150876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Resolve exceptions</a:t>
              </a:r>
              <a:endParaRPr lang="en-US" sz="1200" spc="0" kern="0" b="0" i="0" dirty="0">
                <a:solidFill>
                  <a:srgbClr val="070154"/>
                </a:solidFill>
                <a:latin typeface="IBM Plex Sans"/>
                <a:ea typeface="IBM Plex Sans"/>
                <a:cs typeface="IBM Plex Sans"/>
              </a:endParaRPr>
            </a:p>
          </p:txBody>
        </p:sp>
        <p:sp>
          <p:nvSpPr>
            <p:cNvPr id="38" name="node06.body.item-001.bullets.item-004.marker"/>
            <p:cNvSpPr/>
            <p:nvPr/>
          </p:nvSpPr>
          <p:spPr>
            <a:xfrm>
              <a:off x="5265420" y="3327400"/>
              <a:ext cx="38100" cy="38100"/>
            </a:xfrm>
            <a:prstGeom prst="rect">
              <a:avLst/>
            </a:prstGeom>
            <a:solidFill>
              <a:srgbClr val="070154"/>
            </a:solidFill>
            <a:ln>
              <a:noFill/>
            </a:ln>
          </p:spPr>
        </p:sp>
        <p:sp>
          <p:nvSpPr>
            <p:cNvPr id="39" name="node06.body.item-001.bullets.item-004.text"/>
            <p:cNvSpPr/>
            <p:nvPr/>
          </p:nvSpPr>
          <p:spPr>
            <a:xfrm>
              <a:off x="5417820" y="3238500"/>
              <a:ext cx="150876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Approve</a:t>
              </a:r>
              <a:endParaRPr lang="en-US" sz="1200" spc="0" kern="0" b="0" i="0" dirty="0">
                <a:solidFill>
                  <a:srgbClr val="070154"/>
                </a:solidFill>
                <a:latin typeface="IBM Plex Sans"/>
                <a:ea typeface="IBM Plex Sans"/>
                <a:cs typeface="IBM Plex Sans"/>
              </a:endParaRPr>
            </a:p>
          </p:txBody>
        </p:sp>
        <p:sp>
          <p:nvSpPr>
            <p:cNvPr id="40" name="node06.body.item-001.bullets.item-005.marker"/>
            <p:cNvSpPr/>
            <p:nvPr/>
          </p:nvSpPr>
          <p:spPr>
            <a:xfrm>
              <a:off x="5265420" y="3594100"/>
              <a:ext cx="38100" cy="38100"/>
            </a:xfrm>
            <a:prstGeom prst="rect">
              <a:avLst/>
            </a:prstGeom>
            <a:solidFill>
              <a:srgbClr val="070154"/>
            </a:solidFill>
            <a:ln>
              <a:noFill/>
            </a:ln>
          </p:spPr>
        </p:sp>
        <p:sp>
          <p:nvSpPr>
            <p:cNvPr id="41" name="node06.body.item-001.bullets.item-005.text"/>
            <p:cNvSpPr/>
            <p:nvPr/>
          </p:nvSpPr>
          <p:spPr>
            <a:xfrm>
              <a:off x="5417820" y="3505200"/>
              <a:ext cx="150876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Pay and post</a:t>
              </a:r>
              <a:endParaRPr lang="en-US" sz="1200" spc="0" kern="0" b="0" i="0" dirty="0">
                <a:solidFill>
                  <a:srgbClr val="070154"/>
                </a:solidFill>
                <a:latin typeface="IBM Plex Sans"/>
                <a:ea typeface="IBM Plex Sans"/>
                <a:cs typeface="IBM Plex Sans"/>
              </a:endParaRPr>
            </a:p>
          </p:txBody>
        </p:sp>
      </p:grpSp>
      <p:grpSp>
        <p:nvGrpSpPr>
          <p:cNvPr id="79" name="node07"/>
          <p:cNvGrpSpPr/>
          <p:nvPr/>
        </p:nvGrpSpPr>
        <p:grpSpPr>
          <a:xfrm>
            <a:off x="7307580" y="1600200"/>
            <a:ext cx="1965960" cy="457200"/>
            <a:chOff x="7307580" y="1600200"/>
            <a:chExt cx="1965960" cy="457200"/>
          </a:xfrm>
        </p:grpSpPr>
        <p:sp>
          <p:nvSpPr>
            <p:cNvPr id="42" name="node07.surface"/>
            <p:cNvSpPr/>
            <p:nvPr/>
          </p:nvSpPr>
          <p:spPr>
            <a:xfrm>
              <a:off x="7307580" y="1600200"/>
              <a:ext cx="1965960" cy="457200"/>
            </a:xfrm>
            <a:prstGeom prst="rect">
              <a:avLst/>
            </a:prstGeom>
            <a:solidFill>
              <a:srgbClr val="CED7E6"/>
            </a:solidFill>
            <a:ln>
              <a:noFill/>
            </a:ln>
          </p:spPr>
        </p:sp>
        <p:sp>
          <p:nvSpPr>
            <p:cNvPr id="43" name="node07.text"/>
            <p:cNvSpPr/>
            <p:nvPr/>
          </p:nvSpPr>
          <p:spPr>
            <a:xfrm>
              <a:off x="7459980" y="1695450"/>
              <a:ext cx="166116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070154"/>
                  </a:solidFill>
                  <a:latin typeface="IBM Plex Sans"/>
                  <a:ea typeface="IBM Plex Sans"/>
                  <a:cs typeface="IBM Plex Sans"/>
                </a:rPr>
                <a:t>Outputs</a:t>
              </a:r>
              <a:endParaRPr lang="en-US" sz="1400" spc="0" kern="0" b="0" i="0" dirty="0">
                <a:solidFill>
                  <a:srgbClr val="070154"/>
                </a:solidFill>
                <a:latin typeface="IBM Plex Sans"/>
                <a:ea typeface="IBM Plex Sans"/>
                <a:cs typeface="IBM Plex Sans"/>
              </a:endParaRPr>
            </a:p>
          </p:txBody>
        </p:sp>
      </p:grpSp>
      <p:grpSp>
        <p:nvGrpSpPr>
          <p:cNvPr id="80" name="node08"/>
          <p:cNvGrpSpPr/>
          <p:nvPr/>
        </p:nvGrpSpPr>
        <p:grpSpPr>
          <a:xfrm>
            <a:off x="7307580" y="2286000"/>
            <a:ext cx="1965960" cy="2057400"/>
            <a:chOff x="7307580" y="2286000"/>
            <a:chExt cx="1965960" cy="2057400"/>
          </a:xfrm>
        </p:grpSpPr>
        <p:sp>
          <p:nvSpPr>
            <p:cNvPr id="44" name="node08.container"/>
            <p:cNvSpPr/>
            <p:nvPr/>
          </p:nvSpPr>
          <p:spPr>
            <a:xfrm>
              <a:off x="7307580" y="2286000"/>
              <a:ext cx="1965960" cy="2057400"/>
            </a:xfrm>
            <a:prstGeom prst="rect">
              <a:avLst/>
            </a:prstGeom>
            <a:solidFill>
              <a:srgbClr val="E8EEF8"/>
            </a:solidFill>
            <a:ln>
              <a:noFill/>
            </a:ln>
          </p:spPr>
        </p:sp>
        <p:sp>
          <p:nvSpPr>
            <p:cNvPr id="45" name="node08.body.item-001.bullets.item-001.marker"/>
            <p:cNvSpPr/>
            <p:nvPr/>
          </p:nvSpPr>
          <p:spPr>
            <a:xfrm>
              <a:off x="7459980" y="2527300"/>
              <a:ext cx="38100" cy="38100"/>
            </a:xfrm>
            <a:prstGeom prst="rect">
              <a:avLst/>
            </a:prstGeom>
            <a:solidFill>
              <a:srgbClr val="070154"/>
            </a:solidFill>
            <a:ln>
              <a:noFill/>
            </a:ln>
          </p:spPr>
        </p:sp>
        <p:sp>
          <p:nvSpPr>
            <p:cNvPr id="46" name="node08.body.item-001.bullets.item-001.text"/>
            <p:cNvSpPr/>
            <p:nvPr/>
          </p:nvSpPr>
          <p:spPr>
            <a:xfrm>
              <a:off x="7612380" y="2438400"/>
              <a:ext cx="150876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Posted liability</a:t>
              </a:r>
              <a:endParaRPr lang="en-US" sz="1200" spc="0" kern="0" b="0" i="0" dirty="0">
                <a:solidFill>
                  <a:srgbClr val="070154"/>
                </a:solidFill>
                <a:latin typeface="IBM Plex Sans"/>
                <a:ea typeface="IBM Plex Sans"/>
                <a:cs typeface="IBM Plex Sans"/>
              </a:endParaRPr>
            </a:p>
          </p:txBody>
        </p:sp>
        <p:sp>
          <p:nvSpPr>
            <p:cNvPr id="47" name="node08.body.item-001.bullets.item-002.marker"/>
            <p:cNvSpPr/>
            <p:nvPr/>
          </p:nvSpPr>
          <p:spPr>
            <a:xfrm>
              <a:off x="7459980" y="2794000"/>
              <a:ext cx="38100" cy="38100"/>
            </a:xfrm>
            <a:prstGeom prst="rect">
              <a:avLst/>
            </a:prstGeom>
            <a:solidFill>
              <a:srgbClr val="070154"/>
            </a:solidFill>
            <a:ln>
              <a:noFill/>
            </a:ln>
          </p:spPr>
        </p:sp>
        <p:sp>
          <p:nvSpPr>
            <p:cNvPr id="48" name="node08.body.item-001.bullets.item-002.text"/>
            <p:cNvSpPr/>
            <p:nvPr/>
          </p:nvSpPr>
          <p:spPr>
            <a:xfrm>
              <a:off x="7612380" y="2705100"/>
              <a:ext cx="150876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Vendor payment</a:t>
              </a:r>
              <a:endParaRPr lang="en-US" sz="1200" spc="0" kern="0" b="0" i="0" dirty="0">
                <a:solidFill>
                  <a:srgbClr val="070154"/>
                </a:solidFill>
                <a:latin typeface="IBM Plex Sans"/>
                <a:ea typeface="IBM Plex Sans"/>
                <a:cs typeface="IBM Plex Sans"/>
              </a:endParaRPr>
            </a:p>
          </p:txBody>
        </p:sp>
        <p:sp>
          <p:nvSpPr>
            <p:cNvPr id="49" name="node08.body.item-001.bullets.item-003.marker"/>
            <p:cNvSpPr/>
            <p:nvPr/>
          </p:nvSpPr>
          <p:spPr>
            <a:xfrm>
              <a:off x="7459980" y="3060700"/>
              <a:ext cx="38100" cy="38100"/>
            </a:xfrm>
            <a:prstGeom prst="rect">
              <a:avLst/>
            </a:prstGeom>
            <a:solidFill>
              <a:srgbClr val="070154"/>
            </a:solidFill>
            <a:ln>
              <a:noFill/>
            </a:ln>
          </p:spPr>
        </p:sp>
        <p:sp>
          <p:nvSpPr>
            <p:cNvPr id="50" name="node08.body.item-001.bullets.item-003.text"/>
            <p:cNvSpPr/>
            <p:nvPr/>
          </p:nvSpPr>
          <p:spPr>
            <a:xfrm>
              <a:off x="7612380" y="2971800"/>
              <a:ext cx="150876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Remittance advice</a:t>
              </a:r>
              <a:endParaRPr lang="en-US" sz="1200" spc="0" kern="0" b="0" i="0" dirty="0">
                <a:solidFill>
                  <a:srgbClr val="070154"/>
                </a:solidFill>
                <a:latin typeface="IBM Plex Sans"/>
                <a:ea typeface="IBM Plex Sans"/>
                <a:cs typeface="IBM Plex Sans"/>
              </a:endParaRPr>
            </a:p>
          </p:txBody>
        </p:sp>
        <p:sp>
          <p:nvSpPr>
            <p:cNvPr id="51" name="node08.body.item-001.bullets.item-004.marker"/>
            <p:cNvSpPr/>
            <p:nvPr/>
          </p:nvSpPr>
          <p:spPr>
            <a:xfrm>
              <a:off x="7459980" y="3327400"/>
              <a:ext cx="38100" cy="38100"/>
            </a:xfrm>
            <a:prstGeom prst="rect">
              <a:avLst/>
            </a:prstGeom>
            <a:solidFill>
              <a:srgbClr val="070154"/>
            </a:solidFill>
            <a:ln>
              <a:noFill/>
            </a:ln>
          </p:spPr>
        </p:sp>
        <p:sp>
          <p:nvSpPr>
            <p:cNvPr id="52" name="node08.body.item-001.bullets.item-004.text"/>
            <p:cNvSpPr/>
            <p:nvPr/>
          </p:nvSpPr>
          <p:spPr>
            <a:xfrm>
              <a:off x="7612380" y="3238500"/>
              <a:ext cx="150876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Accrual report</a:t>
              </a:r>
              <a:endParaRPr lang="en-US" sz="1200" spc="0" kern="0" b="0" i="0" dirty="0">
                <a:solidFill>
                  <a:srgbClr val="070154"/>
                </a:solidFill>
                <a:latin typeface="IBM Plex Sans"/>
                <a:ea typeface="IBM Plex Sans"/>
                <a:cs typeface="IBM Plex Sans"/>
              </a:endParaRPr>
            </a:p>
          </p:txBody>
        </p:sp>
      </p:grpSp>
      <p:grpSp>
        <p:nvGrpSpPr>
          <p:cNvPr id="81" name="node09"/>
          <p:cNvGrpSpPr/>
          <p:nvPr/>
        </p:nvGrpSpPr>
        <p:grpSpPr>
          <a:xfrm>
            <a:off x="9502140" y="1600200"/>
            <a:ext cx="1965960" cy="457200"/>
            <a:chOff x="9502140" y="1600200"/>
            <a:chExt cx="1965960" cy="457200"/>
          </a:xfrm>
        </p:grpSpPr>
        <p:sp>
          <p:nvSpPr>
            <p:cNvPr id="53" name="node09.surface"/>
            <p:cNvSpPr/>
            <p:nvPr/>
          </p:nvSpPr>
          <p:spPr>
            <a:xfrm>
              <a:off x="9502140" y="1600200"/>
              <a:ext cx="1965960" cy="457200"/>
            </a:xfrm>
            <a:prstGeom prst="rect">
              <a:avLst/>
            </a:prstGeom>
            <a:solidFill>
              <a:srgbClr val="CED7E6"/>
            </a:solidFill>
            <a:ln>
              <a:noFill/>
            </a:ln>
          </p:spPr>
        </p:sp>
        <p:sp>
          <p:nvSpPr>
            <p:cNvPr id="54" name="node09.text"/>
            <p:cNvSpPr/>
            <p:nvPr/>
          </p:nvSpPr>
          <p:spPr>
            <a:xfrm>
              <a:off x="9654540" y="1695450"/>
              <a:ext cx="166116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070154"/>
                  </a:solidFill>
                  <a:latin typeface="IBM Plex Sans"/>
                  <a:ea typeface="IBM Plex Sans"/>
                  <a:cs typeface="IBM Plex Sans"/>
                </a:rPr>
                <a:t>Customers</a:t>
              </a:r>
              <a:endParaRPr lang="en-US" sz="1400" spc="0" kern="0" b="0" i="0" dirty="0">
                <a:solidFill>
                  <a:srgbClr val="070154"/>
                </a:solidFill>
                <a:latin typeface="IBM Plex Sans"/>
                <a:ea typeface="IBM Plex Sans"/>
                <a:cs typeface="IBM Plex Sans"/>
              </a:endParaRPr>
            </a:p>
          </p:txBody>
        </p:sp>
      </p:grpSp>
      <p:grpSp>
        <p:nvGrpSpPr>
          <p:cNvPr id="82" name="node10"/>
          <p:cNvGrpSpPr/>
          <p:nvPr/>
        </p:nvGrpSpPr>
        <p:grpSpPr>
          <a:xfrm>
            <a:off x="9502140" y="2286000"/>
            <a:ext cx="1965960" cy="2057400"/>
            <a:chOff x="9502140" y="2286000"/>
            <a:chExt cx="1965960" cy="2057400"/>
          </a:xfrm>
        </p:grpSpPr>
        <p:sp>
          <p:nvSpPr>
            <p:cNvPr id="55" name="node10.container"/>
            <p:cNvSpPr/>
            <p:nvPr/>
          </p:nvSpPr>
          <p:spPr>
            <a:xfrm>
              <a:off x="9502140" y="2286000"/>
              <a:ext cx="1965960" cy="2057400"/>
            </a:xfrm>
            <a:prstGeom prst="rect">
              <a:avLst/>
            </a:prstGeom>
            <a:solidFill>
              <a:srgbClr val="E8EEF8"/>
            </a:solidFill>
            <a:ln>
              <a:noFill/>
            </a:ln>
          </p:spPr>
        </p:sp>
        <p:sp>
          <p:nvSpPr>
            <p:cNvPr id="56" name="node10.body.item-001.bullets.item-001.marker"/>
            <p:cNvSpPr/>
            <p:nvPr/>
          </p:nvSpPr>
          <p:spPr>
            <a:xfrm>
              <a:off x="9654540" y="2527300"/>
              <a:ext cx="38100" cy="38100"/>
            </a:xfrm>
            <a:prstGeom prst="rect">
              <a:avLst/>
            </a:prstGeom>
            <a:solidFill>
              <a:srgbClr val="070154"/>
            </a:solidFill>
            <a:ln>
              <a:noFill/>
            </a:ln>
          </p:spPr>
        </p:sp>
        <p:sp>
          <p:nvSpPr>
            <p:cNvPr id="57" name="node10.body.item-001.bullets.item-001.text"/>
            <p:cNvSpPr/>
            <p:nvPr/>
          </p:nvSpPr>
          <p:spPr>
            <a:xfrm>
              <a:off x="9806940" y="2438400"/>
              <a:ext cx="150876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Vendors</a:t>
              </a:r>
              <a:endParaRPr lang="en-US" sz="1200" spc="0" kern="0" b="0" i="0" dirty="0">
                <a:solidFill>
                  <a:srgbClr val="070154"/>
                </a:solidFill>
                <a:latin typeface="IBM Plex Sans"/>
                <a:ea typeface="IBM Plex Sans"/>
                <a:cs typeface="IBM Plex Sans"/>
              </a:endParaRPr>
            </a:p>
          </p:txBody>
        </p:sp>
        <p:sp>
          <p:nvSpPr>
            <p:cNvPr id="58" name="node10.body.item-001.bullets.item-002.marker"/>
            <p:cNvSpPr/>
            <p:nvPr/>
          </p:nvSpPr>
          <p:spPr>
            <a:xfrm>
              <a:off x="9654540" y="2794000"/>
              <a:ext cx="38100" cy="38100"/>
            </a:xfrm>
            <a:prstGeom prst="rect">
              <a:avLst/>
            </a:prstGeom>
            <a:solidFill>
              <a:srgbClr val="070154"/>
            </a:solidFill>
            <a:ln>
              <a:noFill/>
            </a:ln>
          </p:spPr>
        </p:sp>
        <p:sp>
          <p:nvSpPr>
            <p:cNvPr id="59" name="node10.body.item-001.bullets.item-002.text"/>
            <p:cNvSpPr/>
            <p:nvPr/>
          </p:nvSpPr>
          <p:spPr>
            <a:xfrm>
              <a:off x="9806940" y="2705100"/>
              <a:ext cx="150876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Controller</a:t>
              </a:r>
              <a:endParaRPr lang="en-US" sz="1200" spc="0" kern="0" b="0" i="0" dirty="0">
                <a:solidFill>
                  <a:srgbClr val="070154"/>
                </a:solidFill>
                <a:latin typeface="IBM Plex Sans"/>
                <a:ea typeface="IBM Plex Sans"/>
                <a:cs typeface="IBM Plex Sans"/>
              </a:endParaRPr>
            </a:p>
          </p:txBody>
        </p:sp>
        <p:sp>
          <p:nvSpPr>
            <p:cNvPr id="60" name="node10.body.item-001.bullets.item-003.marker"/>
            <p:cNvSpPr/>
            <p:nvPr/>
          </p:nvSpPr>
          <p:spPr>
            <a:xfrm>
              <a:off x="9654540" y="3060700"/>
              <a:ext cx="38100" cy="38100"/>
            </a:xfrm>
            <a:prstGeom prst="rect">
              <a:avLst/>
            </a:prstGeom>
            <a:solidFill>
              <a:srgbClr val="070154"/>
            </a:solidFill>
            <a:ln>
              <a:noFill/>
            </a:ln>
          </p:spPr>
        </p:sp>
        <p:sp>
          <p:nvSpPr>
            <p:cNvPr id="61" name="node10.body.item-001.bullets.item-003.text"/>
            <p:cNvSpPr/>
            <p:nvPr/>
          </p:nvSpPr>
          <p:spPr>
            <a:xfrm>
              <a:off x="9806940" y="2971800"/>
              <a:ext cx="150876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Treasury</a:t>
              </a:r>
              <a:endParaRPr lang="en-US" sz="1200" spc="0" kern="0" b="0" i="0" dirty="0">
                <a:solidFill>
                  <a:srgbClr val="070154"/>
                </a:solidFill>
                <a:latin typeface="IBM Plex Sans"/>
                <a:ea typeface="IBM Plex Sans"/>
                <a:cs typeface="IBM Plex Sans"/>
              </a:endParaRPr>
            </a:p>
          </p:txBody>
        </p:sp>
        <p:sp>
          <p:nvSpPr>
            <p:cNvPr id="62" name="node10.body.item-001.bullets.item-004.marker"/>
            <p:cNvSpPr/>
            <p:nvPr/>
          </p:nvSpPr>
          <p:spPr>
            <a:xfrm>
              <a:off x="9654540" y="3327400"/>
              <a:ext cx="38100" cy="38100"/>
            </a:xfrm>
            <a:prstGeom prst="rect">
              <a:avLst/>
            </a:prstGeom>
            <a:solidFill>
              <a:srgbClr val="070154"/>
            </a:solidFill>
            <a:ln>
              <a:noFill/>
            </a:ln>
          </p:spPr>
        </p:sp>
        <p:sp>
          <p:nvSpPr>
            <p:cNvPr id="63" name="node10.body.item-001.bullets.item-004.text"/>
            <p:cNvSpPr/>
            <p:nvPr/>
          </p:nvSpPr>
          <p:spPr>
            <a:xfrm>
              <a:off x="9806940" y="3238500"/>
              <a:ext cx="150876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Budget owners</a:t>
              </a:r>
              <a:endParaRPr lang="en-US" sz="1200" spc="0" kern="0" b="0" i="0" dirty="0">
                <a:solidFill>
                  <a:srgbClr val="070154"/>
                </a:solidFill>
                <a:latin typeface="IBM Plex Sans"/>
                <a:ea typeface="IBM Plex Sans"/>
                <a:cs typeface="IBM Plex Sans"/>
              </a:endParaRPr>
            </a:p>
          </p:txBody>
        </p:sp>
      </p:grpSp>
      <p:grpSp>
        <p:nvGrpSpPr>
          <p:cNvPr id="83" name="node11"/>
          <p:cNvGrpSpPr/>
          <p:nvPr/>
        </p:nvGrpSpPr>
        <p:grpSpPr>
          <a:xfrm>
            <a:off x="723900" y="4572000"/>
            <a:ext cx="3429000" cy="1143000"/>
            <a:chOff x="723900" y="4572000"/>
            <a:chExt cx="3429000" cy="1143000"/>
          </a:xfrm>
        </p:grpSpPr>
        <p:sp>
          <p:nvSpPr>
            <p:cNvPr id="64" name="node11.container"/>
            <p:cNvSpPr/>
            <p:nvPr/>
          </p:nvSpPr>
          <p:spPr>
            <a:xfrm>
              <a:off x="730250" y="4578350"/>
              <a:ext cx="3416300" cy="1130300"/>
            </a:xfrm>
            <a:prstGeom prst="rect">
              <a:avLst/>
            </a:prstGeom>
            <a:solidFill>
              <a:srgbClr val="FFFFFF"/>
            </a:solidFill>
            <a:ln w="12700">
              <a:solidFill>
                <a:srgbClr val="CED7E6"/>
              </a:solidFill>
              <a:prstDash val="solid"/>
            </a:ln>
          </p:spPr>
        </p:sp>
        <p:sp>
          <p:nvSpPr>
            <p:cNvPr id="65" name="node11.label"/>
            <p:cNvSpPr/>
            <p:nvPr/>
          </p:nvSpPr>
          <p:spPr>
            <a:xfrm>
              <a:off x="876300" y="4724400"/>
              <a:ext cx="3124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STARTS WHEN</a:t>
              </a:r>
              <a:endParaRPr lang="en-US" sz="900" spc="54" kern="0" b="0" i="0" dirty="0">
                <a:solidFill>
                  <a:srgbClr val="0047FF"/>
                </a:solidFill>
                <a:latin typeface="IBM Plex Mono Medium"/>
                <a:ea typeface="IBM Plex Mono Medium"/>
                <a:cs typeface="IBM Plex Mono Medium"/>
              </a:endParaRPr>
            </a:p>
          </p:txBody>
        </p:sp>
        <p:sp>
          <p:nvSpPr>
            <p:cNvPr id="66" name="node11.body.item-001.paragraph"/>
            <p:cNvSpPr/>
            <p:nvPr/>
          </p:nvSpPr>
          <p:spPr>
            <a:xfrm>
              <a:off x="876300" y="4953000"/>
              <a:ext cx="31242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A vendor invoice arrives</a:t>
              </a:r>
              <a:endParaRPr lang="en-US" sz="1400" spc="0" kern="0" b="0" i="0" dirty="0">
                <a:solidFill>
                  <a:srgbClr val="50658E"/>
                </a:solidFill>
                <a:latin typeface="IBM Plex Sans"/>
                <a:ea typeface="IBM Plex Sans"/>
                <a:cs typeface="IBM Plex Sans"/>
              </a:endParaRPr>
            </a:p>
          </p:txBody>
        </p:sp>
      </p:grpSp>
      <p:grpSp>
        <p:nvGrpSpPr>
          <p:cNvPr id="84" name="node12"/>
          <p:cNvGrpSpPr/>
          <p:nvPr/>
        </p:nvGrpSpPr>
        <p:grpSpPr>
          <a:xfrm>
            <a:off x="4381500" y="4572000"/>
            <a:ext cx="3429000" cy="1143000"/>
            <a:chOff x="4381500" y="4572000"/>
            <a:chExt cx="3429000" cy="1143000"/>
          </a:xfrm>
        </p:grpSpPr>
        <p:sp>
          <p:nvSpPr>
            <p:cNvPr id="67" name="node12.container"/>
            <p:cNvSpPr/>
            <p:nvPr/>
          </p:nvSpPr>
          <p:spPr>
            <a:xfrm>
              <a:off x="4387850" y="4578350"/>
              <a:ext cx="3416300" cy="1130300"/>
            </a:xfrm>
            <a:prstGeom prst="rect">
              <a:avLst/>
            </a:prstGeom>
            <a:solidFill>
              <a:srgbClr val="FFFFFF"/>
            </a:solidFill>
            <a:ln w="12700">
              <a:solidFill>
                <a:srgbClr val="CED7E6"/>
              </a:solidFill>
              <a:prstDash val="solid"/>
            </a:ln>
          </p:spPr>
        </p:sp>
        <p:sp>
          <p:nvSpPr>
            <p:cNvPr id="68" name="node12.label"/>
            <p:cNvSpPr/>
            <p:nvPr/>
          </p:nvSpPr>
          <p:spPr>
            <a:xfrm>
              <a:off x="4533900" y="4724400"/>
              <a:ext cx="3124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ENDS WHEN</a:t>
              </a:r>
              <a:endParaRPr lang="en-US" sz="900" spc="54" kern="0" b="0" i="0" dirty="0">
                <a:solidFill>
                  <a:srgbClr val="0047FF"/>
                </a:solidFill>
                <a:latin typeface="IBM Plex Mono Medium"/>
                <a:ea typeface="IBM Plex Mono Medium"/>
                <a:cs typeface="IBM Plex Mono Medium"/>
              </a:endParaRPr>
            </a:p>
          </p:txBody>
        </p:sp>
        <p:sp>
          <p:nvSpPr>
            <p:cNvPr id="69" name="node12.body.item-001.paragraph"/>
            <p:cNvSpPr/>
            <p:nvPr/>
          </p:nvSpPr>
          <p:spPr>
            <a:xfrm>
              <a:off x="4533900" y="4953000"/>
              <a:ext cx="31242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Payment is posted and reconciled</a:t>
              </a:r>
              <a:endParaRPr lang="en-US" sz="1400" spc="0" kern="0" b="0" i="0" dirty="0">
                <a:solidFill>
                  <a:srgbClr val="50658E"/>
                </a:solidFill>
                <a:latin typeface="IBM Plex Sans"/>
                <a:ea typeface="IBM Plex Sans"/>
                <a:cs typeface="IBM Plex Sans"/>
              </a:endParaRPr>
            </a:p>
          </p:txBody>
        </p:sp>
      </p:grpSp>
      <p:grpSp>
        <p:nvGrpSpPr>
          <p:cNvPr id="85" name="node13"/>
          <p:cNvGrpSpPr/>
          <p:nvPr/>
        </p:nvGrpSpPr>
        <p:grpSpPr>
          <a:xfrm>
            <a:off x="8039100" y="4572000"/>
            <a:ext cx="3429000" cy="1143000"/>
            <a:chOff x="8039100" y="4572000"/>
            <a:chExt cx="3429000" cy="1143000"/>
          </a:xfrm>
        </p:grpSpPr>
        <p:sp>
          <p:nvSpPr>
            <p:cNvPr id="70" name="node13.container"/>
            <p:cNvSpPr/>
            <p:nvPr/>
          </p:nvSpPr>
          <p:spPr>
            <a:xfrm>
              <a:off x="8045450" y="4578350"/>
              <a:ext cx="3416300" cy="1130300"/>
            </a:xfrm>
            <a:prstGeom prst="rect">
              <a:avLst/>
            </a:prstGeom>
            <a:solidFill>
              <a:srgbClr val="FFFFFF"/>
            </a:solidFill>
            <a:ln w="12700">
              <a:solidFill>
                <a:srgbClr val="CED7E6"/>
              </a:solidFill>
              <a:prstDash val="solid"/>
            </a:ln>
          </p:spPr>
        </p:sp>
        <p:sp>
          <p:nvSpPr>
            <p:cNvPr id="71" name="node13.label"/>
            <p:cNvSpPr/>
            <p:nvPr/>
          </p:nvSpPr>
          <p:spPr>
            <a:xfrm>
              <a:off x="8191500" y="4724400"/>
              <a:ext cx="3124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OUT OF SCOPE</a:t>
              </a:r>
              <a:endParaRPr lang="en-US" sz="900" spc="54" kern="0" b="0" i="0" dirty="0">
                <a:solidFill>
                  <a:srgbClr val="0047FF"/>
                </a:solidFill>
                <a:latin typeface="IBM Plex Mono Medium"/>
                <a:ea typeface="IBM Plex Mono Medium"/>
                <a:cs typeface="IBM Plex Mono Medium"/>
              </a:endParaRPr>
            </a:p>
          </p:txBody>
        </p:sp>
        <p:sp>
          <p:nvSpPr>
            <p:cNvPr id="72" name="node13.body.item-001.paragraph"/>
            <p:cNvSpPr/>
            <p:nvPr/>
          </p:nvSpPr>
          <p:spPr>
            <a:xfrm>
              <a:off x="8191500" y="4953000"/>
              <a:ext cx="31242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Vendor onboarding and disputes</a:t>
              </a:r>
              <a:endParaRPr lang="en-US" sz="1400" spc="0" kern="0" b="0" i="0" dirty="0">
                <a:solidFill>
                  <a:srgbClr val="50658E"/>
                </a:solidFill>
                <a:latin typeface="IBM Plex Sans"/>
                <a:ea typeface="IBM Plex Sans"/>
                <a:cs typeface="IBM Plex Sans"/>
              </a:endParaRPr>
            </a:p>
          </p:txBody>
        </p:sp>
      </p:gr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name="source-396">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CAPABILITIES</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Each layer of the digital front door rests on the one below</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Northfield Health System digital front door program, Sep 2026.</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133</a:t>
            </a:fld>
            <a:endParaRPr lang="en-US" sz="700" spc="0" kern="0" b="0" i="0" dirty="0">
              <a:solidFill>
                <a:srgbClr val="070154"/>
              </a:solidFill>
              <a:latin typeface="IBM Plex Mono SemiBold"/>
              <a:ea typeface="IBM Plex Mono SemiBold"/>
              <a:cs typeface="IBM Plex Mono SemiBold"/>
            </a:endParaRPr>
          </a:p>
        </p:txBody>
      </p:sp>
      <p:grpSp>
        <p:nvGrpSpPr>
          <p:cNvPr id="37" name="node01"/>
          <p:cNvGrpSpPr/>
          <p:nvPr/>
        </p:nvGrpSpPr>
        <p:grpSpPr>
          <a:xfrm>
            <a:off x="723900" y="1600200"/>
            <a:ext cx="7086600" cy="4114800"/>
            <a:chOff x="723900" y="1600200"/>
            <a:chExt cx="7086600" cy="4114800"/>
          </a:xfrm>
        </p:grpSpPr>
        <p:sp>
          <p:nvSpPr>
            <p:cNvPr id="7" name="node01.levels.source-001.band"/>
            <p:cNvSpPr/>
            <p:nvPr/>
          </p:nvSpPr>
          <p:spPr>
            <a:xfrm>
              <a:off x="2095500" y="1600200"/>
              <a:ext cx="685800" cy="762000"/>
            </a:xfrm>
            <a:custGeom>
              <a:avLst/>
              <a:gdLst/>
              <a:ahLst/>
              <a:cxnLst/>
              <a:rect l="l" t="t" r="r" b="b"/>
              <a:pathLst>
                <a:path w="685800" h="762000">
                  <a:moveTo>
                    <a:pt x="342900" y="0"/>
                  </a:moveTo>
                  <a:lnTo>
                    <a:pt x="342900" y="0"/>
                  </a:lnTo>
                  <a:lnTo>
                    <a:pt x="685800" y="762000"/>
                  </a:lnTo>
                  <a:lnTo>
                    <a:pt x="0" y="762000"/>
                  </a:lnTo>
                  <a:close/>
                </a:path>
              </a:pathLst>
            </a:custGeom>
            <a:solidFill>
              <a:srgbClr val="070154"/>
            </a:solidFill>
            <a:ln>
              <a:noFill/>
            </a:ln>
          </p:spPr>
        </p:sp>
        <p:sp>
          <p:nvSpPr>
            <p:cNvPr id="8" name="node01.levels.source-001.leader"/>
            <p:cNvSpPr/>
            <p:nvPr/>
          </p:nvSpPr>
          <p:spPr>
            <a:xfrm>
              <a:off x="2686050" y="1981200"/>
              <a:ext cx="1619250" cy="0"/>
            </a:xfrm>
            <a:custGeom>
              <a:avLst/>
              <a:gdLst/>
              <a:ahLst/>
              <a:cxnLst/>
              <a:rect l="l" t="t" r="r" b="b"/>
              <a:pathLst>
                <a:path w="1619250">
                  <a:moveTo>
                    <a:pt x="0" y="0"/>
                  </a:moveTo>
                  <a:lnTo>
                    <a:pt x="1619250" y="0"/>
                  </a:lnTo>
                </a:path>
              </a:pathLst>
            </a:custGeom>
            <a:ln w="12700">
              <a:solidFill>
                <a:srgbClr val="97A4BA"/>
              </a:solidFill>
              <a:prstDash val="dot"/>
            </a:ln>
          </p:spPr>
        </p:sp>
        <p:sp>
          <p:nvSpPr>
            <p:cNvPr id="9" name="node01.levels.source-002.band"/>
            <p:cNvSpPr/>
            <p:nvPr/>
          </p:nvSpPr>
          <p:spPr>
            <a:xfrm>
              <a:off x="1752600" y="2438400"/>
              <a:ext cx="1371600" cy="762000"/>
            </a:xfrm>
            <a:custGeom>
              <a:avLst/>
              <a:gdLst/>
              <a:ahLst/>
              <a:cxnLst/>
              <a:rect l="l" t="t" r="r" b="b"/>
              <a:pathLst>
                <a:path w="1371600" h="762000">
                  <a:moveTo>
                    <a:pt x="342900" y="0"/>
                  </a:moveTo>
                  <a:lnTo>
                    <a:pt x="1028700" y="0"/>
                  </a:lnTo>
                  <a:lnTo>
                    <a:pt x="1371600" y="762000"/>
                  </a:lnTo>
                  <a:lnTo>
                    <a:pt x="0" y="762000"/>
                  </a:lnTo>
                  <a:close/>
                </a:path>
              </a:pathLst>
            </a:custGeom>
            <a:solidFill>
              <a:srgbClr val="0047FF"/>
            </a:solidFill>
            <a:ln>
              <a:noFill/>
            </a:ln>
          </p:spPr>
        </p:sp>
        <p:sp>
          <p:nvSpPr>
            <p:cNvPr id="10" name="node01.levels.source-002.leader"/>
            <p:cNvSpPr/>
            <p:nvPr/>
          </p:nvSpPr>
          <p:spPr>
            <a:xfrm>
              <a:off x="3028950" y="2819400"/>
              <a:ext cx="1276350" cy="0"/>
            </a:xfrm>
            <a:custGeom>
              <a:avLst/>
              <a:gdLst/>
              <a:ahLst/>
              <a:cxnLst/>
              <a:rect l="l" t="t" r="r" b="b"/>
              <a:pathLst>
                <a:path w="1276350">
                  <a:moveTo>
                    <a:pt x="0" y="0"/>
                  </a:moveTo>
                  <a:lnTo>
                    <a:pt x="1276350" y="0"/>
                  </a:lnTo>
                </a:path>
              </a:pathLst>
            </a:custGeom>
            <a:ln w="12700">
              <a:solidFill>
                <a:srgbClr val="97A4BA"/>
              </a:solidFill>
              <a:prstDash val="dot"/>
            </a:ln>
          </p:spPr>
        </p:sp>
        <p:sp>
          <p:nvSpPr>
            <p:cNvPr id="11" name="node01.levels.source-003.band"/>
            <p:cNvSpPr/>
            <p:nvPr/>
          </p:nvSpPr>
          <p:spPr>
            <a:xfrm>
              <a:off x="1409700" y="3276600"/>
              <a:ext cx="2057400" cy="762000"/>
            </a:xfrm>
            <a:custGeom>
              <a:avLst/>
              <a:gdLst/>
              <a:ahLst/>
              <a:cxnLst/>
              <a:rect l="l" t="t" r="r" b="b"/>
              <a:pathLst>
                <a:path w="2057400" h="762000">
                  <a:moveTo>
                    <a:pt x="342900" y="0"/>
                  </a:moveTo>
                  <a:lnTo>
                    <a:pt x="1714500" y="0"/>
                  </a:lnTo>
                  <a:lnTo>
                    <a:pt x="2057400" y="762000"/>
                  </a:lnTo>
                  <a:lnTo>
                    <a:pt x="0" y="762000"/>
                  </a:lnTo>
                  <a:close/>
                </a:path>
              </a:pathLst>
            </a:custGeom>
            <a:solidFill>
              <a:srgbClr val="7C9BFF"/>
            </a:solidFill>
            <a:ln>
              <a:noFill/>
            </a:ln>
          </p:spPr>
        </p:sp>
        <p:sp>
          <p:nvSpPr>
            <p:cNvPr id="12" name="node01.levels.source-003.leader"/>
            <p:cNvSpPr/>
            <p:nvPr/>
          </p:nvSpPr>
          <p:spPr>
            <a:xfrm>
              <a:off x="3371850" y="3657600"/>
              <a:ext cx="933450" cy="0"/>
            </a:xfrm>
            <a:custGeom>
              <a:avLst/>
              <a:gdLst/>
              <a:ahLst/>
              <a:cxnLst/>
              <a:rect l="l" t="t" r="r" b="b"/>
              <a:pathLst>
                <a:path w="933450">
                  <a:moveTo>
                    <a:pt x="0" y="0"/>
                  </a:moveTo>
                  <a:lnTo>
                    <a:pt x="933450" y="0"/>
                  </a:lnTo>
                </a:path>
              </a:pathLst>
            </a:custGeom>
            <a:ln w="12700">
              <a:solidFill>
                <a:srgbClr val="97A4BA"/>
              </a:solidFill>
              <a:prstDash val="dot"/>
            </a:ln>
          </p:spPr>
        </p:sp>
        <p:sp>
          <p:nvSpPr>
            <p:cNvPr id="13" name="node01.levels.source-004.band"/>
            <p:cNvSpPr/>
            <p:nvPr/>
          </p:nvSpPr>
          <p:spPr>
            <a:xfrm>
              <a:off x="1066800" y="4114800"/>
              <a:ext cx="2743200" cy="762000"/>
            </a:xfrm>
            <a:custGeom>
              <a:avLst/>
              <a:gdLst/>
              <a:ahLst/>
              <a:cxnLst/>
              <a:rect l="l" t="t" r="r" b="b"/>
              <a:pathLst>
                <a:path w="2743200" h="762000">
                  <a:moveTo>
                    <a:pt x="342900" y="0"/>
                  </a:moveTo>
                  <a:lnTo>
                    <a:pt x="2400300" y="0"/>
                  </a:lnTo>
                  <a:lnTo>
                    <a:pt x="2743200" y="762000"/>
                  </a:lnTo>
                  <a:lnTo>
                    <a:pt x="0" y="762000"/>
                  </a:lnTo>
                  <a:close/>
                </a:path>
              </a:pathLst>
            </a:custGeom>
            <a:solidFill>
              <a:srgbClr val="CED7E6"/>
            </a:solidFill>
            <a:ln>
              <a:noFill/>
            </a:ln>
          </p:spPr>
        </p:sp>
        <p:sp>
          <p:nvSpPr>
            <p:cNvPr id="14" name="node01.levels.source-004.leader"/>
            <p:cNvSpPr/>
            <p:nvPr/>
          </p:nvSpPr>
          <p:spPr>
            <a:xfrm>
              <a:off x="3714750" y="4495800"/>
              <a:ext cx="590550" cy="0"/>
            </a:xfrm>
            <a:custGeom>
              <a:avLst/>
              <a:gdLst/>
              <a:ahLst/>
              <a:cxnLst/>
              <a:rect l="l" t="t" r="r" b="b"/>
              <a:pathLst>
                <a:path w="590550">
                  <a:moveTo>
                    <a:pt x="0" y="0"/>
                  </a:moveTo>
                  <a:lnTo>
                    <a:pt x="590550" y="0"/>
                  </a:lnTo>
                </a:path>
              </a:pathLst>
            </a:custGeom>
            <a:ln w="12700">
              <a:solidFill>
                <a:srgbClr val="97A4BA"/>
              </a:solidFill>
              <a:prstDash val="dot"/>
            </a:ln>
          </p:spPr>
        </p:sp>
        <p:sp>
          <p:nvSpPr>
            <p:cNvPr id="15" name="node01.levels.source-005.band"/>
            <p:cNvSpPr/>
            <p:nvPr/>
          </p:nvSpPr>
          <p:spPr>
            <a:xfrm>
              <a:off x="723900" y="4953000"/>
              <a:ext cx="3429000" cy="762000"/>
            </a:xfrm>
            <a:custGeom>
              <a:avLst/>
              <a:gdLst/>
              <a:ahLst/>
              <a:cxnLst/>
              <a:rect l="l" t="t" r="r" b="b"/>
              <a:pathLst>
                <a:path w="3429000" h="762000">
                  <a:moveTo>
                    <a:pt x="342900" y="0"/>
                  </a:moveTo>
                  <a:lnTo>
                    <a:pt x="3086100" y="0"/>
                  </a:lnTo>
                  <a:lnTo>
                    <a:pt x="3429000" y="762000"/>
                  </a:lnTo>
                  <a:lnTo>
                    <a:pt x="0" y="762000"/>
                  </a:lnTo>
                  <a:close/>
                </a:path>
              </a:pathLst>
            </a:custGeom>
            <a:solidFill>
              <a:srgbClr val="E8EEF8"/>
            </a:solidFill>
            <a:ln>
              <a:noFill/>
            </a:ln>
          </p:spPr>
        </p:sp>
        <p:sp>
          <p:nvSpPr>
            <p:cNvPr id="16" name="node01.levels.source-005.leader"/>
            <p:cNvSpPr/>
            <p:nvPr/>
          </p:nvSpPr>
          <p:spPr>
            <a:xfrm>
              <a:off x="4057650" y="5334000"/>
              <a:ext cx="247650" cy="0"/>
            </a:xfrm>
            <a:custGeom>
              <a:avLst/>
              <a:gdLst/>
              <a:ahLst/>
              <a:cxnLst/>
              <a:rect l="l" t="t" r="r" b="b"/>
              <a:pathLst>
                <a:path w="247650">
                  <a:moveTo>
                    <a:pt x="0" y="0"/>
                  </a:moveTo>
                  <a:lnTo>
                    <a:pt x="247650" y="0"/>
                  </a:lnTo>
                </a:path>
              </a:pathLst>
            </a:custGeom>
            <a:ln w="12700">
              <a:solidFill>
                <a:srgbClr val="97A4BA"/>
              </a:solidFill>
              <a:prstDash val="dot"/>
            </a:ln>
          </p:spPr>
        </p:sp>
        <p:sp>
          <p:nvSpPr>
            <p:cNvPr id="17" name="node01.levels.source-001.side.part-1"/>
            <p:cNvSpPr/>
            <p:nvPr/>
          </p:nvSpPr>
          <p:spPr>
            <a:xfrm>
              <a:off x="4381500" y="1701800"/>
              <a:ext cx="34290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Personal</a:t>
              </a:r>
              <a:endParaRPr lang="en-US" sz="1400" spc="0" kern="0" b="0" i="0" dirty="0">
                <a:solidFill>
                  <a:srgbClr val="070154"/>
                </a:solidFill>
                <a:latin typeface="IBM Plex Sans SemiBold"/>
                <a:ea typeface="IBM Plex Sans SemiBold"/>
                <a:cs typeface="IBM Plex Sans SemiBold"/>
              </a:endParaRPr>
            </a:p>
          </p:txBody>
        </p:sp>
        <p:sp>
          <p:nvSpPr>
            <p:cNvPr id="18" name="node01.levels.source-001.side.part-2"/>
            <p:cNvSpPr/>
            <p:nvPr/>
          </p:nvSpPr>
          <p:spPr>
            <a:xfrm>
              <a:off x="4381500" y="1993900"/>
              <a:ext cx="34290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Care journeys that adapt.</a:t>
              </a:r>
              <a:endParaRPr lang="en-US" sz="1400" spc="0" kern="0" b="0" i="0" dirty="0">
                <a:solidFill>
                  <a:srgbClr val="070154"/>
                </a:solidFill>
                <a:latin typeface="IBM Plex Sans"/>
                <a:ea typeface="IBM Plex Sans"/>
                <a:cs typeface="IBM Plex Sans"/>
              </a:endParaRPr>
            </a:p>
          </p:txBody>
        </p:sp>
        <p:sp>
          <p:nvSpPr>
            <p:cNvPr id="19" name="node01.levels.source-002.side.part-1"/>
            <p:cNvSpPr/>
            <p:nvPr/>
          </p:nvSpPr>
          <p:spPr>
            <a:xfrm>
              <a:off x="4381500" y="2540000"/>
              <a:ext cx="34290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Predictive</a:t>
              </a:r>
              <a:endParaRPr lang="en-US" sz="1400" spc="0" kern="0" b="0" i="0" dirty="0">
                <a:solidFill>
                  <a:srgbClr val="070154"/>
                </a:solidFill>
                <a:latin typeface="IBM Plex Sans SemiBold"/>
                <a:ea typeface="IBM Plex Sans SemiBold"/>
                <a:cs typeface="IBM Plex Sans SemiBold"/>
              </a:endParaRPr>
            </a:p>
          </p:txBody>
        </p:sp>
        <p:sp>
          <p:nvSpPr>
            <p:cNvPr id="20" name="node01.levels.source-002.side.part-2"/>
            <p:cNvSpPr/>
            <p:nvPr/>
          </p:nvSpPr>
          <p:spPr>
            <a:xfrm>
              <a:off x="4381500" y="2832100"/>
              <a:ext cx="34290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Demand and no-show models.</a:t>
              </a:r>
              <a:endParaRPr lang="en-US" sz="1400" spc="0" kern="0" b="0" i="0" dirty="0">
                <a:solidFill>
                  <a:srgbClr val="070154"/>
                </a:solidFill>
                <a:latin typeface="IBM Plex Sans"/>
                <a:ea typeface="IBM Plex Sans"/>
                <a:cs typeface="IBM Plex Sans"/>
              </a:endParaRPr>
            </a:p>
          </p:txBody>
        </p:sp>
        <p:sp>
          <p:nvSpPr>
            <p:cNvPr id="21" name="node01.levels.source-003.side.part-1"/>
            <p:cNvSpPr/>
            <p:nvPr/>
          </p:nvSpPr>
          <p:spPr>
            <a:xfrm>
              <a:off x="4381500" y="3378200"/>
              <a:ext cx="34290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Self-service</a:t>
              </a:r>
              <a:endParaRPr lang="en-US" sz="1400" spc="0" kern="0" b="0" i="0" dirty="0">
                <a:solidFill>
                  <a:srgbClr val="070154"/>
                </a:solidFill>
                <a:latin typeface="IBM Plex Sans SemiBold"/>
                <a:ea typeface="IBM Plex Sans SemiBold"/>
                <a:cs typeface="IBM Plex Sans SemiBold"/>
              </a:endParaRPr>
            </a:p>
          </p:txBody>
        </p:sp>
        <p:sp>
          <p:nvSpPr>
            <p:cNvPr id="22" name="node01.levels.source-003.side.part-2"/>
            <p:cNvSpPr/>
            <p:nvPr/>
          </p:nvSpPr>
          <p:spPr>
            <a:xfrm>
              <a:off x="4381500" y="3670300"/>
              <a:ext cx="34290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Book, pay and message.</a:t>
              </a:r>
              <a:endParaRPr lang="en-US" sz="1400" spc="0" kern="0" b="0" i="0" dirty="0">
                <a:solidFill>
                  <a:srgbClr val="070154"/>
                </a:solidFill>
                <a:latin typeface="IBM Plex Sans"/>
                <a:ea typeface="IBM Plex Sans"/>
                <a:cs typeface="IBM Plex Sans"/>
              </a:endParaRPr>
            </a:p>
          </p:txBody>
        </p:sp>
        <p:sp>
          <p:nvSpPr>
            <p:cNvPr id="23" name="node01.levels.source-004.side.part-1"/>
            <p:cNvSpPr/>
            <p:nvPr/>
          </p:nvSpPr>
          <p:spPr>
            <a:xfrm>
              <a:off x="4381500" y="4216400"/>
              <a:ext cx="34290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Integrated data</a:t>
              </a:r>
              <a:endParaRPr lang="en-US" sz="1400" spc="0" kern="0" b="0" i="0" dirty="0">
                <a:solidFill>
                  <a:srgbClr val="070154"/>
                </a:solidFill>
                <a:latin typeface="IBM Plex Sans SemiBold"/>
                <a:ea typeface="IBM Plex Sans SemiBold"/>
                <a:cs typeface="IBM Plex Sans SemiBold"/>
              </a:endParaRPr>
            </a:p>
          </p:txBody>
        </p:sp>
        <p:sp>
          <p:nvSpPr>
            <p:cNvPr id="24" name="node01.levels.source-004.side.part-2"/>
            <p:cNvSpPr/>
            <p:nvPr/>
          </p:nvSpPr>
          <p:spPr>
            <a:xfrm>
              <a:off x="4381500" y="4508500"/>
              <a:ext cx="34290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One patient profile.</a:t>
              </a:r>
              <a:endParaRPr lang="en-US" sz="1400" spc="0" kern="0" b="0" i="0" dirty="0">
                <a:solidFill>
                  <a:srgbClr val="070154"/>
                </a:solidFill>
                <a:latin typeface="IBM Plex Sans"/>
                <a:ea typeface="IBM Plex Sans"/>
                <a:cs typeface="IBM Plex Sans"/>
              </a:endParaRPr>
            </a:p>
          </p:txBody>
        </p:sp>
        <p:sp>
          <p:nvSpPr>
            <p:cNvPr id="25" name="node01.levels.source-005.side.part-1"/>
            <p:cNvSpPr/>
            <p:nvPr/>
          </p:nvSpPr>
          <p:spPr>
            <a:xfrm>
              <a:off x="4381500" y="5054600"/>
              <a:ext cx="34290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Identity and platform</a:t>
              </a:r>
              <a:endParaRPr lang="en-US" sz="1400" spc="0" kern="0" b="0" i="0" dirty="0">
                <a:solidFill>
                  <a:srgbClr val="070154"/>
                </a:solidFill>
                <a:latin typeface="IBM Plex Sans SemiBold"/>
                <a:ea typeface="IBM Plex Sans SemiBold"/>
                <a:cs typeface="IBM Plex Sans SemiBold"/>
              </a:endParaRPr>
            </a:p>
          </p:txBody>
        </p:sp>
        <p:sp>
          <p:nvSpPr>
            <p:cNvPr id="26" name="node01.levels.source-005.side.part-2"/>
            <p:cNvSpPr/>
            <p:nvPr/>
          </p:nvSpPr>
          <p:spPr>
            <a:xfrm>
              <a:off x="4381500" y="5346700"/>
              <a:ext cx="34290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Secure sign-in, one patient ID.</a:t>
              </a:r>
              <a:endParaRPr lang="en-US" sz="1400" spc="0" kern="0" b="0" i="0" dirty="0">
                <a:solidFill>
                  <a:srgbClr val="070154"/>
                </a:solidFill>
                <a:latin typeface="IBM Plex Sans"/>
                <a:ea typeface="IBM Plex Sans"/>
                <a:cs typeface="IBM Plex Sans"/>
              </a:endParaRPr>
            </a:p>
          </p:txBody>
        </p:sp>
      </p:grpSp>
      <p:grpSp>
        <p:nvGrpSpPr>
          <p:cNvPr id="38" name="node02"/>
          <p:cNvGrpSpPr/>
          <p:nvPr/>
        </p:nvGrpSpPr>
        <p:grpSpPr>
          <a:xfrm>
            <a:off x="8039100" y="1600200"/>
            <a:ext cx="3429000" cy="152400"/>
            <a:chOff x="8039100" y="1600200"/>
            <a:chExt cx="3429000" cy="152400"/>
          </a:xfrm>
        </p:grpSpPr>
        <p:sp>
          <p:nvSpPr>
            <p:cNvPr id="27" name="node02.text"/>
            <p:cNvSpPr/>
            <p:nvPr/>
          </p:nvSpPr>
          <p:spPr>
            <a:xfrm>
              <a:off x="8039100" y="1600200"/>
              <a:ext cx="3429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BUILD ORDER</a:t>
              </a:r>
              <a:endParaRPr lang="en-US" sz="900" spc="54" kern="0" b="0" i="0" dirty="0">
                <a:solidFill>
                  <a:srgbClr val="50658E"/>
                </a:solidFill>
                <a:latin typeface="IBM Plex Mono Medium"/>
                <a:ea typeface="IBM Plex Mono Medium"/>
                <a:cs typeface="IBM Plex Mono Medium"/>
              </a:endParaRPr>
            </a:p>
          </p:txBody>
        </p:sp>
      </p:grpSp>
      <p:grpSp>
        <p:nvGrpSpPr>
          <p:cNvPr id="39" name="node03"/>
          <p:cNvGrpSpPr/>
          <p:nvPr/>
        </p:nvGrpSpPr>
        <p:grpSpPr>
          <a:xfrm>
            <a:off x="8039100" y="1981200"/>
            <a:ext cx="3429000" cy="2133600"/>
            <a:chOff x="8039100" y="1981200"/>
            <a:chExt cx="3429000" cy="2133600"/>
          </a:xfrm>
        </p:grpSpPr>
        <p:sp>
          <p:nvSpPr>
            <p:cNvPr id="28" name="node03.source-001.number"/>
            <p:cNvSpPr/>
            <p:nvPr/>
          </p:nvSpPr>
          <p:spPr>
            <a:xfrm>
              <a:off x="8039100" y="1981200"/>
              <a:ext cx="381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047FF"/>
                  </a:solidFill>
                  <a:latin typeface="IBM Plex Mono SemiBold"/>
                  <a:ea typeface="IBM Plex Mono SemiBold"/>
                  <a:cs typeface="IBM Plex Mono SemiBold"/>
                </a:rPr>
                <a:t>01</a:t>
              </a:r>
              <a:endParaRPr lang="en-US" sz="1200" spc="0" kern="0" b="0" i="0" dirty="0">
                <a:solidFill>
                  <a:srgbClr val="0047FF"/>
                </a:solidFill>
                <a:latin typeface="IBM Plex Mono SemiBold"/>
                <a:ea typeface="IBM Plex Mono SemiBold"/>
                <a:cs typeface="IBM Plex Mono SemiBold"/>
              </a:endParaRPr>
            </a:p>
          </p:txBody>
        </p:sp>
        <p:sp>
          <p:nvSpPr>
            <p:cNvPr id="29" name="node03.source-001.title"/>
            <p:cNvSpPr/>
            <p:nvPr/>
          </p:nvSpPr>
          <p:spPr>
            <a:xfrm>
              <a:off x="8572500" y="1981200"/>
              <a:ext cx="2895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Lay the base first</a:t>
              </a:r>
              <a:endParaRPr lang="en-US" sz="1200" spc="0" kern="0" b="0" i="0" dirty="0">
                <a:solidFill>
                  <a:srgbClr val="070154"/>
                </a:solidFill>
                <a:latin typeface="IBM Plex Sans SemiBold"/>
                <a:ea typeface="IBM Plex Sans SemiBold"/>
                <a:cs typeface="IBM Plex Sans SemiBold"/>
              </a:endParaRPr>
            </a:p>
          </p:txBody>
        </p:sp>
        <p:sp>
          <p:nvSpPr>
            <p:cNvPr id="30" name="node03.source-001.text"/>
            <p:cNvSpPr/>
            <p:nvPr/>
          </p:nvSpPr>
          <p:spPr>
            <a:xfrm>
              <a:off x="8572500" y="2209800"/>
              <a:ext cx="28956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Identity and a secure platform come before any new service.</a:t>
              </a:r>
              <a:endParaRPr lang="en-US" sz="1200" spc="0" kern="0" b="0" i="0" dirty="0">
                <a:solidFill>
                  <a:srgbClr val="50658E"/>
                </a:solidFill>
                <a:latin typeface="IBM Plex Sans"/>
                <a:ea typeface="IBM Plex Sans"/>
                <a:cs typeface="IBM Plex Sans"/>
              </a:endParaRPr>
            </a:p>
          </p:txBody>
        </p:sp>
        <p:sp>
          <p:nvSpPr>
            <p:cNvPr id="31" name="node03.source-002.number"/>
            <p:cNvSpPr/>
            <p:nvPr/>
          </p:nvSpPr>
          <p:spPr>
            <a:xfrm>
              <a:off x="8039100" y="2819400"/>
              <a:ext cx="381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047FF"/>
                  </a:solidFill>
                  <a:latin typeface="IBM Plex Mono SemiBold"/>
                  <a:ea typeface="IBM Plex Mono SemiBold"/>
                  <a:cs typeface="IBM Plex Mono SemiBold"/>
                </a:rPr>
                <a:t>02</a:t>
              </a:r>
              <a:endParaRPr lang="en-US" sz="1200" spc="0" kern="0" b="0" i="0" dirty="0">
                <a:solidFill>
                  <a:srgbClr val="0047FF"/>
                </a:solidFill>
                <a:latin typeface="IBM Plex Mono SemiBold"/>
                <a:ea typeface="IBM Plex Mono SemiBold"/>
                <a:cs typeface="IBM Plex Mono SemiBold"/>
              </a:endParaRPr>
            </a:p>
          </p:txBody>
        </p:sp>
        <p:sp>
          <p:nvSpPr>
            <p:cNvPr id="32" name="node03.source-002.title"/>
            <p:cNvSpPr/>
            <p:nvPr/>
          </p:nvSpPr>
          <p:spPr>
            <a:xfrm>
              <a:off x="8572500" y="2819400"/>
              <a:ext cx="2895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Connect the data</a:t>
              </a:r>
              <a:endParaRPr lang="en-US" sz="1200" spc="0" kern="0" b="0" i="0" dirty="0">
                <a:solidFill>
                  <a:srgbClr val="070154"/>
                </a:solidFill>
                <a:latin typeface="IBM Plex Sans SemiBold"/>
                <a:ea typeface="IBM Plex Sans SemiBold"/>
                <a:cs typeface="IBM Plex Sans SemiBold"/>
              </a:endParaRPr>
            </a:p>
          </p:txBody>
        </p:sp>
        <p:sp>
          <p:nvSpPr>
            <p:cNvPr id="33" name="node03.source-002.text"/>
            <p:cNvSpPr/>
            <p:nvPr/>
          </p:nvSpPr>
          <p:spPr>
            <a:xfrm>
              <a:off x="8572500" y="3048000"/>
              <a:ext cx="28956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Scheduling, billing and clinical records feed one profile.</a:t>
              </a:r>
              <a:endParaRPr lang="en-US" sz="1200" spc="0" kern="0" b="0" i="0" dirty="0">
                <a:solidFill>
                  <a:srgbClr val="50658E"/>
                </a:solidFill>
                <a:latin typeface="IBM Plex Sans"/>
                <a:ea typeface="IBM Plex Sans"/>
                <a:cs typeface="IBM Plex Sans"/>
              </a:endParaRPr>
            </a:p>
          </p:txBody>
        </p:sp>
        <p:sp>
          <p:nvSpPr>
            <p:cNvPr id="34" name="node03.source-003.number"/>
            <p:cNvSpPr/>
            <p:nvPr/>
          </p:nvSpPr>
          <p:spPr>
            <a:xfrm>
              <a:off x="8039100" y="3657600"/>
              <a:ext cx="381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047FF"/>
                  </a:solidFill>
                  <a:latin typeface="IBM Plex Mono SemiBold"/>
                  <a:ea typeface="IBM Plex Mono SemiBold"/>
                  <a:cs typeface="IBM Plex Mono SemiBold"/>
                </a:rPr>
                <a:t>03</a:t>
              </a:r>
              <a:endParaRPr lang="en-US" sz="1200" spc="0" kern="0" b="0" i="0" dirty="0">
                <a:solidFill>
                  <a:srgbClr val="0047FF"/>
                </a:solidFill>
                <a:latin typeface="IBM Plex Mono SemiBold"/>
                <a:ea typeface="IBM Plex Mono SemiBold"/>
                <a:cs typeface="IBM Plex Mono SemiBold"/>
              </a:endParaRPr>
            </a:p>
          </p:txBody>
        </p:sp>
        <p:sp>
          <p:nvSpPr>
            <p:cNvPr id="35" name="node03.source-003.title"/>
            <p:cNvSpPr/>
            <p:nvPr/>
          </p:nvSpPr>
          <p:spPr>
            <a:xfrm>
              <a:off x="8572500" y="3657600"/>
              <a:ext cx="2895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Then add intelligence</a:t>
              </a:r>
              <a:endParaRPr lang="en-US" sz="1200" spc="0" kern="0" b="0" i="0" dirty="0">
                <a:solidFill>
                  <a:srgbClr val="070154"/>
                </a:solidFill>
                <a:latin typeface="IBM Plex Sans SemiBold"/>
                <a:ea typeface="IBM Plex Sans SemiBold"/>
                <a:cs typeface="IBM Plex Sans SemiBold"/>
              </a:endParaRPr>
            </a:p>
          </p:txBody>
        </p:sp>
        <p:sp>
          <p:nvSpPr>
            <p:cNvPr id="36" name="node03.source-003.text"/>
            <p:cNvSpPr/>
            <p:nvPr/>
          </p:nvSpPr>
          <p:spPr>
            <a:xfrm>
              <a:off x="8572500" y="3886200"/>
              <a:ext cx="2895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Prediction needs clean, connected data.</a:t>
              </a:r>
              <a:endParaRPr lang="en-US" sz="1200" spc="0" kern="0" b="0" i="0" dirty="0">
                <a:solidFill>
                  <a:srgbClr val="50658E"/>
                </a:solidFill>
                <a:latin typeface="IBM Plex Sans"/>
                <a:ea typeface="IBM Plex Sans"/>
                <a:cs typeface="IBM Plex Sans"/>
              </a:endParaRPr>
            </a:p>
          </p:txBody>
        </p:sp>
      </p:gr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name="source-402">
    <p:spTree>
      <p:nvGrpSpPr>
        <p:cNvPr id="1" name=""/>
        <p:cNvGrpSpPr/>
        <p:nvPr/>
      </p:nvGrpSpPr>
      <p:grpSpPr>
        <a:xfrm>
          <a:off x="0" y="0"/>
          <a:ext cx="0" cy="0"/>
          <a:chOff x="0" y="0"/>
          <a:chExt cx="0" cy="0"/>
        </a:xfrm>
      </p:grpSpPr>
      <p:sp>
        <p:nvSpPr>
          <p:cNvPr id="3" name="eyebrow"/>
          <p:cNvSpPr/>
          <p:nvPr/>
        </p:nvSpPr>
        <p:spPr>
          <a:xfrm>
            <a:off x="723900" y="457200"/>
            <a:ext cx="34290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PRIORITIZATION</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3429000" cy="9144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Six initiatives, ranked by value and effort</a:t>
            </a:r>
            <a:endParaRPr lang="en-US" sz="2400" spc="-36"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34290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Northfield finance workshops, Sep 2026.</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134</a:t>
            </a:fld>
            <a:endParaRPr lang="en-US" sz="700" spc="0" kern="0" b="0" i="0" dirty="0">
              <a:solidFill>
                <a:srgbClr val="070154"/>
              </a:solidFill>
              <a:latin typeface="IBM Plex Mono SemiBold"/>
              <a:ea typeface="IBM Plex Mono SemiBold"/>
              <a:cs typeface="IBM Plex Mono SemiBold"/>
            </a:endParaRPr>
          </a:p>
        </p:txBody>
      </p:sp>
      <p:grpSp>
        <p:nvGrpSpPr>
          <p:cNvPr id="126" name="node01"/>
          <p:cNvGrpSpPr/>
          <p:nvPr/>
        </p:nvGrpSpPr>
        <p:grpSpPr>
          <a:xfrm>
            <a:off x="5308600" y="342900"/>
            <a:ext cx="5359400" cy="5346700"/>
            <a:chOff x="5308600" y="342900"/>
            <a:chExt cx="5359400" cy="5346700"/>
          </a:xfrm>
        </p:grpSpPr>
        <p:sp>
          <p:nvSpPr>
            <p:cNvPr id="7" name="node01.quadrant.tl"/>
            <p:cNvSpPr/>
            <p:nvPr/>
          </p:nvSpPr>
          <p:spPr>
            <a:xfrm>
              <a:off x="5524500" y="342900"/>
              <a:ext cx="2571750" cy="2571750"/>
            </a:xfrm>
            <a:prstGeom prst="rect">
              <a:avLst/>
            </a:prstGeom>
            <a:solidFill>
              <a:srgbClr val="E8EEF8"/>
            </a:solidFill>
            <a:ln>
              <a:noFill/>
            </a:ln>
          </p:spPr>
        </p:sp>
        <p:sp>
          <p:nvSpPr>
            <p:cNvPr id="8" name="node01.name.tl"/>
            <p:cNvSpPr/>
            <p:nvPr/>
          </p:nvSpPr>
          <p:spPr>
            <a:xfrm>
              <a:off x="5638800" y="419100"/>
              <a:ext cx="2343150" cy="171450"/>
            </a:xfrm>
            <a:prstGeom prst="rect">
              <a:avLst/>
            </a:prstGeom>
            <a:noFill/>
            <a:ln/>
          </p:spPr>
          <p:txBody>
            <a:bodyPr wrap="square" lIns="0" tIns="0" rIns="0" bIns="0" rtlCol="0" anchor="t"/>
            <a:lstStyle/>
            <a:p>
              <a:pPr algn="l" indent="0" marL="0">
                <a:lnSpc>
                  <a:spcPts val="1200"/>
                </a:lnSpc>
                <a:buNone/>
              </a:pPr>
              <a:r>
                <a:rPr lang="en-US" sz="900" spc="60" kern="0" b="0" i="0" dirty="0">
                  <a:solidFill>
                    <a:srgbClr val="070154"/>
                  </a:solidFill>
                  <a:latin typeface="IBM Plex Mono SemiBold"/>
                  <a:ea typeface="IBM Plex Mono SemiBold"/>
                  <a:cs typeface="IBM Plex Mono SemiBold"/>
                </a:rPr>
                <a:t>QUICK WINS</a:t>
              </a:r>
              <a:endParaRPr lang="en-US" sz="900" spc="60" kern="0" b="0" i="0" dirty="0">
                <a:solidFill>
                  <a:srgbClr val="070154"/>
                </a:solidFill>
                <a:latin typeface="IBM Plex Mono SemiBold"/>
                <a:ea typeface="IBM Plex Mono SemiBold"/>
                <a:cs typeface="IBM Plex Mono SemiBold"/>
              </a:endParaRPr>
            </a:p>
          </p:txBody>
        </p:sp>
        <p:sp>
          <p:nvSpPr>
            <p:cNvPr id="9" name="node01.tag-bg.tl"/>
            <p:cNvSpPr/>
            <p:nvPr/>
          </p:nvSpPr>
          <p:spPr>
            <a:xfrm>
              <a:off x="5638800" y="647700"/>
              <a:ext cx="759470" cy="203200"/>
            </a:xfrm>
            <a:prstGeom prst="rect">
              <a:avLst/>
            </a:prstGeom>
            <a:solidFill>
              <a:srgbClr val="05013F"/>
            </a:solidFill>
            <a:ln>
              <a:noFill/>
            </a:ln>
          </p:spPr>
        </p:sp>
        <p:sp>
          <p:nvSpPr>
            <p:cNvPr id="10" name="node01.tag.tl"/>
            <p:cNvSpPr/>
            <p:nvPr/>
          </p:nvSpPr>
          <p:spPr>
            <a:xfrm>
              <a:off x="5715000" y="660400"/>
              <a:ext cx="607070" cy="177800"/>
            </a:xfrm>
            <a:prstGeom prst="rect">
              <a:avLst/>
            </a:prstGeom>
            <a:noFill/>
            <a:ln/>
          </p:spPr>
          <p:txBody>
            <a:bodyPr wrap="square" lIns="0" tIns="0" rIns="0" bIns="0" rtlCol="0" anchor="t"/>
            <a:lstStyle/>
            <a:p>
              <a:pPr algn="l" indent="0" marL="0">
                <a:lnSpc>
                  <a:spcPts val="1200"/>
                </a:lnSpc>
                <a:buNone/>
              </a:pPr>
              <a:r>
                <a:rPr lang="en-US" sz="850" spc="60" kern="0" b="0" i="0" dirty="0">
                  <a:solidFill>
                    <a:srgbClr val="FFFFFF"/>
                  </a:solidFill>
                  <a:latin typeface="IBM Plex Mono SemiBold"/>
                  <a:ea typeface="IBM Plex Mono SemiBold"/>
                  <a:cs typeface="IBM Plex Mono SemiBold"/>
                </a:rPr>
                <a:t>AIM HERE</a:t>
              </a:r>
              <a:endParaRPr lang="en-US" sz="850" spc="60" kern="0" b="0" i="0" dirty="0">
                <a:solidFill>
                  <a:srgbClr val="FFFFFF"/>
                </a:solidFill>
                <a:latin typeface="IBM Plex Mono SemiBold"/>
                <a:ea typeface="IBM Plex Mono SemiBold"/>
                <a:cs typeface="IBM Plex Mono SemiBold"/>
              </a:endParaRPr>
            </a:p>
          </p:txBody>
        </p:sp>
        <p:sp>
          <p:nvSpPr>
            <p:cNvPr id="11" name="node01.quadrant.tr"/>
            <p:cNvSpPr/>
            <p:nvPr/>
          </p:nvSpPr>
          <p:spPr>
            <a:xfrm>
              <a:off x="8096250" y="342900"/>
              <a:ext cx="2571750" cy="2571750"/>
            </a:xfrm>
            <a:prstGeom prst="rect">
              <a:avLst/>
            </a:prstGeom>
            <a:solidFill>
              <a:srgbClr val="FFFFFF"/>
            </a:solidFill>
            <a:ln>
              <a:noFill/>
            </a:ln>
          </p:spPr>
        </p:sp>
        <p:sp>
          <p:nvSpPr>
            <p:cNvPr id="12" name="node01.name.tr"/>
            <p:cNvSpPr/>
            <p:nvPr/>
          </p:nvSpPr>
          <p:spPr>
            <a:xfrm>
              <a:off x="8210550" y="419100"/>
              <a:ext cx="2343150" cy="171450"/>
            </a:xfrm>
            <a:prstGeom prst="rect">
              <a:avLst/>
            </a:prstGeom>
            <a:noFill/>
            <a:ln/>
          </p:spPr>
          <p:txBody>
            <a:bodyPr wrap="square" lIns="0" tIns="0" rIns="0" bIns="0" rtlCol="0" anchor="t"/>
            <a:lstStyle/>
            <a:p>
              <a:pPr algn="r" indent="0" marL="0">
                <a:lnSpc>
                  <a:spcPts val="1200"/>
                </a:lnSpc>
                <a:buNone/>
              </a:pPr>
              <a:r>
                <a:rPr lang="en-US" sz="900" spc="60" kern="0" b="0" i="0" dirty="0">
                  <a:solidFill>
                    <a:srgbClr val="070154"/>
                  </a:solidFill>
                  <a:latin typeface="IBM Plex Mono SemiBold"/>
                  <a:ea typeface="IBM Plex Mono SemiBold"/>
                  <a:cs typeface="IBM Plex Mono SemiBold"/>
                </a:rPr>
                <a:t>BIG BETS</a:t>
              </a:r>
              <a:endParaRPr lang="en-US" sz="900" spc="60" kern="0" b="0" i="0" dirty="0">
                <a:solidFill>
                  <a:srgbClr val="070154"/>
                </a:solidFill>
                <a:latin typeface="IBM Plex Mono SemiBold"/>
                <a:ea typeface="IBM Plex Mono SemiBold"/>
                <a:cs typeface="IBM Plex Mono SemiBold"/>
              </a:endParaRPr>
            </a:p>
          </p:txBody>
        </p:sp>
        <p:sp>
          <p:nvSpPr>
            <p:cNvPr id="13" name="node01.quadrant.bl"/>
            <p:cNvSpPr/>
            <p:nvPr/>
          </p:nvSpPr>
          <p:spPr>
            <a:xfrm>
              <a:off x="5524500" y="2914650"/>
              <a:ext cx="2571750" cy="2571750"/>
            </a:xfrm>
            <a:prstGeom prst="rect">
              <a:avLst/>
            </a:prstGeom>
            <a:solidFill>
              <a:srgbClr val="FFFFFF"/>
            </a:solidFill>
            <a:ln>
              <a:noFill/>
            </a:ln>
          </p:spPr>
        </p:sp>
        <p:sp>
          <p:nvSpPr>
            <p:cNvPr id="14" name="node01.name.bl"/>
            <p:cNvSpPr/>
            <p:nvPr/>
          </p:nvSpPr>
          <p:spPr>
            <a:xfrm>
              <a:off x="5638800" y="5181600"/>
              <a:ext cx="2343150" cy="171450"/>
            </a:xfrm>
            <a:prstGeom prst="rect">
              <a:avLst/>
            </a:prstGeom>
            <a:noFill/>
            <a:ln/>
          </p:spPr>
          <p:txBody>
            <a:bodyPr wrap="square" lIns="0" tIns="0" rIns="0" bIns="0" rtlCol="0" anchor="t"/>
            <a:lstStyle/>
            <a:p>
              <a:pPr algn="l" indent="0" marL="0">
                <a:lnSpc>
                  <a:spcPts val="1200"/>
                </a:lnSpc>
                <a:buNone/>
              </a:pPr>
              <a:r>
                <a:rPr lang="en-US" sz="900" spc="60" kern="0" b="0" i="0" dirty="0">
                  <a:solidFill>
                    <a:srgbClr val="070154"/>
                  </a:solidFill>
                  <a:latin typeface="IBM Plex Mono SemiBold"/>
                  <a:ea typeface="IBM Plex Mono SemiBold"/>
                  <a:cs typeface="IBM Plex Mono SemiBold"/>
                </a:rPr>
                <a:t>FILL-INS</a:t>
              </a:r>
              <a:endParaRPr lang="en-US" sz="900" spc="60" kern="0" b="0" i="0" dirty="0">
                <a:solidFill>
                  <a:srgbClr val="070154"/>
                </a:solidFill>
                <a:latin typeface="IBM Plex Mono SemiBold"/>
                <a:ea typeface="IBM Plex Mono SemiBold"/>
                <a:cs typeface="IBM Plex Mono SemiBold"/>
              </a:endParaRPr>
            </a:p>
          </p:txBody>
        </p:sp>
        <p:sp>
          <p:nvSpPr>
            <p:cNvPr id="15" name="node01.quadrant.br"/>
            <p:cNvSpPr/>
            <p:nvPr/>
          </p:nvSpPr>
          <p:spPr>
            <a:xfrm>
              <a:off x="8096250" y="2914650"/>
              <a:ext cx="2571750" cy="2571750"/>
            </a:xfrm>
            <a:prstGeom prst="rect">
              <a:avLst/>
            </a:prstGeom>
            <a:solidFill>
              <a:srgbClr val="FFFFFF"/>
            </a:solidFill>
            <a:ln>
              <a:noFill/>
            </a:ln>
          </p:spPr>
        </p:sp>
        <p:sp>
          <p:nvSpPr>
            <p:cNvPr id="16" name="node01.hatch.br.000"/>
            <p:cNvSpPr/>
            <p:nvPr/>
          </p:nvSpPr>
          <p:spPr>
            <a:xfrm>
              <a:off x="8096250" y="5486400"/>
              <a:ext cx="127" cy="127"/>
            </a:xfrm>
            <a:custGeom>
              <a:avLst/>
              <a:gdLst/>
              <a:ahLst/>
              <a:cxnLst/>
              <a:rect l="l" t="t" r="r" b="b"/>
              <a:pathLst>
                <a:path w="127" h="127">
                  <a:moveTo>
                    <a:pt x="0" y="0"/>
                  </a:moveTo>
                  <a:lnTo>
                    <a:pt x="0" y="0"/>
                  </a:lnTo>
                </a:path>
              </a:pathLst>
            </a:custGeom>
            <a:ln w="25400">
              <a:solidFill>
                <a:srgbClr val="CED7E6"/>
              </a:solidFill>
              <a:prstDash val="solid"/>
            </a:ln>
          </p:spPr>
        </p:sp>
        <p:sp>
          <p:nvSpPr>
            <p:cNvPr id="17" name="node01.hatch.br.001"/>
            <p:cNvSpPr/>
            <p:nvPr/>
          </p:nvSpPr>
          <p:spPr>
            <a:xfrm>
              <a:off x="8096250" y="5410200"/>
              <a:ext cx="76200" cy="76200"/>
            </a:xfrm>
            <a:custGeom>
              <a:avLst/>
              <a:gdLst/>
              <a:ahLst/>
              <a:cxnLst/>
              <a:rect l="l" t="t" r="r" b="b"/>
              <a:pathLst>
                <a:path w="76200" h="76200">
                  <a:moveTo>
                    <a:pt x="0" y="0"/>
                  </a:moveTo>
                  <a:lnTo>
                    <a:pt x="76200" y="76200"/>
                  </a:lnTo>
                </a:path>
              </a:pathLst>
            </a:custGeom>
            <a:ln w="25400">
              <a:solidFill>
                <a:srgbClr val="CED7E6"/>
              </a:solidFill>
              <a:prstDash val="solid"/>
            </a:ln>
          </p:spPr>
        </p:sp>
        <p:sp>
          <p:nvSpPr>
            <p:cNvPr id="18" name="node01.hatch.br.002"/>
            <p:cNvSpPr/>
            <p:nvPr/>
          </p:nvSpPr>
          <p:spPr>
            <a:xfrm>
              <a:off x="8096250" y="5334000"/>
              <a:ext cx="152400" cy="152400"/>
            </a:xfrm>
            <a:custGeom>
              <a:avLst/>
              <a:gdLst/>
              <a:ahLst/>
              <a:cxnLst/>
              <a:rect l="l" t="t" r="r" b="b"/>
              <a:pathLst>
                <a:path w="152400" h="152400">
                  <a:moveTo>
                    <a:pt x="0" y="0"/>
                  </a:moveTo>
                  <a:lnTo>
                    <a:pt x="152400" y="152400"/>
                  </a:lnTo>
                </a:path>
              </a:pathLst>
            </a:custGeom>
            <a:ln w="25400">
              <a:solidFill>
                <a:srgbClr val="CED7E6"/>
              </a:solidFill>
              <a:prstDash val="solid"/>
            </a:ln>
          </p:spPr>
        </p:sp>
        <p:sp>
          <p:nvSpPr>
            <p:cNvPr id="19" name="node01.hatch.br.003"/>
            <p:cNvSpPr/>
            <p:nvPr/>
          </p:nvSpPr>
          <p:spPr>
            <a:xfrm>
              <a:off x="8096250" y="5257800"/>
              <a:ext cx="228600" cy="228600"/>
            </a:xfrm>
            <a:custGeom>
              <a:avLst/>
              <a:gdLst/>
              <a:ahLst/>
              <a:cxnLst/>
              <a:rect l="l" t="t" r="r" b="b"/>
              <a:pathLst>
                <a:path w="228600" h="228600">
                  <a:moveTo>
                    <a:pt x="0" y="0"/>
                  </a:moveTo>
                  <a:lnTo>
                    <a:pt x="228600" y="228600"/>
                  </a:lnTo>
                </a:path>
              </a:pathLst>
            </a:custGeom>
            <a:ln w="25400">
              <a:solidFill>
                <a:srgbClr val="CED7E6"/>
              </a:solidFill>
              <a:prstDash val="solid"/>
            </a:ln>
          </p:spPr>
        </p:sp>
        <p:sp>
          <p:nvSpPr>
            <p:cNvPr id="20" name="node01.hatch.br.004"/>
            <p:cNvSpPr/>
            <p:nvPr/>
          </p:nvSpPr>
          <p:spPr>
            <a:xfrm>
              <a:off x="8096250" y="5181600"/>
              <a:ext cx="304800" cy="304800"/>
            </a:xfrm>
            <a:custGeom>
              <a:avLst/>
              <a:gdLst/>
              <a:ahLst/>
              <a:cxnLst/>
              <a:rect l="l" t="t" r="r" b="b"/>
              <a:pathLst>
                <a:path w="304800" h="304800">
                  <a:moveTo>
                    <a:pt x="0" y="0"/>
                  </a:moveTo>
                  <a:lnTo>
                    <a:pt x="304800" y="304800"/>
                  </a:lnTo>
                </a:path>
              </a:pathLst>
            </a:custGeom>
            <a:ln w="25400">
              <a:solidFill>
                <a:srgbClr val="CED7E6"/>
              </a:solidFill>
              <a:prstDash val="solid"/>
            </a:ln>
          </p:spPr>
        </p:sp>
        <p:sp>
          <p:nvSpPr>
            <p:cNvPr id="21" name="node01.hatch.br.005"/>
            <p:cNvSpPr/>
            <p:nvPr/>
          </p:nvSpPr>
          <p:spPr>
            <a:xfrm>
              <a:off x="8096250" y="5105400"/>
              <a:ext cx="381000" cy="381000"/>
            </a:xfrm>
            <a:custGeom>
              <a:avLst/>
              <a:gdLst/>
              <a:ahLst/>
              <a:cxnLst/>
              <a:rect l="l" t="t" r="r" b="b"/>
              <a:pathLst>
                <a:path w="381000" h="381000">
                  <a:moveTo>
                    <a:pt x="0" y="0"/>
                  </a:moveTo>
                  <a:lnTo>
                    <a:pt x="381000" y="381000"/>
                  </a:lnTo>
                </a:path>
              </a:pathLst>
            </a:custGeom>
            <a:ln w="25400">
              <a:solidFill>
                <a:srgbClr val="CED7E6"/>
              </a:solidFill>
              <a:prstDash val="solid"/>
            </a:ln>
          </p:spPr>
        </p:sp>
        <p:sp>
          <p:nvSpPr>
            <p:cNvPr id="22" name="node01.hatch.br.006"/>
            <p:cNvSpPr/>
            <p:nvPr/>
          </p:nvSpPr>
          <p:spPr>
            <a:xfrm>
              <a:off x="8096250" y="5029200"/>
              <a:ext cx="457200" cy="457200"/>
            </a:xfrm>
            <a:custGeom>
              <a:avLst/>
              <a:gdLst/>
              <a:ahLst/>
              <a:cxnLst/>
              <a:rect l="l" t="t" r="r" b="b"/>
              <a:pathLst>
                <a:path w="457200" h="457200">
                  <a:moveTo>
                    <a:pt x="0" y="0"/>
                  </a:moveTo>
                  <a:lnTo>
                    <a:pt x="457200" y="457200"/>
                  </a:lnTo>
                </a:path>
              </a:pathLst>
            </a:custGeom>
            <a:ln w="25400">
              <a:solidFill>
                <a:srgbClr val="CED7E6"/>
              </a:solidFill>
              <a:prstDash val="solid"/>
            </a:ln>
          </p:spPr>
        </p:sp>
        <p:sp>
          <p:nvSpPr>
            <p:cNvPr id="23" name="node01.hatch.br.007"/>
            <p:cNvSpPr/>
            <p:nvPr/>
          </p:nvSpPr>
          <p:spPr>
            <a:xfrm>
              <a:off x="8096250" y="4953000"/>
              <a:ext cx="533400" cy="533400"/>
            </a:xfrm>
            <a:custGeom>
              <a:avLst/>
              <a:gdLst/>
              <a:ahLst/>
              <a:cxnLst/>
              <a:rect l="l" t="t" r="r" b="b"/>
              <a:pathLst>
                <a:path w="533400" h="533400">
                  <a:moveTo>
                    <a:pt x="0" y="0"/>
                  </a:moveTo>
                  <a:lnTo>
                    <a:pt x="533400" y="533400"/>
                  </a:lnTo>
                </a:path>
              </a:pathLst>
            </a:custGeom>
            <a:ln w="25400">
              <a:solidFill>
                <a:srgbClr val="CED7E6"/>
              </a:solidFill>
              <a:prstDash val="solid"/>
            </a:ln>
          </p:spPr>
        </p:sp>
        <p:sp>
          <p:nvSpPr>
            <p:cNvPr id="24" name="node01.hatch.br.008"/>
            <p:cNvSpPr/>
            <p:nvPr/>
          </p:nvSpPr>
          <p:spPr>
            <a:xfrm>
              <a:off x="8096250" y="4876800"/>
              <a:ext cx="609600" cy="609600"/>
            </a:xfrm>
            <a:custGeom>
              <a:avLst/>
              <a:gdLst/>
              <a:ahLst/>
              <a:cxnLst/>
              <a:rect l="l" t="t" r="r" b="b"/>
              <a:pathLst>
                <a:path w="609600" h="609600">
                  <a:moveTo>
                    <a:pt x="0" y="0"/>
                  </a:moveTo>
                  <a:lnTo>
                    <a:pt x="609600" y="609600"/>
                  </a:lnTo>
                </a:path>
              </a:pathLst>
            </a:custGeom>
            <a:ln w="25400">
              <a:solidFill>
                <a:srgbClr val="CED7E6"/>
              </a:solidFill>
              <a:prstDash val="solid"/>
            </a:ln>
          </p:spPr>
        </p:sp>
        <p:sp>
          <p:nvSpPr>
            <p:cNvPr id="25" name="node01.hatch.br.009"/>
            <p:cNvSpPr/>
            <p:nvPr/>
          </p:nvSpPr>
          <p:spPr>
            <a:xfrm>
              <a:off x="8096250" y="4800600"/>
              <a:ext cx="685800" cy="685800"/>
            </a:xfrm>
            <a:custGeom>
              <a:avLst/>
              <a:gdLst/>
              <a:ahLst/>
              <a:cxnLst/>
              <a:rect l="l" t="t" r="r" b="b"/>
              <a:pathLst>
                <a:path w="685800" h="685800">
                  <a:moveTo>
                    <a:pt x="0" y="0"/>
                  </a:moveTo>
                  <a:lnTo>
                    <a:pt x="685800" y="685800"/>
                  </a:lnTo>
                </a:path>
              </a:pathLst>
            </a:custGeom>
            <a:ln w="25400">
              <a:solidFill>
                <a:srgbClr val="CED7E6"/>
              </a:solidFill>
              <a:prstDash val="solid"/>
            </a:ln>
          </p:spPr>
        </p:sp>
        <p:sp>
          <p:nvSpPr>
            <p:cNvPr id="26" name="node01.hatch.br.010"/>
            <p:cNvSpPr/>
            <p:nvPr/>
          </p:nvSpPr>
          <p:spPr>
            <a:xfrm>
              <a:off x="8096250" y="4724400"/>
              <a:ext cx="762000" cy="762000"/>
            </a:xfrm>
            <a:custGeom>
              <a:avLst/>
              <a:gdLst/>
              <a:ahLst/>
              <a:cxnLst/>
              <a:rect l="l" t="t" r="r" b="b"/>
              <a:pathLst>
                <a:path w="762000" h="762000">
                  <a:moveTo>
                    <a:pt x="0" y="0"/>
                  </a:moveTo>
                  <a:lnTo>
                    <a:pt x="762000" y="762000"/>
                  </a:lnTo>
                </a:path>
              </a:pathLst>
            </a:custGeom>
            <a:ln w="25400">
              <a:solidFill>
                <a:srgbClr val="CED7E6"/>
              </a:solidFill>
              <a:prstDash val="solid"/>
            </a:ln>
          </p:spPr>
        </p:sp>
        <p:sp>
          <p:nvSpPr>
            <p:cNvPr id="27" name="node01.hatch.br.011"/>
            <p:cNvSpPr/>
            <p:nvPr/>
          </p:nvSpPr>
          <p:spPr>
            <a:xfrm>
              <a:off x="8096250" y="4648200"/>
              <a:ext cx="838200" cy="838200"/>
            </a:xfrm>
            <a:custGeom>
              <a:avLst/>
              <a:gdLst/>
              <a:ahLst/>
              <a:cxnLst/>
              <a:rect l="l" t="t" r="r" b="b"/>
              <a:pathLst>
                <a:path w="838200" h="838200">
                  <a:moveTo>
                    <a:pt x="0" y="0"/>
                  </a:moveTo>
                  <a:lnTo>
                    <a:pt x="838200" y="838200"/>
                  </a:lnTo>
                </a:path>
              </a:pathLst>
            </a:custGeom>
            <a:ln w="25400">
              <a:solidFill>
                <a:srgbClr val="CED7E6"/>
              </a:solidFill>
              <a:prstDash val="solid"/>
            </a:ln>
          </p:spPr>
        </p:sp>
        <p:sp>
          <p:nvSpPr>
            <p:cNvPr id="28" name="node01.hatch.br.012"/>
            <p:cNvSpPr/>
            <p:nvPr/>
          </p:nvSpPr>
          <p:spPr>
            <a:xfrm>
              <a:off x="8096250" y="4572000"/>
              <a:ext cx="914400" cy="914400"/>
            </a:xfrm>
            <a:custGeom>
              <a:avLst/>
              <a:gdLst/>
              <a:ahLst/>
              <a:cxnLst/>
              <a:rect l="l" t="t" r="r" b="b"/>
              <a:pathLst>
                <a:path w="914400" h="914400">
                  <a:moveTo>
                    <a:pt x="0" y="0"/>
                  </a:moveTo>
                  <a:lnTo>
                    <a:pt x="914400" y="914400"/>
                  </a:lnTo>
                </a:path>
              </a:pathLst>
            </a:custGeom>
            <a:ln w="25400">
              <a:solidFill>
                <a:srgbClr val="CED7E6"/>
              </a:solidFill>
              <a:prstDash val="solid"/>
            </a:ln>
          </p:spPr>
        </p:sp>
        <p:sp>
          <p:nvSpPr>
            <p:cNvPr id="29" name="node01.hatch.br.013"/>
            <p:cNvSpPr/>
            <p:nvPr/>
          </p:nvSpPr>
          <p:spPr>
            <a:xfrm>
              <a:off x="8096250" y="4495800"/>
              <a:ext cx="990600" cy="990600"/>
            </a:xfrm>
            <a:custGeom>
              <a:avLst/>
              <a:gdLst/>
              <a:ahLst/>
              <a:cxnLst/>
              <a:rect l="l" t="t" r="r" b="b"/>
              <a:pathLst>
                <a:path w="990600" h="990600">
                  <a:moveTo>
                    <a:pt x="0" y="0"/>
                  </a:moveTo>
                  <a:lnTo>
                    <a:pt x="990600" y="990600"/>
                  </a:lnTo>
                </a:path>
              </a:pathLst>
            </a:custGeom>
            <a:ln w="25400">
              <a:solidFill>
                <a:srgbClr val="CED7E6"/>
              </a:solidFill>
              <a:prstDash val="solid"/>
            </a:ln>
          </p:spPr>
        </p:sp>
        <p:sp>
          <p:nvSpPr>
            <p:cNvPr id="30" name="node01.hatch.br.014"/>
            <p:cNvSpPr/>
            <p:nvPr/>
          </p:nvSpPr>
          <p:spPr>
            <a:xfrm>
              <a:off x="8096250" y="4419600"/>
              <a:ext cx="1066800" cy="1066800"/>
            </a:xfrm>
            <a:custGeom>
              <a:avLst/>
              <a:gdLst/>
              <a:ahLst/>
              <a:cxnLst/>
              <a:rect l="l" t="t" r="r" b="b"/>
              <a:pathLst>
                <a:path w="1066800" h="1066800">
                  <a:moveTo>
                    <a:pt x="0" y="0"/>
                  </a:moveTo>
                  <a:lnTo>
                    <a:pt x="1066800" y="1066800"/>
                  </a:lnTo>
                </a:path>
              </a:pathLst>
            </a:custGeom>
            <a:ln w="25400">
              <a:solidFill>
                <a:srgbClr val="CED7E6"/>
              </a:solidFill>
              <a:prstDash val="solid"/>
            </a:ln>
          </p:spPr>
        </p:sp>
        <p:sp>
          <p:nvSpPr>
            <p:cNvPr id="31" name="node01.hatch.br.015"/>
            <p:cNvSpPr/>
            <p:nvPr/>
          </p:nvSpPr>
          <p:spPr>
            <a:xfrm>
              <a:off x="8096250" y="4343400"/>
              <a:ext cx="1143000" cy="1143000"/>
            </a:xfrm>
            <a:custGeom>
              <a:avLst/>
              <a:gdLst/>
              <a:ahLst/>
              <a:cxnLst/>
              <a:rect l="l" t="t" r="r" b="b"/>
              <a:pathLst>
                <a:path w="1143000" h="1143000">
                  <a:moveTo>
                    <a:pt x="0" y="0"/>
                  </a:moveTo>
                  <a:lnTo>
                    <a:pt x="1143000" y="1143000"/>
                  </a:lnTo>
                </a:path>
              </a:pathLst>
            </a:custGeom>
            <a:ln w="25400">
              <a:solidFill>
                <a:srgbClr val="CED7E6"/>
              </a:solidFill>
              <a:prstDash val="solid"/>
            </a:ln>
          </p:spPr>
        </p:sp>
        <p:sp>
          <p:nvSpPr>
            <p:cNvPr id="32" name="node01.hatch.br.016"/>
            <p:cNvSpPr/>
            <p:nvPr/>
          </p:nvSpPr>
          <p:spPr>
            <a:xfrm>
              <a:off x="8096250" y="4267200"/>
              <a:ext cx="1219200" cy="1219200"/>
            </a:xfrm>
            <a:custGeom>
              <a:avLst/>
              <a:gdLst/>
              <a:ahLst/>
              <a:cxnLst/>
              <a:rect l="l" t="t" r="r" b="b"/>
              <a:pathLst>
                <a:path w="1219200" h="1219200">
                  <a:moveTo>
                    <a:pt x="0" y="0"/>
                  </a:moveTo>
                  <a:lnTo>
                    <a:pt x="1219200" y="1219200"/>
                  </a:lnTo>
                </a:path>
              </a:pathLst>
            </a:custGeom>
            <a:ln w="25400">
              <a:solidFill>
                <a:srgbClr val="CED7E6"/>
              </a:solidFill>
              <a:prstDash val="solid"/>
            </a:ln>
          </p:spPr>
        </p:sp>
        <p:sp>
          <p:nvSpPr>
            <p:cNvPr id="33" name="node01.hatch.br.017"/>
            <p:cNvSpPr/>
            <p:nvPr/>
          </p:nvSpPr>
          <p:spPr>
            <a:xfrm>
              <a:off x="8096250" y="4191000"/>
              <a:ext cx="1295400" cy="1295400"/>
            </a:xfrm>
            <a:custGeom>
              <a:avLst/>
              <a:gdLst/>
              <a:ahLst/>
              <a:cxnLst/>
              <a:rect l="l" t="t" r="r" b="b"/>
              <a:pathLst>
                <a:path w="1295400" h="1295400">
                  <a:moveTo>
                    <a:pt x="0" y="0"/>
                  </a:moveTo>
                  <a:lnTo>
                    <a:pt x="1295400" y="1295400"/>
                  </a:lnTo>
                </a:path>
              </a:pathLst>
            </a:custGeom>
            <a:ln w="25400">
              <a:solidFill>
                <a:srgbClr val="CED7E6"/>
              </a:solidFill>
              <a:prstDash val="solid"/>
            </a:ln>
          </p:spPr>
        </p:sp>
        <p:sp>
          <p:nvSpPr>
            <p:cNvPr id="34" name="node01.hatch.br.018"/>
            <p:cNvSpPr/>
            <p:nvPr/>
          </p:nvSpPr>
          <p:spPr>
            <a:xfrm>
              <a:off x="8096250" y="4114800"/>
              <a:ext cx="1371600" cy="1371600"/>
            </a:xfrm>
            <a:custGeom>
              <a:avLst/>
              <a:gdLst/>
              <a:ahLst/>
              <a:cxnLst/>
              <a:rect l="l" t="t" r="r" b="b"/>
              <a:pathLst>
                <a:path w="1371600" h="1371600">
                  <a:moveTo>
                    <a:pt x="0" y="0"/>
                  </a:moveTo>
                  <a:lnTo>
                    <a:pt x="1371600" y="1371600"/>
                  </a:lnTo>
                </a:path>
              </a:pathLst>
            </a:custGeom>
            <a:ln w="25400">
              <a:solidFill>
                <a:srgbClr val="CED7E6"/>
              </a:solidFill>
              <a:prstDash val="solid"/>
            </a:ln>
          </p:spPr>
        </p:sp>
        <p:sp>
          <p:nvSpPr>
            <p:cNvPr id="35" name="node01.hatch.br.019"/>
            <p:cNvSpPr/>
            <p:nvPr/>
          </p:nvSpPr>
          <p:spPr>
            <a:xfrm>
              <a:off x="8096250" y="4038600"/>
              <a:ext cx="1447800" cy="1447800"/>
            </a:xfrm>
            <a:custGeom>
              <a:avLst/>
              <a:gdLst/>
              <a:ahLst/>
              <a:cxnLst/>
              <a:rect l="l" t="t" r="r" b="b"/>
              <a:pathLst>
                <a:path w="1447800" h="1447800">
                  <a:moveTo>
                    <a:pt x="0" y="0"/>
                  </a:moveTo>
                  <a:lnTo>
                    <a:pt x="1447800" y="1447800"/>
                  </a:lnTo>
                </a:path>
              </a:pathLst>
            </a:custGeom>
            <a:ln w="25400">
              <a:solidFill>
                <a:srgbClr val="CED7E6"/>
              </a:solidFill>
              <a:prstDash val="solid"/>
            </a:ln>
          </p:spPr>
        </p:sp>
        <p:sp>
          <p:nvSpPr>
            <p:cNvPr id="36" name="node01.hatch.br.020"/>
            <p:cNvSpPr/>
            <p:nvPr/>
          </p:nvSpPr>
          <p:spPr>
            <a:xfrm>
              <a:off x="8096250" y="3962400"/>
              <a:ext cx="1524000" cy="1524000"/>
            </a:xfrm>
            <a:custGeom>
              <a:avLst/>
              <a:gdLst/>
              <a:ahLst/>
              <a:cxnLst/>
              <a:rect l="l" t="t" r="r" b="b"/>
              <a:pathLst>
                <a:path w="1524000" h="1524000">
                  <a:moveTo>
                    <a:pt x="0" y="0"/>
                  </a:moveTo>
                  <a:lnTo>
                    <a:pt x="1524000" y="1524000"/>
                  </a:lnTo>
                </a:path>
              </a:pathLst>
            </a:custGeom>
            <a:ln w="25400">
              <a:solidFill>
                <a:srgbClr val="CED7E6"/>
              </a:solidFill>
              <a:prstDash val="solid"/>
            </a:ln>
          </p:spPr>
        </p:sp>
        <p:sp>
          <p:nvSpPr>
            <p:cNvPr id="37" name="node01.hatch.br.021"/>
            <p:cNvSpPr/>
            <p:nvPr/>
          </p:nvSpPr>
          <p:spPr>
            <a:xfrm>
              <a:off x="8096250" y="3886200"/>
              <a:ext cx="1600200" cy="1600200"/>
            </a:xfrm>
            <a:custGeom>
              <a:avLst/>
              <a:gdLst/>
              <a:ahLst/>
              <a:cxnLst/>
              <a:rect l="l" t="t" r="r" b="b"/>
              <a:pathLst>
                <a:path w="1600200" h="1600200">
                  <a:moveTo>
                    <a:pt x="0" y="0"/>
                  </a:moveTo>
                  <a:lnTo>
                    <a:pt x="1600200" y="1600200"/>
                  </a:lnTo>
                </a:path>
              </a:pathLst>
            </a:custGeom>
            <a:ln w="25400">
              <a:solidFill>
                <a:srgbClr val="CED7E6"/>
              </a:solidFill>
              <a:prstDash val="solid"/>
            </a:ln>
          </p:spPr>
        </p:sp>
        <p:sp>
          <p:nvSpPr>
            <p:cNvPr id="38" name="node01.hatch.br.022"/>
            <p:cNvSpPr/>
            <p:nvPr/>
          </p:nvSpPr>
          <p:spPr>
            <a:xfrm>
              <a:off x="8096250" y="3810000"/>
              <a:ext cx="1676400" cy="1676400"/>
            </a:xfrm>
            <a:custGeom>
              <a:avLst/>
              <a:gdLst/>
              <a:ahLst/>
              <a:cxnLst/>
              <a:rect l="l" t="t" r="r" b="b"/>
              <a:pathLst>
                <a:path w="1676400" h="1676400">
                  <a:moveTo>
                    <a:pt x="0" y="0"/>
                  </a:moveTo>
                  <a:lnTo>
                    <a:pt x="1676400" y="1676400"/>
                  </a:lnTo>
                </a:path>
              </a:pathLst>
            </a:custGeom>
            <a:ln w="25400">
              <a:solidFill>
                <a:srgbClr val="CED7E6"/>
              </a:solidFill>
              <a:prstDash val="solid"/>
            </a:ln>
          </p:spPr>
        </p:sp>
        <p:sp>
          <p:nvSpPr>
            <p:cNvPr id="39" name="node01.hatch.br.023"/>
            <p:cNvSpPr/>
            <p:nvPr/>
          </p:nvSpPr>
          <p:spPr>
            <a:xfrm>
              <a:off x="8096250" y="3733800"/>
              <a:ext cx="1752600" cy="1752600"/>
            </a:xfrm>
            <a:custGeom>
              <a:avLst/>
              <a:gdLst/>
              <a:ahLst/>
              <a:cxnLst/>
              <a:rect l="l" t="t" r="r" b="b"/>
              <a:pathLst>
                <a:path w="1752600" h="1752600">
                  <a:moveTo>
                    <a:pt x="0" y="0"/>
                  </a:moveTo>
                  <a:lnTo>
                    <a:pt x="1752600" y="1752600"/>
                  </a:lnTo>
                </a:path>
              </a:pathLst>
            </a:custGeom>
            <a:ln w="25400">
              <a:solidFill>
                <a:srgbClr val="CED7E6"/>
              </a:solidFill>
              <a:prstDash val="solid"/>
            </a:ln>
          </p:spPr>
        </p:sp>
        <p:sp>
          <p:nvSpPr>
            <p:cNvPr id="40" name="node01.hatch.br.024"/>
            <p:cNvSpPr/>
            <p:nvPr/>
          </p:nvSpPr>
          <p:spPr>
            <a:xfrm>
              <a:off x="8096250" y="3657600"/>
              <a:ext cx="1828800" cy="1828800"/>
            </a:xfrm>
            <a:custGeom>
              <a:avLst/>
              <a:gdLst/>
              <a:ahLst/>
              <a:cxnLst/>
              <a:rect l="l" t="t" r="r" b="b"/>
              <a:pathLst>
                <a:path w="1828800" h="1828800">
                  <a:moveTo>
                    <a:pt x="0" y="0"/>
                  </a:moveTo>
                  <a:lnTo>
                    <a:pt x="1828800" y="1828800"/>
                  </a:lnTo>
                </a:path>
              </a:pathLst>
            </a:custGeom>
            <a:ln w="25400">
              <a:solidFill>
                <a:srgbClr val="CED7E6"/>
              </a:solidFill>
              <a:prstDash val="solid"/>
            </a:ln>
          </p:spPr>
        </p:sp>
        <p:sp>
          <p:nvSpPr>
            <p:cNvPr id="41" name="node01.hatch.br.025"/>
            <p:cNvSpPr/>
            <p:nvPr/>
          </p:nvSpPr>
          <p:spPr>
            <a:xfrm>
              <a:off x="8096250" y="3581400"/>
              <a:ext cx="1905000" cy="1905000"/>
            </a:xfrm>
            <a:custGeom>
              <a:avLst/>
              <a:gdLst/>
              <a:ahLst/>
              <a:cxnLst/>
              <a:rect l="l" t="t" r="r" b="b"/>
              <a:pathLst>
                <a:path w="1905000" h="1905000">
                  <a:moveTo>
                    <a:pt x="0" y="0"/>
                  </a:moveTo>
                  <a:lnTo>
                    <a:pt x="1905000" y="1905000"/>
                  </a:lnTo>
                </a:path>
              </a:pathLst>
            </a:custGeom>
            <a:ln w="25400">
              <a:solidFill>
                <a:srgbClr val="CED7E6"/>
              </a:solidFill>
              <a:prstDash val="solid"/>
            </a:ln>
          </p:spPr>
        </p:sp>
        <p:sp>
          <p:nvSpPr>
            <p:cNvPr id="42" name="node01.hatch.br.026"/>
            <p:cNvSpPr/>
            <p:nvPr/>
          </p:nvSpPr>
          <p:spPr>
            <a:xfrm>
              <a:off x="8096250" y="3505200"/>
              <a:ext cx="1981200" cy="1981200"/>
            </a:xfrm>
            <a:custGeom>
              <a:avLst/>
              <a:gdLst/>
              <a:ahLst/>
              <a:cxnLst/>
              <a:rect l="l" t="t" r="r" b="b"/>
              <a:pathLst>
                <a:path w="1981200" h="1981200">
                  <a:moveTo>
                    <a:pt x="0" y="0"/>
                  </a:moveTo>
                  <a:lnTo>
                    <a:pt x="1981200" y="1981200"/>
                  </a:lnTo>
                </a:path>
              </a:pathLst>
            </a:custGeom>
            <a:ln w="25400">
              <a:solidFill>
                <a:srgbClr val="CED7E6"/>
              </a:solidFill>
              <a:prstDash val="solid"/>
            </a:ln>
          </p:spPr>
        </p:sp>
        <p:sp>
          <p:nvSpPr>
            <p:cNvPr id="43" name="node01.hatch.br.027"/>
            <p:cNvSpPr/>
            <p:nvPr/>
          </p:nvSpPr>
          <p:spPr>
            <a:xfrm>
              <a:off x="8096250" y="3429000"/>
              <a:ext cx="2057400" cy="2057400"/>
            </a:xfrm>
            <a:custGeom>
              <a:avLst/>
              <a:gdLst/>
              <a:ahLst/>
              <a:cxnLst/>
              <a:rect l="l" t="t" r="r" b="b"/>
              <a:pathLst>
                <a:path w="2057400" h="2057400">
                  <a:moveTo>
                    <a:pt x="0" y="0"/>
                  </a:moveTo>
                  <a:lnTo>
                    <a:pt x="2057400" y="2057400"/>
                  </a:lnTo>
                </a:path>
              </a:pathLst>
            </a:custGeom>
            <a:ln w="25400">
              <a:solidFill>
                <a:srgbClr val="CED7E6"/>
              </a:solidFill>
              <a:prstDash val="solid"/>
            </a:ln>
          </p:spPr>
        </p:sp>
        <p:sp>
          <p:nvSpPr>
            <p:cNvPr id="44" name="node01.hatch.br.028"/>
            <p:cNvSpPr/>
            <p:nvPr/>
          </p:nvSpPr>
          <p:spPr>
            <a:xfrm>
              <a:off x="8096250" y="3352800"/>
              <a:ext cx="2133600" cy="2133600"/>
            </a:xfrm>
            <a:custGeom>
              <a:avLst/>
              <a:gdLst/>
              <a:ahLst/>
              <a:cxnLst/>
              <a:rect l="l" t="t" r="r" b="b"/>
              <a:pathLst>
                <a:path w="2133600" h="2133600">
                  <a:moveTo>
                    <a:pt x="0" y="0"/>
                  </a:moveTo>
                  <a:lnTo>
                    <a:pt x="2133600" y="2133600"/>
                  </a:lnTo>
                </a:path>
              </a:pathLst>
            </a:custGeom>
            <a:ln w="25400">
              <a:solidFill>
                <a:srgbClr val="CED7E6"/>
              </a:solidFill>
              <a:prstDash val="solid"/>
            </a:ln>
          </p:spPr>
        </p:sp>
        <p:sp>
          <p:nvSpPr>
            <p:cNvPr id="45" name="node01.hatch.br.029"/>
            <p:cNvSpPr/>
            <p:nvPr/>
          </p:nvSpPr>
          <p:spPr>
            <a:xfrm>
              <a:off x="8096250" y="3276600"/>
              <a:ext cx="2209800" cy="2209800"/>
            </a:xfrm>
            <a:custGeom>
              <a:avLst/>
              <a:gdLst/>
              <a:ahLst/>
              <a:cxnLst/>
              <a:rect l="l" t="t" r="r" b="b"/>
              <a:pathLst>
                <a:path w="2209800" h="2209800">
                  <a:moveTo>
                    <a:pt x="0" y="0"/>
                  </a:moveTo>
                  <a:lnTo>
                    <a:pt x="2209800" y="2209800"/>
                  </a:lnTo>
                </a:path>
              </a:pathLst>
            </a:custGeom>
            <a:ln w="25400">
              <a:solidFill>
                <a:srgbClr val="CED7E6"/>
              </a:solidFill>
              <a:prstDash val="solid"/>
            </a:ln>
          </p:spPr>
        </p:sp>
        <p:sp>
          <p:nvSpPr>
            <p:cNvPr id="46" name="node01.hatch.br.030"/>
            <p:cNvSpPr/>
            <p:nvPr/>
          </p:nvSpPr>
          <p:spPr>
            <a:xfrm>
              <a:off x="8096250" y="3200400"/>
              <a:ext cx="2286000" cy="2286000"/>
            </a:xfrm>
            <a:custGeom>
              <a:avLst/>
              <a:gdLst/>
              <a:ahLst/>
              <a:cxnLst/>
              <a:rect l="l" t="t" r="r" b="b"/>
              <a:pathLst>
                <a:path w="2286000" h="2286000">
                  <a:moveTo>
                    <a:pt x="0" y="0"/>
                  </a:moveTo>
                  <a:lnTo>
                    <a:pt x="2286000" y="2286000"/>
                  </a:lnTo>
                </a:path>
              </a:pathLst>
            </a:custGeom>
            <a:ln w="25400">
              <a:solidFill>
                <a:srgbClr val="CED7E6"/>
              </a:solidFill>
              <a:prstDash val="solid"/>
            </a:ln>
          </p:spPr>
        </p:sp>
        <p:sp>
          <p:nvSpPr>
            <p:cNvPr id="47" name="node01.hatch.br.031"/>
            <p:cNvSpPr/>
            <p:nvPr/>
          </p:nvSpPr>
          <p:spPr>
            <a:xfrm>
              <a:off x="8096250" y="3124200"/>
              <a:ext cx="2362200" cy="2362200"/>
            </a:xfrm>
            <a:custGeom>
              <a:avLst/>
              <a:gdLst/>
              <a:ahLst/>
              <a:cxnLst/>
              <a:rect l="l" t="t" r="r" b="b"/>
              <a:pathLst>
                <a:path w="2362200" h="2362200">
                  <a:moveTo>
                    <a:pt x="0" y="0"/>
                  </a:moveTo>
                  <a:lnTo>
                    <a:pt x="2362200" y="2362200"/>
                  </a:lnTo>
                </a:path>
              </a:pathLst>
            </a:custGeom>
            <a:ln w="25400">
              <a:solidFill>
                <a:srgbClr val="CED7E6"/>
              </a:solidFill>
              <a:prstDash val="solid"/>
            </a:ln>
          </p:spPr>
        </p:sp>
        <p:sp>
          <p:nvSpPr>
            <p:cNvPr id="48" name="node01.hatch.br.032"/>
            <p:cNvSpPr/>
            <p:nvPr/>
          </p:nvSpPr>
          <p:spPr>
            <a:xfrm>
              <a:off x="8096250" y="3048000"/>
              <a:ext cx="2438400" cy="2438400"/>
            </a:xfrm>
            <a:custGeom>
              <a:avLst/>
              <a:gdLst/>
              <a:ahLst/>
              <a:cxnLst/>
              <a:rect l="l" t="t" r="r" b="b"/>
              <a:pathLst>
                <a:path w="2438400" h="2438400">
                  <a:moveTo>
                    <a:pt x="0" y="0"/>
                  </a:moveTo>
                  <a:lnTo>
                    <a:pt x="2438400" y="2438400"/>
                  </a:lnTo>
                </a:path>
              </a:pathLst>
            </a:custGeom>
            <a:ln w="25400">
              <a:solidFill>
                <a:srgbClr val="CED7E6"/>
              </a:solidFill>
              <a:prstDash val="solid"/>
            </a:ln>
          </p:spPr>
        </p:sp>
        <p:sp>
          <p:nvSpPr>
            <p:cNvPr id="49" name="node01.hatch.br.033"/>
            <p:cNvSpPr/>
            <p:nvPr/>
          </p:nvSpPr>
          <p:spPr>
            <a:xfrm>
              <a:off x="8096250" y="2971800"/>
              <a:ext cx="2514600" cy="2514600"/>
            </a:xfrm>
            <a:custGeom>
              <a:avLst/>
              <a:gdLst/>
              <a:ahLst/>
              <a:cxnLst/>
              <a:rect l="l" t="t" r="r" b="b"/>
              <a:pathLst>
                <a:path w="2514600" h="2514600">
                  <a:moveTo>
                    <a:pt x="0" y="0"/>
                  </a:moveTo>
                  <a:lnTo>
                    <a:pt x="2514600" y="2514600"/>
                  </a:lnTo>
                </a:path>
              </a:pathLst>
            </a:custGeom>
            <a:ln w="25400">
              <a:solidFill>
                <a:srgbClr val="CED7E6"/>
              </a:solidFill>
              <a:prstDash val="solid"/>
            </a:ln>
          </p:spPr>
        </p:sp>
        <p:sp>
          <p:nvSpPr>
            <p:cNvPr id="50" name="node01.hatch.br.034"/>
            <p:cNvSpPr/>
            <p:nvPr/>
          </p:nvSpPr>
          <p:spPr>
            <a:xfrm>
              <a:off x="8115300" y="2914650"/>
              <a:ext cx="2552700" cy="2552700"/>
            </a:xfrm>
            <a:custGeom>
              <a:avLst/>
              <a:gdLst/>
              <a:ahLst/>
              <a:cxnLst/>
              <a:rect l="l" t="t" r="r" b="b"/>
              <a:pathLst>
                <a:path w="2552700" h="2552700">
                  <a:moveTo>
                    <a:pt x="0" y="0"/>
                  </a:moveTo>
                  <a:lnTo>
                    <a:pt x="2552700" y="2552700"/>
                  </a:lnTo>
                </a:path>
              </a:pathLst>
            </a:custGeom>
            <a:ln w="25400">
              <a:solidFill>
                <a:srgbClr val="CED7E6"/>
              </a:solidFill>
              <a:prstDash val="solid"/>
            </a:ln>
          </p:spPr>
        </p:sp>
        <p:sp>
          <p:nvSpPr>
            <p:cNvPr id="51" name="node01.hatch.br.035"/>
            <p:cNvSpPr/>
            <p:nvPr/>
          </p:nvSpPr>
          <p:spPr>
            <a:xfrm>
              <a:off x="8191500" y="2914650"/>
              <a:ext cx="2476500" cy="2476500"/>
            </a:xfrm>
            <a:custGeom>
              <a:avLst/>
              <a:gdLst/>
              <a:ahLst/>
              <a:cxnLst/>
              <a:rect l="l" t="t" r="r" b="b"/>
              <a:pathLst>
                <a:path w="2476500" h="2476500">
                  <a:moveTo>
                    <a:pt x="0" y="0"/>
                  </a:moveTo>
                  <a:lnTo>
                    <a:pt x="2476500" y="2476500"/>
                  </a:lnTo>
                </a:path>
              </a:pathLst>
            </a:custGeom>
            <a:ln w="25400">
              <a:solidFill>
                <a:srgbClr val="CED7E6"/>
              </a:solidFill>
              <a:prstDash val="solid"/>
            </a:ln>
          </p:spPr>
        </p:sp>
        <p:sp>
          <p:nvSpPr>
            <p:cNvPr id="52" name="node01.hatch.br.036"/>
            <p:cNvSpPr/>
            <p:nvPr/>
          </p:nvSpPr>
          <p:spPr>
            <a:xfrm>
              <a:off x="8267700" y="2914650"/>
              <a:ext cx="2400300" cy="2400300"/>
            </a:xfrm>
            <a:custGeom>
              <a:avLst/>
              <a:gdLst/>
              <a:ahLst/>
              <a:cxnLst/>
              <a:rect l="l" t="t" r="r" b="b"/>
              <a:pathLst>
                <a:path w="2400300" h="2400300">
                  <a:moveTo>
                    <a:pt x="0" y="0"/>
                  </a:moveTo>
                  <a:lnTo>
                    <a:pt x="2400300" y="2400300"/>
                  </a:lnTo>
                </a:path>
              </a:pathLst>
            </a:custGeom>
            <a:ln w="25400">
              <a:solidFill>
                <a:srgbClr val="CED7E6"/>
              </a:solidFill>
              <a:prstDash val="solid"/>
            </a:ln>
          </p:spPr>
        </p:sp>
        <p:sp>
          <p:nvSpPr>
            <p:cNvPr id="53" name="node01.hatch.br.037"/>
            <p:cNvSpPr/>
            <p:nvPr/>
          </p:nvSpPr>
          <p:spPr>
            <a:xfrm>
              <a:off x="8343900" y="2914650"/>
              <a:ext cx="2324100" cy="2324100"/>
            </a:xfrm>
            <a:custGeom>
              <a:avLst/>
              <a:gdLst/>
              <a:ahLst/>
              <a:cxnLst/>
              <a:rect l="l" t="t" r="r" b="b"/>
              <a:pathLst>
                <a:path w="2324100" h="2324100">
                  <a:moveTo>
                    <a:pt x="0" y="0"/>
                  </a:moveTo>
                  <a:lnTo>
                    <a:pt x="2324100" y="2324100"/>
                  </a:lnTo>
                </a:path>
              </a:pathLst>
            </a:custGeom>
            <a:ln w="25400">
              <a:solidFill>
                <a:srgbClr val="CED7E6"/>
              </a:solidFill>
              <a:prstDash val="solid"/>
            </a:ln>
          </p:spPr>
        </p:sp>
        <p:sp>
          <p:nvSpPr>
            <p:cNvPr id="54" name="node01.hatch.br.038"/>
            <p:cNvSpPr/>
            <p:nvPr/>
          </p:nvSpPr>
          <p:spPr>
            <a:xfrm>
              <a:off x="8420100" y="2914650"/>
              <a:ext cx="2247900" cy="2247900"/>
            </a:xfrm>
            <a:custGeom>
              <a:avLst/>
              <a:gdLst/>
              <a:ahLst/>
              <a:cxnLst/>
              <a:rect l="l" t="t" r="r" b="b"/>
              <a:pathLst>
                <a:path w="2247900" h="2247900">
                  <a:moveTo>
                    <a:pt x="0" y="0"/>
                  </a:moveTo>
                  <a:lnTo>
                    <a:pt x="2247900" y="2247900"/>
                  </a:lnTo>
                </a:path>
              </a:pathLst>
            </a:custGeom>
            <a:ln w="25400">
              <a:solidFill>
                <a:srgbClr val="CED7E6"/>
              </a:solidFill>
              <a:prstDash val="solid"/>
            </a:ln>
          </p:spPr>
        </p:sp>
        <p:sp>
          <p:nvSpPr>
            <p:cNvPr id="55" name="node01.hatch.br.039"/>
            <p:cNvSpPr/>
            <p:nvPr/>
          </p:nvSpPr>
          <p:spPr>
            <a:xfrm>
              <a:off x="8496300" y="2914650"/>
              <a:ext cx="2171700" cy="2171700"/>
            </a:xfrm>
            <a:custGeom>
              <a:avLst/>
              <a:gdLst/>
              <a:ahLst/>
              <a:cxnLst/>
              <a:rect l="l" t="t" r="r" b="b"/>
              <a:pathLst>
                <a:path w="2171700" h="2171700">
                  <a:moveTo>
                    <a:pt x="0" y="0"/>
                  </a:moveTo>
                  <a:lnTo>
                    <a:pt x="2171700" y="2171700"/>
                  </a:lnTo>
                </a:path>
              </a:pathLst>
            </a:custGeom>
            <a:ln w="25400">
              <a:solidFill>
                <a:srgbClr val="CED7E6"/>
              </a:solidFill>
              <a:prstDash val="solid"/>
            </a:ln>
          </p:spPr>
        </p:sp>
        <p:sp>
          <p:nvSpPr>
            <p:cNvPr id="56" name="node01.hatch.br.040"/>
            <p:cNvSpPr/>
            <p:nvPr/>
          </p:nvSpPr>
          <p:spPr>
            <a:xfrm>
              <a:off x="8572500" y="2914650"/>
              <a:ext cx="2095500" cy="2095500"/>
            </a:xfrm>
            <a:custGeom>
              <a:avLst/>
              <a:gdLst/>
              <a:ahLst/>
              <a:cxnLst/>
              <a:rect l="l" t="t" r="r" b="b"/>
              <a:pathLst>
                <a:path w="2095500" h="2095500">
                  <a:moveTo>
                    <a:pt x="0" y="0"/>
                  </a:moveTo>
                  <a:lnTo>
                    <a:pt x="2095500" y="2095500"/>
                  </a:lnTo>
                </a:path>
              </a:pathLst>
            </a:custGeom>
            <a:ln w="25400">
              <a:solidFill>
                <a:srgbClr val="CED7E6"/>
              </a:solidFill>
              <a:prstDash val="solid"/>
            </a:ln>
          </p:spPr>
        </p:sp>
        <p:sp>
          <p:nvSpPr>
            <p:cNvPr id="57" name="node01.hatch.br.041"/>
            <p:cNvSpPr/>
            <p:nvPr/>
          </p:nvSpPr>
          <p:spPr>
            <a:xfrm>
              <a:off x="8648700" y="2914650"/>
              <a:ext cx="2019300" cy="2019300"/>
            </a:xfrm>
            <a:custGeom>
              <a:avLst/>
              <a:gdLst/>
              <a:ahLst/>
              <a:cxnLst/>
              <a:rect l="l" t="t" r="r" b="b"/>
              <a:pathLst>
                <a:path w="2019300" h="2019300">
                  <a:moveTo>
                    <a:pt x="0" y="0"/>
                  </a:moveTo>
                  <a:lnTo>
                    <a:pt x="2019300" y="2019300"/>
                  </a:lnTo>
                </a:path>
              </a:pathLst>
            </a:custGeom>
            <a:ln w="25400">
              <a:solidFill>
                <a:srgbClr val="CED7E6"/>
              </a:solidFill>
              <a:prstDash val="solid"/>
            </a:ln>
          </p:spPr>
        </p:sp>
        <p:sp>
          <p:nvSpPr>
            <p:cNvPr id="58" name="node01.hatch.br.042"/>
            <p:cNvSpPr/>
            <p:nvPr/>
          </p:nvSpPr>
          <p:spPr>
            <a:xfrm>
              <a:off x="8724900" y="2914650"/>
              <a:ext cx="1943100" cy="1943100"/>
            </a:xfrm>
            <a:custGeom>
              <a:avLst/>
              <a:gdLst/>
              <a:ahLst/>
              <a:cxnLst/>
              <a:rect l="l" t="t" r="r" b="b"/>
              <a:pathLst>
                <a:path w="1943100" h="1943100">
                  <a:moveTo>
                    <a:pt x="0" y="0"/>
                  </a:moveTo>
                  <a:lnTo>
                    <a:pt x="1943100" y="1943100"/>
                  </a:lnTo>
                </a:path>
              </a:pathLst>
            </a:custGeom>
            <a:ln w="25400">
              <a:solidFill>
                <a:srgbClr val="CED7E6"/>
              </a:solidFill>
              <a:prstDash val="solid"/>
            </a:ln>
          </p:spPr>
        </p:sp>
        <p:sp>
          <p:nvSpPr>
            <p:cNvPr id="59" name="node01.hatch.br.043"/>
            <p:cNvSpPr/>
            <p:nvPr/>
          </p:nvSpPr>
          <p:spPr>
            <a:xfrm>
              <a:off x="8801100" y="2914650"/>
              <a:ext cx="1866900" cy="1866900"/>
            </a:xfrm>
            <a:custGeom>
              <a:avLst/>
              <a:gdLst/>
              <a:ahLst/>
              <a:cxnLst/>
              <a:rect l="l" t="t" r="r" b="b"/>
              <a:pathLst>
                <a:path w="1866900" h="1866900">
                  <a:moveTo>
                    <a:pt x="0" y="0"/>
                  </a:moveTo>
                  <a:lnTo>
                    <a:pt x="1866900" y="1866900"/>
                  </a:lnTo>
                </a:path>
              </a:pathLst>
            </a:custGeom>
            <a:ln w="25400">
              <a:solidFill>
                <a:srgbClr val="CED7E6"/>
              </a:solidFill>
              <a:prstDash val="solid"/>
            </a:ln>
          </p:spPr>
        </p:sp>
        <p:sp>
          <p:nvSpPr>
            <p:cNvPr id="60" name="node01.hatch.br.044"/>
            <p:cNvSpPr/>
            <p:nvPr/>
          </p:nvSpPr>
          <p:spPr>
            <a:xfrm>
              <a:off x="8877300" y="2914650"/>
              <a:ext cx="1790700" cy="1790700"/>
            </a:xfrm>
            <a:custGeom>
              <a:avLst/>
              <a:gdLst/>
              <a:ahLst/>
              <a:cxnLst/>
              <a:rect l="l" t="t" r="r" b="b"/>
              <a:pathLst>
                <a:path w="1790700" h="1790700">
                  <a:moveTo>
                    <a:pt x="0" y="0"/>
                  </a:moveTo>
                  <a:lnTo>
                    <a:pt x="1790700" y="1790700"/>
                  </a:lnTo>
                </a:path>
              </a:pathLst>
            </a:custGeom>
            <a:ln w="25400">
              <a:solidFill>
                <a:srgbClr val="CED7E6"/>
              </a:solidFill>
              <a:prstDash val="solid"/>
            </a:ln>
          </p:spPr>
        </p:sp>
        <p:sp>
          <p:nvSpPr>
            <p:cNvPr id="61" name="node01.hatch.br.045"/>
            <p:cNvSpPr/>
            <p:nvPr/>
          </p:nvSpPr>
          <p:spPr>
            <a:xfrm>
              <a:off x="8953500" y="2914650"/>
              <a:ext cx="1714500" cy="1714500"/>
            </a:xfrm>
            <a:custGeom>
              <a:avLst/>
              <a:gdLst/>
              <a:ahLst/>
              <a:cxnLst/>
              <a:rect l="l" t="t" r="r" b="b"/>
              <a:pathLst>
                <a:path w="1714500" h="1714500">
                  <a:moveTo>
                    <a:pt x="0" y="0"/>
                  </a:moveTo>
                  <a:lnTo>
                    <a:pt x="1714500" y="1714500"/>
                  </a:lnTo>
                </a:path>
              </a:pathLst>
            </a:custGeom>
            <a:ln w="25400">
              <a:solidFill>
                <a:srgbClr val="CED7E6"/>
              </a:solidFill>
              <a:prstDash val="solid"/>
            </a:ln>
          </p:spPr>
        </p:sp>
        <p:sp>
          <p:nvSpPr>
            <p:cNvPr id="62" name="node01.hatch.br.046"/>
            <p:cNvSpPr/>
            <p:nvPr/>
          </p:nvSpPr>
          <p:spPr>
            <a:xfrm>
              <a:off x="9029700" y="2914650"/>
              <a:ext cx="1638300" cy="1638300"/>
            </a:xfrm>
            <a:custGeom>
              <a:avLst/>
              <a:gdLst/>
              <a:ahLst/>
              <a:cxnLst/>
              <a:rect l="l" t="t" r="r" b="b"/>
              <a:pathLst>
                <a:path w="1638300" h="1638300">
                  <a:moveTo>
                    <a:pt x="0" y="0"/>
                  </a:moveTo>
                  <a:lnTo>
                    <a:pt x="1638300" y="1638300"/>
                  </a:lnTo>
                </a:path>
              </a:pathLst>
            </a:custGeom>
            <a:ln w="25400">
              <a:solidFill>
                <a:srgbClr val="CED7E6"/>
              </a:solidFill>
              <a:prstDash val="solid"/>
            </a:ln>
          </p:spPr>
        </p:sp>
        <p:sp>
          <p:nvSpPr>
            <p:cNvPr id="63" name="node01.hatch.br.047"/>
            <p:cNvSpPr/>
            <p:nvPr/>
          </p:nvSpPr>
          <p:spPr>
            <a:xfrm>
              <a:off x="9105900" y="2914650"/>
              <a:ext cx="1562100" cy="1562100"/>
            </a:xfrm>
            <a:custGeom>
              <a:avLst/>
              <a:gdLst/>
              <a:ahLst/>
              <a:cxnLst/>
              <a:rect l="l" t="t" r="r" b="b"/>
              <a:pathLst>
                <a:path w="1562100" h="1562100">
                  <a:moveTo>
                    <a:pt x="0" y="0"/>
                  </a:moveTo>
                  <a:lnTo>
                    <a:pt x="1562100" y="1562100"/>
                  </a:lnTo>
                </a:path>
              </a:pathLst>
            </a:custGeom>
            <a:ln w="25400">
              <a:solidFill>
                <a:srgbClr val="CED7E6"/>
              </a:solidFill>
              <a:prstDash val="solid"/>
            </a:ln>
          </p:spPr>
        </p:sp>
        <p:sp>
          <p:nvSpPr>
            <p:cNvPr id="64" name="node01.hatch.br.048"/>
            <p:cNvSpPr/>
            <p:nvPr/>
          </p:nvSpPr>
          <p:spPr>
            <a:xfrm>
              <a:off x="9182100" y="2914650"/>
              <a:ext cx="1485900" cy="1485900"/>
            </a:xfrm>
            <a:custGeom>
              <a:avLst/>
              <a:gdLst/>
              <a:ahLst/>
              <a:cxnLst/>
              <a:rect l="l" t="t" r="r" b="b"/>
              <a:pathLst>
                <a:path w="1485900" h="1485900">
                  <a:moveTo>
                    <a:pt x="0" y="0"/>
                  </a:moveTo>
                  <a:lnTo>
                    <a:pt x="1485900" y="1485900"/>
                  </a:lnTo>
                </a:path>
              </a:pathLst>
            </a:custGeom>
            <a:ln w="25400">
              <a:solidFill>
                <a:srgbClr val="CED7E6"/>
              </a:solidFill>
              <a:prstDash val="solid"/>
            </a:ln>
          </p:spPr>
        </p:sp>
        <p:sp>
          <p:nvSpPr>
            <p:cNvPr id="65" name="node01.hatch.br.049"/>
            <p:cNvSpPr/>
            <p:nvPr/>
          </p:nvSpPr>
          <p:spPr>
            <a:xfrm>
              <a:off x="9258300" y="2914650"/>
              <a:ext cx="1409700" cy="1409700"/>
            </a:xfrm>
            <a:custGeom>
              <a:avLst/>
              <a:gdLst/>
              <a:ahLst/>
              <a:cxnLst/>
              <a:rect l="l" t="t" r="r" b="b"/>
              <a:pathLst>
                <a:path w="1409700" h="1409700">
                  <a:moveTo>
                    <a:pt x="0" y="0"/>
                  </a:moveTo>
                  <a:lnTo>
                    <a:pt x="1409700" y="1409700"/>
                  </a:lnTo>
                </a:path>
              </a:pathLst>
            </a:custGeom>
            <a:ln w="25400">
              <a:solidFill>
                <a:srgbClr val="CED7E6"/>
              </a:solidFill>
              <a:prstDash val="solid"/>
            </a:ln>
          </p:spPr>
        </p:sp>
        <p:sp>
          <p:nvSpPr>
            <p:cNvPr id="66" name="node01.hatch.br.050"/>
            <p:cNvSpPr/>
            <p:nvPr/>
          </p:nvSpPr>
          <p:spPr>
            <a:xfrm>
              <a:off x="9334500" y="2914650"/>
              <a:ext cx="1333500" cy="1333500"/>
            </a:xfrm>
            <a:custGeom>
              <a:avLst/>
              <a:gdLst/>
              <a:ahLst/>
              <a:cxnLst/>
              <a:rect l="l" t="t" r="r" b="b"/>
              <a:pathLst>
                <a:path w="1333500" h="1333500">
                  <a:moveTo>
                    <a:pt x="0" y="0"/>
                  </a:moveTo>
                  <a:lnTo>
                    <a:pt x="1333500" y="1333500"/>
                  </a:lnTo>
                </a:path>
              </a:pathLst>
            </a:custGeom>
            <a:ln w="25400">
              <a:solidFill>
                <a:srgbClr val="CED7E6"/>
              </a:solidFill>
              <a:prstDash val="solid"/>
            </a:ln>
          </p:spPr>
        </p:sp>
        <p:sp>
          <p:nvSpPr>
            <p:cNvPr id="67" name="node01.hatch.br.051"/>
            <p:cNvSpPr/>
            <p:nvPr/>
          </p:nvSpPr>
          <p:spPr>
            <a:xfrm>
              <a:off x="9410700" y="2914650"/>
              <a:ext cx="1257300" cy="1257300"/>
            </a:xfrm>
            <a:custGeom>
              <a:avLst/>
              <a:gdLst/>
              <a:ahLst/>
              <a:cxnLst/>
              <a:rect l="l" t="t" r="r" b="b"/>
              <a:pathLst>
                <a:path w="1257300" h="1257300">
                  <a:moveTo>
                    <a:pt x="0" y="0"/>
                  </a:moveTo>
                  <a:lnTo>
                    <a:pt x="1257300" y="1257300"/>
                  </a:lnTo>
                </a:path>
              </a:pathLst>
            </a:custGeom>
            <a:ln w="25400">
              <a:solidFill>
                <a:srgbClr val="CED7E6"/>
              </a:solidFill>
              <a:prstDash val="solid"/>
            </a:ln>
          </p:spPr>
        </p:sp>
        <p:sp>
          <p:nvSpPr>
            <p:cNvPr id="68" name="node01.hatch.br.052"/>
            <p:cNvSpPr/>
            <p:nvPr/>
          </p:nvSpPr>
          <p:spPr>
            <a:xfrm>
              <a:off x="9486900" y="2914650"/>
              <a:ext cx="1181100" cy="1181100"/>
            </a:xfrm>
            <a:custGeom>
              <a:avLst/>
              <a:gdLst/>
              <a:ahLst/>
              <a:cxnLst/>
              <a:rect l="l" t="t" r="r" b="b"/>
              <a:pathLst>
                <a:path w="1181100" h="1181100">
                  <a:moveTo>
                    <a:pt x="0" y="0"/>
                  </a:moveTo>
                  <a:lnTo>
                    <a:pt x="1181100" y="1181100"/>
                  </a:lnTo>
                </a:path>
              </a:pathLst>
            </a:custGeom>
            <a:ln w="25400">
              <a:solidFill>
                <a:srgbClr val="CED7E6"/>
              </a:solidFill>
              <a:prstDash val="solid"/>
            </a:ln>
          </p:spPr>
        </p:sp>
        <p:sp>
          <p:nvSpPr>
            <p:cNvPr id="69" name="node01.hatch.br.053"/>
            <p:cNvSpPr/>
            <p:nvPr/>
          </p:nvSpPr>
          <p:spPr>
            <a:xfrm>
              <a:off x="9563100" y="2914650"/>
              <a:ext cx="1104900" cy="1104900"/>
            </a:xfrm>
            <a:custGeom>
              <a:avLst/>
              <a:gdLst/>
              <a:ahLst/>
              <a:cxnLst/>
              <a:rect l="l" t="t" r="r" b="b"/>
              <a:pathLst>
                <a:path w="1104900" h="1104900">
                  <a:moveTo>
                    <a:pt x="0" y="0"/>
                  </a:moveTo>
                  <a:lnTo>
                    <a:pt x="1104900" y="1104900"/>
                  </a:lnTo>
                </a:path>
              </a:pathLst>
            </a:custGeom>
            <a:ln w="25400">
              <a:solidFill>
                <a:srgbClr val="CED7E6"/>
              </a:solidFill>
              <a:prstDash val="solid"/>
            </a:ln>
          </p:spPr>
        </p:sp>
        <p:sp>
          <p:nvSpPr>
            <p:cNvPr id="70" name="node01.hatch.br.054"/>
            <p:cNvSpPr/>
            <p:nvPr/>
          </p:nvSpPr>
          <p:spPr>
            <a:xfrm>
              <a:off x="9639300" y="2914650"/>
              <a:ext cx="1028700" cy="1028700"/>
            </a:xfrm>
            <a:custGeom>
              <a:avLst/>
              <a:gdLst/>
              <a:ahLst/>
              <a:cxnLst/>
              <a:rect l="l" t="t" r="r" b="b"/>
              <a:pathLst>
                <a:path w="1028700" h="1028700">
                  <a:moveTo>
                    <a:pt x="0" y="0"/>
                  </a:moveTo>
                  <a:lnTo>
                    <a:pt x="1028700" y="1028700"/>
                  </a:lnTo>
                </a:path>
              </a:pathLst>
            </a:custGeom>
            <a:ln w="25400">
              <a:solidFill>
                <a:srgbClr val="CED7E6"/>
              </a:solidFill>
              <a:prstDash val="solid"/>
            </a:ln>
          </p:spPr>
        </p:sp>
        <p:sp>
          <p:nvSpPr>
            <p:cNvPr id="71" name="node01.hatch.br.055"/>
            <p:cNvSpPr/>
            <p:nvPr/>
          </p:nvSpPr>
          <p:spPr>
            <a:xfrm>
              <a:off x="9715500" y="2914650"/>
              <a:ext cx="952500" cy="952500"/>
            </a:xfrm>
            <a:custGeom>
              <a:avLst/>
              <a:gdLst/>
              <a:ahLst/>
              <a:cxnLst/>
              <a:rect l="l" t="t" r="r" b="b"/>
              <a:pathLst>
                <a:path w="952500" h="952500">
                  <a:moveTo>
                    <a:pt x="0" y="0"/>
                  </a:moveTo>
                  <a:lnTo>
                    <a:pt x="952500" y="952500"/>
                  </a:lnTo>
                </a:path>
              </a:pathLst>
            </a:custGeom>
            <a:ln w="25400">
              <a:solidFill>
                <a:srgbClr val="CED7E6"/>
              </a:solidFill>
              <a:prstDash val="solid"/>
            </a:ln>
          </p:spPr>
        </p:sp>
        <p:sp>
          <p:nvSpPr>
            <p:cNvPr id="72" name="node01.hatch.br.056"/>
            <p:cNvSpPr/>
            <p:nvPr/>
          </p:nvSpPr>
          <p:spPr>
            <a:xfrm>
              <a:off x="9791700" y="2914650"/>
              <a:ext cx="876300" cy="876300"/>
            </a:xfrm>
            <a:custGeom>
              <a:avLst/>
              <a:gdLst/>
              <a:ahLst/>
              <a:cxnLst/>
              <a:rect l="l" t="t" r="r" b="b"/>
              <a:pathLst>
                <a:path w="876300" h="876300">
                  <a:moveTo>
                    <a:pt x="0" y="0"/>
                  </a:moveTo>
                  <a:lnTo>
                    <a:pt x="876300" y="876300"/>
                  </a:lnTo>
                </a:path>
              </a:pathLst>
            </a:custGeom>
            <a:ln w="25400">
              <a:solidFill>
                <a:srgbClr val="CED7E6"/>
              </a:solidFill>
              <a:prstDash val="solid"/>
            </a:ln>
          </p:spPr>
        </p:sp>
        <p:sp>
          <p:nvSpPr>
            <p:cNvPr id="73" name="node01.hatch.br.057"/>
            <p:cNvSpPr/>
            <p:nvPr/>
          </p:nvSpPr>
          <p:spPr>
            <a:xfrm>
              <a:off x="9867900" y="2914650"/>
              <a:ext cx="800100" cy="800100"/>
            </a:xfrm>
            <a:custGeom>
              <a:avLst/>
              <a:gdLst/>
              <a:ahLst/>
              <a:cxnLst/>
              <a:rect l="l" t="t" r="r" b="b"/>
              <a:pathLst>
                <a:path w="800100" h="800100">
                  <a:moveTo>
                    <a:pt x="0" y="0"/>
                  </a:moveTo>
                  <a:lnTo>
                    <a:pt x="800100" y="800100"/>
                  </a:lnTo>
                </a:path>
              </a:pathLst>
            </a:custGeom>
            <a:ln w="25400">
              <a:solidFill>
                <a:srgbClr val="CED7E6"/>
              </a:solidFill>
              <a:prstDash val="solid"/>
            </a:ln>
          </p:spPr>
        </p:sp>
        <p:sp>
          <p:nvSpPr>
            <p:cNvPr id="74" name="node01.hatch.br.058"/>
            <p:cNvSpPr/>
            <p:nvPr/>
          </p:nvSpPr>
          <p:spPr>
            <a:xfrm>
              <a:off x="9944100" y="2914650"/>
              <a:ext cx="723900" cy="723900"/>
            </a:xfrm>
            <a:custGeom>
              <a:avLst/>
              <a:gdLst/>
              <a:ahLst/>
              <a:cxnLst/>
              <a:rect l="l" t="t" r="r" b="b"/>
              <a:pathLst>
                <a:path w="723900" h="723900">
                  <a:moveTo>
                    <a:pt x="0" y="0"/>
                  </a:moveTo>
                  <a:lnTo>
                    <a:pt x="723900" y="723900"/>
                  </a:lnTo>
                </a:path>
              </a:pathLst>
            </a:custGeom>
            <a:ln w="25400">
              <a:solidFill>
                <a:srgbClr val="CED7E6"/>
              </a:solidFill>
              <a:prstDash val="solid"/>
            </a:ln>
          </p:spPr>
        </p:sp>
        <p:sp>
          <p:nvSpPr>
            <p:cNvPr id="75" name="node01.hatch.br.059"/>
            <p:cNvSpPr/>
            <p:nvPr/>
          </p:nvSpPr>
          <p:spPr>
            <a:xfrm>
              <a:off x="10020300" y="2914650"/>
              <a:ext cx="647700" cy="647700"/>
            </a:xfrm>
            <a:custGeom>
              <a:avLst/>
              <a:gdLst/>
              <a:ahLst/>
              <a:cxnLst/>
              <a:rect l="l" t="t" r="r" b="b"/>
              <a:pathLst>
                <a:path w="647700" h="647700">
                  <a:moveTo>
                    <a:pt x="0" y="0"/>
                  </a:moveTo>
                  <a:lnTo>
                    <a:pt x="647700" y="647700"/>
                  </a:lnTo>
                </a:path>
              </a:pathLst>
            </a:custGeom>
            <a:ln w="25400">
              <a:solidFill>
                <a:srgbClr val="CED7E6"/>
              </a:solidFill>
              <a:prstDash val="solid"/>
            </a:ln>
          </p:spPr>
        </p:sp>
        <p:sp>
          <p:nvSpPr>
            <p:cNvPr id="76" name="node01.hatch.br.060"/>
            <p:cNvSpPr/>
            <p:nvPr/>
          </p:nvSpPr>
          <p:spPr>
            <a:xfrm>
              <a:off x="10096500" y="2914650"/>
              <a:ext cx="571500" cy="571500"/>
            </a:xfrm>
            <a:custGeom>
              <a:avLst/>
              <a:gdLst/>
              <a:ahLst/>
              <a:cxnLst/>
              <a:rect l="l" t="t" r="r" b="b"/>
              <a:pathLst>
                <a:path w="571500" h="571500">
                  <a:moveTo>
                    <a:pt x="0" y="0"/>
                  </a:moveTo>
                  <a:lnTo>
                    <a:pt x="571500" y="571500"/>
                  </a:lnTo>
                </a:path>
              </a:pathLst>
            </a:custGeom>
            <a:ln w="25400">
              <a:solidFill>
                <a:srgbClr val="CED7E6"/>
              </a:solidFill>
              <a:prstDash val="solid"/>
            </a:ln>
          </p:spPr>
        </p:sp>
        <p:sp>
          <p:nvSpPr>
            <p:cNvPr id="77" name="node01.hatch.br.061"/>
            <p:cNvSpPr/>
            <p:nvPr/>
          </p:nvSpPr>
          <p:spPr>
            <a:xfrm>
              <a:off x="10172700" y="2914650"/>
              <a:ext cx="495300" cy="495300"/>
            </a:xfrm>
            <a:custGeom>
              <a:avLst/>
              <a:gdLst/>
              <a:ahLst/>
              <a:cxnLst/>
              <a:rect l="l" t="t" r="r" b="b"/>
              <a:pathLst>
                <a:path w="495300" h="495300">
                  <a:moveTo>
                    <a:pt x="0" y="0"/>
                  </a:moveTo>
                  <a:lnTo>
                    <a:pt x="495300" y="495300"/>
                  </a:lnTo>
                </a:path>
              </a:pathLst>
            </a:custGeom>
            <a:ln w="25400">
              <a:solidFill>
                <a:srgbClr val="CED7E6"/>
              </a:solidFill>
              <a:prstDash val="solid"/>
            </a:ln>
          </p:spPr>
        </p:sp>
        <p:sp>
          <p:nvSpPr>
            <p:cNvPr id="78" name="node01.hatch.br.062"/>
            <p:cNvSpPr/>
            <p:nvPr/>
          </p:nvSpPr>
          <p:spPr>
            <a:xfrm>
              <a:off x="10248900" y="2914650"/>
              <a:ext cx="419100" cy="419100"/>
            </a:xfrm>
            <a:custGeom>
              <a:avLst/>
              <a:gdLst/>
              <a:ahLst/>
              <a:cxnLst/>
              <a:rect l="l" t="t" r="r" b="b"/>
              <a:pathLst>
                <a:path w="419100" h="419100">
                  <a:moveTo>
                    <a:pt x="0" y="0"/>
                  </a:moveTo>
                  <a:lnTo>
                    <a:pt x="419100" y="419100"/>
                  </a:lnTo>
                </a:path>
              </a:pathLst>
            </a:custGeom>
            <a:ln w="25400">
              <a:solidFill>
                <a:srgbClr val="CED7E6"/>
              </a:solidFill>
              <a:prstDash val="solid"/>
            </a:ln>
          </p:spPr>
        </p:sp>
        <p:sp>
          <p:nvSpPr>
            <p:cNvPr id="79" name="node01.hatch.br.063"/>
            <p:cNvSpPr/>
            <p:nvPr/>
          </p:nvSpPr>
          <p:spPr>
            <a:xfrm>
              <a:off x="10325100" y="2914650"/>
              <a:ext cx="342900" cy="342900"/>
            </a:xfrm>
            <a:custGeom>
              <a:avLst/>
              <a:gdLst/>
              <a:ahLst/>
              <a:cxnLst/>
              <a:rect l="l" t="t" r="r" b="b"/>
              <a:pathLst>
                <a:path w="342900" h="342900">
                  <a:moveTo>
                    <a:pt x="0" y="0"/>
                  </a:moveTo>
                  <a:lnTo>
                    <a:pt x="342900" y="342900"/>
                  </a:lnTo>
                </a:path>
              </a:pathLst>
            </a:custGeom>
            <a:ln w="25400">
              <a:solidFill>
                <a:srgbClr val="CED7E6"/>
              </a:solidFill>
              <a:prstDash val="solid"/>
            </a:ln>
          </p:spPr>
        </p:sp>
        <p:sp>
          <p:nvSpPr>
            <p:cNvPr id="80" name="node01.hatch.br.064"/>
            <p:cNvSpPr/>
            <p:nvPr/>
          </p:nvSpPr>
          <p:spPr>
            <a:xfrm>
              <a:off x="10401300" y="2914650"/>
              <a:ext cx="266700" cy="266700"/>
            </a:xfrm>
            <a:custGeom>
              <a:avLst/>
              <a:gdLst/>
              <a:ahLst/>
              <a:cxnLst/>
              <a:rect l="l" t="t" r="r" b="b"/>
              <a:pathLst>
                <a:path w="266700" h="266700">
                  <a:moveTo>
                    <a:pt x="0" y="0"/>
                  </a:moveTo>
                  <a:lnTo>
                    <a:pt x="266700" y="266700"/>
                  </a:lnTo>
                </a:path>
              </a:pathLst>
            </a:custGeom>
            <a:ln w="25400">
              <a:solidFill>
                <a:srgbClr val="CED7E6"/>
              </a:solidFill>
              <a:prstDash val="solid"/>
            </a:ln>
          </p:spPr>
        </p:sp>
        <p:sp>
          <p:nvSpPr>
            <p:cNvPr id="81" name="node01.hatch.br.065"/>
            <p:cNvSpPr/>
            <p:nvPr/>
          </p:nvSpPr>
          <p:spPr>
            <a:xfrm>
              <a:off x="10477500" y="2914650"/>
              <a:ext cx="190500" cy="190500"/>
            </a:xfrm>
            <a:custGeom>
              <a:avLst/>
              <a:gdLst/>
              <a:ahLst/>
              <a:cxnLst/>
              <a:rect l="l" t="t" r="r" b="b"/>
              <a:pathLst>
                <a:path w="190500" h="190500">
                  <a:moveTo>
                    <a:pt x="0" y="0"/>
                  </a:moveTo>
                  <a:lnTo>
                    <a:pt x="190500" y="190500"/>
                  </a:lnTo>
                </a:path>
              </a:pathLst>
            </a:custGeom>
            <a:ln w="25400">
              <a:solidFill>
                <a:srgbClr val="CED7E6"/>
              </a:solidFill>
              <a:prstDash val="solid"/>
            </a:ln>
          </p:spPr>
        </p:sp>
        <p:sp>
          <p:nvSpPr>
            <p:cNvPr id="82" name="node01.hatch.br.066"/>
            <p:cNvSpPr/>
            <p:nvPr/>
          </p:nvSpPr>
          <p:spPr>
            <a:xfrm>
              <a:off x="10553700" y="2914650"/>
              <a:ext cx="114300" cy="114300"/>
            </a:xfrm>
            <a:custGeom>
              <a:avLst/>
              <a:gdLst/>
              <a:ahLst/>
              <a:cxnLst/>
              <a:rect l="l" t="t" r="r" b="b"/>
              <a:pathLst>
                <a:path w="114300" h="114300">
                  <a:moveTo>
                    <a:pt x="0" y="0"/>
                  </a:moveTo>
                  <a:lnTo>
                    <a:pt x="114300" y="114300"/>
                  </a:lnTo>
                </a:path>
              </a:pathLst>
            </a:custGeom>
            <a:ln w="25400">
              <a:solidFill>
                <a:srgbClr val="CED7E6"/>
              </a:solidFill>
              <a:prstDash val="solid"/>
            </a:ln>
          </p:spPr>
        </p:sp>
        <p:sp>
          <p:nvSpPr>
            <p:cNvPr id="83" name="node01.hatch.br.067"/>
            <p:cNvSpPr/>
            <p:nvPr/>
          </p:nvSpPr>
          <p:spPr>
            <a:xfrm>
              <a:off x="10629900" y="2914650"/>
              <a:ext cx="38100" cy="38100"/>
            </a:xfrm>
            <a:custGeom>
              <a:avLst/>
              <a:gdLst/>
              <a:ahLst/>
              <a:cxnLst/>
              <a:rect l="l" t="t" r="r" b="b"/>
              <a:pathLst>
                <a:path w="38100" h="38100">
                  <a:moveTo>
                    <a:pt x="0" y="0"/>
                  </a:moveTo>
                  <a:lnTo>
                    <a:pt x="38100" y="38100"/>
                  </a:lnTo>
                </a:path>
              </a:pathLst>
            </a:custGeom>
            <a:ln w="25400">
              <a:solidFill>
                <a:srgbClr val="CED7E6"/>
              </a:solidFill>
              <a:prstDash val="solid"/>
            </a:ln>
          </p:spPr>
        </p:sp>
        <p:sp>
          <p:nvSpPr>
            <p:cNvPr id="84" name="node01.name.br"/>
            <p:cNvSpPr/>
            <p:nvPr/>
          </p:nvSpPr>
          <p:spPr>
            <a:xfrm>
              <a:off x="8210550" y="5181600"/>
              <a:ext cx="2343150" cy="171450"/>
            </a:xfrm>
            <a:prstGeom prst="rect">
              <a:avLst/>
            </a:prstGeom>
            <a:noFill/>
            <a:ln/>
          </p:spPr>
          <p:txBody>
            <a:bodyPr wrap="square" lIns="0" tIns="0" rIns="0" bIns="0" rtlCol="0" anchor="t"/>
            <a:lstStyle/>
            <a:p>
              <a:pPr algn="r" indent="0" marL="0">
                <a:lnSpc>
                  <a:spcPts val="1200"/>
                </a:lnSpc>
                <a:buNone/>
              </a:pPr>
              <a:r>
                <a:rPr lang="en-US" sz="900" spc="60" kern="0" b="0" i="0" dirty="0">
                  <a:solidFill>
                    <a:srgbClr val="070154"/>
                  </a:solidFill>
                  <a:latin typeface="IBM Plex Mono SemiBold"/>
                  <a:ea typeface="IBM Plex Mono SemiBold"/>
                  <a:cs typeface="IBM Plex Mono SemiBold"/>
                </a:rPr>
                <a:t>MONEY PITS</a:t>
              </a:r>
              <a:endParaRPr lang="en-US" sz="900" spc="60" kern="0" b="0" i="0" dirty="0">
                <a:solidFill>
                  <a:srgbClr val="070154"/>
                </a:solidFill>
                <a:latin typeface="IBM Plex Mono SemiBold"/>
                <a:ea typeface="IBM Plex Mono SemiBold"/>
                <a:cs typeface="IBM Plex Mono SemiBold"/>
              </a:endParaRPr>
            </a:p>
          </p:txBody>
        </p:sp>
        <p:sp>
          <p:nvSpPr>
            <p:cNvPr id="85" name="node01.tag-bg.br"/>
            <p:cNvSpPr/>
            <p:nvPr/>
          </p:nvSpPr>
          <p:spPr>
            <a:xfrm>
              <a:off x="10012356" y="4953000"/>
              <a:ext cx="541344" cy="203200"/>
            </a:xfrm>
            <a:prstGeom prst="rect">
              <a:avLst/>
            </a:prstGeom>
            <a:solidFill>
              <a:srgbClr val="070154"/>
            </a:solidFill>
            <a:ln>
              <a:noFill/>
            </a:ln>
          </p:spPr>
        </p:sp>
        <p:sp>
          <p:nvSpPr>
            <p:cNvPr id="86" name="node01.tag.br"/>
            <p:cNvSpPr/>
            <p:nvPr/>
          </p:nvSpPr>
          <p:spPr>
            <a:xfrm>
              <a:off x="10088556" y="4965700"/>
              <a:ext cx="388944" cy="177800"/>
            </a:xfrm>
            <a:prstGeom prst="rect">
              <a:avLst/>
            </a:prstGeom>
            <a:noFill/>
            <a:ln/>
          </p:spPr>
          <p:txBody>
            <a:bodyPr wrap="square" lIns="0" tIns="0" rIns="0" bIns="0" rtlCol="0" anchor="t"/>
            <a:lstStyle/>
            <a:p>
              <a:pPr algn="l" indent="0" marL="0">
                <a:lnSpc>
                  <a:spcPts val="1200"/>
                </a:lnSpc>
                <a:buNone/>
              </a:pPr>
              <a:r>
                <a:rPr lang="en-US" sz="850" spc="60" kern="0" b="0" i="0" dirty="0">
                  <a:solidFill>
                    <a:srgbClr val="FFFFFF"/>
                  </a:solidFill>
                  <a:latin typeface="IBM Plex Mono SemiBold"/>
                  <a:ea typeface="IBM Plex Mono SemiBold"/>
                  <a:cs typeface="IBM Plex Mono SemiBold"/>
                </a:rPr>
                <a:t>AVOID</a:t>
              </a:r>
              <a:endParaRPr lang="en-US" sz="850" spc="60" kern="0" b="0" i="0" dirty="0">
                <a:solidFill>
                  <a:srgbClr val="FFFFFF"/>
                </a:solidFill>
                <a:latin typeface="IBM Plex Mono SemiBold"/>
                <a:ea typeface="IBM Plex Mono SemiBold"/>
                <a:cs typeface="IBM Plex Mono SemiBold"/>
              </a:endParaRPr>
            </a:p>
          </p:txBody>
        </p:sp>
        <p:sp>
          <p:nvSpPr>
            <p:cNvPr id="87" name="node01.axis-1"/>
            <p:cNvSpPr/>
            <p:nvPr/>
          </p:nvSpPr>
          <p:spPr>
            <a:xfrm>
              <a:off x="5524500" y="342900"/>
              <a:ext cx="5143500" cy="5143500"/>
            </a:xfrm>
            <a:custGeom>
              <a:avLst/>
              <a:gdLst/>
              <a:ahLst/>
              <a:cxnLst/>
              <a:rect l="l" t="t" r="r" b="b"/>
              <a:pathLst>
                <a:path w="5143500" h="5143500">
                  <a:moveTo>
                    <a:pt x="0" y="0"/>
                  </a:moveTo>
                  <a:lnTo>
                    <a:pt x="5143500" y="0"/>
                  </a:lnTo>
                  <a:lnTo>
                    <a:pt x="5143500" y="5143500"/>
                  </a:lnTo>
                  <a:lnTo>
                    <a:pt x="0" y="5143500"/>
                  </a:lnTo>
                  <a:lnTo>
                    <a:pt x="0" y="0"/>
                  </a:lnTo>
                </a:path>
              </a:pathLst>
            </a:custGeom>
            <a:ln w="12700">
              <a:solidFill>
                <a:srgbClr val="070154"/>
              </a:solidFill>
              <a:prstDash val="solid"/>
            </a:ln>
          </p:spPr>
        </p:sp>
        <p:sp>
          <p:nvSpPr>
            <p:cNvPr id="88" name="node01.axis-2"/>
            <p:cNvSpPr/>
            <p:nvPr/>
          </p:nvSpPr>
          <p:spPr>
            <a:xfrm>
              <a:off x="8096250" y="342900"/>
              <a:ext cx="127" cy="5143500"/>
            </a:xfrm>
            <a:custGeom>
              <a:avLst/>
              <a:gdLst/>
              <a:ahLst/>
              <a:cxnLst/>
              <a:rect l="l" t="t" r="r" b="b"/>
              <a:pathLst>
                <a:path w="127" h="5143500">
                  <a:moveTo>
                    <a:pt x="0" y="0"/>
                  </a:moveTo>
                  <a:lnTo>
                    <a:pt x="0" y="5143500"/>
                  </a:lnTo>
                </a:path>
              </a:pathLst>
            </a:custGeom>
            <a:ln w="9525">
              <a:solidFill>
                <a:srgbClr val="070154"/>
              </a:solidFill>
              <a:prstDash val="solid"/>
            </a:ln>
          </p:spPr>
        </p:sp>
        <p:sp>
          <p:nvSpPr>
            <p:cNvPr id="89" name="node01.axis-3"/>
            <p:cNvSpPr/>
            <p:nvPr/>
          </p:nvSpPr>
          <p:spPr>
            <a:xfrm>
              <a:off x="5524500" y="2914650"/>
              <a:ext cx="5143500" cy="127"/>
            </a:xfrm>
            <a:custGeom>
              <a:avLst/>
              <a:gdLst/>
              <a:ahLst/>
              <a:cxnLst/>
              <a:rect l="l" t="t" r="r" b="b"/>
              <a:pathLst>
                <a:path w="5143500" h="127">
                  <a:moveTo>
                    <a:pt x="0" y="0"/>
                  </a:moveTo>
                  <a:lnTo>
                    <a:pt x="5143500" y="0"/>
                  </a:lnTo>
                </a:path>
              </a:pathLst>
            </a:custGeom>
            <a:ln w="9525">
              <a:solidFill>
                <a:srgbClr val="070154"/>
              </a:solidFill>
              <a:prstDash val="solid"/>
            </a:ln>
          </p:spPr>
        </p:sp>
        <p:sp>
          <p:nvSpPr>
            <p:cNvPr id="90" name="node01.x.low"/>
            <p:cNvSpPr/>
            <p:nvPr/>
          </p:nvSpPr>
          <p:spPr>
            <a:xfrm>
              <a:off x="5524500" y="5511800"/>
              <a:ext cx="457200" cy="177800"/>
            </a:xfrm>
            <a:prstGeom prst="rect">
              <a:avLst/>
            </a:prstGeom>
            <a:noFill/>
            <a:ln/>
          </p:spPr>
          <p:txBody>
            <a:bodyPr wrap="square" lIns="0" tIns="0" rIns="0" bIns="0" rtlCol="0" anchor="t"/>
            <a:lstStyle/>
            <a:p>
              <a:pPr algn="l" indent="0" marL="0">
                <a:lnSpc>
                  <a:spcPts val="1200"/>
                </a:lnSpc>
                <a:buNone/>
              </a:pPr>
              <a:r>
                <a:rPr lang="en-US" sz="900" spc="60" kern="0" b="0" i="0" dirty="0">
                  <a:solidFill>
                    <a:srgbClr val="070154"/>
                  </a:solidFill>
                  <a:latin typeface="IBM Plex Mono SemiBold"/>
                  <a:ea typeface="IBM Plex Mono SemiBold"/>
                  <a:cs typeface="IBM Plex Mono SemiBold"/>
                </a:rPr>
                <a:t>LOW</a:t>
              </a:r>
              <a:endParaRPr lang="en-US" sz="900" spc="60" kern="0" b="0" i="0" dirty="0">
                <a:solidFill>
                  <a:srgbClr val="070154"/>
                </a:solidFill>
                <a:latin typeface="IBM Plex Mono SemiBold"/>
                <a:ea typeface="IBM Plex Mono SemiBold"/>
                <a:cs typeface="IBM Plex Mono SemiBold"/>
              </a:endParaRPr>
            </a:p>
          </p:txBody>
        </p:sp>
        <p:sp>
          <p:nvSpPr>
            <p:cNvPr id="91" name="node01.x.high"/>
            <p:cNvSpPr/>
            <p:nvPr/>
          </p:nvSpPr>
          <p:spPr>
            <a:xfrm>
              <a:off x="10210800" y="5511800"/>
              <a:ext cx="457200" cy="177800"/>
            </a:xfrm>
            <a:prstGeom prst="rect">
              <a:avLst/>
            </a:prstGeom>
            <a:noFill/>
            <a:ln/>
          </p:spPr>
          <p:txBody>
            <a:bodyPr wrap="square" lIns="0" tIns="0" rIns="0" bIns="0" rtlCol="0" anchor="t"/>
            <a:lstStyle/>
            <a:p>
              <a:pPr algn="r" indent="0" marL="0">
                <a:lnSpc>
                  <a:spcPts val="1200"/>
                </a:lnSpc>
                <a:buNone/>
              </a:pPr>
              <a:r>
                <a:rPr lang="en-US" sz="900" spc="60" kern="0" b="0" i="0" dirty="0">
                  <a:solidFill>
                    <a:srgbClr val="070154"/>
                  </a:solidFill>
                  <a:latin typeface="IBM Plex Mono SemiBold"/>
                  <a:ea typeface="IBM Plex Mono SemiBold"/>
                  <a:cs typeface="IBM Plex Mono SemiBold"/>
                </a:rPr>
                <a:t>HIGH</a:t>
              </a:r>
              <a:endParaRPr lang="en-US" sz="900" spc="60" kern="0" b="0" i="0" dirty="0">
                <a:solidFill>
                  <a:srgbClr val="070154"/>
                </a:solidFill>
                <a:latin typeface="IBM Plex Mono SemiBold"/>
                <a:ea typeface="IBM Plex Mono SemiBold"/>
                <a:cs typeface="IBM Plex Mono SemiBold"/>
              </a:endParaRPr>
            </a:p>
          </p:txBody>
        </p:sp>
        <p:sp>
          <p:nvSpPr>
            <p:cNvPr id="92" name="node01.x.title"/>
            <p:cNvSpPr/>
            <p:nvPr/>
          </p:nvSpPr>
          <p:spPr>
            <a:xfrm>
              <a:off x="5981700" y="5511800"/>
              <a:ext cx="4229100" cy="177800"/>
            </a:xfrm>
            <a:prstGeom prst="rect">
              <a:avLst/>
            </a:prstGeom>
            <a:noFill/>
            <a:ln/>
          </p:spPr>
          <p:txBody>
            <a:bodyPr wrap="square" lIns="0" tIns="0" rIns="0" bIns="0" rtlCol="0" anchor="t"/>
            <a:lstStyle/>
            <a:p>
              <a:pPr algn="ctr" indent="0" marL="0">
                <a:lnSpc>
                  <a:spcPts val="1200"/>
                </a:lnSpc>
                <a:buNone/>
              </a:pPr>
              <a:r>
                <a:rPr lang="en-US" sz="900" spc="60" kern="0" b="0" i="0" dirty="0">
                  <a:solidFill>
                    <a:srgbClr val="070154"/>
                  </a:solidFill>
                  <a:latin typeface="IBM Plex Mono SemiBold"/>
                  <a:ea typeface="IBM Plex Mono SemiBold"/>
                  <a:cs typeface="IBM Plex Mono SemiBold"/>
                </a:rPr>
                <a:t>EFFORT →</a:t>
              </a:r>
              <a:endParaRPr lang="en-US" sz="900" spc="60" kern="0" b="0" i="0" dirty="0">
                <a:solidFill>
                  <a:srgbClr val="070154"/>
                </a:solidFill>
                <a:latin typeface="IBM Plex Mono SemiBold"/>
                <a:ea typeface="IBM Plex Mono SemiBold"/>
                <a:cs typeface="IBM Plex Mono SemiBold"/>
              </a:endParaRPr>
            </a:p>
          </p:txBody>
        </p:sp>
        <p:sp>
          <p:nvSpPr>
            <p:cNvPr id="93" name="node01.y-0"/>
            <p:cNvSpPr/>
            <p:nvPr/>
          </p:nvSpPr>
          <p:spPr>
            <a:xfrm rot="-5400000">
              <a:off x="5240908" y="482600"/>
              <a:ext cx="313184" cy="1778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Medium"/>
                  <a:ea typeface="IBM Plex Mono Medium"/>
                  <a:cs typeface="IBM Plex Mono Medium"/>
                </a:rPr>
                <a:t>HIGH</a:t>
              </a:r>
              <a:endParaRPr lang="en-US" sz="900" spc="54" kern="0" b="0" i="0" dirty="0">
                <a:solidFill>
                  <a:srgbClr val="50658E"/>
                </a:solidFill>
                <a:latin typeface="IBM Plex Mono Medium"/>
                <a:ea typeface="IBM Plex Mono Medium"/>
                <a:cs typeface="IBM Plex Mono Medium"/>
              </a:endParaRPr>
            </a:p>
          </p:txBody>
        </p:sp>
        <p:sp>
          <p:nvSpPr>
            <p:cNvPr id="94" name="node01.y-1"/>
            <p:cNvSpPr/>
            <p:nvPr/>
          </p:nvSpPr>
          <p:spPr>
            <a:xfrm rot="-5400000">
              <a:off x="5278469" y="5168900"/>
              <a:ext cx="238063" cy="1778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Medium"/>
                  <a:ea typeface="IBM Plex Mono Medium"/>
                  <a:cs typeface="IBM Plex Mono Medium"/>
                </a:rPr>
                <a:t>LOW</a:t>
              </a:r>
              <a:endParaRPr lang="en-US" sz="900" spc="54" kern="0" b="0" i="0" dirty="0">
                <a:solidFill>
                  <a:srgbClr val="50658E"/>
                </a:solidFill>
                <a:latin typeface="IBM Plex Mono Medium"/>
                <a:ea typeface="IBM Plex Mono Medium"/>
                <a:cs typeface="IBM Plex Mono Medium"/>
              </a:endParaRPr>
            </a:p>
          </p:txBody>
        </p:sp>
        <p:sp>
          <p:nvSpPr>
            <p:cNvPr id="95" name="node01.y-2"/>
            <p:cNvSpPr/>
            <p:nvPr/>
          </p:nvSpPr>
          <p:spPr>
            <a:xfrm rot="-5400000">
              <a:off x="5128227" y="2825750"/>
              <a:ext cx="538547" cy="1778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Medium"/>
                  <a:ea typeface="IBM Plex Mono Medium"/>
                  <a:cs typeface="IBM Plex Mono Medium"/>
                </a:rPr>
                <a:t>VALUE →</a:t>
              </a:r>
              <a:endParaRPr lang="en-US" sz="900" spc="54" kern="0" b="0" i="0" dirty="0">
                <a:solidFill>
                  <a:srgbClr val="50658E"/>
                </a:solidFill>
                <a:latin typeface="IBM Plex Mono Medium"/>
                <a:ea typeface="IBM Plex Mono Medium"/>
                <a:cs typeface="IBM Plex Mono Medium"/>
              </a:endParaRPr>
            </a:p>
          </p:txBody>
        </p:sp>
        <p:sp>
          <p:nvSpPr>
            <p:cNvPr id="96" name="node01.item.item-001.point"/>
            <p:cNvSpPr/>
            <p:nvPr/>
          </p:nvSpPr>
          <p:spPr>
            <a:xfrm>
              <a:off x="6040120" y="1064260"/>
              <a:ext cx="203200" cy="203200"/>
            </a:xfrm>
            <a:prstGeom prst="ellipse">
              <a:avLst/>
            </a:prstGeom>
            <a:solidFill>
              <a:srgbClr val="070154"/>
            </a:solidFill>
            <a:ln>
              <a:noFill/>
            </a:ln>
          </p:spPr>
        </p:sp>
        <p:sp>
          <p:nvSpPr>
            <p:cNvPr id="97" name="node01.item.item-001.number"/>
            <p:cNvSpPr/>
            <p:nvPr/>
          </p:nvSpPr>
          <p:spPr>
            <a:xfrm>
              <a:off x="6052820" y="1076960"/>
              <a:ext cx="177800" cy="1778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FFFFFF"/>
                  </a:solidFill>
                  <a:latin typeface="IBM Plex Mono SemiBold"/>
                  <a:ea typeface="IBM Plex Mono SemiBold"/>
                  <a:cs typeface="IBM Plex Mono SemiBold"/>
                </a:rPr>
                <a:t>1</a:t>
              </a:r>
              <a:endParaRPr lang="en-US" sz="900" spc="54" kern="0" b="0" i="0" dirty="0">
                <a:solidFill>
                  <a:srgbClr val="FFFFFF"/>
                </a:solidFill>
                <a:latin typeface="IBM Plex Mono SemiBold"/>
                <a:ea typeface="IBM Plex Mono SemiBold"/>
                <a:cs typeface="IBM Plex Mono SemiBold"/>
              </a:endParaRPr>
            </a:p>
          </p:txBody>
        </p:sp>
        <p:sp>
          <p:nvSpPr>
            <p:cNvPr id="98" name="node01.item.item-002.point"/>
            <p:cNvSpPr/>
            <p:nvPr/>
          </p:nvSpPr>
          <p:spPr>
            <a:xfrm>
              <a:off x="6451600" y="1887220"/>
              <a:ext cx="203200" cy="203200"/>
            </a:xfrm>
            <a:prstGeom prst="ellipse">
              <a:avLst/>
            </a:prstGeom>
            <a:solidFill>
              <a:srgbClr val="070154"/>
            </a:solidFill>
            <a:ln>
              <a:noFill/>
            </a:ln>
          </p:spPr>
        </p:sp>
        <p:sp>
          <p:nvSpPr>
            <p:cNvPr id="99" name="node01.item.item-002.number"/>
            <p:cNvSpPr/>
            <p:nvPr/>
          </p:nvSpPr>
          <p:spPr>
            <a:xfrm>
              <a:off x="6464300" y="1899920"/>
              <a:ext cx="177800" cy="1778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FFFFFF"/>
                  </a:solidFill>
                  <a:latin typeface="IBM Plex Mono SemiBold"/>
                  <a:ea typeface="IBM Plex Mono SemiBold"/>
                  <a:cs typeface="IBM Plex Mono SemiBold"/>
                </a:rPr>
                <a:t>2</a:t>
              </a:r>
              <a:endParaRPr lang="en-US" sz="900" spc="54" kern="0" b="0" i="0" dirty="0">
                <a:solidFill>
                  <a:srgbClr val="FFFFFF"/>
                </a:solidFill>
                <a:latin typeface="IBM Plex Mono SemiBold"/>
                <a:ea typeface="IBM Plex Mono SemiBold"/>
                <a:cs typeface="IBM Plex Mono SemiBold"/>
              </a:endParaRPr>
            </a:p>
          </p:txBody>
        </p:sp>
        <p:sp>
          <p:nvSpPr>
            <p:cNvPr id="100" name="node01.item.item-003.point"/>
            <p:cNvSpPr/>
            <p:nvPr/>
          </p:nvSpPr>
          <p:spPr>
            <a:xfrm>
              <a:off x="5937250" y="2607310"/>
              <a:ext cx="203200" cy="203200"/>
            </a:xfrm>
            <a:prstGeom prst="ellipse">
              <a:avLst/>
            </a:prstGeom>
            <a:solidFill>
              <a:srgbClr val="070154"/>
            </a:solidFill>
            <a:ln>
              <a:noFill/>
            </a:ln>
          </p:spPr>
        </p:sp>
        <p:sp>
          <p:nvSpPr>
            <p:cNvPr id="101" name="node01.item.item-003.number"/>
            <p:cNvSpPr/>
            <p:nvPr/>
          </p:nvSpPr>
          <p:spPr>
            <a:xfrm>
              <a:off x="5949950" y="2620010"/>
              <a:ext cx="177800" cy="1778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FFFFFF"/>
                  </a:solidFill>
                  <a:latin typeface="IBM Plex Mono SemiBold"/>
                  <a:ea typeface="IBM Plex Mono SemiBold"/>
                  <a:cs typeface="IBM Plex Mono SemiBold"/>
                </a:rPr>
                <a:t>3</a:t>
              </a:r>
              <a:endParaRPr lang="en-US" sz="900" spc="54" kern="0" b="0" i="0" dirty="0">
                <a:solidFill>
                  <a:srgbClr val="FFFFFF"/>
                </a:solidFill>
                <a:latin typeface="IBM Plex Mono SemiBold"/>
                <a:ea typeface="IBM Plex Mono SemiBold"/>
                <a:cs typeface="IBM Plex Mono SemiBold"/>
              </a:endParaRPr>
            </a:p>
          </p:txBody>
        </p:sp>
        <p:sp>
          <p:nvSpPr>
            <p:cNvPr id="102" name="node01.item.item-004.point"/>
            <p:cNvSpPr/>
            <p:nvPr/>
          </p:nvSpPr>
          <p:spPr>
            <a:xfrm>
              <a:off x="8509000" y="1270000"/>
              <a:ext cx="203200" cy="203200"/>
            </a:xfrm>
            <a:prstGeom prst="ellipse">
              <a:avLst/>
            </a:prstGeom>
            <a:solidFill>
              <a:srgbClr val="070154"/>
            </a:solidFill>
            <a:ln>
              <a:noFill/>
            </a:ln>
          </p:spPr>
        </p:sp>
        <p:sp>
          <p:nvSpPr>
            <p:cNvPr id="103" name="node01.item.item-004.number"/>
            <p:cNvSpPr/>
            <p:nvPr/>
          </p:nvSpPr>
          <p:spPr>
            <a:xfrm>
              <a:off x="8521700" y="1282700"/>
              <a:ext cx="177800" cy="1778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FFFFFF"/>
                  </a:solidFill>
                  <a:latin typeface="IBM Plex Mono SemiBold"/>
                  <a:ea typeface="IBM Plex Mono SemiBold"/>
                  <a:cs typeface="IBM Plex Mono SemiBold"/>
                </a:rPr>
                <a:t>4</a:t>
              </a:r>
              <a:endParaRPr lang="en-US" sz="900" spc="54" kern="0" b="0" i="0" dirty="0">
                <a:solidFill>
                  <a:srgbClr val="FFFFFF"/>
                </a:solidFill>
                <a:latin typeface="IBM Plex Mono SemiBold"/>
                <a:ea typeface="IBM Plex Mono SemiBold"/>
                <a:cs typeface="IBM Plex Mono SemiBold"/>
              </a:endParaRPr>
            </a:p>
          </p:txBody>
        </p:sp>
        <p:sp>
          <p:nvSpPr>
            <p:cNvPr id="104" name="node01.item.item-005.point"/>
            <p:cNvSpPr/>
            <p:nvPr/>
          </p:nvSpPr>
          <p:spPr>
            <a:xfrm>
              <a:off x="5937250" y="3944620"/>
              <a:ext cx="203200" cy="203200"/>
            </a:xfrm>
            <a:prstGeom prst="ellipse">
              <a:avLst/>
            </a:prstGeom>
            <a:solidFill>
              <a:srgbClr val="070154"/>
            </a:solidFill>
            <a:ln>
              <a:noFill/>
            </a:ln>
          </p:spPr>
        </p:sp>
        <p:sp>
          <p:nvSpPr>
            <p:cNvPr id="105" name="node01.item.item-005.number"/>
            <p:cNvSpPr/>
            <p:nvPr/>
          </p:nvSpPr>
          <p:spPr>
            <a:xfrm>
              <a:off x="5949950" y="3957320"/>
              <a:ext cx="177800" cy="1778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FFFFFF"/>
                  </a:solidFill>
                  <a:latin typeface="IBM Plex Mono SemiBold"/>
                  <a:ea typeface="IBM Plex Mono SemiBold"/>
                  <a:cs typeface="IBM Plex Mono SemiBold"/>
                </a:rPr>
                <a:t>5</a:t>
              </a:r>
              <a:endParaRPr lang="en-US" sz="900" spc="54" kern="0" b="0" i="0" dirty="0">
                <a:solidFill>
                  <a:srgbClr val="FFFFFF"/>
                </a:solidFill>
                <a:latin typeface="IBM Plex Mono SemiBold"/>
                <a:ea typeface="IBM Plex Mono SemiBold"/>
                <a:cs typeface="IBM Plex Mono SemiBold"/>
              </a:endParaRPr>
            </a:p>
          </p:txBody>
        </p:sp>
        <p:sp>
          <p:nvSpPr>
            <p:cNvPr id="106" name="node01.item.item-006.point"/>
            <p:cNvSpPr/>
            <p:nvPr/>
          </p:nvSpPr>
          <p:spPr>
            <a:xfrm>
              <a:off x="8714740" y="4150360"/>
              <a:ext cx="203200" cy="203200"/>
            </a:xfrm>
            <a:prstGeom prst="ellipse">
              <a:avLst/>
            </a:prstGeom>
            <a:solidFill>
              <a:srgbClr val="070154"/>
            </a:solidFill>
            <a:ln>
              <a:noFill/>
            </a:ln>
          </p:spPr>
        </p:sp>
        <p:sp>
          <p:nvSpPr>
            <p:cNvPr id="107" name="node01.item.item-006.number"/>
            <p:cNvSpPr/>
            <p:nvPr/>
          </p:nvSpPr>
          <p:spPr>
            <a:xfrm>
              <a:off x="8727440" y="4163060"/>
              <a:ext cx="177800" cy="1778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FFFFFF"/>
                  </a:solidFill>
                  <a:latin typeface="IBM Plex Mono SemiBold"/>
                  <a:ea typeface="IBM Plex Mono SemiBold"/>
                  <a:cs typeface="IBM Plex Mono SemiBold"/>
                </a:rPr>
                <a:t>6</a:t>
              </a:r>
              <a:endParaRPr lang="en-US" sz="900" spc="54" kern="0" b="0" i="0" dirty="0">
                <a:solidFill>
                  <a:srgbClr val="FFFFFF"/>
                </a:solidFill>
                <a:latin typeface="IBM Plex Mono SemiBold"/>
                <a:ea typeface="IBM Plex Mono SemiBold"/>
                <a:cs typeface="IBM Plex Mono SemiBold"/>
              </a:endParaRPr>
            </a:p>
          </p:txBody>
        </p:sp>
      </p:grpSp>
      <p:grpSp>
        <p:nvGrpSpPr>
          <p:cNvPr id="127" name="node02"/>
          <p:cNvGrpSpPr/>
          <p:nvPr/>
        </p:nvGrpSpPr>
        <p:grpSpPr>
          <a:xfrm>
            <a:off x="723900" y="2057400"/>
            <a:ext cx="3429000" cy="3505200"/>
            <a:chOff x="723900" y="2057400"/>
            <a:chExt cx="3429000" cy="3505200"/>
          </a:xfrm>
        </p:grpSpPr>
        <p:sp>
          <p:nvSpPr>
            <p:cNvPr id="108" name="node02.source-001.number"/>
            <p:cNvSpPr/>
            <p:nvPr/>
          </p:nvSpPr>
          <p:spPr>
            <a:xfrm>
              <a:off x="723900" y="2057400"/>
              <a:ext cx="381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047FF"/>
                  </a:solidFill>
                  <a:latin typeface="IBM Plex Mono SemiBold"/>
                  <a:ea typeface="IBM Plex Mono SemiBold"/>
                  <a:cs typeface="IBM Plex Mono SemiBold"/>
                </a:rPr>
                <a:t>01</a:t>
              </a:r>
              <a:endParaRPr lang="en-US" sz="1200" spc="0" kern="0" b="0" i="0" dirty="0">
                <a:solidFill>
                  <a:srgbClr val="0047FF"/>
                </a:solidFill>
                <a:latin typeface="IBM Plex Mono SemiBold"/>
                <a:ea typeface="IBM Plex Mono SemiBold"/>
                <a:cs typeface="IBM Plex Mono SemiBold"/>
              </a:endParaRPr>
            </a:p>
          </p:txBody>
        </p:sp>
        <p:sp>
          <p:nvSpPr>
            <p:cNvPr id="109" name="node02.source-001.title"/>
            <p:cNvSpPr/>
            <p:nvPr/>
          </p:nvSpPr>
          <p:spPr>
            <a:xfrm>
              <a:off x="1257300" y="2057400"/>
              <a:ext cx="2895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Reconciliations</a:t>
              </a:r>
              <a:endParaRPr lang="en-US" sz="1200" spc="0" kern="0" b="0" i="0" dirty="0">
                <a:solidFill>
                  <a:srgbClr val="070154"/>
                </a:solidFill>
                <a:latin typeface="IBM Plex Sans SemiBold"/>
                <a:ea typeface="IBM Plex Sans SemiBold"/>
                <a:cs typeface="IBM Plex Sans SemiBold"/>
              </a:endParaRPr>
            </a:p>
          </p:txBody>
        </p:sp>
        <p:sp>
          <p:nvSpPr>
            <p:cNvPr id="110" name="node02.source-001.text"/>
            <p:cNvSpPr/>
            <p:nvPr/>
          </p:nvSpPr>
          <p:spPr>
            <a:xfrm>
              <a:off x="1257300" y="2286000"/>
              <a:ext cx="2895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Automated matching, wave 1.</a:t>
              </a:r>
              <a:endParaRPr lang="en-US" sz="1200" spc="0" kern="0" b="0" i="0" dirty="0">
                <a:solidFill>
                  <a:srgbClr val="50658E"/>
                </a:solidFill>
                <a:latin typeface="IBM Plex Sans"/>
                <a:ea typeface="IBM Plex Sans"/>
                <a:cs typeface="IBM Plex Sans"/>
              </a:endParaRPr>
            </a:p>
          </p:txBody>
        </p:sp>
        <p:sp>
          <p:nvSpPr>
            <p:cNvPr id="111" name="node02.source-002.number"/>
            <p:cNvSpPr/>
            <p:nvPr/>
          </p:nvSpPr>
          <p:spPr>
            <a:xfrm>
              <a:off x="723900" y="2667000"/>
              <a:ext cx="381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047FF"/>
                  </a:solidFill>
                  <a:latin typeface="IBM Plex Mono SemiBold"/>
                  <a:ea typeface="IBM Plex Mono SemiBold"/>
                  <a:cs typeface="IBM Plex Mono SemiBold"/>
                </a:rPr>
                <a:t>02</a:t>
              </a:r>
              <a:endParaRPr lang="en-US" sz="1200" spc="0" kern="0" b="0" i="0" dirty="0">
                <a:solidFill>
                  <a:srgbClr val="0047FF"/>
                </a:solidFill>
                <a:latin typeface="IBM Plex Mono SemiBold"/>
                <a:ea typeface="IBM Plex Mono SemiBold"/>
                <a:cs typeface="IBM Plex Mono SemiBold"/>
              </a:endParaRPr>
            </a:p>
          </p:txBody>
        </p:sp>
        <p:sp>
          <p:nvSpPr>
            <p:cNvPr id="112" name="node02.source-002.title"/>
            <p:cNvSpPr/>
            <p:nvPr/>
          </p:nvSpPr>
          <p:spPr>
            <a:xfrm>
              <a:off x="1257300" y="2667000"/>
              <a:ext cx="2895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Rules-based review</a:t>
              </a:r>
              <a:endParaRPr lang="en-US" sz="1200" spc="0" kern="0" b="0" i="0" dirty="0">
                <a:solidFill>
                  <a:srgbClr val="070154"/>
                </a:solidFill>
                <a:latin typeface="IBM Plex Sans SemiBold"/>
                <a:ea typeface="IBM Plex Sans SemiBold"/>
                <a:cs typeface="IBM Plex Sans SemiBold"/>
              </a:endParaRPr>
            </a:p>
          </p:txBody>
        </p:sp>
        <p:sp>
          <p:nvSpPr>
            <p:cNvPr id="113" name="node02.source-002.text"/>
            <p:cNvSpPr/>
            <p:nvPr/>
          </p:nvSpPr>
          <p:spPr>
            <a:xfrm>
              <a:off x="1257300" y="2895600"/>
              <a:ext cx="2895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Replaces manual checks.</a:t>
              </a:r>
              <a:endParaRPr lang="en-US" sz="1200" spc="0" kern="0" b="0" i="0" dirty="0">
                <a:solidFill>
                  <a:srgbClr val="50658E"/>
                </a:solidFill>
                <a:latin typeface="IBM Plex Sans"/>
                <a:ea typeface="IBM Plex Sans"/>
                <a:cs typeface="IBM Plex Sans"/>
              </a:endParaRPr>
            </a:p>
          </p:txBody>
        </p:sp>
        <p:sp>
          <p:nvSpPr>
            <p:cNvPr id="114" name="node02.source-003.number"/>
            <p:cNvSpPr/>
            <p:nvPr/>
          </p:nvSpPr>
          <p:spPr>
            <a:xfrm>
              <a:off x="723900" y="3276600"/>
              <a:ext cx="381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047FF"/>
                  </a:solidFill>
                  <a:latin typeface="IBM Plex Mono SemiBold"/>
                  <a:ea typeface="IBM Plex Mono SemiBold"/>
                  <a:cs typeface="IBM Plex Mono SemiBold"/>
                </a:rPr>
                <a:t>03</a:t>
              </a:r>
              <a:endParaRPr lang="en-US" sz="1200" spc="0" kern="0" b="0" i="0" dirty="0">
                <a:solidFill>
                  <a:srgbClr val="0047FF"/>
                </a:solidFill>
                <a:latin typeface="IBM Plex Mono SemiBold"/>
                <a:ea typeface="IBM Plex Mono SemiBold"/>
                <a:cs typeface="IBM Plex Mono SemiBold"/>
              </a:endParaRPr>
            </a:p>
          </p:txBody>
        </p:sp>
        <p:sp>
          <p:nvSpPr>
            <p:cNvPr id="115" name="node02.source-003.title"/>
            <p:cNvSpPr/>
            <p:nvPr/>
          </p:nvSpPr>
          <p:spPr>
            <a:xfrm>
              <a:off x="1257300" y="3276600"/>
              <a:ext cx="2895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Close calendar</a:t>
              </a:r>
              <a:endParaRPr lang="en-US" sz="1200" spc="0" kern="0" b="0" i="0" dirty="0">
                <a:solidFill>
                  <a:srgbClr val="070154"/>
                </a:solidFill>
                <a:latin typeface="IBM Plex Sans SemiBold"/>
                <a:ea typeface="IBM Plex Sans SemiBold"/>
                <a:cs typeface="IBM Plex Sans SemiBold"/>
              </a:endParaRPr>
            </a:p>
          </p:txBody>
        </p:sp>
        <p:sp>
          <p:nvSpPr>
            <p:cNvPr id="116" name="node02.source-003.text"/>
            <p:cNvSpPr/>
            <p:nvPr/>
          </p:nvSpPr>
          <p:spPr>
            <a:xfrm>
              <a:off x="1257300" y="3505200"/>
              <a:ext cx="2895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One shared timetable.</a:t>
              </a:r>
              <a:endParaRPr lang="en-US" sz="1200" spc="0" kern="0" b="0" i="0" dirty="0">
                <a:solidFill>
                  <a:srgbClr val="50658E"/>
                </a:solidFill>
                <a:latin typeface="IBM Plex Sans"/>
                <a:ea typeface="IBM Plex Sans"/>
                <a:cs typeface="IBM Plex Sans"/>
              </a:endParaRPr>
            </a:p>
          </p:txBody>
        </p:sp>
        <p:sp>
          <p:nvSpPr>
            <p:cNvPr id="117" name="node02.source-004.number"/>
            <p:cNvSpPr/>
            <p:nvPr/>
          </p:nvSpPr>
          <p:spPr>
            <a:xfrm>
              <a:off x="723900" y="3886200"/>
              <a:ext cx="381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047FF"/>
                  </a:solidFill>
                  <a:latin typeface="IBM Plex Mono SemiBold"/>
                  <a:ea typeface="IBM Plex Mono SemiBold"/>
                  <a:cs typeface="IBM Plex Mono SemiBold"/>
                </a:rPr>
                <a:t>04</a:t>
              </a:r>
              <a:endParaRPr lang="en-US" sz="1200" spc="0" kern="0" b="0" i="0" dirty="0">
                <a:solidFill>
                  <a:srgbClr val="0047FF"/>
                </a:solidFill>
                <a:latin typeface="IBM Plex Mono SemiBold"/>
                <a:ea typeface="IBM Plex Mono SemiBold"/>
                <a:cs typeface="IBM Plex Mono SemiBold"/>
              </a:endParaRPr>
            </a:p>
          </p:txBody>
        </p:sp>
        <p:sp>
          <p:nvSpPr>
            <p:cNvPr id="118" name="node02.source-004.title"/>
            <p:cNvSpPr/>
            <p:nvPr/>
          </p:nvSpPr>
          <p:spPr>
            <a:xfrm>
              <a:off x="1257300" y="3886200"/>
              <a:ext cx="2895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Consolidation</a:t>
              </a:r>
              <a:endParaRPr lang="en-US" sz="1200" spc="0" kern="0" b="0" i="0" dirty="0">
                <a:solidFill>
                  <a:srgbClr val="070154"/>
                </a:solidFill>
                <a:latin typeface="IBM Plex Sans SemiBold"/>
                <a:ea typeface="IBM Plex Sans SemiBold"/>
                <a:cs typeface="IBM Plex Sans SemiBold"/>
              </a:endParaRPr>
            </a:p>
          </p:txBody>
        </p:sp>
        <p:sp>
          <p:nvSpPr>
            <p:cNvPr id="119" name="node02.source-004.text"/>
            <p:cNvSpPr/>
            <p:nvPr/>
          </p:nvSpPr>
          <p:spPr>
            <a:xfrm>
              <a:off x="1257300" y="4114800"/>
              <a:ext cx="2895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Highest value, most effort.</a:t>
              </a:r>
              <a:endParaRPr lang="en-US" sz="1200" spc="0" kern="0" b="0" i="0" dirty="0">
                <a:solidFill>
                  <a:srgbClr val="50658E"/>
                </a:solidFill>
                <a:latin typeface="IBM Plex Sans"/>
                <a:ea typeface="IBM Plex Sans"/>
                <a:cs typeface="IBM Plex Sans"/>
              </a:endParaRPr>
            </a:p>
          </p:txBody>
        </p:sp>
        <p:sp>
          <p:nvSpPr>
            <p:cNvPr id="120" name="node02.source-005.number"/>
            <p:cNvSpPr/>
            <p:nvPr/>
          </p:nvSpPr>
          <p:spPr>
            <a:xfrm>
              <a:off x="723900" y="4495800"/>
              <a:ext cx="381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047FF"/>
                  </a:solidFill>
                  <a:latin typeface="IBM Plex Mono SemiBold"/>
                  <a:ea typeface="IBM Plex Mono SemiBold"/>
                  <a:cs typeface="IBM Plex Mono SemiBold"/>
                </a:rPr>
                <a:t>05</a:t>
              </a:r>
              <a:endParaRPr lang="en-US" sz="1200" spc="0" kern="0" b="0" i="0" dirty="0">
                <a:solidFill>
                  <a:srgbClr val="0047FF"/>
                </a:solidFill>
                <a:latin typeface="IBM Plex Mono SemiBold"/>
                <a:ea typeface="IBM Plex Mono SemiBold"/>
                <a:cs typeface="IBM Plex Mono SemiBold"/>
              </a:endParaRPr>
            </a:p>
          </p:txBody>
        </p:sp>
        <p:sp>
          <p:nvSpPr>
            <p:cNvPr id="121" name="node02.source-005.title"/>
            <p:cNvSpPr/>
            <p:nvPr/>
          </p:nvSpPr>
          <p:spPr>
            <a:xfrm>
              <a:off x="1257300" y="4495800"/>
              <a:ext cx="2895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Account rationalization</a:t>
              </a:r>
              <a:endParaRPr lang="en-US" sz="1200" spc="0" kern="0" b="0" i="0" dirty="0">
                <a:solidFill>
                  <a:srgbClr val="070154"/>
                </a:solidFill>
                <a:latin typeface="IBM Plex Sans SemiBold"/>
                <a:ea typeface="IBM Plex Sans SemiBold"/>
                <a:cs typeface="IBM Plex Sans SemiBold"/>
              </a:endParaRPr>
            </a:p>
          </p:txBody>
        </p:sp>
        <p:sp>
          <p:nvSpPr>
            <p:cNvPr id="122" name="node02.source-005.text"/>
            <p:cNvSpPr/>
            <p:nvPr/>
          </p:nvSpPr>
          <p:spPr>
            <a:xfrm>
              <a:off x="1257300" y="4724400"/>
              <a:ext cx="2895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Fewer accounts to maintain.</a:t>
              </a:r>
              <a:endParaRPr lang="en-US" sz="1200" spc="0" kern="0" b="0" i="0" dirty="0">
                <a:solidFill>
                  <a:srgbClr val="50658E"/>
                </a:solidFill>
                <a:latin typeface="IBM Plex Sans"/>
                <a:ea typeface="IBM Plex Sans"/>
                <a:cs typeface="IBM Plex Sans"/>
              </a:endParaRPr>
            </a:p>
          </p:txBody>
        </p:sp>
        <p:sp>
          <p:nvSpPr>
            <p:cNvPr id="123" name="node02.source-006.number"/>
            <p:cNvSpPr/>
            <p:nvPr/>
          </p:nvSpPr>
          <p:spPr>
            <a:xfrm>
              <a:off x="723900" y="5105400"/>
              <a:ext cx="381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047FF"/>
                  </a:solidFill>
                  <a:latin typeface="IBM Plex Mono SemiBold"/>
                  <a:ea typeface="IBM Plex Mono SemiBold"/>
                  <a:cs typeface="IBM Plex Mono SemiBold"/>
                </a:rPr>
                <a:t>06</a:t>
              </a:r>
              <a:endParaRPr lang="en-US" sz="1200" spc="0" kern="0" b="0" i="0" dirty="0">
                <a:solidFill>
                  <a:srgbClr val="0047FF"/>
                </a:solidFill>
                <a:latin typeface="IBM Plex Mono SemiBold"/>
                <a:ea typeface="IBM Plex Mono SemiBold"/>
                <a:cs typeface="IBM Plex Mono SemiBold"/>
              </a:endParaRPr>
            </a:p>
          </p:txBody>
        </p:sp>
        <p:sp>
          <p:nvSpPr>
            <p:cNvPr id="124" name="node02.source-006.title"/>
            <p:cNvSpPr/>
            <p:nvPr/>
          </p:nvSpPr>
          <p:spPr>
            <a:xfrm>
              <a:off x="1257300" y="5105400"/>
              <a:ext cx="2895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Custom ERP reports</a:t>
              </a:r>
              <a:endParaRPr lang="en-US" sz="1200" spc="0" kern="0" b="0" i="0" dirty="0">
                <a:solidFill>
                  <a:srgbClr val="070154"/>
                </a:solidFill>
                <a:latin typeface="IBM Plex Sans SemiBold"/>
                <a:ea typeface="IBM Plex Sans SemiBold"/>
                <a:cs typeface="IBM Plex Sans SemiBold"/>
              </a:endParaRPr>
            </a:p>
          </p:txBody>
        </p:sp>
        <p:sp>
          <p:nvSpPr>
            <p:cNvPr id="125" name="node02.source-006.text"/>
            <p:cNvSpPr/>
            <p:nvPr/>
          </p:nvSpPr>
          <p:spPr>
            <a:xfrm>
              <a:off x="1257300" y="5334000"/>
              <a:ext cx="2895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Cost outruns the return.</a:t>
              </a:r>
              <a:endParaRPr lang="en-US" sz="1200" spc="0" kern="0" b="0" i="0" dirty="0">
                <a:solidFill>
                  <a:srgbClr val="50658E"/>
                </a:solidFill>
                <a:latin typeface="IBM Plex Sans"/>
                <a:ea typeface="IBM Plex Sans"/>
                <a:cs typeface="IBM Plex Sans"/>
              </a:endParaRPr>
            </a:p>
          </p:txBody>
        </p:sp>
      </p:gr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name="source-414">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RESISTANCE MANAGEMENT</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Four sources of resistance, each with a planned response</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Northfield Health System readiness interviews, Sep 2026.</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135</a:t>
            </a:fld>
            <a:endParaRPr lang="en-US" sz="700" spc="0" kern="0" b="0" i="0" dirty="0">
              <a:solidFill>
                <a:srgbClr val="070154"/>
              </a:solidFill>
              <a:latin typeface="IBM Plex Mono SemiBold"/>
              <a:ea typeface="IBM Plex Mono SemiBold"/>
              <a:cs typeface="IBM Plex Mono SemiBold"/>
            </a:endParaRPr>
          </a:p>
        </p:txBody>
      </p:sp>
      <p:grpSp>
        <p:nvGrpSpPr>
          <p:cNvPr id="49" name="node01"/>
          <p:cNvGrpSpPr/>
          <p:nvPr/>
        </p:nvGrpSpPr>
        <p:grpSpPr>
          <a:xfrm>
            <a:off x="723900" y="1600200"/>
            <a:ext cx="10744200" cy="3200400"/>
            <a:chOff x="723900" y="1600200"/>
            <a:chExt cx="10744200" cy="3200400"/>
          </a:xfrm>
        </p:grpSpPr>
        <p:grpSp>
          <p:nvGrpSpPr>
            <p:cNvPr id="45" name="node01.item-001"/>
            <p:cNvGrpSpPr/>
            <p:nvPr/>
          </p:nvGrpSpPr>
          <p:grpSpPr>
            <a:xfrm>
              <a:off x="723900" y="1600200"/>
              <a:ext cx="2514600" cy="3200400"/>
              <a:chOff x="723900" y="1600200"/>
              <a:chExt cx="2514600" cy="3200400"/>
            </a:xfrm>
          </p:grpSpPr>
          <p:sp>
            <p:nvSpPr>
              <p:cNvPr id="7" name="node01.item-001.container"/>
              <p:cNvSpPr/>
              <p:nvPr/>
            </p:nvSpPr>
            <p:spPr>
              <a:xfrm>
                <a:off x="723900" y="1600200"/>
                <a:ext cx="2514600" cy="3200400"/>
              </a:xfrm>
              <a:prstGeom prst="rect">
                <a:avLst/>
              </a:prstGeom>
              <a:solidFill>
                <a:srgbClr val="E8EEF8"/>
              </a:solidFill>
              <a:ln>
                <a:noFill/>
              </a:ln>
            </p:spPr>
          </p:sp>
          <p:sp>
            <p:nvSpPr>
              <p:cNvPr id="8" name="node01.item-001.number"/>
              <p:cNvSpPr/>
              <p:nvPr/>
            </p:nvSpPr>
            <p:spPr>
              <a:xfrm>
                <a:off x="876300" y="17526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01</a:t>
                </a:r>
                <a:endParaRPr lang="en-US" sz="1800" spc="0" kern="0" b="0" i="0" dirty="0">
                  <a:solidFill>
                    <a:srgbClr val="0047FF"/>
                  </a:solidFill>
                  <a:latin typeface="IBM Plex Mono SemiBold"/>
                  <a:ea typeface="IBM Plex Mono SemiBold"/>
                  <a:cs typeface="IBM Plex Mono SemiBold"/>
                </a:endParaRPr>
              </a:p>
            </p:txBody>
          </p:sp>
          <p:sp>
            <p:nvSpPr>
              <p:cNvPr id="9" name="node01.item-001.title"/>
              <p:cNvSpPr/>
              <p:nvPr/>
            </p:nvSpPr>
            <p:spPr>
              <a:xfrm>
                <a:off x="1276350" y="1752600"/>
                <a:ext cx="180975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047FF"/>
                    </a:solidFill>
                    <a:latin typeface="IBM Plex Sans SemiBold"/>
                    <a:ea typeface="IBM Plex Sans SemiBold"/>
                    <a:cs typeface="IBM Plex Sans SemiBold"/>
                  </a:rPr>
                  <a:t>Fear of job loss</a:t>
                </a:r>
                <a:endParaRPr lang="en-US" sz="1800" spc="-18" kern="0" b="0" i="0" dirty="0">
                  <a:solidFill>
                    <a:srgbClr val="0047FF"/>
                  </a:solidFill>
                  <a:latin typeface="IBM Plex Sans SemiBold"/>
                  <a:ea typeface="IBM Plex Sans SemiBold"/>
                  <a:cs typeface="IBM Plex Sans SemiBold"/>
                </a:endParaRPr>
              </a:p>
            </p:txBody>
          </p:sp>
          <p:sp>
            <p:nvSpPr>
              <p:cNvPr id="10" name="node01.item-001.body.item-001.label"/>
              <p:cNvSpPr/>
              <p:nvPr/>
            </p:nvSpPr>
            <p:spPr>
              <a:xfrm>
                <a:off x="876300" y="2171700"/>
                <a:ext cx="2209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WHAT WE HEAR</a:t>
                </a:r>
                <a:endParaRPr lang="en-US" sz="900" spc="54" kern="0" b="0" i="0" dirty="0">
                  <a:solidFill>
                    <a:srgbClr val="0047FF"/>
                  </a:solidFill>
                  <a:latin typeface="IBM Plex Mono Medium"/>
                  <a:ea typeface="IBM Plex Mono Medium"/>
                  <a:cs typeface="IBM Plex Mono Medium"/>
                </a:endParaRPr>
              </a:p>
            </p:txBody>
          </p:sp>
          <p:sp>
            <p:nvSpPr>
              <p:cNvPr id="11" name="node01.item-001.body.item-002.paragraph"/>
              <p:cNvSpPr/>
              <p:nvPr/>
            </p:nvSpPr>
            <p:spPr>
              <a:xfrm>
                <a:off x="876300" y="2362200"/>
                <a:ext cx="22098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Rumors that automated scheduling cuts roles</a:t>
                </a:r>
                <a:endParaRPr lang="en-US" sz="1200" spc="0" kern="0" b="0" i="0" dirty="0">
                  <a:solidFill>
                    <a:srgbClr val="50658E"/>
                  </a:solidFill>
                  <a:latin typeface="IBM Plex Sans"/>
                  <a:ea typeface="IBM Plex Sans"/>
                  <a:cs typeface="IBM Plex Sans"/>
                </a:endParaRPr>
              </a:p>
            </p:txBody>
          </p:sp>
          <p:sp>
            <p:nvSpPr>
              <p:cNvPr id="12" name="node01.item-001.body.item-003.label"/>
              <p:cNvSpPr/>
              <p:nvPr/>
            </p:nvSpPr>
            <p:spPr>
              <a:xfrm>
                <a:off x="876300" y="2857500"/>
                <a:ext cx="2209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RESPONSE</a:t>
                </a:r>
                <a:endParaRPr lang="en-US" sz="900" spc="54" kern="0" b="0" i="0" dirty="0">
                  <a:solidFill>
                    <a:srgbClr val="0047FF"/>
                  </a:solidFill>
                  <a:latin typeface="IBM Plex Mono Medium"/>
                  <a:ea typeface="IBM Plex Mono Medium"/>
                  <a:cs typeface="IBM Plex Mono Medium"/>
                </a:endParaRPr>
              </a:p>
            </p:txBody>
          </p:sp>
          <p:sp>
            <p:nvSpPr>
              <p:cNvPr id="13" name="node01.item-001.body.item-004.paragraph"/>
              <p:cNvSpPr/>
              <p:nvPr/>
            </p:nvSpPr>
            <p:spPr>
              <a:xfrm>
                <a:off x="876300" y="3048000"/>
                <a:ext cx="22098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Publish role cards and a no-layoff statement</a:t>
                </a:r>
                <a:endParaRPr lang="en-US" sz="1200" spc="0" kern="0" b="0" i="0" dirty="0">
                  <a:solidFill>
                    <a:srgbClr val="50658E"/>
                  </a:solidFill>
                  <a:latin typeface="IBM Plex Sans"/>
                  <a:ea typeface="IBM Plex Sans"/>
                  <a:cs typeface="IBM Plex Sans"/>
                </a:endParaRPr>
              </a:p>
            </p:txBody>
          </p:sp>
          <p:sp>
            <p:nvSpPr>
              <p:cNvPr id="14" name="node01.item-001.body.item-005.label"/>
              <p:cNvSpPr/>
              <p:nvPr/>
            </p:nvSpPr>
            <p:spPr>
              <a:xfrm>
                <a:off x="876300" y="3543300"/>
                <a:ext cx="2209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OWNER</a:t>
                </a:r>
                <a:endParaRPr lang="en-US" sz="900" spc="54" kern="0" b="0" i="0" dirty="0">
                  <a:solidFill>
                    <a:srgbClr val="0047FF"/>
                  </a:solidFill>
                  <a:latin typeface="IBM Plex Mono Medium"/>
                  <a:ea typeface="IBM Plex Mono Medium"/>
                  <a:cs typeface="IBM Plex Mono Medium"/>
                </a:endParaRPr>
              </a:p>
            </p:txBody>
          </p:sp>
          <p:sp>
            <p:nvSpPr>
              <p:cNvPr id="15" name="node01.item-001.body.item-006.paragraph"/>
              <p:cNvSpPr/>
              <p:nvPr/>
            </p:nvSpPr>
            <p:spPr>
              <a:xfrm>
                <a:off x="876300" y="3733800"/>
                <a:ext cx="2209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HR director</a:t>
                </a:r>
                <a:endParaRPr lang="en-US" sz="1200" spc="0" kern="0" b="0" i="0" dirty="0">
                  <a:solidFill>
                    <a:srgbClr val="50658E"/>
                  </a:solidFill>
                  <a:latin typeface="IBM Plex Sans"/>
                  <a:ea typeface="IBM Plex Sans"/>
                  <a:cs typeface="IBM Plex Sans"/>
                </a:endParaRPr>
              </a:p>
            </p:txBody>
          </p:sp>
        </p:grpSp>
        <p:grpSp>
          <p:nvGrpSpPr>
            <p:cNvPr id="46" name="node01.item-002"/>
            <p:cNvGrpSpPr/>
            <p:nvPr/>
          </p:nvGrpSpPr>
          <p:grpSpPr>
            <a:xfrm>
              <a:off x="3467100" y="1600200"/>
              <a:ext cx="2514600" cy="3200400"/>
              <a:chOff x="3467100" y="1600200"/>
              <a:chExt cx="2514600" cy="3200400"/>
            </a:xfrm>
          </p:grpSpPr>
          <p:sp>
            <p:nvSpPr>
              <p:cNvPr id="16" name="node01.item-002.container"/>
              <p:cNvSpPr/>
              <p:nvPr/>
            </p:nvSpPr>
            <p:spPr>
              <a:xfrm>
                <a:off x="3467100" y="1600200"/>
                <a:ext cx="2514600" cy="3200400"/>
              </a:xfrm>
              <a:prstGeom prst="rect">
                <a:avLst/>
              </a:prstGeom>
              <a:solidFill>
                <a:srgbClr val="E8EEF8"/>
              </a:solidFill>
              <a:ln>
                <a:noFill/>
              </a:ln>
            </p:spPr>
          </p:sp>
          <p:sp>
            <p:nvSpPr>
              <p:cNvPr id="17" name="node01.item-002.number"/>
              <p:cNvSpPr/>
              <p:nvPr/>
            </p:nvSpPr>
            <p:spPr>
              <a:xfrm>
                <a:off x="3619500" y="17526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02</a:t>
                </a:r>
                <a:endParaRPr lang="en-US" sz="1800" spc="0" kern="0" b="0" i="0" dirty="0">
                  <a:solidFill>
                    <a:srgbClr val="0047FF"/>
                  </a:solidFill>
                  <a:latin typeface="IBM Plex Mono SemiBold"/>
                  <a:ea typeface="IBM Plex Mono SemiBold"/>
                  <a:cs typeface="IBM Plex Mono SemiBold"/>
                </a:endParaRPr>
              </a:p>
            </p:txBody>
          </p:sp>
          <p:sp>
            <p:nvSpPr>
              <p:cNvPr id="18" name="node01.item-002.title"/>
              <p:cNvSpPr/>
              <p:nvPr/>
            </p:nvSpPr>
            <p:spPr>
              <a:xfrm>
                <a:off x="4019550" y="1752600"/>
                <a:ext cx="180975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047FF"/>
                    </a:solidFill>
                    <a:latin typeface="IBM Plex Sans SemiBold"/>
                    <a:ea typeface="IBM Plex Sans SemiBold"/>
                    <a:cs typeface="IBM Plex Sans SemiBold"/>
                  </a:rPr>
                  <a:t>Workload</a:t>
                </a:r>
                <a:endParaRPr lang="en-US" sz="1800" spc="-18" kern="0" b="0" i="0" dirty="0">
                  <a:solidFill>
                    <a:srgbClr val="0047FF"/>
                  </a:solidFill>
                  <a:latin typeface="IBM Plex Sans SemiBold"/>
                  <a:ea typeface="IBM Plex Sans SemiBold"/>
                  <a:cs typeface="IBM Plex Sans SemiBold"/>
                </a:endParaRPr>
              </a:p>
            </p:txBody>
          </p:sp>
          <p:sp>
            <p:nvSpPr>
              <p:cNvPr id="19" name="node01.item-002.body.item-001.label"/>
              <p:cNvSpPr/>
              <p:nvPr/>
            </p:nvSpPr>
            <p:spPr>
              <a:xfrm>
                <a:off x="3619500" y="2171700"/>
                <a:ext cx="2209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WHAT WE HEAR</a:t>
                </a:r>
                <a:endParaRPr lang="en-US" sz="900" spc="54" kern="0" b="0" i="0" dirty="0">
                  <a:solidFill>
                    <a:srgbClr val="0047FF"/>
                  </a:solidFill>
                  <a:latin typeface="IBM Plex Mono Medium"/>
                  <a:ea typeface="IBM Plex Mono Medium"/>
                  <a:cs typeface="IBM Plex Mono Medium"/>
                </a:endParaRPr>
              </a:p>
            </p:txBody>
          </p:sp>
          <p:sp>
            <p:nvSpPr>
              <p:cNvPr id="20" name="node01.item-002.body.item-002.paragraph"/>
              <p:cNvSpPr/>
              <p:nvPr/>
            </p:nvSpPr>
            <p:spPr>
              <a:xfrm>
                <a:off x="3619500" y="2362200"/>
                <a:ext cx="22098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No time to train during busy clinic days</a:t>
                </a:r>
                <a:endParaRPr lang="en-US" sz="1200" spc="0" kern="0" b="0" i="0" dirty="0">
                  <a:solidFill>
                    <a:srgbClr val="50658E"/>
                  </a:solidFill>
                  <a:latin typeface="IBM Plex Sans"/>
                  <a:ea typeface="IBM Plex Sans"/>
                  <a:cs typeface="IBM Plex Sans"/>
                </a:endParaRPr>
              </a:p>
            </p:txBody>
          </p:sp>
          <p:sp>
            <p:nvSpPr>
              <p:cNvPr id="21" name="node01.item-002.body.item-003.label"/>
              <p:cNvSpPr/>
              <p:nvPr/>
            </p:nvSpPr>
            <p:spPr>
              <a:xfrm>
                <a:off x="3619500" y="2857500"/>
                <a:ext cx="2209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RESPONSE</a:t>
                </a:r>
                <a:endParaRPr lang="en-US" sz="900" spc="54" kern="0" b="0" i="0" dirty="0">
                  <a:solidFill>
                    <a:srgbClr val="0047FF"/>
                  </a:solidFill>
                  <a:latin typeface="IBM Plex Mono Medium"/>
                  <a:ea typeface="IBM Plex Mono Medium"/>
                  <a:cs typeface="IBM Plex Mono Medium"/>
                </a:endParaRPr>
              </a:p>
            </p:txBody>
          </p:sp>
          <p:sp>
            <p:nvSpPr>
              <p:cNvPr id="22" name="node01.item-002.body.item-004.paragraph"/>
              <p:cNvSpPr/>
              <p:nvPr/>
            </p:nvSpPr>
            <p:spPr>
              <a:xfrm>
                <a:off x="3619500" y="3048000"/>
                <a:ext cx="22098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Protect two hours per person; backfill coverage</a:t>
                </a:r>
                <a:endParaRPr lang="en-US" sz="1200" spc="0" kern="0" b="0" i="0" dirty="0">
                  <a:solidFill>
                    <a:srgbClr val="50658E"/>
                  </a:solidFill>
                  <a:latin typeface="IBM Plex Sans"/>
                  <a:ea typeface="IBM Plex Sans"/>
                  <a:cs typeface="IBM Plex Sans"/>
                </a:endParaRPr>
              </a:p>
            </p:txBody>
          </p:sp>
          <p:sp>
            <p:nvSpPr>
              <p:cNvPr id="23" name="node01.item-002.body.item-005.label"/>
              <p:cNvSpPr/>
              <p:nvPr/>
            </p:nvSpPr>
            <p:spPr>
              <a:xfrm>
                <a:off x="3619500" y="3543300"/>
                <a:ext cx="2209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OWNER</a:t>
                </a:r>
                <a:endParaRPr lang="en-US" sz="900" spc="54" kern="0" b="0" i="0" dirty="0">
                  <a:solidFill>
                    <a:srgbClr val="0047FF"/>
                  </a:solidFill>
                  <a:latin typeface="IBM Plex Mono Medium"/>
                  <a:ea typeface="IBM Plex Mono Medium"/>
                  <a:cs typeface="IBM Plex Mono Medium"/>
                </a:endParaRPr>
              </a:p>
            </p:txBody>
          </p:sp>
          <p:sp>
            <p:nvSpPr>
              <p:cNvPr id="24" name="node01.item-002.body.item-006.paragraph"/>
              <p:cNvSpPr/>
              <p:nvPr/>
            </p:nvSpPr>
            <p:spPr>
              <a:xfrm>
                <a:off x="3619500" y="3733800"/>
                <a:ext cx="2209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Practice managers</a:t>
                </a:r>
                <a:endParaRPr lang="en-US" sz="1200" spc="0" kern="0" b="0" i="0" dirty="0">
                  <a:solidFill>
                    <a:srgbClr val="50658E"/>
                  </a:solidFill>
                  <a:latin typeface="IBM Plex Sans"/>
                  <a:ea typeface="IBM Plex Sans"/>
                  <a:cs typeface="IBM Plex Sans"/>
                </a:endParaRPr>
              </a:p>
            </p:txBody>
          </p:sp>
        </p:grpSp>
        <p:grpSp>
          <p:nvGrpSpPr>
            <p:cNvPr id="47" name="node01.item-003"/>
            <p:cNvGrpSpPr/>
            <p:nvPr/>
          </p:nvGrpSpPr>
          <p:grpSpPr>
            <a:xfrm>
              <a:off x="6210300" y="1600200"/>
              <a:ext cx="2514600" cy="3200400"/>
              <a:chOff x="6210300" y="1600200"/>
              <a:chExt cx="2514600" cy="3200400"/>
            </a:xfrm>
          </p:grpSpPr>
          <p:sp>
            <p:nvSpPr>
              <p:cNvPr id="25" name="node01.item-003.container"/>
              <p:cNvSpPr/>
              <p:nvPr/>
            </p:nvSpPr>
            <p:spPr>
              <a:xfrm>
                <a:off x="6210300" y="1600200"/>
                <a:ext cx="2514600" cy="3200400"/>
              </a:xfrm>
              <a:prstGeom prst="rect">
                <a:avLst/>
              </a:prstGeom>
              <a:solidFill>
                <a:srgbClr val="E8EEF8"/>
              </a:solidFill>
              <a:ln>
                <a:noFill/>
              </a:ln>
            </p:spPr>
          </p:sp>
          <p:sp>
            <p:nvSpPr>
              <p:cNvPr id="26" name="node01.item-003.number"/>
              <p:cNvSpPr/>
              <p:nvPr/>
            </p:nvSpPr>
            <p:spPr>
              <a:xfrm>
                <a:off x="6362700" y="17526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03</a:t>
                </a:r>
                <a:endParaRPr lang="en-US" sz="1800" spc="0" kern="0" b="0" i="0" dirty="0">
                  <a:solidFill>
                    <a:srgbClr val="0047FF"/>
                  </a:solidFill>
                  <a:latin typeface="IBM Plex Mono SemiBold"/>
                  <a:ea typeface="IBM Plex Mono SemiBold"/>
                  <a:cs typeface="IBM Plex Mono SemiBold"/>
                </a:endParaRPr>
              </a:p>
            </p:txBody>
          </p:sp>
          <p:sp>
            <p:nvSpPr>
              <p:cNvPr id="27" name="node01.item-003.title"/>
              <p:cNvSpPr/>
              <p:nvPr/>
            </p:nvSpPr>
            <p:spPr>
              <a:xfrm>
                <a:off x="6762750" y="1752600"/>
                <a:ext cx="180975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047FF"/>
                    </a:solidFill>
                    <a:latin typeface="IBM Plex Sans SemiBold"/>
                    <a:ea typeface="IBM Plex Sans SemiBold"/>
                    <a:cs typeface="IBM Plex Sans SemiBold"/>
                  </a:rPr>
                  <a:t>Tool distrust</a:t>
                </a:r>
                <a:endParaRPr lang="en-US" sz="1800" spc="-18" kern="0" b="0" i="0" dirty="0">
                  <a:solidFill>
                    <a:srgbClr val="0047FF"/>
                  </a:solidFill>
                  <a:latin typeface="IBM Plex Sans SemiBold"/>
                  <a:ea typeface="IBM Plex Sans SemiBold"/>
                  <a:cs typeface="IBM Plex Sans SemiBold"/>
                </a:endParaRPr>
              </a:p>
            </p:txBody>
          </p:sp>
          <p:sp>
            <p:nvSpPr>
              <p:cNvPr id="28" name="node01.item-003.body.item-001.label"/>
              <p:cNvSpPr/>
              <p:nvPr/>
            </p:nvSpPr>
            <p:spPr>
              <a:xfrm>
                <a:off x="6362700" y="2171700"/>
                <a:ext cx="2209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WHAT WE HEAR</a:t>
                </a:r>
                <a:endParaRPr lang="en-US" sz="900" spc="54" kern="0" b="0" i="0" dirty="0">
                  <a:solidFill>
                    <a:srgbClr val="0047FF"/>
                  </a:solidFill>
                  <a:latin typeface="IBM Plex Mono Medium"/>
                  <a:ea typeface="IBM Plex Mono Medium"/>
                  <a:cs typeface="IBM Plex Mono Medium"/>
                </a:endParaRPr>
              </a:p>
            </p:txBody>
          </p:sp>
          <p:sp>
            <p:nvSpPr>
              <p:cNvPr id="29" name="node01.item-003.body.item-002.paragraph"/>
              <p:cNvSpPr/>
              <p:nvPr/>
            </p:nvSpPr>
            <p:spPr>
              <a:xfrm>
                <a:off x="6362700" y="2362200"/>
                <a:ext cx="22098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Past rollouts failed and were rolled back</a:t>
                </a:r>
                <a:endParaRPr lang="en-US" sz="1200" spc="0" kern="0" b="0" i="0" dirty="0">
                  <a:solidFill>
                    <a:srgbClr val="50658E"/>
                  </a:solidFill>
                  <a:latin typeface="IBM Plex Sans"/>
                  <a:ea typeface="IBM Plex Sans"/>
                  <a:cs typeface="IBM Plex Sans"/>
                </a:endParaRPr>
              </a:p>
            </p:txBody>
          </p:sp>
          <p:sp>
            <p:nvSpPr>
              <p:cNvPr id="30" name="node01.item-003.body.item-003.label"/>
              <p:cNvSpPr/>
              <p:nvPr/>
            </p:nvSpPr>
            <p:spPr>
              <a:xfrm>
                <a:off x="6362700" y="2857500"/>
                <a:ext cx="2209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RESPONSE</a:t>
                </a:r>
                <a:endParaRPr lang="en-US" sz="900" spc="54" kern="0" b="0" i="0" dirty="0">
                  <a:solidFill>
                    <a:srgbClr val="0047FF"/>
                  </a:solidFill>
                  <a:latin typeface="IBM Plex Mono Medium"/>
                  <a:ea typeface="IBM Plex Mono Medium"/>
                  <a:cs typeface="IBM Plex Mono Medium"/>
                </a:endParaRPr>
              </a:p>
            </p:txBody>
          </p:sp>
          <p:sp>
            <p:nvSpPr>
              <p:cNvPr id="31" name="node01.item-003.body.item-004.paragraph"/>
              <p:cNvSpPr/>
              <p:nvPr/>
            </p:nvSpPr>
            <p:spPr>
              <a:xfrm>
                <a:off x="6362700" y="3048000"/>
                <a:ext cx="22098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Sandbox, peer demos and a visible fix list</a:t>
                </a:r>
                <a:endParaRPr lang="en-US" sz="1200" spc="0" kern="0" b="0" i="0" dirty="0">
                  <a:solidFill>
                    <a:srgbClr val="50658E"/>
                  </a:solidFill>
                  <a:latin typeface="IBM Plex Sans"/>
                  <a:ea typeface="IBM Plex Sans"/>
                  <a:cs typeface="IBM Plex Sans"/>
                </a:endParaRPr>
              </a:p>
            </p:txBody>
          </p:sp>
          <p:sp>
            <p:nvSpPr>
              <p:cNvPr id="32" name="node01.item-003.body.item-005.label"/>
              <p:cNvSpPr/>
              <p:nvPr/>
            </p:nvSpPr>
            <p:spPr>
              <a:xfrm>
                <a:off x="6362700" y="3543300"/>
                <a:ext cx="2209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OWNER</a:t>
                </a:r>
                <a:endParaRPr lang="en-US" sz="900" spc="54" kern="0" b="0" i="0" dirty="0">
                  <a:solidFill>
                    <a:srgbClr val="0047FF"/>
                  </a:solidFill>
                  <a:latin typeface="IBM Plex Mono Medium"/>
                  <a:ea typeface="IBM Plex Mono Medium"/>
                  <a:cs typeface="IBM Plex Mono Medium"/>
                </a:endParaRPr>
              </a:p>
            </p:txBody>
          </p:sp>
          <p:sp>
            <p:nvSpPr>
              <p:cNvPr id="33" name="node01.item-003.body.item-006.paragraph"/>
              <p:cNvSpPr/>
              <p:nvPr/>
            </p:nvSpPr>
            <p:spPr>
              <a:xfrm>
                <a:off x="6362700" y="3733800"/>
                <a:ext cx="2209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Change lead</a:t>
                </a:r>
                <a:endParaRPr lang="en-US" sz="1200" spc="0" kern="0" b="0" i="0" dirty="0">
                  <a:solidFill>
                    <a:srgbClr val="50658E"/>
                  </a:solidFill>
                  <a:latin typeface="IBM Plex Sans"/>
                  <a:ea typeface="IBM Plex Sans"/>
                  <a:cs typeface="IBM Plex Sans"/>
                </a:endParaRPr>
              </a:p>
            </p:txBody>
          </p:sp>
        </p:grpSp>
        <p:grpSp>
          <p:nvGrpSpPr>
            <p:cNvPr id="48" name="node01.item-004"/>
            <p:cNvGrpSpPr/>
            <p:nvPr/>
          </p:nvGrpSpPr>
          <p:grpSpPr>
            <a:xfrm>
              <a:off x="8953500" y="1600200"/>
              <a:ext cx="2514600" cy="3200400"/>
              <a:chOff x="8953500" y="1600200"/>
              <a:chExt cx="2514600" cy="3200400"/>
            </a:xfrm>
          </p:grpSpPr>
          <p:sp>
            <p:nvSpPr>
              <p:cNvPr id="34" name="node01.item-004.container"/>
              <p:cNvSpPr/>
              <p:nvPr/>
            </p:nvSpPr>
            <p:spPr>
              <a:xfrm>
                <a:off x="8953500" y="1600200"/>
                <a:ext cx="2514600" cy="3200400"/>
              </a:xfrm>
              <a:prstGeom prst="rect">
                <a:avLst/>
              </a:prstGeom>
              <a:solidFill>
                <a:srgbClr val="E8EEF8"/>
              </a:solidFill>
              <a:ln>
                <a:noFill/>
              </a:ln>
            </p:spPr>
          </p:sp>
          <p:sp>
            <p:nvSpPr>
              <p:cNvPr id="35" name="node01.item-004.number"/>
              <p:cNvSpPr/>
              <p:nvPr/>
            </p:nvSpPr>
            <p:spPr>
              <a:xfrm>
                <a:off x="9105900" y="17526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04</a:t>
                </a:r>
                <a:endParaRPr lang="en-US" sz="1800" spc="0" kern="0" b="0" i="0" dirty="0">
                  <a:solidFill>
                    <a:srgbClr val="0047FF"/>
                  </a:solidFill>
                  <a:latin typeface="IBM Plex Mono SemiBold"/>
                  <a:ea typeface="IBM Plex Mono SemiBold"/>
                  <a:cs typeface="IBM Plex Mono SemiBold"/>
                </a:endParaRPr>
              </a:p>
            </p:txBody>
          </p:sp>
          <p:sp>
            <p:nvSpPr>
              <p:cNvPr id="36" name="node01.item-004.title"/>
              <p:cNvSpPr/>
              <p:nvPr/>
            </p:nvSpPr>
            <p:spPr>
              <a:xfrm>
                <a:off x="9505950" y="1752600"/>
                <a:ext cx="180975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047FF"/>
                    </a:solidFill>
                    <a:latin typeface="IBM Plex Sans SemiBold"/>
                    <a:ea typeface="IBM Plex Sans SemiBold"/>
                    <a:cs typeface="IBM Plex Sans SemiBold"/>
                  </a:rPr>
                  <a:t>Loss of control</a:t>
                </a:r>
                <a:endParaRPr lang="en-US" sz="1800" spc="-18" kern="0" b="0" i="0" dirty="0">
                  <a:solidFill>
                    <a:srgbClr val="0047FF"/>
                  </a:solidFill>
                  <a:latin typeface="IBM Plex Sans SemiBold"/>
                  <a:ea typeface="IBM Plex Sans SemiBold"/>
                  <a:cs typeface="IBM Plex Sans SemiBold"/>
                </a:endParaRPr>
              </a:p>
            </p:txBody>
          </p:sp>
          <p:sp>
            <p:nvSpPr>
              <p:cNvPr id="37" name="node01.item-004.body.item-001.label"/>
              <p:cNvSpPr/>
              <p:nvPr/>
            </p:nvSpPr>
            <p:spPr>
              <a:xfrm>
                <a:off x="9105900" y="2171700"/>
                <a:ext cx="2209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WHAT WE HEAR</a:t>
                </a:r>
                <a:endParaRPr lang="en-US" sz="900" spc="54" kern="0" b="0" i="0" dirty="0">
                  <a:solidFill>
                    <a:srgbClr val="0047FF"/>
                  </a:solidFill>
                  <a:latin typeface="IBM Plex Mono Medium"/>
                  <a:ea typeface="IBM Plex Mono Medium"/>
                  <a:cs typeface="IBM Plex Mono Medium"/>
                </a:endParaRPr>
              </a:p>
            </p:txBody>
          </p:sp>
          <p:sp>
            <p:nvSpPr>
              <p:cNvPr id="38" name="node01.item-004.body.item-002.paragraph"/>
              <p:cNvSpPr/>
              <p:nvPr/>
            </p:nvSpPr>
            <p:spPr>
              <a:xfrm>
                <a:off x="9105900" y="2362200"/>
                <a:ext cx="22098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Physicians lose their personal template rules</a:t>
                </a:r>
                <a:endParaRPr lang="en-US" sz="1200" spc="0" kern="0" b="0" i="0" dirty="0">
                  <a:solidFill>
                    <a:srgbClr val="50658E"/>
                  </a:solidFill>
                  <a:latin typeface="IBM Plex Sans"/>
                  <a:ea typeface="IBM Plex Sans"/>
                  <a:cs typeface="IBM Plex Sans"/>
                </a:endParaRPr>
              </a:p>
            </p:txBody>
          </p:sp>
          <p:sp>
            <p:nvSpPr>
              <p:cNvPr id="39" name="node01.item-004.body.item-003.label"/>
              <p:cNvSpPr/>
              <p:nvPr/>
            </p:nvSpPr>
            <p:spPr>
              <a:xfrm>
                <a:off x="9105900" y="2857500"/>
                <a:ext cx="2209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RESPONSE</a:t>
                </a:r>
                <a:endParaRPr lang="en-US" sz="900" spc="54" kern="0" b="0" i="0" dirty="0">
                  <a:solidFill>
                    <a:srgbClr val="0047FF"/>
                  </a:solidFill>
                  <a:latin typeface="IBM Plex Mono Medium"/>
                  <a:ea typeface="IBM Plex Mono Medium"/>
                  <a:cs typeface="IBM Plex Mono Medium"/>
                </a:endParaRPr>
              </a:p>
            </p:txBody>
          </p:sp>
          <p:sp>
            <p:nvSpPr>
              <p:cNvPr id="40" name="node01.item-004.body.item-004.paragraph"/>
              <p:cNvSpPr/>
              <p:nvPr/>
            </p:nvSpPr>
            <p:spPr>
              <a:xfrm>
                <a:off x="9105900" y="3048000"/>
                <a:ext cx="22098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Template sign-off by each clinic lead</a:t>
                </a:r>
                <a:endParaRPr lang="en-US" sz="1200" spc="0" kern="0" b="0" i="0" dirty="0">
                  <a:solidFill>
                    <a:srgbClr val="50658E"/>
                  </a:solidFill>
                  <a:latin typeface="IBM Plex Sans"/>
                  <a:ea typeface="IBM Plex Sans"/>
                  <a:cs typeface="IBM Plex Sans"/>
                </a:endParaRPr>
              </a:p>
            </p:txBody>
          </p:sp>
          <p:sp>
            <p:nvSpPr>
              <p:cNvPr id="41" name="node01.item-004.body.item-005.label"/>
              <p:cNvSpPr/>
              <p:nvPr/>
            </p:nvSpPr>
            <p:spPr>
              <a:xfrm>
                <a:off x="9105900" y="3543300"/>
                <a:ext cx="2209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OWNER</a:t>
                </a:r>
                <a:endParaRPr lang="en-US" sz="900" spc="54" kern="0" b="0" i="0" dirty="0">
                  <a:solidFill>
                    <a:srgbClr val="0047FF"/>
                  </a:solidFill>
                  <a:latin typeface="IBM Plex Mono Medium"/>
                  <a:ea typeface="IBM Plex Mono Medium"/>
                  <a:cs typeface="IBM Plex Mono Medium"/>
                </a:endParaRPr>
              </a:p>
            </p:txBody>
          </p:sp>
          <p:sp>
            <p:nvSpPr>
              <p:cNvPr id="42" name="node01.item-004.body.item-006.paragraph"/>
              <p:cNvSpPr/>
              <p:nvPr/>
            </p:nvSpPr>
            <p:spPr>
              <a:xfrm>
                <a:off x="9105900" y="3733800"/>
                <a:ext cx="2209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Medical director</a:t>
                </a:r>
                <a:endParaRPr lang="en-US" sz="1200" spc="0" kern="0" b="0" i="0" dirty="0">
                  <a:solidFill>
                    <a:srgbClr val="50658E"/>
                  </a:solidFill>
                  <a:latin typeface="IBM Plex Sans"/>
                  <a:ea typeface="IBM Plex Sans"/>
                  <a:cs typeface="IBM Plex Sans"/>
                </a:endParaRPr>
              </a:p>
            </p:txBody>
          </p:sp>
        </p:grpSp>
      </p:grpSp>
      <p:grpSp>
        <p:nvGrpSpPr>
          <p:cNvPr id="50" name="node02"/>
          <p:cNvGrpSpPr/>
          <p:nvPr/>
        </p:nvGrpSpPr>
        <p:grpSpPr>
          <a:xfrm>
            <a:off x="723900" y="5029200"/>
            <a:ext cx="10744200" cy="685800"/>
            <a:chOff x="723900" y="5029200"/>
            <a:chExt cx="10744200" cy="685800"/>
          </a:xfrm>
        </p:grpSpPr>
        <p:sp>
          <p:nvSpPr>
            <p:cNvPr id="43" name="node02.container"/>
            <p:cNvSpPr/>
            <p:nvPr/>
          </p:nvSpPr>
          <p:spPr>
            <a:xfrm>
              <a:off x="730250" y="5035550"/>
              <a:ext cx="10731500" cy="673100"/>
            </a:xfrm>
            <a:prstGeom prst="rect">
              <a:avLst/>
            </a:prstGeom>
            <a:solidFill>
              <a:srgbClr val="FFFFFF"/>
            </a:solidFill>
            <a:ln w="12700">
              <a:solidFill>
                <a:srgbClr val="CED7E6"/>
              </a:solidFill>
              <a:prstDash val="solid"/>
            </a:ln>
          </p:spPr>
        </p:sp>
        <p:sp>
          <p:nvSpPr>
            <p:cNvPr id="44" name="node02.title"/>
            <p:cNvSpPr/>
            <p:nvPr/>
          </p:nvSpPr>
          <p:spPr>
            <a:xfrm>
              <a:off x="876300" y="5181600"/>
              <a:ext cx="104394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Monitor: a two-question pulse survey every two weeks.</a:t>
              </a:r>
              <a:endParaRPr lang="en-US" sz="1800" spc="-18" kern="0" b="0" i="0" dirty="0">
                <a:solidFill>
                  <a:srgbClr val="070154"/>
                </a:solidFill>
                <a:latin typeface="IBM Plex Sans SemiBold"/>
                <a:ea typeface="IBM Plex Sans SemiBold"/>
                <a:cs typeface="IBM Plex Sans SemiBold"/>
              </a:endParaRPr>
            </a:p>
          </p:txBody>
        </p:sp>
      </p:gr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name="source-417">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OUR PERSPECTIVE</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11430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The platform is generally available when Northfield can run it as one owned service</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136</a:t>
            </a:fld>
            <a:endParaRPr lang="en-US" sz="700" spc="0" kern="0" b="0" i="0" dirty="0">
              <a:solidFill>
                <a:srgbClr val="070154"/>
              </a:solidFill>
              <a:latin typeface="IBM Plex Mono SemiBold"/>
              <a:ea typeface="IBM Plex Mono SemiBold"/>
              <a:cs typeface="IBM Plex Mono SemiBold"/>
            </a:endParaRPr>
          </a:p>
        </p:txBody>
      </p:sp>
      <p:grpSp>
        <p:nvGrpSpPr>
          <p:cNvPr id="53" name="node01"/>
          <p:cNvGrpSpPr/>
          <p:nvPr/>
        </p:nvGrpSpPr>
        <p:grpSpPr>
          <a:xfrm>
            <a:off x="723900" y="2057400"/>
            <a:ext cx="3429000" cy="3657600"/>
            <a:chOff x="723900" y="2057400"/>
            <a:chExt cx="3429000" cy="3657600"/>
          </a:xfrm>
        </p:grpSpPr>
        <p:sp>
          <p:nvSpPr>
            <p:cNvPr id="6" name="node01.surface"/>
            <p:cNvSpPr/>
            <p:nvPr/>
          </p:nvSpPr>
          <p:spPr>
            <a:xfrm>
              <a:off x="723900" y="2057400"/>
              <a:ext cx="3429000" cy="3657600"/>
            </a:xfrm>
            <a:prstGeom prst="rect">
              <a:avLst/>
            </a:prstGeom>
            <a:solidFill>
              <a:srgbClr val="070154"/>
            </a:solidFill>
            <a:ln>
              <a:noFill/>
            </a:ln>
          </p:spPr>
        </p:sp>
      </p:grpSp>
      <p:grpSp>
        <p:nvGrpSpPr>
          <p:cNvPr id="54" name="node02"/>
          <p:cNvGrpSpPr/>
          <p:nvPr/>
        </p:nvGrpSpPr>
        <p:grpSpPr>
          <a:xfrm>
            <a:off x="952500" y="2286000"/>
            <a:ext cx="2971800" cy="1143000"/>
            <a:chOff x="952500" y="2286000"/>
            <a:chExt cx="2971800" cy="1143000"/>
          </a:xfrm>
        </p:grpSpPr>
        <p:sp>
          <p:nvSpPr>
            <p:cNvPr id="7" name="node02.text"/>
            <p:cNvSpPr/>
            <p:nvPr/>
          </p:nvSpPr>
          <p:spPr>
            <a:xfrm>
              <a:off x="952500" y="2286000"/>
              <a:ext cx="2971800" cy="11430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FFFFFF"/>
                  </a:solidFill>
                  <a:latin typeface="IBM Plex Sans SemiBold"/>
                  <a:ea typeface="IBM Plex Sans SemiBold"/>
                  <a:cs typeface="IBM Plex Sans SemiBold"/>
                </a:rPr>
                <a:t>Ready for GA when Northfield can confidently</a:t>
              </a:r>
              <a:endParaRPr lang="en-US" sz="2400" spc="-36" kern="0" b="0" i="0" dirty="0">
                <a:solidFill>
                  <a:srgbClr val="FFFFFF"/>
                </a:solidFill>
                <a:latin typeface="IBM Plex Sans SemiBold"/>
                <a:ea typeface="IBM Plex Sans SemiBold"/>
                <a:cs typeface="IBM Plex Sans SemiBold"/>
              </a:endParaRPr>
            </a:p>
          </p:txBody>
        </p:sp>
      </p:grpSp>
      <p:grpSp>
        <p:nvGrpSpPr>
          <p:cNvPr id="55" name="node03"/>
          <p:cNvGrpSpPr/>
          <p:nvPr/>
        </p:nvGrpSpPr>
        <p:grpSpPr>
          <a:xfrm>
            <a:off x="952500" y="3505200"/>
            <a:ext cx="2971800" cy="762000"/>
            <a:chOff x="952500" y="3505200"/>
            <a:chExt cx="2971800" cy="762000"/>
          </a:xfrm>
        </p:grpSpPr>
        <p:sp>
          <p:nvSpPr>
            <p:cNvPr id="8" name="node03.text"/>
            <p:cNvSpPr/>
            <p:nvPr/>
          </p:nvSpPr>
          <p:spPr>
            <a:xfrm>
              <a:off x="952500" y="3505200"/>
              <a:ext cx="2971800" cy="7620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F900D3"/>
                  </a:solidFill>
                  <a:latin typeface="IBM Plex Sans SemiBold"/>
                  <a:ea typeface="IBM Plex Sans SemiBold"/>
                  <a:cs typeface="IBM Plex Sans SemiBold"/>
                </a:rPr>
                <a:t>say yes to the next qualified workload</a:t>
              </a:r>
              <a:endParaRPr lang="en-US" sz="2400" spc="-36" kern="0" b="0" i="0" dirty="0">
                <a:solidFill>
                  <a:srgbClr val="F900D3"/>
                </a:solidFill>
                <a:latin typeface="IBM Plex Sans SemiBold"/>
                <a:ea typeface="IBM Plex Sans SemiBold"/>
                <a:cs typeface="IBM Plex Sans SemiBold"/>
              </a:endParaRPr>
            </a:p>
          </p:txBody>
        </p:sp>
      </p:grpSp>
      <p:grpSp>
        <p:nvGrpSpPr>
          <p:cNvPr id="56" name="node04"/>
          <p:cNvGrpSpPr/>
          <p:nvPr/>
        </p:nvGrpSpPr>
        <p:grpSpPr>
          <a:xfrm>
            <a:off x="952500" y="4419600"/>
            <a:ext cx="2971800" cy="457200"/>
            <a:chOff x="952500" y="4419600"/>
            <a:chExt cx="2971800" cy="457200"/>
          </a:xfrm>
        </p:grpSpPr>
        <p:sp>
          <p:nvSpPr>
            <p:cNvPr id="9" name="node04.text"/>
            <p:cNvSpPr/>
            <p:nvPr/>
          </p:nvSpPr>
          <p:spPr>
            <a:xfrm>
              <a:off x="952500" y="4419600"/>
              <a:ext cx="29718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CED7E6"/>
                  </a:solidFill>
                  <a:latin typeface="IBM Plex Sans"/>
                  <a:ea typeface="IBM Plex Sans"/>
                  <a:cs typeface="IBM Plex Sans"/>
                </a:rPr>
                <a:t>and fulfill the request through one standard enterprise service.</a:t>
              </a:r>
              <a:endParaRPr lang="en-US" sz="1200" spc="0" kern="0" b="0" i="0" dirty="0">
                <a:solidFill>
                  <a:srgbClr val="CED7E6"/>
                </a:solidFill>
                <a:latin typeface="IBM Plex Sans"/>
                <a:ea typeface="IBM Plex Sans"/>
                <a:cs typeface="IBM Plex Sans"/>
              </a:endParaRPr>
            </a:p>
          </p:txBody>
        </p:sp>
      </p:grpSp>
      <p:grpSp>
        <p:nvGrpSpPr>
          <p:cNvPr id="57" name="node05"/>
          <p:cNvGrpSpPr/>
          <p:nvPr/>
        </p:nvGrpSpPr>
        <p:grpSpPr>
          <a:xfrm>
            <a:off x="4381500" y="2057400"/>
            <a:ext cx="7086600" cy="3657600"/>
            <a:chOff x="4381500" y="2057400"/>
            <a:chExt cx="7086600" cy="3657600"/>
          </a:xfrm>
        </p:grpSpPr>
        <p:sp>
          <p:nvSpPr>
            <p:cNvPr id="10" name="node05.surface"/>
            <p:cNvSpPr/>
            <p:nvPr/>
          </p:nvSpPr>
          <p:spPr>
            <a:xfrm>
              <a:off x="4381500" y="2057400"/>
              <a:ext cx="7086600" cy="3657600"/>
            </a:xfrm>
            <a:prstGeom prst="rect">
              <a:avLst/>
            </a:prstGeom>
            <a:solidFill>
              <a:srgbClr val="E8EEF8"/>
            </a:solidFill>
            <a:ln>
              <a:noFill/>
            </a:ln>
          </p:spPr>
        </p:sp>
      </p:grpSp>
      <p:grpSp>
        <p:nvGrpSpPr>
          <p:cNvPr id="58" name="node06"/>
          <p:cNvGrpSpPr/>
          <p:nvPr/>
        </p:nvGrpSpPr>
        <p:grpSpPr>
          <a:xfrm>
            <a:off x="4610100" y="2133600"/>
            <a:ext cx="3200400" cy="304800"/>
            <a:chOff x="4610100" y="2133600"/>
            <a:chExt cx="3200400" cy="304800"/>
          </a:xfrm>
        </p:grpSpPr>
        <p:sp>
          <p:nvSpPr>
            <p:cNvPr id="11" name="node06.text"/>
            <p:cNvSpPr/>
            <p:nvPr/>
          </p:nvSpPr>
          <p:spPr>
            <a:xfrm>
              <a:off x="4610100" y="2133600"/>
              <a:ext cx="32004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Architecture approved</a:t>
              </a:r>
              <a:endParaRPr lang="en-US" sz="1800" spc="-18" kern="0" b="0" i="0" dirty="0">
                <a:solidFill>
                  <a:srgbClr val="070154"/>
                </a:solidFill>
                <a:latin typeface="IBM Plex Sans SemiBold"/>
                <a:ea typeface="IBM Plex Sans SemiBold"/>
                <a:cs typeface="IBM Plex Sans SemiBold"/>
              </a:endParaRPr>
            </a:p>
          </p:txBody>
        </p:sp>
      </p:grpSp>
      <p:grpSp>
        <p:nvGrpSpPr>
          <p:cNvPr id="59" name="node07"/>
          <p:cNvGrpSpPr/>
          <p:nvPr/>
        </p:nvGrpSpPr>
        <p:grpSpPr>
          <a:xfrm>
            <a:off x="4610100" y="2438400"/>
            <a:ext cx="3200400" cy="762000"/>
            <a:chOff x="4610100" y="2438400"/>
            <a:chExt cx="3200400" cy="762000"/>
          </a:xfrm>
        </p:grpSpPr>
        <p:sp>
          <p:nvSpPr>
            <p:cNvPr id="12" name="node07.source-001.bullet"/>
            <p:cNvSpPr/>
            <p:nvPr/>
          </p:nvSpPr>
          <p:spPr>
            <a:xfrm>
              <a:off x="4610100" y="2527300"/>
              <a:ext cx="38100" cy="38100"/>
            </a:xfrm>
            <a:prstGeom prst="rect">
              <a:avLst/>
            </a:prstGeom>
            <a:solidFill>
              <a:srgbClr val="070154"/>
            </a:solidFill>
            <a:ln>
              <a:noFill/>
            </a:ln>
          </p:spPr>
        </p:sp>
        <p:sp>
          <p:nvSpPr>
            <p:cNvPr id="13" name="node07.source-001.text"/>
            <p:cNvSpPr/>
            <p:nvPr/>
          </p:nvSpPr>
          <p:spPr>
            <a:xfrm>
              <a:off x="4762500" y="2438400"/>
              <a:ext cx="3048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Role in the data estate is clear</a:t>
              </a:r>
              <a:endParaRPr lang="en-US" sz="1200" spc="0" kern="0" b="0" i="0" dirty="0">
                <a:solidFill>
                  <a:srgbClr val="070154"/>
                </a:solidFill>
                <a:latin typeface="IBM Plex Sans"/>
                <a:ea typeface="IBM Plex Sans"/>
                <a:cs typeface="IBM Plex Sans"/>
              </a:endParaRPr>
            </a:p>
          </p:txBody>
        </p:sp>
        <p:sp>
          <p:nvSpPr>
            <p:cNvPr id="14" name="node07.source-002.bullet"/>
            <p:cNvSpPr/>
            <p:nvPr/>
          </p:nvSpPr>
          <p:spPr>
            <a:xfrm>
              <a:off x="4610100" y="2794000"/>
              <a:ext cx="38100" cy="38100"/>
            </a:xfrm>
            <a:prstGeom prst="rect">
              <a:avLst/>
            </a:prstGeom>
            <a:solidFill>
              <a:srgbClr val="070154"/>
            </a:solidFill>
            <a:ln>
              <a:noFill/>
            </a:ln>
          </p:spPr>
        </p:sp>
        <p:sp>
          <p:nvSpPr>
            <p:cNvPr id="15" name="node07.source-002.text"/>
            <p:cNvSpPr/>
            <p:nvPr/>
          </p:nvSpPr>
          <p:spPr>
            <a:xfrm>
              <a:off x="4762500" y="2705100"/>
              <a:ext cx="3048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Placement criteria documented</a:t>
              </a:r>
              <a:endParaRPr lang="en-US" sz="1200" spc="0" kern="0" b="0" i="0" dirty="0">
                <a:solidFill>
                  <a:srgbClr val="070154"/>
                </a:solidFill>
                <a:latin typeface="IBM Plex Sans"/>
                <a:ea typeface="IBM Plex Sans"/>
                <a:cs typeface="IBM Plex Sans"/>
              </a:endParaRPr>
            </a:p>
          </p:txBody>
        </p:sp>
        <p:sp>
          <p:nvSpPr>
            <p:cNvPr id="16" name="node07.source-003.bullet"/>
            <p:cNvSpPr/>
            <p:nvPr/>
          </p:nvSpPr>
          <p:spPr>
            <a:xfrm>
              <a:off x="4610100" y="3060700"/>
              <a:ext cx="38100" cy="38100"/>
            </a:xfrm>
            <a:prstGeom prst="rect">
              <a:avLst/>
            </a:prstGeom>
            <a:solidFill>
              <a:srgbClr val="070154"/>
            </a:solidFill>
            <a:ln>
              <a:noFill/>
            </a:ln>
          </p:spPr>
        </p:sp>
        <p:sp>
          <p:nvSpPr>
            <p:cNvPr id="17" name="node07.source-003.text"/>
            <p:cNvSpPr/>
            <p:nvPr/>
          </p:nvSpPr>
          <p:spPr>
            <a:xfrm>
              <a:off x="4762500" y="2971800"/>
              <a:ext cx="3048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Approved patterns established</a:t>
              </a:r>
              <a:endParaRPr lang="en-US" sz="1200" spc="0" kern="0" b="0" i="0" dirty="0">
                <a:solidFill>
                  <a:srgbClr val="070154"/>
                </a:solidFill>
                <a:latin typeface="IBM Plex Sans"/>
                <a:ea typeface="IBM Plex Sans"/>
                <a:cs typeface="IBM Plex Sans"/>
              </a:endParaRPr>
            </a:p>
          </p:txBody>
        </p:sp>
      </p:grpSp>
      <p:grpSp>
        <p:nvGrpSpPr>
          <p:cNvPr id="60" name="node08"/>
          <p:cNvGrpSpPr/>
          <p:nvPr/>
        </p:nvGrpSpPr>
        <p:grpSpPr>
          <a:xfrm>
            <a:off x="8039100" y="2133600"/>
            <a:ext cx="3200400" cy="304800"/>
            <a:chOff x="8039100" y="2133600"/>
            <a:chExt cx="3200400" cy="304800"/>
          </a:xfrm>
        </p:grpSpPr>
        <p:sp>
          <p:nvSpPr>
            <p:cNvPr id="18" name="node08.text"/>
            <p:cNvSpPr/>
            <p:nvPr/>
          </p:nvSpPr>
          <p:spPr>
            <a:xfrm>
              <a:off x="8039100" y="2133600"/>
              <a:ext cx="32004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Secure and governed</a:t>
              </a:r>
              <a:endParaRPr lang="en-US" sz="1800" spc="-18" kern="0" b="0" i="0" dirty="0">
                <a:solidFill>
                  <a:srgbClr val="070154"/>
                </a:solidFill>
                <a:latin typeface="IBM Plex Sans SemiBold"/>
                <a:ea typeface="IBM Plex Sans SemiBold"/>
                <a:cs typeface="IBM Plex Sans SemiBold"/>
              </a:endParaRPr>
            </a:p>
          </p:txBody>
        </p:sp>
      </p:grpSp>
      <p:grpSp>
        <p:nvGrpSpPr>
          <p:cNvPr id="61" name="node09"/>
          <p:cNvGrpSpPr/>
          <p:nvPr/>
        </p:nvGrpSpPr>
        <p:grpSpPr>
          <a:xfrm>
            <a:off x="8039100" y="2438400"/>
            <a:ext cx="3200400" cy="762000"/>
            <a:chOff x="8039100" y="2438400"/>
            <a:chExt cx="3200400" cy="762000"/>
          </a:xfrm>
        </p:grpSpPr>
        <p:sp>
          <p:nvSpPr>
            <p:cNvPr id="19" name="node09.source-001.bullet"/>
            <p:cNvSpPr/>
            <p:nvPr/>
          </p:nvSpPr>
          <p:spPr>
            <a:xfrm>
              <a:off x="8039100" y="2527300"/>
              <a:ext cx="38100" cy="38100"/>
            </a:xfrm>
            <a:prstGeom prst="rect">
              <a:avLst/>
            </a:prstGeom>
            <a:solidFill>
              <a:srgbClr val="070154"/>
            </a:solidFill>
            <a:ln>
              <a:noFill/>
            </a:ln>
          </p:spPr>
        </p:sp>
        <p:sp>
          <p:nvSpPr>
            <p:cNvPr id="20" name="node09.source-001.text"/>
            <p:cNvSpPr/>
            <p:nvPr/>
          </p:nvSpPr>
          <p:spPr>
            <a:xfrm>
              <a:off x="8191500" y="2438400"/>
              <a:ext cx="3048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Identity and workspace segmentation</a:t>
              </a:r>
              <a:endParaRPr lang="en-US" sz="1200" spc="0" kern="0" b="0" i="0" dirty="0">
                <a:solidFill>
                  <a:srgbClr val="070154"/>
                </a:solidFill>
                <a:latin typeface="IBM Plex Sans"/>
                <a:ea typeface="IBM Plex Sans"/>
                <a:cs typeface="IBM Plex Sans"/>
              </a:endParaRPr>
            </a:p>
          </p:txBody>
        </p:sp>
        <p:sp>
          <p:nvSpPr>
            <p:cNvPr id="21" name="node09.source-002.bullet"/>
            <p:cNvSpPr/>
            <p:nvPr/>
          </p:nvSpPr>
          <p:spPr>
            <a:xfrm>
              <a:off x="8039100" y="2794000"/>
              <a:ext cx="38100" cy="38100"/>
            </a:xfrm>
            <a:prstGeom prst="rect">
              <a:avLst/>
            </a:prstGeom>
            <a:solidFill>
              <a:srgbClr val="070154"/>
            </a:solidFill>
            <a:ln>
              <a:noFill/>
            </a:ln>
          </p:spPr>
        </p:sp>
        <p:sp>
          <p:nvSpPr>
            <p:cNvPr id="22" name="node09.source-002.text"/>
            <p:cNvSpPr/>
            <p:nvPr/>
          </p:nvSpPr>
          <p:spPr>
            <a:xfrm>
              <a:off x="8191500" y="2705100"/>
              <a:ext cx="3048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Lineage and catalog integration</a:t>
              </a:r>
              <a:endParaRPr lang="en-US" sz="1200" spc="0" kern="0" b="0" i="0" dirty="0">
                <a:solidFill>
                  <a:srgbClr val="070154"/>
                </a:solidFill>
                <a:latin typeface="IBM Plex Sans"/>
                <a:ea typeface="IBM Plex Sans"/>
                <a:cs typeface="IBM Plex Sans"/>
              </a:endParaRPr>
            </a:p>
          </p:txBody>
        </p:sp>
        <p:sp>
          <p:nvSpPr>
            <p:cNvPr id="23" name="node09.source-003.bullet"/>
            <p:cNvSpPr/>
            <p:nvPr/>
          </p:nvSpPr>
          <p:spPr>
            <a:xfrm>
              <a:off x="8039100" y="3060700"/>
              <a:ext cx="38100" cy="38100"/>
            </a:xfrm>
            <a:prstGeom prst="rect">
              <a:avLst/>
            </a:prstGeom>
            <a:solidFill>
              <a:srgbClr val="070154"/>
            </a:solidFill>
            <a:ln>
              <a:noFill/>
            </a:ln>
          </p:spPr>
        </p:sp>
        <p:sp>
          <p:nvSpPr>
            <p:cNvPr id="24" name="node09.source-003.text"/>
            <p:cNvSpPr/>
            <p:nvPr/>
          </p:nvSpPr>
          <p:spPr>
            <a:xfrm>
              <a:off x="8191500" y="2971800"/>
              <a:ext cx="3048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Controls tested, remediation defined</a:t>
              </a:r>
              <a:endParaRPr lang="en-US" sz="1200" spc="0" kern="0" b="0" i="0" dirty="0">
                <a:solidFill>
                  <a:srgbClr val="070154"/>
                </a:solidFill>
                <a:latin typeface="IBM Plex Sans"/>
                <a:ea typeface="IBM Plex Sans"/>
                <a:cs typeface="IBM Plex Sans"/>
              </a:endParaRPr>
            </a:p>
          </p:txBody>
        </p:sp>
      </p:grpSp>
      <p:grpSp>
        <p:nvGrpSpPr>
          <p:cNvPr id="62" name="node10"/>
          <p:cNvGrpSpPr/>
          <p:nvPr/>
        </p:nvGrpSpPr>
        <p:grpSpPr>
          <a:xfrm>
            <a:off x="4610100" y="3352800"/>
            <a:ext cx="3200400" cy="304800"/>
            <a:chOff x="4610100" y="3352800"/>
            <a:chExt cx="3200400" cy="304800"/>
          </a:xfrm>
        </p:grpSpPr>
        <p:sp>
          <p:nvSpPr>
            <p:cNvPr id="25" name="node10.text"/>
            <p:cNvSpPr/>
            <p:nvPr/>
          </p:nvSpPr>
          <p:spPr>
            <a:xfrm>
              <a:off x="4610100" y="3352800"/>
              <a:ext cx="32004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Automated and repeatable</a:t>
              </a:r>
              <a:endParaRPr lang="en-US" sz="1800" spc="-18" kern="0" b="0" i="0" dirty="0">
                <a:solidFill>
                  <a:srgbClr val="070154"/>
                </a:solidFill>
                <a:latin typeface="IBM Plex Sans SemiBold"/>
                <a:ea typeface="IBM Plex Sans SemiBold"/>
                <a:cs typeface="IBM Plex Sans SemiBold"/>
              </a:endParaRPr>
            </a:p>
          </p:txBody>
        </p:sp>
      </p:grpSp>
      <p:grpSp>
        <p:nvGrpSpPr>
          <p:cNvPr id="63" name="node11"/>
          <p:cNvGrpSpPr/>
          <p:nvPr/>
        </p:nvGrpSpPr>
        <p:grpSpPr>
          <a:xfrm>
            <a:off x="4610100" y="3657600"/>
            <a:ext cx="3200400" cy="762000"/>
            <a:chOff x="4610100" y="3657600"/>
            <a:chExt cx="3200400" cy="762000"/>
          </a:xfrm>
        </p:grpSpPr>
        <p:sp>
          <p:nvSpPr>
            <p:cNvPr id="26" name="node11.source-001.bullet"/>
            <p:cNvSpPr/>
            <p:nvPr/>
          </p:nvSpPr>
          <p:spPr>
            <a:xfrm>
              <a:off x="4610100" y="3746500"/>
              <a:ext cx="38100" cy="38100"/>
            </a:xfrm>
            <a:prstGeom prst="rect">
              <a:avLst/>
            </a:prstGeom>
            <a:solidFill>
              <a:srgbClr val="070154"/>
            </a:solidFill>
            <a:ln>
              <a:noFill/>
            </a:ln>
          </p:spPr>
        </p:sp>
        <p:sp>
          <p:nvSpPr>
            <p:cNvPr id="27" name="node11.source-001.text"/>
            <p:cNvSpPr/>
            <p:nvPr/>
          </p:nvSpPr>
          <p:spPr>
            <a:xfrm>
              <a:off x="4762500" y="3657600"/>
              <a:ext cx="3048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Environments provisioned consistently</a:t>
              </a:r>
              <a:endParaRPr lang="en-US" sz="1200" spc="0" kern="0" b="0" i="0" dirty="0">
                <a:solidFill>
                  <a:srgbClr val="070154"/>
                </a:solidFill>
                <a:latin typeface="IBM Plex Sans"/>
                <a:ea typeface="IBM Plex Sans"/>
                <a:cs typeface="IBM Plex Sans"/>
              </a:endParaRPr>
            </a:p>
          </p:txBody>
        </p:sp>
        <p:sp>
          <p:nvSpPr>
            <p:cNvPr id="28" name="node11.source-002.bullet"/>
            <p:cNvSpPr/>
            <p:nvPr/>
          </p:nvSpPr>
          <p:spPr>
            <a:xfrm>
              <a:off x="4610100" y="4013200"/>
              <a:ext cx="38100" cy="38100"/>
            </a:xfrm>
            <a:prstGeom prst="rect">
              <a:avLst/>
            </a:prstGeom>
            <a:solidFill>
              <a:srgbClr val="070154"/>
            </a:solidFill>
            <a:ln>
              <a:noFill/>
            </a:ln>
          </p:spPr>
        </p:sp>
        <p:sp>
          <p:nvSpPr>
            <p:cNvPr id="29" name="node11.source-002.text"/>
            <p:cNvSpPr/>
            <p:nvPr/>
          </p:nvSpPr>
          <p:spPr>
            <a:xfrm>
              <a:off x="4762500" y="3924300"/>
              <a:ext cx="3048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Policies embedded in automation</a:t>
              </a:r>
              <a:endParaRPr lang="en-US" sz="1200" spc="0" kern="0" b="0" i="0" dirty="0">
                <a:solidFill>
                  <a:srgbClr val="070154"/>
                </a:solidFill>
                <a:latin typeface="IBM Plex Sans"/>
                <a:ea typeface="IBM Plex Sans"/>
                <a:cs typeface="IBM Plex Sans"/>
              </a:endParaRPr>
            </a:p>
          </p:txBody>
        </p:sp>
        <p:sp>
          <p:nvSpPr>
            <p:cNvPr id="30" name="node11.source-003.bullet"/>
            <p:cNvSpPr/>
            <p:nvPr/>
          </p:nvSpPr>
          <p:spPr>
            <a:xfrm>
              <a:off x="4610100" y="4279900"/>
              <a:ext cx="38100" cy="38100"/>
            </a:xfrm>
            <a:prstGeom prst="rect">
              <a:avLst/>
            </a:prstGeom>
            <a:solidFill>
              <a:srgbClr val="070154"/>
            </a:solidFill>
            <a:ln>
              <a:noFill/>
            </a:ln>
          </p:spPr>
        </p:sp>
        <p:sp>
          <p:nvSpPr>
            <p:cNvPr id="31" name="node11.source-003.text"/>
            <p:cNvSpPr/>
            <p:nvPr/>
          </p:nvSpPr>
          <p:spPr>
            <a:xfrm>
              <a:off x="4762500" y="4191000"/>
              <a:ext cx="3048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Manual activities kept to a minimum</a:t>
              </a:r>
              <a:endParaRPr lang="en-US" sz="1200" spc="0" kern="0" b="0" i="0" dirty="0">
                <a:solidFill>
                  <a:srgbClr val="070154"/>
                </a:solidFill>
                <a:latin typeface="IBM Plex Sans"/>
                <a:ea typeface="IBM Plex Sans"/>
                <a:cs typeface="IBM Plex Sans"/>
              </a:endParaRPr>
            </a:p>
          </p:txBody>
        </p:sp>
      </p:grpSp>
      <p:grpSp>
        <p:nvGrpSpPr>
          <p:cNvPr id="64" name="node12"/>
          <p:cNvGrpSpPr/>
          <p:nvPr/>
        </p:nvGrpSpPr>
        <p:grpSpPr>
          <a:xfrm>
            <a:off x="8039100" y="3352800"/>
            <a:ext cx="3200400" cy="304800"/>
            <a:chOff x="8039100" y="3352800"/>
            <a:chExt cx="3200400" cy="304800"/>
          </a:xfrm>
        </p:grpSpPr>
        <p:sp>
          <p:nvSpPr>
            <p:cNvPr id="32" name="node12.text"/>
            <p:cNvSpPr/>
            <p:nvPr/>
          </p:nvSpPr>
          <p:spPr>
            <a:xfrm>
              <a:off x="8039100" y="3352800"/>
              <a:ext cx="32004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Observable and supportable</a:t>
              </a:r>
              <a:endParaRPr lang="en-US" sz="1800" spc="-18" kern="0" b="0" i="0" dirty="0">
                <a:solidFill>
                  <a:srgbClr val="070154"/>
                </a:solidFill>
                <a:latin typeface="IBM Plex Sans SemiBold"/>
                <a:ea typeface="IBM Plex Sans SemiBold"/>
                <a:cs typeface="IBM Plex Sans SemiBold"/>
              </a:endParaRPr>
            </a:p>
          </p:txBody>
        </p:sp>
      </p:grpSp>
      <p:grpSp>
        <p:nvGrpSpPr>
          <p:cNvPr id="65" name="node13"/>
          <p:cNvGrpSpPr/>
          <p:nvPr/>
        </p:nvGrpSpPr>
        <p:grpSpPr>
          <a:xfrm>
            <a:off x="8039100" y="3657600"/>
            <a:ext cx="3200400" cy="762000"/>
            <a:chOff x="8039100" y="3657600"/>
            <a:chExt cx="3200400" cy="762000"/>
          </a:xfrm>
        </p:grpSpPr>
        <p:sp>
          <p:nvSpPr>
            <p:cNvPr id="33" name="node13.source-001.bullet"/>
            <p:cNvSpPr/>
            <p:nvPr/>
          </p:nvSpPr>
          <p:spPr>
            <a:xfrm>
              <a:off x="8039100" y="3746500"/>
              <a:ext cx="38100" cy="38100"/>
            </a:xfrm>
            <a:prstGeom prst="rect">
              <a:avLst/>
            </a:prstGeom>
            <a:solidFill>
              <a:srgbClr val="070154"/>
            </a:solidFill>
            <a:ln>
              <a:noFill/>
            </a:ln>
          </p:spPr>
        </p:sp>
        <p:sp>
          <p:nvSpPr>
            <p:cNvPr id="34" name="node13.source-001.text"/>
            <p:cNvSpPr/>
            <p:nvPr/>
          </p:nvSpPr>
          <p:spPr>
            <a:xfrm>
              <a:off x="8191500" y="3657600"/>
              <a:ext cx="3048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Health, usage and cost visible</a:t>
              </a:r>
              <a:endParaRPr lang="en-US" sz="1200" spc="0" kern="0" b="0" i="0" dirty="0">
                <a:solidFill>
                  <a:srgbClr val="070154"/>
                </a:solidFill>
                <a:latin typeface="IBM Plex Sans"/>
                <a:ea typeface="IBM Plex Sans"/>
                <a:cs typeface="IBM Plex Sans"/>
              </a:endParaRPr>
            </a:p>
          </p:txBody>
        </p:sp>
        <p:sp>
          <p:nvSpPr>
            <p:cNvPr id="35" name="node13.source-002.bullet"/>
            <p:cNvSpPr/>
            <p:nvPr/>
          </p:nvSpPr>
          <p:spPr>
            <a:xfrm>
              <a:off x="8039100" y="4013200"/>
              <a:ext cx="38100" cy="38100"/>
            </a:xfrm>
            <a:prstGeom prst="rect">
              <a:avLst/>
            </a:prstGeom>
            <a:solidFill>
              <a:srgbClr val="070154"/>
            </a:solidFill>
            <a:ln>
              <a:noFill/>
            </a:ln>
          </p:spPr>
        </p:sp>
        <p:sp>
          <p:nvSpPr>
            <p:cNvPr id="36" name="node13.source-002.text"/>
            <p:cNvSpPr/>
            <p:nvPr/>
          </p:nvSpPr>
          <p:spPr>
            <a:xfrm>
              <a:off x="8191500" y="3924300"/>
              <a:ext cx="3048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Alerting and runbooks in place</a:t>
              </a:r>
              <a:endParaRPr lang="en-US" sz="1200" spc="0" kern="0" b="0" i="0" dirty="0">
                <a:solidFill>
                  <a:srgbClr val="070154"/>
                </a:solidFill>
                <a:latin typeface="IBM Plex Sans"/>
                <a:ea typeface="IBM Plex Sans"/>
                <a:cs typeface="IBM Plex Sans"/>
              </a:endParaRPr>
            </a:p>
          </p:txBody>
        </p:sp>
        <p:sp>
          <p:nvSpPr>
            <p:cNvPr id="37" name="node13.source-003.bullet"/>
            <p:cNvSpPr/>
            <p:nvPr/>
          </p:nvSpPr>
          <p:spPr>
            <a:xfrm>
              <a:off x="8039100" y="4279900"/>
              <a:ext cx="38100" cy="38100"/>
            </a:xfrm>
            <a:prstGeom prst="rect">
              <a:avLst/>
            </a:prstGeom>
            <a:solidFill>
              <a:srgbClr val="070154"/>
            </a:solidFill>
            <a:ln>
              <a:noFill/>
            </a:ln>
          </p:spPr>
        </p:sp>
        <p:sp>
          <p:nvSpPr>
            <p:cNvPr id="38" name="node13.source-003.text"/>
            <p:cNvSpPr/>
            <p:nvPr/>
          </p:nvSpPr>
          <p:spPr>
            <a:xfrm>
              <a:off x="8191500" y="4191000"/>
              <a:ext cx="3048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Ownership and support established</a:t>
              </a:r>
              <a:endParaRPr lang="en-US" sz="1200" spc="0" kern="0" b="0" i="0" dirty="0">
                <a:solidFill>
                  <a:srgbClr val="070154"/>
                </a:solidFill>
                <a:latin typeface="IBM Plex Sans"/>
                <a:ea typeface="IBM Plex Sans"/>
                <a:cs typeface="IBM Plex Sans"/>
              </a:endParaRPr>
            </a:p>
          </p:txBody>
        </p:sp>
      </p:grpSp>
      <p:grpSp>
        <p:nvGrpSpPr>
          <p:cNvPr id="66" name="node14"/>
          <p:cNvGrpSpPr/>
          <p:nvPr/>
        </p:nvGrpSpPr>
        <p:grpSpPr>
          <a:xfrm>
            <a:off x="4610100" y="4572000"/>
            <a:ext cx="3200400" cy="304800"/>
            <a:chOff x="4610100" y="4572000"/>
            <a:chExt cx="3200400" cy="304800"/>
          </a:xfrm>
        </p:grpSpPr>
        <p:sp>
          <p:nvSpPr>
            <p:cNvPr id="39" name="node14.text"/>
            <p:cNvSpPr/>
            <p:nvPr/>
          </p:nvSpPr>
          <p:spPr>
            <a:xfrm>
              <a:off x="4610100" y="4572000"/>
              <a:ext cx="32004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Adoptable and consumable</a:t>
              </a:r>
              <a:endParaRPr lang="en-US" sz="1800" spc="-18" kern="0" b="0" i="0" dirty="0">
                <a:solidFill>
                  <a:srgbClr val="070154"/>
                </a:solidFill>
                <a:latin typeface="IBM Plex Sans SemiBold"/>
                <a:ea typeface="IBM Plex Sans SemiBold"/>
                <a:cs typeface="IBM Plex Sans SemiBold"/>
              </a:endParaRPr>
            </a:p>
          </p:txBody>
        </p:sp>
      </p:grpSp>
      <p:grpSp>
        <p:nvGrpSpPr>
          <p:cNvPr id="67" name="node15"/>
          <p:cNvGrpSpPr/>
          <p:nvPr/>
        </p:nvGrpSpPr>
        <p:grpSpPr>
          <a:xfrm>
            <a:off x="4610100" y="4876800"/>
            <a:ext cx="3200400" cy="762000"/>
            <a:chOff x="4610100" y="4876800"/>
            <a:chExt cx="3200400" cy="762000"/>
          </a:xfrm>
        </p:grpSpPr>
        <p:sp>
          <p:nvSpPr>
            <p:cNvPr id="40" name="node15.source-001.bullet"/>
            <p:cNvSpPr/>
            <p:nvPr/>
          </p:nvSpPr>
          <p:spPr>
            <a:xfrm>
              <a:off x="4610100" y="4965700"/>
              <a:ext cx="38100" cy="38100"/>
            </a:xfrm>
            <a:prstGeom prst="rect">
              <a:avLst/>
            </a:prstGeom>
            <a:solidFill>
              <a:srgbClr val="070154"/>
            </a:solidFill>
            <a:ln>
              <a:noFill/>
            </a:ln>
          </p:spPr>
        </p:sp>
        <p:sp>
          <p:nvSpPr>
            <p:cNvPr id="41" name="node15.source-001.text"/>
            <p:cNvSpPr/>
            <p:nvPr/>
          </p:nvSpPr>
          <p:spPr>
            <a:xfrm>
              <a:off x="4762500" y="4876800"/>
              <a:ext cx="3048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Clear intake and onboarding</a:t>
              </a:r>
              <a:endParaRPr lang="en-US" sz="1200" spc="0" kern="0" b="0" i="0" dirty="0">
                <a:solidFill>
                  <a:srgbClr val="070154"/>
                </a:solidFill>
                <a:latin typeface="IBM Plex Sans"/>
                <a:ea typeface="IBM Plex Sans"/>
                <a:cs typeface="IBM Plex Sans"/>
              </a:endParaRPr>
            </a:p>
          </p:txBody>
        </p:sp>
        <p:sp>
          <p:nvSpPr>
            <p:cNvPr id="42" name="node15.source-002.bullet"/>
            <p:cNvSpPr/>
            <p:nvPr/>
          </p:nvSpPr>
          <p:spPr>
            <a:xfrm>
              <a:off x="4610100" y="5232400"/>
              <a:ext cx="38100" cy="38100"/>
            </a:xfrm>
            <a:prstGeom prst="rect">
              <a:avLst/>
            </a:prstGeom>
            <a:solidFill>
              <a:srgbClr val="070154"/>
            </a:solidFill>
            <a:ln>
              <a:noFill/>
            </a:ln>
          </p:spPr>
        </p:sp>
        <p:sp>
          <p:nvSpPr>
            <p:cNvPr id="43" name="node15.source-002.text"/>
            <p:cNvSpPr/>
            <p:nvPr/>
          </p:nvSpPr>
          <p:spPr>
            <a:xfrm>
              <a:off x="4762500" y="5143500"/>
              <a:ext cx="3048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Documentation and training ready</a:t>
              </a:r>
              <a:endParaRPr lang="en-US" sz="1200" spc="0" kern="0" b="0" i="0" dirty="0">
                <a:solidFill>
                  <a:srgbClr val="070154"/>
                </a:solidFill>
                <a:latin typeface="IBM Plex Sans"/>
                <a:ea typeface="IBM Plex Sans"/>
                <a:cs typeface="IBM Plex Sans"/>
              </a:endParaRPr>
            </a:p>
          </p:txBody>
        </p:sp>
        <p:sp>
          <p:nvSpPr>
            <p:cNvPr id="44" name="node15.source-003.bullet"/>
            <p:cNvSpPr/>
            <p:nvPr/>
          </p:nvSpPr>
          <p:spPr>
            <a:xfrm>
              <a:off x="4610100" y="5499100"/>
              <a:ext cx="38100" cy="38100"/>
            </a:xfrm>
            <a:prstGeom prst="rect">
              <a:avLst/>
            </a:prstGeom>
            <a:solidFill>
              <a:srgbClr val="070154"/>
            </a:solidFill>
            <a:ln>
              <a:noFill/>
            </a:ln>
          </p:spPr>
        </p:sp>
        <p:sp>
          <p:nvSpPr>
            <p:cNvPr id="45" name="node15.source-003.text"/>
            <p:cNvSpPr/>
            <p:nvPr/>
          </p:nvSpPr>
          <p:spPr>
            <a:xfrm>
              <a:off x="4762500" y="5410200"/>
              <a:ext cx="3048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Teams know when to use it</a:t>
              </a:r>
              <a:endParaRPr lang="en-US" sz="1200" spc="0" kern="0" b="0" i="0" dirty="0">
                <a:solidFill>
                  <a:srgbClr val="070154"/>
                </a:solidFill>
                <a:latin typeface="IBM Plex Sans"/>
                <a:ea typeface="IBM Plex Sans"/>
                <a:cs typeface="IBM Plex Sans"/>
              </a:endParaRPr>
            </a:p>
          </p:txBody>
        </p:sp>
      </p:grpSp>
      <p:grpSp>
        <p:nvGrpSpPr>
          <p:cNvPr id="68" name="node16"/>
          <p:cNvGrpSpPr/>
          <p:nvPr/>
        </p:nvGrpSpPr>
        <p:grpSpPr>
          <a:xfrm>
            <a:off x="8039100" y="4572000"/>
            <a:ext cx="3200400" cy="304800"/>
            <a:chOff x="8039100" y="4572000"/>
            <a:chExt cx="3200400" cy="304800"/>
          </a:xfrm>
        </p:grpSpPr>
        <p:sp>
          <p:nvSpPr>
            <p:cNvPr id="46" name="node16.text"/>
            <p:cNvSpPr/>
            <p:nvPr/>
          </p:nvSpPr>
          <p:spPr>
            <a:xfrm>
              <a:off x="8039100" y="4572000"/>
              <a:ext cx="32004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Owned and sustainable</a:t>
              </a:r>
              <a:endParaRPr lang="en-US" sz="1800" spc="-18" kern="0" b="0" i="0" dirty="0">
                <a:solidFill>
                  <a:srgbClr val="070154"/>
                </a:solidFill>
                <a:latin typeface="IBM Plex Sans SemiBold"/>
                <a:ea typeface="IBM Plex Sans SemiBold"/>
                <a:cs typeface="IBM Plex Sans SemiBold"/>
              </a:endParaRPr>
            </a:p>
          </p:txBody>
        </p:sp>
      </p:grpSp>
      <p:grpSp>
        <p:nvGrpSpPr>
          <p:cNvPr id="69" name="node17"/>
          <p:cNvGrpSpPr/>
          <p:nvPr/>
        </p:nvGrpSpPr>
        <p:grpSpPr>
          <a:xfrm>
            <a:off x="8039100" y="4876800"/>
            <a:ext cx="3200400" cy="762000"/>
            <a:chOff x="8039100" y="4876800"/>
            <a:chExt cx="3200400" cy="762000"/>
          </a:xfrm>
        </p:grpSpPr>
        <p:sp>
          <p:nvSpPr>
            <p:cNvPr id="47" name="node17.source-001.bullet"/>
            <p:cNvSpPr/>
            <p:nvPr/>
          </p:nvSpPr>
          <p:spPr>
            <a:xfrm>
              <a:off x="8039100" y="4965700"/>
              <a:ext cx="38100" cy="38100"/>
            </a:xfrm>
            <a:prstGeom prst="rect">
              <a:avLst/>
            </a:prstGeom>
            <a:solidFill>
              <a:srgbClr val="070154"/>
            </a:solidFill>
            <a:ln>
              <a:noFill/>
            </a:ln>
          </p:spPr>
        </p:sp>
        <p:sp>
          <p:nvSpPr>
            <p:cNvPr id="48" name="node17.source-001.text"/>
            <p:cNvSpPr/>
            <p:nvPr/>
          </p:nvSpPr>
          <p:spPr>
            <a:xfrm>
              <a:off x="8191500" y="4876800"/>
              <a:ext cx="3048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Roles and decision rights clear</a:t>
              </a:r>
              <a:endParaRPr lang="en-US" sz="1200" spc="0" kern="0" b="0" i="0" dirty="0">
                <a:solidFill>
                  <a:srgbClr val="070154"/>
                </a:solidFill>
                <a:latin typeface="IBM Plex Sans"/>
                <a:ea typeface="IBM Plex Sans"/>
                <a:cs typeface="IBM Plex Sans"/>
              </a:endParaRPr>
            </a:p>
          </p:txBody>
        </p:sp>
        <p:sp>
          <p:nvSpPr>
            <p:cNvPr id="49" name="node17.source-002.bullet"/>
            <p:cNvSpPr/>
            <p:nvPr/>
          </p:nvSpPr>
          <p:spPr>
            <a:xfrm>
              <a:off x="8039100" y="5232400"/>
              <a:ext cx="38100" cy="38100"/>
            </a:xfrm>
            <a:prstGeom prst="rect">
              <a:avLst/>
            </a:prstGeom>
            <a:solidFill>
              <a:srgbClr val="070154"/>
            </a:solidFill>
            <a:ln>
              <a:noFill/>
            </a:ln>
          </p:spPr>
        </p:sp>
        <p:sp>
          <p:nvSpPr>
            <p:cNvPr id="50" name="node17.source-002.text"/>
            <p:cNvSpPr/>
            <p:nvPr/>
          </p:nvSpPr>
          <p:spPr>
            <a:xfrm>
              <a:off x="8191500" y="5143500"/>
              <a:ext cx="3048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Northfield teams can operate it</a:t>
              </a:r>
              <a:endParaRPr lang="en-US" sz="1200" spc="0" kern="0" b="0" i="0" dirty="0">
                <a:solidFill>
                  <a:srgbClr val="070154"/>
                </a:solidFill>
                <a:latin typeface="IBM Plex Sans"/>
                <a:ea typeface="IBM Plex Sans"/>
                <a:cs typeface="IBM Plex Sans"/>
              </a:endParaRPr>
            </a:p>
          </p:txBody>
        </p:sp>
        <p:sp>
          <p:nvSpPr>
            <p:cNvPr id="51" name="node17.source-003.bullet"/>
            <p:cNvSpPr/>
            <p:nvPr/>
          </p:nvSpPr>
          <p:spPr>
            <a:xfrm>
              <a:off x="8039100" y="5499100"/>
              <a:ext cx="38100" cy="38100"/>
            </a:xfrm>
            <a:prstGeom prst="rect">
              <a:avLst/>
            </a:prstGeom>
            <a:solidFill>
              <a:srgbClr val="070154"/>
            </a:solidFill>
            <a:ln>
              <a:noFill/>
            </a:ln>
          </p:spPr>
        </p:sp>
        <p:sp>
          <p:nvSpPr>
            <p:cNvPr id="52" name="node17.source-003.text"/>
            <p:cNvSpPr/>
            <p:nvPr/>
          </p:nvSpPr>
          <p:spPr>
            <a:xfrm>
              <a:off x="8191500" y="5410200"/>
              <a:ext cx="3048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Chargeback mechanisms in place</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name="source-418">
    <p:spTree>
      <p:nvGrpSpPr>
        <p:cNvPr id="1" name=""/>
        <p:cNvGrpSpPr/>
        <p:nvPr/>
      </p:nvGrpSpPr>
      <p:grpSpPr>
        <a:xfrm>
          <a:off x="0" y="0"/>
          <a:ext cx="0" cy="0"/>
          <a:chOff x="0" y="0"/>
          <a:chExt cx="0" cy="0"/>
        </a:xfrm>
      </p:grpSpPr>
      <p:sp>
        <p:nvSpPr>
          <p:cNvPr id="3" name="eyebrow"/>
          <p:cNvSpPr/>
          <p:nvPr/>
        </p:nvSpPr>
        <p:spPr>
          <a:xfrm>
            <a:off x="723900" y="457200"/>
            <a:ext cx="34290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OUR PERSPECTIVE</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3429000" cy="13716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GA means Northfield runs it as one owned service</a:t>
            </a:r>
            <a:endParaRPr lang="en-US" sz="2400" spc="-36"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137</a:t>
            </a:fld>
            <a:endParaRPr lang="en-US" sz="700" spc="0" kern="0" b="0" i="0" dirty="0">
              <a:solidFill>
                <a:srgbClr val="070154"/>
              </a:solidFill>
              <a:latin typeface="IBM Plex Mono SemiBold"/>
              <a:ea typeface="IBM Plex Mono SemiBold"/>
              <a:cs typeface="IBM Plex Mono SemiBold"/>
            </a:endParaRPr>
          </a:p>
        </p:txBody>
      </p:sp>
      <p:grpSp>
        <p:nvGrpSpPr>
          <p:cNvPr id="53" name="node01"/>
          <p:cNvGrpSpPr/>
          <p:nvPr/>
        </p:nvGrpSpPr>
        <p:grpSpPr>
          <a:xfrm>
            <a:off x="723900" y="2286000"/>
            <a:ext cx="3429000" cy="3429000"/>
            <a:chOff x="723900" y="2286000"/>
            <a:chExt cx="3429000" cy="3429000"/>
          </a:xfrm>
        </p:grpSpPr>
        <p:sp>
          <p:nvSpPr>
            <p:cNvPr id="6" name="node01.surface"/>
            <p:cNvSpPr/>
            <p:nvPr/>
          </p:nvSpPr>
          <p:spPr>
            <a:xfrm>
              <a:off x="723900" y="2286000"/>
              <a:ext cx="3429000" cy="3429000"/>
            </a:xfrm>
            <a:prstGeom prst="rect">
              <a:avLst/>
            </a:prstGeom>
            <a:solidFill>
              <a:srgbClr val="070154"/>
            </a:solidFill>
            <a:ln>
              <a:noFill/>
            </a:ln>
          </p:spPr>
        </p:sp>
      </p:grpSp>
      <p:grpSp>
        <p:nvGrpSpPr>
          <p:cNvPr id="54" name="node02"/>
          <p:cNvGrpSpPr/>
          <p:nvPr/>
        </p:nvGrpSpPr>
        <p:grpSpPr>
          <a:xfrm>
            <a:off x="952500" y="2514600"/>
            <a:ext cx="2971800" cy="1143000"/>
            <a:chOff x="952500" y="2514600"/>
            <a:chExt cx="2971800" cy="1143000"/>
          </a:xfrm>
        </p:grpSpPr>
        <p:sp>
          <p:nvSpPr>
            <p:cNvPr id="7" name="node02.text"/>
            <p:cNvSpPr/>
            <p:nvPr/>
          </p:nvSpPr>
          <p:spPr>
            <a:xfrm>
              <a:off x="952500" y="2514600"/>
              <a:ext cx="2971800" cy="11430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FFFFFF"/>
                  </a:solidFill>
                  <a:latin typeface="IBM Plex Sans SemiBold"/>
                  <a:ea typeface="IBM Plex Sans SemiBold"/>
                  <a:cs typeface="IBM Plex Sans SemiBold"/>
                </a:rPr>
                <a:t>Ready for GA when Northfield can confidently</a:t>
              </a:r>
              <a:endParaRPr lang="en-US" sz="2400" spc="-36" kern="0" b="0" i="0" dirty="0">
                <a:solidFill>
                  <a:srgbClr val="FFFFFF"/>
                </a:solidFill>
                <a:latin typeface="IBM Plex Sans SemiBold"/>
                <a:ea typeface="IBM Plex Sans SemiBold"/>
                <a:cs typeface="IBM Plex Sans SemiBold"/>
              </a:endParaRPr>
            </a:p>
          </p:txBody>
        </p:sp>
      </p:grpSp>
      <p:grpSp>
        <p:nvGrpSpPr>
          <p:cNvPr id="55" name="node03"/>
          <p:cNvGrpSpPr/>
          <p:nvPr/>
        </p:nvGrpSpPr>
        <p:grpSpPr>
          <a:xfrm>
            <a:off x="952500" y="3657600"/>
            <a:ext cx="2971800" cy="762000"/>
            <a:chOff x="952500" y="3657600"/>
            <a:chExt cx="2971800" cy="762000"/>
          </a:xfrm>
        </p:grpSpPr>
        <p:sp>
          <p:nvSpPr>
            <p:cNvPr id="8" name="node03.text"/>
            <p:cNvSpPr/>
            <p:nvPr/>
          </p:nvSpPr>
          <p:spPr>
            <a:xfrm>
              <a:off x="952500" y="3657600"/>
              <a:ext cx="2971800" cy="7620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F900D3"/>
                  </a:solidFill>
                  <a:latin typeface="IBM Plex Sans SemiBold"/>
                  <a:ea typeface="IBM Plex Sans SemiBold"/>
                  <a:cs typeface="IBM Plex Sans SemiBold"/>
                </a:rPr>
                <a:t>say yes to the next qualified workload</a:t>
              </a:r>
              <a:endParaRPr lang="en-US" sz="2400" spc="-36" kern="0" b="0" i="0" dirty="0">
                <a:solidFill>
                  <a:srgbClr val="F900D3"/>
                </a:solidFill>
                <a:latin typeface="IBM Plex Sans SemiBold"/>
                <a:ea typeface="IBM Plex Sans SemiBold"/>
                <a:cs typeface="IBM Plex Sans SemiBold"/>
              </a:endParaRPr>
            </a:p>
          </p:txBody>
        </p:sp>
      </p:grpSp>
      <p:grpSp>
        <p:nvGrpSpPr>
          <p:cNvPr id="56" name="node04"/>
          <p:cNvGrpSpPr/>
          <p:nvPr/>
        </p:nvGrpSpPr>
        <p:grpSpPr>
          <a:xfrm>
            <a:off x="952500" y="4800600"/>
            <a:ext cx="2971800" cy="457200"/>
            <a:chOff x="952500" y="4800600"/>
            <a:chExt cx="2971800" cy="457200"/>
          </a:xfrm>
        </p:grpSpPr>
        <p:sp>
          <p:nvSpPr>
            <p:cNvPr id="9" name="node04.text"/>
            <p:cNvSpPr/>
            <p:nvPr/>
          </p:nvSpPr>
          <p:spPr>
            <a:xfrm>
              <a:off x="952500" y="4800600"/>
              <a:ext cx="29718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CED7E6"/>
                  </a:solidFill>
                  <a:latin typeface="IBM Plex Sans"/>
                  <a:ea typeface="IBM Plex Sans"/>
                  <a:cs typeface="IBM Plex Sans"/>
                </a:rPr>
                <a:t>and fulfill the request through one standard enterprise service.</a:t>
              </a:r>
              <a:endParaRPr lang="en-US" sz="1200" spc="0" kern="0" b="0" i="0" dirty="0">
                <a:solidFill>
                  <a:srgbClr val="CED7E6"/>
                </a:solidFill>
                <a:latin typeface="IBM Plex Sans"/>
                <a:ea typeface="IBM Plex Sans"/>
                <a:cs typeface="IBM Plex Sans"/>
              </a:endParaRPr>
            </a:p>
          </p:txBody>
        </p:sp>
      </p:grpSp>
      <p:grpSp>
        <p:nvGrpSpPr>
          <p:cNvPr id="57" name="node05"/>
          <p:cNvGrpSpPr/>
          <p:nvPr/>
        </p:nvGrpSpPr>
        <p:grpSpPr>
          <a:xfrm>
            <a:off x="4381500" y="457200"/>
            <a:ext cx="7086600" cy="5257800"/>
            <a:chOff x="4381500" y="457200"/>
            <a:chExt cx="7086600" cy="5257800"/>
          </a:xfrm>
        </p:grpSpPr>
        <p:sp>
          <p:nvSpPr>
            <p:cNvPr id="10" name="node05.surface"/>
            <p:cNvSpPr/>
            <p:nvPr/>
          </p:nvSpPr>
          <p:spPr>
            <a:xfrm>
              <a:off x="4381500" y="457200"/>
              <a:ext cx="7086600" cy="5257800"/>
            </a:xfrm>
            <a:prstGeom prst="rect">
              <a:avLst/>
            </a:prstGeom>
            <a:solidFill>
              <a:srgbClr val="E8EEF8"/>
            </a:solidFill>
            <a:ln>
              <a:noFill/>
            </a:ln>
          </p:spPr>
        </p:sp>
      </p:grpSp>
      <p:grpSp>
        <p:nvGrpSpPr>
          <p:cNvPr id="58" name="node06"/>
          <p:cNvGrpSpPr/>
          <p:nvPr/>
        </p:nvGrpSpPr>
        <p:grpSpPr>
          <a:xfrm>
            <a:off x="4610100" y="685800"/>
            <a:ext cx="3200400" cy="304800"/>
            <a:chOff x="4610100" y="685800"/>
            <a:chExt cx="3200400" cy="304800"/>
          </a:xfrm>
        </p:grpSpPr>
        <p:sp>
          <p:nvSpPr>
            <p:cNvPr id="11" name="node06.text"/>
            <p:cNvSpPr/>
            <p:nvPr/>
          </p:nvSpPr>
          <p:spPr>
            <a:xfrm>
              <a:off x="4610100" y="685800"/>
              <a:ext cx="32004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Architecture approved</a:t>
              </a:r>
              <a:endParaRPr lang="en-US" sz="1800" spc="-18" kern="0" b="0" i="0" dirty="0">
                <a:solidFill>
                  <a:srgbClr val="070154"/>
                </a:solidFill>
                <a:latin typeface="IBM Plex Sans SemiBold"/>
                <a:ea typeface="IBM Plex Sans SemiBold"/>
                <a:cs typeface="IBM Plex Sans SemiBold"/>
              </a:endParaRPr>
            </a:p>
          </p:txBody>
        </p:sp>
      </p:grpSp>
      <p:grpSp>
        <p:nvGrpSpPr>
          <p:cNvPr id="59" name="node07"/>
          <p:cNvGrpSpPr/>
          <p:nvPr/>
        </p:nvGrpSpPr>
        <p:grpSpPr>
          <a:xfrm>
            <a:off x="4610100" y="990600"/>
            <a:ext cx="3200400" cy="762000"/>
            <a:chOff x="4610100" y="990600"/>
            <a:chExt cx="3200400" cy="762000"/>
          </a:xfrm>
        </p:grpSpPr>
        <p:sp>
          <p:nvSpPr>
            <p:cNvPr id="12" name="node07.source-001.bullet"/>
            <p:cNvSpPr/>
            <p:nvPr/>
          </p:nvSpPr>
          <p:spPr>
            <a:xfrm>
              <a:off x="4610100" y="1079500"/>
              <a:ext cx="38100" cy="38100"/>
            </a:xfrm>
            <a:prstGeom prst="rect">
              <a:avLst/>
            </a:prstGeom>
            <a:solidFill>
              <a:srgbClr val="070154"/>
            </a:solidFill>
            <a:ln>
              <a:noFill/>
            </a:ln>
          </p:spPr>
        </p:sp>
        <p:sp>
          <p:nvSpPr>
            <p:cNvPr id="13" name="node07.source-001.text"/>
            <p:cNvSpPr/>
            <p:nvPr/>
          </p:nvSpPr>
          <p:spPr>
            <a:xfrm>
              <a:off x="4762500" y="990600"/>
              <a:ext cx="3048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Role in the data estate is clear</a:t>
              </a:r>
              <a:endParaRPr lang="en-US" sz="1200" spc="0" kern="0" b="0" i="0" dirty="0">
                <a:solidFill>
                  <a:srgbClr val="070154"/>
                </a:solidFill>
                <a:latin typeface="IBM Plex Sans"/>
                <a:ea typeface="IBM Plex Sans"/>
                <a:cs typeface="IBM Plex Sans"/>
              </a:endParaRPr>
            </a:p>
          </p:txBody>
        </p:sp>
        <p:sp>
          <p:nvSpPr>
            <p:cNvPr id="14" name="node07.source-002.bullet"/>
            <p:cNvSpPr/>
            <p:nvPr/>
          </p:nvSpPr>
          <p:spPr>
            <a:xfrm>
              <a:off x="4610100" y="1346200"/>
              <a:ext cx="38100" cy="38100"/>
            </a:xfrm>
            <a:prstGeom prst="rect">
              <a:avLst/>
            </a:prstGeom>
            <a:solidFill>
              <a:srgbClr val="070154"/>
            </a:solidFill>
            <a:ln>
              <a:noFill/>
            </a:ln>
          </p:spPr>
        </p:sp>
        <p:sp>
          <p:nvSpPr>
            <p:cNvPr id="15" name="node07.source-002.text"/>
            <p:cNvSpPr/>
            <p:nvPr/>
          </p:nvSpPr>
          <p:spPr>
            <a:xfrm>
              <a:off x="4762500" y="1257300"/>
              <a:ext cx="3048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Placement criteria documented</a:t>
              </a:r>
              <a:endParaRPr lang="en-US" sz="1200" spc="0" kern="0" b="0" i="0" dirty="0">
                <a:solidFill>
                  <a:srgbClr val="070154"/>
                </a:solidFill>
                <a:latin typeface="IBM Plex Sans"/>
                <a:ea typeface="IBM Plex Sans"/>
                <a:cs typeface="IBM Plex Sans"/>
              </a:endParaRPr>
            </a:p>
          </p:txBody>
        </p:sp>
        <p:sp>
          <p:nvSpPr>
            <p:cNvPr id="16" name="node07.source-003.bullet"/>
            <p:cNvSpPr/>
            <p:nvPr/>
          </p:nvSpPr>
          <p:spPr>
            <a:xfrm>
              <a:off x="4610100" y="1612900"/>
              <a:ext cx="38100" cy="38100"/>
            </a:xfrm>
            <a:prstGeom prst="rect">
              <a:avLst/>
            </a:prstGeom>
            <a:solidFill>
              <a:srgbClr val="070154"/>
            </a:solidFill>
            <a:ln>
              <a:noFill/>
            </a:ln>
          </p:spPr>
        </p:sp>
        <p:sp>
          <p:nvSpPr>
            <p:cNvPr id="17" name="node07.source-003.text"/>
            <p:cNvSpPr/>
            <p:nvPr/>
          </p:nvSpPr>
          <p:spPr>
            <a:xfrm>
              <a:off x="4762500" y="1524000"/>
              <a:ext cx="3048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Approved patterns established</a:t>
              </a:r>
              <a:endParaRPr lang="en-US" sz="1200" spc="0" kern="0" b="0" i="0" dirty="0">
                <a:solidFill>
                  <a:srgbClr val="070154"/>
                </a:solidFill>
                <a:latin typeface="IBM Plex Sans"/>
                <a:ea typeface="IBM Plex Sans"/>
                <a:cs typeface="IBM Plex Sans"/>
              </a:endParaRPr>
            </a:p>
          </p:txBody>
        </p:sp>
      </p:grpSp>
      <p:grpSp>
        <p:nvGrpSpPr>
          <p:cNvPr id="60" name="node08"/>
          <p:cNvGrpSpPr/>
          <p:nvPr/>
        </p:nvGrpSpPr>
        <p:grpSpPr>
          <a:xfrm>
            <a:off x="8039100" y="685800"/>
            <a:ext cx="3200400" cy="304800"/>
            <a:chOff x="8039100" y="685800"/>
            <a:chExt cx="3200400" cy="304800"/>
          </a:xfrm>
        </p:grpSpPr>
        <p:sp>
          <p:nvSpPr>
            <p:cNvPr id="18" name="node08.text"/>
            <p:cNvSpPr/>
            <p:nvPr/>
          </p:nvSpPr>
          <p:spPr>
            <a:xfrm>
              <a:off x="8039100" y="685800"/>
              <a:ext cx="32004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Secure and governed</a:t>
              </a:r>
              <a:endParaRPr lang="en-US" sz="1800" spc="-18" kern="0" b="0" i="0" dirty="0">
                <a:solidFill>
                  <a:srgbClr val="070154"/>
                </a:solidFill>
                <a:latin typeface="IBM Plex Sans SemiBold"/>
                <a:ea typeface="IBM Plex Sans SemiBold"/>
                <a:cs typeface="IBM Plex Sans SemiBold"/>
              </a:endParaRPr>
            </a:p>
          </p:txBody>
        </p:sp>
      </p:grpSp>
      <p:grpSp>
        <p:nvGrpSpPr>
          <p:cNvPr id="61" name="node09"/>
          <p:cNvGrpSpPr/>
          <p:nvPr/>
        </p:nvGrpSpPr>
        <p:grpSpPr>
          <a:xfrm>
            <a:off x="8039100" y="990600"/>
            <a:ext cx="3200400" cy="762000"/>
            <a:chOff x="8039100" y="990600"/>
            <a:chExt cx="3200400" cy="762000"/>
          </a:xfrm>
        </p:grpSpPr>
        <p:sp>
          <p:nvSpPr>
            <p:cNvPr id="19" name="node09.source-001.bullet"/>
            <p:cNvSpPr/>
            <p:nvPr/>
          </p:nvSpPr>
          <p:spPr>
            <a:xfrm>
              <a:off x="8039100" y="1079500"/>
              <a:ext cx="38100" cy="38100"/>
            </a:xfrm>
            <a:prstGeom prst="rect">
              <a:avLst/>
            </a:prstGeom>
            <a:solidFill>
              <a:srgbClr val="070154"/>
            </a:solidFill>
            <a:ln>
              <a:noFill/>
            </a:ln>
          </p:spPr>
        </p:sp>
        <p:sp>
          <p:nvSpPr>
            <p:cNvPr id="20" name="node09.source-001.text"/>
            <p:cNvSpPr/>
            <p:nvPr/>
          </p:nvSpPr>
          <p:spPr>
            <a:xfrm>
              <a:off x="8191500" y="990600"/>
              <a:ext cx="3048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Identity and workspace segmentation</a:t>
              </a:r>
              <a:endParaRPr lang="en-US" sz="1200" spc="0" kern="0" b="0" i="0" dirty="0">
                <a:solidFill>
                  <a:srgbClr val="070154"/>
                </a:solidFill>
                <a:latin typeface="IBM Plex Sans"/>
                <a:ea typeface="IBM Plex Sans"/>
                <a:cs typeface="IBM Plex Sans"/>
              </a:endParaRPr>
            </a:p>
          </p:txBody>
        </p:sp>
        <p:sp>
          <p:nvSpPr>
            <p:cNvPr id="21" name="node09.source-002.bullet"/>
            <p:cNvSpPr/>
            <p:nvPr/>
          </p:nvSpPr>
          <p:spPr>
            <a:xfrm>
              <a:off x="8039100" y="1346200"/>
              <a:ext cx="38100" cy="38100"/>
            </a:xfrm>
            <a:prstGeom prst="rect">
              <a:avLst/>
            </a:prstGeom>
            <a:solidFill>
              <a:srgbClr val="070154"/>
            </a:solidFill>
            <a:ln>
              <a:noFill/>
            </a:ln>
          </p:spPr>
        </p:sp>
        <p:sp>
          <p:nvSpPr>
            <p:cNvPr id="22" name="node09.source-002.text"/>
            <p:cNvSpPr/>
            <p:nvPr/>
          </p:nvSpPr>
          <p:spPr>
            <a:xfrm>
              <a:off x="8191500" y="1257300"/>
              <a:ext cx="3048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Lineage and catalog integration</a:t>
              </a:r>
              <a:endParaRPr lang="en-US" sz="1200" spc="0" kern="0" b="0" i="0" dirty="0">
                <a:solidFill>
                  <a:srgbClr val="070154"/>
                </a:solidFill>
                <a:latin typeface="IBM Plex Sans"/>
                <a:ea typeface="IBM Plex Sans"/>
                <a:cs typeface="IBM Plex Sans"/>
              </a:endParaRPr>
            </a:p>
          </p:txBody>
        </p:sp>
        <p:sp>
          <p:nvSpPr>
            <p:cNvPr id="23" name="node09.source-003.bullet"/>
            <p:cNvSpPr/>
            <p:nvPr/>
          </p:nvSpPr>
          <p:spPr>
            <a:xfrm>
              <a:off x="8039100" y="1612900"/>
              <a:ext cx="38100" cy="38100"/>
            </a:xfrm>
            <a:prstGeom prst="rect">
              <a:avLst/>
            </a:prstGeom>
            <a:solidFill>
              <a:srgbClr val="070154"/>
            </a:solidFill>
            <a:ln>
              <a:noFill/>
            </a:ln>
          </p:spPr>
        </p:sp>
        <p:sp>
          <p:nvSpPr>
            <p:cNvPr id="24" name="node09.source-003.text"/>
            <p:cNvSpPr/>
            <p:nvPr/>
          </p:nvSpPr>
          <p:spPr>
            <a:xfrm>
              <a:off x="8191500" y="1524000"/>
              <a:ext cx="3048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Controls tested, remediation defined</a:t>
              </a:r>
              <a:endParaRPr lang="en-US" sz="1200" spc="0" kern="0" b="0" i="0" dirty="0">
                <a:solidFill>
                  <a:srgbClr val="070154"/>
                </a:solidFill>
                <a:latin typeface="IBM Plex Sans"/>
                <a:ea typeface="IBM Plex Sans"/>
                <a:cs typeface="IBM Plex Sans"/>
              </a:endParaRPr>
            </a:p>
          </p:txBody>
        </p:sp>
      </p:grpSp>
      <p:grpSp>
        <p:nvGrpSpPr>
          <p:cNvPr id="62" name="node10"/>
          <p:cNvGrpSpPr/>
          <p:nvPr/>
        </p:nvGrpSpPr>
        <p:grpSpPr>
          <a:xfrm>
            <a:off x="4610100" y="2286000"/>
            <a:ext cx="3200400" cy="304800"/>
            <a:chOff x="4610100" y="2286000"/>
            <a:chExt cx="3200400" cy="304800"/>
          </a:xfrm>
        </p:grpSpPr>
        <p:sp>
          <p:nvSpPr>
            <p:cNvPr id="25" name="node10.text"/>
            <p:cNvSpPr/>
            <p:nvPr/>
          </p:nvSpPr>
          <p:spPr>
            <a:xfrm>
              <a:off x="4610100" y="2286000"/>
              <a:ext cx="32004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Automated and repeatable</a:t>
              </a:r>
              <a:endParaRPr lang="en-US" sz="1800" spc="-18" kern="0" b="0" i="0" dirty="0">
                <a:solidFill>
                  <a:srgbClr val="070154"/>
                </a:solidFill>
                <a:latin typeface="IBM Plex Sans SemiBold"/>
                <a:ea typeface="IBM Plex Sans SemiBold"/>
                <a:cs typeface="IBM Plex Sans SemiBold"/>
              </a:endParaRPr>
            </a:p>
          </p:txBody>
        </p:sp>
      </p:grpSp>
      <p:grpSp>
        <p:nvGrpSpPr>
          <p:cNvPr id="63" name="node11"/>
          <p:cNvGrpSpPr/>
          <p:nvPr/>
        </p:nvGrpSpPr>
        <p:grpSpPr>
          <a:xfrm>
            <a:off x="4610100" y="2590800"/>
            <a:ext cx="3200400" cy="762000"/>
            <a:chOff x="4610100" y="2590800"/>
            <a:chExt cx="3200400" cy="762000"/>
          </a:xfrm>
        </p:grpSpPr>
        <p:sp>
          <p:nvSpPr>
            <p:cNvPr id="26" name="node11.source-001.bullet"/>
            <p:cNvSpPr/>
            <p:nvPr/>
          </p:nvSpPr>
          <p:spPr>
            <a:xfrm>
              <a:off x="4610100" y="2679700"/>
              <a:ext cx="38100" cy="38100"/>
            </a:xfrm>
            <a:prstGeom prst="rect">
              <a:avLst/>
            </a:prstGeom>
            <a:solidFill>
              <a:srgbClr val="070154"/>
            </a:solidFill>
            <a:ln>
              <a:noFill/>
            </a:ln>
          </p:spPr>
        </p:sp>
        <p:sp>
          <p:nvSpPr>
            <p:cNvPr id="27" name="node11.source-001.text"/>
            <p:cNvSpPr/>
            <p:nvPr/>
          </p:nvSpPr>
          <p:spPr>
            <a:xfrm>
              <a:off x="4762500" y="2590800"/>
              <a:ext cx="3048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Environments provisioned consistently</a:t>
              </a:r>
              <a:endParaRPr lang="en-US" sz="1200" spc="0" kern="0" b="0" i="0" dirty="0">
                <a:solidFill>
                  <a:srgbClr val="070154"/>
                </a:solidFill>
                <a:latin typeface="IBM Plex Sans"/>
                <a:ea typeface="IBM Plex Sans"/>
                <a:cs typeface="IBM Plex Sans"/>
              </a:endParaRPr>
            </a:p>
          </p:txBody>
        </p:sp>
        <p:sp>
          <p:nvSpPr>
            <p:cNvPr id="28" name="node11.source-002.bullet"/>
            <p:cNvSpPr/>
            <p:nvPr/>
          </p:nvSpPr>
          <p:spPr>
            <a:xfrm>
              <a:off x="4610100" y="2946400"/>
              <a:ext cx="38100" cy="38100"/>
            </a:xfrm>
            <a:prstGeom prst="rect">
              <a:avLst/>
            </a:prstGeom>
            <a:solidFill>
              <a:srgbClr val="070154"/>
            </a:solidFill>
            <a:ln>
              <a:noFill/>
            </a:ln>
          </p:spPr>
        </p:sp>
        <p:sp>
          <p:nvSpPr>
            <p:cNvPr id="29" name="node11.source-002.text"/>
            <p:cNvSpPr/>
            <p:nvPr/>
          </p:nvSpPr>
          <p:spPr>
            <a:xfrm>
              <a:off x="4762500" y="2857500"/>
              <a:ext cx="3048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Policies embedded in automation</a:t>
              </a:r>
              <a:endParaRPr lang="en-US" sz="1200" spc="0" kern="0" b="0" i="0" dirty="0">
                <a:solidFill>
                  <a:srgbClr val="070154"/>
                </a:solidFill>
                <a:latin typeface="IBM Plex Sans"/>
                <a:ea typeface="IBM Plex Sans"/>
                <a:cs typeface="IBM Plex Sans"/>
              </a:endParaRPr>
            </a:p>
          </p:txBody>
        </p:sp>
        <p:sp>
          <p:nvSpPr>
            <p:cNvPr id="30" name="node11.source-003.bullet"/>
            <p:cNvSpPr/>
            <p:nvPr/>
          </p:nvSpPr>
          <p:spPr>
            <a:xfrm>
              <a:off x="4610100" y="3213100"/>
              <a:ext cx="38100" cy="38100"/>
            </a:xfrm>
            <a:prstGeom prst="rect">
              <a:avLst/>
            </a:prstGeom>
            <a:solidFill>
              <a:srgbClr val="070154"/>
            </a:solidFill>
            <a:ln>
              <a:noFill/>
            </a:ln>
          </p:spPr>
        </p:sp>
        <p:sp>
          <p:nvSpPr>
            <p:cNvPr id="31" name="node11.source-003.text"/>
            <p:cNvSpPr/>
            <p:nvPr/>
          </p:nvSpPr>
          <p:spPr>
            <a:xfrm>
              <a:off x="4762500" y="3124200"/>
              <a:ext cx="3048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Manual activities kept to a minimum</a:t>
              </a:r>
              <a:endParaRPr lang="en-US" sz="1200" spc="0" kern="0" b="0" i="0" dirty="0">
                <a:solidFill>
                  <a:srgbClr val="070154"/>
                </a:solidFill>
                <a:latin typeface="IBM Plex Sans"/>
                <a:ea typeface="IBM Plex Sans"/>
                <a:cs typeface="IBM Plex Sans"/>
              </a:endParaRPr>
            </a:p>
          </p:txBody>
        </p:sp>
      </p:grpSp>
      <p:grpSp>
        <p:nvGrpSpPr>
          <p:cNvPr id="64" name="node12"/>
          <p:cNvGrpSpPr/>
          <p:nvPr/>
        </p:nvGrpSpPr>
        <p:grpSpPr>
          <a:xfrm>
            <a:off x="8039100" y="2286000"/>
            <a:ext cx="3200400" cy="304800"/>
            <a:chOff x="8039100" y="2286000"/>
            <a:chExt cx="3200400" cy="304800"/>
          </a:xfrm>
        </p:grpSpPr>
        <p:sp>
          <p:nvSpPr>
            <p:cNvPr id="32" name="node12.text"/>
            <p:cNvSpPr/>
            <p:nvPr/>
          </p:nvSpPr>
          <p:spPr>
            <a:xfrm>
              <a:off x="8039100" y="2286000"/>
              <a:ext cx="32004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Observable and supportable</a:t>
              </a:r>
              <a:endParaRPr lang="en-US" sz="1800" spc="-18" kern="0" b="0" i="0" dirty="0">
                <a:solidFill>
                  <a:srgbClr val="070154"/>
                </a:solidFill>
                <a:latin typeface="IBM Plex Sans SemiBold"/>
                <a:ea typeface="IBM Plex Sans SemiBold"/>
                <a:cs typeface="IBM Plex Sans SemiBold"/>
              </a:endParaRPr>
            </a:p>
          </p:txBody>
        </p:sp>
      </p:grpSp>
      <p:grpSp>
        <p:nvGrpSpPr>
          <p:cNvPr id="65" name="node13"/>
          <p:cNvGrpSpPr/>
          <p:nvPr/>
        </p:nvGrpSpPr>
        <p:grpSpPr>
          <a:xfrm>
            <a:off x="8039100" y="2590800"/>
            <a:ext cx="3200400" cy="762000"/>
            <a:chOff x="8039100" y="2590800"/>
            <a:chExt cx="3200400" cy="762000"/>
          </a:xfrm>
        </p:grpSpPr>
        <p:sp>
          <p:nvSpPr>
            <p:cNvPr id="33" name="node13.source-001.bullet"/>
            <p:cNvSpPr/>
            <p:nvPr/>
          </p:nvSpPr>
          <p:spPr>
            <a:xfrm>
              <a:off x="8039100" y="2679700"/>
              <a:ext cx="38100" cy="38100"/>
            </a:xfrm>
            <a:prstGeom prst="rect">
              <a:avLst/>
            </a:prstGeom>
            <a:solidFill>
              <a:srgbClr val="070154"/>
            </a:solidFill>
            <a:ln>
              <a:noFill/>
            </a:ln>
          </p:spPr>
        </p:sp>
        <p:sp>
          <p:nvSpPr>
            <p:cNvPr id="34" name="node13.source-001.text"/>
            <p:cNvSpPr/>
            <p:nvPr/>
          </p:nvSpPr>
          <p:spPr>
            <a:xfrm>
              <a:off x="8191500" y="2590800"/>
              <a:ext cx="3048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Health, usage and cost visible</a:t>
              </a:r>
              <a:endParaRPr lang="en-US" sz="1200" spc="0" kern="0" b="0" i="0" dirty="0">
                <a:solidFill>
                  <a:srgbClr val="070154"/>
                </a:solidFill>
                <a:latin typeface="IBM Plex Sans"/>
                <a:ea typeface="IBM Plex Sans"/>
                <a:cs typeface="IBM Plex Sans"/>
              </a:endParaRPr>
            </a:p>
          </p:txBody>
        </p:sp>
        <p:sp>
          <p:nvSpPr>
            <p:cNvPr id="35" name="node13.source-002.bullet"/>
            <p:cNvSpPr/>
            <p:nvPr/>
          </p:nvSpPr>
          <p:spPr>
            <a:xfrm>
              <a:off x="8039100" y="2946400"/>
              <a:ext cx="38100" cy="38100"/>
            </a:xfrm>
            <a:prstGeom prst="rect">
              <a:avLst/>
            </a:prstGeom>
            <a:solidFill>
              <a:srgbClr val="070154"/>
            </a:solidFill>
            <a:ln>
              <a:noFill/>
            </a:ln>
          </p:spPr>
        </p:sp>
        <p:sp>
          <p:nvSpPr>
            <p:cNvPr id="36" name="node13.source-002.text"/>
            <p:cNvSpPr/>
            <p:nvPr/>
          </p:nvSpPr>
          <p:spPr>
            <a:xfrm>
              <a:off x="8191500" y="2857500"/>
              <a:ext cx="3048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Alerting and runbooks in place</a:t>
              </a:r>
              <a:endParaRPr lang="en-US" sz="1200" spc="0" kern="0" b="0" i="0" dirty="0">
                <a:solidFill>
                  <a:srgbClr val="070154"/>
                </a:solidFill>
                <a:latin typeface="IBM Plex Sans"/>
                <a:ea typeface="IBM Plex Sans"/>
                <a:cs typeface="IBM Plex Sans"/>
              </a:endParaRPr>
            </a:p>
          </p:txBody>
        </p:sp>
        <p:sp>
          <p:nvSpPr>
            <p:cNvPr id="37" name="node13.source-003.bullet"/>
            <p:cNvSpPr/>
            <p:nvPr/>
          </p:nvSpPr>
          <p:spPr>
            <a:xfrm>
              <a:off x="8039100" y="3213100"/>
              <a:ext cx="38100" cy="38100"/>
            </a:xfrm>
            <a:prstGeom prst="rect">
              <a:avLst/>
            </a:prstGeom>
            <a:solidFill>
              <a:srgbClr val="070154"/>
            </a:solidFill>
            <a:ln>
              <a:noFill/>
            </a:ln>
          </p:spPr>
        </p:sp>
        <p:sp>
          <p:nvSpPr>
            <p:cNvPr id="38" name="node13.source-003.text"/>
            <p:cNvSpPr/>
            <p:nvPr/>
          </p:nvSpPr>
          <p:spPr>
            <a:xfrm>
              <a:off x="8191500" y="3124200"/>
              <a:ext cx="3048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Ownership and support established</a:t>
              </a:r>
              <a:endParaRPr lang="en-US" sz="1200" spc="0" kern="0" b="0" i="0" dirty="0">
                <a:solidFill>
                  <a:srgbClr val="070154"/>
                </a:solidFill>
                <a:latin typeface="IBM Plex Sans"/>
                <a:ea typeface="IBM Plex Sans"/>
                <a:cs typeface="IBM Plex Sans"/>
              </a:endParaRPr>
            </a:p>
          </p:txBody>
        </p:sp>
      </p:grpSp>
      <p:grpSp>
        <p:nvGrpSpPr>
          <p:cNvPr id="66" name="node14"/>
          <p:cNvGrpSpPr/>
          <p:nvPr/>
        </p:nvGrpSpPr>
        <p:grpSpPr>
          <a:xfrm>
            <a:off x="4610100" y="3886200"/>
            <a:ext cx="3200400" cy="304800"/>
            <a:chOff x="4610100" y="3886200"/>
            <a:chExt cx="3200400" cy="304800"/>
          </a:xfrm>
        </p:grpSpPr>
        <p:sp>
          <p:nvSpPr>
            <p:cNvPr id="39" name="node14.text"/>
            <p:cNvSpPr/>
            <p:nvPr/>
          </p:nvSpPr>
          <p:spPr>
            <a:xfrm>
              <a:off x="4610100" y="3886200"/>
              <a:ext cx="32004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Adoptable and consumable</a:t>
              </a:r>
              <a:endParaRPr lang="en-US" sz="1800" spc="-18" kern="0" b="0" i="0" dirty="0">
                <a:solidFill>
                  <a:srgbClr val="070154"/>
                </a:solidFill>
                <a:latin typeface="IBM Plex Sans SemiBold"/>
                <a:ea typeface="IBM Plex Sans SemiBold"/>
                <a:cs typeface="IBM Plex Sans SemiBold"/>
              </a:endParaRPr>
            </a:p>
          </p:txBody>
        </p:sp>
      </p:grpSp>
      <p:grpSp>
        <p:nvGrpSpPr>
          <p:cNvPr id="67" name="node15"/>
          <p:cNvGrpSpPr/>
          <p:nvPr/>
        </p:nvGrpSpPr>
        <p:grpSpPr>
          <a:xfrm>
            <a:off x="4610100" y="4191000"/>
            <a:ext cx="3200400" cy="762000"/>
            <a:chOff x="4610100" y="4191000"/>
            <a:chExt cx="3200400" cy="762000"/>
          </a:xfrm>
        </p:grpSpPr>
        <p:sp>
          <p:nvSpPr>
            <p:cNvPr id="40" name="node15.source-001.bullet"/>
            <p:cNvSpPr/>
            <p:nvPr/>
          </p:nvSpPr>
          <p:spPr>
            <a:xfrm>
              <a:off x="4610100" y="4279900"/>
              <a:ext cx="38100" cy="38100"/>
            </a:xfrm>
            <a:prstGeom prst="rect">
              <a:avLst/>
            </a:prstGeom>
            <a:solidFill>
              <a:srgbClr val="070154"/>
            </a:solidFill>
            <a:ln>
              <a:noFill/>
            </a:ln>
          </p:spPr>
        </p:sp>
        <p:sp>
          <p:nvSpPr>
            <p:cNvPr id="41" name="node15.source-001.text"/>
            <p:cNvSpPr/>
            <p:nvPr/>
          </p:nvSpPr>
          <p:spPr>
            <a:xfrm>
              <a:off x="4762500" y="4191000"/>
              <a:ext cx="3048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Clear intake and onboarding</a:t>
              </a:r>
              <a:endParaRPr lang="en-US" sz="1200" spc="0" kern="0" b="0" i="0" dirty="0">
                <a:solidFill>
                  <a:srgbClr val="070154"/>
                </a:solidFill>
                <a:latin typeface="IBM Plex Sans"/>
                <a:ea typeface="IBM Plex Sans"/>
                <a:cs typeface="IBM Plex Sans"/>
              </a:endParaRPr>
            </a:p>
          </p:txBody>
        </p:sp>
        <p:sp>
          <p:nvSpPr>
            <p:cNvPr id="42" name="node15.source-002.bullet"/>
            <p:cNvSpPr/>
            <p:nvPr/>
          </p:nvSpPr>
          <p:spPr>
            <a:xfrm>
              <a:off x="4610100" y="4546600"/>
              <a:ext cx="38100" cy="38100"/>
            </a:xfrm>
            <a:prstGeom prst="rect">
              <a:avLst/>
            </a:prstGeom>
            <a:solidFill>
              <a:srgbClr val="070154"/>
            </a:solidFill>
            <a:ln>
              <a:noFill/>
            </a:ln>
          </p:spPr>
        </p:sp>
        <p:sp>
          <p:nvSpPr>
            <p:cNvPr id="43" name="node15.source-002.text"/>
            <p:cNvSpPr/>
            <p:nvPr/>
          </p:nvSpPr>
          <p:spPr>
            <a:xfrm>
              <a:off x="4762500" y="4457700"/>
              <a:ext cx="3048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Documentation and training ready</a:t>
              </a:r>
              <a:endParaRPr lang="en-US" sz="1200" spc="0" kern="0" b="0" i="0" dirty="0">
                <a:solidFill>
                  <a:srgbClr val="070154"/>
                </a:solidFill>
                <a:latin typeface="IBM Plex Sans"/>
                <a:ea typeface="IBM Plex Sans"/>
                <a:cs typeface="IBM Plex Sans"/>
              </a:endParaRPr>
            </a:p>
          </p:txBody>
        </p:sp>
        <p:sp>
          <p:nvSpPr>
            <p:cNvPr id="44" name="node15.source-003.bullet"/>
            <p:cNvSpPr/>
            <p:nvPr/>
          </p:nvSpPr>
          <p:spPr>
            <a:xfrm>
              <a:off x="4610100" y="4813300"/>
              <a:ext cx="38100" cy="38100"/>
            </a:xfrm>
            <a:prstGeom prst="rect">
              <a:avLst/>
            </a:prstGeom>
            <a:solidFill>
              <a:srgbClr val="070154"/>
            </a:solidFill>
            <a:ln>
              <a:noFill/>
            </a:ln>
          </p:spPr>
        </p:sp>
        <p:sp>
          <p:nvSpPr>
            <p:cNvPr id="45" name="node15.source-003.text"/>
            <p:cNvSpPr/>
            <p:nvPr/>
          </p:nvSpPr>
          <p:spPr>
            <a:xfrm>
              <a:off x="4762500" y="4724400"/>
              <a:ext cx="3048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Teams know when to use it</a:t>
              </a:r>
              <a:endParaRPr lang="en-US" sz="1200" spc="0" kern="0" b="0" i="0" dirty="0">
                <a:solidFill>
                  <a:srgbClr val="070154"/>
                </a:solidFill>
                <a:latin typeface="IBM Plex Sans"/>
                <a:ea typeface="IBM Plex Sans"/>
                <a:cs typeface="IBM Plex Sans"/>
              </a:endParaRPr>
            </a:p>
          </p:txBody>
        </p:sp>
      </p:grpSp>
      <p:grpSp>
        <p:nvGrpSpPr>
          <p:cNvPr id="68" name="node16"/>
          <p:cNvGrpSpPr/>
          <p:nvPr/>
        </p:nvGrpSpPr>
        <p:grpSpPr>
          <a:xfrm>
            <a:off x="8039100" y="3886200"/>
            <a:ext cx="3200400" cy="304800"/>
            <a:chOff x="8039100" y="3886200"/>
            <a:chExt cx="3200400" cy="304800"/>
          </a:xfrm>
        </p:grpSpPr>
        <p:sp>
          <p:nvSpPr>
            <p:cNvPr id="46" name="node16.text"/>
            <p:cNvSpPr/>
            <p:nvPr/>
          </p:nvSpPr>
          <p:spPr>
            <a:xfrm>
              <a:off x="8039100" y="3886200"/>
              <a:ext cx="32004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Owned and sustainable</a:t>
              </a:r>
              <a:endParaRPr lang="en-US" sz="1800" spc="-18" kern="0" b="0" i="0" dirty="0">
                <a:solidFill>
                  <a:srgbClr val="070154"/>
                </a:solidFill>
                <a:latin typeface="IBM Plex Sans SemiBold"/>
                <a:ea typeface="IBM Plex Sans SemiBold"/>
                <a:cs typeface="IBM Plex Sans SemiBold"/>
              </a:endParaRPr>
            </a:p>
          </p:txBody>
        </p:sp>
      </p:grpSp>
      <p:grpSp>
        <p:nvGrpSpPr>
          <p:cNvPr id="69" name="node17"/>
          <p:cNvGrpSpPr/>
          <p:nvPr/>
        </p:nvGrpSpPr>
        <p:grpSpPr>
          <a:xfrm>
            <a:off x="8039100" y="4191000"/>
            <a:ext cx="3200400" cy="762000"/>
            <a:chOff x="8039100" y="4191000"/>
            <a:chExt cx="3200400" cy="762000"/>
          </a:xfrm>
        </p:grpSpPr>
        <p:sp>
          <p:nvSpPr>
            <p:cNvPr id="47" name="node17.source-001.bullet"/>
            <p:cNvSpPr/>
            <p:nvPr/>
          </p:nvSpPr>
          <p:spPr>
            <a:xfrm>
              <a:off x="8039100" y="4279900"/>
              <a:ext cx="38100" cy="38100"/>
            </a:xfrm>
            <a:prstGeom prst="rect">
              <a:avLst/>
            </a:prstGeom>
            <a:solidFill>
              <a:srgbClr val="070154"/>
            </a:solidFill>
            <a:ln>
              <a:noFill/>
            </a:ln>
          </p:spPr>
        </p:sp>
        <p:sp>
          <p:nvSpPr>
            <p:cNvPr id="48" name="node17.source-001.text"/>
            <p:cNvSpPr/>
            <p:nvPr/>
          </p:nvSpPr>
          <p:spPr>
            <a:xfrm>
              <a:off x="8191500" y="4191000"/>
              <a:ext cx="3048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Roles and decision rights clear</a:t>
              </a:r>
              <a:endParaRPr lang="en-US" sz="1200" spc="0" kern="0" b="0" i="0" dirty="0">
                <a:solidFill>
                  <a:srgbClr val="070154"/>
                </a:solidFill>
                <a:latin typeface="IBM Plex Sans"/>
                <a:ea typeface="IBM Plex Sans"/>
                <a:cs typeface="IBM Plex Sans"/>
              </a:endParaRPr>
            </a:p>
          </p:txBody>
        </p:sp>
        <p:sp>
          <p:nvSpPr>
            <p:cNvPr id="49" name="node17.source-002.bullet"/>
            <p:cNvSpPr/>
            <p:nvPr/>
          </p:nvSpPr>
          <p:spPr>
            <a:xfrm>
              <a:off x="8039100" y="4546600"/>
              <a:ext cx="38100" cy="38100"/>
            </a:xfrm>
            <a:prstGeom prst="rect">
              <a:avLst/>
            </a:prstGeom>
            <a:solidFill>
              <a:srgbClr val="070154"/>
            </a:solidFill>
            <a:ln>
              <a:noFill/>
            </a:ln>
          </p:spPr>
        </p:sp>
        <p:sp>
          <p:nvSpPr>
            <p:cNvPr id="50" name="node17.source-002.text"/>
            <p:cNvSpPr/>
            <p:nvPr/>
          </p:nvSpPr>
          <p:spPr>
            <a:xfrm>
              <a:off x="8191500" y="4457700"/>
              <a:ext cx="3048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Northfield teams can operate it</a:t>
              </a:r>
              <a:endParaRPr lang="en-US" sz="1200" spc="0" kern="0" b="0" i="0" dirty="0">
                <a:solidFill>
                  <a:srgbClr val="070154"/>
                </a:solidFill>
                <a:latin typeface="IBM Plex Sans"/>
                <a:ea typeface="IBM Plex Sans"/>
                <a:cs typeface="IBM Plex Sans"/>
              </a:endParaRPr>
            </a:p>
          </p:txBody>
        </p:sp>
        <p:sp>
          <p:nvSpPr>
            <p:cNvPr id="51" name="node17.source-003.bullet"/>
            <p:cNvSpPr/>
            <p:nvPr/>
          </p:nvSpPr>
          <p:spPr>
            <a:xfrm>
              <a:off x="8039100" y="4813300"/>
              <a:ext cx="38100" cy="38100"/>
            </a:xfrm>
            <a:prstGeom prst="rect">
              <a:avLst/>
            </a:prstGeom>
            <a:solidFill>
              <a:srgbClr val="070154"/>
            </a:solidFill>
            <a:ln>
              <a:noFill/>
            </a:ln>
          </p:spPr>
        </p:sp>
        <p:sp>
          <p:nvSpPr>
            <p:cNvPr id="52" name="node17.source-003.text"/>
            <p:cNvSpPr/>
            <p:nvPr/>
          </p:nvSpPr>
          <p:spPr>
            <a:xfrm>
              <a:off x="8191500" y="4724400"/>
              <a:ext cx="3048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Chargeback mechanisms in place</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name="source-420">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RISK REGISTER</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One risk is both certain and critical</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Northfield program risk register, Sep 2026.</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138</a:t>
            </a:fld>
            <a:endParaRPr lang="en-US" sz="700" spc="0" kern="0" b="0" i="0" dirty="0">
              <a:solidFill>
                <a:srgbClr val="070154"/>
              </a:solidFill>
              <a:latin typeface="IBM Plex Mono SemiBold"/>
              <a:ea typeface="IBM Plex Mono SemiBold"/>
              <a:cs typeface="IBM Plex Mono SemiBold"/>
            </a:endParaRPr>
          </a:p>
        </p:txBody>
      </p:sp>
      <p:grpSp>
        <p:nvGrpSpPr>
          <p:cNvPr id="80" name="node01"/>
          <p:cNvGrpSpPr/>
          <p:nvPr/>
        </p:nvGrpSpPr>
        <p:grpSpPr>
          <a:xfrm>
            <a:off x="723900" y="1600200"/>
            <a:ext cx="6096000" cy="3708400"/>
            <a:chOff x="723900" y="1600200"/>
            <a:chExt cx="6096000" cy="3708400"/>
          </a:xfrm>
        </p:grpSpPr>
        <p:sp>
          <p:nvSpPr>
            <p:cNvPr id="7" name="node01.row.item-001.c1.heat-gap"/>
            <p:cNvSpPr/>
            <p:nvPr/>
          </p:nvSpPr>
          <p:spPr>
            <a:xfrm>
              <a:off x="2247900" y="2260600"/>
              <a:ext cx="914400" cy="609600"/>
            </a:xfrm>
            <a:prstGeom prst="rect">
              <a:avLst/>
            </a:prstGeom>
            <a:solidFill>
              <a:srgbClr val="FFFFFF"/>
            </a:solidFill>
            <a:ln>
              <a:noFill/>
            </a:ln>
          </p:spPr>
        </p:sp>
        <p:sp>
          <p:nvSpPr>
            <p:cNvPr id="8" name="node01.row.item-001.c1.heat"/>
            <p:cNvSpPr/>
            <p:nvPr/>
          </p:nvSpPr>
          <p:spPr>
            <a:xfrm>
              <a:off x="2266950" y="2279650"/>
              <a:ext cx="876300" cy="571500"/>
            </a:xfrm>
            <a:prstGeom prst="rect">
              <a:avLst/>
            </a:prstGeom>
            <a:solidFill>
              <a:srgbClr val="CED7E6"/>
            </a:solidFill>
            <a:ln>
              <a:noFill/>
            </a:ln>
          </p:spPr>
        </p:sp>
        <p:sp>
          <p:nvSpPr>
            <p:cNvPr id="9" name="node01.row.item-001.c2.heat-gap"/>
            <p:cNvSpPr/>
            <p:nvPr/>
          </p:nvSpPr>
          <p:spPr>
            <a:xfrm>
              <a:off x="3162300" y="2260600"/>
              <a:ext cx="914400" cy="609600"/>
            </a:xfrm>
            <a:prstGeom prst="rect">
              <a:avLst/>
            </a:prstGeom>
            <a:solidFill>
              <a:srgbClr val="FFFFFF"/>
            </a:solidFill>
            <a:ln>
              <a:noFill/>
            </a:ln>
          </p:spPr>
        </p:sp>
        <p:sp>
          <p:nvSpPr>
            <p:cNvPr id="10" name="node01.row.item-001.c2.heat"/>
            <p:cNvSpPr/>
            <p:nvPr/>
          </p:nvSpPr>
          <p:spPr>
            <a:xfrm>
              <a:off x="3181350" y="2279650"/>
              <a:ext cx="876300" cy="571500"/>
            </a:xfrm>
            <a:prstGeom prst="rect">
              <a:avLst/>
            </a:prstGeom>
            <a:solidFill>
              <a:srgbClr val="F3D6EE"/>
            </a:solidFill>
            <a:ln>
              <a:noFill/>
            </a:ln>
          </p:spPr>
        </p:sp>
        <p:sp>
          <p:nvSpPr>
            <p:cNvPr id="11" name="node01.row.item-001.c3.heat-gap"/>
            <p:cNvSpPr/>
            <p:nvPr/>
          </p:nvSpPr>
          <p:spPr>
            <a:xfrm>
              <a:off x="4076700" y="2260600"/>
              <a:ext cx="914400" cy="609600"/>
            </a:xfrm>
            <a:prstGeom prst="rect">
              <a:avLst/>
            </a:prstGeom>
            <a:solidFill>
              <a:srgbClr val="FFFFFF"/>
            </a:solidFill>
            <a:ln>
              <a:noFill/>
            </a:ln>
          </p:spPr>
        </p:sp>
        <p:sp>
          <p:nvSpPr>
            <p:cNvPr id="12" name="node01.row.item-001.c3.heat"/>
            <p:cNvSpPr/>
            <p:nvPr/>
          </p:nvSpPr>
          <p:spPr>
            <a:xfrm>
              <a:off x="4095750" y="2279650"/>
              <a:ext cx="876300" cy="571500"/>
            </a:xfrm>
            <a:prstGeom prst="rect">
              <a:avLst/>
            </a:prstGeom>
            <a:solidFill>
              <a:srgbClr val="F3D6EE"/>
            </a:solidFill>
            <a:ln>
              <a:noFill/>
            </a:ln>
          </p:spPr>
        </p:sp>
        <p:sp>
          <p:nvSpPr>
            <p:cNvPr id="13" name="node01.row.item-001.c4.heat-gap"/>
            <p:cNvSpPr/>
            <p:nvPr/>
          </p:nvSpPr>
          <p:spPr>
            <a:xfrm>
              <a:off x="4991100" y="2260600"/>
              <a:ext cx="914400" cy="609600"/>
            </a:xfrm>
            <a:prstGeom prst="rect">
              <a:avLst/>
            </a:prstGeom>
            <a:solidFill>
              <a:srgbClr val="FFFFFF"/>
            </a:solidFill>
            <a:ln>
              <a:noFill/>
            </a:ln>
          </p:spPr>
        </p:sp>
        <p:sp>
          <p:nvSpPr>
            <p:cNvPr id="14" name="node01.row.item-001.c4.heat"/>
            <p:cNvSpPr/>
            <p:nvPr/>
          </p:nvSpPr>
          <p:spPr>
            <a:xfrm>
              <a:off x="5010150" y="2279650"/>
              <a:ext cx="876300" cy="571500"/>
            </a:xfrm>
            <a:prstGeom prst="rect">
              <a:avLst/>
            </a:prstGeom>
            <a:solidFill>
              <a:srgbClr val="FB7FE8"/>
            </a:solidFill>
            <a:ln>
              <a:noFill/>
            </a:ln>
          </p:spPr>
        </p:sp>
        <p:sp>
          <p:nvSpPr>
            <p:cNvPr id="15" name="node01.row.item-001.c5.heat-gap"/>
            <p:cNvSpPr/>
            <p:nvPr/>
          </p:nvSpPr>
          <p:spPr>
            <a:xfrm>
              <a:off x="5905500" y="2260600"/>
              <a:ext cx="914400" cy="609600"/>
            </a:xfrm>
            <a:prstGeom prst="rect">
              <a:avLst/>
            </a:prstGeom>
            <a:solidFill>
              <a:srgbClr val="FFFFFF"/>
            </a:solidFill>
            <a:ln>
              <a:noFill/>
            </a:ln>
          </p:spPr>
        </p:sp>
        <p:sp>
          <p:nvSpPr>
            <p:cNvPr id="16" name="node01.row.item-001.c5.heat"/>
            <p:cNvSpPr/>
            <p:nvPr/>
          </p:nvSpPr>
          <p:spPr>
            <a:xfrm>
              <a:off x="5924550" y="2279650"/>
              <a:ext cx="876300" cy="571500"/>
            </a:xfrm>
            <a:prstGeom prst="rect">
              <a:avLst/>
            </a:prstGeom>
            <a:solidFill>
              <a:srgbClr val="F900D3"/>
            </a:solidFill>
            <a:ln>
              <a:noFill/>
            </a:ln>
          </p:spPr>
        </p:sp>
        <p:sp>
          <p:nvSpPr>
            <p:cNvPr id="17" name="node01.row.item-002.c1.heat-gap"/>
            <p:cNvSpPr/>
            <p:nvPr/>
          </p:nvSpPr>
          <p:spPr>
            <a:xfrm>
              <a:off x="2247900" y="2870200"/>
              <a:ext cx="914400" cy="609600"/>
            </a:xfrm>
            <a:prstGeom prst="rect">
              <a:avLst/>
            </a:prstGeom>
            <a:solidFill>
              <a:srgbClr val="FFFFFF"/>
            </a:solidFill>
            <a:ln>
              <a:noFill/>
            </a:ln>
          </p:spPr>
        </p:sp>
        <p:sp>
          <p:nvSpPr>
            <p:cNvPr id="18" name="node01.row.item-002.c1.heat"/>
            <p:cNvSpPr/>
            <p:nvPr/>
          </p:nvSpPr>
          <p:spPr>
            <a:xfrm>
              <a:off x="2266950" y="2889250"/>
              <a:ext cx="876300" cy="571500"/>
            </a:xfrm>
            <a:prstGeom prst="rect">
              <a:avLst/>
            </a:prstGeom>
            <a:solidFill>
              <a:srgbClr val="CED7E6"/>
            </a:solidFill>
            <a:ln>
              <a:noFill/>
            </a:ln>
          </p:spPr>
        </p:sp>
        <p:sp>
          <p:nvSpPr>
            <p:cNvPr id="19" name="node01.row.item-002.c2.heat-gap"/>
            <p:cNvSpPr/>
            <p:nvPr/>
          </p:nvSpPr>
          <p:spPr>
            <a:xfrm>
              <a:off x="3162300" y="2870200"/>
              <a:ext cx="914400" cy="609600"/>
            </a:xfrm>
            <a:prstGeom prst="rect">
              <a:avLst/>
            </a:prstGeom>
            <a:solidFill>
              <a:srgbClr val="FFFFFF"/>
            </a:solidFill>
            <a:ln>
              <a:noFill/>
            </a:ln>
          </p:spPr>
        </p:sp>
        <p:sp>
          <p:nvSpPr>
            <p:cNvPr id="20" name="node01.row.item-002.c2.heat"/>
            <p:cNvSpPr/>
            <p:nvPr/>
          </p:nvSpPr>
          <p:spPr>
            <a:xfrm>
              <a:off x="3181350" y="2889250"/>
              <a:ext cx="876300" cy="571500"/>
            </a:xfrm>
            <a:prstGeom prst="rect">
              <a:avLst/>
            </a:prstGeom>
            <a:solidFill>
              <a:srgbClr val="CED7E6"/>
            </a:solidFill>
            <a:ln>
              <a:noFill/>
            </a:ln>
          </p:spPr>
        </p:sp>
        <p:sp>
          <p:nvSpPr>
            <p:cNvPr id="21" name="node01.row.item-002.c3.heat-gap"/>
            <p:cNvSpPr/>
            <p:nvPr/>
          </p:nvSpPr>
          <p:spPr>
            <a:xfrm>
              <a:off x="4076700" y="2870200"/>
              <a:ext cx="914400" cy="609600"/>
            </a:xfrm>
            <a:prstGeom prst="rect">
              <a:avLst/>
            </a:prstGeom>
            <a:solidFill>
              <a:srgbClr val="FFFFFF"/>
            </a:solidFill>
            <a:ln>
              <a:noFill/>
            </a:ln>
          </p:spPr>
        </p:sp>
        <p:sp>
          <p:nvSpPr>
            <p:cNvPr id="22" name="node01.row.item-002.c3.heat"/>
            <p:cNvSpPr/>
            <p:nvPr/>
          </p:nvSpPr>
          <p:spPr>
            <a:xfrm>
              <a:off x="4095750" y="2889250"/>
              <a:ext cx="876300" cy="571500"/>
            </a:xfrm>
            <a:prstGeom prst="rect">
              <a:avLst/>
            </a:prstGeom>
            <a:solidFill>
              <a:srgbClr val="F3D6EE"/>
            </a:solidFill>
            <a:ln>
              <a:noFill/>
            </a:ln>
          </p:spPr>
        </p:sp>
        <p:sp>
          <p:nvSpPr>
            <p:cNvPr id="23" name="node01.row.item-002.c4.heat-gap"/>
            <p:cNvSpPr/>
            <p:nvPr/>
          </p:nvSpPr>
          <p:spPr>
            <a:xfrm>
              <a:off x="4991100" y="2870200"/>
              <a:ext cx="914400" cy="609600"/>
            </a:xfrm>
            <a:prstGeom prst="rect">
              <a:avLst/>
            </a:prstGeom>
            <a:solidFill>
              <a:srgbClr val="FFFFFF"/>
            </a:solidFill>
            <a:ln>
              <a:noFill/>
            </a:ln>
          </p:spPr>
        </p:sp>
        <p:sp>
          <p:nvSpPr>
            <p:cNvPr id="24" name="node01.row.item-002.c4.heat"/>
            <p:cNvSpPr/>
            <p:nvPr/>
          </p:nvSpPr>
          <p:spPr>
            <a:xfrm>
              <a:off x="5010150" y="2889250"/>
              <a:ext cx="876300" cy="571500"/>
            </a:xfrm>
            <a:prstGeom prst="rect">
              <a:avLst/>
            </a:prstGeom>
            <a:solidFill>
              <a:srgbClr val="FB7FE8"/>
            </a:solidFill>
            <a:ln>
              <a:noFill/>
            </a:ln>
          </p:spPr>
        </p:sp>
        <p:sp>
          <p:nvSpPr>
            <p:cNvPr id="25" name="node01.row.item-002.c5.heat-gap"/>
            <p:cNvSpPr/>
            <p:nvPr/>
          </p:nvSpPr>
          <p:spPr>
            <a:xfrm>
              <a:off x="5905500" y="2870200"/>
              <a:ext cx="914400" cy="609600"/>
            </a:xfrm>
            <a:prstGeom prst="rect">
              <a:avLst/>
            </a:prstGeom>
            <a:solidFill>
              <a:srgbClr val="FFFFFF"/>
            </a:solidFill>
            <a:ln>
              <a:noFill/>
            </a:ln>
          </p:spPr>
        </p:sp>
        <p:sp>
          <p:nvSpPr>
            <p:cNvPr id="26" name="node01.row.item-002.c5.heat"/>
            <p:cNvSpPr/>
            <p:nvPr/>
          </p:nvSpPr>
          <p:spPr>
            <a:xfrm>
              <a:off x="5924550" y="2889250"/>
              <a:ext cx="876300" cy="571500"/>
            </a:xfrm>
            <a:prstGeom prst="rect">
              <a:avLst/>
            </a:prstGeom>
            <a:solidFill>
              <a:srgbClr val="FB7FE8"/>
            </a:solidFill>
            <a:ln>
              <a:noFill/>
            </a:ln>
          </p:spPr>
        </p:sp>
        <p:sp>
          <p:nvSpPr>
            <p:cNvPr id="27" name="node01.row.item-003.c1.heat-gap"/>
            <p:cNvSpPr/>
            <p:nvPr/>
          </p:nvSpPr>
          <p:spPr>
            <a:xfrm>
              <a:off x="2247900" y="3479800"/>
              <a:ext cx="914400" cy="609600"/>
            </a:xfrm>
            <a:prstGeom prst="rect">
              <a:avLst/>
            </a:prstGeom>
            <a:solidFill>
              <a:srgbClr val="FFFFFF"/>
            </a:solidFill>
            <a:ln>
              <a:noFill/>
            </a:ln>
          </p:spPr>
        </p:sp>
        <p:sp>
          <p:nvSpPr>
            <p:cNvPr id="28" name="node01.row.item-003.c1.heat"/>
            <p:cNvSpPr/>
            <p:nvPr/>
          </p:nvSpPr>
          <p:spPr>
            <a:xfrm>
              <a:off x="2266950" y="3498850"/>
              <a:ext cx="876300" cy="571500"/>
            </a:xfrm>
            <a:prstGeom prst="rect">
              <a:avLst/>
            </a:prstGeom>
            <a:solidFill>
              <a:srgbClr val="E8EEF8"/>
            </a:solidFill>
            <a:ln>
              <a:noFill/>
            </a:ln>
          </p:spPr>
        </p:sp>
        <p:sp>
          <p:nvSpPr>
            <p:cNvPr id="29" name="node01.row.item-003.c2.heat-gap"/>
            <p:cNvSpPr/>
            <p:nvPr/>
          </p:nvSpPr>
          <p:spPr>
            <a:xfrm>
              <a:off x="3162300" y="3479800"/>
              <a:ext cx="914400" cy="609600"/>
            </a:xfrm>
            <a:prstGeom prst="rect">
              <a:avLst/>
            </a:prstGeom>
            <a:solidFill>
              <a:srgbClr val="FFFFFF"/>
            </a:solidFill>
            <a:ln>
              <a:noFill/>
            </a:ln>
          </p:spPr>
        </p:sp>
        <p:sp>
          <p:nvSpPr>
            <p:cNvPr id="30" name="node01.row.item-003.c2.heat"/>
            <p:cNvSpPr/>
            <p:nvPr/>
          </p:nvSpPr>
          <p:spPr>
            <a:xfrm>
              <a:off x="3181350" y="3498850"/>
              <a:ext cx="876300" cy="571500"/>
            </a:xfrm>
            <a:prstGeom prst="rect">
              <a:avLst/>
            </a:prstGeom>
            <a:solidFill>
              <a:srgbClr val="CED7E6"/>
            </a:solidFill>
            <a:ln>
              <a:noFill/>
            </a:ln>
          </p:spPr>
        </p:sp>
        <p:sp>
          <p:nvSpPr>
            <p:cNvPr id="31" name="node01.row.item-003.c3.heat-gap"/>
            <p:cNvSpPr/>
            <p:nvPr/>
          </p:nvSpPr>
          <p:spPr>
            <a:xfrm>
              <a:off x="4076700" y="3479800"/>
              <a:ext cx="914400" cy="609600"/>
            </a:xfrm>
            <a:prstGeom prst="rect">
              <a:avLst/>
            </a:prstGeom>
            <a:solidFill>
              <a:srgbClr val="FFFFFF"/>
            </a:solidFill>
            <a:ln>
              <a:noFill/>
            </a:ln>
          </p:spPr>
        </p:sp>
        <p:sp>
          <p:nvSpPr>
            <p:cNvPr id="32" name="node01.row.item-003.c3.heat"/>
            <p:cNvSpPr/>
            <p:nvPr/>
          </p:nvSpPr>
          <p:spPr>
            <a:xfrm>
              <a:off x="4095750" y="3498850"/>
              <a:ext cx="876300" cy="571500"/>
            </a:xfrm>
            <a:prstGeom prst="rect">
              <a:avLst/>
            </a:prstGeom>
            <a:solidFill>
              <a:srgbClr val="CED7E6"/>
            </a:solidFill>
            <a:ln>
              <a:noFill/>
            </a:ln>
          </p:spPr>
        </p:sp>
        <p:sp>
          <p:nvSpPr>
            <p:cNvPr id="33" name="node01.row.item-003.c4.heat-gap"/>
            <p:cNvSpPr/>
            <p:nvPr/>
          </p:nvSpPr>
          <p:spPr>
            <a:xfrm>
              <a:off x="4991100" y="3479800"/>
              <a:ext cx="914400" cy="609600"/>
            </a:xfrm>
            <a:prstGeom prst="rect">
              <a:avLst/>
            </a:prstGeom>
            <a:solidFill>
              <a:srgbClr val="FFFFFF"/>
            </a:solidFill>
            <a:ln>
              <a:noFill/>
            </a:ln>
          </p:spPr>
        </p:sp>
        <p:sp>
          <p:nvSpPr>
            <p:cNvPr id="34" name="node01.row.item-003.c4.heat"/>
            <p:cNvSpPr/>
            <p:nvPr/>
          </p:nvSpPr>
          <p:spPr>
            <a:xfrm>
              <a:off x="5010150" y="3498850"/>
              <a:ext cx="876300" cy="571500"/>
            </a:xfrm>
            <a:prstGeom prst="rect">
              <a:avLst/>
            </a:prstGeom>
            <a:solidFill>
              <a:srgbClr val="F3D6EE"/>
            </a:solidFill>
            <a:ln>
              <a:noFill/>
            </a:ln>
          </p:spPr>
        </p:sp>
        <p:sp>
          <p:nvSpPr>
            <p:cNvPr id="35" name="node01.row.item-003.c5.heat-gap"/>
            <p:cNvSpPr/>
            <p:nvPr/>
          </p:nvSpPr>
          <p:spPr>
            <a:xfrm>
              <a:off x="5905500" y="3479800"/>
              <a:ext cx="914400" cy="609600"/>
            </a:xfrm>
            <a:prstGeom prst="rect">
              <a:avLst/>
            </a:prstGeom>
            <a:solidFill>
              <a:srgbClr val="FFFFFF"/>
            </a:solidFill>
            <a:ln>
              <a:noFill/>
            </a:ln>
          </p:spPr>
        </p:sp>
        <p:sp>
          <p:nvSpPr>
            <p:cNvPr id="36" name="node01.row.item-003.c5.heat"/>
            <p:cNvSpPr/>
            <p:nvPr/>
          </p:nvSpPr>
          <p:spPr>
            <a:xfrm>
              <a:off x="5924550" y="3498850"/>
              <a:ext cx="876300" cy="571500"/>
            </a:xfrm>
            <a:prstGeom prst="rect">
              <a:avLst/>
            </a:prstGeom>
            <a:solidFill>
              <a:srgbClr val="F3D6EE"/>
            </a:solidFill>
            <a:ln>
              <a:noFill/>
            </a:ln>
          </p:spPr>
        </p:sp>
        <p:sp>
          <p:nvSpPr>
            <p:cNvPr id="37" name="node01.row.item-004.c1.heat-gap"/>
            <p:cNvSpPr/>
            <p:nvPr/>
          </p:nvSpPr>
          <p:spPr>
            <a:xfrm>
              <a:off x="2247900" y="4089400"/>
              <a:ext cx="914400" cy="609600"/>
            </a:xfrm>
            <a:prstGeom prst="rect">
              <a:avLst/>
            </a:prstGeom>
            <a:solidFill>
              <a:srgbClr val="FFFFFF"/>
            </a:solidFill>
            <a:ln>
              <a:noFill/>
            </a:ln>
          </p:spPr>
        </p:sp>
        <p:sp>
          <p:nvSpPr>
            <p:cNvPr id="38" name="node01.row.item-004.c1.heat"/>
            <p:cNvSpPr/>
            <p:nvPr/>
          </p:nvSpPr>
          <p:spPr>
            <a:xfrm>
              <a:off x="2266950" y="4108450"/>
              <a:ext cx="876300" cy="571500"/>
            </a:xfrm>
            <a:prstGeom prst="rect">
              <a:avLst/>
            </a:prstGeom>
            <a:solidFill>
              <a:srgbClr val="E8EEF8"/>
            </a:solidFill>
            <a:ln>
              <a:noFill/>
            </a:ln>
          </p:spPr>
        </p:sp>
        <p:sp>
          <p:nvSpPr>
            <p:cNvPr id="39" name="node01.row.item-004.c2.heat-gap"/>
            <p:cNvSpPr/>
            <p:nvPr/>
          </p:nvSpPr>
          <p:spPr>
            <a:xfrm>
              <a:off x="3162300" y="4089400"/>
              <a:ext cx="914400" cy="609600"/>
            </a:xfrm>
            <a:prstGeom prst="rect">
              <a:avLst/>
            </a:prstGeom>
            <a:solidFill>
              <a:srgbClr val="FFFFFF"/>
            </a:solidFill>
            <a:ln>
              <a:noFill/>
            </a:ln>
          </p:spPr>
        </p:sp>
        <p:sp>
          <p:nvSpPr>
            <p:cNvPr id="40" name="node01.row.item-004.c2.heat"/>
            <p:cNvSpPr/>
            <p:nvPr/>
          </p:nvSpPr>
          <p:spPr>
            <a:xfrm>
              <a:off x="3181350" y="4108450"/>
              <a:ext cx="876300" cy="571500"/>
            </a:xfrm>
            <a:prstGeom prst="rect">
              <a:avLst/>
            </a:prstGeom>
            <a:solidFill>
              <a:srgbClr val="CED7E6"/>
            </a:solidFill>
            <a:ln>
              <a:noFill/>
            </a:ln>
          </p:spPr>
        </p:sp>
        <p:sp>
          <p:nvSpPr>
            <p:cNvPr id="41" name="node01.row.item-004.c3.heat-gap"/>
            <p:cNvSpPr/>
            <p:nvPr/>
          </p:nvSpPr>
          <p:spPr>
            <a:xfrm>
              <a:off x="4076700" y="4089400"/>
              <a:ext cx="914400" cy="609600"/>
            </a:xfrm>
            <a:prstGeom prst="rect">
              <a:avLst/>
            </a:prstGeom>
            <a:solidFill>
              <a:srgbClr val="FFFFFF"/>
            </a:solidFill>
            <a:ln>
              <a:noFill/>
            </a:ln>
          </p:spPr>
        </p:sp>
        <p:sp>
          <p:nvSpPr>
            <p:cNvPr id="42" name="node01.row.item-004.c3.heat"/>
            <p:cNvSpPr/>
            <p:nvPr/>
          </p:nvSpPr>
          <p:spPr>
            <a:xfrm>
              <a:off x="4095750" y="4108450"/>
              <a:ext cx="876300" cy="571500"/>
            </a:xfrm>
            <a:prstGeom prst="rect">
              <a:avLst/>
            </a:prstGeom>
            <a:solidFill>
              <a:srgbClr val="CED7E6"/>
            </a:solidFill>
            <a:ln>
              <a:noFill/>
            </a:ln>
          </p:spPr>
        </p:sp>
        <p:sp>
          <p:nvSpPr>
            <p:cNvPr id="43" name="node01.row.item-004.c4.heat-gap"/>
            <p:cNvSpPr/>
            <p:nvPr/>
          </p:nvSpPr>
          <p:spPr>
            <a:xfrm>
              <a:off x="4991100" y="4089400"/>
              <a:ext cx="914400" cy="609600"/>
            </a:xfrm>
            <a:prstGeom prst="rect">
              <a:avLst/>
            </a:prstGeom>
            <a:solidFill>
              <a:srgbClr val="FFFFFF"/>
            </a:solidFill>
            <a:ln>
              <a:noFill/>
            </a:ln>
          </p:spPr>
        </p:sp>
        <p:sp>
          <p:nvSpPr>
            <p:cNvPr id="44" name="node01.row.item-004.c4.heat"/>
            <p:cNvSpPr/>
            <p:nvPr/>
          </p:nvSpPr>
          <p:spPr>
            <a:xfrm>
              <a:off x="5010150" y="4108450"/>
              <a:ext cx="876300" cy="571500"/>
            </a:xfrm>
            <a:prstGeom prst="rect">
              <a:avLst/>
            </a:prstGeom>
            <a:solidFill>
              <a:srgbClr val="CED7E6"/>
            </a:solidFill>
            <a:ln>
              <a:noFill/>
            </a:ln>
          </p:spPr>
        </p:sp>
        <p:sp>
          <p:nvSpPr>
            <p:cNvPr id="45" name="node01.row.item-004.c5.heat-gap"/>
            <p:cNvSpPr/>
            <p:nvPr/>
          </p:nvSpPr>
          <p:spPr>
            <a:xfrm>
              <a:off x="5905500" y="4089400"/>
              <a:ext cx="914400" cy="609600"/>
            </a:xfrm>
            <a:prstGeom prst="rect">
              <a:avLst/>
            </a:prstGeom>
            <a:solidFill>
              <a:srgbClr val="FFFFFF"/>
            </a:solidFill>
            <a:ln>
              <a:noFill/>
            </a:ln>
          </p:spPr>
        </p:sp>
        <p:sp>
          <p:nvSpPr>
            <p:cNvPr id="46" name="node01.row.item-004.c5.heat"/>
            <p:cNvSpPr/>
            <p:nvPr/>
          </p:nvSpPr>
          <p:spPr>
            <a:xfrm>
              <a:off x="5924550" y="4108450"/>
              <a:ext cx="876300" cy="571500"/>
            </a:xfrm>
            <a:prstGeom prst="rect">
              <a:avLst/>
            </a:prstGeom>
            <a:solidFill>
              <a:srgbClr val="F3D6EE"/>
            </a:solidFill>
            <a:ln>
              <a:noFill/>
            </a:ln>
          </p:spPr>
        </p:sp>
        <p:sp>
          <p:nvSpPr>
            <p:cNvPr id="47" name="node01.row.item-005.c1.heat-gap"/>
            <p:cNvSpPr/>
            <p:nvPr/>
          </p:nvSpPr>
          <p:spPr>
            <a:xfrm>
              <a:off x="2247900" y="4699000"/>
              <a:ext cx="914400" cy="609600"/>
            </a:xfrm>
            <a:prstGeom prst="rect">
              <a:avLst/>
            </a:prstGeom>
            <a:solidFill>
              <a:srgbClr val="FFFFFF"/>
            </a:solidFill>
            <a:ln>
              <a:noFill/>
            </a:ln>
          </p:spPr>
        </p:sp>
        <p:sp>
          <p:nvSpPr>
            <p:cNvPr id="48" name="node01.row.item-005.c1.heat"/>
            <p:cNvSpPr/>
            <p:nvPr/>
          </p:nvSpPr>
          <p:spPr>
            <a:xfrm>
              <a:off x="2266950" y="4718050"/>
              <a:ext cx="876300" cy="571500"/>
            </a:xfrm>
            <a:prstGeom prst="rect">
              <a:avLst/>
            </a:prstGeom>
            <a:solidFill>
              <a:srgbClr val="E8EEF8"/>
            </a:solidFill>
            <a:ln>
              <a:noFill/>
            </a:ln>
          </p:spPr>
        </p:sp>
        <p:sp>
          <p:nvSpPr>
            <p:cNvPr id="49" name="node01.row.item-005.c2.heat-gap"/>
            <p:cNvSpPr/>
            <p:nvPr/>
          </p:nvSpPr>
          <p:spPr>
            <a:xfrm>
              <a:off x="3162300" y="4699000"/>
              <a:ext cx="914400" cy="609600"/>
            </a:xfrm>
            <a:prstGeom prst="rect">
              <a:avLst/>
            </a:prstGeom>
            <a:solidFill>
              <a:srgbClr val="FFFFFF"/>
            </a:solidFill>
            <a:ln>
              <a:noFill/>
            </a:ln>
          </p:spPr>
        </p:sp>
        <p:sp>
          <p:nvSpPr>
            <p:cNvPr id="50" name="node01.row.item-005.c2.heat"/>
            <p:cNvSpPr/>
            <p:nvPr/>
          </p:nvSpPr>
          <p:spPr>
            <a:xfrm>
              <a:off x="3181350" y="4718050"/>
              <a:ext cx="876300" cy="571500"/>
            </a:xfrm>
            <a:prstGeom prst="rect">
              <a:avLst/>
            </a:prstGeom>
            <a:solidFill>
              <a:srgbClr val="E8EEF8"/>
            </a:solidFill>
            <a:ln>
              <a:noFill/>
            </a:ln>
          </p:spPr>
        </p:sp>
        <p:sp>
          <p:nvSpPr>
            <p:cNvPr id="51" name="node01.row.item-005.c3.heat-gap"/>
            <p:cNvSpPr/>
            <p:nvPr/>
          </p:nvSpPr>
          <p:spPr>
            <a:xfrm>
              <a:off x="4076700" y="4699000"/>
              <a:ext cx="914400" cy="609600"/>
            </a:xfrm>
            <a:prstGeom prst="rect">
              <a:avLst/>
            </a:prstGeom>
            <a:solidFill>
              <a:srgbClr val="FFFFFF"/>
            </a:solidFill>
            <a:ln>
              <a:noFill/>
            </a:ln>
          </p:spPr>
        </p:sp>
        <p:sp>
          <p:nvSpPr>
            <p:cNvPr id="52" name="node01.row.item-005.c3.heat"/>
            <p:cNvSpPr/>
            <p:nvPr/>
          </p:nvSpPr>
          <p:spPr>
            <a:xfrm>
              <a:off x="4095750" y="4718050"/>
              <a:ext cx="876300" cy="571500"/>
            </a:xfrm>
            <a:prstGeom prst="rect">
              <a:avLst/>
            </a:prstGeom>
            <a:solidFill>
              <a:srgbClr val="E8EEF8"/>
            </a:solidFill>
            <a:ln>
              <a:noFill/>
            </a:ln>
          </p:spPr>
        </p:sp>
        <p:sp>
          <p:nvSpPr>
            <p:cNvPr id="53" name="node01.row.item-005.c4.heat-gap"/>
            <p:cNvSpPr/>
            <p:nvPr/>
          </p:nvSpPr>
          <p:spPr>
            <a:xfrm>
              <a:off x="4991100" y="4699000"/>
              <a:ext cx="914400" cy="609600"/>
            </a:xfrm>
            <a:prstGeom prst="rect">
              <a:avLst/>
            </a:prstGeom>
            <a:solidFill>
              <a:srgbClr val="FFFFFF"/>
            </a:solidFill>
            <a:ln>
              <a:noFill/>
            </a:ln>
          </p:spPr>
        </p:sp>
        <p:sp>
          <p:nvSpPr>
            <p:cNvPr id="54" name="node01.row.item-005.c4.heat"/>
            <p:cNvSpPr/>
            <p:nvPr/>
          </p:nvSpPr>
          <p:spPr>
            <a:xfrm>
              <a:off x="5010150" y="4718050"/>
              <a:ext cx="876300" cy="571500"/>
            </a:xfrm>
            <a:prstGeom prst="rect">
              <a:avLst/>
            </a:prstGeom>
            <a:solidFill>
              <a:srgbClr val="CED7E6"/>
            </a:solidFill>
            <a:ln>
              <a:noFill/>
            </a:ln>
          </p:spPr>
        </p:sp>
        <p:sp>
          <p:nvSpPr>
            <p:cNvPr id="55" name="node01.row.item-005.c5.heat-gap"/>
            <p:cNvSpPr/>
            <p:nvPr/>
          </p:nvSpPr>
          <p:spPr>
            <a:xfrm>
              <a:off x="5905500" y="4699000"/>
              <a:ext cx="914400" cy="609600"/>
            </a:xfrm>
            <a:prstGeom prst="rect">
              <a:avLst/>
            </a:prstGeom>
            <a:solidFill>
              <a:srgbClr val="FFFFFF"/>
            </a:solidFill>
            <a:ln>
              <a:noFill/>
            </a:ln>
          </p:spPr>
        </p:sp>
        <p:sp>
          <p:nvSpPr>
            <p:cNvPr id="56" name="node01.row.item-005.c5.heat"/>
            <p:cNvSpPr/>
            <p:nvPr/>
          </p:nvSpPr>
          <p:spPr>
            <a:xfrm>
              <a:off x="5924550" y="4718050"/>
              <a:ext cx="876300" cy="571500"/>
            </a:xfrm>
            <a:prstGeom prst="rect">
              <a:avLst/>
            </a:prstGeom>
            <a:solidFill>
              <a:srgbClr val="CED7E6"/>
            </a:solidFill>
            <a:ln>
              <a:noFill/>
            </a:ln>
          </p:spPr>
        </p:sp>
        <p:graphicFrame>
          <p:nvGraphicFramePr>
            <p:cNvPr id="57" name="node01.native"/>
            <p:cNvGraphicFramePr>
              <a:graphicFrameLocks noGrp="1"/>
            </p:cNvGraphicFramePr>
            <p:nvPr>
              <p:extLst>
                <p:ext uri="{D42A27DB-BD31-4B8C-83A1-F6EECF244321}">
                  <p14:modId xmlns:p14="http://schemas.microsoft.com/office/powerpoint/2010/main" val="1579011935"/>
                </p:ext>
              </p:extLst>
            </p:nvPr>
          </p:nvGraphicFramePr>
          <p:xfrm>
            <a:off x="723900" y="1600200"/>
            <a:ext cx="6096000" cy="3708400"/>
          </p:xfrm>
          <a:graphic>
            <a:graphicData uri="http://schemas.openxmlformats.org/drawingml/2006/table">
              <a:tbl>
                <a:tblPr/>
                <a:tblGrid>
                  <a:gridCol w="1524000"/>
                  <a:gridCol w="914400"/>
                  <a:gridCol w="914400"/>
                  <a:gridCol w="914400"/>
                  <a:gridCol w="914400"/>
                  <a:gridCol w="914400"/>
                </a:tblGrid>
                <a:tr h="304800">
                  <a:tc>
                    <a:txBody>
                      <a:bodyPr wrap="square" anchor="ctr" lIns="0" rIns="0" tIns="0" bIns="0">
                        <a:noAutofit/>
                      </a:bodyPr>
                      <a:lstStyle/>
                      <a:p>
                        <a:pPr algn="ctr"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2700" cap="flat" cmpd="sng" algn="ctr">
                        <a:solidFill>
                          <a:srgbClr val="070154"/>
                        </a:solidFill>
                        <a:prstDash val="solid"/>
                        <a:round/>
                        <a:headEnd type="none" w="med" len="med"/>
                        <a:tailEnd type="none" w="med" len="med"/>
                      </a:lnB>
                      <a:solidFill>
                        <a:srgbClr val="FFFFFF"/>
                      </a:solidFill>
                    </a:tcPr>
                  </a:tc>
                  <a:tc gridSpan="5">
                    <a:txBody>
                      <a:bodyPr wrap="square" anchor="ctr" lIns="0" rIns="0" tIns="0" bIns="0">
                        <a:noAutofit/>
                      </a:bodyPr>
                      <a:lstStyle/>
                      <a:p>
                        <a:pPr algn="ctr"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IMPACT (1 MINOR TO 5 CRITICAL)</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2700" cap="flat" cmpd="sng" algn="ctr">
                        <a:solidFill>
                          <a:srgbClr val="070154"/>
                        </a:solidFill>
                        <a:prstDash val="solid"/>
                        <a:round/>
                        <a:headEnd type="none" w="med" len="med"/>
                        <a:tailEnd type="none" w="med" len="med"/>
                      </a:lnB>
                      <a:solidFill>
                        <a:srgbClr val="FFFFFF"/>
                      </a:solidFill>
                    </a:tcPr>
                  </a:tc>
                  <a:tc hMerge="1">
                    <a:txBody>
                      <a:bodyPr wrap="square" anchor="ctr" lIns="0" rIns="0" tIns="0" bIns="0">
                        <a:noAutofit/>
                      </a:bodyPr>
                      <a:lstStyle/>
                      <a:p>
                        <a:pPr algn="ctr"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endParaRPr lang="en-US" sz="900" spc="54" kern="0" b="0" i="0" dirty="0">
                          <a:solidFill>
                            <a:srgbClr val="070154"/>
                          </a:solidFill>
                          <a:latin typeface="IBM Plex Mono SemiBold"/>
                          <a:ea typeface="IBM Plex Mono SemiBold"/>
                          <a:cs typeface="IBM Plex Mono SemiBold"/>
                        </a:endParaRPr>
                      </a:p>
                    </a:txBody>
                    <a:tcPr/>
                  </a:tc>
                  <a:tc hMerge="1">
                    <a:txBody>
                      <a:bodyPr wrap="square" anchor="ctr" lIns="0" rIns="0" tIns="0" bIns="0">
                        <a:noAutofit/>
                      </a:bodyPr>
                      <a:lstStyle/>
                      <a:p>
                        <a:pPr algn="ctr"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endParaRPr lang="en-US" sz="900" spc="54" kern="0" b="0" i="0" dirty="0">
                          <a:solidFill>
                            <a:srgbClr val="070154"/>
                          </a:solidFill>
                          <a:latin typeface="IBM Plex Mono SemiBold"/>
                          <a:ea typeface="IBM Plex Mono SemiBold"/>
                          <a:cs typeface="IBM Plex Mono SemiBold"/>
                        </a:endParaRPr>
                      </a:p>
                    </a:txBody>
                    <a:tcPr/>
                  </a:tc>
                  <a:tc hMerge="1">
                    <a:txBody>
                      <a:bodyPr wrap="square" anchor="ctr" lIns="0" rIns="0" tIns="0" bIns="0">
                        <a:noAutofit/>
                      </a:bodyPr>
                      <a:lstStyle/>
                      <a:p>
                        <a:pPr algn="ctr"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endParaRPr lang="en-US" sz="900" spc="54" kern="0" b="0" i="0" dirty="0">
                          <a:solidFill>
                            <a:srgbClr val="070154"/>
                          </a:solidFill>
                          <a:latin typeface="IBM Plex Mono SemiBold"/>
                          <a:ea typeface="IBM Plex Mono SemiBold"/>
                          <a:cs typeface="IBM Plex Mono SemiBold"/>
                        </a:endParaRPr>
                      </a:p>
                    </a:txBody>
                    <a:tcPr/>
                  </a:tc>
                  <a:tc hMerge="1">
                    <a:txBody>
                      <a:bodyPr wrap="square" anchor="ctr" lIns="0" rIns="0" tIns="0" bIns="0">
                        <a:noAutofit/>
                      </a:bodyPr>
                      <a:lstStyle/>
                      <a:p>
                        <a:pPr algn="ctr"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endParaRPr lang="en-US" sz="900" spc="54" kern="0" b="0" i="0" dirty="0">
                          <a:solidFill>
                            <a:srgbClr val="070154"/>
                          </a:solidFill>
                          <a:latin typeface="IBM Plex Mono SemiBold"/>
                          <a:ea typeface="IBM Plex Mono SemiBold"/>
                          <a:cs typeface="IBM Plex Mono SemiBold"/>
                        </a:endParaRPr>
                      </a:p>
                    </a:txBody>
                    <a:tcPr/>
                  </a:tc>
                </a:tr>
                <a:tr h="355600">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LIKELIHOOD</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1</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2</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3</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4</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5</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r>
                <a:tr h="6096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5 Almost certain</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R9</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R1</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r h="6096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4 Likely</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R7</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R3</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R10</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r h="6096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3 Possible</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R6</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R2</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R4</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r h="6096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2 Unlikely</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R8</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R5</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r h="6096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1 Rare</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bl>
            </a:graphicData>
          </a:graphic>
        </p:graphicFrame>
      </p:grpSp>
      <p:grpSp>
        <p:nvGrpSpPr>
          <p:cNvPr id="81" name="node02"/>
          <p:cNvGrpSpPr/>
          <p:nvPr/>
        </p:nvGrpSpPr>
        <p:grpSpPr>
          <a:xfrm>
            <a:off x="723900" y="5486400"/>
            <a:ext cx="6891338" cy="228600"/>
            <a:chOff x="723900" y="5486400"/>
            <a:chExt cx="6891338" cy="228600"/>
          </a:xfrm>
        </p:grpSpPr>
        <p:sp>
          <p:nvSpPr>
            <p:cNvPr id="58" name="node02.items.slot-001.swatch"/>
            <p:cNvSpPr/>
            <p:nvPr/>
          </p:nvSpPr>
          <p:spPr>
            <a:xfrm>
              <a:off x="723900" y="5537200"/>
              <a:ext cx="228600" cy="127000"/>
            </a:xfrm>
            <a:prstGeom prst="rect">
              <a:avLst/>
            </a:prstGeom>
            <a:solidFill>
              <a:srgbClr val="E8EEF8"/>
            </a:solidFill>
            <a:ln>
              <a:noFill/>
            </a:ln>
          </p:spPr>
        </p:sp>
        <p:sp>
          <p:nvSpPr>
            <p:cNvPr id="59" name="node02.items.slot-001.text"/>
            <p:cNvSpPr/>
            <p:nvPr/>
          </p:nvSpPr>
          <p:spPr>
            <a:xfrm>
              <a:off x="1016000" y="5486400"/>
              <a:ext cx="639763"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Low 1–3</a:t>
              </a:r>
              <a:endParaRPr lang="en-US" sz="1200" spc="0" kern="0" b="0" i="0" dirty="0">
                <a:solidFill>
                  <a:srgbClr val="070154"/>
                </a:solidFill>
                <a:latin typeface="IBM Plex Sans"/>
                <a:ea typeface="IBM Plex Sans"/>
                <a:cs typeface="IBM Plex Sans"/>
              </a:endParaRPr>
            </a:p>
          </p:txBody>
        </p:sp>
        <p:sp>
          <p:nvSpPr>
            <p:cNvPr id="60" name="node02.items.slot-002.swatch"/>
            <p:cNvSpPr/>
            <p:nvPr/>
          </p:nvSpPr>
          <p:spPr>
            <a:xfrm>
              <a:off x="1884363" y="5537200"/>
              <a:ext cx="228600" cy="127000"/>
            </a:xfrm>
            <a:prstGeom prst="rect">
              <a:avLst/>
            </a:prstGeom>
            <a:solidFill>
              <a:srgbClr val="CED7E6"/>
            </a:solidFill>
            <a:ln>
              <a:noFill/>
            </a:ln>
          </p:spPr>
        </p:sp>
        <p:sp>
          <p:nvSpPr>
            <p:cNvPr id="61" name="node02.items.slot-002.text"/>
            <p:cNvSpPr/>
            <p:nvPr/>
          </p:nvSpPr>
          <p:spPr>
            <a:xfrm>
              <a:off x="2176463" y="5486400"/>
              <a:ext cx="795338"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Watch 4–9</a:t>
              </a:r>
              <a:endParaRPr lang="en-US" sz="1200" spc="0" kern="0" b="0" i="0" dirty="0">
                <a:solidFill>
                  <a:srgbClr val="070154"/>
                </a:solidFill>
                <a:latin typeface="IBM Plex Sans"/>
                <a:ea typeface="IBM Plex Sans"/>
                <a:cs typeface="IBM Plex Sans"/>
              </a:endParaRPr>
            </a:p>
          </p:txBody>
        </p:sp>
        <p:sp>
          <p:nvSpPr>
            <p:cNvPr id="62" name="node02.items.slot-003.swatch"/>
            <p:cNvSpPr/>
            <p:nvPr/>
          </p:nvSpPr>
          <p:spPr>
            <a:xfrm>
              <a:off x="3200400" y="5537200"/>
              <a:ext cx="228600" cy="127000"/>
            </a:xfrm>
            <a:prstGeom prst="rect">
              <a:avLst/>
            </a:prstGeom>
            <a:solidFill>
              <a:srgbClr val="F3D6EE"/>
            </a:solidFill>
            <a:ln>
              <a:noFill/>
            </a:ln>
          </p:spPr>
        </p:sp>
        <p:sp>
          <p:nvSpPr>
            <p:cNvPr id="63" name="node02.items.slot-003.text"/>
            <p:cNvSpPr/>
            <p:nvPr/>
          </p:nvSpPr>
          <p:spPr>
            <a:xfrm>
              <a:off x="3492500" y="5486400"/>
              <a:ext cx="1100138"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Medium 10–15</a:t>
              </a:r>
              <a:endParaRPr lang="en-US" sz="1200" spc="0" kern="0" b="0" i="0" dirty="0">
                <a:solidFill>
                  <a:srgbClr val="070154"/>
                </a:solidFill>
                <a:latin typeface="IBM Plex Sans"/>
                <a:ea typeface="IBM Plex Sans"/>
                <a:cs typeface="IBM Plex Sans"/>
              </a:endParaRPr>
            </a:p>
          </p:txBody>
        </p:sp>
        <p:sp>
          <p:nvSpPr>
            <p:cNvPr id="64" name="node02.items.slot-004.swatch"/>
            <p:cNvSpPr/>
            <p:nvPr/>
          </p:nvSpPr>
          <p:spPr>
            <a:xfrm>
              <a:off x="4821238" y="5537200"/>
              <a:ext cx="228600" cy="127000"/>
            </a:xfrm>
            <a:prstGeom prst="rect">
              <a:avLst/>
            </a:prstGeom>
            <a:solidFill>
              <a:srgbClr val="FB7FE8"/>
            </a:solidFill>
            <a:ln>
              <a:noFill/>
            </a:ln>
          </p:spPr>
        </p:sp>
        <p:sp>
          <p:nvSpPr>
            <p:cNvPr id="65" name="node02.items.slot-004.text"/>
            <p:cNvSpPr/>
            <p:nvPr/>
          </p:nvSpPr>
          <p:spPr>
            <a:xfrm>
              <a:off x="5113338" y="5486400"/>
              <a:ext cx="858838"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High 16–21</a:t>
              </a:r>
              <a:endParaRPr lang="en-US" sz="1200" spc="0" kern="0" b="0" i="0" dirty="0">
                <a:solidFill>
                  <a:srgbClr val="070154"/>
                </a:solidFill>
                <a:latin typeface="IBM Plex Sans"/>
                <a:ea typeface="IBM Plex Sans"/>
                <a:cs typeface="IBM Plex Sans"/>
              </a:endParaRPr>
            </a:p>
          </p:txBody>
        </p:sp>
        <p:sp>
          <p:nvSpPr>
            <p:cNvPr id="66" name="node02.items.slot-005.swatch"/>
            <p:cNvSpPr/>
            <p:nvPr/>
          </p:nvSpPr>
          <p:spPr>
            <a:xfrm>
              <a:off x="6200775" y="5537200"/>
              <a:ext cx="228600" cy="127000"/>
            </a:xfrm>
            <a:prstGeom prst="rect">
              <a:avLst/>
            </a:prstGeom>
            <a:solidFill>
              <a:srgbClr val="F900D3"/>
            </a:solidFill>
            <a:ln>
              <a:noFill/>
            </a:ln>
          </p:spPr>
        </p:sp>
        <p:sp>
          <p:nvSpPr>
            <p:cNvPr id="67" name="node02.items.slot-005.text"/>
            <p:cNvSpPr/>
            <p:nvPr/>
          </p:nvSpPr>
          <p:spPr>
            <a:xfrm>
              <a:off x="6492875" y="5486400"/>
              <a:ext cx="1122363"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Extreme 22–25</a:t>
              </a:r>
              <a:endParaRPr lang="en-US" sz="1200" spc="0" kern="0" b="0" i="0" dirty="0">
                <a:solidFill>
                  <a:srgbClr val="070154"/>
                </a:solidFill>
                <a:latin typeface="IBM Plex Sans"/>
                <a:ea typeface="IBM Plex Sans"/>
                <a:cs typeface="IBM Plex Sans"/>
              </a:endParaRPr>
            </a:p>
          </p:txBody>
        </p:sp>
      </p:grpSp>
      <p:grpSp>
        <p:nvGrpSpPr>
          <p:cNvPr id="82" name="node03"/>
          <p:cNvGrpSpPr/>
          <p:nvPr/>
        </p:nvGrpSpPr>
        <p:grpSpPr>
          <a:xfrm>
            <a:off x="5702300" y="2286000"/>
            <a:ext cx="1320800" cy="594043"/>
            <a:chOff x="5702300" y="2286000"/>
            <a:chExt cx="1320800" cy="594043"/>
          </a:xfrm>
        </p:grpSpPr>
        <p:pic>
          <p:nvPicPr>
            <p:cNvPr id="68" name="node03.mark" descr="circle; canonical SHA256=124ae1e135b9541977ce5d2341d25f294d65a3b100cbfb4f243578081972a04d; resolved ink=070154">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702300" y="2286000"/>
              <a:ext cx="1320800" cy="594043"/>
            </a:xfrm>
            <a:prstGeom prst="rect">
              <a:avLst/>
            </a:prstGeom>
          </p:spPr>
        </p:pic>
      </p:grpSp>
      <p:grpSp>
        <p:nvGrpSpPr>
          <p:cNvPr id="83" name="node04"/>
          <p:cNvGrpSpPr/>
          <p:nvPr/>
        </p:nvGrpSpPr>
        <p:grpSpPr>
          <a:xfrm>
            <a:off x="7124700" y="2489200"/>
            <a:ext cx="838200" cy="158490"/>
            <a:chOff x="7124700" y="2489200"/>
            <a:chExt cx="838200" cy="158490"/>
          </a:xfrm>
        </p:grpSpPr>
        <p:pic>
          <p:nvPicPr>
            <p:cNvPr id="69" name="node04.mark" descr="arrow-straight; canonical SHA256=115a8f5079b158c346e9f9ca6c6eeecb7567bbab70f4cd058c365f09ed10290e; resolved ink=070154">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124700" y="2489200"/>
              <a:ext cx="838200" cy="158490"/>
            </a:xfrm>
            <a:prstGeom prst="rect">
              <a:avLst/>
            </a:prstGeom>
          </p:spPr>
        </p:pic>
      </p:grpSp>
      <p:grpSp>
        <p:nvGrpSpPr>
          <p:cNvPr id="84" name="node05"/>
          <p:cNvGrpSpPr/>
          <p:nvPr/>
        </p:nvGrpSpPr>
        <p:grpSpPr>
          <a:xfrm>
            <a:off x="8039100" y="1600200"/>
            <a:ext cx="3429000" cy="2057400"/>
            <a:chOff x="8039100" y="1600200"/>
            <a:chExt cx="3429000" cy="2057400"/>
          </a:xfrm>
        </p:grpSpPr>
        <p:sp>
          <p:nvSpPr>
            <p:cNvPr id="70" name="node05.container"/>
            <p:cNvSpPr/>
            <p:nvPr/>
          </p:nvSpPr>
          <p:spPr>
            <a:xfrm>
              <a:off x="8039100" y="1600200"/>
              <a:ext cx="3429000" cy="2057400"/>
            </a:xfrm>
            <a:prstGeom prst="rect">
              <a:avLst/>
            </a:prstGeom>
            <a:solidFill>
              <a:srgbClr val="F900D3"/>
            </a:solidFill>
            <a:ln>
              <a:noFill/>
            </a:ln>
          </p:spPr>
        </p:sp>
        <p:sp>
          <p:nvSpPr>
            <p:cNvPr id="71" name="node05.label"/>
            <p:cNvSpPr/>
            <p:nvPr/>
          </p:nvSpPr>
          <p:spPr>
            <a:xfrm>
              <a:off x="8267700" y="1828800"/>
              <a:ext cx="2971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Medium"/>
                  <a:ea typeface="IBM Plex Mono Medium"/>
                  <a:cs typeface="IBM Plex Mono Medium"/>
                </a:rPr>
                <a:t>R1, SCORE 25</a:t>
              </a:r>
              <a:endParaRPr lang="en-US" sz="900" spc="54" kern="0" b="0" i="0" dirty="0">
                <a:solidFill>
                  <a:srgbClr val="070154"/>
                </a:solidFill>
                <a:latin typeface="IBM Plex Mono Medium"/>
                <a:ea typeface="IBM Plex Mono Medium"/>
                <a:cs typeface="IBM Plex Mono Medium"/>
              </a:endParaRPr>
            </a:p>
          </p:txBody>
        </p:sp>
        <p:sp>
          <p:nvSpPr>
            <p:cNvPr id="72" name="node05.title"/>
            <p:cNvSpPr/>
            <p:nvPr/>
          </p:nvSpPr>
          <p:spPr>
            <a:xfrm>
              <a:off x="8267700" y="2057400"/>
              <a:ext cx="29718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FFFFFF"/>
                  </a:solidFill>
                  <a:latin typeface="IBM Plex Sans SemiBold"/>
                  <a:ea typeface="IBM Plex Sans SemiBold"/>
                  <a:cs typeface="IBM Plex Sans SemiBold"/>
                </a:rPr>
                <a:t>Interface failure at cutover</a:t>
              </a:r>
              <a:endParaRPr lang="en-US" sz="1800" spc="-18" kern="0" b="0" i="0" dirty="0">
                <a:solidFill>
                  <a:srgbClr val="FFFFFF"/>
                </a:solidFill>
                <a:latin typeface="IBM Plex Sans SemiBold"/>
                <a:ea typeface="IBM Plex Sans SemiBold"/>
                <a:cs typeface="IBM Plex Sans SemiBold"/>
              </a:endParaRPr>
            </a:p>
          </p:txBody>
        </p:sp>
        <p:sp>
          <p:nvSpPr>
            <p:cNvPr id="73" name="node05.body.item-001.paragraph"/>
            <p:cNvSpPr/>
            <p:nvPr/>
          </p:nvSpPr>
          <p:spPr>
            <a:xfrm>
              <a:off x="8267700" y="2514600"/>
              <a:ext cx="2971800" cy="8001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Owner: CIO. Mitigation: dual-run the lab and pharmacy interfaces for two weeks.</a:t>
              </a:r>
              <a:endParaRPr lang="en-US" sz="1400" spc="0" kern="0" b="0" i="0" dirty="0">
                <a:solidFill>
                  <a:srgbClr val="070154"/>
                </a:solidFill>
                <a:latin typeface="IBM Plex Sans"/>
                <a:ea typeface="IBM Plex Sans"/>
                <a:cs typeface="IBM Plex Sans"/>
              </a:endParaRPr>
            </a:p>
          </p:txBody>
        </p:sp>
      </p:grpSp>
      <p:grpSp>
        <p:nvGrpSpPr>
          <p:cNvPr id="85" name="node06"/>
          <p:cNvGrpSpPr/>
          <p:nvPr/>
        </p:nvGrpSpPr>
        <p:grpSpPr>
          <a:xfrm>
            <a:off x="8039100" y="3886200"/>
            <a:ext cx="3429000" cy="990600"/>
            <a:chOff x="8039100" y="3886200"/>
            <a:chExt cx="3429000" cy="990600"/>
          </a:xfrm>
        </p:grpSpPr>
        <p:sp>
          <p:nvSpPr>
            <p:cNvPr id="74" name="node06.source-001.bullet"/>
            <p:cNvSpPr/>
            <p:nvPr/>
          </p:nvSpPr>
          <p:spPr>
            <a:xfrm>
              <a:off x="8039100" y="3975100"/>
              <a:ext cx="38100" cy="38100"/>
            </a:xfrm>
            <a:prstGeom prst="rect">
              <a:avLst/>
            </a:prstGeom>
            <a:solidFill>
              <a:srgbClr val="070154"/>
            </a:solidFill>
            <a:ln>
              <a:noFill/>
            </a:ln>
          </p:spPr>
        </p:sp>
        <p:sp>
          <p:nvSpPr>
            <p:cNvPr id="75" name="node06.source-001.text"/>
            <p:cNvSpPr/>
            <p:nvPr/>
          </p:nvSpPr>
          <p:spPr>
            <a:xfrm>
              <a:off x="8191500" y="38862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R10 and R3 follow at scores of 20 and 16.</a:t>
              </a:r>
              <a:endParaRPr lang="en-US" sz="1200" spc="0" kern="0" b="0" i="0" dirty="0">
                <a:solidFill>
                  <a:srgbClr val="070154"/>
                </a:solidFill>
                <a:latin typeface="IBM Plex Sans"/>
                <a:ea typeface="IBM Plex Sans"/>
                <a:cs typeface="IBM Plex Sans"/>
              </a:endParaRPr>
            </a:p>
          </p:txBody>
        </p:sp>
        <p:sp>
          <p:nvSpPr>
            <p:cNvPr id="76" name="node06.source-002.bullet"/>
            <p:cNvSpPr/>
            <p:nvPr/>
          </p:nvSpPr>
          <p:spPr>
            <a:xfrm>
              <a:off x="8039100" y="4241800"/>
              <a:ext cx="38100" cy="38100"/>
            </a:xfrm>
            <a:prstGeom prst="rect">
              <a:avLst/>
            </a:prstGeom>
            <a:solidFill>
              <a:srgbClr val="070154"/>
            </a:solidFill>
            <a:ln>
              <a:noFill/>
            </a:ln>
          </p:spPr>
        </p:sp>
        <p:sp>
          <p:nvSpPr>
            <p:cNvPr id="77" name="node06.source-002.text"/>
            <p:cNvSpPr/>
            <p:nvPr/>
          </p:nvSpPr>
          <p:spPr>
            <a:xfrm>
              <a:off x="8191500" y="4152900"/>
              <a:ext cx="32766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Both share the same migration team and cutover window.</a:t>
              </a:r>
              <a:endParaRPr lang="en-US" sz="1200" spc="0" kern="0" b="0" i="0" dirty="0">
                <a:solidFill>
                  <a:srgbClr val="070154"/>
                </a:solidFill>
                <a:latin typeface="IBM Plex Sans"/>
                <a:ea typeface="IBM Plex Sans"/>
                <a:cs typeface="IBM Plex Sans"/>
              </a:endParaRPr>
            </a:p>
          </p:txBody>
        </p:sp>
        <p:sp>
          <p:nvSpPr>
            <p:cNvPr id="78" name="node06.source-003.bullet"/>
            <p:cNvSpPr/>
            <p:nvPr/>
          </p:nvSpPr>
          <p:spPr>
            <a:xfrm>
              <a:off x="8039100" y="4737100"/>
              <a:ext cx="38100" cy="38100"/>
            </a:xfrm>
            <a:prstGeom prst="rect">
              <a:avLst/>
            </a:prstGeom>
            <a:solidFill>
              <a:srgbClr val="070154"/>
            </a:solidFill>
            <a:ln>
              <a:noFill/>
            </a:ln>
          </p:spPr>
        </p:sp>
        <p:sp>
          <p:nvSpPr>
            <p:cNvPr id="79" name="node06.source-003.text"/>
            <p:cNvSpPr/>
            <p:nvPr/>
          </p:nvSpPr>
          <p:spPr>
            <a:xfrm>
              <a:off x="8191500" y="46482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After the dual run, R1 drops to a score of 15.</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name="source-428">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ROADMAP</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Each track has its own outcome, owner and dependency</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Northfield Health System digital front door program.</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139</a:t>
            </a:fld>
            <a:endParaRPr lang="en-US" sz="700" spc="0" kern="0" b="0" i="0" dirty="0">
              <a:solidFill>
                <a:srgbClr val="070154"/>
              </a:solidFill>
              <a:latin typeface="IBM Plex Mono SemiBold"/>
              <a:ea typeface="IBM Plex Mono SemiBold"/>
              <a:cs typeface="IBM Plex Mono SemiBold"/>
            </a:endParaRPr>
          </a:p>
        </p:txBody>
      </p:sp>
      <p:grpSp>
        <p:nvGrpSpPr>
          <p:cNvPr id="71" name="node01"/>
          <p:cNvGrpSpPr/>
          <p:nvPr/>
        </p:nvGrpSpPr>
        <p:grpSpPr>
          <a:xfrm>
            <a:off x="723900" y="1600200"/>
            <a:ext cx="10744200" cy="2790952"/>
            <a:chOff x="723900" y="1600200"/>
            <a:chExt cx="10744200" cy="2790952"/>
          </a:xfrm>
        </p:grpSpPr>
        <p:sp>
          <p:nvSpPr>
            <p:cNvPr id="7" name="node01.trunk.road"/>
            <p:cNvSpPr/>
            <p:nvPr/>
          </p:nvSpPr>
          <p:spPr>
            <a:xfrm>
              <a:off x="901700" y="2971800"/>
              <a:ext cx="3045460" cy="0"/>
            </a:xfrm>
            <a:custGeom>
              <a:avLst/>
              <a:gdLst/>
              <a:ahLst/>
              <a:cxnLst/>
              <a:rect l="l" t="t" r="r" b="b"/>
              <a:pathLst>
                <a:path w="3045460">
                  <a:moveTo>
                    <a:pt x="0" y="0"/>
                  </a:moveTo>
                  <a:lnTo>
                    <a:pt x="3045460" y="0"/>
                  </a:lnTo>
                </a:path>
              </a:pathLst>
            </a:custGeom>
            <a:ln w="228600">
              <a:solidFill>
                <a:srgbClr val="070154"/>
              </a:solidFill>
              <a:prstDash val="solid"/>
              <a:round/>
            </a:ln>
          </p:spPr>
        </p:sp>
        <p:sp>
          <p:nvSpPr>
            <p:cNvPr id="8" name="node01.trunk.road.cap-1"/>
            <p:cNvSpPr/>
            <p:nvPr/>
          </p:nvSpPr>
          <p:spPr>
            <a:xfrm>
              <a:off x="787400" y="2857500"/>
              <a:ext cx="228600" cy="228600"/>
            </a:xfrm>
            <a:prstGeom prst="ellipse">
              <a:avLst/>
            </a:prstGeom>
            <a:solidFill>
              <a:srgbClr val="070154"/>
            </a:solidFill>
            <a:ln>
              <a:noFill/>
            </a:ln>
          </p:spPr>
        </p:sp>
        <p:sp>
          <p:nvSpPr>
            <p:cNvPr id="9" name="node01.trunk.road.cap-2"/>
            <p:cNvSpPr/>
            <p:nvPr/>
          </p:nvSpPr>
          <p:spPr>
            <a:xfrm>
              <a:off x="3832860" y="2857500"/>
              <a:ext cx="228600" cy="228600"/>
            </a:xfrm>
            <a:prstGeom prst="ellipse">
              <a:avLst/>
            </a:prstGeom>
            <a:solidFill>
              <a:srgbClr val="070154"/>
            </a:solidFill>
            <a:ln>
              <a:noFill/>
            </a:ln>
          </p:spPr>
        </p:sp>
        <p:sp>
          <p:nvSpPr>
            <p:cNvPr id="10" name="node01.trunk.centerline"/>
            <p:cNvSpPr/>
            <p:nvPr/>
          </p:nvSpPr>
          <p:spPr>
            <a:xfrm>
              <a:off x="901700" y="2971800"/>
              <a:ext cx="3045460" cy="0"/>
            </a:xfrm>
            <a:custGeom>
              <a:avLst/>
              <a:gdLst/>
              <a:ahLst/>
              <a:cxnLst/>
              <a:rect l="l" t="t" r="r" b="b"/>
              <a:pathLst>
                <a:path w="3045460">
                  <a:moveTo>
                    <a:pt x="0" y="0"/>
                  </a:moveTo>
                  <a:lnTo>
                    <a:pt x="88900" y="0"/>
                  </a:lnTo>
                  <a:moveTo>
                    <a:pt x="177800" y="0"/>
                  </a:moveTo>
                  <a:lnTo>
                    <a:pt x="266700" y="0"/>
                  </a:lnTo>
                  <a:moveTo>
                    <a:pt x="355600" y="0"/>
                  </a:moveTo>
                  <a:lnTo>
                    <a:pt x="444500" y="0"/>
                  </a:lnTo>
                  <a:moveTo>
                    <a:pt x="533400" y="0"/>
                  </a:moveTo>
                  <a:lnTo>
                    <a:pt x="622300" y="0"/>
                  </a:lnTo>
                  <a:moveTo>
                    <a:pt x="711200" y="0"/>
                  </a:moveTo>
                  <a:lnTo>
                    <a:pt x="800100" y="0"/>
                  </a:lnTo>
                  <a:moveTo>
                    <a:pt x="889000" y="0"/>
                  </a:moveTo>
                  <a:lnTo>
                    <a:pt x="977900" y="0"/>
                  </a:lnTo>
                  <a:moveTo>
                    <a:pt x="1066800" y="0"/>
                  </a:moveTo>
                  <a:lnTo>
                    <a:pt x="1155700" y="0"/>
                  </a:lnTo>
                  <a:moveTo>
                    <a:pt x="1244600" y="0"/>
                  </a:moveTo>
                  <a:lnTo>
                    <a:pt x="1333500" y="0"/>
                  </a:lnTo>
                  <a:moveTo>
                    <a:pt x="1422400" y="0"/>
                  </a:moveTo>
                  <a:lnTo>
                    <a:pt x="1511300" y="0"/>
                  </a:lnTo>
                  <a:moveTo>
                    <a:pt x="1600200" y="0"/>
                  </a:moveTo>
                  <a:lnTo>
                    <a:pt x="1689100" y="0"/>
                  </a:lnTo>
                  <a:moveTo>
                    <a:pt x="1778000" y="0"/>
                  </a:moveTo>
                  <a:lnTo>
                    <a:pt x="1866900" y="0"/>
                  </a:lnTo>
                  <a:moveTo>
                    <a:pt x="1955800" y="0"/>
                  </a:moveTo>
                  <a:lnTo>
                    <a:pt x="2044700" y="0"/>
                  </a:lnTo>
                  <a:moveTo>
                    <a:pt x="2133600" y="0"/>
                  </a:moveTo>
                  <a:lnTo>
                    <a:pt x="2222500" y="0"/>
                  </a:lnTo>
                  <a:moveTo>
                    <a:pt x="2311400" y="0"/>
                  </a:moveTo>
                  <a:lnTo>
                    <a:pt x="2400300" y="0"/>
                  </a:lnTo>
                  <a:moveTo>
                    <a:pt x="2489200" y="0"/>
                  </a:moveTo>
                  <a:lnTo>
                    <a:pt x="2578100" y="0"/>
                  </a:lnTo>
                  <a:moveTo>
                    <a:pt x="2667000" y="0"/>
                  </a:moveTo>
                  <a:lnTo>
                    <a:pt x="2755900" y="0"/>
                  </a:lnTo>
                  <a:moveTo>
                    <a:pt x="2844800" y="0"/>
                  </a:moveTo>
                  <a:lnTo>
                    <a:pt x="2933700" y="0"/>
                  </a:lnTo>
                  <a:moveTo>
                    <a:pt x="3022600" y="0"/>
                  </a:moveTo>
                  <a:lnTo>
                    <a:pt x="3045460" y="0"/>
                  </a:lnTo>
                </a:path>
              </a:pathLst>
            </a:custGeom>
            <a:ln w="19050">
              <a:solidFill>
                <a:srgbClr val="FFFFFF"/>
              </a:solidFill>
              <a:prstDash val="solid"/>
              <a:round/>
            </a:ln>
          </p:spPr>
        </p:sp>
        <p:sp>
          <p:nvSpPr>
            <p:cNvPr id="11" name="node01.branches.source-001.road"/>
            <p:cNvSpPr/>
            <p:nvPr/>
          </p:nvSpPr>
          <p:spPr>
            <a:xfrm>
              <a:off x="3947160" y="2176272"/>
              <a:ext cx="7343140" cy="795528"/>
            </a:xfrm>
            <a:custGeom>
              <a:avLst/>
              <a:gdLst/>
              <a:ahLst/>
              <a:cxnLst/>
              <a:rect l="l" t="t" r="r" b="b"/>
              <a:pathLst>
                <a:path w="7343140" h="795528">
                  <a:moveTo>
                    <a:pt x="0" y="795528"/>
                  </a:moveTo>
                  <a:cubicBezTo>
                    <a:pt x="754380" y="795528"/>
                    <a:pt x="617220" y="0"/>
                    <a:pt x="1371600" y="0"/>
                  </a:cubicBezTo>
                  <a:lnTo>
                    <a:pt x="7343140" y="0"/>
                  </a:lnTo>
                </a:path>
              </a:pathLst>
            </a:custGeom>
            <a:ln w="228600">
              <a:solidFill>
                <a:srgbClr val="070154"/>
              </a:solidFill>
              <a:prstDash val="solid"/>
              <a:round/>
            </a:ln>
          </p:spPr>
        </p:sp>
        <p:sp>
          <p:nvSpPr>
            <p:cNvPr id="12" name="node01.branches.source-001.road.cap-1"/>
            <p:cNvSpPr/>
            <p:nvPr/>
          </p:nvSpPr>
          <p:spPr>
            <a:xfrm>
              <a:off x="3832860" y="2857500"/>
              <a:ext cx="228600" cy="228600"/>
            </a:xfrm>
            <a:prstGeom prst="ellipse">
              <a:avLst/>
            </a:prstGeom>
            <a:solidFill>
              <a:srgbClr val="070154"/>
            </a:solidFill>
            <a:ln>
              <a:noFill/>
            </a:ln>
          </p:spPr>
        </p:sp>
        <p:sp>
          <p:nvSpPr>
            <p:cNvPr id="13" name="node01.branches.source-001.road.cap-2"/>
            <p:cNvSpPr/>
            <p:nvPr/>
          </p:nvSpPr>
          <p:spPr>
            <a:xfrm>
              <a:off x="11176000" y="2061972"/>
              <a:ext cx="228600" cy="228600"/>
            </a:xfrm>
            <a:prstGeom prst="ellipse">
              <a:avLst/>
            </a:prstGeom>
            <a:solidFill>
              <a:srgbClr val="070154"/>
            </a:solidFill>
            <a:ln>
              <a:noFill/>
            </a:ln>
          </p:spPr>
        </p:sp>
        <p:sp>
          <p:nvSpPr>
            <p:cNvPr id="14" name="node01.branches.source-001.centerline"/>
            <p:cNvSpPr/>
            <p:nvPr/>
          </p:nvSpPr>
          <p:spPr>
            <a:xfrm>
              <a:off x="3947160" y="2176272"/>
              <a:ext cx="7343140" cy="795528"/>
            </a:xfrm>
            <a:custGeom>
              <a:avLst/>
              <a:gdLst/>
              <a:ahLst/>
              <a:cxnLst/>
              <a:rect l="l" t="t" r="r" b="b"/>
              <a:pathLst>
                <a:path w="7343140" h="795528">
                  <a:moveTo>
                    <a:pt x="0" y="795528"/>
                  </a:moveTo>
                  <a:cubicBezTo>
                    <a:pt x="31064" y="795528"/>
                    <a:pt x="60617" y="794179"/>
                    <a:pt x="88782" y="791592"/>
                  </a:cubicBezTo>
                  <a:moveTo>
                    <a:pt x="176704" y="778742"/>
                  </a:moveTo>
                  <a:cubicBezTo>
                    <a:pt x="207014" y="772539"/>
                    <a:pt x="235525" y="764730"/>
                    <a:pt x="262451" y="755508"/>
                  </a:cubicBezTo>
                  <a:moveTo>
                    <a:pt x="344296" y="720986"/>
                  </a:moveTo>
                  <a:cubicBezTo>
                    <a:pt x="371359" y="707263"/>
                    <a:pt x="396667" y="691973"/>
                    <a:pt x="420537" y="675401"/>
                  </a:cubicBezTo>
                  <a:moveTo>
                    <a:pt x="490220" y="620286"/>
                  </a:moveTo>
                  <a:cubicBezTo>
                    <a:pt x="512439" y="600496"/>
                    <a:pt x="533444" y="579622"/>
                    <a:pt x="553598" y="557990"/>
                  </a:cubicBezTo>
                  <a:moveTo>
                    <a:pt x="612000" y="490983"/>
                  </a:moveTo>
                  <a:cubicBezTo>
                    <a:pt x="630831" y="468133"/>
                    <a:pt x="649175" y="444849"/>
                    <a:pt x="667395" y="421455"/>
                  </a:cubicBezTo>
                  <a:moveTo>
                    <a:pt x="722017" y="351315"/>
                  </a:moveTo>
                  <a:cubicBezTo>
                    <a:pt x="740365" y="328015"/>
                    <a:pt x="758955" y="304930"/>
                    <a:pt x="778152" y="282387"/>
                  </a:cubicBezTo>
                  <a:moveTo>
                    <a:pt x="837977" y="216654"/>
                  </a:moveTo>
                  <a:cubicBezTo>
                    <a:pt x="858668" y="195607"/>
                    <a:pt x="880323" y="175420"/>
                    <a:pt x="903303" y="156415"/>
                  </a:cubicBezTo>
                  <a:moveTo>
                    <a:pt x="975152" y="104165"/>
                  </a:moveTo>
                  <a:cubicBezTo>
                    <a:pt x="999628" y="88707"/>
                    <a:pt x="1025599" y="74585"/>
                    <a:pt x="1053370" y="62067"/>
                  </a:cubicBezTo>
                  <a:moveTo>
                    <a:pt x="1136685" y="31254"/>
                  </a:moveTo>
                  <a:cubicBezTo>
                    <a:pt x="1163928" y="23224"/>
                    <a:pt x="1192738" y="16593"/>
                    <a:pt x="1223312" y="11535"/>
                  </a:cubicBezTo>
                  <a:moveTo>
                    <a:pt x="1311634" y="1755"/>
                  </a:moveTo>
                  <a:cubicBezTo>
                    <a:pt x="1330979" y="596"/>
                    <a:pt x="1350956" y="0"/>
                    <a:pt x="1371600" y="0"/>
                  </a:cubicBezTo>
                  <a:lnTo>
                    <a:pt x="1400500" y="0"/>
                  </a:lnTo>
                  <a:moveTo>
                    <a:pt x="1489400" y="0"/>
                  </a:moveTo>
                  <a:lnTo>
                    <a:pt x="1578300" y="0"/>
                  </a:lnTo>
                  <a:moveTo>
                    <a:pt x="1667200" y="0"/>
                  </a:moveTo>
                  <a:lnTo>
                    <a:pt x="1756100" y="0"/>
                  </a:lnTo>
                  <a:moveTo>
                    <a:pt x="1845000" y="0"/>
                  </a:moveTo>
                  <a:lnTo>
                    <a:pt x="1933900" y="0"/>
                  </a:lnTo>
                  <a:moveTo>
                    <a:pt x="2022800" y="0"/>
                  </a:moveTo>
                  <a:lnTo>
                    <a:pt x="2111700" y="0"/>
                  </a:lnTo>
                  <a:moveTo>
                    <a:pt x="2200600" y="0"/>
                  </a:moveTo>
                  <a:lnTo>
                    <a:pt x="2289500" y="0"/>
                  </a:lnTo>
                  <a:moveTo>
                    <a:pt x="2378400" y="0"/>
                  </a:moveTo>
                  <a:lnTo>
                    <a:pt x="2467300" y="0"/>
                  </a:lnTo>
                  <a:moveTo>
                    <a:pt x="2556200" y="0"/>
                  </a:moveTo>
                  <a:lnTo>
                    <a:pt x="2645100" y="0"/>
                  </a:lnTo>
                  <a:moveTo>
                    <a:pt x="2734000" y="0"/>
                  </a:moveTo>
                  <a:lnTo>
                    <a:pt x="2822900" y="0"/>
                  </a:lnTo>
                  <a:moveTo>
                    <a:pt x="2911800" y="0"/>
                  </a:moveTo>
                  <a:lnTo>
                    <a:pt x="3000700" y="0"/>
                  </a:lnTo>
                  <a:moveTo>
                    <a:pt x="3089600" y="0"/>
                  </a:moveTo>
                  <a:lnTo>
                    <a:pt x="3178500" y="0"/>
                  </a:lnTo>
                  <a:moveTo>
                    <a:pt x="3267400" y="0"/>
                  </a:moveTo>
                  <a:lnTo>
                    <a:pt x="3356300" y="0"/>
                  </a:lnTo>
                  <a:moveTo>
                    <a:pt x="3445200" y="0"/>
                  </a:moveTo>
                  <a:lnTo>
                    <a:pt x="3534100" y="0"/>
                  </a:lnTo>
                  <a:moveTo>
                    <a:pt x="3623000" y="0"/>
                  </a:moveTo>
                  <a:lnTo>
                    <a:pt x="3711900" y="0"/>
                  </a:lnTo>
                  <a:moveTo>
                    <a:pt x="3800800" y="0"/>
                  </a:moveTo>
                  <a:lnTo>
                    <a:pt x="3889700" y="0"/>
                  </a:lnTo>
                  <a:moveTo>
                    <a:pt x="3978600" y="0"/>
                  </a:moveTo>
                  <a:lnTo>
                    <a:pt x="4067500" y="0"/>
                  </a:lnTo>
                  <a:moveTo>
                    <a:pt x="4156400" y="0"/>
                  </a:moveTo>
                  <a:lnTo>
                    <a:pt x="4245300" y="0"/>
                  </a:lnTo>
                  <a:moveTo>
                    <a:pt x="4334200" y="0"/>
                  </a:moveTo>
                  <a:lnTo>
                    <a:pt x="4423100" y="0"/>
                  </a:lnTo>
                  <a:moveTo>
                    <a:pt x="4512000" y="0"/>
                  </a:moveTo>
                  <a:lnTo>
                    <a:pt x="4600900" y="0"/>
                  </a:lnTo>
                  <a:moveTo>
                    <a:pt x="4689800" y="0"/>
                  </a:moveTo>
                  <a:lnTo>
                    <a:pt x="4778700" y="0"/>
                  </a:lnTo>
                  <a:moveTo>
                    <a:pt x="4867600" y="0"/>
                  </a:moveTo>
                  <a:lnTo>
                    <a:pt x="4956500" y="0"/>
                  </a:lnTo>
                  <a:moveTo>
                    <a:pt x="5045400" y="0"/>
                  </a:moveTo>
                  <a:lnTo>
                    <a:pt x="5134300" y="0"/>
                  </a:lnTo>
                  <a:moveTo>
                    <a:pt x="5223200" y="0"/>
                  </a:moveTo>
                  <a:lnTo>
                    <a:pt x="5312100" y="0"/>
                  </a:lnTo>
                  <a:moveTo>
                    <a:pt x="5401000" y="0"/>
                  </a:moveTo>
                  <a:lnTo>
                    <a:pt x="5489900" y="0"/>
                  </a:lnTo>
                  <a:moveTo>
                    <a:pt x="5578800" y="0"/>
                  </a:moveTo>
                  <a:lnTo>
                    <a:pt x="5667700" y="0"/>
                  </a:lnTo>
                  <a:moveTo>
                    <a:pt x="5756600" y="0"/>
                  </a:moveTo>
                  <a:lnTo>
                    <a:pt x="5845500" y="0"/>
                  </a:lnTo>
                  <a:moveTo>
                    <a:pt x="5934400" y="0"/>
                  </a:moveTo>
                  <a:lnTo>
                    <a:pt x="6023300" y="0"/>
                  </a:lnTo>
                  <a:moveTo>
                    <a:pt x="6112200" y="0"/>
                  </a:moveTo>
                  <a:lnTo>
                    <a:pt x="6201100" y="0"/>
                  </a:lnTo>
                  <a:moveTo>
                    <a:pt x="6290000" y="0"/>
                  </a:moveTo>
                  <a:lnTo>
                    <a:pt x="6378900" y="0"/>
                  </a:lnTo>
                  <a:moveTo>
                    <a:pt x="6467800" y="0"/>
                  </a:moveTo>
                  <a:lnTo>
                    <a:pt x="6556700" y="0"/>
                  </a:lnTo>
                  <a:moveTo>
                    <a:pt x="6645600" y="0"/>
                  </a:moveTo>
                  <a:lnTo>
                    <a:pt x="6734500" y="0"/>
                  </a:lnTo>
                  <a:moveTo>
                    <a:pt x="6823400" y="0"/>
                  </a:moveTo>
                  <a:lnTo>
                    <a:pt x="6912300" y="0"/>
                  </a:lnTo>
                  <a:moveTo>
                    <a:pt x="7001200" y="0"/>
                  </a:moveTo>
                  <a:lnTo>
                    <a:pt x="7090100" y="0"/>
                  </a:lnTo>
                  <a:moveTo>
                    <a:pt x="7179000" y="0"/>
                  </a:moveTo>
                  <a:lnTo>
                    <a:pt x="7267900" y="0"/>
                  </a:lnTo>
                </a:path>
              </a:pathLst>
            </a:custGeom>
            <a:ln w="19050">
              <a:solidFill>
                <a:srgbClr val="FFFFFF"/>
              </a:solidFill>
              <a:prstDash val="solid"/>
              <a:round/>
            </a:ln>
          </p:spPr>
        </p:sp>
        <p:sp>
          <p:nvSpPr>
            <p:cNvPr id="15" name="node01.branches.source-002.road"/>
            <p:cNvSpPr/>
            <p:nvPr/>
          </p:nvSpPr>
          <p:spPr>
            <a:xfrm>
              <a:off x="3947160" y="2971800"/>
              <a:ext cx="7343140" cy="576072"/>
            </a:xfrm>
            <a:custGeom>
              <a:avLst/>
              <a:gdLst/>
              <a:ahLst/>
              <a:cxnLst/>
              <a:rect l="l" t="t" r="r" b="b"/>
              <a:pathLst>
                <a:path w="7343140" h="576072">
                  <a:moveTo>
                    <a:pt x="0" y="0"/>
                  </a:moveTo>
                  <a:cubicBezTo>
                    <a:pt x="754380" y="0"/>
                    <a:pt x="617220" y="576072"/>
                    <a:pt x="1371600" y="576072"/>
                  </a:cubicBezTo>
                  <a:lnTo>
                    <a:pt x="7343140" y="576072"/>
                  </a:lnTo>
                </a:path>
              </a:pathLst>
            </a:custGeom>
            <a:ln w="228600">
              <a:solidFill>
                <a:srgbClr val="070154"/>
              </a:solidFill>
              <a:prstDash val="solid"/>
              <a:round/>
            </a:ln>
          </p:spPr>
        </p:sp>
        <p:sp>
          <p:nvSpPr>
            <p:cNvPr id="16" name="node01.branches.source-002.road.cap-1"/>
            <p:cNvSpPr/>
            <p:nvPr/>
          </p:nvSpPr>
          <p:spPr>
            <a:xfrm>
              <a:off x="3832860" y="2857500"/>
              <a:ext cx="228600" cy="228600"/>
            </a:xfrm>
            <a:prstGeom prst="ellipse">
              <a:avLst/>
            </a:prstGeom>
            <a:solidFill>
              <a:srgbClr val="070154"/>
            </a:solidFill>
            <a:ln>
              <a:noFill/>
            </a:ln>
          </p:spPr>
        </p:sp>
        <p:sp>
          <p:nvSpPr>
            <p:cNvPr id="17" name="node01.branches.source-002.road.cap-2"/>
            <p:cNvSpPr/>
            <p:nvPr/>
          </p:nvSpPr>
          <p:spPr>
            <a:xfrm>
              <a:off x="11176000" y="3433572"/>
              <a:ext cx="228600" cy="228600"/>
            </a:xfrm>
            <a:prstGeom prst="ellipse">
              <a:avLst/>
            </a:prstGeom>
            <a:solidFill>
              <a:srgbClr val="070154"/>
            </a:solidFill>
            <a:ln>
              <a:noFill/>
            </a:ln>
          </p:spPr>
        </p:sp>
        <p:sp>
          <p:nvSpPr>
            <p:cNvPr id="18" name="node01.branches.source-002.centerline"/>
            <p:cNvSpPr/>
            <p:nvPr/>
          </p:nvSpPr>
          <p:spPr>
            <a:xfrm>
              <a:off x="3947160" y="2971800"/>
              <a:ext cx="7343140" cy="576072"/>
            </a:xfrm>
            <a:custGeom>
              <a:avLst/>
              <a:gdLst/>
              <a:ahLst/>
              <a:cxnLst/>
              <a:rect l="l" t="t" r="r" b="b"/>
              <a:pathLst>
                <a:path w="7343140" h="576072">
                  <a:moveTo>
                    <a:pt x="0" y="0"/>
                  </a:moveTo>
                  <a:cubicBezTo>
                    <a:pt x="31085" y="0"/>
                    <a:pt x="60656" y="978"/>
                    <a:pt x="88839" y="2854"/>
                  </a:cubicBezTo>
                  <a:moveTo>
                    <a:pt x="177219" y="12232"/>
                  </a:moveTo>
                  <a:cubicBezTo>
                    <a:pt x="208067" y="16820"/>
                    <a:pt x="237051" y="22613"/>
                    <a:pt x="264396" y="29464"/>
                  </a:cubicBezTo>
                  <a:moveTo>
                    <a:pt x="349250" y="55818"/>
                  </a:moveTo>
                  <a:cubicBezTo>
                    <a:pt x="378175" y="66673"/>
                    <a:pt x="405086" y="78829"/>
                    <a:pt x="430379" y="92031"/>
                  </a:cubicBezTo>
                  <a:moveTo>
                    <a:pt x="506575" y="137731"/>
                  </a:moveTo>
                  <a:cubicBezTo>
                    <a:pt x="531548" y="154705"/>
                    <a:pt x="555025" y="172646"/>
                    <a:pt x="577564" y="191193"/>
                  </a:cubicBezTo>
                  <a:moveTo>
                    <a:pt x="644473" y="249712"/>
                  </a:moveTo>
                  <a:cubicBezTo>
                    <a:pt x="666371" y="269759"/>
                    <a:pt x="687878" y="290058"/>
                    <a:pt x="709611" y="310212"/>
                  </a:cubicBezTo>
                  <a:moveTo>
                    <a:pt x="775785" y="369568"/>
                  </a:moveTo>
                  <a:cubicBezTo>
                    <a:pt x="798037" y="388576"/>
                    <a:pt x="821088" y="407069"/>
                    <a:pt x="845512" y="424675"/>
                  </a:cubicBezTo>
                  <a:moveTo>
                    <a:pt x="920283" y="472677"/>
                  </a:moveTo>
                  <a:cubicBezTo>
                    <a:pt x="945207" y="486731"/>
                    <a:pt x="971700" y="499772"/>
                    <a:pt x="1000184" y="511525"/>
                  </a:cubicBezTo>
                  <a:moveTo>
                    <a:pt x="1084181" y="540485"/>
                  </a:moveTo>
                  <a:cubicBezTo>
                    <a:pt x="1111332" y="548132"/>
                    <a:pt x="1140144" y="554706"/>
                    <a:pt x="1170863" y="560049"/>
                  </a:cubicBezTo>
                  <a:moveTo>
                    <a:pt x="1259007" y="571398"/>
                  </a:moveTo>
                  <a:cubicBezTo>
                    <a:pt x="1287126" y="573841"/>
                    <a:pt x="1316670" y="575363"/>
                    <a:pt x="1347775" y="575877"/>
                  </a:cubicBezTo>
                  <a:moveTo>
                    <a:pt x="1436676" y="576072"/>
                  </a:moveTo>
                  <a:lnTo>
                    <a:pt x="1525576" y="576072"/>
                  </a:lnTo>
                  <a:moveTo>
                    <a:pt x="1614476" y="576072"/>
                  </a:moveTo>
                  <a:lnTo>
                    <a:pt x="1703376" y="576072"/>
                  </a:lnTo>
                  <a:moveTo>
                    <a:pt x="1792276" y="576072"/>
                  </a:moveTo>
                  <a:lnTo>
                    <a:pt x="1881176" y="576072"/>
                  </a:lnTo>
                  <a:moveTo>
                    <a:pt x="1970076" y="576072"/>
                  </a:moveTo>
                  <a:lnTo>
                    <a:pt x="2058976" y="576072"/>
                  </a:lnTo>
                  <a:moveTo>
                    <a:pt x="2147876" y="576072"/>
                  </a:moveTo>
                  <a:lnTo>
                    <a:pt x="2236776" y="576072"/>
                  </a:lnTo>
                  <a:moveTo>
                    <a:pt x="2325676" y="576072"/>
                  </a:moveTo>
                  <a:lnTo>
                    <a:pt x="2414576" y="576072"/>
                  </a:lnTo>
                  <a:moveTo>
                    <a:pt x="2503476" y="576072"/>
                  </a:moveTo>
                  <a:lnTo>
                    <a:pt x="2592376" y="576072"/>
                  </a:lnTo>
                  <a:moveTo>
                    <a:pt x="2681276" y="576072"/>
                  </a:moveTo>
                  <a:lnTo>
                    <a:pt x="2770176" y="576072"/>
                  </a:lnTo>
                  <a:moveTo>
                    <a:pt x="2859076" y="576072"/>
                  </a:moveTo>
                  <a:lnTo>
                    <a:pt x="2947976" y="576072"/>
                  </a:lnTo>
                  <a:moveTo>
                    <a:pt x="3036876" y="576072"/>
                  </a:moveTo>
                  <a:lnTo>
                    <a:pt x="3125776" y="576072"/>
                  </a:lnTo>
                  <a:moveTo>
                    <a:pt x="3214676" y="576072"/>
                  </a:moveTo>
                  <a:lnTo>
                    <a:pt x="3303576" y="576072"/>
                  </a:lnTo>
                  <a:moveTo>
                    <a:pt x="3392476" y="576072"/>
                  </a:moveTo>
                  <a:lnTo>
                    <a:pt x="3481376" y="576072"/>
                  </a:lnTo>
                  <a:moveTo>
                    <a:pt x="3570276" y="576072"/>
                  </a:moveTo>
                  <a:lnTo>
                    <a:pt x="3659176" y="576072"/>
                  </a:lnTo>
                  <a:moveTo>
                    <a:pt x="3748076" y="576072"/>
                  </a:moveTo>
                  <a:lnTo>
                    <a:pt x="3836976" y="576072"/>
                  </a:lnTo>
                  <a:moveTo>
                    <a:pt x="3925876" y="576072"/>
                  </a:moveTo>
                  <a:lnTo>
                    <a:pt x="4014776" y="576072"/>
                  </a:lnTo>
                  <a:moveTo>
                    <a:pt x="4103676" y="576072"/>
                  </a:moveTo>
                  <a:lnTo>
                    <a:pt x="4192576" y="576072"/>
                  </a:lnTo>
                  <a:moveTo>
                    <a:pt x="4281476" y="576072"/>
                  </a:moveTo>
                  <a:lnTo>
                    <a:pt x="4370376" y="576072"/>
                  </a:lnTo>
                  <a:moveTo>
                    <a:pt x="4459276" y="576072"/>
                  </a:moveTo>
                  <a:lnTo>
                    <a:pt x="4548176" y="576072"/>
                  </a:lnTo>
                  <a:moveTo>
                    <a:pt x="4637076" y="576072"/>
                  </a:moveTo>
                  <a:lnTo>
                    <a:pt x="4725976" y="576072"/>
                  </a:lnTo>
                  <a:moveTo>
                    <a:pt x="4814876" y="576072"/>
                  </a:moveTo>
                  <a:lnTo>
                    <a:pt x="4903776" y="576072"/>
                  </a:lnTo>
                  <a:moveTo>
                    <a:pt x="4992676" y="576072"/>
                  </a:moveTo>
                  <a:lnTo>
                    <a:pt x="5081576" y="576072"/>
                  </a:lnTo>
                  <a:moveTo>
                    <a:pt x="5170476" y="576072"/>
                  </a:moveTo>
                  <a:lnTo>
                    <a:pt x="5259376" y="576072"/>
                  </a:lnTo>
                  <a:moveTo>
                    <a:pt x="5348276" y="576072"/>
                  </a:moveTo>
                  <a:lnTo>
                    <a:pt x="5437176" y="576072"/>
                  </a:lnTo>
                  <a:moveTo>
                    <a:pt x="5526076" y="576072"/>
                  </a:moveTo>
                  <a:lnTo>
                    <a:pt x="5614976" y="576072"/>
                  </a:lnTo>
                  <a:moveTo>
                    <a:pt x="5703876" y="576072"/>
                  </a:moveTo>
                  <a:lnTo>
                    <a:pt x="5792776" y="576072"/>
                  </a:lnTo>
                  <a:moveTo>
                    <a:pt x="5881676" y="576072"/>
                  </a:moveTo>
                  <a:lnTo>
                    <a:pt x="5970576" y="576072"/>
                  </a:lnTo>
                  <a:moveTo>
                    <a:pt x="6059476" y="576072"/>
                  </a:moveTo>
                  <a:lnTo>
                    <a:pt x="6148376" y="576072"/>
                  </a:lnTo>
                  <a:moveTo>
                    <a:pt x="6237276" y="576072"/>
                  </a:moveTo>
                  <a:lnTo>
                    <a:pt x="6326176" y="576072"/>
                  </a:lnTo>
                  <a:moveTo>
                    <a:pt x="6415076" y="576072"/>
                  </a:moveTo>
                  <a:lnTo>
                    <a:pt x="6503976" y="576072"/>
                  </a:lnTo>
                  <a:moveTo>
                    <a:pt x="6592876" y="576072"/>
                  </a:moveTo>
                  <a:lnTo>
                    <a:pt x="6681776" y="576072"/>
                  </a:lnTo>
                  <a:moveTo>
                    <a:pt x="6770676" y="576072"/>
                  </a:moveTo>
                  <a:lnTo>
                    <a:pt x="6859576" y="576072"/>
                  </a:lnTo>
                  <a:moveTo>
                    <a:pt x="6948476" y="576072"/>
                  </a:moveTo>
                  <a:lnTo>
                    <a:pt x="7037376" y="576072"/>
                  </a:lnTo>
                  <a:moveTo>
                    <a:pt x="7126276" y="576072"/>
                  </a:moveTo>
                  <a:lnTo>
                    <a:pt x="7215176" y="576072"/>
                  </a:lnTo>
                  <a:moveTo>
                    <a:pt x="7304076" y="576072"/>
                  </a:moveTo>
                  <a:lnTo>
                    <a:pt x="7343140" y="576072"/>
                  </a:lnTo>
                </a:path>
              </a:pathLst>
            </a:custGeom>
            <a:ln w="19050">
              <a:solidFill>
                <a:srgbClr val="FFFFFF"/>
              </a:solidFill>
              <a:prstDash val="solid"/>
              <a:round/>
            </a:ln>
          </p:spPr>
        </p:sp>
        <p:sp>
          <p:nvSpPr>
            <p:cNvPr id="19" name="node01.trunk.source-001.pin"/>
            <p:cNvSpPr/>
            <p:nvPr/>
          </p:nvSpPr>
          <p:spPr>
            <a:xfrm>
              <a:off x="2319655" y="2828925"/>
              <a:ext cx="285750" cy="285750"/>
            </a:xfrm>
            <a:prstGeom prst="ellipse">
              <a:avLst/>
            </a:prstGeom>
            <a:solidFill>
              <a:srgbClr val="FFFFFF"/>
            </a:solidFill>
            <a:ln w="19050">
              <a:solidFill>
                <a:srgbClr val="070154"/>
              </a:solidFill>
              <a:prstDash val="solid"/>
            </a:ln>
          </p:spPr>
        </p:sp>
        <p:sp>
          <p:nvSpPr>
            <p:cNvPr id="20" name="node01.trunk.source-001.number"/>
            <p:cNvSpPr/>
            <p:nvPr/>
          </p:nvSpPr>
          <p:spPr>
            <a:xfrm>
              <a:off x="2310130" y="2819400"/>
              <a:ext cx="304800" cy="304800"/>
            </a:xfrm>
            <a:prstGeom prst="rect">
              <a:avLst/>
            </a:prstGeom>
            <a:noFill/>
            <a:ln/>
          </p:spPr>
          <p:txBody>
            <a:bodyPr wrap="square" lIns="0" tIns="0" rIns="0" bIns="0" rtlCol="0" anchor="ctr"/>
            <a:lstStyle/>
            <a:p>
              <a:pPr algn="ctr" indent="0" marL="0">
                <a:lnSpc>
                  <a:spcPts val="1000"/>
                </a:lnSpc>
                <a:buNone/>
              </a:pPr>
              <a:r>
                <a:rPr lang="en-US" sz="1000" spc="0" kern="0" b="0" i="0" dirty="0">
                  <a:solidFill>
                    <a:srgbClr val="070154"/>
                  </a:solidFill>
                  <a:latin typeface="IBM Plex Mono SemiBold"/>
                  <a:ea typeface="IBM Plex Mono SemiBold"/>
                  <a:cs typeface="IBM Plex Mono SemiBold"/>
                </a:rPr>
                <a:t>1</a:t>
              </a:r>
              <a:endParaRPr lang="en-US" sz="1000" spc="0" kern="0" b="0" i="0" dirty="0">
                <a:solidFill>
                  <a:srgbClr val="070154"/>
                </a:solidFill>
                <a:latin typeface="IBM Plex Mono SemiBold"/>
                <a:ea typeface="IBM Plex Mono SemiBold"/>
                <a:cs typeface="IBM Plex Mono SemiBold"/>
              </a:endParaRPr>
            </a:p>
          </p:txBody>
        </p:sp>
        <p:sp>
          <p:nvSpPr>
            <p:cNvPr id="21" name="node01.trunk.source-001.label.part-1"/>
            <p:cNvSpPr/>
            <p:nvPr/>
          </p:nvSpPr>
          <p:spPr>
            <a:xfrm>
              <a:off x="1181100" y="2166620"/>
              <a:ext cx="2562860" cy="17145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047FF"/>
                  </a:solidFill>
                  <a:latin typeface="IBM Plex Mono SemiBold"/>
                  <a:ea typeface="IBM Plex Mono SemiBold"/>
                  <a:cs typeface="IBM Plex Mono SemiBold"/>
                </a:rPr>
                <a:t>Q4 2026</a:t>
              </a:r>
              <a:endParaRPr lang="en-US" sz="900" spc="54" kern="0" b="0" i="0" dirty="0">
                <a:solidFill>
                  <a:srgbClr val="0047FF"/>
                </a:solidFill>
                <a:latin typeface="IBM Plex Mono SemiBold"/>
                <a:ea typeface="IBM Plex Mono SemiBold"/>
                <a:cs typeface="IBM Plex Mono SemiBold"/>
              </a:endParaRPr>
            </a:p>
          </p:txBody>
        </p:sp>
        <p:sp>
          <p:nvSpPr>
            <p:cNvPr id="22" name="node01.trunk.source-001.label.part-2"/>
            <p:cNvSpPr/>
            <p:nvPr/>
          </p:nvSpPr>
          <p:spPr>
            <a:xfrm>
              <a:off x="1181100" y="2344420"/>
              <a:ext cx="2562860" cy="228600"/>
            </a:xfrm>
            <a:prstGeom prst="rect">
              <a:avLst/>
            </a:prstGeom>
            <a:noFill/>
            <a:ln/>
          </p:spPr>
          <p:txBody>
            <a:bodyPr wrap="square" lIns="0" tIns="0" rIns="0" bIns="0" rtlCol="0" anchor="t"/>
            <a:lstStyle/>
            <a:p>
              <a:pPr algn="ctr" indent="0" marL="0">
                <a:lnSpc>
                  <a:spcPts val="1440"/>
                </a:lnSpc>
                <a:buNone/>
              </a:pPr>
              <a:r>
                <a:rPr lang="en-US" sz="1200" spc="0" kern="0" b="0" i="0" dirty="0">
                  <a:solidFill>
                    <a:srgbClr val="070154"/>
                  </a:solidFill>
                  <a:latin typeface="IBM Plex Sans SemiBold"/>
                  <a:ea typeface="IBM Plex Sans SemiBold"/>
                  <a:cs typeface="IBM Plex Sans SemiBold"/>
                </a:rPr>
                <a:t>Patient data foundation</a:t>
              </a:r>
              <a:endParaRPr lang="en-US" sz="1200" spc="0" kern="0" b="0" i="0" dirty="0">
                <a:solidFill>
                  <a:srgbClr val="070154"/>
                </a:solidFill>
                <a:latin typeface="IBM Plex Sans SemiBold"/>
                <a:ea typeface="IBM Plex Sans SemiBold"/>
                <a:cs typeface="IBM Plex Sans SemiBold"/>
              </a:endParaRPr>
            </a:p>
          </p:txBody>
        </p:sp>
        <p:sp>
          <p:nvSpPr>
            <p:cNvPr id="23" name="node01.trunk.source-001.label.part-3"/>
            <p:cNvSpPr/>
            <p:nvPr/>
          </p:nvSpPr>
          <p:spPr>
            <a:xfrm>
              <a:off x="1181100" y="2552700"/>
              <a:ext cx="2562860" cy="228600"/>
            </a:xfrm>
            <a:prstGeom prst="rect">
              <a:avLst/>
            </a:prstGeom>
            <a:noFill/>
            <a:ln/>
          </p:spPr>
          <p:txBody>
            <a:bodyPr wrap="square" lIns="0" tIns="0" rIns="0" bIns="0" rtlCol="0" anchor="t"/>
            <a:lstStyle/>
            <a:p>
              <a:pPr algn="ctr" indent="0" marL="0">
                <a:lnSpc>
                  <a:spcPts val="1500"/>
                </a:lnSpc>
                <a:buNone/>
              </a:pPr>
              <a:r>
                <a:rPr lang="en-US" sz="1200" spc="0" kern="0" b="0" i="0" dirty="0">
                  <a:solidFill>
                    <a:srgbClr val="070154"/>
                  </a:solidFill>
                  <a:latin typeface="IBM Plex Sans"/>
                  <a:ea typeface="IBM Plex Sans"/>
                  <a:cs typeface="IBM Plex Sans"/>
                </a:rPr>
                <a:t>One master patient index.</a:t>
              </a:r>
              <a:endParaRPr lang="en-US" sz="1200" spc="0" kern="0" b="0" i="0" dirty="0">
                <a:solidFill>
                  <a:srgbClr val="070154"/>
                </a:solidFill>
                <a:latin typeface="IBM Plex Sans"/>
                <a:ea typeface="IBM Plex Sans"/>
                <a:cs typeface="IBM Plex Sans"/>
              </a:endParaRPr>
            </a:p>
          </p:txBody>
        </p:sp>
        <p:sp>
          <p:nvSpPr>
            <p:cNvPr id="24" name="node01.fork.split"/>
            <p:cNvSpPr/>
            <p:nvPr/>
          </p:nvSpPr>
          <p:spPr>
            <a:xfrm>
              <a:off x="3807460" y="2832100"/>
              <a:ext cx="279400" cy="279400"/>
            </a:xfrm>
            <a:prstGeom prst="rect">
              <a:avLst/>
            </a:prstGeom>
            <a:solidFill>
              <a:srgbClr val="070154"/>
            </a:solidFill>
            <a:ln w="38100">
              <a:solidFill>
                <a:srgbClr val="070154"/>
              </a:solidFill>
              <a:prstDash val="solid"/>
            </a:ln>
          </p:spPr>
        </p:sp>
        <p:sp>
          <p:nvSpPr>
            <p:cNvPr id="25" name="node01.fork.split.inset"/>
            <p:cNvSpPr/>
            <p:nvPr/>
          </p:nvSpPr>
          <p:spPr>
            <a:xfrm>
              <a:off x="3826510" y="2851150"/>
              <a:ext cx="241300" cy="241300"/>
            </a:xfrm>
            <a:prstGeom prst="rect">
              <a:avLst/>
            </a:prstGeom>
            <a:solidFill>
              <a:srgbClr val="070154"/>
            </a:solidFill>
            <a:ln w="38100">
              <a:solidFill>
                <a:srgbClr val="FFFFFF"/>
              </a:solidFill>
              <a:prstDash val="solid"/>
            </a:ln>
          </p:spPr>
        </p:sp>
        <p:sp>
          <p:nvSpPr>
            <p:cNvPr id="26" name="node01.fork.label.part-1"/>
            <p:cNvSpPr/>
            <p:nvPr/>
          </p:nvSpPr>
          <p:spPr>
            <a:xfrm>
              <a:off x="2918460" y="1600200"/>
              <a:ext cx="2057400" cy="17145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047FF"/>
                  </a:solidFill>
                  <a:latin typeface="IBM Plex Mono SemiBold"/>
                  <a:ea typeface="IBM Plex Mono SemiBold"/>
                  <a:cs typeface="IBM Plex Mono SemiBold"/>
                </a:rPr>
                <a:t>RUN IN PARALLEL</a:t>
              </a:r>
              <a:endParaRPr lang="en-US" sz="900" spc="54" kern="0" b="0" i="0" dirty="0">
                <a:solidFill>
                  <a:srgbClr val="0047FF"/>
                </a:solidFill>
                <a:latin typeface="IBM Plex Mono SemiBold"/>
                <a:ea typeface="IBM Plex Mono SemiBold"/>
                <a:cs typeface="IBM Plex Mono SemiBold"/>
              </a:endParaRPr>
            </a:p>
          </p:txBody>
        </p:sp>
        <p:sp>
          <p:nvSpPr>
            <p:cNvPr id="27" name="node01.fork.label.part-2"/>
            <p:cNvSpPr/>
            <p:nvPr/>
          </p:nvSpPr>
          <p:spPr>
            <a:xfrm>
              <a:off x="2918460" y="1778000"/>
              <a:ext cx="2057400" cy="266700"/>
            </a:xfrm>
            <a:prstGeom prst="rect">
              <a:avLst/>
            </a:prstGeom>
            <a:noFill/>
            <a:ln/>
          </p:spPr>
          <p:txBody>
            <a:bodyPr wrap="square" lIns="0" tIns="0" rIns="0" bIns="0" rtlCol="0" anchor="t"/>
            <a:lstStyle/>
            <a:p>
              <a:pPr algn="ctr" indent="0" marL="0">
                <a:lnSpc>
                  <a:spcPts val="1680"/>
                </a:lnSpc>
                <a:buNone/>
              </a:pPr>
              <a:r>
                <a:rPr lang="en-US" sz="1400" spc="0" kern="0" b="0" i="0" dirty="0">
                  <a:solidFill>
                    <a:srgbClr val="070154"/>
                  </a:solidFill>
                  <a:latin typeface="IBM Plex Sans SemiBold"/>
                  <a:ea typeface="IBM Plex Sans SemiBold"/>
                  <a:cs typeface="IBM Plex Sans SemiBold"/>
                </a:rPr>
                <a:t>Foundation complete</a:t>
              </a:r>
              <a:endParaRPr lang="en-US" sz="1400" spc="0" kern="0" b="0" i="0" dirty="0">
                <a:solidFill>
                  <a:srgbClr val="070154"/>
                </a:solidFill>
                <a:latin typeface="IBM Plex Sans SemiBold"/>
                <a:ea typeface="IBM Plex Sans SemiBold"/>
                <a:cs typeface="IBM Plex Sans SemiBold"/>
              </a:endParaRPr>
            </a:p>
          </p:txBody>
        </p:sp>
        <p:sp>
          <p:nvSpPr>
            <p:cNvPr id="28" name="node01.fork.label.part-3"/>
            <p:cNvSpPr/>
            <p:nvPr/>
          </p:nvSpPr>
          <p:spPr>
            <a:xfrm>
              <a:off x="2918460" y="2016760"/>
              <a:ext cx="20574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50658E"/>
                  </a:solidFill>
                  <a:latin typeface="IBM Plex Sans"/>
                  <a:ea typeface="IBM Plex Sans"/>
                  <a:cs typeface="IBM Plex Sans"/>
                </a:rPr>
                <a:t>Tracks start together.</a:t>
              </a:r>
              <a:endParaRPr lang="en-US" sz="1200" spc="0" kern="0" b="0" i="0" dirty="0">
                <a:solidFill>
                  <a:srgbClr val="50658E"/>
                </a:solidFill>
                <a:latin typeface="IBM Plex Sans"/>
                <a:ea typeface="IBM Plex Sans"/>
                <a:cs typeface="IBM Plex Sans"/>
              </a:endParaRPr>
            </a:p>
          </p:txBody>
        </p:sp>
        <p:sp>
          <p:nvSpPr>
            <p:cNvPr id="29" name="node01.branches.source-001.title.part-1"/>
            <p:cNvSpPr/>
            <p:nvPr/>
          </p:nvSpPr>
          <p:spPr>
            <a:xfrm>
              <a:off x="5958907" y="1710182"/>
              <a:ext cx="4693853" cy="342900"/>
            </a:xfrm>
            <a:prstGeom prst="rect">
              <a:avLst/>
            </a:prstGeom>
            <a:noFill/>
            <a:ln/>
          </p:spPr>
          <p:txBody>
            <a:bodyPr wrap="square" lIns="0" tIns="0" rIns="0" bIns="0" rtlCol="0" anchor="t"/>
            <a:lstStyle/>
            <a:p>
              <a:pPr algn="l" indent="0" marL="0">
                <a:lnSpc>
                  <a:spcPts val="2070"/>
                </a:lnSpc>
                <a:buNone/>
              </a:pPr>
              <a:r>
                <a:rPr lang="en-US" sz="1800" spc="-18" kern="0" b="0" i="0" dirty="0">
                  <a:solidFill>
                    <a:srgbClr val="070154"/>
                  </a:solidFill>
                  <a:latin typeface="IBM Plex Sans SemiBold"/>
                  <a:ea typeface="IBM Plex Sans SemiBold"/>
                  <a:cs typeface="IBM Plex Sans SemiBold"/>
                </a:rPr>
                <a:t>Patient access</a:t>
              </a:r>
              <a:endParaRPr lang="en-US" sz="1800" spc="-18" kern="0" b="0" i="0" dirty="0">
                <a:solidFill>
                  <a:srgbClr val="070154"/>
                </a:solidFill>
                <a:latin typeface="IBM Plex Sans SemiBold"/>
                <a:ea typeface="IBM Plex Sans SemiBold"/>
                <a:cs typeface="IBM Plex Sans SemiBold"/>
              </a:endParaRPr>
            </a:p>
          </p:txBody>
        </p:sp>
        <p:sp>
          <p:nvSpPr>
            <p:cNvPr id="30" name="node01.branches.source-001.tag"/>
            <p:cNvSpPr/>
            <p:nvPr/>
          </p:nvSpPr>
          <p:spPr>
            <a:xfrm>
              <a:off x="5318760" y="1793050"/>
              <a:ext cx="551247" cy="17145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SemiBold"/>
                  <a:ea typeface="IBM Plex Mono SemiBold"/>
                  <a:cs typeface="IBM Plex Mono SemiBold"/>
                </a:rPr>
                <a:t>TRACK A</a:t>
              </a:r>
              <a:endParaRPr lang="en-US" sz="900" spc="54" kern="0" b="0" i="0" dirty="0">
                <a:solidFill>
                  <a:srgbClr val="0047FF"/>
                </a:solidFill>
                <a:latin typeface="IBM Plex Mono SemiBold"/>
                <a:ea typeface="IBM Plex Mono SemiBold"/>
                <a:cs typeface="IBM Plex Mono SemiBold"/>
              </a:endParaRPr>
            </a:p>
          </p:txBody>
        </p:sp>
        <p:sp>
          <p:nvSpPr>
            <p:cNvPr id="31" name="node01.branches.source-001.milestones.source-001.pin"/>
            <p:cNvSpPr/>
            <p:nvPr/>
          </p:nvSpPr>
          <p:spPr>
            <a:xfrm>
              <a:off x="6783070" y="2033397"/>
              <a:ext cx="285750" cy="285750"/>
            </a:xfrm>
            <a:prstGeom prst="ellipse">
              <a:avLst/>
            </a:prstGeom>
            <a:solidFill>
              <a:srgbClr val="FFFFFF"/>
            </a:solidFill>
            <a:ln w="19050">
              <a:solidFill>
                <a:srgbClr val="070154"/>
              </a:solidFill>
              <a:prstDash val="solid"/>
            </a:ln>
          </p:spPr>
        </p:sp>
        <p:sp>
          <p:nvSpPr>
            <p:cNvPr id="32" name="node01.branches.source-001.milestones.source-001.number"/>
            <p:cNvSpPr/>
            <p:nvPr/>
          </p:nvSpPr>
          <p:spPr>
            <a:xfrm>
              <a:off x="6773545" y="2023872"/>
              <a:ext cx="304800" cy="304800"/>
            </a:xfrm>
            <a:prstGeom prst="rect">
              <a:avLst/>
            </a:prstGeom>
            <a:noFill/>
            <a:ln/>
          </p:spPr>
          <p:txBody>
            <a:bodyPr wrap="square" lIns="0" tIns="0" rIns="0" bIns="0" rtlCol="0" anchor="ctr"/>
            <a:lstStyle/>
            <a:p>
              <a:pPr algn="ctr" indent="0" marL="0">
                <a:lnSpc>
                  <a:spcPts val="1000"/>
                </a:lnSpc>
                <a:buNone/>
              </a:pPr>
              <a:r>
                <a:rPr lang="en-US" sz="1000" spc="0" kern="0" b="0" i="0" dirty="0">
                  <a:solidFill>
                    <a:srgbClr val="070154"/>
                  </a:solidFill>
                  <a:latin typeface="IBM Plex Mono SemiBold"/>
                  <a:ea typeface="IBM Plex Mono SemiBold"/>
                  <a:cs typeface="IBM Plex Mono SemiBold"/>
                </a:rPr>
                <a:t>A1</a:t>
              </a:r>
              <a:endParaRPr lang="en-US" sz="1000" spc="0" kern="0" b="0" i="0" dirty="0">
                <a:solidFill>
                  <a:srgbClr val="070154"/>
                </a:solidFill>
                <a:latin typeface="IBM Plex Mono SemiBold"/>
                <a:ea typeface="IBM Plex Mono SemiBold"/>
                <a:cs typeface="IBM Plex Mono SemiBold"/>
              </a:endParaRPr>
            </a:p>
          </p:txBody>
        </p:sp>
        <p:sp>
          <p:nvSpPr>
            <p:cNvPr id="33" name="node01.branches.source-001.milestones.source-001.label.part-1"/>
            <p:cNvSpPr/>
            <p:nvPr/>
          </p:nvSpPr>
          <p:spPr>
            <a:xfrm>
              <a:off x="5521960" y="2404872"/>
              <a:ext cx="2807970" cy="17145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047FF"/>
                  </a:solidFill>
                  <a:latin typeface="IBM Plex Mono SemiBold"/>
                  <a:ea typeface="IBM Plex Mono SemiBold"/>
                  <a:cs typeface="IBM Plex Mono SemiBold"/>
                </a:rPr>
                <a:t>Q2 2027</a:t>
              </a:r>
              <a:endParaRPr lang="en-US" sz="900" spc="54" kern="0" b="0" i="0" dirty="0">
                <a:solidFill>
                  <a:srgbClr val="0047FF"/>
                </a:solidFill>
                <a:latin typeface="IBM Plex Mono SemiBold"/>
                <a:ea typeface="IBM Plex Mono SemiBold"/>
                <a:cs typeface="IBM Plex Mono SemiBold"/>
              </a:endParaRPr>
            </a:p>
          </p:txBody>
        </p:sp>
        <p:sp>
          <p:nvSpPr>
            <p:cNvPr id="34" name="node01.branches.source-001.milestones.source-001.label.part-2"/>
            <p:cNvSpPr/>
            <p:nvPr/>
          </p:nvSpPr>
          <p:spPr>
            <a:xfrm>
              <a:off x="5521960" y="2582672"/>
              <a:ext cx="2807970" cy="228600"/>
            </a:xfrm>
            <a:prstGeom prst="rect">
              <a:avLst/>
            </a:prstGeom>
            <a:noFill/>
            <a:ln/>
          </p:spPr>
          <p:txBody>
            <a:bodyPr wrap="square" lIns="0" tIns="0" rIns="0" bIns="0" rtlCol="0" anchor="t"/>
            <a:lstStyle/>
            <a:p>
              <a:pPr algn="ctr" indent="0" marL="0">
                <a:lnSpc>
                  <a:spcPts val="1440"/>
                </a:lnSpc>
                <a:buNone/>
              </a:pPr>
              <a:r>
                <a:rPr lang="en-US" sz="1200" spc="0" kern="0" b="0" i="0" dirty="0">
                  <a:solidFill>
                    <a:srgbClr val="070154"/>
                  </a:solidFill>
                  <a:latin typeface="IBM Plex Sans SemiBold"/>
                  <a:ea typeface="IBM Plex Sans SemiBold"/>
                  <a:cs typeface="IBM Plex Sans SemiBold"/>
                </a:rPr>
                <a:t>Self-scheduling</a:t>
              </a:r>
              <a:endParaRPr lang="en-US" sz="1200" spc="0" kern="0" b="0" i="0" dirty="0">
                <a:solidFill>
                  <a:srgbClr val="070154"/>
                </a:solidFill>
                <a:latin typeface="IBM Plex Sans SemiBold"/>
                <a:ea typeface="IBM Plex Sans SemiBold"/>
                <a:cs typeface="IBM Plex Sans SemiBold"/>
              </a:endParaRPr>
            </a:p>
          </p:txBody>
        </p:sp>
        <p:sp>
          <p:nvSpPr>
            <p:cNvPr id="35" name="node01.branches.source-001.milestones.source-001.label.part-3"/>
            <p:cNvSpPr/>
            <p:nvPr/>
          </p:nvSpPr>
          <p:spPr>
            <a:xfrm>
              <a:off x="5521960" y="2790952"/>
              <a:ext cx="2807970" cy="228600"/>
            </a:xfrm>
            <a:prstGeom prst="rect">
              <a:avLst/>
            </a:prstGeom>
            <a:noFill/>
            <a:ln/>
          </p:spPr>
          <p:txBody>
            <a:bodyPr wrap="square" lIns="0" tIns="0" rIns="0" bIns="0" rtlCol="0" anchor="t"/>
            <a:lstStyle/>
            <a:p>
              <a:pPr algn="ctr" indent="0" marL="0">
                <a:lnSpc>
                  <a:spcPts val="1500"/>
                </a:lnSpc>
                <a:buNone/>
              </a:pPr>
              <a:r>
                <a:rPr lang="en-US" sz="1200" spc="0" kern="0" b="0" i="0" dirty="0">
                  <a:solidFill>
                    <a:srgbClr val="070154"/>
                  </a:solidFill>
                  <a:latin typeface="IBM Plex Sans"/>
                  <a:ea typeface="IBM Plex Sans"/>
                  <a:cs typeface="IBM Plex Sans"/>
                </a:rPr>
                <a:t>Primary care first.</a:t>
              </a:r>
              <a:endParaRPr lang="en-US" sz="1200" spc="0" kern="0" b="0" i="0" dirty="0">
                <a:solidFill>
                  <a:srgbClr val="070154"/>
                </a:solidFill>
                <a:latin typeface="IBM Plex Sans"/>
                <a:ea typeface="IBM Plex Sans"/>
                <a:cs typeface="IBM Plex Sans"/>
              </a:endParaRPr>
            </a:p>
          </p:txBody>
        </p:sp>
        <p:sp>
          <p:nvSpPr>
            <p:cNvPr id="36" name="node01.branches.source-001.milestones.source-002.pin"/>
            <p:cNvSpPr/>
            <p:nvPr/>
          </p:nvSpPr>
          <p:spPr>
            <a:xfrm>
              <a:off x="9692640" y="2033397"/>
              <a:ext cx="285750" cy="285750"/>
            </a:xfrm>
            <a:prstGeom prst="ellipse">
              <a:avLst/>
            </a:prstGeom>
            <a:solidFill>
              <a:srgbClr val="FFFFFF"/>
            </a:solidFill>
            <a:ln w="19050">
              <a:solidFill>
                <a:srgbClr val="070154"/>
              </a:solidFill>
              <a:prstDash val="solid"/>
            </a:ln>
          </p:spPr>
        </p:sp>
        <p:sp>
          <p:nvSpPr>
            <p:cNvPr id="37" name="node01.branches.source-001.milestones.source-002.number"/>
            <p:cNvSpPr/>
            <p:nvPr/>
          </p:nvSpPr>
          <p:spPr>
            <a:xfrm>
              <a:off x="9683115" y="2023872"/>
              <a:ext cx="304800" cy="304800"/>
            </a:xfrm>
            <a:prstGeom prst="rect">
              <a:avLst/>
            </a:prstGeom>
            <a:noFill/>
            <a:ln/>
          </p:spPr>
          <p:txBody>
            <a:bodyPr wrap="square" lIns="0" tIns="0" rIns="0" bIns="0" rtlCol="0" anchor="ctr"/>
            <a:lstStyle/>
            <a:p>
              <a:pPr algn="ctr" indent="0" marL="0">
                <a:lnSpc>
                  <a:spcPts val="1000"/>
                </a:lnSpc>
                <a:buNone/>
              </a:pPr>
              <a:r>
                <a:rPr lang="en-US" sz="1000" spc="0" kern="0" b="0" i="0" dirty="0">
                  <a:solidFill>
                    <a:srgbClr val="070154"/>
                  </a:solidFill>
                  <a:latin typeface="IBM Plex Mono SemiBold"/>
                  <a:ea typeface="IBM Plex Mono SemiBold"/>
                  <a:cs typeface="IBM Plex Mono SemiBold"/>
                </a:rPr>
                <a:t>A2</a:t>
              </a:r>
              <a:endParaRPr lang="en-US" sz="1000" spc="0" kern="0" b="0" i="0" dirty="0">
                <a:solidFill>
                  <a:srgbClr val="070154"/>
                </a:solidFill>
                <a:latin typeface="IBM Plex Mono SemiBold"/>
                <a:ea typeface="IBM Plex Mono SemiBold"/>
                <a:cs typeface="IBM Plex Mono SemiBold"/>
              </a:endParaRPr>
            </a:p>
          </p:txBody>
        </p:sp>
        <p:sp>
          <p:nvSpPr>
            <p:cNvPr id="38" name="node01.branches.source-001.milestones.source-002.label.part-1"/>
            <p:cNvSpPr/>
            <p:nvPr/>
          </p:nvSpPr>
          <p:spPr>
            <a:xfrm>
              <a:off x="8431530" y="2404872"/>
              <a:ext cx="2807970" cy="17145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047FF"/>
                  </a:solidFill>
                  <a:latin typeface="IBM Plex Mono SemiBold"/>
                  <a:ea typeface="IBM Plex Mono SemiBold"/>
                  <a:cs typeface="IBM Plex Mono SemiBold"/>
                </a:rPr>
                <a:t>Q3 2027</a:t>
              </a:r>
              <a:endParaRPr lang="en-US" sz="900" spc="54" kern="0" b="0" i="0" dirty="0">
                <a:solidFill>
                  <a:srgbClr val="0047FF"/>
                </a:solidFill>
                <a:latin typeface="IBM Plex Mono SemiBold"/>
                <a:ea typeface="IBM Plex Mono SemiBold"/>
                <a:cs typeface="IBM Plex Mono SemiBold"/>
              </a:endParaRPr>
            </a:p>
          </p:txBody>
        </p:sp>
        <p:sp>
          <p:nvSpPr>
            <p:cNvPr id="39" name="node01.branches.source-001.milestones.source-002.label.part-2"/>
            <p:cNvSpPr/>
            <p:nvPr/>
          </p:nvSpPr>
          <p:spPr>
            <a:xfrm>
              <a:off x="8431530" y="2582672"/>
              <a:ext cx="2807970" cy="228600"/>
            </a:xfrm>
            <a:prstGeom prst="rect">
              <a:avLst/>
            </a:prstGeom>
            <a:noFill/>
            <a:ln/>
          </p:spPr>
          <p:txBody>
            <a:bodyPr wrap="square" lIns="0" tIns="0" rIns="0" bIns="0" rtlCol="0" anchor="t"/>
            <a:lstStyle/>
            <a:p>
              <a:pPr algn="ctr" indent="0" marL="0">
                <a:lnSpc>
                  <a:spcPts val="1440"/>
                </a:lnSpc>
                <a:buNone/>
              </a:pPr>
              <a:r>
                <a:rPr lang="en-US" sz="1200" spc="0" kern="0" b="0" i="0" dirty="0">
                  <a:solidFill>
                    <a:srgbClr val="070154"/>
                  </a:solidFill>
                  <a:latin typeface="IBM Plex Sans SemiBold"/>
                  <a:ea typeface="IBM Plex Sans SemiBold"/>
                  <a:cs typeface="IBM Plex Sans SemiBold"/>
                </a:rPr>
                <a:t>Digital intake</a:t>
              </a:r>
              <a:endParaRPr lang="en-US" sz="1200" spc="0" kern="0" b="0" i="0" dirty="0">
                <a:solidFill>
                  <a:srgbClr val="070154"/>
                </a:solidFill>
                <a:latin typeface="IBM Plex Sans SemiBold"/>
                <a:ea typeface="IBM Plex Sans SemiBold"/>
                <a:cs typeface="IBM Plex Sans SemiBold"/>
              </a:endParaRPr>
            </a:p>
          </p:txBody>
        </p:sp>
        <p:sp>
          <p:nvSpPr>
            <p:cNvPr id="40" name="node01.branches.source-001.milestones.source-002.label.part-3"/>
            <p:cNvSpPr/>
            <p:nvPr/>
          </p:nvSpPr>
          <p:spPr>
            <a:xfrm>
              <a:off x="8431530" y="2790952"/>
              <a:ext cx="2807970" cy="228600"/>
            </a:xfrm>
            <a:prstGeom prst="rect">
              <a:avLst/>
            </a:prstGeom>
            <a:noFill/>
            <a:ln/>
          </p:spPr>
          <p:txBody>
            <a:bodyPr wrap="square" lIns="0" tIns="0" rIns="0" bIns="0" rtlCol="0" anchor="t"/>
            <a:lstStyle/>
            <a:p>
              <a:pPr algn="ctr" indent="0" marL="0">
                <a:lnSpc>
                  <a:spcPts val="1500"/>
                </a:lnSpc>
                <a:buNone/>
              </a:pPr>
              <a:r>
                <a:rPr lang="en-US" sz="1200" spc="0" kern="0" b="0" i="0" dirty="0">
                  <a:solidFill>
                    <a:srgbClr val="070154"/>
                  </a:solidFill>
                  <a:latin typeface="IBM Plex Sans"/>
                  <a:ea typeface="IBM Plex Sans"/>
                  <a:cs typeface="IBM Plex Sans"/>
                </a:rPr>
                <a:t>Forms before arrival.</a:t>
              </a:r>
              <a:endParaRPr lang="en-US" sz="1200" spc="0" kern="0" b="0" i="0" dirty="0">
                <a:solidFill>
                  <a:srgbClr val="070154"/>
                </a:solidFill>
                <a:latin typeface="IBM Plex Sans"/>
                <a:ea typeface="IBM Plex Sans"/>
                <a:cs typeface="IBM Plex Sans"/>
              </a:endParaRPr>
            </a:p>
          </p:txBody>
        </p:sp>
        <p:sp>
          <p:nvSpPr>
            <p:cNvPr id="41" name="node01.branches.source-002.title.part-1"/>
            <p:cNvSpPr/>
            <p:nvPr/>
          </p:nvSpPr>
          <p:spPr>
            <a:xfrm>
              <a:off x="5958907" y="3081782"/>
              <a:ext cx="4693853" cy="342900"/>
            </a:xfrm>
            <a:prstGeom prst="rect">
              <a:avLst/>
            </a:prstGeom>
            <a:noFill/>
            <a:ln/>
          </p:spPr>
          <p:txBody>
            <a:bodyPr wrap="square" lIns="0" tIns="0" rIns="0" bIns="0" rtlCol="0" anchor="t"/>
            <a:lstStyle/>
            <a:p>
              <a:pPr algn="l" indent="0" marL="0">
                <a:lnSpc>
                  <a:spcPts val="2070"/>
                </a:lnSpc>
                <a:buNone/>
              </a:pPr>
              <a:r>
                <a:rPr lang="en-US" sz="1800" spc="-18" kern="0" b="0" i="0" dirty="0">
                  <a:solidFill>
                    <a:srgbClr val="070154"/>
                  </a:solidFill>
                  <a:latin typeface="IBM Plex Sans SemiBold"/>
                  <a:ea typeface="IBM Plex Sans SemiBold"/>
                  <a:cs typeface="IBM Plex Sans SemiBold"/>
                </a:rPr>
                <a:t>Revenue cycle</a:t>
              </a:r>
              <a:endParaRPr lang="en-US" sz="1800" spc="-18" kern="0" b="0" i="0" dirty="0">
                <a:solidFill>
                  <a:srgbClr val="070154"/>
                </a:solidFill>
                <a:latin typeface="IBM Plex Sans SemiBold"/>
                <a:ea typeface="IBM Plex Sans SemiBold"/>
                <a:cs typeface="IBM Plex Sans SemiBold"/>
              </a:endParaRPr>
            </a:p>
          </p:txBody>
        </p:sp>
        <p:sp>
          <p:nvSpPr>
            <p:cNvPr id="42" name="node01.branches.source-002.tag"/>
            <p:cNvSpPr/>
            <p:nvPr/>
          </p:nvSpPr>
          <p:spPr>
            <a:xfrm>
              <a:off x="5318760" y="3164650"/>
              <a:ext cx="551247" cy="17145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SemiBold"/>
                  <a:ea typeface="IBM Plex Mono SemiBold"/>
                  <a:cs typeface="IBM Plex Mono SemiBold"/>
                </a:rPr>
                <a:t>TRACK B</a:t>
              </a:r>
              <a:endParaRPr lang="en-US" sz="900" spc="54" kern="0" b="0" i="0" dirty="0">
                <a:solidFill>
                  <a:srgbClr val="0047FF"/>
                </a:solidFill>
                <a:latin typeface="IBM Plex Mono SemiBold"/>
                <a:ea typeface="IBM Plex Mono SemiBold"/>
                <a:cs typeface="IBM Plex Mono SemiBold"/>
              </a:endParaRPr>
            </a:p>
          </p:txBody>
        </p:sp>
        <p:sp>
          <p:nvSpPr>
            <p:cNvPr id="43" name="node01.branches.source-002.milestones.source-001.pin"/>
            <p:cNvSpPr/>
            <p:nvPr/>
          </p:nvSpPr>
          <p:spPr>
            <a:xfrm>
              <a:off x="6783070" y="3404997"/>
              <a:ext cx="285750" cy="285750"/>
            </a:xfrm>
            <a:prstGeom prst="ellipse">
              <a:avLst/>
            </a:prstGeom>
            <a:solidFill>
              <a:srgbClr val="FFFFFF"/>
            </a:solidFill>
            <a:ln w="19050">
              <a:solidFill>
                <a:srgbClr val="070154"/>
              </a:solidFill>
              <a:prstDash val="solid"/>
            </a:ln>
          </p:spPr>
        </p:sp>
        <p:sp>
          <p:nvSpPr>
            <p:cNvPr id="44" name="node01.branches.source-002.milestones.source-001.number"/>
            <p:cNvSpPr/>
            <p:nvPr/>
          </p:nvSpPr>
          <p:spPr>
            <a:xfrm>
              <a:off x="6773545" y="3395472"/>
              <a:ext cx="304800" cy="304800"/>
            </a:xfrm>
            <a:prstGeom prst="rect">
              <a:avLst/>
            </a:prstGeom>
            <a:noFill/>
            <a:ln/>
          </p:spPr>
          <p:txBody>
            <a:bodyPr wrap="square" lIns="0" tIns="0" rIns="0" bIns="0" rtlCol="0" anchor="ctr"/>
            <a:lstStyle/>
            <a:p>
              <a:pPr algn="ctr" indent="0" marL="0">
                <a:lnSpc>
                  <a:spcPts val="1000"/>
                </a:lnSpc>
                <a:buNone/>
              </a:pPr>
              <a:r>
                <a:rPr lang="en-US" sz="1000" spc="0" kern="0" b="0" i="0" dirty="0">
                  <a:solidFill>
                    <a:srgbClr val="070154"/>
                  </a:solidFill>
                  <a:latin typeface="IBM Plex Mono SemiBold"/>
                  <a:ea typeface="IBM Plex Mono SemiBold"/>
                  <a:cs typeface="IBM Plex Mono SemiBold"/>
                </a:rPr>
                <a:t>B1</a:t>
              </a:r>
              <a:endParaRPr lang="en-US" sz="1000" spc="0" kern="0" b="0" i="0" dirty="0">
                <a:solidFill>
                  <a:srgbClr val="070154"/>
                </a:solidFill>
                <a:latin typeface="IBM Plex Mono SemiBold"/>
                <a:ea typeface="IBM Plex Mono SemiBold"/>
                <a:cs typeface="IBM Plex Mono SemiBold"/>
              </a:endParaRPr>
            </a:p>
          </p:txBody>
        </p:sp>
        <p:sp>
          <p:nvSpPr>
            <p:cNvPr id="45" name="node01.branches.source-002.milestones.source-001.label.part-1"/>
            <p:cNvSpPr/>
            <p:nvPr/>
          </p:nvSpPr>
          <p:spPr>
            <a:xfrm>
              <a:off x="5521960" y="3776472"/>
              <a:ext cx="2807970" cy="17145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047FF"/>
                  </a:solidFill>
                  <a:latin typeface="IBM Plex Mono SemiBold"/>
                  <a:ea typeface="IBM Plex Mono SemiBold"/>
                  <a:cs typeface="IBM Plex Mono SemiBold"/>
                </a:rPr>
                <a:t>Q2 2027</a:t>
              </a:r>
              <a:endParaRPr lang="en-US" sz="900" spc="54" kern="0" b="0" i="0" dirty="0">
                <a:solidFill>
                  <a:srgbClr val="0047FF"/>
                </a:solidFill>
                <a:latin typeface="IBM Plex Mono SemiBold"/>
                <a:ea typeface="IBM Plex Mono SemiBold"/>
                <a:cs typeface="IBM Plex Mono SemiBold"/>
              </a:endParaRPr>
            </a:p>
          </p:txBody>
        </p:sp>
        <p:sp>
          <p:nvSpPr>
            <p:cNvPr id="46" name="node01.branches.source-002.milestones.source-001.label.part-2"/>
            <p:cNvSpPr/>
            <p:nvPr/>
          </p:nvSpPr>
          <p:spPr>
            <a:xfrm>
              <a:off x="5521960" y="3954272"/>
              <a:ext cx="2807970" cy="228600"/>
            </a:xfrm>
            <a:prstGeom prst="rect">
              <a:avLst/>
            </a:prstGeom>
            <a:noFill/>
            <a:ln/>
          </p:spPr>
          <p:txBody>
            <a:bodyPr wrap="square" lIns="0" tIns="0" rIns="0" bIns="0" rtlCol="0" anchor="t"/>
            <a:lstStyle/>
            <a:p>
              <a:pPr algn="ctr" indent="0" marL="0">
                <a:lnSpc>
                  <a:spcPts val="1440"/>
                </a:lnSpc>
                <a:buNone/>
              </a:pPr>
              <a:r>
                <a:rPr lang="en-US" sz="1200" spc="0" kern="0" b="0" i="0" dirty="0">
                  <a:solidFill>
                    <a:srgbClr val="070154"/>
                  </a:solidFill>
                  <a:latin typeface="IBM Plex Sans SemiBold"/>
                  <a:ea typeface="IBM Plex Sans SemiBold"/>
                  <a:cs typeface="IBM Plex Sans SemiBold"/>
                </a:rPr>
                <a:t>Price estimates</a:t>
              </a:r>
              <a:endParaRPr lang="en-US" sz="1200" spc="0" kern="0" b="0" i="0" dirty="0">
                <a:solidFill>
                  <a:srgbClr val="070154"/>
                </a:solidFill>
                <a:latin typeface="IBM Plex Sans SemiBold"/>
                <a:ea typeface="IBM Plex Sans SemiBold"/>
                <a:cs typeface="IBM Plex Sans SemiBold"/>
              </a:endParaRPr>
            </a:p>
          </p:txBody>
        </p:sp>
        <p:sp>
          <p:nvSpPr>
            <p:cNvPr id="47" name="node01.branches.source-002.milestones.source-001.label.part-3"/>
            <p:cNvSpPr/>
            <p:nvPr/>
          </p:nvSpPr>
          <p:spPr>
            <a:xfrm>
              <a:off x="5521960" y="4162552"/>
              <a:ext cx="2807970" cy="228600"/>
            </a:xfrm>
            <a:prstGeom prst="rect">
              <a:avLst/>
            </a:prstGeom>
            <a:noFill/>
            <a:ln/>
          </p:spPr>
          <p:txBody>
            <a:bodyPr wrap="square" lIns="0" tIns="0" rIns="0" bIns="0" rtlCol="0" anchor="t"/>
            <a:lstStyle/>
            <a:p>
              <a:pPr algn="ctr" indent="0" marL="0">
                <a:lnSpc>
                  <a:spcPts val="1500"/>
                </a:lnSpc>
                <a:buNone/>
              </a:pPr>
              <a:r>
                <a:rPr lang="en-US" sz="1200" spc="0" kern="0" b="0" i="0" dirty="0">
                  <a:solidFill>
                    <a:srgbClr val="070154"/>
                  </a:solidFill>
                  <a:latin typeface="IBM Plex Sans"/>
                  <a:ea typeface="IBM Plex Sans"/>
                  <a:cs typeface="IBM Plex Sans"/>
                </a:rPr>
                <a:t>Shown before booking.</a:t>
              </a:r>
              <a:endParaRPr lang="en-US" sz="1200" spc="0" kern="0" b="0" i="0" dirty="0">
                <a:solidFill>
                  <a:srgbClr val="070154"/>
                </a:solidFill>
                <a:latin typeface="IBM Plex Sans"/>
                <a:ea typeface="IBM Plex Sans"/>
                <a:cs typeface="IBM Plex Sans"/>
              </a:endParaRPr>
            </a:p>
          </p:txBody>
        </p:sp>
        <p:sp>
          <p:nvSpPr>
            <p:cNvPr id="48" name="node01.branches.source-002.milestones.source-002.pin"/>
            <p:cNvSpPr/>
            <p:nvPr/>
          </p:nvSpPr>
          <p:spPr>
            <a:xfrm>
              <a:off x="9692640" y="3404997"/>
              <a:ext cx="285750" cy="285750"/>
            </a:xfrm>
            <a:prstGeom prst="ellipse">
              <a:avLst/>
            </a:prstGeom>
            <a:solidFill>
              <a:srgbClr val="FFFFFF"/>
            </a:solidFill>
            <a:ln w="19050">
              <a:solidFill>
                <a:srgbClr val="070154"/>
              </a:solidFill>
              <a:prstDash val="solid"/>
            </a:ln>
          </p:spPr>
        </p:sp>
        <p:sp>
          <p:nvSpPr>
            <p:cNvPr id="49" name="node01.branches.source-002.milestones.source-002.number"/>
            <p:cNvSpPr/>
            <p:nvPr/>
          </p:nvSpPr>
          <p:spPr>
            <a:xfrm>
              <a:off x="9683115" y="3395472"/>
              <a:ext cx="304800" cy="304800"/>
            </a:xfrm>
            <a:prstGeom prst="rect">
              <a:avLst/>
            </a:prstGeom>
            <a:noFill/>
            <a:ln/>
          </p:spPr>
          <p:txBody>
            <a:bodyPr wrap="square" lIns="0" tIns="0" rIns="0" bIns="0" rtlCol="0" anchor="ctr"/>
            <a:lstStyle/>
            <a:p>
              <a:pPr algn="ctr" indent="0" marL="0">
                <a:lnSpc>
                  <a:spcPts val="1000"/>
                </a:lnSpc>
                <a:buNone/>
              </a:pPr>
              <a:r>
                <a:rPr lang="en-US" sz="1000" spc="0" kern="0" b="0" i="0" dirty="0">
                  <a:solidFill>
                    <a:srgbClr val="070154"/>
                  </a:solidFill>
                  <a:latin typeface="IBM Plex Mono SemiBold"/>
                  <a:ea typeface="IBM Plex Mono SemiBold"/>
                  <a:cs typeface="IBM Plex Mono SemiBold"/>
                </a:rPr>
                <a:t>B2</a:t>
              </a:r>
              <a:endParaRPr lang="en-US" sz="1000" spc="0" kern="0" b="0" i="0" dirty="0">
                <a:solidFill>
                  <a:srgbClr val="070154"/>
                </a:solidFill>
                <a:latin typeface="IBM Plex Mono SemiBold"/>
                <a:ea typeface="IBM Plex Mono SemiBold"/>
                <a:cs typeface="IBM Plex Mono SemiBold"/>
              </a:endParaRPr>
            </a:p>
          </p:txBody>
        </p:sp>
        <p:sp>
          <p:nvSpPr>
            <p:cNvPr id="50" name="node01.branches.source-002.milestones.source-002.label.part-1"/>
            <p:cNvSpPr/>
            <p:nvPr/>
          </p:nvSpPr>
          <p:spPr>
            <a:xfrm>
              <a:off x="8431530" y="3776472"/>
              <a:ext cx="2807970" cy="17145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047FF"/>
                  </a:solidFill>
                  <a:latin typeface="IBM Plex Mono SemiBold"/>
                  <a:ea typeface="IBM Plex Mono SemiBold"/>
                  <a:cs typeface="IBM Plex Mono SemiBold"/>
                </a:rPr>
                <a:t>Q4 2027</a:t>
              </a:r>
              <a:endParaRPr lang="en-US" sz="900" spc="54" kern="0" b="0" i="0" dirty="0">
                <a:solidFill>
                  <a:srgbClr val="0047FF"/>
                </a:solidFill>
                <a:latin typeface="IBM Plex Mono SemiBold"/>
                <a:ea typeface="IBM Plex Mono SemiBold"/>
                <a:cs typeface="IBM Plex Mono SemiBold"/>
              </a:endParaRPr>
            </a:p>
          </p:txBody>
        </p:sp>
        <p:sp>
          <p:nvSpPr>
            <p:cNvPr id="51" name="node01.branches.source-002.milestones.source-002.label.part-2"/>
            <p:cNvSpPr/>
            <p:nvPr/>
          </p:nvSpPr>
          <p:spPr>
            <a:xfrm>
              <a:off x="8431530" y="3954272"/>
              <a:ext cx="2807970" cy="228600"/>
            </a:xfrm>
            <a:prstGeom prst="rect">
              <a:avLst/>
            </a:prstGeom>
            <a:noFill/>
            <a:ln/>
          </p:spPr>
          <p:txBody>
            <a:bodyPr wrap="square" lIns="0" tIns="0" rIns="0" bIns="0" rtlCol="0" anchor="t"/>
            <a:lstStyle/>
            <a:p>
              <a:pPr algn="ctr" indent="0" marL="0">
                <a:lnSpc>
                  <a:spcPts val="1440"/>
                </a:lnSpc>
                <a:buNone/>
              </a:pPr>
              <a:r>
                <a:rPr lang="en-US" sz="1200" spc="0" kern="0" b="0" i="0" dirty="0">
                  <a:solidFill>
                    <a:srgbClr val="070154"/>
                  </a:solidFill>
                  <a:latin typeface="IBM Plex Sans SemiBold"/>
                  <a:ea typeface="IBM Plex Sans SemiBold"/>
                  <a:cs typeface="IBM Plex Sans SemiBold"/>
                </a:rPr>
                <a:t>Online payment</a:t>
              </a:r>
              <a:endParaRPr lang="en-US" sz="1200" spc="0" kern="0" b="0" i="0" dirty="0">
                <a:solidFill>
                  <a:srgbClr val="070154"/>
                </a:solidFill>
                <a:latin typeface="IBM Plex Sans SemiBold"/>
                <a:ea typeface="IBM Plex Sans SemiBold"/>
                <a:cs typeface="IBM Plex Sans SemiBold"/>
              </a:endParaRPr>
            </a:p>
          </p:txBody>
        </p:sp>
        <p:sp>
          <p:nvSpPr>
            <p:cNvPr id="52" name="node01.branches.source-002.milestones.source-002.label.part-3"/>
            <p:cNvSpPr/>
            <p:nvPr/>
          </p:nvSpPr>
          <p:spPr>
            <a:xfrm>
              <a:off x="8431530" y="4162552"/>
              <a:ext cx="2807970" cy="228600"/>
            </a:xfrm>
            <a:prstGeom prst="rect">
              <a:avLst/>
            </a:prstGeom>
            <a:noFill/>
            <a:ln/>
          </p:spPr>
          <p:txBody>
            <a:bodyPr wrap="square" lIns="0" tIns="0" rIns="0" bIns="0" rtlCol="0" anchor="t"/>
            <a:lstStyle/>
            <a:p>
              <a:pPr algn="ctr" indent="0" marL="0">
                <a:lnSpc>
                  <a:spcPts val="1500"/>
                </a:lnSpc>
                <a:buNone/>
              </a:pPr>
              <a:r>
                <a:rPr lang="en-US" sz="1200" spc="0" kern="0" b="0" i="0" dirty="0">
                  <a:solidFill>
                    <a:srgbClr val="070154"/>
                  </a:solidFill>
                  <a:latin typeface="IBM Plex Sans"/>
                  <a:ea typeface="IBM Plex Sans"/>
                  <a:cs typeface="IBM Plex Sans"/>
                </a:rPr>
                <a:t>Pay at the visit.</a:t>
              </a:r>
              <a:endParaRPr lang="en-US" sz="1200" spc="0" kern="0" b="0" i="0" dirty="0">
                <a:solidFill>
                  <a:srgbClr val="070154"/>
                </a:solidFill>
                <a:latin typeface="IBM Plex Sans"/>
                <a:ea typeface="IBM Plex Sans"/>
                <a:cs typeface="IBM Plex Sans"/>
              </a:endParaRPr>
            </a:p>
          </p:txBody>
        </p:sp>
      </p:grpSp>
      <p:grpSp>
        <p:nvGrpSpPr>
          <p:cNvPr id="72" name="node02"/>
          <p:cNvGrpSpPr/>
          <p:nvPr/>
        </p:nvGrpSpPr>
        <p:grpSpPr>
          <a:xfrm>
            <a:off x="723900" y="4419600"/>
            <a:ext cx="5257800" cy="228600"/>
            <a:chOff x="723900" y="4419600"/>
            <a:chExt cx="5257800" cy="228600"/>
          </a:xfrm>
        </p:grpSpPr>
        <p:sp>
          <p:nvSpPr>
            <p:cNvPr id="53" name="node02.label"/>
            <p:cNvSpPr/>
            <p:nvPr/>
          </p:nvSpPr>
          <p:spPr>
            <a:xfrm>
              <a:off x="723900" y="4419600"/>
              <a:ext cx="1828304"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TRACK A · PATIENT ACCESS</a:t>
              </a:r>
              <a:endParaRPr lang="en-US" sz="900" spc="54" kern="0" b="0" i="0" dirty="0">
                <a:solidFill>
                  <a:srgbClr val="50658E"/>
                </a:solidFill>
                <a:latin typeface="IBM Plex Mono Medium"/>
                <a:ea typeface="IBM Plex Mono Medium"/>
                <a:cs typeface="IBM Plex Mono Medium"/>
              </a:endParaRPr>
            </a:p>
          </p:txBody>
        </p:sp>
        <p:sp>
          <p:nvSpPr>
            <p:cNvPr id="54" name="node02.rule"/>
            <p:cNvSpPr/>
            <p:nvPr/>
          </p:nvSpPr>
          <p:spPr>
            <a:xfrm>
              <a:off x="2679204" y="4529138"/>
              <a:ext cx="3302496" cy="9525"/>
            </a:xfrm>
            <a:prstGeom prst="rect">
              <a:avLst/>
            </a:prstGeom>
            <a:solidFill>
              <a:srgbClr val="CED7E6"/>
            </a:solidFill>
            <a:ln>
              <a:noFill/>
            </a:ln>
          </p:spPr>
        </p:sp>
      </p:grpSp>
      <p:sp>
        <p:nvSpPr>
          <p:cNvPr id="55" name="node03"/>
          <p:cNvSpPr/>
          <p:nvPr/>
        </p:nvSpPr>
        <p:spPr>
          <a:xfrm>
            <a:off x="723900" y="4648200"/>
            <a:ext cx="5257800" cy="9525"/>
          </a:xfrm>
          <a:prstGeom prst="rect">
            <a:avLst/>
          </a:prstGeom>
          <a:solidFill>
            <a:srgbClr val="CED7E6"/>
          </a:solidFill>
          <a:ln>
            <a:noFill/>
          </a:ln>
        </p:spPr>
      </p:sp>
      <p:grpSp>
        <p:nvGrpSpPr>
          <p:cNvPr id="73" name="node04"/>
          <p:cNvGrpSpPr/>
          <p:nvPr/>
        </p:nvGrpSpPr>
        <p:grpSpPr>
          <a:xfrm>
            <a:off x="723900" y="4724400"/>
            <a:ext cx="5257800" cy="762000"/>
            <a:chOff x="723900" y="4724400"/>
            <a:chExt cx="5257800" cy="762000"/>
          </a:xfrm>
        </p:grpSpPr>
        <p:sp>
          <p:nvSpPr>
            <p:cNvPr id="56" name="node04.source-001.bullet"/>
            <p:cNvSpPr/>
            <p:nvPr/>
          </p:nvSpPr>
          <p:spPr>
            <a:xfrm>
              <a:off x="723900" y="4813300"/>
              <a:ext cx="38100" cy="38100"/>
            </a:xfrm>
            <a:prstGeom prst="rect">
              <a:avLst/>
            </a:prstGeom>
            <a:solidFill>
              <a:srgbClr val="070154"/>
            </a:solidFill>
            <a:ln>
              <a:noFill/>
            </a:ln>
          </p:spPr>
        </p:sp>
        <p:sp>
          <p:nvSpPr>
            <p:cNvPr id="57" name="node04.source-001.text"/>
            <p:cNvSpPr/>
            <p:nvPr/>
          </p:nvSpPr>
          <p:spPr>
            <a:xfrm>
              <a:off x="876300" y="4724400"/>
              <a:ext cx="5105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 xml:space="preserve">Outcomes.</a:t>
              </a:r>
              <a:r>
                <a:rPr lang="en-US" sz="1200" spc="0" kern="0" b="0" i="0" dirty="0">
                  <a:solidFill>
                    <a:srgbClr val="50658E"/>
                  </a:solidFill>
                  <a:latin typeface="IBM Plex Sans"/>
                  <a:ea typeface="IBM Plex Sans"/>
                  <a:cs typeface="IBM Plex Sans"/>
                </a:rPr>
                <a:t xml:space="preserve"> 70% of primary care visits booked online.</a:t>
              </a:r>
              <a:endParaRPr lang="en-US" sz="1200" spc="0" kern="0" b="0" i="0" dirty="0">
                <a:solidFill>
                  <a:srgbClr val="070154"/>
                </a:solidFill>
                <a:latin typeface="IBM Plex Sans"/>
                <a:ea typeface="IBM Plex Sans"/>
                <a:cs typeface="IBM Plex Sans"/>
              </a:endParaRPr>
            </a:p>
          </p:txBody>
        </p:sp>
        <p:sp>
          <p:nvSpPr>
            <p:cNvPr id="58" name="node04.source-002.bullet"/>
            <p:cNvSpPr/>
            <p:nvPr/>
          </p:nvSpPr>
          <p:spPr>
            <a:xfrm>
              <a:off x="723900" y="5080000"/>
              <a:ext cx="38100" cy="38100"/>
            </a:xfrm>
            <a:prstGeom prst="rect">
              <a:avLst/>
            </a:prstGeom>
            <a:solidFill>
              <a:srgbClr val="070154"/>
            </a:solidFill>
            <a:ln>
              <a:noFill/>
            </a:ln>
          </p:spPr>
        </p:sp>
        <p:sp>
          <p:nvSpPr>
            <p:cNvPr id="59" name="node04.source-002.text"/>
            <p:cNvSpPr/>
            <p:nvPr/>
          </p:nvSpPr>
          <p:spPr>
            <a:xfrm>
              <a:off x="876300" y="4991100"/>
              <a:ext cx="5105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 xml:space="preserve">Owner.</a:t>
              </a:r>
              <a:r>
                <a:rPr lang="en-US" sz="1200" spc="0" kern="0" b="0" i="0" dirty="0">
                  <a:solidFill>
                    <a:srgbClr val="50658E"/>
                  </a:solidFill>
                  <a:latin typeface="IBM Plex Sans"/>
                  <a:ea typeface="IBM Plex Sans"/>
                  <a:cs typeface="IBM Plex Sans"/>
                </a:rPr>
                <a:t xml:space="preserve"> Chief patient access officer, with the access squad.</a:t>
              </a:r>
              <a:endParaRPr lang="en-US" sz="1200" spc="0" kern="0" b="0" i="0" dirty="0">
                <a:solidFill>
                  <a:srgbClr val="070154"/>
                </a:solidFill>
                <a:latin typeface="IBM Plex Sans"/>
                <a:ea typeface="IBM Plex Sans"/>
                <a:cs typeface="IBM Plex Sans"/>
              </a:endParaRPr>
            </a:p>
          </p:txBody>
        </p:sp>
        <p:sp>
          <p:nvSpPr>
            <p:cNvPr id="60" name="node04.source-003.bullet"/>
            <p:cNvSpPr/>
            <p:nvPr/>
          </p:nvSpPr>
          <p:spPr>
            <a:xfrm>
              <a:off x="723900" y="5346700"/>
              <a:ext cx="38100" cy="38100"/>
            </a:xfrm>
            <a:prstGeom prst="rect">
              <a:avLst/>
            </a:prstGeom>
            <a:solidFill>
              <a:srgbClr val="070154"/>
            </a:solidFill>
            <a:ln>
              <a:noFill/>
            </a:ln>
          </p:spPr>
        </p:sp>
        <p:sp>
          <p:nvSpPr>
            <p:cNvPr id="61" name="node04.source-003.text"/>
            <p:cNvSpPr/>
            <p:nvPr/>
          </p:nvSpPr>
          <p:spPr>
            <a:xfrm>
              <a:off x="876300" y="5257800"/>
              <a:ext cx="5105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 xml:space="preserve">Depends on.</a:t>
              </a:r>
              <a:r>
                <a:rPr lang="en-US" sz="1200" spc="0" kern="0" b="0" i="0" dirty="0">
                  <a:solidFill>
                    <a:srgbClr val="50658E"/>
                  </a:solidFill>
                  <a:latin typeface="IBM Plex Sans"/>
                  <a:ea typeface="IBM Plex Sans"/>
                  <a:cs typeface="IBM Plex Sans"/>
                </a:rPr>
                <a:t xml:space="preserve"> Master patient index; single sign-in.</a:t>
              </a:r>
              <a:endParaRPr lang="en-US" sz="1200" spc="0" kern="0" b="0" i="0" dirty="0">
                <a:solidFill>
                  <a:srgbClr val="070154"/>
                </a:solidFill>
                <a:latin typeface="IBM Plex Sans"/>
                <a:ea typeface="IBM Plex Sans"/>
                <a:cs typeface="IBM Plex Sans"/>
              </a:endParaRPr>
            </a:p>
          </p:txBody>
        </p:sp>
      </p:grpSp>
      <p:grpSp>
        <p:nvGrpSpPr>
          <p:cNvPr id="74" name="node05"/>
          <p:cNvGrpSpPr/>
          <p:nvPr/>
        </p:nvGrpSpPr>
        <p:grpSpPr>
          <a:xfrm>
            <a:off x="6210300" y="4419600"/>
            <a:ext cx="5257800" cy="228600"/>
            <a:chOff x="6210300" y="4419600"/>
            <a:chExt cx="5257800" cy="228600"/>
          </a:xfrm>
        </p:grpSpPr>
        <p:sp>
          <p:nvSpPr>
            <p:cNvPr id="62" name="node05.label"/>
            <p:cNvSpPr/>
            <p:nvPr/>
          </p:nvSpPr>
          <p:spPr>
            <a:xfrm>
              <a:off x="6210300" y="4419600"/>
              <a:ext cx="1753183"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TRACK B · REVENUE CYCLE</a:t>
              </a:r>
              <a:endParaRPr lang="en-US" sz="900" spc="54" kern="0" b="0" i="0" dirty="0">
                <a:solidFill>
                  <a:srgbClr val="50658E"/>
                </a:solidFill>
                <a:latin typeface="IBM Plex Mono Medium"/>
                <a:ea typeface="IBM Plex Mono Medium"/>
                <a:cs typeface="IBM Plex Mono Medium"/>
              </a:endParaRPr>
            </a:p>
          </p:txBody>
        </p:sp>
        <p:sp>
          <p:nvSpPr>
            <p:cNvPr id="63" name="node05.rule"/>
            <p:cNvSpPr/>
            <p:nvPr/>
          </p:nvSpPr>
          <p:spPr>
            <a:xfrm>
              <a:off x="8090483" y="4529138"/>
              <a:ext cx="3377617" cy="9525"/>
            </a:xfrm>
            <a:prstGeom prst="rect">
              <a:avLst/>
            </a:prstGeom>
            <a:solidFill>
              <a:srgbClr val="CED7E6"/>
            </a:solidFill>
            <a:ln>
              <a:noFill/>
            </a:ln>
          </p:spPr>
        </p:sp>
      </p:grpSp>
      <p:sp>
        <p:nvSpPr>
          <p:cNvPr id="64" name="node06"/>
          <p:cNvSpPr/>
          <p:nvPr/>
        </p:nvSpPr>
        <p:spPr>
          <a:xfrm>
            <a:off x="6210300" y="4648200"/>
            <a:ext cx="5257800" cy="9525"/>
          </a:xfrm>
          <a:prstGeom prst="rect">
            <a:avLst/>
          </a:prstGeom>
          <a:solidFill>
            <a:srgbClr val="CED7E6"/>
          </a:solidFill>
          <a:ln>
            <a:noFill/>
          </a:ln>
        </p:spPr>
      </p:sp>
      <p:grpSp>
        <p:nvGrpSpPr>
          <p:cNvPr id="75" name="node07"/>
          <p:cNvGrpSpPr/>
          <p:nvPr/>
        </p:nvGrpSpPr>
        <p:grpSpPr>
          <a:xfrm>
            <a:off x="6210300" y="4724400"/>
            <a:ext cx="5257800" cy="762000"/>
            <a:chOff x="6210300" y="4724400"/>
            <a:chExt cx="5257800" cy="762000"/>
          </a:xfrm>
        </p:grpSpPr>
        <p:sp>
          <p:nvSpPr>
            <p:cNvPr id="65" name="node07.source-001.bullet"/>
            <p:cNvSpPr/>
            <p:nvPr/>
          </p:nvSpPr>
          <p:spPr>
            <a:xfrm>
              <a:off x="6210300" y="4813300"/>
              <a:ext cx="38100" cy="38100"/>
            </a:xfrm>
            <a:prstGeom prst="rect">
              <a:avLst/>
            </a:prstGeom>
            <a:solidFill>
              <a:srgbClr val="070154"/>
            </a:solidFill>
            <a:ln>
              <a:noFill/>
            </a:ln>
          </p:spPr>
        </p:sp>
        <p:sp>
          <p:nvSpPr>
            <p:cNvPr id="66" name="node07.source-001.text"/>
            <p:cNvSpPr/>
            <p:nvPr/>
          </p:nvSpPr>
          <p:spPr>
            <a:xfrm>
              <a:off x="6362700" y="4724400"/>
              <a:ext cx="5105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 xml:space="preserve">Outcomes.</a:t>
              </a:r>
              <a:r>
                <a:rPr lang="en-US" sz="1200" spc="0" kern="0" b="0" i="0" dirty="0">
                  <a:solidFill>
                    <a:srgbClr val="50658E"/>
                  </a:solidFill>
                  <a:latin typeface="IBM Plex Sans"/>
                  <a:ea typeface="IBM Plex Sans"/>
                  <a:cs typeface="IBM Plex Sans"/>
                </a:rPr>
                <a:t xml:space="preserve"> Estimates on 90% of scheduled visits.</a:t>
              </a:r>
              <a:endParaRPr lang="en-US" sz="1200" spc="0" kern="0" b="0" i="0" dirty="0">
                <a:solidFill>
                  <a:srgbClr val="070154"/>
                </a:solidFill>
                <a:latin typeface="IBM Plex Sans"/>
                <a:ea typeface="IBM Plex Sans"/>
                <a:cs typeface="IBM Plex Sans"/>
              </a:endParaRPr>
            </a:p>
          </p:txBody>
        </p:sp>
        <p:sp>
          <p:nvSpPr>
            <p:cNvPr id="67" name="node07.source-002.bullet"/>
            <p:cNvSpPr/>
            <p:nvPr/>
          </p:nvSpPr>
          <p:spPr>
            <a:xfrm>
              <a:off x="6210300" y="5080000"/>
              <a:ext cx="38100" cy="38100"/>
            </a:xfrm>
            <a:prstGeom prst="rect">
              <a:avLst/>
            </a:prstGeom>
            <a:solidFill>
              <a:srgbClr val="070154"/>
            </a:solidFill>
            <a:ln>
              <a:noFill/>
            </a:ln>
          </p:spPr>
        </p:sp>
        <p:sp>
          <p:nvSpPr>
            <p:cNvPr id="68" name="node07.source-002.text"/>
            <p:cNvSpPr/>
            <p:nvPr/>
          </p:nvSpPr>
          <p:spPr>
            <a:xfrm>
              <a:off x="6362700" y="4991100"/>
              <a:ext cx="5105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 xml:space="preserve">Owner.</a:t>
              </a:r>
              <a:r>
                <a:rPr lang="en-US" sz="1200" spc="0" kern="0" b="0" i="0" dirty="0">
                  <a:solidFill>
                    <a:srgbClr val="50658E"/>
                  </a:solidFill>
                  <a:latin typeface="IBM Plex Sans"/>
                  <a:ea typeface="IBM Plex Sans"/>
                  <a:cs typeface="IBM Plex Sans"/>
                </a:rPr>
                <a:t xml:space="preserve"> VP revenue cycle, with the billing squad.</a:t>
              </a:r>
              <a:endParaRPr lang="en-US" sz="1200" spc="0" kern="0" b="0" i="0" dirty="0">
                <a:solidFill>
                  <a:srgbClr val="070154"/>
                </a:solidFill>
                <a:latin typeface="IBM Plex Sans"/>
                <a:ea typeface="IBM Plex Sans"/>
                <a:cs typeface="IBM Plex Sans"/>
              </a:endParaRPr>
            </a:p>
          </p:txBody>
        </p:sp>
        <p:sp>
          <p:nvSpPr>
            <p:cNvPr id="69" name="node07.source-003.bullet"/>
            <p:cNvSpPr/>
            <p:nvPr/>
          </p:nvSpPr>
          <p:spPr>
            <a:xfrm>
              <a:off x="6210300" y="5346700"/>
              <a:ext cx="38100" cy="38100"/>
            </a:xfrm>
            <a:prstGeom prst="rect">
              <a:avLst/>
            </a:prstGeom>
            <a:solidFill>
              <a:srgbClr val="070154"/>
            </a:solidFill>
            <a:ln>
              <a:noFill/>
            </a:ln>
          </p:spPr>
        </p:sp>
        <p:sp>
          <p:nvSpPr>
            <p:cNvPr id="70" name="node07.source-003.text"/>
            <p:cNvSpPr/>
            <p:nvPr/>
          </p:nvSpPr>
          <p:spPr>
            <a:xfrm>
              <a:off x="6362700" y="5257800"/>
              <a:ext cx="5105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 xml:space="preserve">Depends on.</a:t>
              </a:r>
              <a:r>
                <a:rPr lang="en-US" sz="1200" spc="0" kern="0" b="0" i="0" dirty="0">
                  <a:solidFill>
                    <a:srgbClr val="50658E"/>
                  </a:solidFill>
                  <a:latin typeface="IBM Plex Sans"/>
                  <a:ea typeface="IBM Plex Sans"/>
                  <a:cs typeface="IBM Plex Sans"/>
                </a:rPr>
                <a:t xml:space="preserve"> Payer contract data loaded.</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name="source-429">
    <p:spTree>
      <p:nvGrpSpPr>
        <p:cNvPr id="1" name=""/>
        <p:cNvGrpSpPr/>
        <p:nvPr/>
      </p:nvGrpSpPr>
      <p:grpSpPr>
        <a:xfrm>
          <a:off x="0" y="0"/>
          <a:ext cx="0" cy="0"/>
          <a:chOff x="0" y="0"/>
          <a:chExt cx="0" cy="0"/>
        </a:xfrm>
      </p:grpSpPr>
      <p:sp>
        <p:nvSpPr>
          <p:cNvPr id="3" name="eyebrow"/>
          <p:cNvSpPr/>
          <p:nvPr/>
        </p:nvSpPr>
        <p:spPr>
          <a:xfrm>
            <a:off x="723900" y="457200"/>
            <a:ext cx="34290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ROADMAP</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3429000" cy="13716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Three tracks share one foundation</a:t>
            </a:r>
            <a:endParaRPr lang="en-US" sz="2400" spc="-36"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34290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Northfield Health System digital front door program.</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140</a:t>
            </a:fld>
            <a:endParaRPr lang="en-US" sz="700" spc="0" kern="0" b="0" i="0" dirty="0">
              <a:solidFill>
                <a:srgbClr val="070154"/>
              </a:solidFill>
              <a:latin typeface="IBM Plex Mono SemiBold"/>
              <a:ea typeface="IBM Plex Mono SemiBold"/>
              <a:cs typeface="IBM Plex Mono SemiBold"/>
            </a:endParaRPr>
          </a:p>
        </p:txBody>
      </p:sp>
      <p:grpSp>
        <p:nvGrpSpPr>
          <p:cNvPr id="88" name="node01"/>
          <p:cNvGrpSpPr/>
          <p:nvPr/>
        </p:nvGrpSpPr>
        <p:grpSpPr>
          <a:xfrm>
            <a:off x="723900" y="2514600"/>
            <a:ext cx="3429000" cy="800100"/>
            <a:chOff x="723900" y="2514600"/>
            <a:chExt cx="3429000" cy="800100"/>
          </a:xfrm>
        </p:grpSpPr>
        <p:sp>
          <p:nvSpPr>
            <p:cNvPr id="7" name="node01.text"/>
            <p:cNvSpPr/>
            <p:nvPr/>
          </p:nvSpPr>
          <p:spPr>
            <a:xfrm>
              <a:off x="723900" y="2514600"/>
              <a:ext cx="3429000" cy="8001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The foundation must land first. After that, access, revenue and clinical teams ship independently.</a:t>
              </a:r>
              <a:endParaRPr lang="en-US" sz="1400" spc="0" kern="0" b="0" i="0" dirty="0">
                <a:solidFill>
                  <a:srgbClr val="070154"/>
                </a:solidFill>
                <a:latin typeface="IBM Plex Sans"/>
                <a:ea typeface="IBM Plex Sans"/>
                <a:cs typeface="IBM Plex Sans"/>
              </a:endParaRPr>
            </a:p>
          </p:txBody>
        </p:sp>
      </p:grpSp>
      <p:grpSp>
        <p:nvGrpSpPr>
          <p:cNvPr id="89" name="node02"/>
          <p:cNvGrpSpPr/>
          <p:nvPr/>
        </p:nvGrpSpPr>
        <p:grpSpPr>
          <a:xfrm>
            <a:off x="723900" y="3657600"/>
            <a:ext cx="3429000" cy="228600"/>
            <a:chOff x="723900" y="3657600"/>
            <a:chExt cx="3429000" cy="228600"/>
          </a:xfrm>
        </p:grpSpPr>
        <p:sp>
          <p:nvSpPr>
            <p:cNvPr id="8" name="node02.label"/>
            <p:cNvSpPr/>
            <p:nvPr/>
          </p:nvSpPr>
          <p:spPr>
            <a:xfrm>
              <a:off x="723900" y="3657600"/>
              <a:ext cx="926852"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TRACK OWNERS</a:t>
              </a:r>
              <a:endParaRPr lang="en-US" sz="900" spc="54" kern="0" b="0" i="0" dirty="0">
                <a:solidFill>
                  <a:srgbClr val="50658E"/>
                </a:solidFill>
                <a:latin typeface="IBM Plex Mono Medium"/>
                <a:ea typeface="IBM Plex Mono Medium"/>
                <a:cs typeface="IBM Plex Mono Medium"/>
              </a:endParaRPr>
            </a:p>
          </p:txBody>
        </p:sp>
        <p:sp>
          <p:nvSpPr>
            <p:cNvPr id="9" name="node02.rule"/>
            <p:cNvSpPr/>
            <p:nvPr/>
          </p:nvSpPr>
          <p:spPr>
            <a:xfrm>
              <a:off x="1777752" y="3767138"/>
              <a:ext cx="2375148" cy="9525"/>
            </a:xfrm>
            <a:prstGeom prst="rect">
              <a:avLst/>
            </a:prstGeom>
            <a:solidFill>
              <a:srgbClr val="CED7E6"/>
            </a:solidFill>
            <a:ln>
              <a:noFill/>
            </a:ln>
          </p:spPr>
        </p:sp>
      </p:grpSp>
      <p:sp>
        <p:nvSpPr>
          <p:cNvPr id="10" name="node03"/>
          <p:cNvSpPr/>
          <p:nvPr/>
        </p:nvSpPr>
        <p:spPr>
          <a:xfrm>
            <a:off x="723900" y="3886200"/>
            <a:ext cx="3429000" cy="9525"/>
          </a:xfrm>
          <a:prstGeom prst="rect">
            <a:avLst/>
          </a:prstGeom>
          <a:solidFill>
            <a:srgbClr val="CED7E6"/>
          </a:solidFill>
          <a:ln>
            <a:noFill/>
          </a:ln>
        </p:spPr>
      </p:sp>
      <p:grpSp>
        <p:nvGrpSpPr>
          <p:cNvPr id="90" name="node04"/>
          <p:cNvGrpSpPr/>
          <p:nvPr/>
        </p:nvGrpSpPr>
        <p:grpSpPr>
          <a:xfrm>
            <a:off x="723900" y="3962400"/>
            <a:ext cx="3429000" cy="762000"/>
            <a:chOff x="723900" y="3962400"/>
            <a:chExt cx="3429000" cy="762000"/>
          </a:xfrm>
        </p:grpSpPr>
        <p:sp>
          <p:nvSpPr>
            <p:cNvPr id="11" name="node04.source-001.bullet"/>
            <p:cNvSpPr/>
            <p:nvPr/>
          </p:nvSpPr>
          <p:spPr>
            <a:xfrm>
              <a:off x="723900" y="4051300"/>
              <a:ext cx="38100" cy="38100"/>
            </a:xfrm>
            <a:prstGeom prst="rect">
              <a:avLst/>
            </a:prstGeom>
            <a:solidFill>
              <a:srgbClr val="070154"/>
            </a:solidFill>
            <a:ln>
              <a:noFill/>
            </a:ln>
          </p:spPr>
        </p:sp>
        <p:sp>
          <p:nvSpPr>
            <p:cNvPr id="12" name="node04.source-001.text"/>
            <p:cNvSpPr/>
            <p:nvPr/>
          </p:nvSpPr>
          <p:spPr>
            <a:xfrm>
              <a:off x="876300" y="39624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 xml:space="preserve">Access.</a:t>
              </a:r>
              <a:r>
                <a:rPr lang="en-US" sz="1200" spc="0" kern="0" b="0" i="0" dirty="0">
                  <a:solidFill>
                    <a:srgbClr val="50658E"/>
                  </a:solidFill>
                  <a:latin typeface="IBM Plex Sans"/>
                  <a:ea typeface="IBM Plex Sans"/>
                  <a:cs typeface="IBM Plex Sans"/>
                </a:rPr>
                <a:t xml:space="preserve"> Chief patient access officer.</a:t>
              </a:r>
              <a:endParaRPr lang="en-US" sz="1200" spc="0" kern="0" b="0" i="0" dirty="0">
                <a:solidFill>
                  <a:srgbClr val="070154"/>
                </a:solidFill>
                <a:latin typeface="IBM Plex Sans"/>
                <a:ea typeface="IBM Plex Sans"/>
                <a:cs typeface="IBM Plex Sans"/>
              </a:endParaRPr>
            </a:p>
          </p:txBody>
        </p:sp>
        <p:sp>
          <p:nvSpPr>
            <p:cNvPr id="13" name="node04.source-002.bullet"/>
            <p:cNvSpPr/>
            <p:nvPr/>
          </p:nvSpPr>
          <p:spPr>
            <a:xfrm>
              <a:off x="723900" y="4318000"/>
              <a:ext cx="38100" cy="38100"/>
            </a:xfrm>
            <a:prstGeom prst="rect">
              <a:avLst/>
            </a:prstGeom>
            <a:solidFill>
              <a:srgbClr val="070154"/>
            </a:solidFill>
            <a:ln>
              <a:noFill/>
            </a:ln>
          </p:spPr>
        </p:sp>
        <p:sp>
          <p:nvSpPr>
            <p:cNvPr id="14" name="node04.source-002.text"/>
            <p:cNvSpPr/>
            <p:nvPr/>
          </p:nvSpPr>
          <p:spPr>
            <a:xfrm>
              <a:off x="876300" y="42291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 xml:space="preserve">Revenue.</a:t>
              </a:r>
              <a:r>
                <a:rPr lang="en-US" sz="1200" spc="0" kern="0" b="0" i="0" dirty="0">
                  <a:solidFill>
                    <a:srgbClr val="50658E"/>
                  </a:solidFill>
                  <a:latin typeface="IBM Plex Sans"/>
                  <a:ea typeface="IBM Plex Sans"/>
                  <a:cs typeface="IBM Plex Sans"/>
                </a:rPr>
                <a:t xml:space="preserve"> VP revenue cycle.</a:t>
              </a:r>
              <a:endParaRPr lang="en-US" sz="1200" spc="0" kern="0" b="0" i="0" dirty="0">
                <a:solidFill>
                  <a:srgbClr val="070154"/>
                </a:solidFill>
                <a:latin typeface="IBM Plex Sans"/>
                <a:ea typeface="IBM Plex Sans"/>
                <a:cs typeface="IBM Plex Sans"/>
              </a:endParaRPr>
            </a:p>
          </p:txBody>
        </p:sp>
        <p:sp>
          <p:nvSpPr>
            <p:cNvPr id="15" name="node04.source-003.bullet"/>
            <p:cNvSpPr/>
            <p:nvPr/>
          </p:nvSpPr>
          <p:spPr>
            <a:xfrm>
              <a:off x="723900" y="4584700"/>
              <a:ext cx="38100" cy="38100"/>
            </a:xfrm>
            <a:prstGeom prst="rect">
              <a:avLst/>
            </a:prstGeom>
            <a:solidFill>
              <a:srgbClr val="070154"/>
            </a:solidFill>
            <a:ln>
              <a:noFill/>
            </a:ln>
          </p:spPr>
        </p:sp>
        <p:sp>
          <p:nvSpPr>
            <p:cNvPr id="16" name="node04.source-003.text"/>
            <p:cNvSpPr/>
            <p:nvPr/>
          </p:nvSpPr>
          <p:spPr>
            <a:xfrm>
              <a:off x="876300" y="44958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 xml:space="preserve">Clinical.</a:t>
              </a:r>
              <a:r>
                <a:rPr lang="en-US" sz="1200" spc="0" kern="0" b="0" i="0" dirty="0">
                  <a:solidFill>
                    <a:srgbClr val="50658E"/>
                  </a:solidFill>
                  <a:latin typeface="IBM Plex Sans"/>
                  <a:ea typeface="IBM Plex Sans"/>
                  <a:cs typeface="IBM Plex Sans"/>
                </a:rPr>
                <a:t xml:space="preserve"> Chief nursing informatics officer.</a:t>
              </a:r>
              <a:endParaRPr lang="en-US" sz="1200" spc="0" kern="0" b="0" i="0" dirty="0">
                <a:solidFill>
                  <a:srgbClr val="070154"/>
                </a:solidFill>
                <a:latin typeface="IBM Plex Sans"/>
                <a:ea typeface="IBM Plex Sans"/>
                <a:cs typeface="IBM Plex Sans"/>
              </a:endParaRPr>
            </a:p>
          </p:txBody>
        </p:sp>
      </p:grpSp>
      <p:grpSp>
        <p:nvGrpSpPr>
          <p:cNvPr id="91" name="node05"/>
          <p:cNvGrpSpPr/>
          <p:nvPr/>
        </p:nvGrpSpPr>
        <p:grpSpPr>
          <a:xfrm>
            <a:off x="723900" y="4953000"/>
            <a:ext cx="3429000" cy="228600"/>
            <a:chOff x="723900" y="4953000"/>
            <a:chExt cx="3429000" cy="228600"/>
          </a:xfrm>
        </p:grpSpPr>
        <p:sp>
          <p:nvSpPr>
            <p:cNvPr id="17" name="node05.label"/>
            <p:cNvSpPr/>
            <p:nvPr/>
          </p:nvSpPr>
          <p:spPr>
            <a:xfrm>
              <a:off x="723900" y="4953000"/>
              <a:ext cx="1377578"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BIGGEST DEPENDENCY</a:t>
              </a:r>
              <a:endParaRPr lang="en-US" sz="900" spc="54" kern="0" b="0" i="0" dirty="0">
                <a:solidFill>
                  <a:srgbClr val="50658E"/>
                </a:solidFill>
                <a:latin typeface="IBM Plex Mono Medium"/>
                <a:ea typeface="IBM Plex Mono Medium"/>
                <a:cs typeface="IBM Plex Mono Medium"/>
              </a:endParaRPr>
            </a:p>
          </p:txBody>
        </p:sp>
        <p:sp>
          <p:nvSpPr>
            <p:cNvPr id="18" name="node05.rule"/>
            <p:cNvSpPr/>
            <p:nvPr/>
          </p:nvSpPr>
          <p:spPr>
            <a:xfrm>
              <a:off x="2228478" y="5062538"/>
              <a:ext cx="1924422" cy="9525"/>
            </a:xfrm>
            <a:prstGeom prst="rect">
              <a:avLst/>
            </a:prstGeom>
            <a:solidFill>
              <a:srgbClr val="CED7E6"/>
            </a:solidFill>
            <a:ln>
              <a:noFill/>
            </a:ln>
          </p:spPr>
        </p:sp>
      </p:grpSp>
      <p:sp>
        <p:nvSpPr>
          <p:cNvPr id="19" name="node06"/>
          <p:cNvSpPr/>
          <p:nvPr/>
        </p:nvSpPr>
        <p:spPr>
          <a:xfrm>
            <a:off x="723900" y="5181600"/>
            <a:ext cx="3429000" cy="9525"/>
          </a:xfrm>
          <a:prstGeom prst="rect">
            <a:avLst/>
          </a:prstGeom>
          <a:solidFill>
            <a:srgbClr val="CED7E6"/>
          </a:solidFill>
          <a:ln>
            <a:noFill/>
          </a:ln>
        </p:spPr>
      </p:sp>
      <p:grpSp>
        <p:nvGrpSpPr>
          <p:cNvPr id="92" name="node07"/>
          <p:cNvGrpSpPr/>
          <p:nvPr/>
        </p:nvGrpSpPr>
        <p:grpSpPr>
          <a:xfrm>
            <a:off x="723900" y="5257800"/>
            <a:ext cx="3429000" cy="228600"/>
            <a:chOff x="723900" y="5257800"/>
            <a:chExt cx="3429000" cy="228600"/>
          </a:xfrm>
        </p:grpSpPr>
        <p:sp>
          <p:nvSpPr>
            <p:cNvPr id="20" name="node07.text"/>
            <p:cNvSpPr/>
            <p:nvPr/>
          </p:nvSpPr>
          <p:spPr>
            <a:xfrm>
              <a:off x="723900" y="5257800"/>
              <a:ext cx="3429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Single sign-in gates all three tracks.</a:t>
              </a:r>
              <a:endParaRPr lang="en-US" sz="1200" spc="0" kern="0" b="0" i="0" dirty="0">
                <a:solidFill>
                  <a:srgbClr val="070154"/>
                </a:solidFill>
                <a:latin typeface="IBM Plex Sans"/>
                <a:ea typeface="IBM Plex Sans"/>
                <a:cs typeface="IBM Plex Sans"/>
              </a:endParaRPr>
            </a:p>
          </p:txBody>
        </p:sp>
      </p:grpSp>
      <p:grpSp>
        <p:nvGrpSpPr>
          <p:cNvPr id="93" name="node08"/>
          <p:cNvGrpSpPr/>
          <p:nvPr/>
        </p:nvGrpSpPr>
        <p:grpSpPr>
          <a:xfrm>
            <a:off x="4381500" y="457200"/>
            <a:ext cx="7086600" cy="5257800"/>
            <a:chOff x="4381500" y="457200"/>
            <a:chExt cx="7086600" cy="5257800"/>
          </a:xfrm>
        </p:grpSpPr>
        <p:sp>
          <p:nvSpPr>
            <p:cNvPr id="21" name="node08.trunk.road"/>
            <p:cNvSpPr/>
            <p:nvPr/>
          </p:nvSpPr>
          <p:spPr>
            <a:xfrm>
              <a:off x="4559300" y="3086100"/>
              <a:ext cx="2231644" cy="0"/>
            </a:xfrm>
            <a:custGeom>
              <a:avLst/>
              <a:gdLst/>
              <a:ahLst/>
              <a:cxnLst/>
              <a:rect l="l" t="t" r="r" b="b"/>
              <a:pathLst>
                <a:path w="2231644">
                  <a:moveTo>
                    <a:pt x="0" y="0"/>
                  </a:moveTo>
                  <a:lnTo>
                    <a:pt x="2231644" y="0"/>
                  </a:lnTo>
                </a:path>
              </a:pathLst>
            </a:custGeom>
            <a:ln w="228600">
              <a:solidFill>
                <a:srgbClr val="070154"/>
              </a:solidFill>
              <a:prstDash val="solid"/>
              <a:round/>
            </a:ln>
          </p:spPr>
        </p:sp>
        <p:sp>
          <p:nvSpPr>
            <p:cNvPr id="22" name="node08.trunk.road.cap-1"/>
            <p:cNvSpPr/>
            <p:nvPr/>
          </p:nvSpPr>
          <p:spPr>
            <a:xfrm>
              <a:off x="4445000" y="2971800"/>
              <a:ext cx="228600" cy="228600"/>
            </a:xfrm>
            <a:prstGeom prst="ellipse">
              <a:avLst/>
            </a:prstGeom>
            <a:solidFill>
              <a:srgbClr val="070154"/>
            </a:solidFill>
            <a:ln>
              <a:noFill/>
            </a:ln>
          </p:spPr>
        </p:sp>
        <p:sp>
          <p:nvSpPr>
            <p:cNvPr id="23" name="node08.trunk.road.cap-2"/>
            <p:cNvSpPr/>
            <p:nvPr/>
          </p:nvSpPr>
          <p:spPr>
            <a:xfrm>
              <a:off x="6676644" y="2971800"/>
              <a:ext cx="228600" cy="228600"/>
            </a:xfrm>
            <a:prstGeom prst="ellipse">
              <a:avLst/>
            </a:prstGeom>
            <a:solidFill>
              <a:srgbClr val="070154"/>
            </a:solidFill>
            <a:ln>
              <a:noFill/>
            </a:ln>
          </p:spPr>
        </p:sp>
        <p:sp>
          <p:nvSpPr>
            <p:cNvPr id="24" name="node08.trunk.centerline"/>
            <p:cNvSpPr/>
            <p:nvPr/>
          </p:nvSpPr>
          <p:spPr>
            <a:xfrm>
              <a:off x="4559300" y="3086100"/>
              <a:ext cx="2231644" cy="0"/>
            </a:xfrm>
            <a:custGeom>
              <a:avLst/>
              <a:gdLst/>
              <a:ahLst/>
              <a:cxnLst/>
              <a:rect l="l" t="t" r="r" b="b"/>
              <a:pathLst>
                <a:path w="2231644">
                  <a:moveTo>
                    <a:pt x="0" y="0"/>
                  </a:moveTo>
                  <a:lnTo>
                    <a:pt x="88900" y="0"/>
                  </a:lnTo>
                  <a:moveTo>
                    <a:pt x="177800" y="0"/>
                  </a:moveTo>
                  <a:lnTo>
                    <a:pt x="266700" y="0"/>
                  </a:lnTo>
                  <a:moveTo>
                    <a:pt x="355600" y="0"/>
                  </a:moveTo>
                  <a:lnTo>
                    <a:pt x="444500" y="0"/>
                  </a:lnTo>
                  <a:moveTo>
                    <a:pt x="533400" y="0"/>
                  </a:moveTo>
                  <a:lnTo>
                    <a:pt x="622300" y="0"/>
                  </a:lnTo>
                  <a:moveTo>
                    <a:pt x="711200" y="0"/>
                  </a:moveTo>
                  <a:lnTo>
                    <a:pt x="800100" y="0"/>
                  </a:lnTo>
                  <a:moveTo>
                    <a:pt x="889000" y="0"/>
                  </a:moveTo>
                  <a:lnTo>
                    <a:pt x="977900" y="0"/>
                  </a:lnTo>
                  <a:moveTo>
                    <a:pt x="1066800" y="0"/>
                  </a:moveTo>
                  <a:lnTo>
                    <a:pt x="1155700" y="0"/>
                  </a:lnTo>
                  <a:moveTo>
                    <a:pt x="1244600" y="0"/>
                  </a:moveTo>
                  <a:lnTo>
                    <a:pt x="1333500" y="0"/>
                  </a:lnTo>
                  <a:moveTo>
                    <a:pt x="1422400" y="0"/>
                  </a:moveTo>
                  <a:lnTo>
                    <a:pt x="1511300" y="0"/>
                  </a:lnTo>
                  <a:moveTo>
                    <a:pt x="1600200" y="0"/>
                  </a:moveTo>
                  <a:lnTo>
                    <a:pt x="1689100" y="0"/>
                  </a:lnTo>
                  <a:moveTo>
                    <a:pt x="1778000" y="0"/>
                  </a:moveTo>
                  <a:lnTo>
                    <a:pt x="1866900" y="0"/>
                  </a:lnTo>
                  <a:moveTo>
                    <a:pt x="1955800" y="0"/>
                  </a:moveTo>
                  <a:lnTo>
                    <a:pt x="2044700" y="0"/>
                  </a:lnTo>
                  <a:moveTo>
                    <a:pt x="2133600" y="0"/>
                  </a:moveTo>
                  <a:lnTo>
                    <a:pt x="2222500" y="0"/>
                  </a:lnTo>
                </a:path>
              </a:pathLst>
            </a:custGeom>
            <a:ln w="19050">
              <a:solidFill>
                <a:srgbClr val="FFFFFF"/>
              </a:solidFill>
              <a:prstDash val="solid"/>
              <a:round/>
            </a:ln>
          </p:spPr>
        </p:sp>
        <p:sp>
          <p:nvSpPr>
            <p:cNvPr id="25" name="node08.branches.source-001.road"/>
            <p:cNvSpPr/>
            <p:nvPr/>
          </p:nvSpPr>
          <p:spPr>
            <a:xfrm>
              <a:off x="6790944" y="1193292"/>
              <a:ext cx="4499356" cy="1892808"/>
            </a:xfrm>
            <a:custGeom>
              <a:avLst/>
              <a:gdLst/>
              <a:ahLst/>
              <a:cxnLst/>
              <a:rect l="l" t="t" r="r" b="b"/>
              <a:pathLst>
                <a:path w="4499356" h="1892808">
                  <a:moveTo>
                    <a:pt x="0" y="1892808"/>
                  </a:moveTo>
                  <a:cubicBezTo>
                    <a:pt x="544422" y="1892808"/>
                    <a:pt x="445436" y="0"/>
                    <a:pt x="989858" y="0"/>
                  </a:cubicBezTo>
                  <a:lnTo>
                    <a:pt x="4499356" y="0"/>
                  </a:lnTo>
                </a:path>
              </a:pathLst>
            </a:custGeom>
            <a:ln w="228600">
              <a:solidFill>
                <a:srgbClr val="070154"/>
              </a:solidFill>
              <a:prstDash val="solid"/>
              <a:round/>
            </a:ln>
          </p:spPr>
        </p:sp>
        <p:sp>
          <p:nvSpPr>
            <p:cNvPr id="26" name="node08.branches.source-001.road.cap-1"/>
            <p:cNvSpPr/>
            <p:nvPr/>
          </p:nvSpPr>
          <p:spPr>
            <a:xfrm>
              <a:off x="6676644" y="2971800"/>
              <a:ext cx="228600" cy="228600"/>
            </a:xfrm>
            <a:prstGeom prst="ellipse">
              <a:avLst/>
            </a:prstGeom>
            <a:solidFill>
              <a:srgbClr val="070154"/>
            </a:solidFill>
            <a:ln>
              <a:noFill/>
            </a:ln>
          </p:spPr>
        </p:sp>
        <p:sp>
          <p:nvSpPr>
            <p:cNvPr id="27" name="node08.branches.source-001.road.cap-2"/>
            <p:cNvSpPr/>
            <p:nvPr/>
          </p:nvSpPr>
          <p:spPr>
            <a:xfrm>
              <a:off x="11176000" y="1078992"/>
              <a:ext cx="228600" cy="228600"/>
            </a:xfrm>
            <a:prstGeom prst="ellipse">
              <a:avLst/>
            </a:prstGeom>
            <a:solidFill>
              <a:srgbClr val="070154"/>
            </a:solidFill>
            <a:ln>
              <a:noFill/>
            </a:ln>
          </p:spPr>
        </p:sp>
        <p:sp>
          <p:nvSpPr>
            <p:cNvPr id="28" name="node08.branches.source-001.centerline"/>
            <p:cNvSpPr/>
            <p:nvPr/>
          </p:nvSpPr>
          <p:spPr>
            <a:xfrm>
              <a:off x="6790944" y="1193292"/>
              <a:ext cx="4499356" cy="1892808"/>
            </a:xfrm>
            <a:custGeom>
              <a:avLst/>
              <a:gdLst/>
              <a:ahLst/>
              <a:cxnLst/>
              <a:rect l="l" t="t" r="r" b="b"/>
              <a:pathLst>
                <a:path w="4499356" h="1892808">
                  <a:moveTo>
                    <a:pt x="0" y="1892808"/>
                  </a:moveTo>
                  <a:cubicBezTo>
                    <a:pt x="30831" y="1892808"/>
                    <a:pt x="59599" y="1886738"/>
                    <a:pt x="86537" y="1875285"/>
                  </a:cubicBezTo>
                  <a:moveTo>
                    <a:pt x="160583" y="1826840"/>
                  </a:moveTo>
                  <a:cubicBezTo>
                    <a:pt x="181295" y="1808105"/>
                    <a:pt x="200773" y="1785735"/>
                    <a:pt x="219173" y="1760197"/>
                  </a:cubicBezTo>
                  <a:moveTo>
                    <a:pt x="265935" y="1684664"/>
                  </a:moveTo>
                  <a:cubicBezTo>
                    <a:pt x="279386" y="1659702"/>
                    <a:pt x="292224" y="1632934"/>
                    <a:pt x="304532" y="1604608"/>
                  </a:cubicBezTo>
                  <a:moveTo>
                    <a:pt x="337450" y="1522040"/>
                  </a:moveTo>
                  <a:cubicBezTo>
                    <a:pt x="347401" y="1494974"/>
                    <a:pt x="357008" y="1466894"/>
                    <a:pt x="366326" y="1437967"/>
                  </a:cubicBezTo>
                  <a:moveTo>
                    <a:pt x="392275" y="1352942"/>
                  </a:moveTo>
                  <a:cubicBezTo>
                    <a:pt x="400401" y="1324936"/>
                    <a:pt x="408327" y="1296343"/>
                    <a:pt x="416098" y="1267294"/>
                  </a:cubicBezTo>
                  <a:moveTo>
                    <a:pt x="438398" y="1181237"/>
                  </a:moveTo>
                  <a:cubicBezTo>
                    <a:pt x="445577" y="1152730"/>
                    <a:pt x="452653" y="1123919"/>
                    <a:pt x="459664" y="1094918"/>
                  </a:cubicBezTo>
                  <a:moveTo>
                    <a:pt x="480306" y="1008448"/>
                  </a:moveTo>
                  <a:cubicBezTo>
                    <a:pt x="487115" y="979645"/>
                    <a:pt x="493899" y="950766"/>
                    <a:pt x="500693" y="921917"/>
                  </a:cubicBezTo>
                  <a:moveTo>
                    <a:pt x="521180" y="835410"/>
                  </a:moveTo>
                  <a:cubicBezTo>
                    <a:pt x="528103" y="806433"/>
                    <a:pt x="535072" y="777597"/>
                    <a:pt x="542128" y="749013"/>
                  </a:cubicBezTo>
                  <a:moveTo>
                    <a:pt x="563925" y="662827"/>
                  </a:moveTo>
                  <a:cubicBezTo>
                    <a:pt x="571476" y="633777"/>
                    <a:pt x="579161" y="605120"/>
                    <a:pt x="587021" y="576980"/>
                  </a:cubicBezTo>
                  <a:moveTo>
                    <a:pt x="611962" y="491653"/>
                  </a:moveTo>
                  <a:cubicBezTo>
                    <a:pt x="620854" y="462676"/>
                    <a:pt x="630000" y="434445"/>
                    <a:pt x="639453" y="407115"/>
                  </a:cubicBezTo>
                  <a:moveTo>
                    <a:pt x="670453" y="323804"/>
                  </a:moveTo>
                  <a:cubicBezTo>
                    <a:pt x="681928" y="295267"/>
                    <a:pt x="693864" y="268087"/>
                    <a:pt x="706338" y="242489"/>
                  </a:cubicBezTo>
                  <a:moveTo>
                    <a:pt x="749177" y="164641"/>
                  </a:moveTo>
                  <a:cubicBezTo>
                    <a:pt x="765863" y="138055"/>
                    <a:pt x="783464" y="114159"/>
                    <a:pt x="802115" y="93353"/>
                  </a:cubicBezTo>
                  <a:moveTo>
                    <a:pt x="869204" y="35459"/>
                  </a:moveTo>
                  <a:cubicBezTo>
                    <a:pt x="894787" y="19333"/>
                    <a:pt x="922125" y="8369"/>
                    <a:pt x="951457" y="3270"/>
                  </a:cubicBezTo>
                  <a:moveTo>
                    <a:pt x="1040171" y="0"/>
                  </a:moveTo>
                  <a:lnTo>
                    <a:pt x="1129071" y="0"/>
                  </a:lnTo>
                  <a:moveTo>
                    <a:pt x="1217971" y="0"/>
                  </a:moveTo>
                  <a:lnTo>
                    <a:pt x="1306871" y="0"/>
                  </a:lnTo>
                  <a:moveTo>
                    <a:pt x="1395771" y="0"/>
                  </a:moveTo>
                  <a:lnTo>
                    <a:pt x="1484671" y="0"/>
                  </a:lnTo>
                  <a:moveTo>
                    <a:pt x="1573571" y="0"/>
                  </a:moveTo>
                  <a:lnTo>
                    <a:pt x="1662471" y="0"/>
                  </a:lnTo>
                  <a:moveTo>
                    <a:pt x="1751371" y="0"/>
                  </a:moveTo>
                  <a:lnTo>
                    <a:pt x="1840271" y="0"/>
                  </a:lnTo>
                  <a:moveTo>
                    <a:pt x="1929171" y="0"/>
                  </a:moveTo>
                  <a:lnTo>
                    <a:pt x="2018071" y="0"/>
                  </a:lnTo>
                  <a:moveTo>
                    <a:pt x="2106971" y="0"/>
                  </a:moveTo>
                  <a:lnTo>
                    <a:pt x="2195871" y="0"/>
                  </a:lnTo>
                  <a:moveTo>
                    <a:pt x="2284771" y="0"/>
                  </a:moveTo>
                  <a:lnTo>
                    <a:pt x="2373671" y="0"/>
                  </a:lnTo>
                  <a:moveTo>
                    <a:pt x="2462571" y="0"/>
                  </a:moveTo>
                  <a:lnTo>
                    <a:pt x="2551471" y="0"/>
                  </a:lnTo>
                  <a:moveTo>
                    <a:pt x="2640371" y="0"/>
                  </a:moveTo>
                  <a:lnTo>
                    <a:pt x="2729271" y="0"/>
                  </a:lnTo>
                  <a:moveTo>
                    <a:pt x="2818171" y="0"/>
                  </a:moveTo>
                  <a:lnTo>
                    <a:pt x="2907071" y="0"/>
                  </a:lnTo>
                  <a:moveTo>
                    <a:pt x="2995971" y="0"/>
                  </a:moveTo>
                  <a:lnTo>
                    <a:pt x="3084871" y="0"/>
                  </a:lnTo>
                  <a:moveTo>
                    <a:pt x="3173771" y="0"/>
                  </a:moveTo>
                  <a:lnTo>
                    <a:pt x="3262671" y="0"/>
                  </a:lnTo>
                  <a:moveTo>
                    <a:pt x="3351571" y="0"/>
                  </a:moveTo>
                  <a:lnTo>
                    <a:pt x="3440471" y="0"/>
                  </a:lnTo>
                  <a:moveTo>
                    <a:pt x="3529371" y="0"/>
                  </a:moveTo>
                  <a:lnTo>
                    <a:pt x="3618271" y="0"/>
                  </a:lnTo>
                  <a:moveTo>
                    <a:pt x="3707171" y="0"/>
                  </a:moveTo>
                  <a:lnTo>
                    <a:pt x="3796071" y="0"/>
                  </a:lnTo>
                  <a:moveTo>
                    <a:pt x="3884971" y="0"/>
                  </a:moveTo>
                  <a:lnTo>
                    <a:pt x="3973871" y="0"/>
                  </a:lnTo>
                  <a:moveTo>
                    <a:pt x="4062771" y="0"/>
                  </a:moveTo>
                  <a:lnTo>
                    <a:pt x="4151671" y="0"/>
                  </a:lnTo>
                  <a:moveTo>
                    <a:pt x="4240571" y="0"/>
                  </a:moveTo>
                  <a:lnTo>
                    <a:pt x="4329471" y="0"/>
                  </a:lnTo>
                  <a:moveTo>
                    <a:pt x="4418371" y="0"/>
                  </a:moveTo>
                  <a:lnTo>
                    <a:pt x="4499356" y="0"/>
                  </a:lnTo>
                </a:path>
              </a:pathLst>
            </a:custGeom>
            <a:ln w="19050">
              <a:solidFill>
                <a:srgbClr val="FFFFFF"/>
              </a:solidFill>
              <a:prstDash val="solid"/>
              <a:round/>
            </a:ln>
          </p:spPr>
        </p:sp>
        <p:sp>
          <p:nvSpPr>
            <p:cNvPr id="29" name="node08.branches.source-002.road"/>
            <p:cNvSpPr/>
            <p:nvPr/>
          </p:nvSpPr>
          <p:spPr>
            <a:xfrm>
              <a:off x="6790944" y="2945892"/>
              <a:ext cx="4499356" cy="140208"/>
            </a:xfrm>
            <a:custGeom>
              <a:avLst/>
              <a:gdLst/>
              <a:ahLst/>
              <a:cxnLst/>
              <a:rect l="l" t="t" r="r" b="b"/>
              <a:pathLst>
                <a:path w="4499356" h="140208">
                  <a:moveTo>
                    <a:pt x="0" y="140208"/>
                  </a:moveTo>
                  <a:cubicBezTo>
                    <a:pt x="544422" y="140208"/>
                    <a:pt x="445436" y="0"/>
                    <a:pt x="989858" y="0"/>
                  </a:cubicBezTo>
                  <a:lnTo>
                    <a:pt x="4499356" y="0"/>
                  </a:lnTo>
                </a:path>
              </a:pathLst>
            </a:custGeom>
            <a:ln w="228600">
              <a:solidFill>
                <a:srgbClr val="070154"/>
              </a:solidFill>
              <a:prstDash val="solid"/>
              <a:round/>
            </a:ln>
          </p:spPr>
        </p:sp>
        <p:sp>
          <p:nvSpPr>
            <p:cNvPr id="30" name="node08.branches.source-002.road.cap-1"/>
            <p:cNvSpPr/>
            <p:nvPr/>
          </p:nvSpPr>
          <p:spPr>
            <a:xfrm>
              <a:off x="6676644" y="2971800"/>
              <a:ext cx="228600" cy="228600"/>
            </a:xfrm>
            <a:prstGeom prst="ellipse">
              <a:avLst/>
            </a:prstGeom>
            <a:solidFill>
              <a:srgbClr val="070154"/>
            </a:solidFill>
            <a:ln>
              <a:noFill/>
            </a:ln>
          </p:spPr>
        </p:sp>
        <p:sp>
          <p:nvSpPr>
            <p:cNvPr id="31" name="node08.branches.source-002.road.cap-2"/>
            <p:cNvSpPr/>
            <p:nvPr/>
          </p:nvSpPr>
          <p:spPr>
            <a:xfrm>
              <a:off x="11176000" y="2831592"/>
              <a:ext cx="228600" cy="228600"/>
            </a:xfrm>
            <a:prstGeom prst="ellipse">
              <a:avLst/>
            </a:prstGeom>
            <a:solidFill>
              <a:srgbClr val="070154"/>
            </a:solidFill>
            <a:ln>
              <a:noFill/>
            </a:ln>
          </p:spPr>
        </p:sp>
        <p:sp>
          <p:nvSpPr>
            <p:cNvPr id="32" name="node08.branches.source-002.centerline"/>
            <p:cNvSpPr/>
            <p:nvPr/>
          </p:nvSpPr>
          <p:spPr>
            <a:xfrm>
              <a:off x="6790944" y="2945892"/>
              <a:ext cx="4499356" cy="140208"/>
            </a:xfrm>
            <a:custGeom>
              <a:avLst/>
              <a:gdLst/>
              <a:ahLst/>
              <a:cxnLst/>
              <a:rect l="l" t="t" r="r" b="b"/>
              <a:pathLst>
                <a:path w="4499356" h="140208">
                  <a:moveTo>
                    <a:pt x="0" y="140208"/>
                  </a:moveTo>
                  <a:cubicBezTo>
                    <a:pt x="31729" y="140208"/>
                    <a:pt x="61273" y="139732"/>
                    <a:pt x="88886" y="138835"/>
                  </a:cubicBezTo>
                  <a:moveTo>
                    <a:pt x="177653" y="134096"/>
                  </a:moveTo>
                  <a:cubicBezTo>
                    <a:pt x="210001" y="131617"/>
                    <a:pt x="239244" y="128461"/>
                    <a:pt x="266049" y="124774"/>
                  </a:cubicBezTo>
                  <a:moveTo>
                    <a:pt x="353581" y="109366"/>
                  </a:moveTo>
                  <a:cubicBezTo>
                    <a:pt x="384969" y="102545"/>
                    <a:pt x="412999" y="94992"/>
                    <a:pt x="439635" y="87135"/>
                  </a:cubicBezTo>
                  <a:moveTo>
                    <a:pt x="524555" y="60838"/>
                  </a:moveTo>
                  <a:cubicBezTo>
                    <a:pt x="551532" y="52507"/>
                    <a:pt x="579325" y="44353"/>
                    <a:pt x="610145" y="36859"/>
                  </a:cubicBezTo>
                  <a:moveTo>
                    <a:pt x="697283" y="19374"/>
                  </a:moveTo>
                  <a:cubicBezTo>
                    <a:pt x="723949" y="15112"/>
                    <a:pt x="753087" y="11388"/>
                    <a:pt x="785484" y="8375"/>
                  </a:cubicBezTo>
                  <a:moveTo>
                    <a:pt x="874174" y="2400"/>
                  </a:moveTo>
                  <a:cubicBezTo>
                    <a:pt x="901688" y="1180"/>
                    <a:pt x="931213" y="398"/>
                    <a:pt x="963040" y="117"/>
                  </a:cubicBezTo>
                  <a:moveTo>
                    <a:pt x="1051941" y="0"/>
                  </a:moveTo>
                  <a:lnTo>
                    <a:pt x="1140841" y="0"/>
                  </a:lnTo>
                  <a:moveTo>
                    <a:pt x="1229741" y="0"/>
                  </a:moveTo>
                  <a:lnTo>
                    <a:pt x="1318641" y="0"/>
                  </a:lnTo>
                  <a:moveTo>
                    <a:pt x="1407541" y="0"/>
                  </a:moveTo>
                  <a:lnTo>
                    <a:pt x="1496441" y="0"/>
                  </a:lnTo>
                  <a:moveTo>
                    <a:pt x="1585341" y="0"/>
                  </a:moveTo>
                  <a:lnTo>
                    <a:pt x="1674241" y="0"/>
                  </a:lnTo>
                  <a:moveTo>
                    <a:pt x="1763141" y="0"/>
                  </a:moveTo>
                  <a:lnTo>
                    <a:pt x="1852041" y="0"/>
                  </a:lnTo>
                  <a:moveTo>
                    <a:pt x="1940941" y="0"/>
                  </a:moveTo>
                  <a:lnTo>
                    <a:pt x="2029841" y="0"/>
                  </a:lnTo>
                  <a:moveTo>
                    <a:pt x="2118741" y="0"/>
                  </a:moveTo>
                  <a:lnTo>
                    <a:pt x="2207641" y="0"/>
                  </a:lnTo>
                  <a:moveTo>
                    <a:pt x="2296541" y="0"/>
                  </a:moveTo>
                  <a:lnTo>
                    <a:pt x="2385441" y="0"/>
                  </a:lnTo>
                  <a:moveTo>
                    <a:pt x="2474341" y="0"/>
                  </a:moveTo>
                  <a:lnTo>
                    <a:pt x="2563241" y="0"/>
                  </a:lnTo>
                  <a:moveTo>
                    <a:pt x="2652141" y="0"/>
                  </a:moveTo>
                  <a:lnTo>
                    <a:pt x="2741041" y="0"/>
                  </a:lnTo>
                  <a:moveTo>
                    <a:pt x="2829941" y="0"/>
                  </a:moveTo>
                  <a:lnTo>
                    <a:pt x="2918841" y="0"/>
                  </a:lnTo>
                  <a:moveTo>
                    <a:pt x="3007741" y="0"/>
                  </a:moveTo>
                  <a:lnTo>
                    <a:pt x="3096641" y="0"/>
                  </a:lnTo>
                  <a:moveTo>
                    <a:pt x="3185541" y="0"/>
                  </a:moveTo>
                  <a:lnTo>
                    <a:pt x="3274441" y="0"/>
                  </a:lnTo>
                  <a:moveTo>
                    <a:pt x="3363341" y="0"/>
                  </a:moveTo>
                  <a:lnTo>
                    <a:pt x="3452241" y="0"/>
                  </a:lnTo>
                  <a:moveTo>
                    <a:pt x="3541141" y="0"/>
                  </a:moveTo>
                  <a:lnTo>
                    <a:pt x="3630041" y="0"/>
                  </a:lnTo>
                  <a:moveTo>
                    <a:pt x="3718941" y="0"/>
                  </a:moveTo>
                  <a:lnTo>
                    <a:pt x="3807841" y="0"/>
                  </a:lnTo>
                  <a:moveTo>
                    <a:pt x="3896741" y="0"/>
                  </a:moveTo>
                  <a:lnTo>
                    <a:pt x="3985641" y="0"/>
                  </a:lnTo>
                  <a:moveTo>
                    <a:pt x="4074541" y="0"/>
                  </a:moveTo>
                  <a:lnTo>
                    <a:pt x="4163441" y="0"/>
                  </a:lnTo>
                  <a:moveTo>
                    <a:pt x="4252341" y="0"/>
                  </a:moveTo>
                  <a:lnTo>
                    <a:pt x="4341241" y="0"/>
                  </a:lnTo>
                  <a:moveTo>
                    <a:pt x="4430141" y="0"/>
                  </a:moveTo>
                  <a:lnTo>
                    <a:pt x="4499356" y="0"/>
                  </a:lnTo>
                </a:path>
              </a:pathLst>
            </a:custGeom>
            <a:ln w="19050">
              <a:solidFill>
                <a:srgbClr val="FFFFFF"/>
              </a:solidFill>
              <a:prstDash val="solid"/>
              <a:round/>
            </a:ln>
          </p:spPr>
        </p:sp>
        <p:sp>
          <p:nvSpPr>
            <p:cNvPr id="33" name="node08.branches.source-003.road"/>
            <p:cNvSpPr/>
            <p:nvPr/>
          </p:nvSpPr>
          <p:spPr>
            <a:xfrm>
              <a:off x="6790944" y="3086100"/>
              <a:ext cx="4499356" cy="1612392"/>
            </a:xfrm>
            <a:custGeom>
              <a:avLst/>
              <a:gdLst/>
              <a:ahLst/>
              <a:cxnLst/>
              <a:rect l="l" t="t" r="r" b="b"/>
              <a:pathLst>
                <a:path w="4499356" h="1612392">
                  <a:moveTo>
                    <a:pt x="0" y="0"/>
                  </a:moveTo>
                  <a:cubicBezTo>
                    <a:pt x="544422" y="0"/>
                    <a:pt x="445436" y="1612392"/>
                    <a:pt x="989858" y="1612392"/>
                  </a:cubicBezTo>
                  <a:lnTo>
                    <a:pt x="4499356" y="1612392"/>
                  </a:lnTo>
                </a:path>
              </a:pathLst>
            </a:custGeom>
            <a:ln w="228600">
              <a:solidFill>
                <a:srgbClr val="070154"/>
              </a:solidFill>
              <a:prstDash val="solid"/>
              <a:round/>
            </a:ln>
          </p:spPr>
        </p:sp>
        <p:sp>
          <p:nvSpPr>
            <p:cNvPr id="34" name="node08.branches.source-003.road.cap-1"/>
            <p:cNvSpPr/>
            <p:nvPr/>
          </p:nvSpPr>
          <p:spPr>
            <a:xfrm>
              <a:off x="6676644" y="2971800"/>
              <a:ext cx="228600" cy="228600"/>
            </a:xfrm>
            <a:prstGeom prst="ellipse">
              <a:avLst/>
            </a:prstGeom>
            <a:solidFill>
              <a:srgbClr val="070154"/>
            </a:solidFill>
            <a:ln>
              <a:noFill/>
            </a:ln>
          </p:spPr>
        </p:sp>
        <p:sp>
          <p:nvSpPr>
            <p:cNvPr id="35" name="node08.branches.source-003.road.cap-2"/>
            <p:cNvSpPr/>
            <p:nvPr/>
          </p:nvSpPr>
          <p:spPr>
            <a:xfrm>
              <a:off x="11176000" y="4584192"/>
              <a:ext cx="228600" cy="228600"/>
            </a:xfrm>
            <a:prstGeom prst="ellipse">
              <a:avLst/>
            </a:prstGeom>
            <a:solidFill>
              <a:srgbClr val="070154"/>
            </a:solidFill>
            <a:ln>
              <a:noFill/>
            </a:ln>
          </p:spPr>
        </p:sp>
        <p:sp>
          <p:nvSpPr>
            <p:cNvPr id="36" name="node08.branches.source-003.centerline"/>
            <p:cNvSpPr/>
            <p:nvPr/>
          </p:nvSpPr>
          <p:spPr>
            <a:xfrm>
              <a:off x="6790944" y="3086100"/>
              <a:ext cx="4499356" cy="1612392"/>
            </a:xfrm>
            <a:custGeom>
              <a:avLst/>
              <a:gdLst/>
              <a:ahLst/>
              <a:cxnLst/>
              <a:rect l="l" t="t" r="r" b="b"/>
              <a:pathLst>
                <a:path w="4499356" h="1612392">
                  <a:moveTo>
                    <a:pt x="0" y="0"/>
                  </a:moveTo>
                  <a:cubicBezTo>
                    <a:pt x="31060" y="0"/>
                    <a:pt x="60025" y="5248"/>
                    <a:pt x="87135" y="15145"/>
                  </a:cubicBezTo>
                  <a:moveTo>
                    <a:pt x="164070" y="58920"/>
                  </a:moveTo>
                  <a:cubicBezTo>
                    <a:pt x="186258" y="76506"/>
                    <a:pt x="207018" y="97666"/>
                    <a:pt x="226552" y="121903"/>
                  </a:cubicBezTo>
                  <a:moveTo>
                    <a:pt x="276848" y="195117"/>
                  </a:moveTo>
                  <a:cubicBezTo>
                    <a:pt x="291381" y="219583"/>
                    <a:pt x="305189" y="245867"/>
                    <a:pt x="318387" y="273680"/>
                  </a:cubicBezTo>
                  <a:moveTo>
                    <a:pt x="353793" y="355209"/>
                  </a:moveTo>
                  <a:cubicBezTo>
                    <a:pt x="364523" y="382050"/>
                    <a:pt x="374860" y="409876"/>
                    <a:pt x="384884" y="438487"/>
                  </a:cubicBezTo>
                  <a:moveTo>
                    <a:pt x="412941" y="522841"/>
                  </a:moveTo>
                  <a:cubicBezTo>
                    <a:pt x="421780" y="550717"/>
                    <a:pt x="430414" y="579111"/>
                    <a:pt x="438904" y="607864"/>
                  </a:cubicBezTo>
                  <a:moveTo>
                    <a:pt x="463514" y="693289"/>
                  </a:moveTo>
                  <a:cubicBezTo>
                    <a:pt x="471530" y="721691"/>
                    <a:pt x="479470" y="750284"/>
                    <a:pt x="487392" y="778923"/>
                  </a:cubicBezTo>
                  <a:moveTo>
                    <a:pt x="511096" y="864604"/>
                  </a:moveTo>
                  <a:cubicBezTo>
                    <a:pt x="519062" y="893278"/>
                    <a:pt x="527069" y="921852"/>
                    <a:pt x="535173" y="950182"/>
                  </a:cubicBezTo>
                  <a:moveTo>
                    <a:pt x="560198" y="1035486"/>
                  </a:moveTo>
                  <a:cubicBezTo>
                    <a:pt x="568883" y="1064237"/>
                    <a:pt x="577738" y="1092563"/>
                    <a:pt x="586828" y="1120302"/>
                  </a:cubicBezTo>
                  <a:moveTo>
                    <a:pt x="615864" y="1204322"/>
                  </a:moveTo>
                  <a:cubicBezTo>
                    <a:pt x="626311" y="1232861"/>
                    <a:pt x="637113" y="1260510"/>
                    <a:pt x="648353" y="1287063"/>
                  </a:cubicBezTo>
                  <a:moveTo>
                    <a:pt x="685740" y="1367697"/>
                  </a:moveTo>
                  <a:cubicBezTo>
                    <a:pt x="699797" y="1395196"/>
                    <a:pt x="714545" y="1420964"/>
                    <a:pt x="730108" y="1444686"/>
                  </a:cubicBezTo>
                  <a:moveTo>
                    <a:pt x="784418" y="1514938"/>
                  </a:moveTo>
                  <a:cubicBezTo>
                    <a:pt x="805520" y="1537678"/>
                    <a:pt x="828009" y="1556945"/>
                    <a:pt x="852101" y="1572192"/>
                  </a:cubicBezTo>
                  <a:moveTo>
                    <a:pt x="933707" y="1606319"/>
                  </a:moveTo>
                  <a:cubicBezTo>
                    <a:pt x="951636" y="1610318"/>
                    <a:pt x="970333" y="1612392"/>
                    <a:pt x="989858" y="1612392"/>
                  </a:cubicBezTo>
                  <a:lnTo>
                    <a:pt x="1022167" y="1612392"/>
                  </a:lnTo>
                  <a:moveTo>
                    <a:pt x="1111067" y="1612392"/>
                  </a:moveTo>
                  <a:lnTo>
                    <a:pt x="1199967" y="1612392"/>
                  </a:lnTo>
                  <a:moveTo>
                    <a:pt x="1288867" y="1612392"/>
                  </a:moveTo>
                  <a:lnTo>
                    <a:pt x="1377767" y="1612392"/>
                  </a:lnTo>
                  <a:moveTo>
                    <a:pt x="1466667" y="1612392"/>
                  </a:moveTo>
                  <a:lnTo>
                    <a:pt x="1555567" y="1612392"/>
                  </a:lnTo>
                  <a:moveTo>
                    <a:pt x="1644467" y="1612392"/>
                  </a:moveTo>
                  <a:lnTo>
                    <a:pt x="1733367" y="1612392"/>
                  </a:lnTo>
                  <a:moveTo>
                    <a:pt x="1822267" y="1612392"/>
                  </a:moveTo>
                  <a:lnTo>
                    <a:pt x="1911167" y="1612392"/>
                  </a:lnTo>
                  <a:moveTo>
                    <a:pt x="2000067" y="1612392"/>
                  </a:moveTo>
                  <a:lnTo>
                    <a:pt x="2088967" y="1612392"/>
                  </a:lnTo>
                  <a:moveTo>
                    <a:pt x="2177867" y="1612392"/>
                  </a:moveTo>
                  <a:lnTo>
                    <a:pt x="2266767" y="1612392"/>
                  </a:lnTo>
                  <a:moveTo>
                    <a:pt x="2355667" y="1612392"/>
                  </a:moveTo>
                  <a:lnTo>
                    <a:pt x="2444567" y="1612392"/>
                  </a:lnTo>
                  <a:moveTo>
                    <a:pt x="2533467" y="1612392"/>
                  </a:moveTo>
                  <a:lnTo>
                    <a:pt x="2622367" y="1612392"/>
                  </a:lnTo>
                  <a:moveTo>
                    <a:pt x="2711267" y="1612392"/>
                  </a:moveTo>
                  <a:lnTo>
                    <a:pt x="2800167" y="1612392"/>
                  </a:lnTo>
                  <a:moveTo>
                    <a:pt x="2889067" y="1612392"/>
                  </a:moveTo>
                  <a:lnTo>
                    <a:pt x="2977967" y="1612392"/>
                  </a:lnTo>
                  <a:moveTo>
                    <a:pt x="3066867" y="1612392"/>
                  </a:moveTo>
                  <a:lnTo>
                    <a:pt x="3155767" y="1612392"/>
                  </a:lnTo>
                  <a:moveTo>
                    <a:pt x="3244667" y="1612392"/>
                  </a:moveTo>
                  <a:lnTo>
                    <a:pt x="3333567" y="1612392"/>
                  </a:lnTo>
                  <a:moveTo>
                    <a:pt x="3422467" y="1612392"/>
                  </a:moveTo>
                  <a:lnTo>
                    <a:pt x="3511367" y="1612392"/>
                  </a:lnTo>
                  <a:moveTo>
                    <a:pt x="3600267" y="1612392"/>
                  </a:moveTo>
                  <a:lnTo>
                    <a:pt x="3689167" y="1612392"/>
                  </a:lnTo>
                  <a:moveTo>
                    <a:pt x="3778067" y="1612392"/>
                  </a:moveTo>
                  <a:lnTo>
                    <a:pt x="3866967" y="1612392"/>
                  </a:lnTo>
                  <a:moveTo>
                    <a:pt x="3955867" y="1612392"/>
                  </a:moveTo>
                  <a:lnTo>
                    <a:pt x="4044767" y="1612392"/>
                  </a:lnTo>
                  <a:moveTo>
                    <a:pt x="4133667" y="1612392"/>
                  </a:moveTo>
                  <a:lnTo>
                    <a:pt x="4222567" y="1612392"/>
                  </a:lnTo>
                  <a:moveTo>
                    <a:pt x="4311467" y="1612392"/>
                  </a:moveTo>
                  <a:lnTo>
                    <a:pt x="4400367" y="1612392"/>
                  </a:lnTo>
                  <a:moveTo>
                    <a:pt x="4489267" y="1612392"/>
                  </a:moveTo>
                  <a:lnTo>
                    <a:pt x="4499356" y="1612392"/>
                  </a:lnTo>
                </a:path>
              </a:pathLst>
            </a:custGeom>
            <a:ln w="19050">
              <a:solidFill>
                <a:srgbClr val="FFFFFF"/>
              </a:solidFill>
              <a:prstDash val="solid"/>
              <a:round/>
            </a:ln>
          </p:spPr>
        </p:sp>
        <p:sp>
          <p:nvSpPr>
            <p:cNvPr id="37" name="node08.trunk.source-001.pin"/>
            <p:cNvSpPr/>
            <p:nvPr/>
          </p:nvSpPr>
          <p:spPr>
            <a:xfrm>
              <a:off x="5107686" y="2943225"/>
              <a:ext cx="285750" cy="285750"/>
            </a:xfrm>
            <a:prstGeom prst="ellipse">
              <a:avLst/>
            </a:prstGeom>
            <a:solidFill>
              <a:srgbClr val="FFFFFF"/>
            </a:solidFill>
            <a:ln w="19050">
              <a:solidFill>
                <a:srgbClr val="070154"/>
              </a:solidFill>
              <a:prstDash val="solid"/>
            </a:ln>
          </p:spPr>
        </p:sp>
        <p:sp>
          <p:nvSpPr>
            <p:cNvPr id="38" name="node08.trunk.source-001.number"/>
            <p:cNvSpPr/>
            <p:nvPr/>
          </p:nvSpPr>
          <p:spPr>
            <a:xfrm>
              <a:off x="5098161" y="2933700"/>
              <a:ext cx="304800" cy="304800"/>
            </a:xfrm>
            <a:prstGeom prst="rect">
              <a:avLst/>
            </a:prstGeom>
            <a:noFill/>
            <a:ln/>
          </p:spPr>
          <p:txBody>
            <a:bodyPr wrap="square" lIns="0" tIns="0" rIns="0" bIns="0" rtlCol="0" anchor="ctr"/>
            <a:lstStyle/>
            <a:p>
              <a:pPr algn="ctr" indent="0" marL="0">
                <a:lnSpc>
                  <a:spcPts val="1000"/>
                </a:lnSpc>
                <a:buNone/>
              </a:pPr>
              <a:r>
                <a:rPr lang="en-US" sz="1000" spc="0" kern="0" b="0" i="0" dirty="0">
                  <a:solidFill>
                    <a:srgbClr val="070154"/>
                  </a:solidFill>
                  <a:latin typeface="IBM Plex Mono SemiBold"/>
                  <a:ea typeface="IBM Plex Mono SemiBold"/>
                  <a:cs typeface="IBM Plex Mono SemiBold"/>
                </a:rPr>
                <a:t>1</a:t>
              </a:r>
              <a:endParaRPr lang="en-US" sz="1000" spc="0" kern="0" b="0" i="0" dirty="0">
                <a:solidFill>
                  <a:srgbClr val="070154"/>
                </a:solidFill>
                <a:latin typeface="IBM Plex Mono SemiBold"/>
                <a:ea typeface="IBM Plex Mono SemiBold"/>
                <a:cs typeface="IBM Plex Mono SemiBold"/>
              </a:endParaRPr>
            </a:p>
          </p:txBody>
        </p:sp>
        <p:sp>
          <p:nvSpPr>
            <p:cNvPr id="39" name="node08.trunk.source-001.label.part-1"/>
            <p:cNvSpPr/>
            <p:nvPr/>
          </p:nvSpPr>
          <p:spPr>
            <a:xfrm>
              <a:off x="4838700" y="2090420"/>
              <a:ext cx="823722" cy="17145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047FF"/>
                  </a:solidFill>
                  <a:latin typeface="IBM Plex Mono SemiBold"/>
                  <a:ea typeface="IBM Plex Mono SemiBold"/>
                  <a:cs typeface="IBM Plex Mono SemiBold"/>
                </a:rPr>
                <a:t>Q4 2026</a:t>
              </a:r>
              <a:endParaRPr lang="en-US" sz="900" spc="54" kern="0" b="0" i="0" dirty="0">
                <a:solidFill>
                  <a:srgbClr val="0047FF"/>
                </a:solidFill>
                <a:latin typeface="IBM Plex Mono SemiBold"/>
                <a:ea typeface="IBM Plex Mono SemiBold"/>
                <a:cs typeface="IBM Plex Mono SemiBold"/>
              </a:endParaRPr>
            </a:p>
          </p:txBody>
        </p:sp>
        <p:sp>
          <p:nvSpPr>
            <p:cNvPr id="40" name="node08.trunk.source-001.label.part-2"/>
            <p:cNvSpPr/>
            <p:nvPr/>
          </p:nvSpPr>
          <p:spPr>
            <a:xfrm>
              <a:off x="4838700" y="2268220"/>
              <a:ext cx="823722" cy="228600"/>
            </a:xfrm>
            <a:prstGeom prst="rect">
              <a:avLst/>
            </a:prstGeom>
            <a:noFill/>
            <a:ln/>
          </p:spPr>
          <p:txBody>
            <a:bodyPr wrap="square" lIns="0" tIns="0" rIns="0" bIns="0" rtlCol="0" anchor="t"/>
            <a:lstStyle/>
            <a:p>
              <a:pPr algn="ctr" indent="0" marL="0">
                <a:lnSpc>
                  <a:spcPts val="1440"/>
                </a:lnSpc>
                <a:buNone/>
              </a:pPr>
              <a:r>
                <a:rPr lang="en-US" sz="1200" spc="0" kern="0" b="0" i="0" dirty="0">
                  <a:solidFill>
                    <a:srgbClr val="070154"/>
                  </a:solidFill>
                  <a:latin typeface="IBM Plex Sans SemiBold"/>
                  <a:ea typeface="IBM Plex Sans SemiBold"/>
                  <a:cs typeface="IBM Plex Sans SemiBold"/>
                </a:rPr>
                <a:t>Data</a:t>
              </a:r>
              <a:endParaRPr lang="en-US" sz="1200" spc="0" kern="0" b="0" i="0" dirty="0">
                <a:solidFill>
                  <a:srgbClr val="070154"/>
                </a:solidFill>
                <a:latin typeface="IBM Plex Sans SemiBold"/>
                <a:ea typeface="IBM Plex Sans SemiBold"/>
                <a:cs typeface="IBM Plex Sans SemiBold"/>
              </a:endParaRPr>
            </a:p>
          </p:txBody>
        </p:sp>
        <p:sp>
          <p:nvSpPr>
            <p:cNvPr id="41" name="node08.trunk.source-001.label.part-3"/>
            <p:cNvSpPr/>
            <p:nvPr/>
          </p:nvSpPr>
          <p:spPr>
            <a:xfrm>
              <a:off x="4838700" y="2476500"/>
              <a:ext cx="823722" cy="419100"/>
            </a:xfrm>
            <a:prstGeom prst="rect">
              <a:avLst/>
            </a:prstGeom>
            <a:noFill/>
            <a:ln/>
          </p:spPr>
          <p:txBody>
            <a:bodyPr wrap="square" lIns="0" tIns="0" rIns="0" bIns="0" rtlCol="0" anchor="t"/>
            <a:lstStyle/>
            <a:p>
              <a:pPr algn="ctr" indent="0" marL="0">
                <a:lnSpc>
                  <a:spcPts val="1500"/>
                </a:lnSpc>
                <a:buNone/>
              </a:pPr>
              <a:r>
                <a:rPr lang="en-US" sz="1200" spc="0" kern="0" b="0" i="0" dirty="0">
                  <a:solidFill>
                    <a:srgbClr val="070154"/>
                  </a:solidFill>
                  <a:latin typeface="IBM Plex Sans"/>
                  <a:ea typeface="IBM Plex Sans"/>
                  <a:cs typeface="IBM Plex Sans"/>
                </a:rPr>
                <a:t>Patient index.</a:t>
              </a:r>
              <a:endParaRPr lang="en-US" sz="1200" spc="0" kern="0" b="0" i="0" dirty="0">
                <a:solidFill>
                  <a:srgbClr val="070154"/>
                </a:solidFill>
                <a:latin typeface="IBM Plex Sans"/>
                <a:ea typeface="IBM Plex Sans"/>
                <a:cs typeface="IBM Plex Sans"/>
              </a:endParaRPr>
            </a:p>
          </p:txBody>
        </p:sp>
        <p:sp>
          <p:nvSpPr>
            <p:cNvPr id="42" name="node08.trunk.source-002.pin"/>
            <p:cNvSpPr/>
            <p:nvPr/>
          </p:nvSpPr>
          <p:spPr>
            <a:xfrm>
              <a:off x="6033008" y="2943225"/>
              <a:ext cx="285750" cy="285750"/>
            </a:xfrm>
            <a:prstGeom prst="ellipse">
              <a:avLst/>
            </a:prstGeom>
            <a:solidFill>
              <a:srgbClr val="FFFFFF"/>
            </a:solidFill>
            <a:ln w="19050">
              <a:solidFill>
                <a:srgbClr val="070154"/>
              </a:solidFill>
              <a:prstDash val="solid"/>
            </a:ln>
          </p:spPr>
        </p:sp>
        <p:sp>
          <p:nvSpPr>
            <p:cNvPr id="43" name="node08.trunk.source-002.number"/>
            <p:cNvSpPr/>
            <p:nvPr/>
          </p:nvSpPr>
          <p:spPr>
            <a:xfrm>
              <a:off x="6023483" y="2933700"/>
              <a:ext cx="304800" cy="304800"/>
            </a:xfrm>
            <a:prstGeom prst="rect">
              <a:avLst/>
            </a:prstGeom>
            <a:noFill/>
            <a:ln/>
          </p:spPr>
          <p:txBody>
            <a:bodyPr wrap="square" lIns="0" tIns="0" rIns="0" bIns="0" rtlCol="0" anchor="ctr"/>
            <a:lstStyle/>
            <a:p>
              <a:pPr algn="ctr" indent="0" marL="0">
                <a:lnSpc>
                  <a:spcPts val="1000"/>
                </a:lnSpc>
                <a:buNone/>
              </a:pPr>
              <a:r>
                <a:rPr lang="en-US" sz="1000" spc="0" kern="0" b="0" i="0" dirty="0">
                  <a:solidFill>
                    <a:srgbClr val="070154"/>
                  </a:solidFill>
                  <a:latin typeface="IBM Plex Mono SemiBold"/>
                  <a:ea typeface="IBM Plex Mono SemiBold"/>
                  <a:cs typeface="IBM Plex Mono SemiBold"/>
                </a:rPr>
                <a:t>2</a:t>
              </a:r>
              <a:endParaRPr lang="en-US" sz="1000" spc="0" kern="0" b="0" i="0" dirty="0">
                <a:solidFill>
                  <a:srgbClr val="070154"/>
                </a:solidFill>
                <a:latin typeface="IBM Plex Mono SemiBold"/>
                <a:ea typeface="IBM Plex Mono SemiBold"/>
                <a:cs typeface="IBM Plex Mono SemiBold"/>
              </a:endParaRPr>
            </a:p>
          </p:txBody>
        </p:sp>
        <p:sp>
          <p:nvSpPr>
            <p:cNvPr id="44" name="node08.trunk.source-002.label.part-1"/>
            <p:cNvSpPr/>
            <p:nvPr/>
          </p:nvSpPr>
          <p:spPr>
            <a:xfrm>
              <a:off x="5764022" y="3314700"/>
              <a:ext cx="823722" cy="17145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047FF"/>
                  </a:solidFill>
                  <a:latin typeface="IBM Plex Mono SemiBold"/>
                  <a:ea typeface="IBM Plex Mono SemiBold"/>
                  <a:cs typeface="IBM Plex Mono SemiBold"/>
                </a:rPr>
                <a:t>Q1 2027</a:t>
              </a:r>
              <a:endParaRPr lang="en-US" sz="900" spc="54" kern="0" b="0" i="0" dirty="0">
                <a:solidFill>
                  <a:srgbClr val="0047FF"/>
                </a:solidFill>
                <a:latin typeface="IBM Plex Mono SemiBold"/>
                <a:ea typeface="IBM Plex Mono SemiBold"/>
                <a:cs typeface="IBM Plex Mono SemiBold"/>
              </a:endParaRPr>
            </a:p>
          </p:txBody>
        </p:sp>
        <p:sp>
          <p:nvSpPr>
            <p:cNvPr id="45" name="node08.trunk.source-002.label.part-2"/>
            <p:cNvSpPr/>
            <p:nvPr/>
          </p:nvSpPr>
          <p:spPr>
            <a:xfrm>
              <a:off x="5764022" y="3492500"/>
              <a:ext cx="823722" cy="228600"/>
            </a:xfrm>
            <a:prstGeom prst="rect">
              <a:avLst/>
            </a:prstGeom>
            <a:noFill/>
            <a:ln/>
          </p:spPr>
          <p:txBody>
            <a:bodyPr wrap="square" lIns="0" tIns="0" rIns="0" bIns="0" rtlCol="0" anchor="t"/>
            <a:lstStyle/>
            <a:p>
              <a:pPr algn="ctr" indent="0" marL="0">
                <a:lnSpc>
                  <a:spcPts val="1440"/>
                </a:lnSpc>
                <a:buNone/>
              </a:pPr>
              <a:r>
                <a:rPr lang="en-US" sz="1200" spc="0" kern="0" b="0" i="0" dirty="0">
                  <a:solidFill>
                    <a:srgbClr val="070154"/>
                  </a:solidFill>
                  <a:latin typeface="IBM Plex Sans SemiBold"/>
                  <a:ea typeface="IBM Plex Sans SemiBold"/>
                  <a:cs typeface="IBM Plex Sans SemiBold"/>
                </a:rPr>
                <a:t>Sign-in</a:t>
              </a:r>
              <a:endParaRPr lang="en-US" sz="1200" spc="0" kern="0" b="0" i="0" dirty="0">
                <a:solidFill>
                  <a:srgbClr val="070154"/>
                </a:solidFill>
                <a:latin typeface="IBM Plex Sans SemiBold"/>
                <a:ea typeface="IBM Plex Sans SemiBold"/>
                <a:cs typeface="IBM Plex Sans SemiBold"/>
              </a:endParaRPr>
            </a:p>
          </p:txBody>
        </p:sp>
        <p:sp>
          <p:nvSpPr>
            <p:cNvPr id="46" name="node08.trunk.source-002.label.part-3"/>
            <p:cNvSpPr/>
            <p:nvPr/>
          </p:nvSpPr>
          <p:spPr>
            <a:xfrm>
              <a:off x="5764022" y="3700780"/>
              <a:ext cx="823722" cy="228600"/>
            </a:xfrm>
            <a:prstGeom prst="rect">
              <a:avLst/>
            </a:prstGeom>
            <a:noFill/>
            <a:ln/>
          </p:spPr>
          <p:txBody>
            <a:bodyPr wrap="square" lIns="0" tIns="0" rIns="0" bIns="0" rtlCol="0" anchor="t"/>
            <a:lstStyle/>
            <a:p>
              <a:pPr algn="ctr" indent="0" marL="0">
                <a:lnSpc>
                  <a:spcPts val="1500"/>
                </a:lnSpc>
                <a:buNone/>
              </a:pPr>
              <a:r>
                <a:rPr lang="en-US" sz="1200" spc="0" kern="0" b="0" i="0" dirty="0">
                  <a:solidFill>
                    <a:srgbClr val="070154"/>
                  </a:solidFill>
                  <a:latin typeface="IBM Plex Sans"/>
                  <a:ea typeface="IBM Plex Sans"/>
                  <a:cs typeface="IBM Plex Sans"/>
                </a:rPr>
                <a:t>One ID.</a:t>
              </a:r>
              <a:endParaRPr lang="en-US" sz="1200" spc="0" kern="0" b="0" i="0" dirty="0">
                <a:solidFill>
                  <a:srgbClr val="070154"/>
                </a:solidFill>
                <a:latin typeface="IBM Plex Sans"/>
                <a:ea typeface="IBM Plex Sans"/>
                <a:cs typeface="IBM Plex Sans"/>
              </a:endParaRPr>
            </a:p>
          </p:txBody>
        </p:sp>
        <p:sp>
          <p:nvSpPr>
            <p:cNvPr id="47" name="node08.fork.split"/>
            <p:cNvSpPr/>
            <p:nvPr/>
          </p:nvSpPr>
          <p:spPr>
            <a:xfrm>
              <a:off x="6651244" y="2946400"/>
              <a:ext cx="279400" cy="279400"/>
            </a:xfrm>
            <a:prstGeom prst="rect">
              <a:avLst/>
            </a:prstGeom>
            <a:solidFill>
              <a:srgbClr val="070154"/>
            </a:solidFill>
            <a:ln w="38100">
              <a:solidFill>
                <a:srgbClr val="070154"/>
              </a:solidFill>
              <a:prstDash val="solid"/>
            </a:ln>
          </p:spPr>
        </p:sp>
        <p:sp>
          <p:nvSpPr>
            <p:cNvPr id="48" name="node08.fork.split.inset"/>
            <p:cNvSpPr/>
            <p:nvPr/>
          </p:nvSpPr>
          <p:spPr>
            <a:xfrm>
              <a:off x="6670294" y="2965450"/>
              <a:ext cx="241300" cy="241300"/>
            </a:xfrm>
            <a:prstGeom prst="rect">
              <a:avLst/>
            </a:prstGeom>
            <a:solidFill>
              <a:srgbClr val="070154"/>
            </a:solidFill>
            <a:ln w="38100">
              <a:solidFill>
                <a:srgbClr val="FFFFFF"/>
              </a:solidFill>
              <a:prstDash val="solid"/>
            </a:ln>
          </p:spPr>
        </p:sp>
        <p:sp>
          <p:nvSpPr>
            <p:cNvPr id="49" name="node08.fork.label.part-1"/>
            <p:cNvSpPr/>
            <p:nvPr/>
          </p:nvSpPr>
          <p:spPr>
            <a:xfrm>
              <a:off x="6257544" y="457200"/>
              <a:ext cx="1066800" cy="17145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047FF"/>
                  </a:solidFill>
                  <a:latin typeface="IBM Plex Mono SemiBold"/>
                  <a:ea typeface="IBM Plex Mono SemiBold"/>
                  <a:cs typeface="IBM Plex Mono SemiBold"/>
                </a:rPr>
                <a:t>PARALLEL</a:t>
              </a:r>
              <a:endParaRPr lang="en-US" sz="900" spc="54" kern="0" b="0" i="0" dirty="0">
                <a:solidFill>
                  <a:srgbClr val="0047FF"/>
                </a:solidFill>
                <a:latin typeface="IBM Plex Mono SemiBold"/>
                <a:ea typeface="IBM Plex Mono SemiBold"/>
                <a:cs typeface="IBM Plex Mono SemiBold"/>
              </a:endParaRPr>
            </a:p>
          </p:txBody>
        </p:sp>
        <p:sp>
          <p:nvSpPr>
            <p:cNvPr id="50" name="node08.fork.label.part-2"/>
            <p:cNvSpPr/>
            <p:nvPr/>
          </p:nvSpPr>
          <p:spPr>
            <a:xfrm>
              <a:off x="6257544" y="635000"/>
              <a:ext cx="1066800" cy="480060"/>
            </a:xfrm>
            <a:prstGeom prst="rect">
              <a:avLst/>
            </a:prstGeom>
            <a:noFill/>
            <a:ln/>
          </p:spPr>
          <p:txBody>
            <a:bodyPr wrap="square" lIns="0" tIns="0" rIns="0" bIns="0" rtlCol="0" anchor="t"/>
            <a:lstStyle/>
            <a:p>
              <a:pPr algn="ctr" indent="0" marL="0">
                <a:lnSpc>
                  <a:spcPts val="1680"/>
                </a:lnSpc>
                <a:buNone/>
              </a:pPr>
              <a:r>
                <a:rPr lang="en-US" sz="1400" spc="0" kern="0" b="0" i="0" dirty="0">
                  <a:solidFill>
                    <a:srgbClr val="070154"/>
                  </a:solidFill>
                  <a:latin typeface="IBM Plex Sans SemiBold"/>
                  <a:ea typeface="IBM Plex Sans SemiBold"/>
                  <a:cs typeface="IBM Plex Sans SemiBold"/>
                </a:rPr>
                <a:t>Foundation done</a:t>
              </a:r>
              <a:endParaRPr lang="en-US" sz="1400" spc="0" kern="0" b="0" i="0" dirty="0">
                <a:solidFill>
                  <a:srgbClr val="070154"/>
                </a:solidFill>
                <a:latin typeface="IBM Plex Sans SemiBold"/>
                <a:ea typeface="IBM Plex Sans SemiBold"/>
                <a:cs typeface="IBM Plex Sans SemiBold"/>
              </a:endParaRPr>
            </a:p>
          </p:txBody>
        </p:sp>
        <p:sp>
          <p:nvSpPr>
            <p:cNvPr id="51" name="node08.fork.label.part-3"/>
            <p:cNvSpPr/>
            <p:nvPr/>
          </p:nvSpPr>
          <p:spPr>
            <a:xfrm>
              <a:off x="6257544" y="1087120"/>
              <a:ext cx="1066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50658E"/>
                  </a:solidFill>
                  <a:latin typeface="IBM Plex Sans"/>
                  <a:ea typeface="IBM Plex Sans"/>
                  <a:cs typeface="IBM Plex Sans"/>
                </a:rPr>
                <a:t>Tracks start.</a:t>
              </a:r>
              <a:endParaRPr lang="en-US" sz="1200" spc="0" kern="0" b="0" i="0" dirty="0">
                <a:solidFill>
                  <a:srgbClr val="50658E"/>
                </a:solidFill>
                <a:latin typeface="IBM Plex Sans"/>
                <a:ea typeface="IBM Plex Sans"/>
                <a:cs typeface="IBM Plex Sans"/>
              </a:endParaRPr>
            </a:p>
          </p:txBody>
        </p:sp>
        <p:sp>
          <p:nvSpPr>
            <p:cNvPr id="52" name="node08.branches.source-001.title.part-1"/>
            <p:cNvSpPr/>
            <p:nvPr/>
          </p:nvSpPr>
          <p:spPr>
            <a:xfrm>
              <a:off x="8420949" y="727202"/>
              <a:ext cx="2869351" cy="342900"/>
            </a:xfrm>
            <a:prstGeom prst="rect">
              <a:avLst/>
            </a:prstGeom>
            <a:noFill/>
            <a:ln/>
          </p:spPr>
          <p:txBody>
            <a:bodyPr wrap="square" lIns="0" tIns="0" rIns="0" bIns="0" rtlCol="0" anchor="t"/>
            <a:lstStyle/>
            <a:p>
              <a:pPr algn="l" indent="0" marL="0">
                <a:lnSpc>
                  <a:spcPts val="2070"/>
                </a:lnSpc>
                <a:buNone/>
              </a:pPr>
              <a:r>
                <a:rPr lang="en-US" sz="1800" spc="-18" kern="0" b="0" i="0" dirty="0">
                  <a:solidFill>
                    <a:srgbClr val="070154"/>
                  </a:solidFill>
                  <a:latin typeface="IBM Plex Sans SemiBold"/>
                  <a:ea typeface="IBM Plex Sans SemiBold"/>
                  <a:cs typeface="IBM Plex Sans SemiBold"/>
                </a:rPr>
                <a:t>Patient access</a:t>
              </a:r>
              <a:endParaRPr lang="en-US" sz="1800" spc="-18" kern="0" b="0" i="0" dirty="0">
                <a:solidFill>
                  <a:srgbClr val="070154"/>
                </a:solidFill>
                <a:latin typeface="IBM Plex Sans SemiBold"/>
                <a:ea typeface="IBM Plex Sans SemiBold"/>
                <a:cs typeface="IBM Plex Sans SemiBold"/>
              </a:endParaRPr>
            </a:p>
          </p:txBody>
        </p:sp>
        <p:sp>
          <p:nvSpPr>
            <p:cNvPr id="53" name="node08.branches.source-001.tag"/>
            <p:cNvSpPr/>
            <p:nvPr/>
          </p:nvSpPr>
          <p:spPr>
            <a:xfrm>
              <a:off x="7780802" y="810069"/>
              <a:ext cx="551247" cy="17145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SemiBold"/>
                  <a:ea typeface="IBM Plex Mono SemiBold"/>
                  <a:cs typeface="IBM Plex Mono SemiBold"/>
                </a:rPr>
                <a:t>TRACK A</a:t>
              </a:r>
              <a:endParaRPr lang="en-US" sz="900" spc="54" kern="0" b="0" i="0" dirty="0">
                <a:solidFill>
                  <a:srgbClr val="0047FF"/>
                </a:solidFill>
                <a:latin typeface="IBM Plex Mono SemiBold"/>
                <a:ea typeface="IBM Plex Mono SemiBold"/>
                <a:cs typeface="IBM Plex Mono SemiBold"/>
              </a:endParaRPr>
            </a:p>
          </p:txBody>
        </p:sp>
        <p:sp>
          <p:nvSpPr>
            <p:cNvPr id="54" name="node08.branches.source-001.milestones.source-001.pin"/>
            <p:cNvSpPr/>
            <p:nvPr/>
          </p:nvSpPr>
          <p:spPr>
            <a:xfrm>
              <a:off x="8629602" y="1050417"/>
              <a:ext cx="285750" cy="285750"/>
            </a:xfrm>
            <a:prstGeom prst="ellipse">
              <a:avLst/>
            </a:prstGeom>
            <a:solidFill>
              <a:srgbClr val="FFFFFF"/>
            </a:solidFill>
            <a:ln w="19050">
              <a:solidFill>
                <a:srgbClr val="070154"/>
              </a:solidFill>
              <a:prstDash val="solid"/>
            </a:ln>
          </p:spPr>
        </p:sp>
        <p:sp>
          <p:nvSpPr>
            <p:cNvPr id="55" name="node08.branches.source-001.milestones.source-001.number"/>
            <p:cNvSpPr/>
            <p:nvPr/>
          </p:nvSpPr>
          <p:spPr>
            <a:xfrm>
              <a:off x="8620077" y="1040892"/>
              <a:ext cx="304800" cy="304800"/>
            </a:xfrm>
            <a:prstGeom prst="rect">
              <a:avLst/>
            </a:prstGeom>
            <a:noFill/>
            <a:ln/>
          </p:spPr>
          <p:txBody>
            <a:bodyPr wrap="square" lIns="0" tIns="0" rIns="0" bIns="0" rtlCol="0" anchor="ctr"/>
            <a:lstStyle/>
            <a:p>
              <a:pPr algn="ctr" indent="0" marL="0">
                <a:lnSpc>
                  <a:spcPts val="1000"/>
                </a:lnSpc>
                <a:buNone/>
              </a:pPr>
              <a:r>
                <a:rPr lang="en-US" sz="1000" spc="0" kern="0" b="0" i="0" dirty="0">
                  <a:solidFill>
                    <a:srgbClr val="070154"/>
                  </a:solidFill>
                  <a:latin typeface="IBM Plex Mono SemiBold"/>
                  <a:ea typeface="IBM Plex Mono SemiBold"/>
                  <a:cs typeface="IBM Plex Mono SemiBold"/>
                </a:rPr>
                <a:t>A1</a:t>
              </a:r>
              <a:endParaRPr lang="en-US" sz="1000" spc="0" kern="0" b="0" i="0" dirty="0">
                <a:solidFill>
                  <a:srgbClr val="070154"/>
                </a:solidFill>
                <a:latin typeface="IBM Plex Mono SemiBold"/>
                <a:ea typeface="IBM Plex Mono SemiBold"/>
                <a:cs typeface="IBM Plex Mono SemiBold"/>
              </a:endParaRPr>
            </a:p>
          </p:txBody>
        </p:sp>
        <p:sp>
          <p:nvSpPr>
            <p:cNvPr id="56" name="node08.branches.source-001.milestones.source-001.label.part-1"/>
            <p:cNvSpPr/>
            <p:nvPr/>
          </p:nvSpPr>
          <p:spPr>
            <a:xfrm>
              <a:off x="7984002" y="1421892"/>
              <a:ext cx="1576949" cy="17145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047FF"/>
                  </a:solidFill>
                  <a:latin typeface="IBM Plex Mono SemiBold"/>
                  <a:ea typeface="IBM Plex Mono SemiBold"/>
                  <a:cs typeface="IBM Plex Mono SemiBold"/>
                </a:rPr>
                <a:t>Q2 2027</a:t>
              </a:r>
              <a:endParaRPr lang="en-US" sz="900" spc="54" kern="0" b="0" i="0" dirty="0">
                <a:solidFill>
                  <a:srgbClr val="0047FF"/>
                </a:solidFill>
                <a:latin typeface="IBM Plex Mono SemiBold"/>
                <a:ea typeface="IBM Plex Mono SemiBold"/>
                <a:cs typeface="IBM Plex Mono SemiBold"/>
              </a:endParaRPr>
            </a:p>
          </p:txBody>
        </p:sp>
        <p:sp>
          <p:nvSpPr>
            <p:cNvPr id="57" name="node08.branches.source-001.milestones.source-001.label.part-2"/>
            <p:cNvSpPr/>
            <p:nvPr/>
          </p:nvSpPr>
          <p:spPr>
            <a:xfrm>
              <a:off x="7984002" y="1599692"/>
              <a:ext cx="1576949" cy="228600"/>
            </a:xfrm>
            <a:prstGeom prst="rect">
              <a:avLst/>
            </a:prstGeom>
            <a:noFill/>
            <a:ln/>
          </p:spPr>
          <p:txBody>
            <a:bodyPr wrap="square" lIns="0" tIns="0" rIns="0" bIns="0" rtlCol="0" anchor="t"/>
            <a:lstStyle/>
            <a:p>
              <a:pPr algn="ctr" indent="0" marL="0">
                <a:lnSpc>
                  <a:spcPts val="1440"/>
                </a:lnSpc>
                <a:buNone/>
              </a:pPr>
              <a:r>
                <a:rPr lang="en-US" sz="1200" spc="0" kern="0" b="0" i="0" dirty="0">
                  <a:solidFill>
                    <a:srgbClr val="070154"/>
                  </a:solidFill>
                  <a:latin typeface="IBM Plex Sans SemiBold"/>
                  <a:ea typeface="IBM Plex Sans SemiBold"/>
                  <a:cs typeface="IBM Plex Sans SemiBold"/>
                </a:rPr>
                <a:t>Self-scheduling</a:t>
              </a:r>
              <a:endParaRPr lang="en-US" sz="1200" spc="0" kern="0" b="0" i="0" dirty="0">
                <a:solidFill>
                  <a:srgbClr val="070154"/>
                </a:solidFill>
                <a:latin typeface="IBM Plex Sans SemiBold"/>
                <a:ea typeface="IBM Plex Sans SemiBold"/>
                <a:cs typeface="IBM Plex Sans SemiBold"/>
              </a:endParaRPr>
            </a:p>
          </p:txBody>
        </p:sp>
        <p:sp>
          <p:nvSpPr>
            <p:cNvPr id="58" name="node08.branches.source-001.milestones.source-001.label.part-3"/>
            <p:cNvSpPr/>
            <p:nvPr/>
          </p:nvSpPr>
          <p:spPr>
            <a:xfrm>
              <a:off x="7984002" y="1807972"/>
              <a:ext cx="1576949" cy="228600"/>
            </a:xfrm>
            <a:prstGeom prst="rect">
              <a:avLst/>
            </a:prstGeom>
            <a:noFill/>
            <a:ln/>
          </p:spPr>
          <p:txBody>
            <a:bodyPr wrap="square" lIns="0" tIns="0" rIns="0" bIns="0" rtlCol="0" anchor="t"/>
            <a:lstStyle/>
            <a:p>
              <a:pPr algn="ctr" indent="0" marL="0">
                <a:lnSpc>
                  <a:spcPts val="1500"/>
                </a:lnSpc>
                <a:buNone/>
              </a:pPr>
              <a:r>
                <a:rPr lang="en-US" sz="1200" spc="0" kern="0" b="0" i="0" dirty="0">
                  <a:solidFill>
                    <a:srgbClr val="070154"/>
                  </a:solidFill>
                  <a:latin typeface="IBM Plex Sans"/>
                  <a:ea typeface="IBM Plex Sans"/>
                  <a:cs typeface="IBM Plex Sans"/>
                </a:rPr>
                <a:t>Primary care first.</a:t>
              </a:r>
              <a:endParaRPr lang="en-US" sz="1200" spc="0" kern="0" b="0" i="0" dirty="0">
                <a:solidFill>
                  <a:srgbClr val="070154"/>
                </a:solidFill>
                <a:latin typeface="IBM Plex Sans"/>
                <a:ea typeface="IBM Plex Sans"/>
                <a:cs typeface="IBM Plex Sans"/>
              </a:endParaRPr>
            </a:p>
          </p:txBody>
        </p:sp>
        <p:sp>
          <p:nvSpPr>
            <p:cNvPr id="59" name="node08.branches.source-001.milestones.source-002.pin"/>
            <p:cNvSpPr/>
            <p:nvPr/>
          </p:nvSpPr>
          <p:spPr>
            <a:xfrm>
              <a:off x="10308151" y="1050417"/>
              <a:ext cx="285750" cy="285750"/>
            </a:xfrm>
            <a:prstGeom prst="ellipse">
              <a:avLst/>
            </a:prstGeom>
            <a:solidFill>
              <a:srgbClr val="FFFFFF"/>
            </a:solidFill>
            <a:ln w="19050">
              <a:solidFill>
                <a:srgbClr val="070154"/>
              </a:solidFill>
              <a:prstDash val="solid"/>
            </a:ln>
          </p:spPr>
        </p:sp>
        <p:sp>
          <p:nvSpPr>
            <p:cNvPr id="60" name="node08.branches.source-001.milestones.source-002.number"/>
            <p:cNvSpPr/>
            <p:nvPr/>
          </p:nvSpPr>
          <p:spPr>
            <a:xfrm>
              <a:off x="10298626" y="1040892"/>
              <a:ext cx="304800" cy="304800"/>
            </a:xfrm>
            <a:prstGeom prst="rect">
              <a:avLst/>
            </a:prstGeom>
            <a:noFill/>
            <a:ln/>
          </p:spPr>
          <p:txBody>
            <a:bodyPr wrap="square" lIns="0" tIns="0" rIns="0" bIns="0" rtlCol="0" anchor="ctr"/>
            <a:lstStyle/>
            <a:p>
              <a:pPr algn="ctr" indent="0" marL="0">
                <a:lnSpc>
                  <a:spcPts val="1000"/>
                </a:lnSpc>
                <a:buNone/>
              </a:pPr>
              <a:r>
                <a:rPr lang="en-US" sz="1000" spc="0" kern="0" b="0" i="0" dirty="0">
                  <a:solidFill>
                    <a:srgbClr val="070154"/>
                  </a:solidFill>
                  <a:latin typeface="IBM Plex Mono SemiBold"/>
                  <a:ea typeface="IBM Plex Mono SemiBold"/>
                  <a:cs typeface="IBM Plex Mono SemiBold"/>
                </a:rPr>
                <a:t>A2</a:t>
              </a:r>
              <a:endParaRPr lang="en-US" sz="1000" spc="0" kern="0" b="0" i="0" dirty="0">
                <a:solidFill>
                  <a:srgbClr val="070154"/>
                </a:solidFill>
                <a:latin typeface="IBM Plex Mono SemiBold"/>
                <a:ea typeface="IBM Plex Mono SemiBold"/>
                <a:cs typeface="IBM Plex Mono SemiBold"/>
              </a:endParaRPr>
            </a:p>
          </p:txBody>
        </p:sp>
        <p:sp>
          <p:nvSpPr>
            <p:cNvPr id="61" name="node08.branches.source-001.milestones.source-002.label.part-1"/>
            <p:cNvSpPr/>
            <p:nvPr/>
          </p:nvSpPr>
          <p:spPr>
            <a:xfrm>
              <a:off x="9662551" y="1421892"/>
              <a:ext cx="1576949" cy="17145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047FF"/>
                  </a:solidFill>
                  <a:latin typeface="IBM Plex Mono SemiBold"/>
                  <a:ea typeface="IBM Plex Mono SemiBold"/>
                  <a:cs typeface="IBM Plex Mono SemiBold"/>
                </a:rPr>
                <a:t>Q3 2027</a:t>
              </a:r>
              <a:endParaRPr lang="en-US" sz="900" spc="54" kern="0" b="0" i="0" dirty="0">
                <a:solidFill>
                  <a:srgbClr val="0047FF"/>
                </a:solidFill>
                <a:latin typeface="IBM Plex Mono SemiBold"/>
                <a:ea typeface="IBM Plex Mono SemiBold"/>
                <a:cs typeface="IBM Plex Mono SemiBold"/>
              </a:endParaRPr>
            </a:p>
          </p:txBody>
        </p:sp>
        <p:sp>
          <p:nvSpPr>
            <p:cNvPr id="62" name="node08.branches.source-001.milestones.source-002.label.part-2"/>
            <p:cNvSpPr/>
            <p:nvPr/>
          </p:nvSpPr>
          <p:spPr>
            <a:xfrm>
              <a:off x="9662551" y="1599692"/>
              <a:ext cx="1576949" cy="228600"/>
            </a:xfrm>
            <a:prstGeom prst="rect">
              <a:avLst/>
            </a:prstGeom>
            <a:noFill/>
            <a:ln/>
          </p:spPr>
          <p:txBody>
            <a:bodyPr wrap="square" lIns="0" tIns="0" rIns="0" bIns="0" rtlCol="0" anchor="t"/>
            <a:lstStyle/>
            <a:p>
              <a:pPr algn="ctr" indent="0" marL="0">
                <a:lnSpc>
                  <a:spcPts val="1440"/>
                </a:lnSpc>
                <a:buNone/>
              </a:pPr>
              <a:r>
                <a:rPr lang="en-US" sz="1200" spc="0" kern="0" b="0" i="0" dirty="0">
                  <a:solidFill>
                    <a:srgbClr val="070154"/>
                  </a:solidFill>
                  <a:latin typeface="IBM Plex Sans SemiBold"/>
                  <a:ea typeface="IBM Plex Sans SemiBold"/>
                  <a:cs typeface="IBM Plex Sans SemiBold"/>
                </a:rPr>
                <a:t>Digital intake</a:t>
              </a:r>
              <a:endParaRPr lang="en-US" sz="1200" spc="0" kern="0" b="0" i="0" dirty="0">
                <a:solidFill>
                  <a:srgbClr val="070154"/>
                </a:solidFill>
                <a:latin typeface="IBM Plex Sans SemiBold"/>
                <a:ea typeface="IBM Plex Sans SemiBold"/>
                <a:cs typeface="IBM Plex Sans SemiBold"/>
              </a:endParaRPr>
            </a:p>
          </p:txBody>
        </p:sp>
        <p:sp>
          <p:nvSpPr>
            <p:cNvPr id="63" name="node08.branches.source-001.milestones.source-002.label.part-3"/>
            <p:cNvSpPr/>
            <p:nvPr/>
          </p:nvSpPr>
          <p:spPr>
            <a:xfrm>
              <a:off x="9662551" y="1807972"/>
              <a:ext cx="1576949" cy="228600"/>
            </a:xfrm>
            <a:prstGeom prst="rect">
              <a:avLst/>
            </a:prstGeom>
            <a:noFill/>
            <a:ln/>
          </p:spPr>
          <p:txBody>
            <a:bodyPr wrap="square" lIns="0" tIns="0" rIns="0" bIns="0" rtlCol="0" anchor="t"/>
            <a:lstStyle/>
            <a:p>
              <a:pPr algn="ctr" indent="0" marL="0">
                <a:lnSpc>
                  <a:spcPts val="1500"/>
                </a:lnSpc>
                <a:buNone/>
              </a:pPr>
              <a:r>
                <a:rPr lang="en-US" sz="1200" spc="0" kern="0" b="0" i="0" dirty="0">
                  <a:solidFill>
                    <a:srgbClr val="070154"/>
                  </a:solidFill>
                  <a:latin typeface="IBM Plex Sans"/>
                  <a:ea typeface="IBM Plex Sans"/>
                  <a:cs typeface="IBM Plex Sans"/>
                </a:rPr>
                <a:t>Forms before arrival.</a:t>
              </a:r>
              <a:endParaRPr lang="en-US" sz="1200" spc="0" kern="0" b="0" i="0" dirty="0">
                <a:solidFill>
                  <a:srgbClr val="070154"/>
                </a:solidFill>
                <a:latin typeface="IBM Plex Sans"/>
                <a:ea typeface="IBM Plex Sans"/>
                <a:cs typeface="IBM Plex Sans"/>
              </a:endParaRPr>
            </a:p>
          </p:txBody>
        </p:sp>
        <p:sp>
          <p:nvSpPr>
            <p:cNvPr id="64" name="node08.branches.source-002.title.part-1"/>
            <p:cNvSpPr/>
            <p:nvPr/>
          </p:nvSpPr>
          <p:spPr>
            <a:xfrm>
              <a:off x="8420949" y="2479802"/>
              <a:ext cx="2869351" cy="342900"/>
            </a:xfrm>
            <a:prstGeom prst="rect">
              <a:avLst/>
            </a:prstGeom>
            <a:noFill/>
            <a:ln/>
          </p:spPr>
          <p:txBody>
            <a:bodyPr wrap="square" lIns="0" tIns="0" rIns="0" bIns="0" rtlCol="0" anchor="t"/>
            <a:lstStyle/>
            <a:p>
              <a:pPr algn="l" indent="0" marL="0">
                <a:lnSpc>
                  <a:spcPts val="2070"/>
                </a:lnSpc>
                <a:buNone/>
              </a:pPr>
              <a:r>
                <a:rPr lang="en-US" sz="1800" spc="-18" kern="0" b="0" i="0" dirty="0">
                  <a:solidFill>
                    <a:srgbClr val="070154"/>
                  </a:solidFill>
                  <a:latin typeface="IBM Plex Sans SemiBold"/>
                  <a:ea typeface="IBM Plex Sans SemiBold"/>
                  <a:cs typeface="IBM Plex Sans SemiBold"/>
                </a:rPr>
                <a:t>Revenue cycle</a:t>
              </a:r>
              <a:endParaRPr lang="en-US" sz="1800" spc="-18" kern="0" b="0" i="0" dirty="0">
                <a:solidFill>
                  <a:srgbClr val="070154"/>
                </a:solidFill>
                <a:latin typeface="IBM Plex Sans SemiBold"/>
                <a:ea typeface="IBM Plex Sans SemiBold"/>
                <a:cs typeface="IBM Plex Sans SemiBold"/>
              </a:endParaRPr>
            </a:p>
          </p:txBody>
        </p:sp>
        <p:sp>
          <p:nvSpPr>
            <p:cNvPr id="65" name="node08.branches.source-002.tag"/>
            <p:cNvSpPr/>
            <p:nvPr/>
          </p:nvSpPr>
          <p:spPr>
            <a:xfrm>
              <a:off x="7780802" y="2562670"/>
              <a:ext cx="551247" cy="17145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SemiBold"/>
                  <a:ea typeface="IBM Plex Mono SemiBold"/>
                  <a:cs typeface="IBM Plex Mono SemiBold"/>
                </a:rPr>
                <a:t>TRACK B</a:t>
              </a:r>
              <a:endParaRPr lang="en-US" sz="900" spc="54" kern="0" b="0" i="0" dirty="0">
                <a:solidFill>
                  <a:srgbClr val="0047FF"/>
                </a:solidFill>
                <a:latin typeface="IBM Plex Mono SemiBold"/>
                <a:ea typeface="IBM Plex Mono SemiBold"/>
                <a:cs typeface="IBM Plex Mono SemiBold"/>
              </a:endParaRPr>
            </a:p>
          </p:txBody>
        </p:sp>
        <p:sp>
          <p:nvSpPr>
            <p:cNvPr id="66" name="node08.branches.source-002.milestones.source-001.pin"/>
            <p:cNvSpPr/>
            <p:nvPr/>
          </p:nvSpPr>
          <p:spPr>
            <a:xfrm>
              <a:off x="8629602" y="2803017"/>
              <a:ext cx="285750" cy="285750"/>
            </a:xfrm>
            <a:prstGeom prst="ellipse">
              <a:avLst/>
            </a:prstGeom>
            <a:solidFill>
              <a:srgbClr val="FFFFFF"/>
            </a:solidFill>
            <a:ln w="19050">
              <a:solidFill>
                <a:srgbClr val="070154"/>
              </a:solidFill>
              <a:prstDash val="solid"/>
            </a:ln>
          </p:spPr>
        </p:sp>
        <p:sp>
          <p:nvSpPr>
            <p:cNvPr id="67" name="node08.branches.source-002.milestones.source-001.number"/>
            <p:cNvSpPr/>
            <p:nvPr/>
          </p:nvSpPr>
          <p:spPr>
            <a:xfrm>
              <a:off x="8620077" y="2793492"/>
              <a:ext cx="304800" cy="304800"/>
            </a:xfrm>
            <a:prstGeom prst="rect">
              <a:avLst/>
            </a:prstGeom>
            <a:noFill/>
            <a:ln/>
          </p:spPr>
          <p:txBody>
            <a:bodyPr wrap="square" lIns="0" tIns="0" rIns="0" bIns="0" rtlCol="0" anchor="ctr"/>
            <a:lstStyle/>
            <a:p>
              <a:pPr algn="ctr" indent="0" marL="0">
                <a:lnSpc>
                  <a:spcPts val="1000"/>
                </a:lnSpc>
                <a:buNone/>
              </a:pPr>
              <a:r>
                <a:rPr lang="en-US" sz="1000" spc="0" kern="0" b="0" i="0" dirty="0">
                  <a:solidFill>
                    <a:srgbClr val="070154"/>
                  </a:solidFill>
                  <a:latin typeface="IBM Plex Mono SemiBold"/>
                  <a:ea typeface="IBM Plex Mono SemiBold"/>
                  <a:cs typeface="IBM Plex Mono SemiBold"/>
                </a:rPr>
                <a:t>B1</a:t>
              </a:r>
              <a:endParaRPr lang="en-US" sz="1000" spc="0" kern="0" b="0" i="0" dirty="0">
                <a:solidFill>
                  <a:srgbClr val="070154"/>
                </a:solidFill>
                <a:latin typeface="IBM Plex Mono SemiBold"/>
                <a:ea typeface="IBM Plex Mono SemiBold"/>
                <a:cs typeface="IBM Plex Mono SemiBold"/>
              </a:endParaRPr>
            </a:p>
          </p:txBody>
        </p:sp>
        <p:sp>
          <p:nvSpPr>
            <p:cNvPr id="68" name="node08.branches.source-002.milestones.source-001.label.part-1"/>
            <p:cNvSpPr/>
            <p:nvPr/>
          </p:nvSpPr>
          <p:spPr>
            <a:xfrm>
              <a:off x="7984002" y="3174492"/>
              <a:ext cx="1576949" cy="17145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047FF"/>
                  </a:solidFill>
                  <a:latin typeface="IBM Plex Mono SemiBold"/>
                  <a:ea typeface="IBM Plex Mono SemiBold"/>
                  <a:cs typeface="IBM Plex Mono SemiBold"/>
                </a:rPr>
                <a:t>Q2 2027</a:t>
              </a:r>
              <a:endParaRPr lang="en-US" sz="900" spc="54" kern="0" b="0" i="0" dirty="0">
                <a:solidFill>
                  <a:srgbClr val="0047FF"/>
                </a:solidFill>
                <a:latin typeface="IBM Plex Mono SemiBold"/>
                <a:ea typeface="IBM Plex Mono SemiBold"/>
                <a:cs typeface="IBM Plex Mono SemiBold"/>
              </a:endParaRPr>
            </a:p>
          </p:txBody>
        </p:sp>
        <p:sp>
          <p:nvSpPr>
            <p:cNvPr id="69" name="node08.branches.source-002.milestones.source-001.label.part-2"/>
            <p:cNvSpPr/>
            <p:nvPr/>
          </p:nvSpPr>
          <p:spPr>
            <a:xfrm>
              <a:off x="7984002" y="3352292"/>
              <a:ext cx="1576949" cy="228600"/>
            </a:xfrm>
            <a:prstGeom prst="rect">
              <a:avLst/>
            </a:prstGeom>
            <a:noFill/>
            <a:ln/>
          </p:spPr>
          <p:txBody>
            <a:bodyPr wrap="square" lIns="0" tIns="0" rIns="0" bIns="0" rtlCol="0" anchor="t"/>
            <a:lstStyle/>
            <a:p>
              <a:pPr algn="ctr" indent="0" marL="0">
                <a:lnSpc>
                  <a:spcPts val="1440"/>
                </a:lnSpc>
                <a:buNone/>
              </a:pPr>
              <a:r>
                <a:rPr lang="en-US" sz="1200" spc="0" kern="0" b="0" i="0" dirty="0">
                  <a:solidFill>
                    <a:srgbClr val="070154"/>
                  </a:solidFill>
                  <a:latin typeface="IBM Plex Sans SemiBold"/>
                  <a:ea typeface="IBM Plex Sans SemiBold"/>
                  <a:cs typeface="IBM Plex Sans SemiBold"/>
                </a:rPr>
                <a:t>Price estimates</a:t>
              </a:r>
              <a:endParaRPr lang="en-US" sz="1200" spc="0" kern="0" b="0" i="0" dirty="0">
                <a:solidFill>
                  <a:srgbClr val="070154"/>
                </a:solidFill>
                <a:latin typeface="IBM Plex Sans SemiBold"/>
                <a:ea typeface="IBM Plex Sans SemiBold"/>
                <a:cs typeface="IBM Plex Sans SemiBold"/>
              </a:endParaRPr>
            </a:p>
          </p:txBody>
        </p:sp>
        <p:sp>
          <p:nvSpPr>
            <p:cNvPr id="70" name="node08.branches.source-002.milestones.source-001.label.part-3"/>
            <p:cNvSpPr/>
            <p:nvPr/>
          </p:nvSpPr>
          <p:spPr>
            <a:xfrm>
              <a:off x="7984002" y="3560572"/>
              <a:ext cx="1576949" cy="228600"/>
            </a:xfrm>
            <a:prstGeom prst="rect">
              <a:avLst/>
            </a:prstGeom>
            <a:noFill/>
            <a:ln/>
          </p:spPr>
          <p:txBody>
            <a:bodyPr wrap="square" lIns="0" tIns="0" rIns="0" bIns="0" rtlCol="0" anchor="t"/>
            <a:lstStyle/>
            <a:p>
              <a:pPr algn="ctr" indent="0" marL="0">
                <a:lnSpc>
                  <a:spcPts val="1500"/>
                </a:lnSpc>
                <a:buNone/>
              </a:pPr>
              <a:r>
                <a:rPr lang="en-US" sz="1200" spc="0" kern="0" b="0" i="0" dirty="0">
                  <a:solidFill>
                    <a:srgbClr val="070154"/>
                  </a:solidFill>
                  <a:latin typeface="IBM Plex Sans"/>
                  <a:ea typeface="IBM Plex Sans"/>
                  <a:cs typeface="IBM Plex Sans"/>
                </a:rPr>
                <a:t>Shown before booking.</a:t>
              </a:r>
              <a:endParaRPr lang="en-US" sz="1200" spc="0" kern="0" b="0" i="0" dirty="0">
                <a:solidFill>
                  <a:srgbClr val="070154"/>
                </a:solidFill>
                <a:latin typeface="IBM Plex Sans"/>
                <a:ea typeface="IBM Plex Sans"/>
                <a:cs typeface="IBM Plex Sans"/>
              </a:endParaRPr>
            </a:p>
          </p:txBody>
        </p:sp>
        <p:sp>
          <p:nvSpPr>
            <p:cNvPr id="71" name="node08.branches.source-002.milestones.source-002.pin"/>
            <p:cNvSpPr/>
            <p:nvPr/>
          </p:nvSpPr>
          <p:spPr>
            <a:xfrm>
              <a:off x="10308151" y="2803017"/>
              <a:ext cx="285750" cy="285750"/>
            </a:xfrm>
            <a:prstGeom prst="ellipse">
              <a:avLst/>
            </a:prstGeom>
            <a:solidFill>
              <a:srgbClr val="FFFFFF"/>
            </a:solidFill>
            <a:ln w="19050">
              <a:solidFill>
                <a:srgbClr val="070154"/>
              </a:solidFill>
              <a:prstDash val="solid"/>
            </a:ln>
          </p:spPr>
        </p:sp>
        <p:sp>
          <p:nvSpPr>
            <p:cNvPr id="72" name="node08.branches.source-002.milestones.source-002.number"/>
            <p:cNvSpPr/>
            <p:nvPr/>
          </p:nvSpPr>
          <p:spPr>
            <a:xfrm>
              <a:off x="10298626" y="2793492"/>
              <a:ext cx="304800" cy="304800"/>
            </a:xfrm>
            <a:prstGeom prst="rect">
              <a:avLst/>
            </a:prstGeom>
            <a:noFill/>
            <a:ln/>
          </p:spPr>
          <p:txBody>
            <a:bodyPr wrap="square" lIns="0" tIns="0" rIns="0" bIns="0" rtlCol="0" anchor="ctr"/>
            <a:lstStyle/>
            <a:p>
              <a:pPr algn="ctr" indent="0" marL="0">
                <a:lnSpc>
                  <a:spcPts val="1000"/>
                </a:lnSpc>
                <a:buNone/>
              </a:pPr>
              <a:r>
                <a:rPr lang="en-US" sz="1000" spc="0" kern="0" b="0" i="0" dirty="0">
                  <a:solidFill>
                    <a:srgbClr val="070154"/>
                  </a:solidFill>
                  <a:latin typeface="IBM Plex Mono SemiBold"/>
                  <a:ea typeface="IBM Plex Mono SemiBold"/>
                  <a:cs typeface="IBM Plex Mono SemiBold"/>
                </a:rPr>
                <a:t>B2</a:t>
              </a:r>
              <a:endParaRPr lang="en-US" sz="1000" spc="0" kern="0" b="0" i="0" dirty="0">
                <a:solidFill>
                  <a:srgbClr val="070154"/>
                </a:solidFill>
                <a:latin typeface="IBM Plex Mono SemiBold"/>
                <a:ea typeface="IBM Plex Mono SemiBold"/>
                <a:cs typeface="IBM Plex Mono SemiBold"/>
              </a:endParaRPr>
            </a:p>
          </p:txBody>
        </p:sp>
        <p:sp>
          <p:nvSpPr>
            <p:cNvPr id="73" name="node08.branches.source-002.milestones.source-002.label.part-1"/>
            <p:cNvSpPr/>
            <p:nvPr/>
          </p:nvSpPr>
          <p:spPr>
            <a:xfrm>
              <a:off x="9662551" y="3174492"/>
              <a:ext cx="1576949" cy="17145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047FF"/>
                  </a:solidFill>
                  <a:latin typeface="IBM Plex Mono SemiBold"/>
                  <a:ea typeface="IBM Plex Mono SemiBold"/>
                  <a:cs typeface="IBM Plex Mono SemiBold"/>
                </a:rPr>
                <a:t>Q4 2027</a:t>
              </a:r>
              <a:endParaRPr lang="en-US" sz="900" spc="54" kern="0" b="0" i="0" dirty="0">
                <a:solidFill>
                  <a:srgbClr val="0047FF"/>
                </a:solidFill>
                <a:latin typeface="IBM Plex Mono SemiBold"/>
                <a:ea typeface="IBM Plex Mono SemiBold"/>
                <a:cs typeface="IBM Plex Mono SemiBold"/>
              </a:endParaRPr>
            </a:p>
          </p:txBody>
        </p:sp>
        <p:sp>
          <p:nvSpPr>
            <p:cNvPr id="74" name="node08.branches.source-002.milestones.source-002.label.part-2"/>
            <p:cNvSpPr/>
            <p:nvPr/>
          </p:nvSpPr>
          <p:spPr>
            <a:xfrm>
              <a:off x="9662551" y="3352292"/>
              <a:ext cx="1576949" cy="228600"/>
            </a:xfrm>
            <a:prstGeom prst="rect">
              <a:avLst/>
            </a:prstGeom>
            <a:noFill/>
            <a:ln/>
          </p:spPr>
          <p:txBody>
            <a:bodyPr wrap="square" lIns="0" tIns="0" rIns="0" bIns="0" rtlCol="0" anchor="t"/>
            <a:lstStyle/>
            <a:p>
              <a:pPr algn="ctr" indent="0" marL="0">
                <a:lnSpc>
                  <a:spcPts val="1440"/>
                </a:lnSpc>
                <a:buNone/>
              </a:pPr>
              <a:r>
                <a:rPr lang="en-US" sz="1200" spc="0" kern="0" b="0" i="0" dirty="0">
                  <a:solidFill>
                    <a:srgbClr val="070154"/>
                  </a:solidFill>
                  <a:latin typeface="IBM Plex Sans SemiBold"/>
                  <a:ea typeface="IBM Plex Sans SemiBold"/>
                  <a:cs typeface="IBM Plex Sans SemiBold"/>
                </a:rPr>
                <a:t>Online payment</a:t>
              </a:r>
              <a:endParaRPr lang="en-US" sz="1200" spc="0" kern="0" b="0" i="0" dirty="0">
                <a:solidFill>
                  <a:srgbClr val="070154"/>
                </a:solidFill>
                <a:latin typeface="IBM Plex Sans SemiBold"/>
                <a:ea typeface="IBM Plex Sans SemiBold"/>
                <a:cs typeface="IBM Plex Sans SemiBold"/>
              </a:endParaRPr>
            </a:p>
          </p:txBody>
        </p:sp>
        <p:sp>
          <p:nvSpPr>
            <p:cNvPr id="75" name="node08.branches.source-002.milestones.source-002.label.part-3"/>
            <p:cNvSpPr/>
            <p:nvPr/>
          </p:nvSpPr>
          <p:spPr>
            <a:xfrm>
              <a:off x="9662551" y="3560572"/>
              <a:ext cx="1576949" cy="228600"/>
            </a:xfrm>
            <a:prstGeom prst="rect">
              <a:avLst/>
            </a:prstGeom>
            <a:noFill/>
            <a:ln/>
          </p:spPr>
          <p:txBody>
            <a:bodyPr wrap="square" lIns="0" tIns="0" rIns="0" bIns="0" rtlCol="0" anchor="t"/>
            <a:lstStyle/>
            <a:p>
              <a:pPr algn="ctr" indent="0" marL="0">
                <a:lnSpc>
                  <a:spcPts val="1500"/>
                </a:lnSpc>
                <a:buNone/>
              </a:pPr>
              <a:r>
                <a:rPr lang="en-US" sz="1200" spc="0" kern="0" b="0" i="0" dirty="0">
                  <a:solidFill>
                    <a:srgbClr val="070154"/>
                  </a:solidFill>
                  <a:latin typeface="IBM Plex Sans"/>
                  <a:ea typeface="IBM Plex Sans"/>
                  <a:cs typeface="IBM Plex Sans"/>
                </a:rPr>
                <a:t>Pay at the visit.</a:t>
              </a:r>
              <a:endParaRPr lang="en-US" sz="1200" spc="0" kern="0" b="0" i="0" dirty="0">
                <a:solidFill>
                  <a:srgbClr val="070154"/>
                </a:solidFill>
                <a:latin typeface="IBM Plex Sans"/>
                <a:ea typeface="IBM Plex Sans"/>
                <a:cs typeface="IBM Plex Sans"/>
              </a:endParaRPr>
            </a:p>
          </p:txBody>
        </p:sp>
        <p:sp>
          <p:nvSpPr>
            <p:cNvPr id="76" name="node08.branches.source-003.title.part-1"/>
            <p:cNvSpPr/>
            <p:nvPr/>
          </p:nvSpPr>
          <p:spPr>
            <a:xfrm>
              <a:off x="8420949" y="4232402"/>
              <a:ext cx="2869351" cy="342900"/>
            </a:xfrm>
            <a:prstGeom prst="rect">
              <a:avLst/>
            </a:prstGeom>
            <a:noFill/>
            <a:ln/>
          </p:spPr>
          <p:txBody>
            <a:bodyPr wrap="square" lIns="0" tIns="0" rIns="0" bIns="0" rtlCol="0" anchor="t"/>
            <a:lstStyle/>
            <a:p>
              <a:pPr algn="l" indent="0" marL="0">
                <a:lnSpc>
                  <a:spcPts val="2070"/>
                </a:lnSpc>
                <a:buNone/>
              </a:pPr>
              <a:r>
                <a:rPr lang="en-US" sz="1800" spc="-18" kern="0" b="0" i="0" dirty="0">
                  <a:solidFill>
                    <a:srgbClr val="070154"/>
                  </a:solidFill>
                  <a:latin typeface="IBM Plex Sans SemiBold"/>
                  <a:ea typeface="IBM Plex Sans SemiBold"/>
                  <a:cs typeface="IBM Plex Sans SemiBold"/>
                </a:rPr>
                <a:t>Clinical operations</a:t>
              </a:r>
              <a:endParaRPr lang="en-US" sz="1800" spc="-18" kern="0" b="0" i="0" dirty="0">
                <a:solidFill>
                  <a:srgbClr val="070154"/>
                </a:solidFill>
                <a:latin typeface="IBM Plex Sans SemiBold"/>
                <a:ea typeface="IBM Plex Sans SemiBold"/>
                <a:cs typeface="IBM Plex Sans SemiBold"/>
              </a:endParaRPr>
            </a:p>
          </p:txBody>
        </p:sp>
        <p:sp>
          <p:nvSpPr>
            <p:cNvPr id="77" name="node08.branches.source-003.tag"/>
            <p:cNvSpPr/>
            <p:nvPr/>
          </p:nvSpPr>
          <p:spPr>
            <a:xfrm>
              <a:off x="7780802" y="4315270"/>
              <a:ext cx="551247" cy="17145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SemiBold"/>
                  <a:ea typeface="IBM Plex Mono SemiBold"/>
                  <a:cs typeface="IBM Plex Mono SemiBold"/>
                </a:rPr>
                <a:t>TRACK C</a:t>
              </a:r>
              <a:endParaRPr lang="en-US" sz="900" spc="54" kern="0" b="0" i="0" dirty="0">
                <a:solidFill>
                  <a:srgbClr val="0047FF"/>
                </a:solidFill>
                <a:latin typeface="IBM Plex Mono SemiBold"/>
                <a:ea typeface="IBM Plex Mono SemiBold"/>
                <a:cs typeface="IBM Plex Mono SemiBold"/>
              </a:endParaRPr>
            </a:p>
          </p:txBody>
        </p:sp>
        <p:sp>
          <p:nvSpPr>
            <p:cNvPr id="78" name="node08.branches.source-003.milestones.source-001.pin"/>
            <p:cNvSpPr/>
            <p:nvPr/>
          </p:nvSpPr>
          <p:spPr>
            <a:xfrm>
              <a:off x="8629602" y="4555617"/>
              <a:ext cx="285750" cy="285750"/>
            </a:xfrm>
            <a:prstGeom prst="ellipse">
              <a:avLst/>
            </a:prstGeom>
            <a:solidFill>
              <a:srgbClr val="FFFFFF"/>
            </a:solidFill>
            <a:ln w="19050">
              <a:solidFill>
                <a:srgbClr val="070154"/>
              </a:solidFill>
              <a:prstDash val="solid"/>
            </a:ln>
          </p:spPr>
        </p:sp>
        <p:sp>
          <p:nvSpPr>
            <p:cNvPr id="79" name="node08.branches.source-003.milestones.source-001.number"/>
            <p:cNvSpPr/>
            <p:nvPr/>
          </p:nvSpPr>
          <p:spPr>
            <a:xfrm>
              <a:off x="8620077" y="4546092"/>
              <a:ext cx="304800" cy="304800"/>
            </a:xfrm>
            <a:prstGeom prst="rect">
              <a:avLst/>
            </a:prstGeom>
            <a:noFill/>
            <a:ln/>
          </p:spPr>
          <p:txBody>
            <a:bodyPr wrap="square" lIns="0" tIns="0" rIns="0" bIns="0" rtlCol="0" anchor="ctr"/>
            <a:lstStyle/>
            <a:p>
              <a:pPr algn="ctr" indent="0" marL="0">
                <a:lnSpc>
                  <a:spcPts val="1000"/>
                </a:lnSpc>
                <a:buNone/>
              </a:pPr>
              <a:r>
                <a:rPr lang="en-US" sz="1000" spc="0" kern="0" b="0" i="0" dirty="0">
                  <a:solidFill>
                    <a:srgbClr val="070154"/>
                  </a:solidFill>
                  <a:latin typeface="IBM Plex Mono SemiBold"/>
                  <a:ea typeface="IBM Plex Mono SemiBold"/>
                  <a:cs typeface="IBM Plex Mono SemiBold"/>
                </a:rPr>
                <a:t>C1</a:t>
              </a:r>
              <a:endParaRPr lang="en-US" sz="1000" spc="0" kern="0" b="0" i="0" dirty="0">
                <a:solidFill>
                  <a:srgbClr val="070154"/>
                </a:solidFill>
                <a:latin typeface="IBM Plex Mono SemiBold"/>
                <a:ea typeface="IBM Plex Mono SemiBold"/>
                <a:cs typeface="IBM Plex Mono SemiBold"/>
              </a:endParaRPr>
            </a:p>
          </p:txBody>
        </p:sp>
        <p:sp>
          <p:nvSpPr>
            <p:cNvPr id="80" name="node08.branches.source-003.milestones.source-001.label.part-1"/>
            <p:cNvSpPr/>
            <p:nvPr/>
          </p:nvSpPr>
          <p:spPr>
            <a:xfrm>
              <a:off x="7984002" y="4927092"/>
              <a:ext cx="1576949" cy="17145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047FF"/>
                  </a:solidFill>
                  <a:latin typeface="IBM Plex Mono SemiBold"/>
                  <a:ea typeface="IBM Plex Mono SemiBold"/>
                  <a:cs typeface="IBM Plex Mono SemiBold"/>
                </a:rPr>
                <a:t>Q3 2027</a:t>
              </a:r>
              <a:endParaRPr lang="en-US" sz="900" spc="54" kern="0" b="0" i="0" dirty="0">
                <a:solidFill>
                  <a:srgbClr val="0047FF"/>
                </a:solidFill>
                <a:latin typeface="IBM Plex Mono SemiBold"/>
                <a:ea typeface="IBM Plex Mono SemiBold"/>
                <a:cs typeface="IBM Plex Mono SemiBold"/>
              </a:endParaRPr>
            </a:p>
          </p:txBody>
        </p:sp>
        <p:sp>
          <p:nvSpPr>
            <p:cNvPr id="81" name="node08.branches.source-003.milestones.source-001.label.part-2"/>
            <p:cNvSpPr/>
            <p:nvPr/>
          </p:nvSpPr>
          <p:spPr>
            <a:xfrm>
              <a:off x="7984002" y="5104892"/>
              <a:ext cx="1576949" cy="228600"/>
            </a:xfrm>
            <a:prstGeom prst="rect">
              <a:avLst/>
            </a:prstGeom>
            <a:noFill/>
            <a:ln/>
          </p:spPr>
          <p:txBody>
            <a:bodyPr wrap="square" lIns="0" tIns="0" rIns="0" bIns="0" rtlCol="0" anchor="t"/>
            <a:lstStyle/>
            <a:p>
              <a:pPr algn="ctr" indent="0" marL="0">
                <a:lnSpc>
                  <a:spcPts val="1440"/>
                </a:lnSpc>
                <a:buNone/>
              </a:pPr>
              <a:r>
                <a:rPr lang="en-US" sz="1200" spc="0" kern="0" b="0" i="0" dirty="0">
                  <a:solidFill>
                    <a:srgbClr val="070154"/>
                  </a:solidFill>
                  <a:latin typeface="IBM Plex Sans SemiBold"/>
                  <a:ea typeface="IBM Plex Sans SemiBold"/>
                  <a:cs typeface="IBM Plex Sans SemiBold"/>
                </a:rPr>
                <a:t>Referral tracking</a:t>
              </a:r>
              <a:endParaRPr lang="en-US" sz="1200" spc="0" kern="0" b="0" i="0" dirty="0">
                <a:solidFill>
                  <a:srgbClr val="070154"/>
                </a:solidFill>
                <a:latin typeface="IBM Plex Sans SemiBold"/>
                <a:ea typeface="IBM Plex Sans SemiBold"/>
                <a:cs typeface="IBM Plex Sans SemiBold"/>
              </a:endParaRPr>
            </a:p>
          </p:txBody>
        </p:sp>
        <p:sp>
          <p:nvSpPr>
            <p:cNvPr id="82" name="node08.branches.source-003.milestones.source-001.label.part-3"/>
            <p:cNvSpPr/>
            <p:nvPr/>
          </p:nvSpPr>
          <p:spPr>
            <a:xfrm>
              <a:off x="7984002" y="5313172"/>
              <a:ext cx="1576949" cy="228600"/>
            </a:xfrm>
            <a:prstGeom prst="rect">
              <a:avLst/>
            </a:prstGeom>
            <a:noFill/>
            <a:ln/>
          </p:spPr>
          <p:txBody>
            <a:bodyPr wrap="square" lIns="0" tIns="0" rIns="0" bIns="0" rtlCol="0" anchor="t"/>
            <a:lstStyle/>
            <a:p>
              <a:pPr algn="ctr" indent="0" marL="0">
                <a:lnSpc>
                  <a:spcPts val="1500"/>
                </a:lnSpc>
                <a:buNone/>
              </a:pPr>
              <a:r>
                <a:rPr lang="en-US" sz="1200" spc="0" kern="0" b="0" i="0" dirty="0">
                  <a:solidFill>
                    <a:srgbClr val="070154"/>
                  </a:solidFill>
                  <a:latin typeface="IBM Plex Sans"/>
                  <a:ea typeface="IBM Plex Sans"/>
                  <a:cs typeface="IBM Plex Sans"/>
                </a:rPr>
                <a:t>One status view.</a:t>
              </a:r>
              <a:endParaRPr lang="en-US" sz="1200" spc="0" kern="0" b="0" i="0" dirty="0">
                <a:solidFill>
                  <a:srgbClr val="070154"/>
                </a:solidFill>
                <a:latin typeface="IBM Plex Sans"/>
                <a:ea typeface="IBM Plex Sans"/>
                <a:cs typeface="IBM Plex Sans"/>
              </a:endParaRPr>
            </a:p>
          </p:txBody>
        </p:sp>
        <p:sp>
          <p:nvSpPr>
            <p:cNvPr id="83" name="node08.branches.source-003.milestones.source-002.pin"/>
            <p:cNvSpPr/>
            <p:nvPr/>
          </p:nvSpPr>
          <p:spPr>
            <a:xfrm>
              <a:off x="10308151" y="4555617"/>
              <a:ext cx="285750" cy="285750"/>
            </a:xfrm>
            <a:prstGeom prst="ellipse">
              <a:avLst/>
            </a:prstGeom>
            <a:solidFill>
              <a:srgbClr val="FFFFFF"/>
            </a:solidFill>
            <a:ln w="19050">
              <a:solidFill>
                <a:srgbClr val="070154"/>
              </a:solidFill>
              <a:prstDash val="solid"/>
            </a:ln>
          </p:spPr>
        </p:sp>
        <p:sp>
          <p:nvSpPr>
            <p:cNvPr id="84" name="node08.branches.source-003.milestones.source-002.number"/>
            <p:cNvSpPr/>
            <p:nvPr/>
          </p:nvSpPr>
          <p:spPr>
            <a:xfrm>
              <a:off x="10298626" y="4546092"/>
              <a:ext cx="304800" cy="304800"/>
            </a:xfrm>
            <a:prstGeom prst="rect">
              <a:avLst/>
            </a:prstGeom>
            <a:noFill/>
            <a:ln/>
          </p:spPr>
          <p:txBody>
            <a:bodyPr wrap="square" lIns="0" tIns="0" rIns="0" bIns="0" rtlCol="0" anchor="ctr"/>
            <a:lstStyle/>
            <a:p>
              <a:pPr algn="ctr" indent="0" marL="0">
                <a:lnSpc>
                  <a:spcPts val="1000"/>
                </a:lnSpc>
                <a:buNone/>
              </a:pPr>
              <a:r>
                <a:rPr lang="en-US" sz="1000" spc="0" kern="0" b="0" i="0" dirty="0">
                  <a:solidFill>
                    <a:srgbClr val="070154"/>
                  </a:solidFill>
                  <a:latin typeface="IBM Plex Mono SemiBold"/>
                  <a:ea typeface="IBM Plex Mono SemiBold"/>
                  <a:cs typeface="IBM Plex Mono SemiBold"/>
                </a:rPr>
                <a:t>C2</a:t>
              </a:r>
              <a:endParaRPr lang="en-US" sz="1000" spc="0" kern="0" b="0" i="0" dirty="0">
                <a:solidFill>
                  <a:srgbClr val="070154"/>
                </a:solidFill>
                <a:latin typeface="IBM Plex Mono SemiBold"/>
                <a:ea typeface="IBM Plex Mono SemiBold"/>
                <a:cs typeface="IBM Plex Mono SemiBold"/>
              </a:endParaRPr>
            </a:p>
          </p:txBody>
        </p:sp>
        <p:sp>
          <p:nvSpPr>
            <p:cNvPr id="85" name="node08.branches.source-003.milestones.source-002.label.part-1"/>
            <p:cNvSpPr/>
            <p:nvPr/>
          </p:nvSpPr>
          <p:spPr>
            <a:xfrm>
              <a:off x="9662551" y="4927092"/>
              <a:ext cx="1576949" cy="17145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047FF"/>
                  </a:solidFill>
                  <a:latin typeface="IBM Plex Mono SemiBold"/>
                  <a:ea typeface="IBM Plex Mono SemiBold"/>
                  <a:cs typeface="IBM Plex Mono SemiBold"/>
                </a:rPr>
                <a:t>Q1 2028</a:t>
              </a:r>
              <a:endParaRPr lang="en-US" sz="900" spc="54" kern="0" b="0" i="0" dirty="0">
                <a:solidFill>
                  <a:srgbClr val="0047FF"/>
                </a:solidFill>
                <a:latin typeface="IBM Plex Mono SemiBold"/>
                <a:ea typeface="IBM Plex Mono SemiBold"/>
                <a:cs typeface="IBM Plex Mono SemiBold"/>
              </a:endParaRPr>
            </a:p>
          </p:txBody>
        </p:sp>
        <p:sp>
          <p:nvSpPr>
            <p:cNvPr id="86" name="node08.branches.source-003.milestones.source-002.label.part-2"/>
            <p:cNvSpPr/>
            <p:nvPr/>
          </p:nvSpPr>
          <p:spPr>
            <a:xfrm>
              <a:off x="9662551" y="5104892"/>
              <a:ext cx="1576949" cy="228600"/>
            </a:xfrm>
            <a:prstGeom prst="rect">
              <a:avLst/>
            </a:prstGeom>
            <a:noFill/>
            <a:ln/>
          </p:spPr>
          <p:txBody>
            <a:bodyPr wrap="square" lIns="0" tIns="0" rIns="0" bIns="0" rtlCol="0" anchor="t"/>
            <a:lstStyle/>
            <a:p>
              <a:pPr algn="ctr" indent="0" marL="0">
                <a:lnSpc>
                  <a:spcPts val="1440"/>
                </a:lnSpc>
                <a:buNone/>
              </a:pPr>
              <a:r>
                <a:rPr lang="en-US" sz="1200" spc="0" kern="0" b="0" i="0" dirty="0">
                  <a:solidFill>
                    <a:srgbClr val="070154"/>
                  </a:solidFill>
                  <a:latin typeface="IBM Plex Sans SemiBold"/>
                  <a:ea typeface="IBM Plex Sans SemiBold"/>
                  <a:cs typeface="IBM Plex Sans SemiBold"/>
                </a:rPr>
                <a:t>Care plans</a:t>
              </a:r>
              <a:endParaRPr lang="en-US" sz="1200" spc="0" kern="0" b="0" i="0" dirty="0">
                <a:solidFill>
                  <a:srgbClr val="070154"/>
                </a:solidFill>
                <a:latin typeface="IBM Plex Sans SemiBold"/>
                <a:ea typeface="IBM Plex Sans SemiBold"/>
                <a:cs typeface="IBM Plex Sans SemiBold"/>
              </a:endParaRPr>
            </a:p>
          </p:txBody>
        </p:sp>
        <p:sp>
          <p:nvSpPr>
            <p:cNvPr id="87" name="node08.branches.source-003.milestones.source-002.label.part-3"/>
            <p:cNvSpPr/>
            <p:nvPr/>
          </p:nvSpPr>
          <p:spPr>
            <a:xfrm>
              <a:off x="9662551" y="5313172"/>
              <a:ext cx="1576949" cy="228600"/>
            </a:xfrm>
            <a:prstGeom prst="rect">
              <a:avLst/>
            </a:prstGeom>
            <a:noFill/>
            <a:ln/>
          </p:spPr>
          <p:txBody>
            <a:bodyPr wrap="square" lIns="0" tIns="0" rIns="0" bIns="0" rtlCol="0" anchor="t"/>
            <a:lstStyle/>
            <a:p>
              <a:pPr algn="ctr" indent="0" marL="0">
                <a:lnSpc>
                  <a:spcPts val="1500"/>
                </a:lnSpc>
                <a:buNone/>
              </a:pPr>
              <a:r>
                <a:rPr lang="en-US" sz="1200" spc="0" kern="0" b="0" i="0" dirty="0">
                  <a:solidFill>
                    <a:srgbClr val="070154"/>
                  </a:solidFill>
                  <a:latin typeface="IBM Plex Sans"/>
                  <a:ea typeface="IBM Plex Sans"/>
                  <a:cs typeface="IBM Plex Sans"/>
                </a:rPr>
                <a:t>Shared in the app.</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name="source-430">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ROADMAP</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The first four milestones land inside 12 months</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Sample figures for layout only; replace with current firm data before use.</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141</a:t>
            </a:fld>
            <a:endParaRPr lang="en-US" sz="700" spc="0" kern="0" b="0" i="0" dirty="0">
              <a:solidFill>
                <a:srgbClr val="070154"/>
              </a:solidFill>
              <a:latin typeface="IBM Plex Mono SemiBold"/>
              <a:ea typeface="IBM Plex Mono SemiBold"/>
              <a:cs typeface="IBM Plex Mono SemiBold"/>
            </a:endParaRPr>
          </a:p>
        </p:txBody>
      </p:sp>
      <p:grpSp>
        <p:nvGrpSpPr>
          <p:cNvPr id="47" name="node01"/>
          <p:cNvGrpSpPr/>
          <p:nvPr/>
        </p:nvGrpSpPr>
        <p:grpSpPr>
          <a:xfrm>
            <a:off x="723900" y="1600200"/>
            <a:ext cx="10744200" cy="2743200"/>
            <a:chOff x="723900" y="1600200"/>
            <a:chExt cx="10744200" cy="2743200"/>
          </a:xfrm>
        </p:grpSpPr>
        <p:sp>
          <p:nvSpPr>
            <p:cNvPr id="7" name="node01.road"/>
            <p:cNvSpPr/>
            <p:nvPr/>
          </p:nvSpPr>
          <p:spPr>
            <a:xfrm>
              <a:off x="952500" y="2419350"/>
              <a:ext cx="10287000" cy="1104900"/>
            </a:xfrm>
            <a:custGeom>
              <a:avLst/>
              <a:gdLst/>
              <a:ahLst/>
              <a:cxnLst/>
              <a:rect l="l" t="t" r="r" b="b"/>
              <a:pathLst>
                <a:path w="10287000" h="1104900">
                  <a:moveTo>
                    <a:pt x="0" y="1104900"/>
                  </a:moveTo>
                  <a:lnTo>
                    <a:pt x="86360" y="1103630"/>
                  </a:lnTo>
                  <a:lnTo>
                    <a:pt x="171450" y="1101090"/>
                  </a:lnTo>
                  <a:lnTo>
                    <a:pt x="257810" y="1098550"/>
                  </a:lnTo>
                  <a:lnTo>
                    <a:pt x="342900" y="1097280"/>
                  </a:lnTo>
                  <a:lnTo>
                    <a:pt x="429260" y="1094740"/>
                  </a:lnTo>
                  <a:lnTo>
                    <a:pt x="514350" y="1092200"/>
                  </a:lnTo>
                  <a:lnTo>
                    <a:pt x="600710" y="1089660"/>
                  </a:lnTo>
                  <a:lnTo>
                    <a:pt x="685800" y="1087120"/>
                  </a:lnTo>
                  <a:lnTo>
                    <a:pt x="772160" y="1084580"/>
                  </a:lnTo>
                  <a:lnTo>
                    <a:pt x="857250" y="1082040"/>
                  </a:lnTo>
                  <a:lnTo>
                    <a:pt x="943610" y="1079500"/>
                  </a:lnTo>
                  <a:lnTo>
                    <a:pt x="1028700" y="1075690"/>
                  </a:lnTo>
                  <a:lnTo>
                    <a:pt x="1115060" y="1071880"/>
                  </a:lnTo>
                  <a:lnTo>
                    <a:pt x="1200150" y="1068070"/>
                  </a:lnTo>
                  <a:lnTo>
                    <a:pt x="1286510" y="1064260"/>
                  </a:lnTo>
                  <a:lnTo>
                    <a:pt x="1371600" y="1060450"/>
                  </a:lnTo>
                  <a:lnTo>
                    <a:pt x="1457960" y="1055370"/>
                  </a:lnTo>
                  <a:lnTo>
                    <a:pt x="1543050" y="1051560"/>
                  </a:lnTo>
                  <a:lnTo>
                    <a:pt x="1629410" y="1046480"/>
                  </a:lnTo>
                  <a:lnTo>
                    <a:pt x="1714500" y="1040130"/>
                  </a:lnTo>
                  <a:lnTo>
                    <a:pt x="1800860" y="1035050"/>
                  </a:lnTo>
                  <a:lnTo>
                    <a:pt x="1885950" y="1028700"/>
                  </a:lnTo>
                  <a:lnTo>
                    <a:pt x="1972310" y="1022350"/>
                  </a:lnTo>
                  <a:lnTo>
                    <a:pt x="2057400" y="1016000"/>
                  </a:lnTo>
                  <a:lnTo>
                    <a:pt x="2143760" y="1008380"/>
                  </a:lnTo>
                  <a:lnTo>
                    <a:pt x="2228850" y="1000760"/>
                  </a:lnTo>
                  <a:lnTo>
                    <a:pt x="2315210" y="993140"/>
                  </a:lnTo>
                  <a:lnTo>
                    <a:pt x="2400300" y="984250"/>
                  </a:lnTo>
                  <a:lnTo>
                    <a:pt x="2486660" y="976630"/>
                  </a:lnTo>
                  <a:lnTo>
                    <a:pt x="2571750" y="966470"/>
                  </a:lnTo>
                  <a:lnTo>
                    <a:pt x="2658110" y="957580"/>
                  </a:lnTo>
                  <a:lnTo>
                    <a:pt x="2743200" y="947420"/>
                  </a:lnTo>
                  <a:lnTo>
                    <a:pt x="2829560" y="937260"/>
                  </a:lnTo>
                  <a:lnTo>
                    <a:pt x="2914650" y="927100"/>
                  </a:lnTo>
                  <a:lnTo>
                    <a:pt x="3001010" y="915670"/>
                  </a:lnTo>
                  <a:lnTo>
                    <a:pt x="3086100" y="905510"/>
                  </a:lnTo>
                  <a:lnTo>
                    <a:pt x="3172460" y="892810"/>
                  </a:lnTo>
                  <a:lnTo>
                    <a:pt x="3257550" y="881380"/>
                  </a:lnTo>
                  <a:lnTo>
                    <a:pt x="3343910" y="868680"/>
                  </a:lnTo>
                  <a:lnTo>
                    <a:pt x="3429000" y="855980"/>
                  </a:lnTo>
                  <a:lnTo>
                    <a:pt x="3515360" y="843280"/>
                  </a:lnTo>
                  <a:lnTo>
                    <a:pt x="3600450" y="830580"/>
                  </a:lnTo>
                  <a:lnTo>
                    <a:pt x="3686810" y="816610"/>
                  </a:lnTo>
                  <a:lnTo>
                    <a:pt x="3771900" y="802640"/>
                  </a:lnTo>
                  <a:lnTo>
                    <a:pt x="3858260" y="788670"/>
                  </a:lnTo>
                  <a:lnTo>
                    <a:pt x="3943350" y="773430"/>
                  </a:lnTo>
                  <a:lnTo>
                    <a:pt x="4029710" y="759460"/>
                  </a:lnTo>
                  <a:lnTo>
                    <a:pt x="4114800" y="744220"/>
                  </a:lnTo>
                  <a:lnTo>
                    <a:pt x="4201160" y="728980"/>
                  </a:lnTo>
                  <a:lnTo>
                    <a:pt x="4286250" y="713740"/>
                  </a:lnTo>
                  <a:lnTo>
                    <a:pt x="4372610" y="698500"/>
                  </a:lnTo>
                  <a:lnTo>
                    <a:pt x="4457700" y="681990"/>
                  </a:lnTo>
                  <a:lnTo>
                    <a:pt x="4544060" y="666750"/>
                  </a:lnTo>
                  <a:lnTo>
                    <a:pt x="4629150" y="650240"/>
                  </a:lnTo>
                  <a:lnTo>
                    <a:pt x="4715510" y="633730"/>
                  </a:lnTo>
                  <a:lnTo>
                    <a:pt x="4800600" y="618490"/>
                  </a:lnTo>
                  <a:lnTo>
                    <a:pt x="4886960" y="601980"/>
                  </a:lnTo>
                  <a:lnTo>
                    <a:pt x="4972050" y="585470"/>
                  </a:lnTo>
                  <a:lnTo>
                    <a:pt x="5058410" y="568960"/>
                  </a:lnTo>
                  <a:lnTo>
                    <a:pt x="5143500" y="552450"/>
                  </a:lnTo>
                  <a:lnTo>
                    <a:pt x="5229860" y="535940"/>
                  </a:lnTo>
                  <a:lnTo>
                    <a:pt x="5314950" y="519430"/>
                  </a:lnTo>
                  <a:lnTo>
                    <a:pt x="5401310" y="502920"/>
                  </a:lnTo>
                  <a:lnTo>
                    <a:pt x="5486400" y="486410"/>
                  </a:lnTo>
                  <a:lnTo>
                    <a:pt x="5572760" y="471170"/>
                  </a:lnTo>
                  <a:lnTo>
                    <a:pt x="5657850" y="454660"/>
                  </a:lnTo>
                  <a:lnTo>
                    <a:pt x="5744210" y="438150"/>
                  </a:lnTo>
                  <a:lnTo>
                    <a:pt x="5829300" y="422910"/>
                  </a:lnTo>
                  <a:lnTo>
                    <a:pt x="5915660" y="406400"/>
                  </a:lnTo>
                  <a:lnTo>
                    <a:pt x="6000750" y="391160"/>
                  </a:lnTo>
                  <a:lnTo>
                    <a:pt x="6087110" y="375920"/>
                  </a:lnTo>
                  <a:lnTo>
                    <a:pt x="6172200" y="360680"/>
                  </a:lnTo>
                  <a:lnTo>
                    <a:pt x="6258560" y="345440"/>
                  </a:lnTo>
                  <a:lnTo>
                    <a:pt x="6343650" y="331470"/>
                  </a:lnTo>
                  <a:lnTo>
                    <a:pt x="6430010" y="316230"/>
                  </a:lnTo>
                  <a:lnTo>
                    <a:pt x="6515100" y="302260"/>
                  </a:lnTo>
                  <a:lnTo>
                    <a:pt x="6601460" y="288290"/>
                  </a:lnTo>
                  <a:lnTo>
                    <a:pt x="6686550" y="274320"/>
                  </a:lnTo>
                  <a:lnTo>
                    <a:pt x="6772910" y="261620"/>
                  </a:lnTo>
                  <a:lnTo>
                    <a:pt x="6858000" y="248920"/>
                  </a:lnTo>
                  <a:lnTo>
                    <a:pt x="6944360" y="236220"/>
                  </a:lnTo>
                  <a:lnTo>
                    <a:pt x="7029450" y="223520"/>
                  </a:lnTo>
                  <a:lnTo>
                    <a:pt x="7115810" y="212090"/>
                  </a:lnTo>
                  <a:lnTo>
                    <a:pt x="7200900" y="199390"/>
                  </a:lnTo>
                  <a:lnTo>
                    <a:pt x="7287260" y="189230"/>
                  </a:lnTo>
                  <a:lnTo>
                    <a:pt x="7372350" y="177800"/>
                  </a:lnTo>
                  <a:lnTo>
                    <a:pt x="7458710" y="167640"/>
                  </a:lnTo>
                  <a:lnTo>
                    <a:pt x="7543800" y="157480"/>
                  </a:lnTo>
                  <a:lnTo>
                    <a:pt x="7630160" y="147320"/>
                  </a:lnTo>
                  <a:lnTo>
                    <a:pt x="7715250" y="138430"/>
                  </a:lnTo>
                  <a:lnTo>
                    <a:pt x="7801610" y="128270"/>
                  </a:lnTo>
                  <a:lnTo>
                    <a:pt x="7886700" y="120650"/>
                  </a:lnTo>
                  <a:lnTo>
                    <a:pt x="7973060" y="111760"/>
                  </a:lnTo>
                  <a:lnTo>
                    <a:pt x="8058150" y="104140"/>
                  </a:lnTo>
                  <a:lnTo>
                    <a:pt x="8144510" y="96520"/>
                  </a:lnTo>
                  <a:lnTo>
                    <a:pt x="8229600" y="88900"/>
                  </a:lnTo>
                  <a:lnTo>
                    <a:pt x="8315960" y="82550"/>
                  </a:lnTo>
                  <a:lnTo>
                    <a:pt x="8401050" y="76200"/>
                  </a:lnTo>
                  <a:lnTo>
                    <a:pt x="8487410" y="69850"/>
                  </a:lnTo>
                  <a:lnTo>
                    <a:pt x="8572500" y="64770"/>
                  </a:lnTo>
                  <a:lnTo>
                    <a:pt x="8658860" y="58420"/>
                  </a:lnTo>
                  <a:lnTo>
                    <a:pt x="8743950" y="53340"/>
                  </a:lnTo>
                  <a:lnTo>
                    <a:pt x="8830310" y="49530"/>
                  </a:lnTo>
                  <a:lnTo>
                    <a:pt x="8915400" y="44450"/>
                  </a:lnTo>
                  <a:lnTo>
                    <a:pt x="9001760" y="40640"/>
                  </a:lnTo>
                  <a:lnTo>
                    <a:pt x="9086850" y="36830"/>
                  </a:lnTo>
                  <a:lnTo>
                    <a:pt x="9173210" y="33020"/>
                  </a:lnTo>
                  <a:lnTo>
                    <a:pt x="9258300" y="29210"/>
                  </a:lnTo>
                  <a:lnTo>
                    <a:pt x="9344660" y="25400"/>
                  </a:lnTo>
                  <a:lnTo>
                    <a:pt x="9429750" y="22860"/>
                  </a:lnTo>
                  <a:lnTo>
                    <a:pt x="9516110" y="20320"/>
                  </a:lnTo>
                  <a:lnTo>
                    <a:pt x="9601200" y="17780"/>
                  </a:lnTo>
                  <a:lnTo>
                    <a:pt x="9687560" y="15240"/>
                  </a:lnTo>
                  <a:lnTo>
                    <a:pt x="9772650" y="12700"/>
                  </a:lnTo>
                  <a:lnTo>
                    <a:pt x="9859010" y="10160"/>
                  </a:lnTo>
                  <a:lnTo>
                    <a:pt x="9944100" y="7620"/>
                  </a:lnTo>
                  <a:lnTo>
                    <a:pt x="10030460" y="6350"/>
                  </a:lnTo>
                  <a:lnTo>
                    <a:pt x="10115550" y="3810"/>
                  </a:lnTo>
                  <a:lnTo>
                    <a:pt x="10201910" y="1270"/>
                  </a:lnTo>
                  <a:lnTo>
                    <a:pt x="10287000" y="0"/>
                  </a:lnTo>
                </a:path>
              </a:pathLst>
            </a:custGeom>
            <a:ln w="279400">
              <a:solidFill>
                <a:srgbClr val="070154"/>
              </a:solidFill>
              <a:prstDash val="solid"/>
              <a:round/>
            </a:ln>
          </p:spPr>
        </p:sp>
        <p:sp>
          <p:nvSpPr>
            <p:cNvPr id="8" name="node01.road.cap-1"/>
            <p:cNvSpPr/>
            <p:nvPr/>
          </p:nvSpPr>
          <p:spPr>
            <a:xfrm>
              <a:off x="812800" y="3384550"/>
              <a:ext cx="279400" cy="279400"/>
            </a:xfrm>
            <a:prstGeom prst="ellipse">
              <a:avLst/>
            </a:prstGeom>
            <a:solidFill>
              <a:srgbClr val="070154"/>
            </a:solidFill>
            <a:ln>
              <a:noFill/>
            </a:ln>
          </p:spPr>
        </p:sp>
        <p:sp>
          <p:nvSpPr>
            <p:cNvPr id="9" name="node01.road.cap-2"/>
            <p:cNvSpPr/>
            <p:nvPr/>
          </p:nvSpPr>
          <p:spPr>
            <a:xfrm>
              <a:off x="11099800" y="2279650"/>
              <a:ext cx="279400" cy="279400"/>
            </a:xfrm>
            <a:prstGeom prst="ellipse">
              <a:avLst/>
            </a:prstGeom>
            <a:solidFill>
              <a:srgbClr val="070154"/>
            </a:solidFill>
            <a:ln>
              <a:noFill/>
            </a:ln>
          </p:spPr>
        </p:sp>
        <p:sp>
          <p:nvSpPr>
            <p:cNvPr id="10" name="node01.centerline"/>
            <p:cNvSpPr/>
            <p:nvPr/>
          </p:nvSpPr>
          <p:spPr>
            <a:xfrm>
              <a:off x="952500" y="2419350"/>
              <a:ext cx="10287000" cy="1104900"/>
            </a:xfrm>
            <a:custGeom>
              <a:avLst/>
              <a:gdLst/>
              <a:ahLst/>
              <a:cxnLst/>
              <a:rect l="l" t="t" r="r" b="b"/>
              <a:pathLst>
                <a:path w="10287000" h="1104900">
                  <a:moveTo>
                    <a:pt x="0" y="1104900"/>
                  </a:moveTo>
                  <a:lnTo>
                    <a:pt x="86360" y="1103630"/>
                  </a:lnTo>
                  <a:lnTo>
                    <a:pt x="88890" y="1103554"/>
                  </a:lnTo>
                  <a:moveTo>
                    <a:pt x="177750" y="1100905"/>
                  </a:moveTo>
                  <a:lnTo>
                    <a:pt x="257810" y="1098550"/>
                  </a:lnTo>
                  <a:lnTo>
                    <a:pt x="266614" y="1098419"/>
                  </a:lnTo>
                  <a:moveTo>
                    <a:pt x="355500" y="1096909"/>
                  </a:moveTo>
                  <a:lnTo>
                    <a:pt x="429260" y="1094740"/>
                  </a:lnTo>
                  <a:lnTo>
                    <a:pt x="444362" y="1094289"/>
                  </a:lnTo>
                  <a:moveTo>
                    <a:pt x="533223" y="1091645"/>
                  </a:moveTo>
                  <a:lnTo>
                    <a:pt x="600710" y="1089660"/>
                  </a:lnTo>
                  <a:lnTo>
                    <a:pt x="622084" y="1089022"/>
                  </a:lnTo>
                  <a:moveTo>
                    <a:pt x="710945" y="1086380"/>
                  </a:moveTo>
                  <a:lnTo>
                    <a:pt x="772160" y="1084580"/>
                  </a:lnTo>
                  <a:lnTo>
                    <a:pt x="799806" y="1083755"/>
                  </a:lnTo>
                  <a:moveTo>
                    <a:pt x="888667" y="1081116"/>
                  </a:moveTo>
                  <a:lnTo>
                    <a:pt x="943610" y="1079500"/>
                  </a:lnTo>
                  <a:lnTo>
                    <a:pt x="977509" y="1077982"/>
                  </a:lnTo>
                  <a:moveTo>
                    <a:pt x="1066321" y="1074030"/>
                  </a:moveTo>
                  <a:lnTo>
                    <a:pt x="1115060" y="1071880"/>
                  </a:lnTo>
                  <a:lnTo>
                    <a:pt x="1155133" y="1070086"/>
                  </a:lnTo>
                  <a:moveTo>
                    <a:pt x="1243946" y="1066138"/>
                  </a:moveTo>
                  <a:lnTo>
                    <a:pt x="1286510" y="1064260"/>
                  </a:lnTo>
                  <a:lnTo>
                    <a:pt x="1332758" y="1062189"/>
                  </a:lnTo>
                  <a:moveTo>
                    <a:pt x="1421533" y="1057513"/>
                  </a:moveTo>
                  <a:lnTo>
                    <a:pt x="1457960" y="1055370"/>
                  </a:lnTo>
                  <a:lnTo>
                    <a:pt x="1510317" y="1053026"/>
                  </a:lnTo>
                  <a:moveTo>
                    <a:pt x="1599088" y="1048264"/>
                  </a:moveTo>
                  <a:lnTo>
                    <a:pt x="1629410" y="1046480"/>
                  </a:lnTo>
                  <a:lnTo>
                    <a:pt x="1687773" y="1042125"/>
                  </a:lnTo>
                  <a:moveTo>
                    <a:pt x="1776491" y="1036483"/>
                  </a:moveTo>
                  <a:lnTo>
                    <a:pt x="1800860" y="1035050"/>
                  </a:lnTo>
                  <a:lnTo>
                    <a:pt x="1865171" y="1030251"/>
                  </a:lnTo>
                  <a:moveTo>
                    <a:pt x="1953830" y="1023709"/>
                  </a:moveTo>
                  <a:lnTo>
                    <a:pt x="1972310" y="1022350"/>
                  </a:lnTo>
                  <a:lnTo>
                    <a:pt x="2042484" y="1017113"/>
                  </a:lnTo>
                  <a:moveTo>
                    <a:pt x="2131057" y="1009501"/>
                  </a:moveTo>
                  <a:lnTo>
                    <a:pt x="2143760" y="1008380"/>
                  </a:lnTo>
                  <a:lnTo>
                    <a:pt x="2219604" y="1001588"/>
                  </a:lnTo>
                  <a:moveTo>
                    <a:pt x="2308159" y="993762"/>
                  </a:moveTo>
                  <a:lnTo>
                    <a:pt x="2315210" y="993140"/>
                  </a:lnTo>
                  <a:lnTo>
                    <a:pt x="2396588" y="984638"/>
                  </a:lnTo>
                  <a:moveTo>
                    <a:pt x="2485139" y="976764"/>
                  </a:moveTo>
                  <a:lnTo>
                    <a:pt x="2486660" y="976630"/>
                  </a:lnTo>
                  <a:lnTo>
                    <a:pt x="2571750" y="966470"/>
                  </a:lnTo>
                  <a:lnTo>
                    <a:pt x="2573420" y="966298"/>
                  </a:lnTo>
                  <a:moveTo>
                    <a:pt x="2661845" y="957134"/>
                  </a:moveTo>
                  <a:lnTo>
                    <a:pt x="2743200" y="947420"/>
                  </a:lnTo>
                  <a:lnTo>
                    <a:pt x="2750120" y="946606"/>
                  </a:lnTo>
                  <a:moveTo>
                    <a:pt x="2838409" y="936203"/>
                  </a:moveTo>
                  <a:lnTo>
                    <a:pt x="2914650" y="927100"/>
                  </a:lnTo>
                  <a:lnTo>
                    <a:pt x="2926663" y="925510"/>
                  </a:lnTo>
                  <a:moveTo>
                    <a:pt x="3014816" y="914021"/>
                  </a:moveTo>
                  <a:lnTo>
                    <a:pt x="3086100" y="905510"/>
                  </a:lnTo>
                  <a:lnTo>
                    <a:pt x="3103028" y="903021"/>
                  </a:lnTo>
                  <a:moveTo>
                    <a:pt x="3191015" y="890318"/>
                  </a:moveTo>
                  <a:lnTo>
                    <a:pt x="3257550" y="881380"/>
                  </a:lnTo>
                  <a:lnTo>
                    <a:pt x="3279085" y="878213"/>
                  </a:lnTo>
                  <a:moveTo>
                    <a:pt x="3367032" y="865229"/>
                  </a:moveTo>
                  <a:lnTo>
                    <a:pt x="3429000" y="855980"/>
                  </a:lnTo>
                  <a:lnTo>
                    <a:pt x="3454966" y="852161"/>
                  </a:lnTo>
                  <a:moveTo>
                    <a:pt x="3542912" y="839168"/>
                  </a:moveTo>
                  <a:lnTo>
                    <a:pt x="3600450" y="830580"/>
                  </a:lnTo>
                  <a:lnTo>
                    <a:pt x="3630780" y="825674"/>
                  </a:lnTo>
                  <a:moveTo>
                    <a:pt x="3718527" y="811403"/>
                  </a:moveTo>
                  <a:lnTo>
                    <a:pt x="3771900" y="802640"/>
                  </a:lnTo>
                  <a:lnTo>
                    <a:pt x="3806266" y="797081"/>
                  </a:lnTo>
                  <a:moveTo>
                    <a:pt x="3893922" y="782283"/>
                  </a:moveTo>
                  <a:lnTo>
                    <a:pt x="3943350" y="773430"/>
                  </a:lnTo>
                  <a:lnTo>
                    <a:pt x="3981539" y="767252"/>
                  </a:lnTo>
                  <a:moveTo>
                    <a:pt x="4069185" y="752390"/>
                  </a:moveTo>
                  <a:lnTo>
                    <a:pt x="4114800" y="744220"/>
                  </a:lnTo>
                  <a:lnTo>
                    <a:pt x="4156712" y="736824"/>
                  </a:lnTo>
                  <a:moveTo>
                    <a:pt x="4244239" y="721264"/>
                  </a:moveTo>
                  <a:lnTo>
                    <a:pt x="4286250" y="713740"/>
                  </a:lnTo>
                  <a:lnTo>
                    <a:pt x="4331767" y="705708"/>
                  </a:lnTo>
                  <a:moveTo>
                    <a:pt x="4419168" y="689466"/>
                  </a:moveTo>
                  <a:lnTo>
                    <a:pt x="4457700" y="681990"/>
                  </a:lnTo>
                  <a:lnTo>
                    <a:pt x="4506594" y="673362"/>
                  </a:lnTo>
                  <a:moveTo>
                    <a:pt x="4593984" y="657063"/>
                  </a:moveTo>
                  <a:lnTo>
                    <a:pt x="4629150" y="650240"/>
                  </a:lnTo>
                  <a:lnTo>
                    <a:pt x="4681284" y="640273"/>
                  </a:lnTo>
                  <a:moveTo>
                    <a:pt x="4768717" y="624200"/>
                  </a:moveTo>
                  <a:lnTo>
                    <a:pt x="4800600" y="618490"/>
                  </a:lnTo>
                  <a:lnTo>
                    <a:pt x="4856105" y="607879"/>
                  </a:lnTo>
                  <a:moveTo>
                    <a:pt x="4943394" y="591030"/>
                  </a:moveTo>
                  <a:lnTo>
                    <a:pt x="4972050" y="585470"/>
                  </a:lnTo>
                  <a:lnTo>
                    <a:pt x="5030697" y="574258"/>
                  </a:lnTo>
                  <a:moveTo>
                    <a:pt x="5117984" y="557401"/>
                  </a:moveTo>
                  <a:lnTo>
                    <a:pt x="5143500" y="552450"/>
                  </a:lnTo>
                  <a:lnTo>
                    <a:pt x="5205289" y="540637"/>
                  </a:lnTo>
                  <a:moveTo>
                    <a:pt x="5292575" y="523771"/>
                  </a:moveTo>
                  <a:lnTo>
                    <a:pt x="5314950" y="519430"/>
                  </a:lnTo>
                  <a:lnTo>
                    <a:pt x="5379881" y="507017"/>
                  </a:lnTo>
                  <a:moveTo>
                    <a:pt x="5467165" y="490142"/>
                  </a:moveTo>
                  <a:lnTo>
                    <a:pt x="5486400" y="486410"/>
                  </a:lnTo>
                  <a:lnTo>
                    <a:pt x="5554652" y="474366"/>
                  </a:lnTo>
                  <a:moveTo>
                    <a:pt x="5641981" y="457739"/>
                  </a:moveTo>
                  <a:lnTo>
                    <a:pt x="5657850" y="454660"/>
                  </a:lnTo>
                  <a:lnTo>
                    <a:pt x="5729291" y="441002"/>
                  </a:lnTo>
                  <a:moveTo>
                    <a:pt x="5816767" y="425155"/>
                  </a:moveTo>
                  <a:lnTo>
                    <a:pt x="5829300" y="422910"/>
                  </a:lnTo>
                  <a:lnTo>
                    <a:pt x="5904112" y="408608"/>
                  </a:lnTo>
                  <a:moveTo>
                    <a:pt x="5991595" y="392800"/>
                  </a:moveTo>
                  <a:lnTo>
                    <a:pt x="6000750" y="391160"/>
                  </a:lnTo>
                  <a:lnTo>
                    <a:pt x="6079138" y="377327"/>
                  </a:lnTo>
                  <a:moveTo>
                    <a:pt x="6166649" y="361674"/>
                  </a:moveTo>
                  <a:lnTo>
                    <a:pt x="6172200" y="360680"/>
                  </a:lnTo>
                  <a:lnTo>
                    <a:pt x="6254194" y="346211"/>
                  </a:lnTo>
                  <a:moveTo>
                    <a:pt x="6341910" y="331756"/>
                  </a:moveTo>
                  <a:lnTo>
                    <a:pt x="6343650" y="331470"/>
                  </a:lnTo>
                  <a:lnTo>
                    <a:pt x="6429461" y="316327"/>
                  </a:lnTo>
                  <a:moveTo>
                    <a:pt x="6517186" y="301922"/>
                  </a:moveTo>
                  <a:lnTo>
                    <a:pt x="6601460" y="288290"/>
                  </a:lnTo>
                  <a:lnTo>
                    <a:pt x="6604944" y="287718"/>
                  </a:lnTo>
                  <a:moveTo>
                    <a:pt x="6692686" y="273418"/>
                  </a:moveTo>
                  <a:lnTo>
                    <a:pt x="6772910" y="261620"/>
                  </a:lnTo>
                  <a:lnTo>
                    <a:pt x="6780637" y="260467"/>
                  </a:lnTo>
                  <a:moveTo>
                    <a:pt x="6868567" y="247366"/>
                  </a:moveTo>
                  <a:lnTo>
                    <a:pt x="6944360" y="236220"/>
                  </a:lnTo>
                  <a:lnTo>
                    <a:pt x="6956517" y="234406"/>
                  </a:lnTo>
                  <a:moveTo>
                    <a:pt x="7044478" y="221531"/>
                  </a:moveTo>
                  <a:lnTo>
                    <a:pt x="7115810" y="212090"/>
                  </a:lnTo>
                  <a:lnTo>
                    <a:pt x="7132570" y="209588"/>
                  </a:lnTo>
                  <a:moveTo>
                    <a:pt x="7220578" y="197075"/>
                  </a:moveTo>
                  <a:lnTo>
                    <a:pt x="7287260" y="189230"/>
                  </a:lnTo>
                  <a:lnTo>
                    <a:pt x="7308824" y="186333"/>
                  </a:lnTo>
                  <a:moveTo>
                    <a:pt x="7396984" y="174902"/>
                  </a:moveTo>
                  <a:lnTo>
                    <a:pt x="7458710" y="167640"/>
                  </a:lnTo>
                  <a:lnTo>
                    <a:pt x="7485269" y="164469"/>
                  </a:lnTo>
                  <a:moveTo>
                    <a:pt x="7573548" y="153980"/>
                  </a:moveTo>
                  <a:lnTo>
                    <a:pt x="7630160" y="147320"/>
                  </a:lnTo>
                  <a:lnTo>
                    <a:pt x="7661885" y="144005"/>
                  </a:lnTo>
                  <a:moveTo>
                    <a:pt x="7750253" y="134312"/>
                  </a:moveTo>
                  <a:lnTo>
                    <a:pt x="7801610" y="128270"/>
                  </a:lnTo>
                  <a:lnTo>
                    <a:pt x="7838651" y="124953"/>
                  </a:lnTo>
                  <a:moveTo>
                    <a:pt x="7927145" y="116487"/>
                  </a:moveTo>
                  <a:lnTo>
                    <a:pt x="7973060" y="111760"/>
                  </a:lnTo>
                  <a:lnTo>
                    <a:pt x="8015632" y="107948"/>
                  </a:lnTo>
                  <a:moveTo>
                    <a:pt x="8104183" y="100078"/>
                  </a:moveTo>
                  <a:lnTo>
                    <a:pt x="8144510" y="96520"/>
                  </a:lnTo>
                  <a:lnTo>
                    <a:pt x="8192733" y="92201"/>
                  </a:lnTo>
                  <a:moveTo>
                    <a:pt x="8281346" y="85095"/>
                  </a:moveTo>
                  <a:lnTo>
                    <a:pt x="8315960" y="82550"/>
                  </a:lnTo>
                  <a:lnTo>
                    <a:pt x="8370002" y="78517"/>
                  </a:lnTo>
                  <a:moveTo>
                    <a:pt x="8458660" y="71964"/>
                  </a:moveTo>
                  <a:lnTo>
                    <a:pt x="8487410" y="69850"/>
                  </a:lnTo>
                  <a:lnTo>
                    <a:pt x="8547376" y="66270"/>
                  </a:lnTo>
                  <a:moveTo>
                    <a:pt x="8636060" y="60096"/>
                  </a:moveTo>
                  <a:lnTo>
                    <a:pt x="8658860" y="58420"/>
                  </a:lnTo>
                  <a:lnTo>
                    <a:pt x="8724781" y="54484"/>
                  </a:lnTo>
                  <a:moveTo>
                    <a:pt x="8813579" y="50268"/>
                  </a:moveTo>
                  <a:lnTo>
                    <a:pt x="8830310" y="49530"/>
                  </a:lnTo>
                  <a:lnTo>
                    <a:pt x="8902334" y="45230"/>
                  </a:lnTo>
                  <a:moveTo>
                    <a:pt x="8991138" y="41109"/>
                  </a:moveTo>
                  <a:lnTo>
                    <a:pt x="9001760" y="40640"/>
                  </a:lnTo>
                  <a:lnTo>
                    <a:pt x="9079949" y="37139"/>
                  </a:lnTo>
                  <a:moveTo>
                    <a:pt x="9168762" y="33216"/>
                  </a:moveTo>
                  <a:lnTo>
                    <a:pt x="9173210" y="33020"/>
                  </a:lnTo>
                  <a:lnTo>
                    <a:pt x="9257573" y="29243"/>
                  </a:lnTo>
                  <a:moveTo>
                    <a:pt x="9346388" y="25348"/>
                  </a:moveTo>
                  <a:lnTo>
                    <a:pt x="9429750" y="22860"/>
                  </a:lnTo>
                  <a:lnTo>
                    <a:pt x="9435248" y="22698"/>
                  </a:lnTo>
                  <a:moveTo>
                    <a:pt x="9524110" y="20081"/>
                  </a:moveTo>
                  <a:lnTo>
                    <a:pt x="9601200" y="17780"/>
                  </a:lnTo>
                  <a:lnTo>
                    <a:pt x="9612970" y="17434"/>
                  </a:lnTo>
                  <a:moveTo>
                    <a:pt x="9701832" y="14814"/>
                  </a:moveTo>
                  <a:lnTo>
                    <a:pt x="9772650" y="12700"/>
                  </a:lnTo>
                  <a:lnTo>
                    <a:pt x="9790692" y="12169"/>
                  </a:lnTo>
                  <a:moveTo>
                    <a:pt x="9879554" y="9547"/>
                  </a:moveTo>
                  <a:lnTo>
                    <a:pt x="9944100" y="7620"/>
                  </a:lnTo>
                  <a:lnTo>
                    <a:pt x="9968422" y="7262"/>
                  </a:lnTo>
                  <a:moveTo>
                    <a:pt x="10057304" y="5549"/>
                  </a:moveTo>
                  <a:lnTo>
                    <a:pt x="10115550" y="3810"/>
                  </a:lnTo>
                  <a:lnTo>
                    <a:pt x="10146165" y="2910"/>
                  </a:lnTo>
                  <a:moveTo>
                    <a:pt x="10235037" y="776"/>
                  </a:moveTo>
                  <a:lnTo>
                    <a:pt x="10287000" y="0"/>
                  </a:lnTo>
                </a:path>
              </a:pathLst>
            </a:custGeom>
            <a:ln w="19050">
              <a:solidFill>
                <a:srgbClr val="FFFFFF"/>
              </a:solidFill>
              <a:prstDash val="solid"/>
            </a:ln>
          </p:spPr>
        </p:sp>
        <p:sp>
          <p:nvSpPr>
            <p:cNvPr id="11" name="node01.milestones.source-001.pin"/>
            <p:cNvSpPr/>
            <p:nvPr/>
          </p:nvSpPr>
          <p:spPr>
            <a:xfrm>
              <a:off x="1417320" y="3356645"/>
              <a:ext cx="304800" cy="304800"/>
            </a:xfrm>
            <a:prstGeom prst="ellipse">
              <a:avLst/>
            </a:prstGeom>
            <a:solidFill>
              <a:srgbClr val="FFFFFF"/>
            </a:solidFill>
            <a:ln w="25400">
              <a:solidFill>
                <a:srgbClr val="070154"/>
              </a:solidFill>
              <a:prstDash val="solid"/>
            </a:ln>
          </p:spPr>
        </p:sp>
        <p:sp>
          <p:nvSpPr>
            <p:cNvPr id="12" name="node01.milestones.source-001.number"/>
            <p:cNvSpPr/>
            <p:nvPr/>
          </p:nvSpPr>
          <p:spPr>
            <a:xfrm>
              <a:off x="1430020" y="3369345"/>
              <a:ext cx="279400" cy="279400"/>
            </a:xfrm>
            <a:prstGeom prst="rect">
              <a:avLst/>
            </a:prstGeom>
            <a:noFill/>
            <a:ln/>
          </p:spPr>
          <p:txBody>
            <a:bodyPr wrap="square" lIns="0" tIns="0" rIns="0" bIns="0" rtlCol="0" anchor="ctr"/>
            <a:lstStyle/>
            <a:p>
              <a:pPr algn="ctr" indent="0" marL="0">
                <a:lnSpc>
                  <a:spcPts val="1100"/>
                </a:lnSpc>
                <a:buNone/>
              </a:pPr>
              <a:r>
                <a:rPr lang="en-US" sz="1100" spc="0" kern="0" b="0" i="0" dirty="0">
                  <a:solidFill>
                    <a:srgbClr val="070154"/>
                  </a:solidFill>
                  <a:latin typeface="IBM Plex Mono SemiBold"/>
                  <a:ea typeface="IBM Plex Mono SemiBold"/>
                  <a:cs typeface="IBM Plex Mono SemiBold"/>
                </a:rPr>
                <a:t>1</a:t>
              </a:r>
              <a:endParaRPr lang="en-US" sz="1100" spc="0" kern="0" b="0" i="0" dirty="0">
                <a:solidFill>
                  <a:srgbClr val="070154"/>
                </a:solidFill>
                <a:latin typeface="IBM Plex Mono SemiBold"/>
                <a:ea typeface="IBM Plex Mono SemiBold"/>
                <a:cs typeface="IBM Plex Mono SemiBold"/>
              </a:endParaRPr>
            </a:p>
          </p:txBody>
        </p:sp>
        <p:sp>
          <p:nvSpPr>
            <p:cNvPr id="13" name="node01.milestones.source-001.tick"/>
            <p:cNvSpPr/>
            <p:nvPr/>
          </p:nvSpPr>
          <p:spPr>
            <a:xfrm>
              <a:off x="1563370" y="3064545"/>
              <a:ext cx="12700" cy="279400"/>
            </a:xfrm>
            <a:prstGeom prst="rect">
              <a:avLst/>
            </a:prstGeom>
            <a:solidFill>
              <a:srgbClr val="070154"/>
            </a:solidFill>
            <a:ln>
              <a:noFill/>
            </a:ln>
          </p:spPr>
        </p:sp>
        <p:sp>
          <p:nvSpPr>
            <p:cNvPr id="14" name="node01.milestones.source-001.label.part-1"/>
            <p:cNvSpPr/>
            <p:nvPr/>
          </p:nvSpPr>
          <p:spPr>
            <a:xfrm>
              <a:off x="723900" y="2550195"/>
              <a:ext cx="2159000" cy="17145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047FF"/>
                  </a:solidFill>
                  <a:latin typeface="IBM Plex Mono SemiBold"/>
                  <a:ea typeface="IBM Plex Mono SemiBold"/>
                  <a:cs typeface="IBM Plex Mono SemiBold"/>
                </a:rPr>
                <a:t>Q4 2026</a:t>
              </a:r>
              <a:endParaRPr lang="en-US" sz="900" spc="54" kern="0" b="0" i="0" dirty="0">
                <a:solidFill>
                  <a:srgbClr val="0047FF"/>
                </a:solidFill>
                <a:latin typeface="IBM Plex Mono SemiBold"/>
                <a:ea typeface="IBM Plex Mono SemiBold"/>
                <a:cs typeface="IBM Plex Mono SemiBold"/>
              </a:endParaRPr>
            </a:p>
          </p:txBody>
        </p:sp>
        <p:sp>
          <p:nvSpPr>
            <p:cNvPr id="15" name="node01.milestones.source-001.label.part-2"/>
            <p:cNvSpPr/>
            <p:nvPr/>
          </p:nvSpPr>
          <p:spPr>
            <a:xfrm>
              <a:off x="723900" y="2747045"/>
              <a:ext cx="21590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070154"/>
                  </a:solidFill>
                  <a:latin typeface="IBM Plex Sans SemiBold"/>
                  <a:ea typeface="IBM Plex Sans SemiBold"/>
                  <a:cs typeface="IBM Plex Sans SemiBold"/>
                </a:rPr>
                <a:t>One sign-in</a:t>
              </a:r>
              <a:endParaRPr lang="en-US" sz="1400" spc="0" kern="0" b="0" i="0" dirty="0">
                <a:solidFill>
                  <a:srgbClr val="070154"/>
                </a:solidFill>
                <a:latin typeface="IBM Plex Sans SemiBold"/>
                <a:ea typeface="IBM Plex Sans SemiBold"/>
                <a:cs typeface="IBM Plex Sans SemiBold"/>
              </a:endParaRPr>
            </a:p>
          </p:txBody>
        </p:sp>
        <p:sp>
          <p:nvSpPr>
            <p:cNvPr id="16" name="node01.milestones.source-002.pin"/>
            <p:cNvSpPr/>
            <p:nvPr/>
          </p:nvSpPr>
          <p:spPr>
            <a:xfrm>
              <a:off x="4434840" y="3091588"/>
              <a:ext cx="304800" cy="304800"/>
            </a:xfrm>
            <a:prstGeom prst="ellipse">
              <a:avLst/>
            </a:prstGeom>
            <a:solidFill>
              <a:srgbClr val="FFFFFF"/>
            </a:solidFill>
            <a:ln w="25400">
              <a:solidFill>
                <a:srgbClr val="070154"/>
              </a:solidFill>
              <a:prstDash val="solid"/>
            </a:ln>
          </p:spPr>
        </p:sp>
        <p:sp>
          <p:nvSpPr>
            <p:cNvPr id="17" name="node01.milestones.source-002.number"/>
            <p:cNvSpPr/>
            <p:nvPr/>
          </p:nvSpPr>
          <p:spPr>
            <a:xfrm>
              <a:off x="4447540" y="3104288"/>
              <a:ext cx="279400" cy="279400"/>
            </a:xfrm>
            <a:prstGeom prst="rect">
              <a:avLst/>
            </a:prstGeom>
            <a:noFill/>
            <a:ln/>
          </p:spPr>
          <p:txBody>
            <a:bodyPr wrap="square" lIns="0" tIns="0" rIns="0" bIns="0" rtlCol="0" anchor="ctr"/>
            <a:lstStyle/>
            <a:p>
              <a:pPr algn="ctr" indent="0" marL="0">
                <a:lnSpc>
                  <a:spcPts val="1100"/>
                </a:lnSpc>
                <a:buNone/>
              </a:pPr>
              <a:r>
                <a:rPr lang="en-US" sz="1100" spc="0" kern="0" b="0" i="0" dirty="0">
                  <a:solidFill>
                    <a:srgbClr val="070154"/>
                  </a:solidFill>
                  <a:latin typeface="IBM Plex Mono SemiBold"/>
                  <a:ea typeface="IBM Plex Mono SemiBold"/>
                  <a:cs typeface="IBM Plex Mono SemiBold"/>
                </a:rPr>
                <a:t>2</a:t>
              </a:r>
              <a:endParaRPr lang="en-US" sz="1100" spc="0" kern="0" b="0" i="0" dirty="0">
                <a:solidFill>
                  <a:srgbClr val="070154"/>
                </a:solidFill>
                <a:latin typeface="IBM Plex Mono SemiBold"/>
                <a:ea typeface="IBM Plex Mono SemiBold"/>
                <a:cs typeface="IBM Plex Mono SemiBold"/>
              </a:endParaRPr>
            </a:p>
          </p:txBody>
        </p:sp>
        <p:sp>
          <p:nvSpPr>
            <p:cNvPr id="18" name="node01.milestones.source-002.tick"/>
            <p:cNvSpPr/>
            <p:nvPr/>
          </p:nvSpPr>
          <p:spPr>
            <a:xfrm>
              <a:off x="4580890" y="2799488"/>
              <a:ext cx="12700" cy="279400"/>
            </a:xfrm>
            <a:prstGeom prst="rect">
              <a:avLst/>
            </a:prstGeom>
            <a:solidFill>
              <a:srgbClr val="070154"/>
            </a:solidFill>
            <a:ln>
              <a:noFill/>
            </a:ln>
          </p:spPr>
        </p:sp>
        <p:sp>
          <p:nvSpPr>
            <p:cNvPr id="19" name="node01.milestones.source-002.label.part-1"/>
            <p:cNvSpPr/>
            <p:nvPr/>
          </p:nvSpPr>
          <p:spPr>
            <a:xfrm>
              <a:off x="3507740" y="2285138"/>
              <a:ext cx="2159000" cy="17145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047FF"/>
                  </a:solidFill>
                  <a:latin typeface="IBM Plex Mono SemiBold"/>
                  <a:ea typeface="IBM Plex Mono SemiBold"/>
                  <a:cs typeface="IBM Plex Mono SemiBold"/>
                </a:rPr>
                <a:t>Q1 2027</a:t>
              </a:r>
              <a:endParaRPr lang="en-US" sz="900" spc="54" kern="0" b="0" i="0" dirty="0">
                <a:solidFill>
                  <a:srgbClr val="0047FF"/>
                </a:solidFill>
                <a:latin typeface="IBM Plex Mono SemiBold"/>
                <a:ea typeface="IBM Plex Mono SemiBold"/>
                <a:cs typeface="IBM Plex Mono SemiBold"/>
              </a:endParaRPr>
            </a:p>
          </p:txBody>
        </p:sp>
        <p:sp>
          <p:nvSpPr>
            <p:cNvPr id="20" name="node01.milestones.source-002.label.part-2"/>
            <p:cNvSpPr/>
            <p:nvPr/>
          </p:nvSpPr>
          <p:spPr>
            <a:xfrm>
              <a:off x="3507740" y="2481988"/>
              <a:ext cx="21590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070154"/>
                  </a:solidFill>
                  <a:latin typeface="IBM Plex Sans SemiBold"/>
                  <a:ea typeface="IBM Plex Sans SemiBold"/>
                  <a:cs typeface="IBM Plex Sans SemiBold"/>
                </a:rPr>
                <a:t>Online scheduling</a:t>
              </a:r>
              <a:endParaRPr lang="en-US" sz="1400" spc="0" kern="0" b="0" i="0" dirty="0">
                <a:solidFill>
                  <a:srgbClr val="070154"/>
                </a:solidFill>
                <a:latin typeface="IBM Plex Sans SemiBold"/>
                <a:ea typeface="IBM Plex Sans SemiBold"/>
                <a:cs typeface="IBM Plex Sans SemiBold"/>
              </a:endParaRPr>
            </a:p>
          </p:txBody>
        </p:sp>
        <p:sp>
          <p:nvSpPr>
            <p:cNvPr id="21" name="node01.milestones.source-003.pin"/>
            <p:cNvSpPr/>
            <p:nvPr/>
          </p:nvSpPr>
          <p:spPr>
            <a:xfrm>
              <a:off x="7452360" y="2547212"/>
              <a:ext cx="304800" cy="304800"/>
            </a:xfrm>
            <a:prstGeom prst="ellipse">
              <a:avLst/>
            </a:prstGeom>
            <a:solidFill>
              <a:srgbClr val="FFFFFF"/>
            </a:solidFill>
            <a:ln w="25400">
              <a:solidFill>
                <a:srgbClr val="070154"/>
              </a:solidFill>
              <a:prstDash val="solid"/>
            </a:ln>
          </p:spPr>
        </p:sp>
        <p:sp>
          <p:nvSpPr>
            <p:cNvPr id="22" name="node01.milestones.source-003.number"/>
            <p:cNvSpPr/>
            <p:nvPr/>
          </p:nvSpPr>
          <p:spPr>
            <a:xfrm>
              <a:off x="7465060" y="2559912"/>
              <a:ext cx="279400" cy="279400"/>
            </a:xfrm>
            <a:prstGeom prst="rect">
              <a:avLst/>
            </a:prstGeom>
            <a:noFill/>
            <a:ln/>
          </p:spPr>
          <p:txBody>
            <a:bodyPr wrap="square" lIns="0" tIns="0" rIns="0" bIns="0" rtlCol="0" anchor="ctr"/>
            <a:lstStyle/>
            <a:p>
              <a:pPr algn="ctr" indent="0" marL="0">
                <a:lnSpc>
                  <a:spcPts val="1100"/>
                </a:lnSpc>
                <a:buNone/>
              </a:pPr>
              <a:r>
                <a:rPr lang="en-US" sz="1100" spc="0" kern="0" b="0" i="0" dirty="0">
                  <a:solidFill>
                    <a:srgbClr val="070154"/>
                  </a:solidFill>
                  <a:latin typeface="IBM Plex Mono SemiBold"/>
                  <a:ea typeface="IBM Plex Mono SemiBold"/>
                  <a:cs typeface="IBM Plex Mono SemiBold"/>
                </a:rPr>
                <a:t>3</a:t>
              </a:r>
              <a:endParaRPr lang="en-US" sz="1100" spc="0" kern="0" b="0" i="0" dirty="0">
                <a:solidFill>
                  <a:srgbClr val="070154"/>
                </a:solidFill>
                <a:latin typeface="IBM Plex Mono SemiBold"/>
                <a:ea typeface="IBM Plex Mono SemiBold"/>
                <a:cs typeface="IBM Plex Mono SemiBold"/>
              </a:endParaRPr>
            </a:p>
          </p:txBody>
        </p:sp>
        <p:sp>
          <p:nvSpPr>
            <p:cNvPr id="23" name="node01.milestones.source-003.tick"/>
            <p:cNvSpPr/>
            <p:nvPr/>
          </p:nvSpPr>
          <p:spPr>
            <a:xfrm>
              <a:off x="7598410" y="2864712"/>
              <a:ext cx="12700" cy="279400"/>
            </a:xfrm>
            <a:prstGeom prst="rect">
              <a:avLst/>
            </a:prstGeom>
            <a:solidFill>
              <a:srgbClr val="070154"/>
            </a:solidFill>
            <a:ln>
              <a:noFill/>
            </a:ln>
          </p:spPr>
        </p:sp>
        <p:sp>
          <p:nvSpPr>
            <p:cNvPr id="24" name="node01.milestones.source-003.label.part-1"/>
            <p:cNvSpPr/>
            <p:nvPr/>
          </p:nvSpPr>
          <p:spPr>
            <a:xfrm>
              <a:off x="6525260" y="3194912"/>
              <a:ext cx="2159000" cy="17145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047FF"/>
                  </a:solidFill>
                  <a:latin typeface="IBM Plex Mono SemiBold"/>
                  <a:ea typeface="IBM Plex Mono SemiBold"/>
                  <a:cs typeface="IBM Plex Mono SemiBold"/>
                </a:rPr>
                <a:t>Q2 2027</a:t>
              </a:r>
              <a:endParaRPr lang="en-US" sz="900" spc="54" kern="0" b="0" i="0" dirty="0">
                <a:solidFill>
                  <a:srgbClr val="0047FF"/>
                </a:solidFill>
                <a:latin typeface="IBM Plex Mono SemiBold"/>
                <a:ea typeface="IBM Plex Mono SemiBold"/>
                <a:cs typeface="IBM Plex Mono SemiBold"/>
              </a:endParaRPr>
            </a:p>
          </p:txBody>
        </p:sp>
        <p:sp>
          <p:nvSpPr>
            <p:cNvPr id="25" name="node01.milestones.source-003.label.part-2"/>
            <p:cNvSpPr/>
            <p:nvPr/>
          </p:nvSpPr>
          <p:spPr>
            <a:xfrm>
              <a:off x="6525260" y="3391762"/>
              <a:ext cx="21590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070154"/>
                  </a:solidFill>
                  <a:latin typeface="IBM Plex Sans SemiBold"/>
                  <a:ea typeface="IBM Plex Sans SemiBold"/>
                  <a:cs typeface="IBM Plex Sans SemiBold"/>
                </a:rPr>
                <a:t>Digital intake</a:t>
              </a:r>
              <a:endParaRPr lang="en-US" sz="1400" spc="0" kern="0" b="0" i="0" dirty="0">
                <a:solidFill>
                  <a:srgbClr val="070154"/>
                </a:solidFill>
                <a:latin typeface="IBM Plex Sans SemiBold"/>
                <a:ea typeface="IBM Plex Sans SemiBold"/>
                <a:cs typeface="IBM Plex Sans SemiBold"/>
              </a:endParaRPr>
            </a:p>
          </p:txBody>
        </p:sp>
        <p:sp>
          <p:nvSpPr>
            <p:cNvPr id="26" name="node01.milestones.source-004.pin"/>
            <p:cNvSpPr/>
            <p:nvPr/>
          </p:nvSpPr>
          <p:spPr>
            <a:xfrm>
              <a:off x="10469880" y="2282155"/>
              <a:ext cx="304800" cy="304800"/>
            </a:xfrm>
            <a:prstGeom prst="ellipse">
              <a:avLst/>
            </a:prstGeom>
            <a:solidFill>
              <a:srgbClr val="FFFFFF"/>
            </a:solidFill>
            <a:ln w="25400">
              <a:solidFill>
                <a:srgbClr val="070154"/>
              </a:solidFill>
              <a:prstDash val="solid"/>
            </a:ln>
          </p:spPr>
        </p:sp>
        <p:sp>
          <p:nvSpPr>
            <p:cNvPr id="27" name="node01.milestones.source-004.number"/>
            <p:cNvSpPr/>
            <p:nvPr/>
          </p:nvSpPr>
          <p:spPr>
            <a:xfrm>
              <a:off x="10482580" y="2294855"/>
              <a:ext cx="279400" cy="279400"/>
            </a:xfrm>
            <a:prstGeom prst="rect">
              <a:avLst/>
            </a:prstGeom>
            <a:noFill/>
            <a:ln/>
          </p:spPr>
          <p:txBody>
            <a:bodyPr wrap="square" lIns="0" tIns="0" rIns="0" bIns="0" rtlCol="0" anchor="ctr"/>
            <a:lstStyle/>
            <a:p>
              <a:pPr algn="ctr" indent="0" marL="0">
                <a:lnSpc>
                  <a:spcPts val="1100"/>
                </a:lnSpc>
                <a:buNone/>
              </a:pPr>
              <a:r>
                <a:rPr lang="en-US" sz="1100" spc="0" kern="0" b="0" i="0" dirty="0">
                  <a:solidFill>
                    <a:srgbClr val="070154"/>
                  </a:solidFill>
                  <a:latin typeface="IBM Plex Mono SemiBold"/>
                  <a:ea typeface="IBM Plex Mono SemiBold"/>
                  <a:cs typeface="IBM Plex Mono SemiBold"/>
                </a:rPr>
                <a:t>4</a:t>
              </a:r>
              <a:endParaRPr lang="en-US" sz="1100" spc="0" kern="0" b="0" i="0" dirty="0">
                <a:solidFill>
                  <a:srgbClr val="070154"/>
                </a:solidFill>
                <a:latin typeface="IBM Plex Mono SemiBold"/>
                <a:ea typeface="IBM Plex Mono SemiBold"/>
                <a:cs typeface="IBM Plex Mono SemiBold"/>
              </a:endParaRPr>
            </a:p>
          </p:txBody>
        </p:sp>
        <p:sp>
          <p:nvSpPr>
            <p:cNvPr id="28" name="node01.milestones.source-004.tick"/>
            <p:cNvSpPr/>
            <p:nvPr/>
          </p:nvSpPr>
          <p:spPr>
            <a:xfrm>
              <a:off x="10615930" y="2599655"/>
              <a:ext cx="12700" cy="279400"/>
            </a:xfrm>
            <a:prstGeom prst="rect">
              <a:avLst/>
            </a:prstGeom>
            <a:solidFill>
              <a:srgbClr val="070154"/>
            </a:solidFill>
            <a:ln>
              <a:noFill/>
            </a:ln>
          </p:spPr>
        </p:sp>
        <p:sp>
          <p:nvSpPr>
            <p:cNvPr id="29" name="node01.milestones.source-004.label.part-1"/>
            <p:cNvSpPr/>
            <p:nvPr/>
          </p:nvSpPr>
          <p:spPr>
            <a:xfrm>
              <a:off x="9309100" y="2929855"/>
              <a:ext cx="2159000" cy="17145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047FF"/>
                  </a:solidFill>
                  <a:latin typeface="IBM Plex Mono SemiBold"/>
                  <a:ea typeface="IBM Plex Mono SemiBold"/>
                  <a:cs typeface="IBM Plex Mono SemiBold"/>
                </a:rPr>
                <a:t>Q3 2027</a:t>
              </a:r>
              <a:endParaRPr lang="en-US" sz="900" spc="54" kern="0" b="0" i="0" dirty="0">
                <a:solidFill>
                  <a:srgbClr val="0047FF"/>
                </a:solidFill>
                <a:latin typeface="IBM Plex Mono SemiBold"/>
                <a:ea typeface="IBM Plex Mono SemiBold"/>
                <a:cs typeface="IBM Plex Mono SemiBold"/>
              </a:endParaRPr>
            </a:p>
          </p:txBody>
        </p:sp>
        <p:sp>
          <p:nvSpPr>
            <p:cNvPr id="30" name="node01.milestones.source-004.label.part-2"/>
            <p:cNvSpPr/>
            <p:nvPr/>
          </p:nvSpPr>
          <p:spPr>
            <a:xfrm>
              <a:off x="9309100" y="3126705"/>
              <a:ext cx="21590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070154"/>
                  </a:solidFill>
                  <a:latin typeface="IBM Plex Sans SemiBold"/>
                  <a:ea typeface="IBM Plex Sans SemiBold"/>
                  <a:cs typeface="IBM Plex Sans SemiBold"/>
                </a:rPr>
                <a:t>Smart reminders</a:t>
              </a:r>
              <a:endParaRPr lang="en-US" sz="1400" spc="0" kern="0" b="0" i="0" dirty="0">
                <a:solidFill>
                  <a:srgbClr val="070154"/>
                </a:solidFill>
                <a:latin typeface="IBM Plex Sans SemiBold"/>
                <a:ea typeface="IBM Plex Sans SemiBold"/>
                <a:cs typeface="IBM Plex Sans SemiBold"/>
              </a:endParaRPr>
            </a:p>
          </p:txBody>
        </p:sp>
      </p:grpSp>
      <p:grpSp>
        <p:nvGrpSpPr>
          <p:cNvPr id="52" name="node02"/>
          <p:cNvGrpSpPr/>
          <p:nvPr/>
        </p:nvGrpSpPr>
        <p:grpSpPr>
          <a:xfrm>
            <a:off x="723900" y="4572000"/>
            <a:ext cx="10744200" cy="1143000"/>
            <a:chOff x="723900" y="4572000"/>
            <a:chExt cx="10744200" cy="1143000"/>
          </a:xfrm>
        </p:grpSpPr>
        <p:grpSp>
          <p:nvGrpSpPr>
            <p:cNvPr id="48" name="node02.item-001"/>
            <p:cNvGrpSpPr/>
            <p:nvPr/>
          </p:nvGrpSpPr>
          <p:grpSpPr>
            <a:xfrm>
              <a:off x="723900" y="4572000"/>
              <a:ext cx="2514600" cy="1143000"/>
              <a:chOff x="723900" y="4572000"/>
              <a:chExt cx="2514600" cy="1143000"/>
            </a:xfrm>
          </p:grpSpPr>
          <p:sp>
            <p:nvSpPr>
              <p:cNvPr id="31" name="node02.item-001.container"/>
              <p:cNvSpPr/>
              <p:nvPr/>
            </p:nvSpPr>
            <p:spPr>
              <a:xfrm>
                <a:off x="723900" y="4572000"/>
                <a:ext cx="2514600" cy="1143000"/>
              </a:xfrm>
              <a:prstGeom prst="rect">
                <a:avLst/>
              </a:prstGeom>
              <a:solidFill>
                <a:srgbClr val="E8EEF8"/>
              </a:solidFill>
              <a:ln>
                <a:noFill/>
              </a:ln>
            </p:spPr>
          </p:sp>
          <p:sp>
            <p:nvSpPr>
              <p:cNvPr id="32" name="node02.item-001.number"/>
              <p:cNvSpPr/>
              <p:nvPr/>
            </p:nvSpPr>
            <p:spPr>
              <a:xfrm>
                <a:off x="838200" y="46863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01</a:t>
                </a:r>
                <a:endParaRPr lang="en-US" sz="1800" spc="0" kern="0" b="0" i="0" dirty="0">
                  <a:solidFill>
                    <a:srgbClr val="0047FF"/>
                  </a:solidFill>
                  <a:latin typeface="IBM Plex Mono SemiBold"/>
                  <a:ea typeface="IBM Plex Mono SemiBold"/>
                  <a:cs typeface="IBM Plex Mono SemiBold"/>
                </a:endParaRPr>
              </a:p>
            </p:txBody>
          </p:sp>
          <p:sp>
            <p:nvSpPr>
              <p:cNvPr id="33" name="node02.item-001.title"/>
              <p:cNvSpPr/>
              <p:nvPr/>
            </p:nvSpPr>
            <p:spPr>
              <a:xfrm>
                <a:off x="1238250" y="4686300"/>
                <a:ext cx="188595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Sign-in</a:t>
                </a:r>
                <a:endParaRPr lang="en-US" sz="1800" spc="-18" kern="0" b="0" i="0" dirty="0">
                  <a:solidFill>
                    <a:srgbClr val="070154"/>
                  </a:solidFill>
                  <a:latin typeface="IBM Plex Sans SemiBold"/>
                  <a:ea typeface="IBM Plex Sans SemiBold"/>
                  <a:cs typeface="IBM Plex Sans SemiBold"/>
                </a:endParaRPr>
              </a:p>
            </p:txBody>
          </p:sp>
          <p:sp>
            <p:nvSpPr>
              <p:cNvPr id="34" name="node02.item-001.body.item-001.paragraph"/>
              <p:cNvSpPr/>
              <p:nvPr/>
            </p:nvSpPr>
            <p:spPr>
              <a:xfrm>
                <a:off x="838200" y="5105400"/>
                <a:ext cx="22860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Replaces three logins; 60% migrate in 90 days.</a:t>
                </a:r>
                <a:endParaRPr lang="en-US" sz="1200" spc="0" kern="0" b="0" i="0" dirty="0">
                  <a:solidFill>
                    <a:srgbClr val="50658E"/>
                  </a:solidFill>
                  <a:latin typeface="IBM Plex Sans"/>
                  <a:ea typeface="IBM Plex Sans"/>
                  <a:cs typeface="IBM Plex Sans"/>
                </a:endParaRPr>
              </a:p>
            </p:txBody>
          </p:sp>
        </p:grpSp>
        <p:grpSp>
          <p:nvGrpSpPr>
            <p:cNvPr id="49" name="node02.item-002"/>
            <p:cNvGrpSpPr/>
            <p:nvPr/>
          </p:nvGrpSpPr>
          <p:grpSpPr>
            <a:xfrm>
              <a:off x="3467100" y="4572000"/>
              <a:ext cx="2514600" cy="1143000"/>
              <a:chOff x="3467100" y="4572000"/>
              <a:chExt cx="2514600" cy="1143000"/>
            </a:xfrm>
          </p:grpSpPr>
          <p:sp>
            <p:nvSpPr>
              <p:cNvPr id="35" name="node02.item-002.container"/>
              <p:cNvSpPr/>
              <p:nvPr/>
            </p:nvSpPr>
            <p:spPr>
              <a:xfrm>
                <a:off x="3467100" y="4572000"/>
                <a:ext cx="2514600" cy="1143000"/>
              </a:xfrm>
              <a:prstGeom prst="rect">
                <a:avLst/>
              </a:prstGeom>
              <a:solidFill>
                <a:srgbClr val="E8EEF8"/>
              </a:solidFill>
              <a:ln>
                <a:noFill/>
              </a:ln>
            </p:spPr>
          </p:sp>
          <p:sp>
            <p:nvSpPr>
              <p:cNvPr id="36" name="node02.item-002.number"/>
              <p:cNvSpPr/>
              <p:nvPr/>
            </p:nvSpPr>
            <p:spPr>
              <a:xfrm>
                <a:off x="3581400" y="46863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02</a:t>
                </a:r>
                <a:endParaRPr lang="en-US" sz="1800" spc="0" kern="0" b="0" i="0" dirty="0">
                  <a:solidFill>
                    <a:srgbClr val="0047FF"/>
                  </a:solidFill>
                  <a:latin typeface="IBM Plex Mono SemiBold"/>
                  <a:ea typeface="IBM Plex Mono SemiBold"/>
                  <a:cs typeface="IBM Plex Mono SemiBold"/>
                </a:endParaRPr>
              </a:p>
            </p:txBody>
          </p:sp>
          <p:sp>
            <p:nvSpPr>
              <p:cNvPr id="37" name="node02.item-002.title"/>
              <p:cNvSpPr/>
              <p:nvPr/>
            </p:nvSpPr>
            <p:spPr>
              <a:xfrm>
                <a:off x="3981450" y="4686300"/>
                <a:ext cx="188595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Self-booking</a:t>
                </a:r>
                <a:endParaRPr lang="en-US" sz="1800" spc="-18" kern="0" b="0" i="0" dirty="0">
                  <a:solidFill>
                    <a:srgbClr val="070154"/>
                  </a:solidFill>
                  <a:latin typeface="IBM Plex Sans SemiBold"/>
                  <a:ea typeface="IBM Plex Sans SemiBold"/>
                  <a:cs typeface="IBM Plex Sans SemiBold"/>
                </a:endParaRPr>
              </a:p>
            </p:txBody>
          </p:sp>
          <p:sp>
            <p:nvSpPr>
              <p:cNvPr id="38" name="node02.item-002.body.item-001.paragraph"/>
              <p:cNvSpPr/>
              <p:nvPr/>
            </p:nvSpPr>
            <p:spPr>
              <a:xfrm>
                <a:off x="3581400" y="5105400"/>
                <a:ext cx="22860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Primary care first, then specialty clinics.</a:t>
                </a:r>
                <a:endParaRPr lang="en-US" sz="1200" spc="0" kern="0" b="0" i="0" dirty="0">
                  <a:solidFill>
                    <a:srgbClr val="50658E"/>
                  </a:solidFill>
                  <a:latin typeface="IBM Plex Sans"/>
                  <a:ea typeface="IBM Plex Sans"/>
                  <a:cs typeface="IBM Plex Sans"/>
                </a:endParaRPr>
              </a:p>
            </p:txBody>
          </p:sp>
        </p:grpSp>
        <p:grpSp>
          <p:nvGrpSpPr>
            <p:cNvPr id="50" name="node02.item-003"/>
            <p:cNvGrpSpPr/>
            <p:nvPr/>
          </p:nvGrpSpPr>
          <p:grpSpPr>
            <a:xfrm>
              <a:off x="6210300" y="4572000"/>
              <a:ext cx="2514600" cy="1143000"/>
              <a:chOff x="6210300" y="4572000"/>
              <a:chExt cx="2514600" cy="1143000"/>
            </a:xfrm>
          </p:grpSpPr>
          <p:sp>
            <p:nvSpPr>
              <p:cNvPr id="39" name="node02.item-003.container"/>
              <p:cNvSpPr/>
              <p:nvPr/>
            </p:nvSpPr>
            <p:spPr>
              <a:xfrm>
                <a:off x="6210300" y="4572000"/>
                <a:ext cx="2514600" cy="1143000"/>
              </a:xfrm>
              <a:prstGeom prst="rect">
                <a:avLst/>
              </a:prstGeom>
              <a:solidFill>
                <a:srgbClr val="E8EEF8"/>
              </a:solidFill>
              <a:ln>
                <a:noFill/>
              </a:ln>
            </p:spPr>
          </p:sp>
          <p:sp>
            <p:nvSpPr>
              <p:cNvPr id="40" name="node02.item-003.number"/>
              <p:cNvSpPr/>
              <p:nvPr/>
            </p:nvSpPr>
            <p:spPr>
              <a:xfrm>
                <a:off x="6324600" y="46863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03</a:t>
                </a:r>
                <a:endParaRPr lang="en-US" sz="1800" spc="0" kern="0" b="0" i="0" dirty="0">
                  <a:solidFill>
                    <a:srgbClr val="0047FF"/>
                  </a:solidFill>
                  <a:latin typeface="IBM Plex Mono SemiBold"/>
                  <a:ea typeface="IBM Plex Mono SemiBold"/>
                  <a:cs typeface="IBM Plex Mono SemiBold"/>
                </a:endParaRPr>
              </a:p>
            </p:txBody>
          </p:sp>
          <p:sp>
            <p:nvSpPr>
              <p:cNvPr id="41" name="node02.item-003.title"/>
              <p:cNvSpPr/>
              <p:nvPr/>
            </p:nvSpPr>
            <p:spPr>
              <a:xfrm>
                <a:off x="6724650" y="4686300"/>
                <a:ext cx="188595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Digital intake</a:t>
                </a:r>
                <a:endParaRPr lang="en-US" sz="1800" spc="-18" kern="0" b="0" i="0" dirty="0">
                  <a:solidFill>
                    <a:srgbClr val="070154"/>
                  </a:solidFill>
                  <a:latin typeface="IBM Plex Sans SemiBold"/>
                  <a:ea typeface="IBM Plex Sans SemiBold"/>
                  <a:cs typeface="IBM Plex Sans SemiBold"/>
                </a:endParaRPr>
              </a:p>
            </p:txBody>
          </p:sp>
          <p:sp>
            <p:nvSpPr>
              <p:cNvPr id="42" name="node02.item-003.body.item-001.paragraph"/>
              <p:cNvSpPr/>
              <p:nvPr/>
            </p:nvSpPr>
            <p:spPr>
              <a:xfrm>
                <a:off x="6324600" y="5105400"/>
                <a:ext cx="22860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Forms and coverage checks before arrival.</a:t>
                </a:r>
                <a:endParaRPr lang="en-US" sz="1200" spc="0" kern="0" b="0" i="0" dirty="0">
                  <a:solidFill>
                    <a:srgbClr val="50658E"/>
                  </a:solidFill>
                  <a:latin typeface="IBM Plex Sans"/>
                  <a:ea typeface="IBM Plex Sans"/>
                  <a:cs typeface="IBM Plex Sans"/>
                </a:endParaRPr>
              </a:p>
            </p:txBody>
          </p:sp>
        </p:grpSp>
        <p:grpSp>
          <p:nvGrpSpPr>
            <p:cNvPr id="51" name="node02.item-004"/>
            <p:cNvGrpSpPr/>
            <p:nvPr/>
          </p:nvGrpSpPr>
          <p:grpSpPr>
            <a:xfrm>
              <a:off x="8953500" y="4572000"/>
              <a:ext cx="2514600" cy="1143000"/>
              <a:chOff x="8953500" y="4572000"/>
              <a:chExt cx="2514600" cy="1143000"/>
            </a:xfrm>
          </p:grpSpPr>
          <p:sp>
            <p:nvSpPr>
              <p:cNvPr id="43" name="node02.item-004.container"/>
              <p:cNvSpPr/>
              <p:nvPr/>
            </p:nvSpPr>
            <p:spPr>
              <a:xfrm>
                <a:off x="8953500" y="4572000"/>
                <a:ext cx="2514600" cy="1143000"/>
              </a:xfrm>
              <a:prstGeom prst="rect">
                <a:avLst/>
              </a:prstGeom>
              <a:solidFill>
                <a:srgbClr val="E8EEF8"/>
              </a:solidFill>
              <a:ln>
                <a:noFill/>
              </a:ln>
            </p:spPr>
          </p:sp>
          <p:sp>
            <p:nvSpPr>
              <p:cNvPr id="44" name="node02.item-004.number"/>
              <p:cNvSpPr/>
              <p:nvPr/>
            </p:nvSpPr>
            <p:spPr>
              <a:xfrm>
                <a:off x="9067800" y="46863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04</a:t>
                </a:r>
                <a:endParaRPr lang="en-US" sz="1800" spc="0" kern="0" b="0" i="0" dirty="0">
                  <a:solidFill>
                    <a:srgbClr val="0047FF"/>
                  </a:solidFill>
                  <a:latin typeface="IBM Plex Mono SemiBold"/>
                  <a:ea typeface="IBM Plex Mono SemiBold"/>
                  <a:cs typeface="IBM Plex Mono SemiBold"/>
                </a:endParaRPr>
              </a:p>
            </p:txBody>
          </p:sp>
          <p:sp>
            <p:nvSpPr>
              <p:cNvPr id="45" name="node02.item-004.title"/>
              <p:cNvSpPr/>
              <p:nvPr/>
            </p:nvSpPr>
            <p:spPr>
              <a:xfrm>
                <a:off x="9467850" y="4686300"/>
                <a:ext cx="188595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Reminders</a:t>
                </a:r>
                <a:endParaRPr lang="en-US" sz="1800" spc="-18" kern="0" b="0" i="0" dirty="0">
                  <a:solidFill>
                    <a:srgbClr val="070154"/>
                  </a:solidFill>
                  <a:latin typeface="IBM Plex Sans SemiBold"/>
                  <a:ea typeface="IBM Plex Sans SemiBold"/>
                  <a:cs typeface="IBM Plex Sans SemiBold"/>
                </a:endParaRPr>
              </a:p>
            </p:txBody>
          </p:sp>
          <p:sp>
            <p:nvSpPr>
              <p:cNvPr id="46" name="node02.item-004.body.item-001.paragraph"/>
              <p:cNvSpPr/>
              <p:nvPr/>
            </p:nvSpPr>
            <p:spPr>
              <a:xfrm>
                <a:off x="9067800" y="5105400"/>
                <a:ext cx="22860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Two-way text cuts no-shows by a quarter.</a:t>
                </a:r>
                <a:endParaRPr lang="en-US" sz="1200" spc="0" kern="0" b="0" i="0" dirty="0">
                  <a:solidFill>
                    <a:srgbClr val="50658E"/>
                  </a:solidFill>
                  <a:latin typeface="IBM Plex Sans"/>
                  <a:ea typeface="IBM Plex Sans"/>
                  <a:cs typeface="IBM Plex Sans"/>
                </a:endParaRPr>
              </a:p>
            </p:txBody>
          </p:sp>
        </p:grpSp>
      </p:gr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name="source-436">
    <p:spTree>
      <p:nvGrpSpPr>
        <p:cNvPr id="1" name=""/>
        <p:cNvGrpSpPr/>
        <p:nvPr/>
      </p:nvGrpSpPr>
      <p:grpSpPr>
        <a:xfrm>
          <a:off x="0" y="0"/>
          <a:ext cx="0" cy="0"/>
          <a:chOff x="0" y="0"/>
          <a:chExt cx="0" cy="0"/>
        </a:xfrm>
      </p:grpSpPr>
      <p:sp>
        <p:nvSpPr>
          <p:cNvPr id="3" name="eyebrow"/>
          <p:cNvSpPr/>
          <p:nvPr/>
        </p:nvSpPr>
        <p:spPr>
          <a:xfrm>
            <a:off x="8039100" y="457200"/>
            <a:ext cx="34290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DIGITAL FRONT DOOR ROADMAP</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8039100" y="685800"/>
            <a:ext cx="3429000" cy="13716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Six decisions set the pace of the roadmap</a:t>
            </a:r>
            <a:endParaRPr lang="en-US" sz="2400" spc="-36" kern="0" b="0" i="0" dirty="0">
              <a:solidFill>
                <a:srgbClr val="070154"/>
              </a:solidFill>
              <a:latin typeface="IBM Plex Sans SemiBold"/>
              <a:ea typeface="IBM Plex Sans SemiBold"/>
              <a:cs typeface="IBM Plex Sans SemiBold"/>
            </a:endParaRPr>
          </a:p>
        </p:txBody>
      </p:sp>
      <p:sp>
        <p:nvSpPr>
          <p:cNvPr id="5" name="source"/>
          <p:cNvSpPr/>
          <p:nvPr/>
        </p:nvSpPr>
        <p:spPr>
          <a:xfrm>
            <a:off x="8039100" y="5829300"/>
            <a:ext cx="34290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Northfield Health System digital front door program.</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142</a:t>
            </a:fld>
            <a:endParaRPr lang="en-US" sz="700" spc="0" kern="0" b="0" i="0" dirty="0">
              <a:solidFill>
                <a:srgbClr val="070154"/>
              </a:solidFill>
              <a:latin typeface="IBM Plex Mono SemiBold"/>
              <a:ea typeface="IBM Plex Mono SemiBold"/>
              <a:cs typeface="IBM Plex Mono SemiBold"/>
            </a:endParaRPr>
          </a:p>
        </p:txBody>
      </p:sp>
      <p:grpSp>
        <p:nvGrpSpPr>
          <p:cNvPr id="30" name="node01"/>
          <p:cNvGrpSpPr/>
          <p:nvPr/>
        </p:nvGrpSpPr>
        <p:grpSpPr>
          <a:xfrm>
            <a:off x="723900" y="457200"/>
            <a:ext cx="7086600" cy="5232400"/>
            <a:chOff x="723900" y="457200"/>
            <a:chExt cx="7086600" cy="5232400"/>
          </a:xfrm>
        </p:grpSpPr>
        <p:graphicFrame>
          <p:nvGraphicFramePr>
            <p:cNvPr id="7" name="node01.native"/>
            <p:cNvGraphicFramePr>
              <a:graphicFrameLocks noGrp="1"/>
            </p:cNvGraphicFramePr>
            <p:nvPr>
              <p:extLst>
                <p:ext uri="{D42A27DB-BD31-4B8C-83A1-F6EECF244321}">
                  <p14:modId xmlns:p14="http://schemas.microsoft.com/office/powerpoint/2010/main" val="1579011935"/>
                </p:ext>
              </p:extLst>
            </p:nvPr>
          </p:nvGraphicFramePr>
          <p:xfrm>
            <a:off x="723900" y="457200"/>
            <a:ext cx="7086600" cy="5232400"/>
          </p:xfrm>
          <a:graphic>
            <a:graphicData uri="http://schemas.openxmlformats.org/drawingml/2006/table">
              <a:tbl>
                <a:tblPr/>
                <a:tblGrid>
                  <a:gridCol w="2133600"/>
                  <a:gridCol w="914400"/>
                  <a:gridCol w="1905000"/>
                  <a:gridCol w="2133600"/>
                </a:tblGrid>
                <a:tr h="355600">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DECISION</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BY</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OWNER</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WHAT IT UNLOCKS</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r>
                <a:tr h="8128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Fund the data foundation</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Executive team</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Wave 1 starts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8128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Approve patient ID policy</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Privacy officer</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Single sign-in at every site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8128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Choose buy, build or partner</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Chief digital officer</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Vendor selection and contracts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8128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Set price estimate rules</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VP revenue cycle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Estimates shown before booking</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8128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Agree clinical workflow changes</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Clinical council</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Referral tracking and care plans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8128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Decide on enterprise scale-out</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Executive team</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Funding for 2028</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bl>
            </a:graphicData>
          </a:graphic>
        </p:graphicFrame>
        <p:sp>
          <p:nvSpPr>
            <p:cNvPr id="8" name="node01.row.item-001.w.priority.fill"/>
            <p:cNvSpPr/>
            <p:nvPr/>
          </p:nvSpPr>
          <p:spPr>
            <a:xfrm>
              <a:off x="3060700" y="1108075"/>
              <a:ext cx="508000" cy="222250"/>
            </a:xfrm>
            <a:prstGeom prst="rect">
              <a:avLst/>
            </a:prstGeom>
            <a:solidFill>
              <a:srgbClr val="070154"/>
            </a:solidFill>
            <a:ln w="9525">
              <a:solidFill>
                <a:srgbClr val="070154"/>
              </a:solidFill>
              <a:prstDash val="solid"/>
            </a:ln>
          </p:spPr>
        </p:sp>
        <p:sp>
          <p:nvSpPr>
            <p:cNvPr id="9" name="node01.row.item-001.w.priority"/>
            <p:cNvSpPr/>
            <p:nvPr/>
          </p:nvSpPr>
          <p:spPr>
            <a:xfrm>
              <a:off x="3162300" y="1133475"/>
              <a:ext cx="304800" cy="17145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FFFFFF"/>
                  </a:solidFill>
                  <a:latin typeface="IBM Plex Mono SemiBold"/>
                  <a:ea typeface="IBM Plex Mono SemiBold"/>
                  <a:cs typeface="IBM Plex Mono SemiBold"/>
                </a:rPr>
                <a:t>NOW</a:t>
              </a:r>
              <a:endParaRPr lang="en-US" sz="900" spc="54" kern="0" b="0" i="0" dirty="0">
                <a:solidFill>
                  <a:srgbClr val="FFFFFF"/>
                </a:solidFill>
                <a:latin typeface="IBM Plex Mono SemiBold"/>
                <a:ea typeface="IBM Plex Mono SemiBold"/>
                <a:cs typeface="IBM Plex Mono SemiBold"/>
              </a:endParaRPr>
            </a:p>
          </p:txBody>
        </p:sp>
        <p:sp>
          <p:nvSpPr>
            <p:cNvPr id="10" name="node01.row.item-002.w.priority.fill"/>
            <p:cNvSpPr/>
            <p:nvPr/>
          </p:nvSpPr>
          <p:spPr>
            <a:xfrm>
              <a:off x="3060700" y="1920875"/>
              <a:ext cx="508000" cy="222250"/>
            </a:xfrm>
            <a:prstGeom prst="rect">
              <a:avLst/>
            </a:prstGeom>
            <a:solidFill>
              <a:srgbClr val="070154"/>
            </a:solidFill>
            <a:ln w="9525">
              <a:solidFill>
                <a:srgbClr val="070154"/>
              </a:solidFill>
              <a:prstDash val="solid"/>
            </a:ln>
          </p:spPr>
        </p:sp>
        <p:sp>
          <p:nvSpPr>
            <p:cNvPr id="11" name="node01.row.item-002.w.priority"/>
            <p:cNvSpPr/>
            <p:nvPr/>
          </p:nvSpPr>
          <p:spPr>
            <a:xfrm>
              <a:off x="3162300" y="1946275"/>
              <a:ext cx="304800" cy="17145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FFFFFF"/>
                  </a:solidFill>
                  <a:latin typeface="IBM Plex Mono SemiBold"/>
                  <a:ea typeface="IBM Plex Mono SemiBold"/>
                  <a:cs typeface="IBM Plex Mono SemiBold"/>
                </a:rPr>
                <a:t>NOW</a:t>
              </a:r>
              <a:endParaRPr lang="en-US" sz="900" spc="54" kern="0" b="0" i="0" dirty="0">
                <a:solidFill>
                  <a:srgbClr val="FFFFFF"/>
                </a:solidFill>
                <a:latin typeface="IBM Plex Mono SemiBold"/>
                <a:ea typeface="IBM Plex Mono SemiBold"/>
                <a:cs typeface="IBM Plex Mono SemiBold"/>
              </a:endParaRPr>
            </a:p>
          </p:txBody>
        </p:sp>
        <p:sp>
          <p:nvSpPr>
            <p:cNvPr id="12" name="node01.row.item-003.w.priority.fill"/>
            <p:cNvSpPr/>
            <p:nvPr/>
          </p:nvSpPr>
          <p:spPr>
            <a:xfrm>
              <a:off x="3050158" y="2733675"/>
              <a:ext cx="529084" cy="222250"/>
            </a:xfrm>
            <a:prstGeom prst="rect">
              <a:avLst/>
            </a:prstGeom>
            <a:solidFill>
              <a:srgbClr val="CED7E6"/>
            </a:solidFill>
            <a:ln w="9525">
              <a:solidFill>
                <a:srgbClr val="070154"/>
              </a:solidFill>
              <a:prstDash val="solid"/>
            </a:ln>
          </p:spPr>
        </p:sp>
        <p:sp>
          <p:nvSpPr>
            <p:cNvPr id="13" name="node01.row.item-003.w.priority"/>
            <p:cNvSpPr/>
            <p:nvPr/>
          </p:nvSpPr>
          <p:spPr>
            <a:xfrm>
              <a:off x="3151758" y="2759075"/>
              <a:ext cx="325884" cy="17145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SemiBold"/>
                  <a:ea typeface="IBM Plex Mono SemiBold"/>
                  <a:cs typeface="IBM Plex Mono SemiBold"/>
                </a:rPr>
                <a:t>NEXT</a:t>
              </a:r>
              <a:endParaRPr lang="en-US" sz="900" spc="54" kern="0" b="0" i="0" dirty="0">
                <a:solidFill>
                  <a:srgbClr val="070154"/>
                </a:solidFill>
                <a:latin typeface="IBM Plex Mono SemiBold"/>
                <a:ea typeface="IBM Plex Mono SemiBold"/>
                <a:cs typeface="IBM Plex Mono SemiBold"/>
              </a:endParaRPr>
            </a:p>
          </p:txBody>
        </p:sp>
        <p:sp>
          <p:nvSpPr>
            <p:cNvPr id="14" name="node01.row.item-004.w.priority.fill"/>
            <p:cNvSpPr/>
            <p:nvPr/>
          </p:nvSpPr>
          <p:spPr>
            <a:xfrm>
              <a:off x="3050158" y="3546475"/>
              <a:ext cx="529084" cy="222250"/>
            </a:xfrm>
            <a:prstGeom prst="rect">
              <a:avLst/>
            </a:prstGeom>
            <a:solidFill>
              <a:srgbClr val="CED7E6"/>
            </a:solidFill>
            <a:ln w="9525">
              <a:solidFill>
                <a:srgbClr val="070154"/>
              </a:solidFill>
              <a:prstDash val="solid"/>
            </a:ln>
          </p:spPr>
        </p:sp>
        <p:sp>
          <p:nvSpPr>
            <p:cNvPr id="15" name="node01.row.item-004.w.priority"/>
            <p:cNvSpPr/>
            <p:nvPr/>
          </p:nvSpPr>
          <p:spPr>
            <a:xfrm>
              <a:off x="3151758" y="3571875"/>
              <a:ext cx="325884" cy="17145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SemiBold"/>
                  <a:ea typeface="IBM Plex Mono SemiBold"/>
                  <a:cs typeface="IBM Plex Mono SemiBold"/>
                </a:rPr>
                <a:t>NEXT</a:t>
              </a:r>
              <a:endParaRPr lang="en-US" sz="900" spc="54" kern="0" b="0" i="0" dirty="0">
                <a:solidFill>
                  <a:srgbClr val="070154"/>
                </a:solidFill>
                <a:latin typeface="IBM Plex Mono SemiBold"/>
                <a:ea typeface="IBM Plex Mono SemiBold"/>
                <a:cs typeface="IBM Plex Mono SemiBold"/>
              </a:endParaRPr>
            </a:p>
          </p:txBody>
        </p:sp>
        <p:sp>
          <p:nvSpPr>
            <p:cNvPr id="16" name="node01.row.item-005.w.priority.fill"/>
            <p:cNvSpPr/>
            <p:nvPr/>
          </p:nvSpPr>
          <p:spPr>
            <a:xfrm>
              <a:off x="3012598" y="4359275"/>
              <a:ext cx="604205" cy="222250"/>
            </a:xfrm>
            <a:prstGeom prst="rect">
              <a:avLst/>
            </a:prstGeom>
            <a:ln w="9525">
              <a:solidFill>
                <a:srgbClr val="070154"/>
              </a:solidFill>
              <a:prstDash val="solid"/>
            </a:ln>
          </p:spPr>
        </p:sp>
        <p:sp>
          <p:nvSpPr>
            <p:cNvPr id="17" name="node01.row.item-005.w.priority"/>
            <p:cNvSpPr/>
            <p:nvPr/>
          </p:nvSpPr>
          <p:spPr>
            <a:xfrm>
              <a:off x="3114198" y="4384675"/>
              <a:ext cx="401005" cy="17145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SemiBold"/>
                  <a:ea typeface="IBM Plex Mono SemiBold"/>
                  <a:cs typeface="IBM Plex Mono SemiBold"/>
                </a:rPr>
                <a:t>LATER</a:t>
              </a:r>
              <a:endParaRPr lang="en-US" sz="900" spc="54" kern="0" b="0" i="0" dirty="0">
                <a:solidFill>
                  <a:srgbClr val="070154"/>
                </a:solidFill>
                <a:latin typeface="IBM Plex Mono SemiBold"/>
                <a:ea typeface="IBM Plex Mono SemiBold"/>
                <a:cs typeface="IBM Plex Mono SemiBold"/>
              </a:endParaRPr>
            </a:p>
          </p:txBody>
        </p:sp>
        <p:sp>
          <p:nvSpPr>
            <p:cNvPr id="18" name="node01.row.item-006.w.priority.fill"/>
            <p:cNvSpPr/>
            <p:nvPr/>
          </p:nvSpPr>
          <p:spPr>
            <a:xfrm>
              <a:off x="3012598" y="5172075"/>
              <a:ext cx="604205" cy="222250"/>
            </a:xfrm>
            <a:prstGeom prst="rect">
              <a:avLst/>
            </a:prstGeom>
            <a:ln w="9525">
              <a:solidFill>
                <a:srgbClr val="070154"/>
              </a:solidFill>
              <a:prstDash val="solid"/>
            </a:ln>
          </p:spPr>
        </p:sp>
        <p:sp>
          <p:nvSpPr>
            <p:cNvPr id="19" name="node01.row.item-006.w.priority"/>
            <p:cNvSpPr/>
            <p:nvPr/>
          </p:nvSpPr>
          <p:spPr>
            <a:xfrm>
              <a:off x="3114198" y="5197475"/>
              <a:ext cx="401005" cy="17145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SemiBold"/>
                  <a:ea typeface="IBM Plex Mono SemiBold"/>
                  <a:cs typeface="IBM Plex Mono SemiBold"/>
                </a:rPr>
                <a:t>LATER</a:t>
              </a:r>
              <a:endParaRPr lang="en-US" sz="900" spc="54" kern="0" b="0" i="0" dirty="0">
                <a:solidFill>
                  <a:srgbClr val="070154"/>
                </a:solidFill>
                <a:latin typeface="IBM Plex Mono SemiBold"/>
                <a:ea typeface="IBM Plex Mono SemiBold"/>
                <a:cs typeface="IBM Plex Mono SemiBold"/>
              </a:endParaRPr>
            </a:p>
          </p:txBody>
        </p:sp>
      </p:grpSp>
      <p:grpSp>
        <p:nvGrpSpPr>
          <p:cNvPr id="31" name="node02"/>
          <p:cNvGrpSpPr/>
          <p:nvPr/>
        </p:nvGrpSpPr>
        <p:grpSpPr>
          <a:xfrm>
            <a:off x="8039100" y="2514600"/>
            <a:ext cx="3429000" cy="800100"/>
            <a:chOff x="8039100" y="2514600"/>
            <a:chExt cx="3429000" cy="800100"/>
          </a:xfrm>
        </p:grpSpPr>
        <p:sp>
          <p:nvSpPr>
            <p:cNvPr id="20" name="node02.text"/>
            <p:cNvSpPr/>
            <p:nvPr/>
          </p:nvSpPr>
          <p:spPr>
            <a:xfrm>
              <a:off x="8039100" y="2514600"/>
              <a:ext cx="3429000" cy="8001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A roadmap is a series of choices, each made by a named owner before work can start.</a:t>
              </a:r>
              <a:endParaRPr lang="en-US" sz="1400" spc="0" kern="0" b="0" i="0" dirty="0">
                <a:solidFill>
                  <a:srgbClr val="070154"/>
                </a:solidFill>
                <a:latin typeface="IBM Plex Sans"/>
                <a:ea typeface="IBM Plex Sans"/>
                <a:cs typeface="IBM Plex Sans"/>
              </a:endParaRPr>
            </a:p>
          </p:txBody>
        </p:sp>
      </p:grpSp>
      <p:grpSp>
        <p:nvGrpSpPr>
          <p:cNvPr id="32" name="node03"/>
          <p:cNvGrpSpPr/>
          <p:nvPr/>
        </p:nvGrpSpPr>
        <p:grpSpPr>
          <a:xfrm>
            <a:off x="8039100" y="3657600"/>
            <a:ext cx="3429000" cy="228600"/>
            <a:chOff x="8039100" y="3657600"/>
            <a:chExt cx="3429000" cy="228600"/>
          </a:xfrm>
        </p:grpSpPr>
        <p:sp>
          <p:nvSpPr>
            <p:cNvPr id="21" name="node03.label"/>
            <p:cNvSpPr/>
            <p:nvPr/>
          </p:nvSpPr>
          <p:spPr>
            <a:xfrm>
              <a:off x="8039100" y="3657600"/>
              <a:ext cx="1678062"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HOW DECISIONS ARE MADE</a:t>
              </a:r>
              <a:endParaRPr lang="en-US" sz="900" spc="54" kern="0" b="0" i="0" dirty="0">
                <a:solidFill>
                  <a:srgbClr val="50658E"/>
                </a:solidFill>
                <a:latin typeface="IBM Plex Mono Medium"/>
                <a:ea typeface="IBM Plex Mono Medium"/>
                <a:cs typeface="IBM Plex Mono Medium"/>
              </a:endParaRPr>
            </a:p>
          </p:txBody>
        </p:sp>
        <p:sp>
          <p:nvSpPr>
            <p:cNvPr id="22" name="node03.rule"/>
            <p:cNvSpPr/>
            <p:nvPr/>
          </p:nvSpPr>
          <p:spPr>
            <a:xfrm>
              <a:off x="9844162" y="3767138"/>
              <a:ext cx="1623938" cy="9525"/>
            </a:xfrm>
            <a:prstGeom prst="rect">
              <a:avLst/>
            </a:prstGeom>
            <a:solidFill>
              <a:srgbClr val="CED7E6"/>
            </a:solidFill>
            <a:ln>
              <a:noFill/>
            </a:ln>
          </p:spPr>
        </p:sp>
      </p:grpSp>
      <p:sp>
        <p:nvSpPr>
          <p:cNvPr id="23" name="node04"/>
          <p:cNvSpPr/>
          <p:nvPr/>
        </p:nvSpPr>
        <p:spPr>
          <a:xfrm>
            <a:off x="8039100" y="3886200"/>
            <a:ext cx="3429000" cy="9525"/>
          </a:xfrm>
          <a:prstGeom prst="rect">
            <a:avLst/>
          </a:prstGeom>
          <a:solidFill>
            <a:srgbClr val="CED7E6"/>
          </a:solidFill>
          <a:ln>
            <a:noFill/>
          </a:ln>
        </p:spPr>
      </p:sp>
      <p:grpSp>
        <p:nvGrpSpPr>
          <p:cNvPr id="33" name="node05"/>
          <p:cNvGrpSpPr/>
          <p:nvPr/>
        </p:nvGrpSpPr>
        <p:grpSpPr>
          <a:xfrm>
            <a:off x="8039100" y="3962400"/>
            <a:ext cx="3429000" cy="1219200"/>
            <a:chOff x="8039100" y="3962400"/>
            <a:chExt cx="3429000" cy="1219200"/>
          </a:xfrm>
        </p:grpSpPr>
        <p:sp>
          <p:nvSpPr>
            <p:cNvPr id="24" name="node05.source-001.bullet"/>
            <p:cNvSpPr/>
            <p:nvPr/>
          </p:nvSpPr>
          <p:spPr>
            <a:xfrm>
              <a:off x="8039100" y="4051300"/>
              <a:ext cx="38100" cy="38100"/>
            </a:xfrm>
            <a:prstGeom prst="rect">
              <a:avLst/>
            </a:prstGeom>
            <a:solidFill>
              <a:srgbClr val="070154"/>
            </a:solidFill>
            <a:ln>
              <a:noFill/>
            </a:ln>
          </p:spPr>
        </p:sp>
        <p:sp>
          <p:nvSpPr>
            <p:cNvPr id="25" name="node05.source-001.text"/>
            <p:cNvSpPr/>
            <p:nvPr/>
          </p:nvSpPr>
          <p:spPr>
            <a:xfrm>
              <a:off x="8191500" y="39624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 xml:space="preserve">Forum.</a:t>
              </a:r>
              <a:r>
                <a:rPr lang="en-US" sz="1200" spc="0" kern="0" b="0" i="0" dirty="0">
                  <a:solidFill>
                    <a:srgbClr val="50658E"/>
                  </a:solidFill>
                  <a:latin typeface="IBM Plex Sans"/>
                  <a:ea typeface="IBM Plex Sans"/>
                  <a:cs typeface="IBM Plex Sans"/>
                </a:rPr>
                <a:t xml:space="preserve"> Access council, monthly.</a:t>
              </a:r>
              <a:endParaRPr lang="en-US" sz="1200" spc="0" kern="0" b="0" i="0" dirty="0">
                <a:solidFill>
                  <a:srgbClr val="070154"/>
                </a:solidFill>
                <a:latin typeface="IBM Plex Sans"/>
                <a:ea typeface="IBM Plex Sans"/>
                <a:cs typeface="IBM Plex Sans"/>
              </a:endParaRPr>
            </a:p>
          </p:txBody>
        </p:sp>
        <p:sp>
          <p:nvSpPr>
            <p:cNvPr id="26" name="node05.source-002.bullet"/>
            <p:cNvSpPr/>
            <p:nvPr/>
          </p:nvSpPr>
          <p:spPr>
            <a:xfrm>
              <a:off x="8039100" y="4318000"/>
              <a:ext cx="38100" cy="38100"/>
            </a:xfrm>
            <a:prstGeom prst="rect">
              <a:avLst/>
            </a:prstGeom>
            <a:solidFill>
              <a:srgbClr val="070154"/>
            </a:solidFill>
            <a:ln>
              <a:noFill/>
            </a:ln>
          </p:spPr>
        </p:sp>
        <p:sp>
          <p:nvSpPr>
            <p:cNvPr id="27" name="node05.source-002.text"/>
            <p:cNvSpPr/>
            <p:nvPr/>
          </p:nvSpPr>
          <p:spPr>
            <a:xfrm>
              <a:off x="8191500" y="4229100"/>
              <a:ext cx="32766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 xml:space="preserve">Rule.</a:t>
              </a:r>
              <a:r>
                <a:rPr lang="en-US" sz="1200" spc="0" kern="0" b="0" i="0" dirty="0">
                  <a:solidFill>
                    <a:srgbClr val="50658E"/>
                  </a:solidFill>
                  <a:latin typeface="IBM Plex Sans"/>
                  <a:ea typeface="IBM Plex Sans"/>
                  <a:cs typeface="IBM Plex Sans"/>
                </a:rPr>
                <a:t xml:space="preserve"> No wave starts without its decision logged.</a:t>
              </a:r>
              <a:endParaRPr lang="en-US" sz="1200" spc="0" kern="0" b="0" i="0" dirty="0">
                <a:solidFill>
                  <a:srgbClr val="070154"/>
                </a:solidFill>
                <a:latin typeface="IBM Plex Sans"/>
                <a:ea typeface="IBM Plex Sans"/>
                <a:cs typeface="IBM Plex Sans"/>
              </a:endParaRPr>
            </a:p>
          </p:txBody>
        </p:sp>
        <p:sp>
          <p:nvSpPr>
            <p:cNvPr id="28" name="node05.source-003.bullet"/>
            <p:cNvSpPr/>
            <p:nvPr/>
          </p:nvSpPr>
          <p:spPr>
            <a:xfrm>
              <a:off x="8039100" y="4813300"/>
              <a:ext cx="38100" cy="38100"/>
            </a:xfrm>
            <a:prstGeom prst="rect">
              <a:avLst/>
            </a:prstGeom>
            <a:solidFill>
              <a:srgbClr val="070154"/>
            </a:solidFill>
            <a:ln>
              <a:noFill/>
            </a:ln>
          </p:spPr>
        </p:sp>
        <p:sp>
          <p:nvSpPr>
            <p:cNvPr id="29" name="node05.source-003.text"/>
            <p:cNvSpPr/>
            <p:nvPr/>
          </p:nvSpPr>
          <p:spPr>
            <a:xfrm>
              <a:off x="8191500" y="4724400"/>
              <a:ext cx="32766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 xml:space="preserve">Escalation.</a:t>
              </a:r>
              <a:r>
                <a:rPr lang="en-US" sz="1200" spc="0" kern="0" b="0" i="0" dirty="0">
                  <a:solidFill>
                    <a:srgbClr val="50658E"/>
                  </a:solidFill>
                  <a:latin typeface="IBM Plex Sans"/>
                  <a:ea typeface="IBM Plex Sans"/>
                  <a:cs typeface="IBM Plex Sans"/>
                </a:rPr>
                <a:t xml:space="preserve"> Late decisions move to the executive team within two weeks.</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name="source-437">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DIGITAL FRONT DOOR ROADMAP</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Three horizons build one front door</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Sample figures for layout only; replace with current firm data before use.</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143</a:t>
            </a:fld>
            <a:endParaRPr lang="en-US" sz="700" spc="0" kern="0" b="0" i="0" dirty="0">
              <a:solidFill>
                <a:srgbClr val="070154"/>
              </a:solidFill>
              <a:latin typeface="IBM Plex Mono SemiBold"/>
              <a:ea typeface="IBM Plex Mono SemiBold"/>
              <a:cs typeface="IBM Plex Mono SemiBold"/>
            </a:endParaRPr>
          </a:p>
        </p:txBody>
      </p:sp>
      <p:grpSp>
        <p:nvGrpSpPr>
          <p:cNvPr id="8" name="node01"/>
          <p:cNvGrpSpPr/>
          <p:nvPr/>
        </p:nvGrpSpPr>
        <p:grpSpPr>
          <a:xfrm>
            <a:off x="723900" y="1600200"/>
            <a:ext cx="10744200" cy="4089400"/>
            <a:chOff x="723900" y="1600200"/>
            <a:chExt cx="10744200" cy="4089400"/>
          </a:xfrm>
        </p:grpSpPr>
        <p:graphicFrame>
          <p:nvGraphicFramePr>
            <p:cNvPr id="7" name="node01.native"/>
            <p:cNvGraphicFramePr>
              <a:graphicFrameLocks noGrp="1"/>
            </p:cNvGraphicFramePr>
            <p:nvPr>
              <p:extLst>
                <p:ext uri="{D42A27DB-BD31-4B8C-83A1-F6EECF244321}">
                  <p14:modId xmlns:p14="http://schemas.microsoft.com/office/powerpoint/2010/main" val="1579011935"/>
                </p:ext>
              </p:extLst>
            </p:nvPr>
          </p:nvGraphicFramePr>
          <p:xfrm>
            <a:off x="723900" y="1600200"/>
            <a:ext cx="10744200" cy="4089400"/>
          </p:xfrm>
          <a:graphic>
            <a:graphicData uri="http://schemas.openxmlformats.org/drawingml/2006/table">
              <a:tbl>
                <a:tblPr/>
                <a:tblGrid>
                  <a:gridCol w="1143000"/>
                  <a:gridCol w="1905000"/>
                  <a:gridCol w="2590800"/>
                  <a:gridCol w="2362200"/>
                  <a:gridCol w="1600200"/>
                  <a:gridCol w="1143000"/>
                </a:tblGrid>
                <a:tr h="355600">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HORIZON</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OBJECTIVE</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KEY INITIATIVES</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OUTCOMES AND KPIS</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DEPENDENCIES</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INVESTMENT</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r>
                <a:tr h="1244600">
                  <a:tc>
                    <a:txBody>
                      <a:bodyPr wrap="square" anchor="ctr" lIns="0" rIns="0" tIns="0" bIns="0">
                        <a:noAutofit/>
                      </a:bodyPr>
                      <a:lstStyle/>
                      <a:p>
                        <a:pPr algn="l" marL="0" indent="0">
                          <a:lnSpc>
                            <a:spcPts val="1800"/>
                          </a:lnSpc>
                          <a:spcBef>
                            <a:spcPts val="0"/>
                          </a:spcBef>
                          <a:spcAft>
                            <a:spcPts val="20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Now</a:t>
                        </a:r>
                        <a:endParaRPr lang="en-US" sz="1200" spc="0" kern="0" b="0" i="0" dirty="0">
                          <a:solidFill>
                            <a:srgbClr val="070154"/>
                          </a:solidFill>
                          <a:latin typeface="IBM Plex Sans SemiBold"/>
                          <a:ea typeface="IBM Plex Sans SemiBold"/>
                          <a:cs typeface="IBM Plex Sans SemiBold"/>
                        </a:endParaRPr>
                      </a:p>
                      <a:p>
                        <a:pPr algn="l" marL="0" indent="0">
                          <a:lnSpc>
                            <a:spcPts val="1800"/>
                          </a:lnSpc>
                          <a:spcBef>
                            <a:spcPts val="0"/>
                          </a:spcBef>
                          <a:spcAft>
                            <a:spcPts val="0"/>
                          </a:spcAft>
                          <a:buNone/>
                          <a:defRPr lang="en-US" sz="1200" spc="0" kern="0" b="0" i="0" dirty="0">
                            <a:solidFill>
                              <a:srgbClr val="50658E"/>
                            </a:solidFill>
                            <a:latin typeface="IBM Plex Sans"/>
                            <a:ea typeface="IBM Plex Sans"/>
                            <a:cs typeface="IBM Plex Sans"/>
                          </a:defRPr>
                        </a:pPr>
                        <a:r>
                          <a:rPr lang="en-US" sz="1200" spc="0" kern="0" b="0" i="0" dirty="0">
                            <a:solidFill>
                              <a:srgbClr val="50658E"/>
                            </a:solidFill>
                            <a:latin typeface="IBM Plex Sans"/>
                            <a:ea typeface="IBM Plex Sans"/>
                            <a:cs typeface="IBM Plex Sans"/>
                          </a:rPr>
                          <a:t xml:space="preserve">Q4 2026 to Q1 2027</a:t>
                        </a:r>
                        <a:endParaRPr lang="en-US" sz="1200" spc="0" kern="0" b="0" i="0" dirty="0">
                          <a:solidFill>
                            <a:srgbClr val="50658E"/>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Lay the data foundation so every system agrees who the patient is.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152400" indent="-152400">
                          <a:lnSpc>
                            <a:spcPts val="1800"/>
                          </a:lnSpc>
                          <a:spcBef>
                            <a:spcPts val="0"/>
                          </a:spcBef>
                          <a:spcAft>
                            <a:spcPts val="30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Master patient index</a:t>
                        </a:r>
                        <a:endParaRPr lang="en-US" sz="1200" spc="0" kern="0" b="0" i="0" dirty="0">
                          <a:solidFill>
                            <a:srgbClr val="070154"/>
                          </a:solidFill>
                          <a:latin typeface="IBM Plex Sans"/>
                          <a:ea typeface="IBM Plex Sans"/>
                          <a:cs typeface="IBM Plex Sans"/>
                        </a:endParaRPr>
                      </a:p>
                      <a:p>
                        <a:pPr algn="l" marL="152400" indent="-152400">
                          <a:lnSpc>
                            <a:spcPts val="1800"/>
                          </a:lnSpc>
                          <a:spcBef>
                            <a:spcPts val="0"/>
                          </a:spcBef>
                          <a:spcAft>
                            <a:spcPts val="30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Single sign-in, patients and staff</a:t>
                        </a:r>
                        <a:endParaRPr lang="en-US" sz="1200" spc="0" kern="0" b="0" i="0" dirty="0">
                          <a:solidFill>
                            <a:srgbClr val="070154"/>
                          </a:solidFill>
                          <a:latin typeface="IBM Plex Sans"/>
                          <a:ea typeface="IBM Plex Sans"/>
                          <a:cs typeface="IBM Plex Sans"/>
                        </a:endParaRPr>
                      </a:p>
                      <a:p>
                        <a:pPr algn="l" marL="152400" indent="-152400">
                          <a:lnSpc>
                            <a:spcPts val="1800"/>
                          </a:lnSpc>
                          <a:spcBef>
                            <a:spcPts val="0"/>
                          </a:spcBef>
                          <a:spcAft>
                            <a:spcPts val="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Scheduling event stream</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152400" indent="-152400">
                          <a:lnSpc>
                            <a:spcPts val="1800"/>
                          </a:lnSpc>
                          <a:spcBef>
                            <a:spcPts val="0"/>
                          </a:spcBef>
                          <a:spcAft>
                            <a:spcPts val="30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Duplicates down 40%</a:t>
                        </a:r>
                        <a:endParaRPr lang="en-US" sz="1200" spc="0" kern="0" b="0" i="0" dirty="0">
                          <a:solidFill>
                            <a:srgbClr val="070154"/>
                          </a:solidFill>
                          <a:latin typeface="IBM Plex Sans"/>
                          <a:ea typeface="IBM Plex Sans"/>
                          <a:cs typeface="IBM Plex Sans"/>
                        </a:endParaRPr>
                      </a:p>
                      <a:p>
                        <a:pPr algn="l" marL="152400" indent="-152400">
                          <a:lnSpc>
                            <a:spcPts val="1800"/>
                          </a:lnSpc>
                          <a:spcBef>
                            <a:spcPts val="0"/>
                          </a:spcBef>
                          <a:spcAft>
                            <a:spcPts val="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One ID at 100% of sites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152400" indent="-152400">
                          <a:lnSpc>
                            <a:spcPts val="1800"/>
                          </a:lnSpc>
                          <a:spcBef>
                            <a:spcPts val="0"/>
                          </a:spcBef>
                          <a:spcAft>
                            <a:spcPts val="30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EHR release 4.2</a:t>
                        </a:r>
                        <a:endParaRPr lang="en-US" sz="1200" spc="0" kern="0" b="0" i="0" dirty="0">
                          <a:solidFill>
                            <a:srgbClr val="070154"/>
                          </a:solidFill>
                          <a:latin typeface="IBM Plex Sans"/>
                          <a:ea typeface="IBM Plex Sans"/>
                          <a:cs typeface="IBM Plex Sans"/>
                        </a:endParaRPr>
                      </a:p>
                      <a:p>
                        <a:pPr algn="l" marL="152400" indent="-152400">
                          <a:lnSpc>
                            <a:spcPts val="1800"/>
                          </a:lnSpc>
                          <a:spcBef>
                            <a:spcPts val="0"/>
                          </a:spcBef>
                          <a:spcAft>
                            <a:spcPts val="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Privacy sign-off</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$4.2M</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1244600">
                  <a:tc>
                    <a:txBody>
                      <a:bodyPr wrap="square" anchor="ctr" lIns="0" rIns="0" tIns="0" bIns="0">
                        <a:noAutofit/>
                      </a:bodyPr>
                      <a:lstStyle/>
                      <a:p>
                        <a:pPr algn="l" marL="0" indent="0">
                          <a:lnSpc>
                            <a:spcPts val="1800"/>
                          </a:lnSpc>
                          <a:spcBef>
                            <a:spcPts val="0"/>
                          </a:spcBef>
                          <a:spcAft>
                            <a:spcPts val="20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Next</a:t>
                        </a:r>
                        <a:endParaRPr lang="en-US" sz="1200" spc="0" kern="0" b="0" i="0" dirty="0">
                          <a:solidFill>
                            <a:srgbClr val="070154"/>
                          </a:solidFill>
                          <a:latin typeface="IBM Plex Sans SemiBold"/>
                          <a:ea typeface="IBM Plex Sans SemiBold"/>
                          <a:cs typeface="IBM Plex Sans SemiBold"/>
                        </a:endParaRPr>
                      </a:p>
                      <a:p>
                        <a:pPr algn="l" marL="0" indent="0">
                          <a:lnSpc>
                            <a:spcPts val="1800"/>
                          </a:lnSpc>
                          <a:spcBef>
                            <a:spcPts val="0"/>
                          </a:spcBef>
                          <a:spcAft>
                            <a:spcPts val="0"/>
                          </a:spcAft>
                          <a:buNone/>
                          <a:defRPr lang="en-US" sz="1200" spc="0" kern="0" b="0" i="0" dirty="0">
                            <a:solidFill>
                              <a:srgbClr val="50658E"/>
                            </a:solidFill>
                            <a:latin typeface="IBM Plex Sans"/>
                            <a:ea typeface="IBM Plex Sans"/>
                            <a:cs typeface="IBM Plex Sans"/>
                          </a:defRPr>
                        </a:pPr>
                        <a:r>
                          <a:rPr lang="en-US" sz="1200" spc="0" kern="0" b="0" i="0" dirty="0">
                            <a:solidFill>
                              <a:srgbClr val="50658E"/>
                            </a:solidFill>
                            <a:latin typeface="IBM Plex Sans"/>
                            <a:ea typeface="IBM Plex Sans"/>
                            <a:cs typeface="IBM Plex Sans"/>
                          </a:rPr>
                          <a:t xml:space="preserve">Q2 to Q3 2027</a:t>
                        </a:r>
                        <a:endParaRPr lang="en-US" sz="1200" spc="0" kern="0" b="0" i="0" dirty="0">
                          <a:solidFill>
                            <a:srgbClr val="50658E"/>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Open the front door: patients book, register and see prices online.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152400" indent="-152400">
                          <a:lnSpc>
                            <a:spcPts val="1800"/>
                          </a:lnSpc>
                          <a:spcBef>
                            <a:spcPts val="0"/>
                          </a:spcBef>
                          <a:spcAft>
                            <a:spcPts val="30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Self-scheduling in primary care</a:t>
                        </a:r>
                        <a:endParaRPr lang="en-US" sz="1200" spc="0" kern="0" b="0" i="0" dirty="0">
                          <a:solidFill>
                            <a:srgbClr val="070154"/>
                          </a:solidFill>
                          <a:latin typeface="IBM Plex Sans"/>
                          <a:ea typeface="IBM Plex Sans"/>
                          <a:cs typeface="IBM Plex Sans"/>
                        </a:endParaRPr>
                      </a:p>
                      <a:p>
                        <a:pPr algn="l" marL="152400" indent="-152400">
                          <a:lnSpc>
                            <a:spcPts val="1800"/>
                          </a:lnSpc>
                          <a:spcBef>
                            <a:spcPts val="0"/>
                          </a:spcBef>
                          <a:spcAft>
                            <a:spcPts val="30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Digital intake and consent</a:t>
                        </a:r>
                        <a:endParaRPr lang="en-US" sz="1200" spc="0" kern="0" b="0" i="0" dirty="0">
                          <a:solidFill>
                            <a:srgbClr val="070154"/>
                          </a:solidFill>
                          <a:latin typeface="IBM Plex Sans"/>
                          <a:ea typeface="IBM Plex Sans"/>
                          <a:cs typeface="IBM Plex Sans"/>
                        </a:endParaRPr>
                      </a:p>
                      <a:p>
                        <a:pPr algn="l" marL="152400" indent="-152400">
                          <a:lnSpc>
                            <a:spcPts val="1800"/>
                          </a:lnSpc>
                          <a:spcBef>
                            <a:spcPts val="0"/>
                          </a:spcBef>
                          <a:spcAft>
                            <a:spcPts val="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Price estimates before booking</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152400" indent="-152400">
                          <a:lnSpc>
                            <a:spcPts val="1800"/>
                          </a:lnSpc>
                          <a:spcBef>
                            <a:spcPts val="0"/>
                          </a:spcBef>
                          <a:spcAft>
                            <a:spcPts val="30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60% of visits booked online</a:t>
                        </a:r>
                        <a:endParaRPr lang="en-US" sz="1200" spc="0" kern="0" b="0" i="0" dirty="0">
                          <a:solidFill>
                            <a:srgbClr val="070154"/>
                          </a:solidFill>
                          <a:latin typeface="IBM Plex Sans"/>
                          <a:ea typeface="IBM Plex Sans"/>
                          <a:cs typeface="IBM Plex Sans"/>
                        </a:endParaRPr>
                      </a:p>
                      <a:p>
                        <a:pPr algn="l" marL="152400" indent="-152400">
                          <a:lnSpc>
                            <a:spcPts val="1800"/>
                          </a:lnSpc>
                          <a:spcBef>
                            <a:spcPts val="0"/>
                          </a:spcBef>
                          <a:spcAft>
                            <a:spcPts val="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Call volume down 25%</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152400" indent="-152400">
                          <a:lnSpc>
                            <a:spcPts val="1800"/>
                          </a:lnSpc>
                          <a:spcBef>
                            <a:spcPts val="0"/>
                          </a:spcBef>
                          <a:spcAft>
                            <a:spcPts val="30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Patient index live</a:t>
                        </a:r>
                        <a:endParaRPr lang="en-US" sz="1200" spc="0" kern="0" b="0" i="0" dirty="0">
                          <a:solidFill>
                            <a:srgbClr val="070154"/>
                          </a:solidFill>
                          <a:latin typeface="IBM Plex Sans"/>
                          <a:ea typeface="IBM Plex Sans"/>
                          <a:cs typeface="IBM Plex Sans"/>
                        </a:endParaRPr>
                      </a:p>
                      <a:p>
                        <a:pPr algn="l" marL="152400" indent="-152400">
                          <a:lnSpc>
                            <a:spcPts val="1800"/>
                          </a:lnSpc>
                          <a:spcBef>
                            <a:spcPts val="0"/>
                          </a:spcBef>
                          <a:spcAft>
                            <a:spcPts val="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Payer contract data loaded</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$6.8M</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1244600">
                  <a:tc>
                    <a:txBody>
                      <a:bodyPr wrap="square" anchor="ctr" lIns="0" rIns="0" tIns="0" bIns="0">
                        <a:noAutofit/>
                      </a:bodyPr>
                      <a:lstStyle/>
                      <a:p>
                        <a:pPr algn="l" marL="0" indent="0">
                          <a:lnSpc>
                            <a:spcPts val="1800"/>
                          </a:lnSpc>
                          <a:spcBef>
                            <a:spcPts val="0"/>
                          </a:spcBef>
                          <a:spcAft>
                            <a:spcPts val="20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Later</a:t>
                        </a:r>
                        <a:endParaRPr lang="en-US" sz="1200" spc="0" kern="0" b="0" i="0" dirty="0">
                          <a:solidFill>
                            <a:srgbClr val="070154"/>
                          </a:solidFill>
                          <a:latin typeface="IBM Plex Sans SemiBold"/>
                          <a:ea typeface="IBM Plex Sans SemiBold"/>
                          <a:cs typeface="IBM Plex Sans SemiBold"/>
                        </a:endParaRPr>
                      </a:p>
                      <a:p>
                        <a:pPr algn="l" marL="0" indent="0">
                          <a:lnSpc>
                            <a:spcPts val="1800"/>
                          </a:lnSpc>
                          <a:spcBef>
                            <a:spcPts val="0"/>
                          </a:spcBef>
                          <a:spcAft>
                            <a:spcPts val="0"/>
                          </a:spcAft>
                          <a:buNone/>
                          <a:defRPr lang="en-US" sz="1200" spc="0" kern="0" b="0" i="0" dirty="0">
                            <a:solidFill>
                              <a:srgbClr val="50658E"/>
                            </a:solidFill>
                            <a:latin typeface="IBM Plex Sans"/>
                            <a:ea typeface="IBM Plex Sans"/>
                            <a:cs typeface="IBM Plex Sans"/>
                          </a:defRPr>
                        </a:pPr>
                        <a:r>
                          <a:rPr lang="en-US" sz="1200" spc="0" kern="0" b="0" i="0" dirty="0">
                            <a:solidFill>
                              <a:srgbClr val="50658E"/>
                            </a:solidFill>
                            <a:latin typeface="IBM Plex Sans"/>
                            <a:ea typeface="IBM Plex Sans"/>
                            <a:cs typeface="IBM Plex Sans"/>
                          </a:rPr>
                          <a:t xml:space="preserve">Q4 2027 to 2028</a:t>
                        </a:r>
                        <a:endParaRPr lang="en-US" sz="1200" spc="0" kern="0" b="0" i="0" dirty="0">
                          <a:solidFill>
                            <a:srgbClr val="50658E"/>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Extend access across the care journey and personalize it.</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152400" indent="-152400">
                          <a:lnSpc>
                            <a:spcPts val="1800"/>
                          </a:lnSpc>
                          <a:spcBef>
                            <a:spcPts val="0"/>
                          </a:spcBef>
                          <a:spcAft>
                            <a:spcPts val="30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Referral tracking end to end</a:t>
                        </a:r>
                        <a:endParaRPr lang="en-US" sz="1200" spc="0" kern="0" b="0" i="0" dirty="0">
                          <a:solidFill>
                            <a:srgbClr val="070154"/>
                          </a:solidFill>
                          <a:latin typeface="IBM Plex Sans"/>
                          <a:ea typeface="IBM Plex Sans"/>
                          <a:cs typeface="IBM Plex Sans"/>
                        </a:endParaRPr>
                      </a:p>
                      <a:p>
                        <a:pPr algn="l" marL="152400" indent="-152400">
                          <a:lnSpc>
                            <a:spcPts val="1800"/>
                          </a:lnSpc>
                          <a:spcBef>
                            <a:spcPts val="0"/>
                          </a:spcBef>
                          <a:spcAft>
                            <a:spcPts val="30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Care plans in the app</a:t>
                        </a:r>
                        <a:endParaRPr lang="en-US" sz="1200" spc="0" kern="0" b="0" i="0" dirty="0">
                          <a:solidFill>
                            <a:srgbClr val="070154"/>
                          </a:solidFill>
                          <a:latin typeface="IBM Plex Sans"/>
                          <a:ea typeface="IBM Plex Sans"/>
                          <a:cs typeface="IBM Plex Sans"/>
                        </a:endParaRPr>
                      </a:p>
                      <a:p>
                        <a:pPr algn="l" marL="152400" indent="-152400">
                          <a:lnSpc>
                            <a:spcPts val="1800"/>
                          </a:lnSpc>
                          <a:spcBef>
                            <a:spcPts val="0"/>
                          </a:spcBef>
                          <a:spcAft>
                            <a:spcPts val="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Virtual front desk and chat</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152400" indent="-152400">
                          <a:lnSpc>
                            <a:spcPts val="1800"/>
                          </a:lnSpc>
                          <a:spcBef>
                            <a:spcPts val="0"/>
                          </a:spcBef>
                          <a:spcAft>
                            <a:spcPts val="30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No-show rate under 6%</a:t>
                        </a:r>
                        <a:endParaRPr lang="en-US" sz="1200" spc="0" kern="0" b="0" i="0" dirty="0">
                          <a:solidFill>
                            <a:srgbClr val="070154"/>
                          </a:solidFill>
                          <a:latin typeface="IBM Plex Sans"/>
                          <a:ea typeface="IBM Plex Sans"/>
                          <a:cs typeface="IBM Plex Sans"/>
                        </a:endParaRPr>
                      </a:p>
                      <a:p>
                        <a:pPr algn="l" marL="152400" indent="-152400">
                          <a:lnSpc>
                            <a:spcPts val="1800"/>
                          </a:lnSpc>
                          <a:spcBef>
                            <a:spcPts val="0"/>
                          </a:spcBef>
                          <a:spcAft>
                            <a:spcPts val="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App use by 50% of patients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152400" indent="-152400">
                          <a:lnSpc>
                            <a:spcPts val="1800"/>
                          </a:lnSpc>
                          <a:spcBef>
                            <a:spcPts val="0"/>
                          </a:spcBef>
                          <a:spcAft>
                            <a:spcPts val="30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Event stream</a:t>
                        </a:r>
                        <a:endParaRPr lang="en-US" sz="1200" spc="0" kern="0" b="0" i="0" dirty="0">
                          <a:solidFill>
                            <a:srgbClr val="070154"/>
                          </a:solidFill>
                          <a:latin typeface="IBM Plex Sans"/>
                          <a:ea typeface="IBM Plex Sans"/>
                          <a:cs typeface="IBM Plex Sans"/>
                        </a:endParaRPr>
                      </a:p>
                      <a:p>
                        <a:pPr algn="l" marL="152400" indent="-152400">
                          <a:lnSpc>
                            <a:spcPts val="1800"/>
                          </a:lnSpc>
                          <a:spcBef>
                            <a:spcPts val="0"/>
                          </a:spcBef>
                          <a:spcAft>
                            <a:spcPts val="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Clinical capacity</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$5.5M</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bl>
            </a:graphicData>
          </a:graphic>
        </p:graphicFrame>
      </p:gr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name="source-439">
    <p:spTree>
      <p:nvGrpSpPr>
        <p:cNvPr id="1" name=""/>
        <p:cNvGrpSpPr/>
        <p:nvPr/>
      </p:nvGrpSpPr>
      <p:grpSpPr>
        <a:xfrm>
          <a:off x="0" y="0"/>
          <a:ext cx="0" cy="0"/>
          <a:chOff x="0" y="0"/>
          <a:chExt cx="0" cy="0"/>
        </a:xfrm>
      </p:grpSpPr>
      <p:sp>
        <p:nvSpPr>
          <p:cNvPr id="3" name="eyebrow"/>
          <p:cNvSpPr/>
          <p:nvPr/>
        </p:nvSpPr>
        <p:spPr>
          <a:xfrm>
            <a:off x="723900" y="457200"/>
            <a:ext cx="34290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DIGITAL FRONT DOOR ROADMAP</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3429000" cy="13716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Why the roadmap runs in this order</a:t>
            </a:r>
            <a:endParaRPr lang="en-US" sz="2400" spc="-36"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34290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Northfield Health System digital front door program.</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144</a:t>
            </a:fld>
            <a:endParaRPr lang="en-US" sz="700" spc="0" kern="0" b="0" i="0" dirty="0">
              <a:solidFill>
                <a:srgbClr val="070154"/>
              </a:solidFill>
              <a:latin typeface="IBM Plex Mono SemiBold"/>
              <a:ea typeface="IBM Plex Mono SemiBold"/>
              <a:cs typeface="IBM Plex Mono SemiBold"/>
            </a:endParaRPr>
          </a:p>
        </p:txBody>
      </p:sp>
      <p:grpSp>
        <p:nvGrpSpPr>
          <p:cNvPr id="38" name="node01"/>
          <p:cNvGrpSpPr/>
          <p:nvPr/>
        </p:nvGrpSpPr>
        <p:grpSpPr>
          <a:xfrm>
            <a:off x="723900" y="2514600"/>
            <a:ext cx="3429000" cy="800100"/>
            <a:chOff x="723900" y="2514600"/>
            <a:chExt cx="3429000" cy="800100"/>
          </a:xfrm>
        </p:grpSpPr>
        <p:sp>
          <p:nvSpPr>
            <p:cNvPr id="7" name="node01.text"/>
            <p:cNvSpPr/>
            <p:nvPr/>
          </p:nvSpPr>
          <p:spPr>
            <a:xfrm>
              <a:off x="723900" y="2514600"/>
              <a:ext cx="3429000" cy="8001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Patients feel the front door, but it only works once the data underneath it is trusted.</a:t>
              </a:r>
              <a:endParaRPr lang="en-US" sz="1400" spc="0" kern="0" b="0" i="0" dirty="0">
                <a:solidFill>
                  <a:srgbClr val="070154"/>
                </a:solidFill>
                <a:latin typeface="IBM Plex Sans"/>
                <a:ea typeface="IBM Plex Sans"/>
                <a:cs typeface="IBM Plex Sans"/>
              </a:endParaRPr>
            </a:p>
          </p:txBody>
        </p:sp>
      </p:grpSp>
      <p:grpSp>
        <p:nvGrpSpPr>
          <p:cNvPr id="39" name="node02"/>
          <p:cNvGrpSpPr/>
          <p:nvPr/>
        </p:nvGrpSpPr>
        <p:grpSpPr>
          <a:xfrm>
            <a:off x="723900" y="3657600"/>
            <a:ext cx="3429000" cy="1447800"/>
            <a:chOff x="723900" y="3657600"/>
            <a:chExt cx="3429000" cy="1447800"/>
          </a:xfrm>
        </p:grpSpPr>
        <p:sp>
          <p:nvSpPr>
            <p:cNvPr id="8" name="node02.source-001.bullet"/>
            <p:cNvSpPr/>
            <p:nvPr/>
          </p:nvSpPr>
          <p:spPr>
            <a:xfrm>
              <a:off x="723900" y="3746500"/>
              <a:ext cx="38100" cy="38100"/>
            </a:xfrm>
            <a:prstGeom prst="rect">
              <a:avLst/>
            </a:prstGeom>
            <a:solidFill>
              <a:srgbClr val="070154"/>
            </a:solidFill>
            <a:ln>
              <a:noFill/>
            </a:ln>
          </p:spPr>
        </p:sp>
        <p:sp>
          <p:nvSpPr>
            <p:cNvPr id="9" name="node02.source-001.text"/>
            <p:cNvSpPr/>
            <p:nvPr/>
          </p:nvSpPr>
          <p:spPr>
            <a:xfrm>
              <a:off x="876300" y="3657600"/>
              <a:ext cx="32766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 xml:space="preserve">Identity first.</a:t>
              </a:r>
              <a:r>
                <a:rPr lang="en-US" sz="1200" spc="0" kern="0" b="0" i="0" dirty="0">
                  <a:solidFill>
                    <a:srgbClr val="50658E"/>
                  </a:solidFill>
                  <a:latin typeface="IBM Plex Sans"/>
                  <a:ea typeface="IBM Plex Sans"/>
                  <a:cs typeface="IBM Plex Sans"/>
                </a:rPr>
                <a:t xml:space="preserve"> Every later feature needs one patient ID.</a:t>
              </a:r>
              <a:endParaRPr lang="en-US" sz="1200" spc="0" kern="0" b="0" i="0" dirty="0">
                <a:solidFill>
                  <a:srgbClr val="070154"/>
                </a:solidFill>
                <a:latin typeface="IBM Plex Sans"/>
                <a:ea typeface="IBM Plex Sans"/>
                <a:cs typeface="IBM Plex Sans"/>
              </a:endParaRPr>
            </a:p>
          </p:txBody>
        </p:sp>
        <p:sp>
          <p:nvSpPr>
            <p:cNvPr id="10" name="node02.source-002.bullet"/>
            <p:cNvSpPr/>
            <p:nvPr/>
          </p:nvSpPr>
          <p:spPr>
            <a:xfrm>
              <a:off x="723900" y="4241800"/>
              <a:ext cx="38100" cy="38100"/>
            </a:xfrm>
            <a:prstGeom prst="rect">
              <a:avLst/>
            </a:prstGeom>
            <a:solidFill>
              <a:srgbClr val="070154"/>
            </a:solidFill>
            <a:ln>
              <a:noFill/>
            </a:ln>
          </p:spPr>
        </p:sp>
        <p:sp>
          <p:nvSpPr>
            <p:cNvPr id="11" name="node02.source-002.text"/>
            <p:cNvSpPr/>
            <p:nvPr/>
          </p:nvSpPr>
          <p:spPr>
            <a:xfrm>
              <a:off x="876300" y="4152900"/>
              <a:ext cx="32766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 xml:space="preserve">Access before payment.</a:t>
              </a:r>
              <a:r>
                <a:rPr lang="en-US" sz="1200" spc="0" kern="0" b="0" i="0" dirty="0">
                  <a:solidFill>
                    <a:srgbClr val="50658E"/>
                  </a:solidFill>
                  <a:latin typeface="IBM Plex Sans"/>
                  <a:ea typeface="IBM Plex Sans"/>
                  <a:cs typeface="IBM Plex Sans"/>
                </a:rPr>
                <a:t xml:space="preserve"> Booking creates the demand that estimates and billing serve.</a:t>
              </a:r>
              <a:endParaRPr lang="en-US" sz="1200" spc="0" kern="0" b="0" i="0" dirty="0">
                <a:solidFill>
                  <a:srgbClr val="070154"/>
                </a:solidFill>
                <a:latin typeface="IBM Plex Sans"/>
                <a:ea typeface="IBM Plex Sans"/>
                <a:cs typeface="IBM Plex Sans"/>
              </a:endParaRPr>
            </a:p>
          </p:txBody>
        </p:sp>
        <p:sp>
          <p:nvSpPr>
            <p:cNvPr id="12" name="node02.source-003.bullet"/>
            <p:cNvSpPr/>
            <p:nvPr/>
          </p:nvSpPr>
          <p:spPr>
            <a:xfrm>
              <a:off x="723900" y="4737100"/>
              <a:ext cx="38100" cy="38100"/>
            </a:xfrm>
            <a:prstGeom prst="rect">
              <a:avLst/>
            </a:prstGeom>
            <a:solidFill>
              <a:srgbClr val="070154"/>
            </a:solidFill>
            <a:ln>
              <a:noFill/>
            </a:ln>
          </p:spPr>
        </p:sp>
        <p:sp>
          <p:nvSpPr>
            <p:cNvPr id="13" name="node02.source-003.text"/>
            <p:cNvSpPr/>
            <p:nvPr/>
          </p:nvSpPr>
          <p:spPr>
            <a:xfrm>
              <a:off x="876300" y="4648200"/>
              <a:ext cx="32766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 xml:space="preserve">Care last.</a:t>
              </a:r>
              <a:r>
                <a:rPr lang="en-US" sz="1200" spc="0" kern="0" b="0" i="0" dirty="0">
                  <a:solidFill>
                    <a:srgbClr val="50658E"/>
                  </a:solidFill>
                  <a:latin typeface="IBM Plex Sans"/>
                  <a:ea typeface="IBM Plex Sans"/>
                  <a:cs typeface="IBM Plex Sans"/>
                </a:rPr>
                <a:t xml:space="preserve"> Clinical workflows change slowest, so we start them early but ship them last.</a:t>
              </a:r>
              <a:endParaRPr lang="en-US" sz="1200" spc="0" kern="0" b="0" i="0" dirty="0">
                <a:solidFill>
                  <a:srgbClr val="070154"/>
                </a:solidFill>
                <a:latin typeface="IBM Plex Sans"/>
                <a:ea typeface="IBM Plex Sans"/>
                <a:cs typeface="IBM Plex Sans"/>
              </a:endParaRPr>
            </a:p>
          </p:txBody>
        </p:sp>
      </p:grpSp>
      <p:grpSp>
        <p:nvGrpSpPr>
          <p:cNvPr id="40" name="node03"/>
          <p:cNvGrpSpPr/>
          <p:nvPr/>
        </p:nvGrpSpPr>
        <p:grpSpPr>
          <a:xfrm>
            <a:off x="4381500" y="457200"/>
            <a:ext cx="7086600" cy="1600200"/>
            <a:chOff x="4381500" y="457200"/>
            <a:chExt cx="7086600" cy="1600200"/>
          </a:xfrm>
        </p:grpSpPr>
        <p:sp>
          <p:nvSpPr>
            <p:cNvPr id="14" name="node03.surface"/>
            <p:cNvSpPr/>
            <p:nvPr/>
          </p:nvSpPr>
          <p:spPr>
            <a:xfrm>
              <a:off x="4381500" y="457200"/>
              <a:ext cx="7086600" cy="1600200"/>
            </a:xfrm>
            <a:prstGeom prst="rect">
              <a:avLst/>
            </a:prstGeom>
            <a:solidFill>
              <a:srgbClr val="E8EEF8"/>
            </a:solidFill>
            <a:ln>
              <a:noFill/>
            </a:ln>
          </p:spPr>
        </p:sp>
      </p:grpSp>
      <p:grpSp>
        <p:nvGrpSpPr>
          <p:cNvPr id="41" name="node04"/>
          <p:cNvGrpSpPr/>
          <p:nvPr/>
        </p:nvGrpSpPr>
        <p:grpSpPr>
          <a:xfrm>
            <a:off x="4610100" y="685800"/>
            <a:ext cx="6629400" cy="152400"/>
            <a:chOff x="4610100" y="685800"/>
            <a:chExt cx="6629400" cy="152400"/>
          </a:xfrm>
        </p:grpSpPr>
        <p:sp>
          <p:nvSpPr>
            <p:cNvPr id="15" name="node04.text"/>
            <p:cNvSpPr/>
            <p:nvPr/>
          </p:nvSpPr>
          <p:spPr>
            <a:xfrm>
              <a:off x="4610100" y="685800"/>
              <a:ext cx="66294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NOW  ·  Q4 2026 TO Q1 2027</a:t>
              </a:r>
              <a:endParaRPr lang="en-US" sz="900" spc="54" kern="0" b="0" i="0" dirty="0">
                <a:solidFill>
                  <a:srgbClr val="0047FF"/>
                </a:solidFill>
                <a:latin typeface="IBM Plex Mono Medium"/>
                <a:ea typeface="IBM Plex Mono Medium"/>
                <a:cs typeface="IBM Plex Mono Medium"/>
              </a:endParaRPr>
            </a:p>
          </p:txBody>
        </p:sp>
      </p:grpSp>
      <p:grpSp>
        <p:nvGrpSpPr>
          <p:cNvPr id="42" name="node05"/>
          <p:cNvGrpSpPr/>
          <p:nvPr/>
        </p:nvGrpSpPr>
        <p:grpSpPr>
          <a:xfrm>
            <a:off x="4610100" y="990600"/>
            <a:ext cx="2057400" cy="152400"/>
            <a:chOff x="4610100" y="990600"/>
            <a:chExt cx="2057400" cy="152400"/>
          </a:xfrm>
        </p:grpSpPr>
        <p:sp>
          <p:nvSpPr>
            <p:cNvPr id="16" name="node05.text"/>
            <p:cNvSpPr/>
            <p:nvPr/>
          </p:nvSpPr>
          <p:spPr>
            <a:xfrm>
              <a:off x="4610100" y="990600"/>
              <a:ext cx="20574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WHAT</a:t>
              </a:r>
              <a:endParaRPr lang="en-US" sz="900" spc="54" kern="0" b="0" i="0" dirty="0">
                <a:solidFill>
                  <a:srgbClr val="50658E"/>
                </a:solidFill>
                <a:latin typeface="IBM Plex Mono Medium"/>
                <a:ea typeface="IBM Plex Mono Medium"/>
                <a:cs typeface="IBM Plex Mono Medium"/>
              </a:endParaRPr>
            </a:p>
          </p:txBody>
        </p:sp>
      </p:grpSp>
      <p:grpSp>
        <p:nvGrpSpPr>
          <p:cNvPr id="43" name="node06"/>
          <p:cNvGrpSpPr/>
          <p:nvPr/>
        </p:nvGrpSpPr>
        <p:grpSpPr>
          <a:xfrm>
            <a:off x="4610100" y="1219200"/>
            <a:ext cx="2057400" cy="685800"/>
            <a:chOff x="4610100" y="1219200"/>
            <a:chExt cx="2057400" cy="685800"/>
          </a:xfrm>
        </p:grpSpPr>
        <p:sp>
          <p:nvSpPr>
            <p:cNvPr id="17" name="node06.text"/>
            <p:cNvSpPr/>
            <p:nvPr/>
          </p:nvSpPr>
          <p:spPr>
            <a:xfrm>
              <a:off x="4610100" y="1219200"/>
              <a:ext cx="2057400" cy="685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One master patient index and one sign-in across all six hospitals.</a:t>
              </a:r>
              <a:endParaRPr lang="en-US" sz="1200" spc="0" kern="0" b="0" i="0" dirty="0">
                <a:solidFill>
                  <a:srgbClr val="070154"/>
                </a:solidFill>
                <a:latin typeface="IBM Plex Sans"/>
                <a:ea typeface="IBM Plex Sans"/>
                <a:cs typeface="IBM Plex Sans"/>
              </a:endParaRPr>
            </a:p>
          </p:txBody>
        </p:sp>
      </p:grpSp>
      <p:grpSp>
        <p:nvGrpSpPr>
          <p:cNvPr id="44" name="node07"/>
          <p:cNvGrpSpPr/>
          <p:nvPr/>
        </p:nvGrpSpPr>
        <p:grpSpPr>
          <a:xfrm>
            <a:off x="6896100" y="990600"/>
            <a:ext cx="2057400" cy="152400"/>
            <a:chOff x="6896100" y="990600"/>
            <a:chExt cx="2057400" cy="152400"/>
          </a:xfrm>
        </p:grpSpPr>
        <p:sp>
          <p:nvSpPr>
            <p:cNvPr id="18" name="node07.text"/>
            <p:cNvSpPr/>
            <p:nvPr/>
          </p:nvSpPr>
          <p:spPr>
            <a:xfrm>
              <a:off x="6896100" y="990600"/>
              <a:ext cx="20574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WHY NOW</a:t>
              </a:r>
              <a:endParaRPr lang="en-US" sz="900" spc="54" kern="0" b="0" i="0" dirty="0">
                <a:solidFill>
                  <a:srgbClr val="50658E"/>
                </a:solidFill>
                <a:latin typeface="IBM Plex Mono Medium"/>
                <a:ea typeface="IBM Plex Mono Medium"/>
                <a:cs typeface="IBM Plex Mono Medium"/>
              </a:endParaRPr>
            </a:p>
          </p:txBody>
        </p:sp>
      </p:grpSp>
      <p:grpSp>
        <p:nvGrpSpPr>
          <p:cNvPr id="45" name="node08"/>
          <p:cNvGrpSpPr/>
          <p:nvPr/>
        </p:nvGrpSpPr>
        <p:grpSpPr>
          <a:xfrm>
            <a:off x="6896100" y="1219200"/>
            <a:ext cx="2057400" cy="457200"/>
            <a:chOff x="6896100" y="1219200"/>
            <a:chExt cx="2057400" cy="457200"/>
          </a:xfrm>
        </p:grpSpPr>
        <p:sp>
          <p:nvSpPr>
            <p:cNvPr id="19" name="node08.text"/>
            <p:cNvSpPr/>
            <p:nvPr/>
          </p:nvSpPr>
          <p:spPr>
            <a:xfrm>
              <a:off x="6896100" y="1219200"/>
              <a:ext cx="20574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Two registration flows create duplicates and denials today.</a:t>
              </a:r>
              <a:endParaRPr lang="en-US" sz="1200" spc="0" kern="0" b="0" i="0" dirty="0">
                <a:solidFill>
                  <a:srgbClr val="070154"/>
                </a:solidFill>
                <a:latin typeface="IBM Plex Sans"/>
                <a:ea typeface="IBM Plex Sans"/>
                <a:cs typeface="IBM Plex Sans"/>
              </a:endParaRPr>
            </a:p>
          </p:txBody>
        </p:sp>
      </p:grpSp>
      <p:grpSp>
        <p:nvGrpSpPr>
          <p:cNvPr id="46" name="node09"/>
          <p:cNvGrpSpPr/>
          <p:nvPr/>
        </p:nvGrpSpPr>
        <p:grpSpPr>
          <a:xfrm>
            <a:off x="9182100" y="990600"/>
            <a:ext cx="2057400" cy="152400"/>
            <a:chOff x="9182100" y="990600"/>
            <a:chExt cx="2057400" cy="152400"/>
          </a:xfrm>
        </p:grpSpPr>
        <p:sp>
          <p:nvSpPr>
            <p:cNvPr id="20" name="node09.text"/>
            <p:cNvSpPr/>
            <p:nvPr/>
          </p:nvSpPr>
          <p:spPr>
            <a:xfrm>
              <a:off x="9182100" y="990600"/>
              <a:ext cx="20574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UNLOCKS</a:t>
              </a:r>
              <a:endParaRPr lang="en-US" sz="900" spc="54" kern="0" b="0" i="0" dirty="0">
                <a:solidFill>
                  <a:srgbClr val="50658E"/>
                </a:solidFill>
                <a:latin typeface="IBM Plex Mono Medium"/>
                <a:ea typeface="IBM Plex Mono Medium"/>
                <a:cs typeface="IBM Plex Mono Medium"/>
              </a:endParaRPr>
            </a:p>
          </p:txBody>
        </p:sp>
      </p:grpSp>
      <p:grpSp>
        <p:nvGrpSpPr>
          <p:cNvPr id="47" name="node10"/>
          <p:cNvGrpSpPr/>
          <p:nvPr/>
        </p:nvGrpSpPr>
        <p:grpSpPr>
          <a:xfrm>
            <a:off x="9182100" y="1219200"/>
            <a:ext cx="2057400" cy="457200"/>
            <a:chOff x="9182100" y="1219200"/>
            <a:chExt cx="2057400" cy="457200"/>
          </a:xfrm>
        </p:grpSpPr>
        <p:sp>
          <p:nvSpPr>
            <p:cNvPr id="21" name="node10.text"/>
            <p:cNvSpPr/>
            <p:nvPr/>
          </p:nvSpPr>
          <p:spPr>
            <a:xfrm>
              <a:off x="9182100" y="1219200"/>
              <a:ext cx="20574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Self-service for every digital feature that follows.</a:t>
              </a:r>
              <a:endParaRPr lang="en-US" sz="1200" spc="0" kern="0" b="0" i="0" dirty="0">
                <a:solidFill>
                  <a:srgbClr val="070154"/>
                </a:solidFill>
                <a:latin typeface="IBM Plex Sans"/>
                <a:ea typeface="IBM Plex Sans"/>
                <a:cs typeface="IBM Plex Sans"/>
              </a:endParaRPr>
            </a:p>
          </p:txBody>
        </p:sp>
      </p:grpSp>
      <p:grpSp>
        <p:nvGrpSpPr>
          <p:cNvPr id="48" name="node11"/>
          <p:cNvGrpSpPr/>
          <p:nvPr/>
        </p:nvGrpSpPr>
        <p:grpSpPr>
          <a:xfrm>
            <a:off x="4381500" y="2286000"/>
            <a:ext cx="7086600" cy="1600200"/>
            <a:chOff x="4381500" y="2286000"/>
            <a:chExt cx="7086600" cy="1600200"/>
          </a:xfrm>
        </p:grpSpPr>
        <p:sp>
          <p:nvSpPr>
            <p:cNvPr id="22" name="node11.surface"/>
            <p:cNvSpPr/>
            <p:nvPr/>
          </p:nvSpPr>
          <p:spPr>
            <a:xfrm>
              <a:off x="4381500" y="2286000"/>
              <a:ext cx="7086600" cy="1600200"/>
            </a:xfrm>
            <a:prstGeom prst="rect">
              <a:avLst/>
            </a:prstGeom>
            <a:solidFill>
              <a:srgbClr val="E8EEF8"/>
            </a:solidFill>
            <a:ln>
              <a:noFill/>
            </a:ln>
          </p:spPr>
        </p:sp>
      </p:grpSp>
      <p:grpSp>
        <p:nvGrpSpPr>
          <p:cNvPr id="49" name="node12"/>
          <p:cNvGrpSpPr/>
          <p:nvPr/>
        </p:nvGrpSpPr>
        <p:grpSpPr>
          <a:xfrm>
            <a:off x="4610100" y="2514600"/>
            <a:ext cx="6629400" cy="152400"/>
            <a:chOff x="4610100" y="2514600"/>
            <a:chExt cx="6629400" cy="152400"/>
          </a:xfrm>
        </p:grpSpPr>
        <p:sp>
          <p:nvSpPr>
            <p:cNvPr id="23" name="node12.text"/>
            <p:cNvSpPr/>
            <p:nvPr/>
          </p:nvSpPr>
          <p:spPr>
            <a:xfrm>
              <a:off x="4610100" y="2514600"/>
              <a:ext cx="66294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NEXT  ·  Q2 TO Q3 2027</a:t>
              </a:r>
              <a:endParaRPr lang="en-US" sz="900" spc="54" kern="0" b="0" i="0" dirty="0">
                <a:solidFill>
                  <a:srgbClr val="0047FF"/>
                </a:solidFill>
                <a:latin typeface="IBM Plex Mono Medium"/>
                <a:ea typeface="IBM Plex Mono Medium"/>
                <a:cs typeface="IBM Plex Mono Medium"/>
              </a:endParaRPr>
            </a:p>
          </p:txBody>
        </p:sp>
      </p:grpSp>
      <p:grpSp>
        <p:nvGrpSpPr>
          <p:cNvPr id="50" name="node13"/>
          <p:cNvGrpSpPr/>
          <p:nvPr/>
        </p:nvGrpSpPr>
        <p:grpSpPr>
          <a:xfrm>
            <a:off x="4610100" y="2819400"/>
            <a:ext cx="2057400" cy="152400"/>
            <a:chOff x="4610100" y="2819400"/>
            <a:chExt cx="2057400" cy="152400"/>
          </a:xfrm>
        </p:grpSpPr>
        <p:sp>
          <p:nvSpPr>
            <p:cNvPr id="24" name="node13.text"/>
            <p:cNvSpPr/>
            <p:nvPr/>
          </p:nvSpPr>
          <p:spPr>
            <a:xfrm>
              <a:off x="4610100" y="2819400"/>
              <a:ext cx="20574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WHAT</a:t>
              </a:r>
              <a:endParaRPr lang="en-US" sz="900" spc="54" kern="0" b="0" i="0" dirty="0">
                <a:solidFill>
                  <a:srgbClr val="50658E"/>
                </a:solidFill>
                <a:latin typeface="IBM Plex Mono Medium"/>
                <a:ea typeface="IBM Plex Mono Medium"/>
                <a:cs typeface="IBM Plex Mono Medium"/>
              </a:endParaRPr>
            </a:p>
          </p:txBody>
        </p:sp>
      </p:grpSp>
      <p:grpSp>
        <p:nvGrpSpPr>
          <p:cNvPr id="51" name="node14"/>
          <p:cNvGrpSpPr/>
          <p:nvPr/>
        </p:nvGrpSpPr>
        <p:grpSpPr>
          <a:xfrm>
            <a:off x="4610100" y="3048000"/>
            <a:ext cx="2057400" cy="457200"/>
            <a:chOff x="4610100" y="3048000"/>
            <a:chExt cx="2057400" cy="457200"/>
          </a:xfrm>
        </p:grpSpPr>
        <p:sp>
          <p:nvSpPr>
            <p:cNvPr id="25" name="node14.text"/>
            <p:cNvSpPr/>
            <p:nvPr/>
          </p:nvSpPr>
          <p:spPr>
            <a:xfrm>
              <a:off x="4610100" y="3048000"/>
              <a:ext cx="20574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Online scheduling, digital intake and price estimates.</a:t>
              </a:r>
              <a:endParaRPr lang="en-US" sz="1200" spc="0" kern="0" b="0" i="0" dirty="0">
                <a:solidFill>
                  <a:srgbClr val="070154"/>
                </a:solidFill>
                <a:latin typeface="IBM Plex Sans"/>
                <a:ea typeface="IBM Plex Sans"/>
                <a:cs typeface="IBM Plex Sans"/>
              </a:endParaRPr>
            </a:p>
          </p:txBody>
        </p:sp>
      </p:grpSp>
      <p:grpSp>
        <p:nvGrpSpPr>
          <p:cNvPr id="52" name="node15"/>
          <p:cNvGrpSpPr/>
          <p:nvPr/>
        </p:nvGrpSpPr>
        <p:grpSpPr>
          <a:xfrm>
            <a:off x="6896100" y="2819400"/>
            <a:ext cx="2057400" cy="152400"/>
            <a:chOff x="6896100" y="2819400"/>
            <a:chExt cx="2057400" cy="152400"/>
          </a:xfrm>
        </p:grpSpPr>
        <p:sp>
          <p:nvSpPr>
            <p:cNvPr id="26" name="node15.text"/>
            <p:cNvSpPr/>
            <p:nvPr/>
          </p:nvSpPr>
          <p:spPr>
            <a:xfrm>
              <a:off x="6896100" y="2819400"/>
              <a:ext cx="20574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WHY NOW</a:t>
              </a:r>
              <a:endParaRPr lang="en-US" sz="900" spc="54" kern="0" b="0" i="0" dirty="0">
                <a:solidFill>
                  <a:srgbClr val="50658E"/>
                </a:solidFill>
                <a:latin typeface="IBM Plex Mono Medium"/>
                <a:ea typeface="IBM Plex Mono Medium"/>
                <a:cs typeface="IBM Plex Mono Medium"/>
              </a:endParaRPr>
            </a:p>
          </p:txBody>
        </p:sp>
      </p:grpSp>
      <p:grpSp>
        <p:nvGrpSpPr>
          <p:cNvPr id="53" name="node16"/>
          <p:cNvGrpSpPr/>
          <p:nvPr/>
        </p:nvGrpSpPr>
        <p:grpSpPr>
          <a:xfrm>
            <a:off x="6896100" y="3048000"/>
            <a:ext cx="2057400" cy="457200"/>
            <a:chOff x="6896100" y="3048000"/>
            <a:chExt cx="2057400" cy="457200"/>
          </a:xfrm>
        </p:grpSpPr>
        <p:sp>
          <p:nvSpPr>
            <p:cNvPr id="27" name="node16.text"/>
            <p:cNvSpPr/>
            <p:nvPr/>
          </p:nvSpPr>
          <p:spPr>
            <a:xfrm>
              <a:off x="6896100" y="3048000"/>
              <a:ext cx="20574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Patients ask for it, and competitors already offer it.</a:t>
              </a:r>
              <a:endParaRPr lang="en-US" sz="1200" spc="0" kern="0" b="0" i="0" dirty="0">
                <a:solidFill>
                  <a:srgbClr val="070154"/>
                </a:solidFill>
                <a:latin typeface="IBM Plex Sans"/>
                <a:ea typeface="IBM Plex Sans"/>
                <a:cs typeface="IBM Plex Sans"/>
              </a:endParaRPr>
            </a:p>
          </p:txBody>
        </p:sp>
      </p:grpSp>
      <p:grpSp>
        <p:nvGrpSpPr>
          <p:cNvPr id="54" name="node17"/>
          <p:cNvGrpSpPr/>
          <p:nvPr/>
        </p:nvGrpSpPr>
        <p:grpSpPr>
          <a:xfrm>
            <a:off x="9182100" y="2819400"/>
            <a:ext cx="2057400" cy="152400"/>
            <a:chOff x="9182100" y="2819400"/>
            <a:chExt cx="2057400" cy="152400"/>
          </a:xfrm>
        </p:grpSpPr>
        <p:sp>
          <p:nvSpPr>
            <p:cNvPr id="28" name="node17.text"/>
            <p:cNvSpPr/>
            <p:nvPr/>
          </p:nvSpPr>
          <p:spPr>
            <a:xfrm>
              <a:off x="9182100" y="2819400"/>
              <a:ext cx="20574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UNLOCKS</a:t>
              </a:r>
              <a:endParaRPr lang="en-US" sz="900" spc="54" kern="0" b="0" i="0" dirty="0">
                <a:solidFill>
                  <a:srgbClr val="50658E"/>
                </a:solidFill>
                <a:latin typeface="IBM Plex Mono Medium"/>
                <a:ea typeface="IBM Plex Mono Medium"/>
                <a:cs typeface="IBM Plex Mono Medium"/>
              </a:endParaRPr>
            </a:p>
          </p:txBody>
        </p:sp>
      </p:grpSp>
      <p:grpSp>
        <p:nvGrpSpPr>
          <p:cNvPr id="55" name="node18"/>
          <p:cNvGrpSpPr/>
          <p:nvPr/>
        </p:nvGrpSpPr>
        <p:grpSpPr>
          <a:xfrm>
            <a:off x="9182100" y="3048000"/>
            <a:ext cx="2057400" cy="457200"/>
            <a:chOff x="9182100" y="3048000"/>
            <a:chExt cx="2057400" cy="457200"/>
          </a:xfrm>
        </p:grpSpPr>
        <p:sp>
          <p:nvSpPr>
            <p:cNvPr id="29" name="node18.text"/>
            <p:cNvSpPr/>
            <p:nvPr/>
          </p:nvSpPr>
          <p:spPr>
            <a:xfrm>
              <a:off x="9182100" y="3048000"/>
              <a:ext cx="20574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Fewer calls, fewer no-shows and cleaner claims.</a:t>
              </a:r>
              <a:endParaRPr lang="en-US" sz="1200" spc="0" kern="0" b="0" i="0" dirty="0">
                <a:solidFill>
                  <a:srgbClr val="070154"/>
                </a:solidFill>
                <a:latin typeface="IBM Plex Sans"/>
                <a:ea typeface="IBM Plex Sans"/>
                <a:cs typeface="IBM Plex Sans"/>
              </a:endParaRPr>
            </a:p>
          </p:txBody>
        </p:sp>
      </p:grpSp>
      <p:grpSp>
        <p:nvGrpSpPr>
          <p:cNvPr id="56" name="node19"/>
          <p:cNvGrpSpPr/>
          <p:nvPr/>
        </p:nvGrpSpPr>
        <p:grpSpPr>
          <a:xfrm>
            <a:off x="4381500" y="4114800"/>
            <a:ext cx="7086600" cy="1600200"/>
            <a:chOff x="4381500" y="4114800"/>
            <a:chExt cx="7086600" cy="1600200"/>
          </a:xfrm>
        </p:grpSpPr>
        <p:sp>
          <p:nvSpPr>
            <p:cNvPr id="30" name="node19.surface"/>
            <p:cNvSpPr/>
            <p:nvPr/>
          </p:nvSpPr>
          <p:spPr>
            <a:xfrm>
              <a:off x="4381500" y="4114800"/>
              <a:ext cx="7086600" cy="1600200"/>
            </a:xfrm>
            <a:prstGeom prst="rect">
              <a:avLst/>
            </a:prstGeom>
            <a:solidFill>
              <a:srgbClr val="E8EEF8"/>
            </a:solidFill>
            <a:ln>
              <a:noFill/>
            </a:ln>
          </p:spPr>
        </p:sp>
      </p:grpSp>
      <p:grpSp>
        <p:nvGrpSpPr>
          <p:cNvPr id="57" name="node20"/>
          <p:cNvGrpSpPr/>
          <p:nvPr/>
        </p:nvGrpSpPr>
        <p:grpSpPr>
          <a:xfrm>
            <a:off x="4610100" y="4343400"/>
            <a:ext cx="6629400" cy="152400"/>
            <a:chOff x="4610100" y="4343400"/>
            <a:chExt cx="6629400" cy="152400"/>
          </a:xfrm>
        </p:grpSpPr>
        <p:sp>
          <p:nvSpPr>
            <p:cNvPr id="31" name="node20.text"/>
            <p:cNvSpPr/>
            <p:nvPr/>
          </p:nvSpPr>
          <p:spPr>
            <a:xfrm>
              <a:off x="4610100" y="4343400"/>
              <a:ext cx="66294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LATER  ·  Q4 2027 TO 2028</a:t>
              </a:r>
              <a:endParaRPr lang="en-US" sz="900" spc="54" kern="0" b="0" i="0" dirty="0">
                <a:solidFill>
                  <a:srgbClr val="0047FF"/>
                </a:solidFill>
                <a:latin typeface="IBM Plex Mono Medium"/>
                <a:ea typeface="IBM Plex Mono Medium"/>
                <a:cs typeface="IBM Plex Mono Medium"/>
              </a:endParaRPr>
            </a:p>
          </p:txBody>
        </p:sp>
      </p:grpSp>
      <p:grpSp>
        <p:nvGrpSpPr>
          <p:cNvPr id="58" name="node21"/>
          <p:cNvGrpSpPr/>
          <p:nvPr/>
        </p:nvGrpSpPr>
        <p:grpSpPr>
          <a:xfrm>
            <a:off x="4610100" y="4648200"/>
            <a:ext cx="2057400" cy="152400"/>
            <a:chOff x="4610100" y="4648200"/>
            <a:chExt cx="2057400" cy="152400"/>
          </a:xfrm>
        </p:grpSpPr>
        <p:sp>
          <p:nvSpPr>
            <p:cNvPr id="32" name="node21.text"/>
            <p:cNvSpPr/>
            <p:nvPr/>
          </p:nvSpPr>
          <p:spPr>
            <a:xfrm>
              <a:off x="4610100" y="4648200"/>
              <a:ext cx="20574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WHAT</a:t>
              </a:r>
              <a:endParaRPr lang="en-US" sz="900" spc="54" kern="0" b="0" i="0" dirty="0">
                <a:solidFill>
                  <a:srgbClr val="50658E"/>
                </a:solidFill>
                <a:latin typeface="IBM Plex Mono Medium"/>
                <a:ea typeface="IBM Plex Mono Medium"/>
                <a:cs typeface="IBM Plex Mono Medium"/>
              </a:endParaRPr>
            </a:p>
          </p:txBody>
        </p:sp>
      </p:grpSp>
      <p:grpSp>
        <p:nvGrpSpPr>
          <p:cNvPr id="59" name="node22"/>
          <p:cNvGrpSpPr/>
          <p:nvPr/>
        </p:nvGrpSpPr>
        <p:grpSpPr>
          <a:xfrm>
            <a:off x="4610100" y="4876800"/>
            <a:ext cx="2057400" cy="457200"/>
            <a:chOff x="4610100" y="4876800"/>
            <a:chExt cx="2057400" cy="457200"/>
          </a:xfrm>
        </p:grpSpPr>
        <p:sp>
          <p:nvSpPr>
            <p:cNvPr id="33" name="node22.text"/>
            <p:cNvSpPr/>
            <p:nvPr/>
          </p:nvSpPr>
          <p:spPr>
            <a:xfrm>
              <a:off x="4610100" y="4876800"/>
              <a:ext cx="20574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Referral tracking, care plans and a virtual front desk.</a:t>
              </a:r>
              <a:endParaRPr lang="en-US" sz="1200" spc="0" kern="0" b="0" i="0" dirty="0">
                <a:solidFill>
                  <a:srgbClr val="070154"/>
                </a:solidFill>
                <a:latin typeface="IBM Plex Sans"/>
                <a:ea typeface="IBM Plex Sans"/>
                <a:cs typeface="IBM Plex Sans"/>
              </a:endParaRPr>
            </a:p>
          </p:txBody>
        </p:sp>
      </p:grpSp>
      <p:grpSp>
        <p:nvGrpSpPr>
          <p:cNvPr id="60" name="node23"/>
          <p:cNvGrpSpPr/>
          <p:nvPr/>
        </p:nvGrpSpPr>
        <p:grpSpPr>
          <a:xfrm>
            <a:off x="6896100" y="4648200"/>
            <a:ext cx="2057400" cy="152400"/>
            <a:chOff x="6896100" y="4648200"/>
            <a:chExt cx="2057400" cy="152400"/>
          </a:xfrm>
        </p:grpSpPr>
        <p:sp>
          <p:nvSpPr>
            <p:cNvPr id="34" name="node23.text"/>
            <p:cNvSpPr/>
            <p:nvPr/>
          </p:nvSpPr>
          <p:spPr>
            <a:xfrm>
              <a:off x="6896100" y="4648200"/>
              <a:ext cx="20574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WHY NOW</a:t>
              </a:r>
              <a:endParaRPr lang="en-US" sz="900" spc="54" kern="0" b="0" i="0" dirty="0">
                <a:solidFill>
                  <a:srgbClr val="50658E"/>
                </a:solidFill>
                <a:latin typeface="IBM Plex Mono Medium"/>
                <a:ea typeface="IBM Plex Mono Medium"/>
                <a:cs typeface="IBM Plex Mono Medium"/>
              </a:endParaRPr>
            </a:p>
          </p:txBody>
        </p:sp>
      </p:grpSp>
      <p:grpSp>
        <p:nvGrpSpPr>
          <p:cNvPr id="61" name="node24"/>
          <p:cNvGrpSpPr/>
          <p:nvPr/>
        </p:nvGrpSpPr>
        <p:grpSpPr>
          <a:xfrm>
            <a:off x="6896100" y="4876800"/>
            <a:ext cx="2057400" cy="457200"/>
            <a:chOff x="6896100" y="4876800"/>
            <a:chExt cx="2057400" cy="457200"/>
          </a:xfrm>
        </p:grpSpPr>
        <p:sp>
          <p:nvSpPr>
            <p:cNvPr id="35" name="node24.text"/>
            <p:cNvSpPr/>
            <p:nvPr/>
          </p:nvSpPr>
          <p:spPr>
            <a:xfrm>
              <a:off x="6896100" y="4876800"/>
              <a:ext cx="20574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Not yet: it needs the event stream and clinical capacity.</a:t>
              </a:r>
              <a:endParaRPr lang="en-US" sz="1200" spc="0" kern="0" b="0" i="0" dirty="0">
                <a:solidFill>
                  <a:srgbClr val="070154"/>
                </a:solidFill>
                <a:latin typeface="IBM Plex Sans"/>
                <a:ea typeface="IBM Plex Sans"/>
                <a:cs typeface="IBM Plex Sans"/>
              </a:endParaRPr>
            </a:p>
          </p:txBody>
        </p:sp>
      </p:grpSp>
      <p:grpSp>
        <p:nvGrpSpPr>
          <p:cNvPr id="62" name="node25"/>
          <p:cNvGrpSpPr/>
          <p:nvPr/>
        </p:nvGrpSpPr>
        <p:grpSpPr>
          <a:xfrm>
            <a:off x="9182100" y="4648200"/>
            <a:ext cx="2057400" cy="152400"/>
            <a:chOff x="9182100" y="4648200"/>
            <a:chExt cx="2057400" cy="152400"/>
          </a:xfrm>
        </p:grpSpPr>
        <p:sp>
          <p:nvSpPr>
            <p:cNvPr id="36" name="node25.text"/>
            <p:cNvSpPr/>
            <p:nvPr/>
          </p:nvSpPr>
          <p:spPr>
            <a:xfrm>
              <a:off x="9182100" y="4648200"/>
              <a:ext cx="20574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UNLOCKS</a:t>
              </a:r>
              <a:endParaRPr lang="en-US" sz="900" spc="54" kern="0" b="0" i="0" dirty="0">
                <a:solidFill>
                  <a:srgbClr val="50658E"/>
                </a:solidFill>
                <a:latin typeface="IBM Plex Mono Medium"/>
                <a:ea typeface="IBM Plex Mono Medium"/>
                <a:cs typeface="IBM Plex Mono Medium"/>
              </a:endParaRPr>
            </a:p>
          </p:txBody>
        </p:sp>
      </p:grpSp>
      <p:grpSp>
        <p:nvGrpSpPr>
          <p:cNvPr id="63" name="node26"/>
          <p:cNvGrpSpPr/>
          <p:nvPr/>
        </p:nvGrpSpPr>
        <p:grpSpPr>
          <a:xfrm>
            <a:off x="9182100" y="4876800"/>
            <a:ext cx="2057400" cy="457200"/>
            <a:chOff x="9182100" y="4876800"/>
            <a:chExt cx="2057400" cy="457200"/>
          </a:xfrm>
        </p:grpSpPr>
        <p:sp>
          <p:nvSpPr>
            <p:cNvPr id="37" name="node26.text"/>
            <p:cNvSpPr/>
            <p:nvPr/>
          </p:nvSpPr>
          <p:spPr>
            <a:xfrm>
              <a:off x="9182100" y="4876800"/>
              <a:ext cx="20574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Care that continues between visits.</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name="source-441">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DIGITAL FRONT DOOR ROADMAP</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11430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Each wave starts and ends on evidence, not on the calendar</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Northfield Health System digital front door program.</a:t>
            </a:r>
            <a:endParaRPr lang="en-US" sz="900" spc="0" kern="0" b="0" i="0" dirty="0">
              <a:solidFill>
                <a:srgbClr val="50658E"/>
              </a:solidFill>
              <a:latin typeface="IBM Plex Sans"/>
              <a:ea typeface="IBM Plex Sans"/>
              <a:cs typeface="IBM Plex Sans"/>
            </a:endParaRPr>
          </a:p>
        </p:txBody>
      </p:sp>
      <p:sp>
        <p:nvSpPr>
          <p:cNvPr id="6" name="nav.section-01"/>
          <p:cNvSpPr/>
          <p:nvPr/>
        </p:nvSpPr>
        <p:spPr>
          <a:xfrm>
            <a:off x="266700" y="457200"/>
            <a:ext cx="228600" cy="1036320"/>
          </a:xfrm>
          <a:prstGeom prst="rect">
            <a:avLst/>
          </a:prstGeom>
          <a:solidFill>
            <a:srgbClr val="E8EEF8"/>
          </a:solidFill>
          <a:ln>
            <a:noFill/>
          </a:ln>
        </p:spPr>
      </p:sp>
      <p:sp>
        <p:nvSpPr>
          <p:cNvPr id="7" name="nav.label.section-01"/>
          <p:cNvSpPr/>
          <p:nvPr/>
        </p:nvSpPr>
        <p:spPr>
          <a:xfrm>
            <a:off x="266700" y="457200"/>
            <a:ext cx="228600" cy="103632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50658E"/>
                </a:solidFill>
                <a:latin typeface="IBM Plex Mono SemiBold"/>
                <a:ea typeface="IBM Plex Mono SemiBold"/>
                <a:cs typeface="IBM Plex Mono SemiBold"/>
              </a:rPr>
              <a:t>STRATEGY</a:t>
            </a:r>
            <a:endParaRPr lang="en-US" sz="800" spc="80" kern="0" b="0" i="0" dirty="0">
              <a:solidFill>
                <a:srgbClr val="50658E"/>
              </a:solidFill>
              <a:latin typeface="IBM Plex Mono SemiBold"/>
              <a:ea typeface="IBM Plex Mono SemiBold"/>
              <a:cs typeface="IBM Plex Mono SemiBold"/>
            </a:endParaRPr>
          </a:p>
        </p:txBody>
      </p:sp>
      <p:sp>
        <p:nvSpPr>
          <p:cNvPr id="8" name="nav.section-02"/>
          <p:cNvSpPr/>
          <p:nvPr/>
        </p:nvSpPr>
        <p:spPr>
          <a:xfrm>
            <a:off x="266700" y="1569720"/>
            <a:ext cx="228600" cy="1036320"/>
          </a:xfrm>
          <a:prstGeom prst="rect">
            <a:avLst/>
          </a:prstGeom>
          <a:solidFill>
            <a:srgbClr val="E8EEF8"/>
          </a:solidFill>
          <a:ln>
            <a:noFill/>
          </a:ln>
        </p:spPr>
      </p:sp>
      <p:sp>
        <p:nvSpPr>
          <p:cNvPr id="9" name="nav.label.section-02"/>
          <p:cNvSpPr/>
          <p:nvPr/>
        </p:nvSpPr>
        <p:spPr>
          <a:xfrm>
            <a:off x="266700" y="1569720"/>
            <a:ext cx="228600" cy="103632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50658E"/>
                </a:solidFill>
                <a:latin typeface="IBM Plex Mono SemiBold"/>
                <a:ea typeface="IBM Plex Mono SemiBold"/>
                <a:cs typeface="IBM Plex Mono SemiBold"/>
              </a:rPr>
              <a:t>CAPABILITIES</a:t>
            </a:r>
            <a:endParaRPr lang="en-US" sz="800" spc="80" kern="0" b="0" i="0" dirty="0">
              <a:solidFill>
                <a:srgbClr val="50658E"/>
              </a:solidFill>
              <a:latin typeface="IBM Plex Mono SemiBold"/>
              <a:ea typeface="IBM Plex Mono SemiBold"/>
              <a:cs typeface="IBM Plex Mono SemiBold"/>
            </a:endParaRPr>
          </a:p>
        </p:txBody>
      </p:sp>
      <p:sp>
        <p:nvSpPr>
          <p:cNvPr id="10" name="nav.section-03"/>
          <p:cNvSpPr/>
          <p:nvPr/>
        </p:nvSpPr>
        <p:spPr>
          <a:xfrm>
            <a:off x="266700" y="2682240"/>
            <a:ext cx="228600" cy="1036320"/>
          </a:xfrm>
          <a:prstGeom prst="rect">
            <a:avLst/>
          </a:prstGeom>
          <a:solidFill>
            <a:srgbClr val="070154"/>
          </a:solidFill>
          <a:ln>
            <a:noFill/>
          </a:ln>
        </p:spPr>
      </p:sp>
      <p:sp>
        <p:nvSpPr>
          <p:cNvPr id="11" name="nav.label.section-03"/>
          <p:cNvSpPr/>
          <p:nvPr/>
        </p:nvSpPr>
        <p:spPr>
          <a:xfrm>
            <a:off x="266700" y="2682240"/>
            <a:ext cx="228600" cy="103632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FFFFFF"/>
                </a:solidFill>
                <a:latin typeface="IBM Plex Mono SemiBold"/>
                <a:ea typeface="IBM Plex Mono SemiBold"/>
                <a:cs typeface="IBM Plex Mono SemiBold"/>
              </a:rPr>
              <a:t>ROADMAP</a:t>
            </a:r>
            <a:endParaRPr lang="en-US" sz="800" spc="80" kern="0" b="0" i="0" dirty="0">
              <a:solidFill>
                <a:srgbClr val="FFFFFF"/>
              </a:solidFill>
              <a:latin typeface="IBM Plex Mono SemiBold"/>
              <a:ea typeface="IBM Plex Mono SemiBold"/>
              <a:cs typeface="IBM Plex Mono SemiBold"/>
            </a:endParaRPr>
          </a:p>
        </p:txBody>
      </p:sp>
      <p:sp>
        <p:nvSpPr>
          <p:cNvPr id="12" name="nav.section-04"/>
          <p:cNvSpPr/>
          <p:nvPr/>
        </p:nvSpPr>
        <p:spPr>
          <a:xfrm>
            <a:off x="266700" y="3794760"/>
            <a:ext cx="228600" cy="1036320"/>
          </a:xfrm>
          <a:prstGeom prst="rect">
            <a:avLst/>
          </a:prstGeom>
          <a:solidFill>
            <a:srgbClr val="E8EEF8"/>
          </a:solidFill>
          <a:ln>
            <a:noFill/>
          </a:ln>
        </p:spPr>
      </p:sp>
      <p:sp>
        <p:nvSpPr>
          <p:cNvPr id="13" name="nav.label.section-04"/>
          <p:cNvSpPr/>
          <p:nvPr/>
        </p:nvSpPr>
        <p:spPr>
          <a:xfrm>
            <a:off x="266700" y="3794760"/>
            <a:ext cx="228600" cy="103632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50658E"/>
                </a:solidFill>
                <a:latin typeface="IBM Plex Mono SemiBold"/>
                <a:ea typeface="IBM Plex Mono SemiBold"/>
                <a:cs typeface="IBM Plex Mono SemiBold"/>
              </a:rPr>
              <a:t>DELIVERY</a:t>
            </a:r>
            <a:endParaRPr lang="en-US" sz="800" spc="80" kern="0" b="0" i="0" dirty="0">
              <a:solidFill>
                <a:srgbClr val="50658E"/>
              </a:solidFill>
              <a:latin typeface="IBM Plex Mono SemiBold"/>
              <a:ea typeface="IBM Plex Mono SemiBold"/>
              <a:cs typeface="IBM Plex Mono SemiBold"/>
            </a:endParaRPr>
          </a:p>
        </p:txBody>
      </p:sp>
      <p:sp>
        <p:nvSpPr>
          <p:cNvPr id="14" name="nav.section-05"/>
          <p:cNvSpPr/>
          <p:nvPr/>
        </p:nvSpPr>
        <p:spPr>
          <a:xfrm>
            <a:off x="266700" y="4907280"/>
            <a:ext cx="228600" cy="1036320"/>
          </a:xfrm>
          <a:prstGeom prst="rect">
            <a:avLst/>
          </a:prstGeom>
          <a:solidFill>
            <a:srgbClr val="E8EEF8"/>
          </a:solidFill>
          <a:ln>
            <a:noFill/>
          </a:ln>
        </p:spPr>
      </p:sp>
      <p:sp>
        <p:nvSpPr>
          <p:cNvPr id="15" name="nav.label.section-05"/>
          <p:cNvSpPr/>
          <p:nvPr/>
        </p:nvSpPr>
        <p:spPr>
          <a:xfrm>
            <a:off x="266700" y="4907280"/>
            <a:ext cx="228600" cy="103632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50658E"/>
                </a:solidFill>
                <a:latin typeface="IBM Plex Mono SemiBold"/>
                <a:ea typeface="IBM Plex Mono SemiBold"/>
                <a:cs typeface="IBM Plex Mono SemiBold"/>
              </a:rPr>
              <a:t>GOVERNANCE</a:t>
            </a:r>
            <a:endParaRPr lang="en-US" sz="800" spc="80" kern="0" b="0" i="0" dirty="0">
              <a:solidFill>
                <a:srgbClr val="50658E"/>
              </a:solidFill>
              <a:latin typeface="IBM Plex Mono SemiBold"/>
              <a:ea typeface="IBM Plex Mono SemiBold"/>
              <a:cs typeface="IBM Plex Mono SemiBold"/>
            </a:endParaRPr>
          </a:p>
        </p:txBody>
      </p:sp>
      <p:sp>
        <p:nvSpPr>
          <p:cNvPr id="1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145</a:t>
            </a:fld>
            <a:endParaRPr lang="en-US" sz="700" spc="0" kern="0" b="0" i="0" dirty="0">
              <a:solidFill>
                <a:srgbClr val="070154"/>
              </a:solidFill>
              <a:latin typeface="IBM Plex Mono SemiBold"/>
              <a:ea typeface="IBM Plex Mono SemiBold"/>
              <a:cs typeface="IBM Plex Mono SemiBold"/>
            </a:endParaRPr>
          </a:p>
        </p:txBody>
      </p:sp>
      <p:grpSp>
        <p:nvGrpSpPr>
          <p:cNvPr id="18" name="node01"/>
          <p:cNvGrpSpPr/>
          <p:nvPr/>
        </p:nvGrpSpPr>
        <p:grpSpPr>
          <a:xfrm>
            <a:off x="723900" y="2057400"/>
            <a:ext cx="10744200" cy="3657600"/>
            <a:chOff x="723900" y="2057400"/>
            <a:chExt cx="10744200" cy="3657600"/>
          </a:xfrm>
        </p:grpSpPr>
        <p:graphicFrame>
          <p:nvGraphicFramePr>
            <p:cNvPr id="17" name="node01.native"/>
            <p:cNvGraphicFramePr>
              <a:graphicFrameLocks noGrp="1"/>
            </p:cNvGraphicFramePr>
            <p:nvPr>
              <p:extLst>
                <p:ext uri="{D42A27DB-BD31-4B8C-83A1-F6EECF244321}">
                  <p14:modId xmlns:p14="http://schemas.microsoft.com/office/powerpoint/2010/main" val="1579011935"/>
                </p:ext>
              </p:extLst>
            </p:nvPr>
          </p:nvGraphicFramePr>
          <p:xfrm>
            <a:off x="723900" y="2057400"/>
            <a:ext cx="10744200" cy="3657600"/>
          </p:xfrm>
          <a:graphic>
            <a:graphicData uri="http://schemas.openxmlformats.org/drawingml/2006/table">
              <a:tbl>
                <a:tblPr/>
                <a:tblGrid>
                  <a:gridCol w="1219200"/>
                  <a:gridCol w="2209800"/>
                  <a:gridCol w="2362200"/>
                  <a:gridCol w="2413000"/>
                  <a:gridCol w="2540000"/>
                </a:tblGrid>
                <a:tr h="355600">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WAVE</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SCOPE</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ENTRY CRITERIA</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EXIT CRITERIA</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DECISION GATE</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r>
                <a:tr h="825500">
                  <a:tc>
                    <a:txBody>
                      <a:bodyPr wrap="square" anchor="ctr" lIns="0" rIns="0" tIns="0" bIns="0">
                        <a:noAutofit/>
                      </a:bodyPr>
                      <a:lstStyle/>
                      <a:p>
                        <a:pPr algn="l" marL="0" indent="0">
                          <a:lnSpc>
                            <a:spcPts val="1800"/>
                          </a:lnSpc>
                          <a:spcBef>
                            <a:spcPts val="0"/>
                          </a:spcBef>
                          <a:spcAft>
                            <a:spcPts val="20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Wave 1</a:t>
                        </a:r>
                        <a:endParaRPr lang="en-US" sz="1200" spc="0" kern="0" b="0" i="0" dirty="0">
                          <a:solidFill>
                            <a:srgbClr val="070154"/>
                          </a:solidFill>
                          <a:latin typeface="IBM Plex Sans SemiBold"/>
                          <a:ea typeface="IBM Plex Sans SemiBold"/>
                          <a:cs typeface="IBM Plex Sans SemiBold"/>
                        </a:endParaRPr>
                      </a:p>
                      <a:p>
                        <a:pPr algn="l" marL="0" indent="0">
                          <a:lnSpc>
                            <a:spcPts val="1800"/>
                          </a:lnSpc>
                          <a:spcBef>
                            <a:spcPts val="0"/>
                          </a:spcBef>
                          <a:spcAft>
                            <a:spcPts val="0"/>
                          </a:spcAft>
                          <a:buNone/>
                          <a:defRPr lang="en-US" sz="1200" spc="0" kern="0" b="0" i="0" dirty="0">
                            <a:solidFill>
                              <a:srgbClr val="50658E"/>
                            </a:solidFill>
                            <a:latin typeface="IBM Plex Sans"/>
                            <a:ea typeface="IBM Plex Sans"/>
                            <a:cs typeface="IBM Plex Sans"/>
                          </a:defRPr>
                        </a:pPr>
                        <a:r>
                          <a:rPr lang="en-US" sz="1200" spc="0" kern="0" b="0" i="0" dirty="0">
                            <a:solidFill>
                              <a:srgbClr val="50658E"/>
                            </a:solidFill>
                            <a:latin typeface="IBM Plex Sans"/>
                            <a:ea typeface="IBM Plex Sans"/>
                            <a:cs typeface="IBM Plex Sans"/>
                          </a:rPr>
                          <a:t xml:space="preserve">Foundation</a:t>
                        </a:r>
                        <a:endParaRPr lang="en-US" sz="1200" spc="0" kern="0" b="0" i="0" dirty="0">
                          <a:solidFill>
                            <a:srgbClr val="50658E"/>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152400" indent="-152400">
                          <a:lnSpc>
                            <a:spcPts val="1800"/>
                          </a:lnSpc>
                          <a:spcBef>
                            <a:spcPts val="0"/>
                          </a:spcBef>
                          <a:spcAft>
                            <a:spcPts val="30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Master patient index</a:t>
                        </a:r>
                        <a:endParaRPr lang="en-US" sz="1200" spc="0" kern="0" b="0" i="0" dirty="0">
                          <a:solidFill>
                            <a:srgbClr val="070154"/>
                          </a:solidFill>
                          <a:latin typeface="IBM Plex Sans"/>
                          <a:ea typeface="IBM Plex Sans"/>
                          <a:cs typeface="IBM Plex Sans"/>
                        </a:endParaRPr>
                      </a:p>
                      <a:p>
                        <a:pPr algn="l" marL="152400" indent="-152400">
                          <a:lnSpc>
                            <a:spcPts val="1800"/>
                          </a:lnSpc>
                          <a:spcBef>
                            <a:spcPts val="0"/>
                          </a:spcBef>
                          <a:spcAft>
                            <a:spcPts val="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Single sign-in</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152400" indent="-152400">
                          <a:lnSpc>
                            <a:spcPts val="1800"/>
                          </a:lnSpc>
                          <a:spcBef>
                            <a:spcPts val="0"/>
                          </a:spcBef>
                          <a:spcAft>
                            <a:spcPts val="30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Funding approved</a:t>
                        </a:r>
                        <a:endParaRPr lang="en-US" sz="1200" spc="0" kern="0" b="0" i="0" dirty="0">
                          <a:solidFill>
                            <a:srgbClr val="070154"/>
                          </a:solidFill>
                          <a:latin typeface="IBM Plex Sans"/>
                          <a:ea typeface="IBM Plex Sans"/>
                          <a:cs typeface="IBM Plex Sans"/>
                        </a:endParaRPr>
                      </a:p>
                      <a:p>
                        <a:pPr algn="l" marL="152400" indent="-152400">
                          <a:lnSpc>
                            <a:spcPts val="1800"/>
                          </a:lnSpc>
                          <a:spcBef>
                            <a:spcPts val="0"/>
                          </a:spcBef>
                          <a:spcAft>
                            <a:spcPts val="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Privacy review signed</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152400" indent="-152400">
                          <a:lnSpc>
                            <a:spcPts val="1800"/>
                          </a:lnSpc>
                          <a:spcBef>
                            <a:spcPts val="0"/>
                          </a:spcBef>
                          <a:spcAft>
                            <a:spcPts val="30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Duplicates down 40%</a:t>
                        </a:r>
                        <a:endParaRPr lang="en-US" sz="1200" spc="0" kern="0" b="0" i="0" dirty="0">
                          <a:solidFill>
                            <a:srgbClr val="070154"/>
                          </a:solidFill>
                          <a:latin typeface="IBM Plex Sans"/>
                          <a:ea typeface="IBM Plex Sans"/>
                          <a:cs typeface="IBM Plex Sans"/>
                        </a:endParaRPr>
                      </a:p>
                      <a:p>
                        <a:pPr algn="l" marL="152400" indent="-152400">
                          <a:lnSpc>
                            <a:spcPts val="1800"/>
                          </a:lnSpc>
                          <a:spcBef>
                            <a:spcPts val="0"/>
                          </a:spcBef>
                          <a:spcAft>
                            <a:spcPts val="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Sign-in live at all sites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152400" indent="-152400">
                          <a:lnSpc>
                            <a:spcPts val="1800"/>
                          </a:lnSpc>
                          <a:spcBef>
                            <a:spcPts val="0"/>
                          </a:spcBef>
                          <a:spcAft>
                            <a:spcPts val="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Access council confirms the data is trusted</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825500">
                  <a:tc>
                    <a:txBody>
                      <a:bodyPr wrap="square" anchor="ctr" lIns="0" rIns="0" tIns="0" bIns="0">
                        <a:noAutofit/>
                      </a:bodyPr>
                      <a:lstStyle/>
                      <a:p>
                        <a:pPr algn="l" marL="0" indent="0">
                          <a:lnSpc>
                            <a:spcPts val="1800"/>
                          </a:lnSpc>
                          <a:spcBef>
                            <a:spcPts val="0"/>
                          </a:spcBef>
                          <a:spcAft>
                            <a:spcPts val="20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Wave 2</a:t>
                        </a:r>
                        <a:endParaRPr lang="en-US" sz="1200" spc="0" kern="0" b="0" i="0" dirty="0">
                          <a:solidFill>
                            <a:srgbClr val="070154"/>
                          </a:solidFill>
                          <a:latin typeface="IBM Plex Sans SemiBold"/>
                          <a:ea typeface="IBM Plex Sans SemiBold"/>
                          <a:cs typeface="IBM Plex Sans SemiBold"/>
                        </a:endParaRPr>
                      </a:p>
                      <a:p>
                        <a:pPr algn="l" marL="0" indent="0">
                          <a:lnSpc>
                            <a:spcPts val="1800"/>
                          </a:lnSpc>
                          <a:spcBef>
                            <a:spcPts val="0"/>
                          </a:spcBef>
                          <a:spcAft>
                            <a:spcPts val="0"/>
                          </a:spcAft>
                          <a:buNone/>
                          <a:defRPr lang="en-US" sz="1200" spc="0" kern="0" b="0" i="0" dirty="0">
                            <a:solidFill>
                              <a:srgbClr val="50658E"/>
                            </a:solidFill>
                            <a:latin typeface="IBM Plex Sans"/>
                            <a:ea typeface="IBM Plex Sans"/>
                            <a:cs typeface="IBM Plex Sans"/>
                          </a:defRPr>
                        </a:pPr>
                        <a:r>
                          <a:rPr lang="en-US" sz="1200" spc="0" kern="0" b="0" i="0" dirty="0">
                            <a:solidFill>
                              <a:srgbClr val="50658E"/>
                            </a:solidFill>
                            <a:latin typeface="IBM Plex Sans"/>
                            <a:ea typeface="IBM Plex Sans"/>
                            <a:cs typeface="IBM Plex Sans"/>
                          </a:rPr>
                          <a:t xml:space="preserve">Access</a:t>
                        </a:r>
                        <a:endParaRPr lang="en-US" sz="1200" spc="0" kern="0" b="0" i="0" dirty="0">
                          <a:solidFill>
                            <a:srgbClr val="50658E"/>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152400" indent="-152400">
                          <a:lnSpc>
                            <a:spcPts val="1800"/>
                          </a:lnSpc>
                          <a:spcBef>
                            <a:spcPts val="0"/>
                          </a:spcBef>
                          <a:spcAft>
                            <a:spcPts val="30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Self-scheduling</a:t>
                        </a:r>
                        <a:endParaRPr lang="en-US" sz="1200" spc="0" kern="0" b="0" i="0" dirty="0">
                          <a:solidFill>
                            <a:srgbClr val="070154"/>
                          </a:solidFill>
                          <a:latin typeface="IBM Plex Sans"/>
                          <a:ea typeface="IBM Plex Sans"/>
                          <a:cs typeface="IBM Plex Sans"/>
                        </a:endParaRPr>
                      </a:p>
                      <a:p>
                        <a:pPr algn="l" marL="152400" indent="-152400">
                          <a:lnSpc>
                            <a:spcPts val="1800"/>
                          </a:lnSpc>
                          <a:spcBef>
                            <a:spcPts val="0"/>
                          </a:spcBef>
                          <a:spcAft>
                            <a:spcPts val="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Digital intake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152400" indent="-152400">
                          <a:lnSpc>
                            <a:spcPts val="1800"/>
                          </a:lnSpc>
                          <a:spcBef>
                            <a:spcPts val="0"/>
                          </a:spcBef>
                          <a:spcAft>
                            <a:spcPts val="30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Wave 1 exit met</a:t>
                        </a:r>
                        <a:endParaRPr lang="en-US" sz="1200" spc="0" kern="0" b="0" i="0" dirty="0">
                          <a:solidFill>
                            <a:srgbClr val="070154"/>
                          </a:solidFill>
                          <a:latin typeface="IBM Plex Sans"/>
                          <a:ea typeface="IBM Plex Sans"/>
                          <a:cs typeface="IBM Plex Sans"/>
                        </a:endParaRPr>
                      </a:p>
                      <a:p>
                        <a:pPr algn="l" marL="152400" indent="-152400">
                          <a:lnSpc>
                            <a:spcPts val="1800"/>
                          </a:lnSpc>
                          <a:spcBef>
                            <a:spcPts val="0"/>
                          </a:spcBef>
                          <a:spcAft>
                            <a:spcPts val="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Two pilot clinics named</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152400" indent="-152400">
                          <a:lnSpc>
                            <a:spcPts val="1800"/>
                          </a:lnSpc>
                          <a:spcBef>
                            <a:spcPts val="0"/>
                          </a:spcBef>
                          <a:spcAft>
                            <a:spcPts val="30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60% of visits booked online</a:t>
                        </a:r>
                        <a:endParaRPr lang="en-US" sz="1200" spc="0" kern="0" b="0" i="0" dirty="0">
                          <a:solidFill>
                            <a:srgbClr val="070154"/>
                          </a:solidFill>
                          <a:latin typeface="IBM Plex Sans"/>
                          <a:ea typeface="IBM Plex Sans"/>
                          <a:cs typeface="IBM Plex Sans"/>
                        </a:endParaRPr>
                      </a:p>
                      <a:p>
                        <a:pPr algn="l" marL="152400" indent="-152400">
                          <a:lnSpc>
                            <a:spcPts val="1800"/>
                          </a:lnSpc>
                          <a:spcBef>
                            <a:spcPts val="0"/>
                          </a:spcBef>
                          <a:spcAft>
                            <a:spcPts val="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Intake done for 50%</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152400" indent="-152400">
                          <a:lnSpc>
                            <a:spcPts val="1800"/>
                          </a:lnSpc>
                          <a:spcBef>
                            <a:spcPts val="0"/>
                          </a:spcBef>
                          <a:spcAft>
                            <a:spcPts val="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Executive team chooses buy or build</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825500">
                  <a:tc>
                    <a:txBody>
                      <a:bodyPr wrap="square" anchor="ctr" lIns="0" rIns="0" tIns="0" bIns="0">
                        <a:noAutofit/>
                      </a:bodyPr>
                      <a:lstStyle/>
                      <a:p>
                        <a:pPr algn="l" marL="0" indent="0">
                          <a:lnSpc>
                            <a:spcPts val="1800"/>
                          </a:lnSpc>
                          <a:spcBef>
                            <a:spcPts val="0"/>
                          </a:spcBef>
                          <a:spcAft>
                            <a:spcPts val="20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Wave 3</a:t>
                        </a:r>
                        <a:endParaRPr lang="en-US" sz="1200" spc="0" kern="0" b="0" i="0" dirty="0">
                          <a:solidFill>
                            <a:srgbClr val="070154"/>
                          </a:solidFill>
                          <a:latin typeface="IBM Plex Sans SemiBold"/>
                          <a:ea typeface="IBM Plex Sans SemiBold"/>
                          <a:cs typeface="IBM Plex Sans SemiBold"/>
                        </a:endParaRPr>
                      </a:p>
                      <a:p>
                        <a:pPr algn="l" marL="0" indent="0">
                          <a:lnSpc>
                            <a:spcPts val="1800"/>
                          </a:lnSpc>
                          <a:spcBef>
                            <a:spcPts val="0"/>
                          </a:spcBef>
                          <a:spcAft>
                            <a:spcPts val="0"/>
                          </a:spcAft>
                          <a:buNone/>
                          <a:defRPr lang="en-US" sz="1200" spc="0" kern="0" b="0" i="0" dirty="0">
                            <a:solidFill>
                              <a:srgbClr val="50658E"/>
                            </a:solidFill>
                            <a:latin typeface="IBM Plex Sans"/>
                            <a:ea typeface="IBM Plex Sans"/>
                            <a:cs typeface="IBM Plex Sans"/>
                          </a:defRPr>
                        </a:pPr>
                        <a:r>
                          <a:rPr lang="en-US" sz="1200" spc="0" kern="0" b="0" i="0" dirty="0">
                            <a:solidFill>
                              <a:srgbClr val="50658E"/>
                            </a:solidFill>
                            <a:latin typeface="IBM Plex Sans"/>
                            <a:ea typeface="IBM Plex Sans"/>
                            <a:cs typeface="IBM Plex Sans"/>
                          </a:rPr>
                          <a:t xml:space="preserve">Revenue</a:t>
                        </a:r>
                        <a:endParaRPr lang="en-US" sz="1200" spc="0" kern="0" b="0" i="0" dirty="0">
                          <a:solidFill>
                            <a:srgbClr val="50658E"/>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152400" indent="-152400">
                          <a:lnSpc>
                            <a:spcPts val="1800"/>
                          </a:lnSpc>
                          <a:spcBef>
                            <a:spcPts val="0"/>
                          </a:spcBef>
                          <a:spcAft>
                            <a:spcPts val="30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Price estimates</a:t>
                        </a:r>
                        <a:endParaRPr lang="en-US" sz="1200" spc="0" kern="0" b="0" i="0" dirty="0">
                          <a:solidFill>
                            <a:srgbClr val="070154"/>
                          </a:solidFill>
                          <a:latin typeface="IBM Plex Sans"/>
                          <a:ea typeface="IBM Plex Sans"/>
                          <a:cs typeface="IBM Plex Sans"/>
                        </a:endParaRPr>
                      </a:p>
                      <a:p>
                        <a:pPr algn="l" marL="152400" indent="-152400">
                          <a:lnSpc>
                            <a:spcPts val="1800"/>
                          </a:lnSpc>
                          <a:spcBef>
                            <a:spcPts val="0"/>
                          </a:spcBef>
                          <a:spcAft>
                            <a:spcPts val="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Online payment</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152400" indent="-152400">
                          <a:lnSpc>
                            <a:spcPts val="1800"/>
                          </a:lnSpc>
                          <a:spcBef>
                            <a:spcPts val="0"/>
                          </a:spcBef>
                          <a:spcAft>
                            <a:spcPts val="30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Payer data loaded</a:t>
                        </a:r>
                        <a:endParaRPr lang="en-US" sz="1200" spc="0" kern="0" b="0" i="0" dirty="0">
                          <a:solidFill>
                            <a:srgbClr val="070154"/>
                          </a:solidFill>
                          <a:latin typeface="IBM Plex Sans"/>
                          <a:ea typeface="IBM Plex Sans"/>
                          <a:cs typeface="IBM Plex Sans"/>
                        </a:endParaRPr>
                      </a:p>
                      <a:p>
                        <a:pPr algn="l" marL="152400" indent="-152400">
                          <a:lnSpc>
                            <a:spcPts val="1800"/>
                          </a:lnSpc>
                          <a:spcBef>
                            <a:spcPts val="0"/>
                          </a:spcBef>
                          <a:spcAft>
                            <a:spcPts val="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Billing squad staffed</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152400" indent="-152400">
                          <a:lnSpc>
                            <a:spcPts val="1800"/>
                          </a:lnSpc>
                          <a:spcBef>
                            <a:spcPts val="0"/>
                          </a:spcBef>
                          <a:spcAft>
                            <a:spcPts val="30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Estimates on 90% of visits</a:t>
                        </a:r>
                        <a:endParaRPr lang="en-US" sz="1200" spc="0" kern="0" b="0" i="0" dirty="0">
                          <a:solidFill>
                            <a:srgbClr val="070154"/>
                          </a:solidFill>
                          <a:latin typeface="IBM Plex Sans"/>
                          <a:ea typeface="IBM Plex Sans"/>
                          <a:cs typeface="IBM Plex Sans"/>
                        </a:endParaRPr>
                      </a:p>
                      <a:p>
                        <a:pPr algn="l" marL="152400" indent="-152400">
                          <a:lnSpc>
                            <a:spcPts val="1800"/>
                          </a:lnSpc>
                          <a:spcBef>
                            <a:spcPts val="0"/>
                          </a:spcBef>
                          <a:spcAft>
                            <a:spcPts val="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Denials down 15%</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152400" indent="-152400">
                          <a:lnSpc>
                            <a:spcPts val="1800"/>
                          </a:lnSpc>
                          <a:spcBef>
                            <a:spcPts val="0"/>
                          </a:spcBef>
                          <a:spcAft>
                            <a:spcPts val="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CFO signs off on rollout to all sites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825500">
                  <a:tc>
                    <a:txBody>
                      <a:bodyPr wrap="square" anchor="ctr" lIns="0" rIns="0" tIns="0" bIns="0">
                        <a:noAutofit/>
                      </a:bodyPr>
                      <a:lstStyle/>
                      <a:p>
                        <a:pPr algn="l" marL="0" indent="0">
                          <a:lnSpc>
                            <a:spcPts val="1800"/>
                          </a:lnSpc>
                          <a:spcBef>
                            <a:spcPts val="0"/>
                          </a:spcBef>
                          <a:spcAft>
                            <a:spcPts val="20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Wave 4</a:t>
                        </a:r>
                        <a:endParaRPr lang="en-US" sz="1200" spc="0" kern="0" b="0" i="0" dirty="0">
                          <a:solidFill>
                            <a:srgbClr val="070154"/>
                          </a:solidFill>
                          <a:latin typeface="IBM Plex Sans SemiBold"/>
                          <a:ea typeface="IBM Plex Sans SemiBold"/>
                          <a:cs typeface="IBM Plex Sans SemiBold"/>
                        </a:endParaRPr>
                      </a:p>
                      <a:p>
                        <a:pPr algn="l" marL="0" indent="0">
                          <a:lnSpc>
                            <a:spcPts val="1800"/>
                          </a:lnSpc>
                          <a:spcBef>
                            <a:spcPts val="0"/>
                          </a:spcBef>
                          <a:spcAft>
                            <a:spcPts val="0"/>
                          </a:spcAft>
                          <a:buNone/>
                          <a:defRPr lang="en-US" sz="1200" spc="0" kern="0" b="0" i="0" dirty="0">
                            <a:solidFill>
                              <a:srgbClr val="50658E"/>
                            </a:solidFill>
                            <a:latin typeface="IBM Plex Sans"/>
                            <a:ea typeface="IBM Plex Sans"/>
                            <a:cs typeface="IBM Plex Sans"/>
                          </a:defRPr>
                        </a:pPr>
                        <a:r>
                          <a:rPr lang="en-US" sz="1200" spc="0" kern="0" b="0" i="0" dirty="0">
                            <a:solidFill>
                              <a:srgbClr val="50658E"/>
                            </a:solidFill>
                            <a:latin typeface="IBM Plex Sans"/>
                            <a:ea typeface="IBM Plex Sans"/>
                            <a:cs typeface="IBM Plex Sans"/>
                          </a:rPr>
                          <a:t xml:space="preserve">Clinical</a:t>
                        </a:r>
                        <a:endParaRPr lang="en-US" sz="1200" spc="0" kern="0" b="0" i="0" dirty="0">
                          <a:solidFill>
                            <a:srgbClr val="50658E"/>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152400" indent="-152400">
                          <a:lnSpc>
                            <a:spcPts val="1800"/>
                          </a:lnSpc>
                          <a:spcBef>
                            <a:spcPts val="0"/>
                          </a:spcBef>
                          <a:spcAft>
                            <a:spcPts val="30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Referral tracking</a:t>
                        </a:r>
                        <a:endParaRPr lang="en-US" sz="1200" spc="0" kern="0" b="0" i="0" dirty="0">
                          <a:solidFill>
                            <a:srgbClr val="070154"/>
                          </a:solidFill>
                          <a:latin typeface="IBM Plex Sans"/>
                          <a:ea typeface="IBM Plex Sans"/>
                          <a:cs typeface="IBM Plex Sans"/>
                        </a:endParaRPr>
                      </a:p>
                      <a:p>
                        <a:pPr algn="l" marL="152400" indent="-152400">
                          <a:lnSpc>
                            <a:spcPts val="1800"/>
                          </a:lnSpc>
                          <a:spcBef>
                            <a:spcPts val="0"/>
                          </a:spcBef>
                          <a:spcAft>
                            <a:spcPts val="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Care plans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152400" indent="-152400">
                          <a:lnSpc>
                            <a:spcPts val="1800"/>
                          </a:lnSpc>
                          <a:spcBef>
                            <a:spcPts val="0"/>
                          </a:spcBef>
                          <a:spcAft>
                            <a:spcPts val="30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Event stream at scale</a:t>
                        </a:r>
                        <a:endParaRPr lang="en-US" sz="1200" spc="0" kern="0" b="0" i="0" dirty="0">
                          <a:solidFill>
                            <a:srgbClr val="070154"/>
                          </a:solidFill>
                          <a:latin typeface="IBM Plex Sans"/>
                          <a:ea typeface="IBM Plex Sans"/>
                          <a:cs typeface="IBM Plex Sans"/>
                        </a:endParaRPr>
                      </a:p>
                      <a:p>
                        <a:pPr algn="l" marL="152400" indent="-152400">
                          <a:lnSpc>
                            <a:spcPts val="1800"/>
                          </a:lnSpc>
                          <a:spcBef>
                            <a:spcPts val="0"/>
                          </a:spcBef>
                          <a:spcAft>
                            <a:spcPts val="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Clinical lead named</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152400" indent="-152400">
                          <a:lnSpc>
                            <a:spcPts val="1800"/>
                          </a:lnSpc>
                          <a:spcBef>
                            <a:spcPts val="0"/>
                          </a:spcBef>
                          <a:spcAft>
                            <a:spcPts val="30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Every referral tracked</a:t>
                        </a:r>
                        <a:endParaRPr lang="en-US" sz="1200" spc="0" kern="0" b="0" i="0" dirty="0">
                          <a:solidFill>
                            <a:srgbClr val="070154"/>
                          </a:solidFill>
                          <a:latin typeface="IBM Plex Sans"/>
                          <a:ea typeface="IBM Plex Sans"/>
                          <a:cs typeface="IBM Plex Sans"/>
                        </a:endParaRPr>
                      </a:p>
                      <a:p>
                        <a:pPr algn="l" marL="152400" indent="-152400">
                          <a:lnSpc>
                            <a:spcPts val="1800"/>
                          </a:lnSpc>
                          <a:spcBef>
                            <a:spcPts val="0"/>
                          </a:spcBef>
                          <a:spcAft>
                            <a:spcPts val="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Care plans in 3 service lines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152400" indent="-152400">
                          <a:lnSpc>
                            <a:spcPts val="1800"/>
                          </a:lnSpc>
                          <a:spcBef>
                            <a:spcPts val="0"/>
                          </a:spcBef>
                          <a:spcAft>
                            <a:spcPts val="0"/>
                          </a:spcAft>
                          <a:buSzPts val="300"/>
                          <a:buFont typeface="IBM Plex Sans"/>
                          <a:buChar char="■"/>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Clinical council approves workflow changes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bl>
            </a:graphicData>
          </a:graphic>
        </p:graphicFrame>
      </p:gr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name="source-445">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PRODUCT ROADMAP</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Each capability group moves through three horizons</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Northfield product council roadmap, Sep 2026.</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146</a:t>
            </a:fld>
            <a:endParaRPr lang="en-US" sz="700" spc="0" kern="0" b="0" i="0" dirty="0">
              <a:solidFill>
                <a:srgbClr val="070154"/>
              </a:solidFill>
              <a:latin typeface="IBM Plex Mono SemiBold"/>
              <a:ea typeface="IBM Plex Mono SemiBold"/>
              <a:cs typeface="IBM Plex Mono SemiBold"/>
            </a:endParaRPr>
          </a:p>
        </p:txBody>
      </p:sp>
      <p:grpSp>
        <p:nvGrpSpPr>
          <p:cNvPr id="108" name="node01"/>
          <p:cNvGrpSpPr/>
          <p:nvPr/>
        </p:nvGrpSpPr>
        <p:grpSpPr>
          <a:xfrm>
            <a:off x="2552700" y="1676400"/>
            <a:ext cx="2057400" cy="304800"/>
            <a:chOff x="2552700" y="1676400"/>
            <a:chExt cx="2057400" cy="304800"/>
          </a:xfrm>
        </p:grpSpPr>
        <p:sp>
          <p:nvSpPr>
            <p:cNvPr id="7" name="node01.text"/>
            <p:cNvSpPr/>
            <p:nvPr/>
          </p:nvSpPr>
          <p:spPr>
            <a:xfrm>
              <a:off x="2552700" y="1676400"/>
              <a:ext cx="20574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Access</a:t>
              </a:r>
              <a:endParaRPr lang="en-US" sz="1800" spc="-18" kern="0" b="0" i="0" dirty="0">
                <a:solidFill>
                  <a:srgbClr val="070154"/>
                </a:solidFill>
                <a:latin typeface="IBM Plex Sans SemiBold"/>
                <a:ea typeface="IBM Plex Sans SemiBold"/>
                <a:cs typeface="IBM Plex Sans SemiBold"/>
              </a:endParaRPr>
            </a:p>
          </p:txBody>
        </p:sp>
      </p:grpSp>
      <p:sp>
        <p:nvSpPr>
          <p:cNvPr id="8" name="node02"/>
          <p:cNvSpPr/>
          <p:nvPr/>
        </p:nvSpPr>
        <p:spPr>
          <a:xfrm>
            <a:off x="2552700" y="2057400"/>
            <a:ext cx="2057400" cy="19050"/>
          </a:xfrm>
          <a:prstGeom prst="rect">
            <a:avLst/>
          </a:prstGeom>
          <a:solidFill>
            <a:srgbClr val="CED7E6"/>
          </a:solidFill>
          <a:ln>
            <a:noFill/>
          </a:ln>
        </p:spPr>
      </p:sp>
      <p:grpSp>
        <p:nvGrpSpPr>
          <p:cNvPr id="109" name="node03"/>
          <p:cNvGrpSpPr/>
          <p:nvPr/>
        </p:nvGrpSpPr>
        <p:grpSpPr>
          <a:xfrm>
            <a:off x="4838700" y="1676400"/>
            <a:ext cx="2057400" cy="304800"/>
            <a:chOff x="4838700" y="1676400"/>
            <a:chExt cx="2057400" cy="304800"/>
          </a:xfrm>
        </p:grpSpPr>
        <p:sp>
          <p:nvSpPr>
            <p:cNvPr id="9" name="node03.text"/>
            <p:cNvSpPr/>
            <p:nvPr/>
          </p:nvSpPr>
          <p:spPr>
            <a:xfrm>
              <a:off x="4838700" y="1676400"/>
              <a:ext cx="20574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Care</a:t>
              </a:r>
              <a:endParaRPr lang="en-US" sz="1800" spc="-18" kern="0" b="0" i="0" dirty="0">
                <a:solidFill>
                  <a:srgbClr val="070154"/>
                </a:solidFill>
                <a:latin typeface="IBM Plex Sans SemiBold"/>
                <a:ea typeface="IBM Plex Sans SemiBold"/>
                <a:cs typeface="IBM Plex Sans SemiBold"/>
              </a:endParaRPr>
            </a:p>
          </p:txBody>
        </p:sp>
      </p:grpSp>
      <p:sp>
        <p:nvSpPr>
          <p:cNvPr id="10" name="node04"/>
          <p:cNvSpPr/>
          <p:nvPr/>
        </p:nvSpPr>
        <p:spPr>
          <a:xfrm>
            <a:off x="4838700" y="2057400"/>
            <a:ext cx="2057400" cy="19050"/>
          </a:xfrm>
          <a:prstGeom prst="rect">
            <a:avLst/>
          </a:prstGeom>
          <a:solidFill>
            <a:srgbClr val="CED7E6"/>
          </a:solidFill>
          <a:ln>
            <a:noFill/>
          </a:ln>
        </p:spPr>
      </p:sp>
      <p:grpSp>
        <p:nvGrpSpPr>
          <p:cNvPr id="110" name="node05"/>
          <p:cNvGrpSpPr/>
          <p:nvPr/>
        </p:nvGrpSpPr>
        <p:grpSpPr>
          <a:xfrm>
            <a:off x="7124700" y="1676400"/>
            <a:ext cx="2057400" cy="304800"/>
            <a:chOff x="7124700" y="1676400"/>
            <a:chExt cx="2057400" cy="304800"/>
          </a:xfrm>
        </p:grpSpPr>
        <p:sp>
          <p:nvSpPr>
            <p:cNvPr id="11" name="node05.text"/>
            <p:cNvSpPr/>
            <p:nvPr/>
          </p:nvSpPr>
          <p:spPr>
            <a:xfrm>
              <a:off x="7124700" y="1676400"/>
              <a:ext cx="20574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Billing</a:t>
              </a:r>
              <a:endParaRPr lang="en-US" sz="1800" spc="-18" kern="0" b="0" i="0" dirty="0">
                <a:solidFill>
                  <a:srgbClr val="070154"/>
                </a:solidFill>
                <a:latin typeface="IBM Plex Sans SemiBold"/>
                <a:ea typeface="IBM Plex Sans SemiBold"/>
                <a:cs typeface="IBM Plex Sans SemiBold"/>
              </a:endParaRPr>
            </a:p>
          </p:txBody>
        </p:sp>
      </p:grpSp>
      <p:sp>
        <p:nvSpPr>
          <p:cNvPr id="12" name="node06"/>
          <p:cNvSpPr/>
          <p:nvPr/>
        </p:nvSpPr>
        <p:spPr>
          <a:xfrm>
            <a:off x="7124700" y="2057400"/>
            <a:ext cx="2057400" cy="19050"/>
          </a:xfrm>
          <a:prstGeom prst="rect">
            <a:avLst/>
          </a:prstGeom>
          <a:solidFill>
            <a:srgbClr val="CED7E6"/>
          </a:solidFill>
          <a:ln>
            <a:noFill/>
          </a:ln>
        </p:spPr>
      </p:sp>
      <p:grpSp>
        <p:nvGrpSpPr>
          <p:cNvPr id="111" name="node07"/>
          <p:cNvGrpSpPr/>
          <p:nvPr/>
        </p:nvGrpSpPr>
        <p:grpSpPr>
          <a:xfrm>
            <a:off x="9410700" y="1676400"/>
            <a:ext cx="2057400" cy="304800"/>
            <a:chOff x="9410700" y="1676400"/>
            <a:chExt cx="2057400" cy="304800"/>
          </a:xfrm>
        </p:grpSpPr>
        <p:sp>
          <p:nvSpPr>
            <p:cNvPr id="13" name="node07.text"/>
            <p:cNvSpPr/>
            <p:nvPr/>
          </p:nvSpPr>
          <p:spPr>
            <a:xfrm>
              <a:off x="9410700" y="1676400"/>
              <a:ext cx="20574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Platform</a:t>
              </a:r>
              <a:endParaRPr lang="en-US" sz="1800" spc="-18" kern="0" b="0" i="0" dirty="0">
                <a:solidFill>
                  <a:srgbClr val="070154"/>
                </a:solidFill>
                <a:latin typeface="IBM Plex Sans SemiBold"/>
                <a:ea typeface="IBM Plex Sans SemiBold"/>
                <a:cs typeface="IBM Plex Sans SemiBold"/>
              </a:endParaRPr>
            </a:p>
          </p:txBody>
        </p:sp>
      </p:grpSp>
      <p:sp>
        <p:nvSpPr>
          <p:cNvPr id="14" name="node08"/>
          <p:cNvSpPr/>
          <p:nvPr/>
        </p:nvSpPr>
        <p:spPr>
          <a:xfrm>
            <a:off x="9410700" y="2057400"/>
            <a:ext cx="2057400" cy="19050"/>
          </a:xfrm>
          <a:prstGeom prst="rect">
            <a:avLst/>
          </a:prstGeom>
          <a:solidFill>
            <a:srgbClr val="CED7E6"/>
          </a:solidFill>
          <a:ln>
            <a:noFill/>
          </a:ln>
        </p:spPr>
      </p:sp>
      <p:grpSp>
        <p:nvGrpSpPr>
          <p:cNvPr id="112" name="node09"/>
          <p:cNvGrpSpPr/>
          <p:nvPr/>
        </p:nvGrpSpPr>
        <p:grpSpPr>
          <a:xfrm>
            <a:off x="723900" y="2286000"/>
            <a:ext cx="1600200" cy="685800"/>
            <a:chOff x="723900" y="2286000"/>
            <a:chExt cx="1600200" cy="685800"/>
          </a:xfrm>
        </p:grpSpPr>
        <p:sp>
          <p:nvSpPr>
            <p:cNvPr id="15" name="node09.surface"/>
            <p:cNvSpPr/>
            <p:nvPr/>
          </p:nvSpPr>
          <p:spPr>
            <a:xfrm>
              <a:off x="723900" y="2286000"/>
              <a:ext cx="1600200" cy="685800"/>
            </a:xfrm>
            <a:prstGeom prst="rect">
              <a:avLst/>
            </a:prstGeom>
            <a:solidFill>
              <a:srgbClr val="070154"/>
            </a:solidFill>
            <a:ln>
              <a:noFill/>
            </a:ln>
          </p:spPr>
        </p:sp>
        <p:sp>
          <p:nvSpPr>
            <p:cNvPr id="16" name="node09.text"/>
            <p:cNvSpPr/>
            <p:nvPr/>
          </p:nvSpPr>
          <p:spPr>
            <a:xfrm>
              <a:off x="876300" y="2476500"/>
              <a:ext cx="12954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FFFFFF"/>
                  </a:solidFill>
                  <a:latin typeface="IBM Plex Sans SemiBold"/>
                  <a:ea typeface="IBM Plex Sans SemiBold"/>
                  <a:cs typeface="IBM Plex Sans SemiBold"/>
                </a:rPr>
                <a:t>Now</a:t>
              </a:r>
              <a:endParaRPr lang="en-US" sz="1800" spc="-18" kern="0" b="0" i="0" dirty="0">
                <a:solidFill>
                  <a:srgbClr val="FFFFFF"/>
                </a:solidFill>
                <a:latin typeface="IBM Plex Sans SemiBold"/>
                <a:ea typeface="IBM Plex Sans SemiBold"/>
                <a:cs typeface="IBM Plex Sans SemiBold"/>
              </a:endParaRPr>
            </a:p>
          </p:txBody>
        </p:sp>
      </p:grpSp>
      <p:grpSp>
        <p:nvGrpSpPr>
          <p:cNvPr id="113" name="node10"/>
          <p:cNvGrpSpPr/>
          <p:nvPr/>
        </p:nvGrpSpPr>
        <p:grpSpPr>
          <a:xfrm>
            <a:off x="723900" y="3048000"/>
            <a:ext cx="1600200" cy="152400"/>
            <a:chOff x="723900" y="3048000"/>
            <a:chExt cx="1600200" cy="152400"/>
          </a:xfrm>
        </p:grpSpPr>
        <p:sp>
          <p:nvSpPr>
            <p:cNvPr id="17" name="node10.text"/>
            <p:cNvSpPr/>
            <p:nvPr/>
          </p:nvSpPr>
          <p:spPr>
            <a:xfrm>
              <a:off x="723900" y="3048000"/>
              <a:ext cx="1600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NEXT 90 DAYS</a:t>
              </a:r>
              <a:endParaRPr lang="en-US" sz="900" spc="54" kern="0" b="0" i="0" dirty="0">
                <a:solidFill>
                  <a:srgbClr val="50658E"/>
                </a:solidFill>
                <a:latin typeface="IBM Plex Mono Medium"/>
                <a:ea typeface="IBM Plex Mono Medium"/>
                <a:cs typeface="IBM Plex Mono Medium"/>
              </a:endParaRPr>
            </a:p>
          </p:txBody>
        </p:sp>
      </p:grpSp>
      <p:grpSp>
        <p:nvGrpSpPr>
          <p:cNvPr id="114" name="node11"/>
          <p:cNvGrpSpPr/>
          <p:nvPr/>
        </p:nvGrpSpPr>
        <p:grpSpPr>
          <a:xfrm>
            <a:off x="2552700" y="2286000"/>
            <a:ext cx="2057400" cy="914400"/>
            <a:chOff x="2552700" y="2286000"/>
            <a:chExt cx="2057400" cy="914400"/>
          </a:xfrm>
        </p:grpSpPr>
        <p:sp>
          <p:nvSpPr>
            <p:cNvPr id="18" name="node11.container"/>
            <p:cNvSpPr/>
            <p:nvPr/>
          </p:nvSpPr>
          <p:spPr>
            <a:xfrm>
              <a:off x="2552700" y="2286000"/>
              <a:ext cx="2057400" cy="914400"/>
            </a:xfrm>
            <a:prstGeom prst="rect">
              <a:avLst/>
            </a:prstGeom>
            <a:solidFill>
              <a:srgbClr val="E8EEF8"/>
            </a:solidFill>
            <a:ln>
              <a:noFill/>
            </a:ln>
          </p:spPr>
        </p:sp>
        <p:sp>
          <p:nvSpPr>
            <p:cNvPr id="19" name="node11.body.item-001.bullets.item-001.marker"/>
            <p:cNvSpPr/>
            <p:nvPr/>
          </p:nvSpPr>
          <p:spPr>
            <a:xfrm>
              <a:off x="2628900" y="2451100"/>
              <a:ext cx="38100" cy="38100"/>
            </a:xfrm>
            <a:prstGeom prst="rect">
              <a:avLst/>
            </a:prstGeom>
            <a:solidFill>
              <a:srgbClr val="070154"/>
            </a:solidFill>
            <a:ln>
              <a:noFill/>
            </a:ln>
          </p:spPr>
        </p:sp>
        <p:sp>
          <p:nvSpPr>
            <p:cNvPr id="20" name="node11.body.item-001.bullets.item-001.text"/>
            <p:cNvSpPr/>
            <p:nvPr/>
          </p:nvSpPr>
          <p:spPr>
            <a:xfrm>
              <a:off x="2781300" y="2362200"/>
              <a:ext cx="1752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Self-scheduling</a:t>
              </a:r>
              <a:endParaRPr lang="en-US" sz="1200" spc="0" kern="0" b="0" i="0" dirty="0">
                <a:solidFill>
                  <a:srgbClr val="070154"/>
                </a:solidFill>
                <a:latin typeface="IBM Plex Sans"/>
                <a:ea typeface="IBM Plex Sans"/>
                <a:cs typeface="IBM Plex Sans"/>
              </a:endParaRPr>
            </a:p>
          </p:txBody>
        </p:sp>
        <p:sp>
          <p:nvSpPr>
            <p:cNvPr id="21" name="node11.body.item-001.bullets.item-002.marker"/>
            <p:cNvSpPr/>
            <p:nvPr/>
          </p:nvSpPr>
          <p:spPr>
            <a:xfrm>
              <a:off x="2628900" y="2717800"/>
              <a:ext cx="38100" cy="38100"/>
            </a:xfrm>
            <a:prstGeom prst="rect">
              <a:avLst/>
            </a:prstGeom>
            <a:solidFill>
              <a:srgbClr val="070154"/>
            </a:solidFill>
            <a:ln>
              <a:noFill/>
            </a:ln>
          </p:spPr>
        </p:sp>
        <p:sp>
          <p:nvSpPr>
            <p:cNvPr id="22" name="node11.body.item-001.bullets.item-002.text"/>
            <p:cNvSpPr/>
            <p:nvPr/>
          </p:nvSpPr>
          <p:spPr>
            <a:xfrm>
              <a:off x="2781300" y="2628900"/>
              <a:ext cx="1752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Waitlist</a:t>
              </a:r>
              <a:endParaRPr lang="en-US" sz="1200" spc="0" kern="0" b="0" i="0" dirty="0">
                <a:solidFill>
                  <a:srgbClr val="070154"/>
                </a:solidFill>
                <a:latin typeface="IBM Plex Sans"/>
                <a:ea typeface="IBM Plex Sans"/>
                <a:cs typeface="IBM Plex Sans"/>
              </a:endParaRPr>
            </a:p>
          </p:txBody>
        </p:sp>
        <p:sp>
          <p:nvSpPr>
            <p:cNvPr id="23" name="node11.body.item-001.bullets.item-003.marker"/>
            <p:cNvSpPr/>
            <p:nvPr/>
          </p:nvSpPr>
          <p:spPr>
            <a:xfrm>
              <a:off x="2628900" y="2984500"/>
              <a:ext cx="38100" cy="38100"/>
            </a:xfrm>
            <a:prstGeom prst="rect">
              <a:avLst/>
            </a:prstGeom>
            <a:solidFill>
              <a:srgbClr val="070154"/>
            </a:solidFill>
            <a:ln>
              <a:noFill/>
            </a:ln>
          </p:spPr>
        </p:sp>
        <p:sp>
          <p:nvSpPr>
            <p:cNvPr id="24" name="node11.body.item-001.bullets.item-003.text"/>
            <p:cNvSpPr/>
            <p:nvPr/>
          </p:nvSpPr>
          <p:spPr>
            <a:xfrm>
              <a:off x="2781300" y="2895600"/>
              <a:ext cx="1752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Provider search</a:t>
              </a:r>
              <a:endParaRPr lang="en-US" sz="1200" spc="0" kern="0" b="0" i="0" dirty="0">
                <a:solidFill>
                  <a:srgbClr val="070154"/>
                </a:solidFill>
                <a:latin typeface="IBM Plex Sans"/>
                <a:ea typeface="IBM Plex Sans"/>
                <a:cs typeface="IBM Plex Sans"/>
              </a:endParaRPr>
            </a:p>
          </p:txBody>
        </p:sp>
      </p:grpSp>
      <p:grpSp>
        <p:nvGrpSpPr>
          <p:cNvPr id="115" name="node12"/>
          <p:cNvGrpSpPr/>
          <p:nvPr/>
        </p:nvGrpSpPr>
        <p:grpSpPr>
          <a:xfrm>
            <a:off x="4838700" y="2286000"/>
            <a:ext cx="2057400" cy="914400"/>
            <a:chOff x="4838700" y="2286000"/>
            <a:chExt cx="2057400" cy="914400"/>
          </a:xfrm>
        </p:grpSpPr>
        <p:sp>
          <p:nvSpPr>
            <p:cNvPr id="25" name="node12.container"/>
            <p:cNvSpPr/>
            <p:nvPr/>
          </p:nvSpPr>
          <p:spPr>
            <a:xfrm>
              <a:off x="4838700" y="2286000"/>
              <a:ext cx="2057400" cy="914400"/>
            </a:xfrm>
            <a:prstGeom prst="rect">
              <a:avLst/>
            </a:prstGeom>
            <a:solidFill>
              <a:srgbClr val="E8EEF8"/>
            </a:solidFill>
            <a:ln>
              <a:noFill/>
            </a:ln>
          </p:spPr>
        </p:sp>
        <p:sp>
          <p:nvSpPr>
            <p:cNvPr id="26" name="node12.body.item-001.bullets.item-001.marker"/>
            <p:cNvSpPr/>
            <p:nvPr/>
          </p:nvSpPr>
          <p:spPr>
            <a:xfrm>
              <a:off x="4914900" y="2451100"/>
              <a:ext cx="38100" cy="38100"/>
            </a:xfrm>
            <a:prstGeom prst="rect">
              <a:avLst/>
            </a:prstGeom>
            <a:solidFill>
              <a:srgbClr val="070154"/>
            </a:solidFill>
            <a:ln>
              <a:noFill/>
            </a:ln>
          </p:spPr>
        </p:sp>
        <p:sp>
          <p:nvSpPr>
            <p:cNvPr id="27" name="node12.body.item-001.bullets.item-001.text"/>
            <p:cNvSpPr/>
            <p:nvPr/>
          </p:nvSpPr>
          <p:spPr>
            <a:xfrm>
              <a:off x="5067300" y="2362200"/>
              <a:ext cx="1752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Secure messaging triage</a:t>
              </a:r>
              <a:endParaRPr lang="en-US" sz="1200" spc="0" kern="0" b="0" i="0" dirty="0">
                <a:solidFill>
                  <a:srgbClr val="070154"/>
                </a:solidFill>
                <a:latin typeface="IBM Plex Sans"/>
                <a:ea typeface="IBM Plex Sans"/>
                <a:cs typeface="IBM Plex Sans"/>
              </a:endParaRPr>
            </a:p>
          </p:txBody>
        </p:sp>
        <p:sp>
          <p:nvSpPr>
            <p:cNvPr id="28" name="node12.body.item-001.bullets.item-002.marker"/>
            <p:cNvSpPr/>
            <p:nvPr/>
          </p:nvSpPr>
          <p:spPr>
            <a:xfrm>
              <a:off x="4914900" y="2717800"/>
              <a:ext cx="38100" cy="38100"/>
            </a:xfrm>
            <a:prstGeom prst="rect">
              <a:avLst/>
            </a:prstGeom>
            <a:solidFill>
              <a:srgbClr val="070154"/>
            </a:solidFill>
            <a:ln>
              <a:noFill/>
            </a:ln>
          </p:spPr>
        </p:sp>
        <p:sp>
          <p:nvSpPr>
            <p:cNvPr id="29" name="node12.body.item-001.bullets.item-002.text"/>
            <p:cNvSpPr/>
            <p:nvPr/>
          </p:nvSpPr>
          <p:spPr>
            <a:xfrm>
              <a:off x="5067300" y="2628900"/>
              <a:ext cx="1752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Lab alerts</a:t>
              </a:r>
              <a:endParaRPr lang="en-US" sz="1200" spc="0" kern="0" b="0" i="0" dirty="0">
                <a:solidFill>
                  <a:srgbClr val="070154"/>
                </a:solidFill>
                <a:latin typeface="IBM Plex Sans"/>
                <a:ea typeface="IBM Plex Sans"/>
                <a:cs typeface="IBM Plex Sans"/>
              </a:endParaRPr>
            </a:p>
          </p:txBody>
        </p:sp>
        <p:sp>
          <p:nvSpPr>
            <p:cNvPr id="30" name="node12.body.item-001.bullets.item-003.marker"/>
            <p:cNvSpPr/>
            <p:nvPr/>
          </p:nvSpPr>
          <p:spPr>
            <a:xfrm>
              <a:off x="4914900" y="2984500"/>
              <a:ext cx="38100" cy="38100"/>
            </a:xfrm>
            <a:prstGeom prst="rect">
              <a:avLst/>
            </a:prstGeom>
            <a:solidFill>
              <a:srgbClr val="070154"/>
            </a:solidFill>
            <a:ln>
              <a:noFill/>
            </a:ln>
          </p:spPr>
        </p:sp>
        <p:sp>
          <p:nvSpPr>
            <p:cNvPr id="31" name="node12.body.item-001.bullets.item-003.text"/>
            <p:cNvSpPr/>
            <p:nvPr/>
          </p:nvSpPr>
          <p:spPr>
            <a:xfrm>
              <a:off x="5067300" y="2895600"/>
              <a:ext cx="1752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Visit summaries</a:t>
              </a:r>
              <a:endParaRPr lang="en-US" sz="1200" spc="0" kern="0" b="0" i="0" dirty="0">
                <a:solidFill>
                  <a:srgbClr val="070154"/>
                </a:solidFill>
                <a:latin typeface="IBM Plex Sans"/>
                <a:ea typeface="IBM Plex Sans"/>
                <a:cs typeface="IBM Plex Sans"/>
              </a:endParaRPr>
            </a:p>
          </p:txBody>
        </p:sp>
      </p:grpSp>
      <p:grpSp>
        <p:nvGrpSpPr>
          <p:cNvPr id="116" name="node13"/>
          <p:cNvGrpSpPr/>
          <p:nvPr/>
        </p:nvGrpSpPr>
        <p:grpSpPr>
          <a:xfrm>
            <a:off x="7124700" y="2286000"/>
            <a:ext cx="2057400" cy="914400"/>
            <a:chOff x="7124700" y="2286000"/>
            <a:chExt cx="2057400" cy="914400"/>
          </a:xfrm>
        </p:grpSpPr>
        <p:sp>
          <p:nvSpPr>
            <p:cNvPr id="32" name="node13.container"/>
            <p:cNvSpPr/>
            <p:nvPr/>
          </p:nvSpPr>
          <p:spPr>
            <a:xfrm>
              <a:off x="7124700" y="2286000"/>
              <a:ext cx="2057400" cy="914400"/>
            </a:xfrm>
            <a:prstGeom prst="rect">
              <a:avLst/>
            </a:prstGeom>
            <a:solidFill>
              <a:srgbClr val="E8EEF8"/>
            </a:solidFill>
            <a:ln>
              <a:noFill/>
            </a:ln>
          </p:spPr>
        </p:sp>
        <p:sp>
          <p:nvSpPr>
            <p:cNvPr id="33" name="node13.body.item-001.bullets.item-001.marker"/>
            <p:cNvSpPr/>
            <p:nvPr/>
          </p:nvSpPr>
          <p:spPr>
            <a:xfrm>
              <a:off x="7200900" y="2451100"/>
              <a:ext cx="38100" cy="38100"/>
            </a:xfrm>
            <a:prstGeom prst="rect">
              <a:avLst/>
            </a:prstGeom>
            <a:solidFill>
              <a:srgbClr val="070154"/>
            </a:solidFill>
            <a:ln>
              <a:noFill/>
            </a:ln>
          </p:spPr>
        </p:sp>
        <p:sp>
          <p:nvSpPr>
            <p:cNvPr id="34" name="node13.body.item-001.bullets.item-001.text"/>
            <p:cNvSpPr/>
            <p:nvPr/>
          </p:nvSpPr>
          <p:spPr>
            <a:xfrm>
              <a:off x="7353300" y="2362200"/>
              <a:ext cx="1752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Pay online</a:t>
              </a:r>
              <a:endParaRPr lang="en-US" sz="1200" spc="0" kern="0" b="0" i="0" dirty="0">
                <a:solidFill>
                  <a:srgbClr val="070154"/>
                </a:solidFill>
                <a:latin typeface="IBM Plex Sans"/>
                <a:ea typeface="IBM Plex Sans"/>
                <a:cs typeface="IBM Plex Sans"/>
              </a:endParaRPr>
            </a:p>
          </p:txBody>
        </p:sp>
        <p:sp>
          <p:nvSpPr>
            <p:cNvPr id="35" name="node13.body.item-001.bullets.item-002.marker"/>
            <p:cNvSpPr/>
            <p:nvPr/>
          </p:nvSpPr>
          <p:spPr>
            <a:xfrm>
              <a:off x="7200900" y="2717800"/>
              <a:ext cx="38100" cy="38100"/>
            </a:xfrm>
            <a:prstGeom prst="rect">
              <a:avLst/>
            </a:prstGeom>
            <a:solidFill>
              <a:srgbClr val="070154"/>
            </a:solidFill>
            <a:ln>
              <a:noFill/>
            </a:ln>
          </p:spPr>
        </p:sp>
        <p:sp>
          <p:nvSpPr>
            <p:cNvPr id="36" name="node13.body.item-001.bullets.item-002.text"/>
            <p:cNvSpPr/>
            <p:nvPr/>
          </p:nvSpPr>
          <p:spPr>
            <a:xfrm>
              <a:off x="7353300" y="2628900"/>
              <a:ext cx="1752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Payment plans</a:t>
              </a:r>
              <a:endParaRPr lang="en-US" sz="1200" spc="0" kern="0" b="0" i="0" dirty="0">
                <a:solidFill>
                  <a:srgbClr val="070154"/>
                </a:solidFill>
                <a:latin typeface="IBM Plex Sans"/>
                <a:ea typeface="IBM Plex Sans"/>
                <a:cs typeface="IBM Plex Sans"/>
              </a:endParaRPr>
            </a:p>
          </p:txBody>
        </p:sp>
        <p:sp>
          <p:nvSpPr>
            <p:cNvPr id="37" name="node13.body.item-001.bullets.item-003.marker"/>
            <p:cNvSpPr/>
            <p:nvPr/>
          </p:nvSpPr>
          <p:spPr>
            <a:xfrm>
              <a:off x="7200900" y="2984500"/>
              <a:ext cx="38100" cy="38100"/>
            </a:xfrm>
            <a:prstGeom prst="rect">
              <a:avLst/>
            </a:prstGeom>
            <a:solidFill>
              <a:srgbClr val="070154"/>
            </a:solidFill>
            <a:ln>
              <a:noFill/>
            </a:ln>
          </p:spPr>
        </p:sp>
        <p:sp>
          <p:nvSpPr>
            <p:cNvPr id="38" name="node13.body.item-001.bullets.item-003.text"/>
            <p:cNvSpPr/>
            <p:nvPr/>
          </p:nvSpPr>
          <p:spPr>
            <a:xfrm>
              <a:off x="7353300" y="2895600"/>
              <a:ext cx="1752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Statement redesign</a:t>
              </a:r>
              <a:endParaRPr lang="en-US" sz="1200" spc="0" kern="0" b="0" i="0" dirty="0">
                <a:solidFill>
                  <a:srgbClr val="070154"/>
                </a:solidFill>
                <a:latin typeface="IBM Plex Sans"/>
                <a:ea typeface="IBM Plex Sans"/>
                <a:cs typeface="IBM Plex Sans"/>
              </a:endParaRPr>
            </a:p>
          </p:txBody>
        </p:sp>
      </p:grpSp>
      <p:grpSp>
        <p:nvGrpSpPr>
          <p:cNvPr id="117" name="node14"/>
          <p:cNvGrpSpPr/>
          <p:nvPr/>
        </p:nvGrpSpPr>
        <p:grpSpPr>
          <a:xfrm>
            <a:off x="9410700" y="2286000"/>
            <a:ext cx="2057400" cy="914400"/>
            <a:chOff x="9410700" y="2286000"/>
            <a:chExt cx="2057400" cy="914400"/>
          </a:xfrm>
        </p:grpSpPr>
        <p:sp>
          <p:nvSpPr>
            <p:cNvPr id="39" name="node14.container"/>
            <p:cNvSpPr/>
            <p:nvPr/>
          </p:nvSpPr>
          <p:spPr>
            <a:xfrm>
              <a:off x="9410700" y="2286000"/>
              <a:ext cx="2057400" cy="914400"/>
            </a:xfrm>
            <a:prstGeom prst="rect">
              <a:avLst/>
            </a:prstGeom>
            <a:solidFill>
              <a:srgbClr val="E8EEF8"/>
            </a:solidFill>
            <a:ln>
              <a:noFill/>
            </a:ln>
          </p:spPr>
        </p:sp>
        <p:sp>
          <p:nvSpPr>
            <p:cNvPr id="40" name="node14.body.item-001.bullets.item-001.marker"/>
            <p:cNvSpPr/>
            <p:nvPr/>
          </p:nvSpPr>
          <p:spPr>
            <a:xfrm>
              <a:off x="9486900" y="2451100"/>
              <a:ext cx="38100" cy="38100"/>
            </a:xfrm>
            <a:prstGeom prst="rect">
              <a:avLst/>
            </a:prstGeom>
            <a:solidFill>
              <a:srgbClr val="070154"/>
            </a:solidFill>
            <a:ln>
              <a:noFill/>
            </a:ln>
          </p:spPr>
        </p:sp>
        <p:sp>
          <p:nvSpPr>
            <p:cNvPr id="41" name="node14.body.item-001.bullets.item-001.text"/>
            <p:cNvSpPr/>
            <p:nvPr/>
          </p:nvSpPr>
          <p:spPr>
            <a:xfrm>
              <a:off x="9639300" y="2362200"/>
              <a:ext cx="1752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EHR hardening</a:t>
              </a:r>
              <a:endParaRPr lang="en-US" sz="1200" spc="0" kern="0" b="0" i="0" dirty="0">
                <a:solidFill>
                  <a:srgbClr val="070154"/>
                </a:solidFill>
                <a:latin typeface="IBM Plex Sans"/>
                <a:ea typeface="IBM Plex Sans"/>
                <a:cs typeface="IBM Plex Sans"/>
              </a:endParaRPr>
            </a:p>
          </p:txBody>
        </p:sp>
        <p:sp>
          <p:nvSpPr>
            <p:cNvPr id="42" name="node14.body.item-001.bullets.item-002.marker"/>
            <p:cNvSpPr/>
            <p:nvPr/>
          </p:nvSpPr>
          <p:spPr>
            <a:xfrm>
              <a:off x="9486900" y="2717800"/>
              <a:ext cx="38100" cy="38100"/>
            </a:xfrm>
            <a:prstGeom prst="rect">
              <a:avLst/>
            </a:prstGeom>
            <a:solidFill>
              <a:srgbClr val="070154"/>
            </a:solidFill>
            <a:ln>
              <a:noFill/>
            </a:ln>
          </p:spPr>
        </p:sp>
        <p:sp>
          <p:nvSpPr>
            <p:cNvPr id="43" name="node14.body.item-001.bullets.item-002.text"/>
            <p:cNvSpPr/>
            <p:nvPr/>
          </p:nvSpPr>
          <p:spPr>
            <a:xfrm>
              <a:off x="9639300" y="2628900"/>
              <a:ext cx="1752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Release pipeline</a:t>
              </a:r>
              <a:endParaRPr lang="en-US" sz="1200" spc="0" kern="0" b="0" i="0" dirty="0">
                <a:solidFill>
                  <a:srgbClr val="070154"/>
                </a:solidFill>
                <a:latin typeface="IBM Plex Sans"/>
                <a:ea typeface="IBM Plex Sans"/>
                <a:cs typeface="IBM Plex Sans"/>
              </a:endParaRPr>
            </a:p>
          </p:txBody>
        </p:sp>
        <p:sp>
          <p:nvSpPr>
            <p:cNvPr id="44" name="node14.body.item-001.bullets.item-003.marker"/>
            <p:cNvSpPr/>
            <p:nvPr/>
          </p:nvSpPr>
          <p:spPr>
            <a:xfrm>
              <a:off x="9486900" y="2984500"/>
              <a:ext cx="38100" cy="38100"/>
            </a:xfrm>
            <a:prstGeom prst="rect">
              <a:avLst/>
            </a:prstGeom>
            <a:solidFill>
              <a:srgbClr val="070154"/>
            </a:solidFill>
            <a:ln>
              <a:noFill/>
            </a:ln>
          </p:spPr>
        </p:sp>
        <p:sp>
          <p:nvSpPr>
            <p:cNvPr id="45" name="node14.body.item-001.bullets.item-003.text"/>
            <p:cNvSpPr/>
            <p:nvPr/>
          </p:nvSpPr>
          <p:spPr>
            <a:xfrm>
              <a:off x="9639300" y="2895600"/>
              <a:ext cx="1752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Crash reporting</a:t>
              </a:r>
              <a:endParaRPr lang="en-US" sz="1200" spc="0" kern="0" b="0" i="0" dirty="0">
                <a:solidFill>
                  <a:srgbClr val="070154"/>
                </a:solidFill>
                <a:latin typeface="IBM Plex Sans"/>
                <a:ea typeface="IBM Plex Sans"/>
                <a:cs typeface="IBM Plex Sans"/>
              </a:endParaRPr>
            </a:p>
          </p:txBody>
        </p:sp>
      </p:grpSp>
      <p:grpSp>
        <p:nvGrpSpPr>
          <p:cNvPr id="118" name="node15"/>
          <p:cNvGrpSpPr/>
          <p:nvPr/>
        </p:nvGrpSpPr>
        <p:grpSpPr>
          <a:xfrm>
            <a:off x="723900" y="3429000"/>
            <a:ext cx="1600200" cy="685800"/>
            <a:chOff x="723900" y="3429000"/>
            <a:chExt cx="1600200" cy="685800"/>
          </a:xfrm>
        </p:grpSpPr>
        <p:sp>
          <p:nvSpPr>
            <p:cNvPr id="46" name="node15.surface"/>
            <p:cNvSpPr/>
            <p:nvPr/>
          </p:nvSpPr>
          <p:spPr>
            <a:xfrm>
              <a:off x="723900" y="3429000"/>
              <a:ext cx="1600200" cy="685800"/>
            </a:xfrm>
            <a:prstGeom prst="rect">
              <a:avLst/>
            </a:prstGeom>
            <a:solidFill>
              <a:srgbClr val="CED7E6"/>
            </a:solidFill>
            <a:ln>
              <a:noFill/>
            </a:ln>
          </p:spPr>
        </p:sp>
        <p:sp>
          <p:nvSpPr>
            <p:cNvPr id="47" name="node15.text"/>
            <p:cNvSpPr/>
            <p:nvPr/>
          </p:nvSpPr>
          <p:spPr>
            <a:xfrm>
              <a:off x="876300" y="3619500"/>
              <a:ext cx="12954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Next</a:t>
              </a:r>
              <a:endParaRPr lang="en-US" sz="1800" spc="-18" kern="0" b="0" i="0" dirty="0">
                <a:solidFill>
                  <a:srgbClr val="070154"/>
                </a:solidFill>
                <a:latin typeface="IBM Plex Sans SemiBold"/>
                <a:ea typeface="IBM Plex Sans SemiBold"/>
                <a:cs typeface="IBM Plex Sans SemiBold"/>
              </a:endParaRPr>
            </a:p>
          </p:txBody>
        </p:sp>
      </p:grpSp>
      <p:grpSp>
        <p:nvGrpSpPr>
          <p:cNvPr id="119" name="node16"/>
          <p:cNvGrpSpPr/>
          <p:nvPr/>
        </p:nvGrpSpPr>
        <p:grpSpPr>
          <a:xfrm>
            <a:off x="723900" y="4191000"/>
            <a:ext cx="1600200" cy="152400"/>
            <a:chOff x="723900" y="4191000"/>
            <a:chExt cx="1600200" cy="152400"/>
          </a:xfrm>
        </p:grpSpPr>
        <p:sp>
          <p:nvSpPr>
            <p:cNvPr id="48" name="node16.text"/>
            <p:cNvSpPr/>
            <p:nvPr/>
          </p:nvSpPr>
          <p:spPr>
            <a:xfrm>
              <a:off x="723900" y="4191000"/>
              <a:ext cx="1600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TWO QUARTERS</a:t>
              </a:r>
              <a:endParaRPr lang="en-US" sz="900" spc="54" kern="0" b="0" i="0" dirty="0">
                <a:solidFill>
                  <a:srgbClr val="50658E"/>
                </a:solidFill>
                <a:latin typeface="IBM Plex Mono Medium"/>
                <a:ea typeface="IBM Plex Mono Medium"/>
                <a:cs typeface="IBM Plex Mono Medium"/>
              </a:endParaRPr>
            </a:p>
          </p:txBody>
        </p:sp>
      </p:grpSp>
      <p:grpSp>
        <p:nvGrpSpPr>
          <p:cNvPr id="120" name="node17"/>
          <p:cNvGrpSpPr/>
          <p:nvPr/>
        </p:nvGrpSpPr>
        <p:grpSpPr>
          <a:xfrm>
            <a:off x="2552700" y="3429000"/>
            <a:ext cx="2057400" cy="914400"/>
            <a:chOff x="2552700" y="3429000"/>
            <a:chExt cx="2057400" cy="914400"/>
          </a:xfrm>
        </p:grpSpPr>
        <p:sp>
          <p:nvSpPr>
            <p:cNvPr id="49" name="node17.container"/>
            <p:cNvSpPr/>
            <p:nvPr/>
          </p:nvSpPr>
          <p:spPr>
            <a:xfrm>
              <a:off x="2552700" y="3429000"/>
              <a:ext cx="2057400" cy="914400"/>
            </a:xfrm>
            <a:prstGeom prst="rect">
              <a:avLst/>
            </a:prstGeom>
            <a:solidFill>
              <a:srgbClr val="E8EEF8"/>
            </a:solidFill>
            <a:ln>
              <a:noFill/>
            </a:ln>
          </p:spPr>
        </p:sp>
        <p:sp>
          <p:nvSpPr>
            <p:cNvPr id="50" name="node17.body.item-001.bullets.item-001.marker"/>
            <p:cNvSpPr/>
            <p:nvPr/>
          </p:nvSpPr>
          <p:spPr>
            <a:xfrm>
              <a:off x="2628900" y="3594100"/>
              <a:ext cx="38100" cy="38100"/>
            </a:xfrm>
            <a:prstGeom prst="rect">
              <a:avLst/>
            </a:prstGeom>
            <a:solidFill>
              <a:srgbClr val="070154"/>
            </a:solidFill>
            <a:ln>
              <a:noFill/>
            </a:ln>
          </p:spPr>
        </p:sp>
        <p:sp>
          <p:nvSpPr>
            <p:cNvPr id="51" name="node17.body.item-001.bullets.item-001.text"/>
            <p:cNvSpPr/>
            <p:nvPr/>
          </p:nvSpPr>
          <p:spPr>
            <a:xfrm>
              <a:off x="2781300" y="3505200"/>
              <a:ext cx="1752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Pre-visit forms</a:t>
              </a:r>
              <a:endParaRPr lang="en-US" sz="1200" spc="0" kern="0" b="0" i="0" dirty="0">
                <a:solidFill>
                  <a:srgbClr val="070154"/>
                </a:solidFill>
                <a:latin typeface="IBM Plex Sans"/>
                <a:ea typeface="IBM Plex Sans"/>
                <a:cs typeface="IBM Plex Sans"/>
              </a:endParaRPr>
            </a:p>
          </p:txBody>
        </p:sp>
        <p:sp>
          <p:nvSpPr>
            <p:cNvPr id="52" name="node17.body.item-001.bullets.item-002.marker"/>
            <p:cNvSpPr/>
            <p:nvPr/>
          </p:nvSpPr>
          <p:spPr>
            <a:xfrm>
              <a:off x="2628900" y="3860800"/>
              <a:ext cx="38100" cy="38100"/>
            </a:xfrm>
            <a:prstGeom prst="rect">
              <a:avLst/>
            </a:prstGeom>
            <a:solidFill>
              <a:srgbClr val="070154"/>
            </a:solidFill>
            <a:ln>
              <a:noFill/>
            </a:ln>
          </p:spPr>
        </p:sp>
        <p:sp>
          <p:nvSpPr>
            <p:cNvPr id="53" name="node17.body.item-001.bullets.item-002.text"/>
            <p:cNvSpPr/>
            <p:nvPr/>
          </p:nvSpPr>
          <p:spPr>
            <a:xfrm>
              <a:off x="2781300" y="3771900"/>
              <a:ext cx="1752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Virtual visit v2</a:t>
              </a:r>
              <a:endParaRPr lang="en-US" sz="1200" spc="0" kern="0" b="0" i="0" dirty="0">
                <a:solidFill>
                  <a:srgbClr val="070154"/>
                </a:solidFill>
                <a:latin typeface="IBM Plex Sans"/>
                <a:ea typeface="IBM Plex Sans"/>
                <a:cs typeface="IBM Plex Sans"/>
              </a:endParaRPr>
            </a:p>
          </p:txBody>
        </p:sp>
        <p:sp>
          <p:nvSpPr>
            <p:cNvPr id="54" name="node17.body.item-001.bullets.item-003.marker"/>
            <p:cNvSpPr/>
            <p:nvPr/>
          </p:nvSpPr>
          <p:spPr>
            <a:xfrm>
              <a:off x="2628900" y="4127500"/>
              <a:ext cx="38100" cy="38100"/>
            </a:xfrm>
            <a:prstGeom prst="rect">
              <a:avLst/>
            </a:prstGeom>
            <a:solidFill>
              <a:srgbClr val="070154"/>
            </a:solidFill>
            <a:ln>
              <a:noFill/>
            </a:ln>
          </p:spPr>
        </p:sp>
        <p:sp>
          <p:nvSpPr>
            <p:cNvPr id="55" name="node17.body.item-001.bullets.item-003.text"/>
            <p:cNvSpPr/>
            <p:nvPr/>
          </p:nvSpPr>
          <p:spPr>
            <a:xfrm>
              <a:off x="2781300" y="4038600"/>
              <a:ext cx="1752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Reminders v2</a:t>
              </a:r>
              <a:endParaRPr lang="en-US" sz="1200" spc="0" kern="0" b="0" i="0" dirty="0">
                <a:solidFill>
                  <a:srgbClr val="070154"/>
                </a:solidFill>
                <a:latin typeface="IBM Plex Sans"/>
                <a:ea typeface="IBM Plex Sans"/>
                <a:cs typeface="IBM Plex Sans"/>
              </a:endParaRPr>
            </a:p>
          </p:txBody>
        </p:sp>
      </p:grpSp>
      <p:grpSp>
        <p:nvGrpSpPr>
          <p:cNvPr id="121" name="node18"/>
          <p:cNvGrpSpPr/>
          <p:nvPr/>
        </p:nvGrpSpPr>
        <p:grpSpPr>
          <a:xfrm>
            <a:off x="4838700" y="3429000"/>
            <a:ext cx="2057400" cy="914400"/>
            <a:chOff x="4838700" y="3429000"/>
            <a:chExt cx="2057400" cy="914400"/>
          </a:xfrm>
        </p:grpSpPr>
        <p:sp>
          <p:nvSpPr>
            <p:cNvPr id="56" name="node18.container"/>
            <p:cNvSpPr/>
            <p:nvPr/>
          </p:nvSpPr>
          <p:spPr>
            <a:xfrm>
              <a:off x="4838700" y="3429000"/>
              <a:ext cx="2057400" cy="914400"/>
            </a:xfrm>
            <a:prstGeom prst="rect">
              <a:avLst/>
            </a:prstGeom>
            <a:solidFill>
              <a:srgbClr val="E8EEF8"/>
            </a:solidFill>
            <a:ln>
              <a:noFill/>
            </a:ln>
          </p:spPr>
        </p:sp>
        <p:sp>
          <p:nvSpPr>
            <p:cNvPr id="57" name="node18.body.item-001.bullets.item-001.marker"/>
            <p:cNvSpPr/>
            <p:nvPr/>
          </p:nvSpPr>
          <p:spPr>
            <a:xfrm>
              <a:off x="4914900" y="3594100"/>
              <a:ext cx="38100" cy="38100"/>
            </a:xfrm>
            <a:prstGeom prst="rect">
              <a:avLst/>
            </a:prstGeom>
            <a:solidFill>
              <a:srgbClr val="070154"/>
            </a:solidFill>
            <a:ln>
              <a:noFill/>
            </a:ln>
          </p:spPr>
        </p:sp>
        <p:sp>
          <p:nvSpPr>
            <p:cNvPr id="58" name="node18.body.item-001.bullets.item-001.text"/>
            <p:cNvSpPr/>
            <p:nvPr/>
          </p:nvSpPr>
          <p:spPr>
            <a:xfrm>
              <a:off x="5067300" y="3505200"/>
              <a:ext cx="1752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Care plans</a:t>
              </a:r>
              <a:endParaRPr lang="en-US" sz="1200" spc="0" kern="0" b="0" i="0" dirty="0">
                <a:solidFill>
                  <a:srgbClr val="070154"/>
                </a:solidFill>
                <a:latin typeface="IBM Plex Sans"/>
                <a:ea typeface="IBM Plex Sans"/>
                <a:cs typeface="IBM Plex Sans"/>
              </a:endParaRPr>
            </a:p>
          </p:txBody>
        </p:sp>
        <p:sp>
          <p:nvSpPr>
            <p:cNvPr id="59" name="node18.body.item-001.bullets.item-002.marker"/>
            <p:cNvSpPr/>
            <p:nvPr/>
          </p:nvSpPr>
          <p:spPr>
            <a:xfrm>
              <a:off x="4914900" y="3860800"/>
              <a:ext cx="38100" cy="38100"/>
            </a:xfrm>
            <a:prstGeom prst="rect">
              <a:avLst/>
            </a:prstGeom>
            <a:solidFill>
              <a:srgbClr val="070154"/>
            </a:solidFill>
            <a:ln>
              <a:noFill/>
            </a:ln>
          </p:spPr>
        </p:sp>
        <p:sp>
          <p:nvSpPr>
            <p:cNvPr id="60" name="node18.body.item-001.bullets.item-002.text"/>
            <p:cNvSpPr/>
            <p:nvPr/>
          </p:nvSpPr>
          <p:spPr>
            <a:xfrm>
              <a:off x="5067300" y="3771900"/>
              <a:ext cx="1752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Remote monitoring</a:t>
              </a:r>
              <a:endParaRPr lang="en-US" sz="1200" spc="0" kern="0" b="0" i="0" dirty="0">
                <a:solidFill>
                  <a:srgbClr val="070154"/>
                </a:solidFill>
                <a:latin typeface="IBM Plex Sans"/>
                <a:ea typeface="IBM Plex Sans"/>
                <a:cs typeface="IBM Plex Sans"/>
              </a:endParaRPr>
            </a:p>
          </p:txBody>
        </p:sp>
        <p:sp>
          <p:nvSpPr>
            <p:cNvPr id="61" name="node18.body.item-001.bullets.item-003.marker"/>
            <p:cNvSpPr/>
            <p:nvPr/>
          </p:nvSpPr>
          <p:spPr>
            <a:xfrm>
              <a:off x="4914900" y="4127500"/>
              <a:ext cx="38100" cy="38100"/>
            </a:xfrm>
            <a:prstGeom prst="rect">
              <a:avLst/>
            </a:prstGeom>
            <a:solidFill>
              <a:srgbClr val="070154"/>
            </a:solidFill>
            <a:ln>
              <a:noFill/>
            </a:ln>
          </p:spPr>
        </p:sp>
        <p:sp>
          <p:nvSpPr>
            <p:cNvPr id="62" name="node18.body.item-001.bullets.item-003.text"/>
            <p:cNvSpPr/>
            <p:nvPr/>
          </p:nvSpPr>
          <p:spPr>
            <a:xfrm>
              <a:off x="5067300" y="4038600"/>
              <a:ext cx="1752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Risk flags</a:t>
              </a:r>
              <a:endParaRPr lang="en-US" sz="1200" spc="0" kern="0" b="0" i="0" dirty="0">
                <a:solidFill>
                  <a:srgbClr val="070154"/>
                </a:solidFill>
                <a:latin typeface="IBM Plex Sans"/>
                <a:ea typeface="IBM Plex Sans"/>
                <a:cs typeface="IBM Plex Sans"/>
              </a:endParaRPr>
            </a:p>
          </p:txBody>
        </p:sp>
      </p:grpSp>
      <p:grpSp>
        <p:nvGrpSpPr>
          <p:cNvPr id="122" name="node19"/>
          <p:cNvGrpSpPr/>
          <p:nvPr/>
        </p:nvGrpSpPr>
        <p:grpSpPr>
          <a:xfrm>
            <a:off x="7124700" y="3429000"/>
            <a:ext cx="2057400" cy="914400"/>
            <a:chOff x="7124700" y="3429000"/>
            <a:chExt cx="2057400" cy="914400"/>
          </a:xfrm>
        </p:grpSpPr>
        <p:sp>
          <p:nvSpPr>
            <p:cNvPr id="63" name="node19.container"/>
            <p:cNvSpPr/>
            <p:nvPr/>
          </p:nvSpPr>
          <p:spPr>
            <a:xfrm>
              <a:off x="7124700" y="3429000"/>
              <a:ext cx="2057400" cy="914400"/>
            </a:xfrm>
            <a:prstGeom prst="rect">
              <a:avLst/>
            </a:prstGeom>
            <a:solidFill>
              <a:srgbClr val="E8EEF8"/>
            </a:solidFill>
            <a:ln>
              <a:noFill/>
            </a:ln>
          </p:spPr>
        </p:sp>
        <p:sp>
          <p:nvSpPr>
            <p:cNvPr id="64" name="node19.body.item-001.bullets.item-001.marker"/>
            <p:cNvSpPr/>
            <p:nvPr/>
          </p:nvSpPr>
          <p:spPr>
            <a:xfrm>
              <a:off x="7200900" y="3594100"/>
              <a:ext cx="38100" cy="38100"/>
            </a:xfrm>
            <a:prstGeom prst="rect">
              <a:avLst/>
            </a:prstGeom>
            <a:solidFill>
              <a:srgbClr val="070154"/>
            </a:solidFill>
            <a:ln>
              <a:noFill/>
            </a:ln>
          </p:spPr>
        </p:sp>
        <p:sp>
          <p:nvSpPr>
            <p:cNvPr id="65" name="node19.body.item-001.bullets.item-001.text"/>
            <p:cNvSpPr/>
            <p:nvPr/>
          </p:nvSpPr>
          <p:spPr>
            <a:xfrm>
              <a:off x="7353300" y="3505200"/>
              <a:ext cx="1752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Cost estimates</a:t>
              </a:r>
              <a:endParaRPr lang="en-US" sz="1200" spc="0" kern="0" b="0" i="0" dirty="0">
                <a:solidFill>
                  <a:srgbClr val="070154"/>
                </a:solidFill>
                <a:latin typeface="IBM Plex Sans"/>
                <a:ea typeface="IBM Plex Sans"/>
                <a:cs typeface="IBM Plex Sans"/>
              </a:endParaRPr>
            </a:p>
          </p:txBody>
        </p:sp>
        <p:sp>
          <p:nvSpPr>
            <p:cNvPr id="66" name="node19.body.item-001.bullets.item-002.marker"/>
            <p:cNvSpPr/>
            <p:nvPr/>
          </p:nvSpPr>
          <p:spPr>
            <a:xfrm>
              <a:off x="7200900" y="3860800"/>
              <a:ext cx="38100" cy="38100"/>
            </a:xfrm>
            <a:prstGeom prst="rect">
              <a:avLst/>
            </a:prstGeom>
            <a:solidFill>
              <a:srgbClr val="070154"/>
            </a:solidFill>
            <a:ln>
              <a:noFill/>
            </a:ln>
          </p:spPr>
        </p:sp>
        <p:sp>
          <p:nvSpPr>
            <p:cNvPr id="67" name="node19.body.item-001.bullets.item-002.text"/>
            <p:cNvSpPr/>
            <p:nvPr/>
          </p:nvSpPr>
          <p:spPr>
            <a:xfrm>
              <a:off x="7353300" y="3771900"/>
              <a:ext cx="1752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Card capture</a:t>
              </a:r>
              <a:endParaRPr lang="en-US" sz="1200" spc="0" kern="0" b="0" i="0" dirty="0">
                <a:solidFill>
                  <a:srgbClr val="070154"/>
                </a:solidFill>
                <a:latin typeface="IBM Plex Sans"/>
                <a:ea typeface="IBM Plex Sans"/>
                <a:cs typeface="IBM Plex Sans"/>
              </a:endParaRPr>
            </a:p>
          </p:txBody>
        </p:sp>
        <p:sp>
          <p:nvSpPr>
            <p:cNvPr id="68" name="node19.body.item-001.bullets.item-003.marker"/>
            <p:cNvSpPr/>
            <p:nvPr/>
          </p:nvSpPr>
          <p:spPr>
            <a:xfrm>
              <a:off x="7200900" y="4127500"/>
              <a:ext cx="38100" cy="38100"/>
            </a:xfrm>
            <a:prstGeom prst="rect">
              <a:avLst/>
            </a:prstGeom>
            <a:solidFill>
              <a:srgbClr val="070154"/>
            </a:solidFill>
            <a:ln>
              <a:noFill/>
            </a:ln>
          </p:spPr>
        </p:sp>
        <p:sp>
          <p:nvSpPr>
            <p:cNvPr id="69" name="node19.body.item-001.bullets.item-003.text"/>
            <p:cNvSpPr/>
            <p:nvPr/>
          </p:nvSpPr>
          <p:spPr>
            <a:xfrm>
              <a:off x="7353300" y="4038600"/>
              <a:ext cx="1752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Refund tracking</a:t>
              </a:r>
              <a:endParaRPr lang="en-US" sz="1200" spc="0" kern="0" b="0" i="0" dirty="0">
                <a:solidFill>
                  <a:srgbClr val="070154"/>
                </a:solidFill>
                <a:latin typeface="IBM Plex Sans"/>
                <a:ea typeface="IBM Plex Sans"/>
                <a:cs typeface="IBM Plex Sans"/>
              </a:endParaRPr>
            </a:p>
          </p:txBody>
        </p:sp>
      </p:grpSp>
      <p:grpSp>
        <p:nvGrpSpPr>
          <p:cNvPr id="123" name="node20"/>
          <p:cNvGrpSpPr/>
          <p:nvPr/>
        </p:nvGrpSpPr>
        <p:grpSpPr>
          <a:xfrm>
            <a:off x="9410700" y="3429000"/>
            <a:ext cx="2057400" cy="914400"/>
            <a:chOff x="9410700" y="3429000"/>
            <a:chExt cx="2057400" cy="914400"/>
          </a:xfrm>
        </p:grpSpPr>
        <p:sp>
          <p:nvSpPr>
            <p:cNvPr id="70" name="node20.container"/>
            <p:cNvSpPr/>
            <p:nvPr/>
          </p:nvSpPr>
          <p:spPr>
            <a:xfrm>
              <a:off x="9410700" y="3429000"/>
              <a:ext cx="2057400" cy="914400"/>
            </a:xfrm>
            <a:prstGeom prst="rect">
              <a:avLst/>
            </a:prstGeom>
            <a:solidFill>
              <a:srgbClr val="E8EEF8"/>
            </a:solidFill>
            <a:ln>
              <a:noFill/>
            </a:ln>
          </p:spPr>
        </p:sp>
        <p:sp>
          <p:nvSpPr>
            <p:cNvPr id="71" name="node20.body.item-001.bullets.item-001.marker"/>
            <p:cNvSpPr/>
            <p:nvPr/>
          </p:nvSpPr>
          <p:spPr>
            <a:xfrm>
              <a:off x="9486900" y="3594100"/>
              <a:ext cx="38100" cy="38100"/>
            </a:xfrm>
            <a:prstGeom prst="rect">
              <a:avLst/>
            </a:prstGeom>
            <a:solidFill>
              <a:srgbClr val="070154"/>
            </a:solidFill>
            <a:ln>
              <a:noFill/>
            </a:ln>
          </p:spPr>
        </p:sp>
        <p:sp>
          <p:nvSpPr>
            <p:cNvPr id="72" name="node20.body.item-001.bullets.item-001.text"/>
            <p:cNvSpPr/>
            <p:nvPr/>
          </p:nvSpPr>
          <p:spPr>
            <a:xfrm>
              <a:off x="9639300" y="3505200"/>
              <a:ext cx="1752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Event stream</a:t>
              </a:r>
              <a:endParaRPr lang="en-US" sz="1200" spc="0" kern="0" b="0" i="0" dirty="0">
                <a:solidFill>
                  <a:srgbClr val="070154"/>
                </a:solidFill>
                <a:latin typeface="IBM Plex Sans"/>
                <a:ea typeface="IBM Plex Sans"/>
                <a:cs typeface="IBM Plex Sans"/>
              </a:endParaRPr>
            </a:p>
          </p:txBody>
        </p:sp>
        <p:sp>
          <p:nvSpPr>
            <p:cNvPr id="73" name="node20.body.item-001.bullets.item-002.marker"/>
            <p:cNvSpPr/>
            <p:nvPr/>
          </p:nvSpPr>
          <p:spPr>
            <a:xfrm>
              <a:off x="9486900" y="3860800"/>
              <a:ext cx="38100" cy="38100"/>
            </a:xfrm>
            <a:prstGeom prst="rect">
              <a:avLst/>
            </a:prstGeom>
            <a:solidFill>
              <a:srgbClr val="070154"/>
            </a:solidFill>
            <a:ln>
              <a:noFill/>
            </a:ln>
          </p:spPr>
        </p:sp>
        <p:sp>
          <p:nvSpPr>
            <p:cNvPr id="74" name="node20.body.item-001.bullets.item-002.text"/>
            <p:cNvSpPr/>
            <p:nvPr/>
          </p:nvSpPr>
          <p:spPr>
            <a:xfrm>
              <a:off x="9639300" y="3771900"/>
              <a:ext cx="1752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Observability</a:t>
              </a:r>
              <a:endParaRPr lang="en-US" sz="1200" spc="0" kern="0" b="0" i="0" dirty="0">
                <a:solidFill>
                  <a:srgbClr val="070154"/>
                </a:solidFill>
                <a:latin typeface="IBM Plex Sans"/>
                <a:ea typeface="IBM Plex Sans"/>
                <a:cs typeface="IBM Plex Sans"/>
              </a:endParaRPr>
            </a:p>
          </p:txBody>
        </p:sp>
        <p:sp>
          <p:nvSpPr>
            <p:cNvPr id="75" name="node20.body.item-001.bullets.item-003.marker"/>
            <p:cNvSpPr/>
            <p:nvPr/>
          </p:nvSpPr>
          <p:spPr>
            <a:xfrm>
              <a:off x="9486900" y="4127500"/>
              <a:ext cx="38100" cy="38100"/>
            </a:xfrm>
            <a:prstGeom prst="rect">
              <a:avLst/>
            </a:prstGeom>
            <a:solidFill>
              <a:srgbClr val="070154"/>
            </a:solidFill>
            <a:ln>
              <a:noFill/>
            </a:ln>
          </p:spPr>
        </p:sp>
        <p:sp>
          <p:nvSpPr>
            <p:cNvPr id="76" name="node20.body.item-001.bullets.item-003.text"/>
            <p:cNvSpPr/>
            <p:nvPr/>
          </p:nvSpPr>
          <p:spPr>
            <a:xfrm>
              <a:off x="9639300" y="4038600"/>
              <a:ext cx="1752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Test automation</a:t>
              </a:r>
              <a:endParaRPr lang="en-US" sz="1200" spc="0" kern="0" b="0" i="0" dirty="0">
                <a:solidFill>
                  <a:srgbClr val="070154"/>
                </a:solidFill>
                <a:latin typeface="IBM Plex Sans"/>
                <a:ea typeface="IBM Plex Sans"/>
                <a:cs typeface="IBM Plex Sans"/>
              </a:endParaRPr>
            </a:p>
          </p:txBody>
        </p:sp>
      </p:grpSp>
      <p:grpSp>
        <p:nvGrpSpPr>
          <p:cNvPr id="124" name="node21"/>
          <p:cNvGrpSpPr/>
          <p:nvPr/>
        </p:nvGrpSpPr>
        <p:grpSpPr>
          <a:xfrm>
            <a:off x="723900" y="4572000"/>
            <a:ext cx="1600200" cy="685800"/>
            <a:chOff x="723900" y="4572000"/>
            <a:chExt cx="1600200" cy="685800"/>
          </a:xfrm>
        </p:grpSpPr>
        <p:sp>
          <p:nvSpPr>
            <p:cNvPr id="77" name="node21.surface"/>
            <p:cNvSpPr/>
            <p:nvPr/>
          </p:nvSpPr>
          <p:spPr>
            <a:xfrm>
              <a:off x="723900" y="4572000"/>
              <a:ext cx="1600200" cy="685800"/>
            </a:xfrm>
            <a:prstGeom prst="rect">
              <a:avLst/>
            </a:prstGeom>
            <a:solidFill>
              <a:srgbClr val="E8EEF8"/>
            </a:solidFill>
            <a:ln>
              <a:noFill/>
            </a:ln>
          </p:spPr>
        </p:sp>
        <p:sp>
          <p:nvSpPr>
            <p:cNvPr id="78" name="node21.text"/>
            <p:cNvSpPr/>
            <p:nvPr/>
          </p:nvSpPr>
          <p:spPr>
            <a:xfrm>
              <a:off x="876300" y="4762500"/>
              <a:ext cx="12954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Later</a:t>
              </a:r>
              <a:endParaRPr lang="en-US" sz="1800" spc="-18" kern="0" b="0" i="0" dirty="0">
                <a:solidFill>
                  <a:srgbClr val="070154"/>
                </a:solidFill>
                <a:latin typeface="IBM Plex Sans SemiBold"/>
                <a:ea typeface="IBM Plex Sans SemiBold"/>
                <a:cs typeface="IBM Plex Sans SemiBold"/>
              </a:endParaRPr>
            </a:p>
          </p:txBody>
        </p:sp>
      </p:grpSp>
      <p:grpSp>
        <p:nvGrpSpPr>
          <p:cNvPr id="125" name="node22"/>
          <p:cNvGrpSpPr/>
          <p:nvPr/>
        </p:nvGrpSpPr>
        <p:grpSpPr>
          <a:xfrm>
            <a:off x="723900" y="5334000"/>
            <a:ext cx="1600200" cy="152400"/>
            <a:chOff x="723900" y="5334000"/>
            <a:chExt cx="1600200" cy="152400"/>
          </a:xfrm>
        </p:grpSpPr>
        <p:sp>
          <p:nvSpPr>
            <p:cNvPr id="79" name="node22.text"/>
            <p:cNvSpPr/>
            <p:nvPr/>
          </p:nvSpPr>
          <p:spPr>
            <a:xfrm>
              <a:off x="723900" y="5334000"/>
              <a:ext cx="1600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BEYOND SIX MONTHS</a:t>
              </a:r>
              <a:endParaRPr lang="en-US" sz="900" spc="54" kern="0" b="0" i="0" dirty="0">
                <a:solidFill>
                  <a:srgbClr val="50658E"/>
                </a:solidFill>
                <a:latin typeface="IBM Plex Mono Medium"/>
                <a:ea typeface="IBM Plex Mono Medium"/>
                <a:cs typeface="IBM Plex Mono Medium"/>
              </a:endParaRPr>
            </a:p>
          </p:txBody>
        </p:sp>
      </p:grpSp>
      <p:grpSp>
        <p:nvGrpSpPr>
          <p:cNvPr id="126" name="node23"/>
          <p:cNvGrpSpPr/>
          <p:nvPr/>
        </p:nvGrpSpPr>
        <p:grpSpPr>
          <a:xfrm>
            <a:off x="2552700" y="4572000"/>
            <a:ext cx="2057400" cy="914400"/>
            <a:chOff x="2552700" y="4572000"/>
            <a:chExt cx="2057400" cy="914400"/>
          </a:xfrm>
        </p:grpSpPr>
        <p:sp>
          <p:nvSpPr>
            <p:cNvPr id="80" name="node23.container"/>
            <p:cNvSpPr/>
            <p:nvPr/>
          </p:nvSpPr>
          <p:spPr>
            <a:xfrm>
              <a:off x="2559050" y="4578350"/>
              <a:ext cx="2044700" cy="901700"/>
            </a:xfrm>
            <a:prstGeom prst="rect">
              <a:avLst/>
            </a:prstGeom>
            <a:solidFill>
              <a:srgbClr val="FFFFFF"/>
            </a:solidFill>
            <a:ln w="12700">
              <a:solidFill>
                <a:srgbClr val="CED7E6"/>
              </a:solidFill>
              <a:prstDash val="solid"/>
            </a:ln>
          </p:spPr>
        </p:sp>
        <p:sp>
          <p:nvSpPr>
            <p:cNvPr id="81" name="node23.body.item-001.bullets.item-001.marker"/>
            <p:cNvSpPr/>
            <p:nvPr/>
          </p:nvSpPr>
          <p:spPr>
            <a:xfrm>
              <a:off x="2628900" y="4737100"/>
              <a:ext cx="38100" cy="38100"/>
            </a:xfrm>
            <a:prstGeom prst="rect">
              <a:avLst/>
            </a:prstGeom>
            <a:solidFill>
              <a:srgbClr val="070154"/>
            </a:solidFill>
            <a:ln>
              <a:noFill/>
            </a:ln>
          </p:spPr>
        </p:sp>
        <p:sp>
          <p:nvSpPr>
            <p:cNvPr id="82" name="node23.body.item-001.bullets.item-001.text"/>
            <p:cNvSpPr/>
            <p:nvPr/>
          </p:nvSpPr>
          <p:spPr>
            <a:xfrm>
              <a:off x="2781300" y="4648200"/>
              <a:ext cx="1752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Multilingual booking</a:t>
              </a:r>
              <a:endParaRPr lang="en-US" sz="1200" spc="0" kern="0" b="0" i="0" dirty="0">
                <a:solidFill>
                  <a:srgbClr val="070154"/>
                </a:solidFill>
                <a:latin typeface="IBM Plex Sans"/>
                <a:ea typeface="IBM Plex Sans"/>
                <a:cs typeface="IBM Plex Sans"/>
              </a:endParaRPr>
            </a:p>
          </p:txBody>
        </p:sp>
        <p:sp>
          <p:nvSpPr>
            <p:cNvPr id="83" name="node23.body.item-001.bullets.item-002.marker"/>
            <p:cNvSpPr/>
            <p:nvPr/>
          </p:nvSpPr>
          <p:spPr>
            <a:xfrm>
              <a:off x="2628900" y="5003800"/>
              <a:ext cx="38100" cy="38100"/>
            </a:xfrm>
            <a:prstGeom prst="rect">
              <a:avLst/>
            </a:prstGeom>
            <a:solidFill>
              <a:srgbClr val="070154"/>
            </a:solidFill>
            <a:ln>
              <a:noFill/>
            </a:ln>
          </p:spPr>
        </p:sp>
        <p:sp>
          <p:nvSpPr>
            <p:cNvPr id="84" name="node23.body.item-001.bullets.item-002.text"/>
            <p:cNvSpPr/>
            <p:nvPr/>
          </p:nvSpPr>
          <p:spPr>
            <a:xfrm>
              <a:off x="2781300" y="4914900"/>
              <a:ext cx="1752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Kiosk check-in</a:t>
              </a:r>
              <a:endParaRPr lang="en-US" sz="1200" spc="0" kern="0" b="0" i="0" dirty="0">
                <a:solidFill>
                  <a:srgbClr val="070154"/>
                </a:solidFill>
                <a:latin typeface="IBM Plex Sans"/>
                <a:ea typeface="IBM Plex Sans"/>
                <a:cs typeface="IBM Plex Sans"/>
              </a:endParaRPr>
            </a:p>
          </p:txBody>
        </p:sp>
        <p:sp>
          <p:nvSpPr>
            <p:cNvPr id="85" name="node23.body.item-001.bullets.item-003.marker"/>
            <p:cNvSpPr/>
            <p:nvPr/>
          </p:nvSpPr>
          <p:spPr>
            <a:xfrm>
              <a:off x="2628900" y="5270500"/>
              <a:ext cx="38100" cy="38100"/>
            </a:xfrm>
            <a:prstGeom prst="rect">
              <a:avLst/>
            </a:prstGeom>
            <a:solidFill>
              <a:srgbClr val="070154"/>
            </a:solidFill>
            <a:ln>
              <a:noFill/>
            </a:ln>
          </p:spPr>
        </p:sp>
        <p:sp>
          <p:nvSpPr>
            <p:cNvPr id="86" name="node23.body.item-001.bullets.item-003.text"/>
            <p:cNvSpPr/>
            <p:nvPr/>
          </p:nvSpPr>
          <p:spPr>
            <a:xfrm>
              <a:off x="2781300" y="5181600"/>
              <a:ext cx="1752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Group visits</a:t>
              </a:r>
              <a:endParaRPr lang="en-US" sz="1200" spc="0" kern="0" b="0" i="0" dirty="0">
                <a:solidFill>
                  <a:srgbClr val="070154"/>
                </a:solidFill>
                <a:latin typeface="IBM Plex Sans"/>
                <a:ea typeface="IBM Plex Sans"/>
                <a:cs typeface="IBM Plex Sans"/>
              </a:endParaRPr>
            </a:p>
          </p:txBody>
        </p:sp>
      </p:grpSp>
      <p:grpSp>
        <p:nvGrpSpPr>
          <p:cNvPr id="127" name="node24"/>
          <p:cNvGrpSpPr/>
          <p:nvPr/>
        </p:nvGrpSpPr>
        <p:grpSpPr>
          <a:xfrm>
            <a:off x="4838700" y="4572000"/>
            <a:ext cx="2057400" cy="914400"/>
            <a:chOff x="4838700" y="4572000"/>
            <a:chExt cx="2057400" cy="914400"/>
          </a:xfrm>
        </p:grpSpPr>
        <p:sp>
          <p:nvSpPr>
            <p:cNvPr id="87" name="node24.container"/>
            <p:cNvSpPr/>
            <p:nvPr/>
          </p:nvSpPr>
          <p:spPr>
            <a:xfrm>
              <a:off x="4845050" y="4578350"/>
              <a:ext cx="2044700" cy="901700"/>
            </a:xfrm>
            <a:prstGeom prst="rect">
              <a:avLst/>
            </a:prstGeom>
            <a:solidFill>
              <a:srgbClr val="FFFFFF"/>
            </a:solidFill>
            <a:ln w="12700">
              <a:solidFill>
                <a:srgbClr val="CED7E6"/>
              </a:solidFill>
              <a:prstDash val="solid"/>
            </a:ln>
          </p:spPr>
        </p:sp>
        <p:sp>
          <p:nvSpPr>
            <p:cNvPr id="88" name="node24.body.item-001.bullets.item-001.marker"/>
            <p:cNvSpPr/>
            <p:nvPr/>
          </p:nvSpPr>
          <p:spPr>
            <a:xfrm>
              <a:off x="4914900" y="4737100"/>
              <a:ext cx="38100" cy="38100"/>
            </a:xfrm>
            <a:prstGeom prst="rect">
              <a:avLst/>
            </a:prstGeom>
            <a:solidFill>
              <a:srgbClr val="070154"/>
            </a:solidFill>
            <a:ln>
              <a:noFill/>
            </a:ln>
          </p:spPr>
        </p:sp>
        <p:sp>
          <p:nvSpPr>
            <p:cNvPr id="89" name="node24.body.item-001.bullets.item-001.text"/>
            <p:cNvSpPr/>
            <p:nvPr/>
          </p:nvSpPr>
          <p:spPr>
            <a:xfrm>
              <a:off x="5067300" y="4648200"/>
              <a:ext cx="1752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Medication adherence</a:t>
              </a:r>
              <a:endParaRPr lang="en-US" sz="1200" spc="0" kern="0" b="0" i="0" dirty="0">
                <a:solidFill>
                  <a:srgbClr val="070154"/>
                </a:solidFill>
                <a:latin typeface="IBM Plex Sans"/>
                <a:ea typeface="IBM Plex Sans"/>
                <a:cs typeface="IBM Plex Sans"/>
              </a:endParaRPr>
            </a:p>
          </p:txBody>
        </p:sp>
        <p:sp>
          <p:nvSpPr>
            <p:cNvPr id="90" name="node24.body.item-001.bullets.item-002.marker"/>
            <p:cNvSpPr/>
            <p:nvPr/>
          </p:nvSpPr>
          <p:spPr>
            <a:xfrm>
              <a:off x="4914900" y="5003800"/>
              <a:ext cx="38100" cy="38100"/>
            </a:xfrm>
            <a:prstGeom prst="rect">
              <a:avLst/>
            </a:prstGeom>
            <a:solidFill>
              <a:srgbClr val="070154"/>
            </a:solidFill>
            <a:ln>
              <a:noFill/>
            </a:ln>
          </p:spPr>
        </p:sp>
        <p:sp>
          <p:nvSpPr>
            <p:cNvPr id="91" name="node24.body.item-001.bullets.item-002.text"/>
            <p:cNvSpPr/>
            <p:nvPr/>
          </p:nvSpPr>
          <p:spPr>
            <a:xfrm>
              <a:off x="5067300" y="4914900"/>
              <a:ext cx="1752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Proxy access</a:t>
              </a:r>
              <a:endParaRPr lang="en-US" sz="1200" spc="0" kern="0" b="0" i="0" dirty="0">
                <a:solidFill>
                  <a:srgbClr val="070154"/>
                </a:solidFill>
                <a:latin typeface="IBM Plex Sans"/>
                <a:ea typeface="IBM Plex Sans"/>
                <a:cs typeface="IBM Plex Sans"/>
              </a:endParaRPr>
            </a:p>
          </p:txBody>
        </p:sp>
        <p:sp>
          <p:nvSpPr>
            <p:cNvPr id="92" name="node24.body.item-001.bullets.item-003.marker"/>
            <p:cNvSpPr/>
            <p:nvPr/>
          </p:nvSpPr>
          <p:spPr>
            <a:xfrm>
              <a:off x="4914900" y="5270500"/>
              <a:ext cx="38100" cy="38100"/>
            </a:xfrm>
            <a:prstGeom prst="rect">
              <a:avLst/>
            </a:prstGeom>
            <a:solidFill>
              <a:srgbClr val="070154"/>
            </a:solidFill>
            <a:ln>
              <a:noFill/>
            </a:ln>
          </p:spPr>
        </p:sp>
        <p:sp>
          <p:nvSpPr>
            <p:cNvPr id="93" name="node24.body.item-001.bullets.item-003.text"/>
            <p:cNvSpPr/>
            <p:nvPr/>
          </p:nvSpPr>
          <p:spPr>
            <a:xfrm>
              <a:off x="5067300" y="5181600"/>
              <a:ext cx="1752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Wearable sync</a:t>
              </a:r>
              <a:endParaRPr lang="en-US" sz="1200" spc="0" kern="0" b="0" i="0" dirty="0">
                <a:solidFill>
                  <a:srgbClr val="070154"/>
                </a:solidFill>
                <a:latin typeface="IBM Plex Sans"/>
                <a:ea typeface="IBM Plex Sans"/>
                <a:cs typeface="IBM Plex Sans"/>
              </a:endParaRPr>
            </a:p>
          </p:txBody>
        </p:sp>
      </p:grpSp>
      <p:grpSp>
        <p:nvGrpSpPr>
          <p:cNvPr id="128" name="node25"/>
          <p:cNvGrpSpPr/>
          <p:nvPr/>
        </p:nvGrpSpPr>
        <p:grpSpPr>
          <a:xfrm>
            <a:off x="7124700" y="4572000"/>
            <a:ext cx="2057400" cy="914400"/>
            <a:chOff x="7124700" y="4572000"/>
            <a:chExt cx="2057400" cy="914400"/>
          </a:xfrm>
        </p:grpSpPr>
        <p:sp>
          <p:nvSpPr>
            <p:cNvPr id="94" name="node25.container"/>
            <p:cNvSpPr/>
            <p:nvPr/>
          </p:nvSpPr>
          <p:spPr>
            <a:xfrm>
              <a:off x="7131050" y="4578350"/>
              <a:ext cx="2044700" cy="901700"/>
            </a:xfrm>
            <a:prstGeom prst="rect">
              <a:avLst/>
            </a:prstGeom>
            <a:solidFill>
              <a:srgbClr val="FFFFFF"/>
            </a:solidFill>
            <a:ln w="12700">
              <a:solidFill>
                <a:srgbClr val="CED7E6"/>
              </a:solidFill>
              <a:prstDash val="solid"/>
            </a:ln>
          </p:spPr>
        </p:sp>
        <p:sp>
          <p:nvSpPr>
            <p:cNvPr id="95" name="node25.body.item-001.bullets.item-001.marker"/>
            <p:cNvSpPr/>
            <p:nvPr/>
          </p:nvSpPr>
          <p:spPr>
            <a:xfrm>
              <a:off x="7200900" y="4737100"/>
              <a:ext cx="38100" cy="38100"/>
            </a:xfrm>
            <a:prstGeom prst="rect">
              <a:avLst/>
            </a:prstGeom>
            <a:solidFill>
              <a:srgbClr val="070154"/>
            </a:solidFill>
            <a:ln>
              <a:noFill/>
            </a:ln>
          </p:spPr>
        </p:sp>
        <p:sp>
          <p:nvSpPr>
            <p:cNvPr id="96" name="node25.body.item-001.bullets.item-001.text"/>
            <p:cNvSpPr/>
            <p:nvPr/>
          </p:nvSpPr>
          <p:spPr>
            <a:xfrm>
              <a:off x="7353300" y="4648200"/>
              <a:ext cx="1752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Price transparency API</a:t>
              </a:r>
              <a:endParaRPr lang="en-US" sz="1200" spc="0" kern="0" b="0" i="0" dirty="0">
                <a:solidFill>
                  <a:srgbClr val="070154"/>
                </a:solidFill>
                <a:latin typeface="IBM Plex Sans"/>
                <a:ea typeface="IBM Plex Sans"/>
                <a:cs typeface="IBM Plex Sans"/>
              </a:endParaRPr>
            </a:p>
          </p:txBody>
        </p:sp>
        <p:sp>
          <p:nvSpPr>
            <p:cNvPr id="97" name="node25.body.item-001.bullets.item-002.marker"/>
            <p:cNvSpPr/>
            <p:nvPr/>
          </p:nvSpPr>
          <p:spPr>
            <a:xfrm>
              <a:off x="7200900" y="5003800"/>
              <a:ext cx="38100" cy="38100"/>
            </a:xfrm>
            <a:prstGeom prst="rect">
              <a:avLst/>
            </a:prstGeom>
            <a:solidFill>
              <a:srgbClr val="070154"/>
            </a:solidFill>
            <a:ln>
              <a:noFill/>
            </a:ln>
          </p:spPr>
        </p:sp>
        <p:sp>
          <p:nvSpPr>
            <p:cNvPr id="98" name="node25.body.item-001.bullets.item-002.text"/>
            <p:cNvSpPr/>
            <p:nvPr/>
          </p:nvSpPr>
          <p:spPr>
            <a:xfrm>
              <a:off x="7353300" y="4914900"/>
              <a:ext cx="1752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Estimate accuracy</a:t>
              </a:r>
              <a:endParaRPr lang="en-US" sz="1200" spc="0" kern="0" b="0" i="0" dirty="0">
                <a:solidFill>
                  <a:srgbClr val="070154"/>
                </a:solidFill>
                <a:latin typeface="IBM Plex Sans"/>
                <a:ea typeface="IBM Plex Sans"/>
                <a:cs typeface="IBM Plex Sans"/>
              </a:endParaRPr>
            </a:p>
          </p:txBody>
        </p:sp>
        <p:sp>
          <p:nvSpPr>
            <p:cNvPr id="99" name="node25.body.item-001.bullets.item-003.marker"/>
            <p:cNvSpPr/>
            <p:nvPr/>
          </p:nvSpPr>
          <p:spPr>
            <a:xfrm>
              <a:off x="7200900" y="5270500"/>
              <a:ext cx="38100" cy="38100"/>
            </a:xfrm>
            <a:prstGeom prst="rect">
              <a:avLst/>
            </a:prstGeom>
            <a:solidFill>
              <a:srgbClr val="070154"/>
            </a:solidFill>
            <a:ln>
              <a:noFill/>
            </a:ln>
          </p:spPr>
        </p:sp>
        <p:sp>
          <p:nvSpPr>
            <p:cNvPr id="100" name="node25.body.item-001.bullets.item-003.text"/>
            <p:cNvSpPr/>
            <p:nvPr/>
          </p:nvSpPr>
          <p:spPr>
            <a:xfrm>
              <a:off x="7353300" y="5181600"/>
              <a:ext cx="1752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Coverage checks</a:t>
              </a:r>
              <a:endParaRPr lang="en-US" sz="1200" spc="0" kern="0" b="0" i="0" dirty="0">
                <a:solidFill>
                  <a:srgbClr val="070154"/>
                </a:solidFill>
                <a:latin typeface="IBM Plex Sans"/>
                <a:ea typeface="IBM Plex Sans"/>
                <a:cs typeface="IBM Plex Sans"/>
              </a:endParaRPr>
            </a:p>
          </p:txBody>
        </p:sp>
      </p:grpSp>
      <p:grpSp>
        <p:nvGrpSpPr>
          <p:cNvPr id="129" name="node26"/>
          <p:cNvGrpSpPr/>
          <p:nvPr/>
        </p:nvGrpSpPr>
        <p:grpSpPr>
          <a:xfrm>
            <a:off x="9410700" y="4572000"/>
            <a:ext cx="2057400" cy="914400"/>
            <a:chOff x="9410700" y="4572000"/>
            <a:chExt cx="2057400" cy="914400"/>
          </a:xfrm>
        </p:grpSpPr>
        <p:sp>
          <p:nvSpPr>
            <p:cNvPr id="101" name="node26.container"/>
            <p:cNvSpPr/>
            <p:nvPr/>
          </p:nvSpPr>
          <p:spPr>
            <a:xfrm>
              <a:off x="9417050" y="4578350"/>
              <a:ext cx="2044700" cy="901700"/>
            </a:xfrm>
            <a:prstGeom prst="rect">
              <a:avLst/>
            </a:prstGeom>
            <a:solidFill>
              <a:srgbClr val="FFFFFF"/>
            </a:solidFill>
            <a:ln w="12700">
              <a:solidFill>
                <a:srgbClr val="CED7E6"/>
              </a:solidFill>
              <a:prstDash val="solid"/>
            </a:ln>
          </p:spPr>
        </p:sp>
        <p:sp>
          <p:nvSpPr>
            <p:cNvPr id="102" name="node26.body.item-001.bullets.item-001.marker"/>
            <p:cNvSpPr/>
            <p:nvPr/>
          </p:nvSpPr>
          <p:spPr>
            <a:xfrm>
              <a:off x="9486900" y="4737100"/>
              <a:ext cx="38100" cy="38100"/>
            </a:xfrm>
            <a:prstGeom prst="rect">
              <a:avLst/>
            </a:prstGeom>
            <a:solidFill>
              <a:srgbClr val="070154"/>
            </a:solidFill>
            <a:ln>
              <a:noFill/>
            </a:ln>
          </p:spPr>
        </p:sp>
        <p:sp>
          <p:nvSpPr>
            <p:cNvPr id="103" name="node26.body.item-001.bullets.item-001.text"/>
            <p:cNvSpPr/>
            <p:nvPr/>
          </p:nvSpPr>
          <p:spPr>
            <a:xfrm>
              <a:off x="9639300" y="4648200"/>
              <a:ext cx="1752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Data store re-platform</a:t>
              </a:r>
              <a:endParaRPr lang="en-US" sz="1200" spc="0" kern="0" b="0" i="0" dirty="0">
                <a:solidFill>
                  <a:srgbClr val="070154"/>
                </a:solidFill>
                <a:latin typeface="IBM Plex Sans"/>
                <a:ea typeface="IBM Plex Sans"/>
                <a:cs typeface="IBM Plex Sans"/>
              </a:endParaRPr>
            </a:p>
          </p:txBody>
        </p:sp>
        <p:sp>
          <p:nvSpPr>
            <p:cNvPr id="104" name="node26.body.item-001.bullets.item-002.marker"/>
            <p:cNvSpPr/>
            <p:nvPr/>
          </p:nvSpPr>
          <p:spPr>
            <a:xfrm>
              <a:off x="9486900" y="5003800"/>
              <a:ext cx="38100" cy="38100"/>
            </a:xfrm>
            <a:prstGeom prst="rect">
              <a:avLst/>
            </a:prstGeom>
            <a:solidFill>
              <a:srgbClr val="070154"/>
            </a:solidFill>
            <a:ln>
              <a:noFill/>
            </a:ln>
          </p:spPr>
        </p:sp>
        <p:sp>
          <p:nvSpPr>
            <p:cNvPr id="105" name="node26.body.item-001.bullets.item-002.text"/>
            <p:cNvSpPr/>
            <p:nvPr/>
          </p:nvSpPr>
          <p:spPr>
            <a:xfrm>
              <a:off x="9639300" y="4914900"/>
              <a:ext cx="1752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Zero-downtime release</a:t>
              </a:r>
              <a:endParaRPr lang="en-US" sz="1200" spc="0" kern="0" b="0" i="0" dirty="0">
                <a:solidFill>
                  <a:srgbClr val="070154"/>
                </a:solidFill>
                <a:latin typeface="IBM Plex Sans"/>
                <a:ea typeface="IBM Plex Sans"/>
                <a:cs typeface="IBM Plex Sans"/>
              </a:endParaRPr>
            </a:p>
          </p:txBody>
        </p:sp>
        <p:sp>
          <p:nvSpPr>
            <p:cNvPr id="106" name="node26.body.item-001.bullets.item-003.marker"/>
            <p:cNvSpPr/>
            <p:nvPr/>
          </p:nvSpPr>
          <p:spPr>
            <a:xfrm>
              <a:off x="9486900" y="5270500"/>
              <a:ext cx="38100" cy="38100"/>
            </a:xfrm>
            <a:prstGeom prst="rect">
              <a:avLst/>
            </a:prstGeom>
            <a:solidFill>
              <a:srgbClr val="070154"/>
            </a:solidFill>
            <a:ln>
              <a:noFill/>
            </a:ln>
          </p:spPr>
        </p:sp>
        <p:sp>
          <p:nvSpPr>
            <p:cNvPr id="107" name="node26.body.item-001.bullets.item-003.text"/>
            <p:cNvSpPr/>
            <p:nvPr/>
          </p:nvSpPr>
          <p:spPr>
            <a:xfrm>
              <a:off x="9639300" y="5181600"/>
              <a:ext cx="1752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Cost dashboards</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name="source-449">
    <p:spTree>
      <p:nvGrpSpPr>
        <p:cNvPr id="1" name=""/>
        <p:cNvGrpSpPr/>
        <p:nvPr/>
      </p:nvGrpSpPr>
      <p:grpSpPr>
        <a:xfrm>
          <a:off x="0" y="0"/>
          <a:ext cx="0" cy="0"/>
          <a:chOff x="0" y="0"/>
          <a:chExt cx="0" cy="0"/>
        </a:xfrm>
      </p:grpSpPr>
      <p:sp>
        <p:nvSpPr>
          <p:cNvPr id="3" name="eyebrow"/>
          <p:cNvSpPr/>
          <p:nvPr/>
        </p:nvSpPr>
        <p:spPr>
          <a:xfrm>
            <a:off x="723900" y="457200"/>
            <a:ext cx="34290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PRODUCT ROADMAP</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3429000" cy="13716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Three horizons take the patient app from booking to care</a:t>
            </a:r>
            <a:endParaRPr lang="en-US" sz="2400" spc="-36"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147</a:t>
            </a:fld>
            <a:endParaRPr lang="en-US" sz="700" spc="0" kern="0" b="0" i="0" dirty="0">
              <a:solidFill>
                <a:srgbClr val="070154"/>
              </a:solidFill>
              <a:latin typeface="IBM Plex Mono SemiBold"/>
              <a:ea typeface="IBM Plex Mono SemiBold"/>
              <a:cs typeface="IBM Plex Mono SemiBold"/>
            </a:endParaRPr>
          </a:p>
        </p:txBody>
      </p:sp>
      <p:grpSp>
        <p:nvGrpSpPr>
          <p:cNvPr id="67" name="node01"/>
          <p:cNvGrpSpPr/>
          <p:nvPr/>
        </p:nvGrpSpPr>
        <p:grpSpPr>
          <a:xfrm>
            <a:off x="723900" y="2286000"/>
            <a:ext cx="3429000" cy="1752600"/>
            <a:chOff x="723900" y="2286000"/>
            <a:chExt cx="3429000" cy="1752600"/>
          </a:xfrm>
        </p:grpSpPr>
        <p:sp>
          <p:nvSpPr>
            <p:cNvPr id="6" name="node01.source-001.bullet"/>
            <p:cNvSpPr/>
            <p:nvPr/>
          </p:nvSpPr>
          <p:spPr>
            <a:xfrm>
              <a:off x="723900" y="2393950"/>
              <a:ext cx="50800" cy="50800"/>
            </a:xfrm>
            <a:prstGeom prst="rect">
              <a:avLst/>
            </a:prstGeom>
            <a:solidFill>
              <a:srgbClr val="070154"/>
            </a:solidFill>
            <a:ln>
              <a:noFill/>
            </a:ln>
          </p:spPr>
        </p:sp>
        <p:sp>
          <p:nvSpPr>
            <p:cNvPr id="7" name="node01.source-001.text"/>
            <p:cNvSpPr/>
            <p:nvPr/>
          </p:nvSpPr>
          <p:spPr>
            <a:xfrm>
              <a:off x="914400" y="2286000"/>
              <a:ext cx="32385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 xml:space="preserve">Read across</a:t>
              </a:r>
              <a:r>
                <a:rPr lang="en-US" sz="1400" spc="0" kern="0" b="0" i="0" dirty="0">
                  <a:solidFill>
                    <a:srgbClr val="50658E"/>
                  </a:solidFill>
                  <a:latin typeface="IBM Plex Sans"/>
                  <a:ea typeface="IBM Plex Sans"/>
                  <a:cs typeface="IBM Plex Sans"/>
                </a:rPr>
                <a:t xml:space="preserve"> to see what ships and when.</a:t>
              </a:r>
              <a:endParaRPr lang="en-US" sz="1400" spc="0" kern="0" b="0" i="0" dirty="0">
                <a:solidFill>
                  <a:srgbClr val="070154"/>
                </a:solidFill>
                <a:latin typeface="IBM Plex Sans"/>
                <a:ea typeface="IBM Plex Sans"/>
                <a:cs typeface="IBM Plex Sans"/>
              </a:endParaRPr>
            </a:p>
          </p:txBody>
        </p:sp>
        <p:sp>
          <p:nvSpPr>
            <p:cNvPr id="8" name="node01.source-002.bullet"/>
            <p:cNvSpPr/>
            <p:nvPr/>
          </p:nvSpPr>
          <p:spPr>
            <a:xfrm>
              <a:off x="723900" y="3003550"/>
              <a:ext cx="50800" cy="50800"/>
            </a:xfrm>
            <a:prstGeom prst="rect">
              <a:avLst/>
            </a:prstGeom>
            <a:solidFill>
              <a:srgbClr val="070154"/>
            </a:solidFill>
            <a:ln>
              <a:noFill/>
            </a:ln>
          </p:spPr>
        </p:sp>
        <p:sp>
          <p:nvSpPr>
            <p:cNvPr id="9" name="node01.source-002.text"/>
            <p:cNvSpPr/>
            <p:nvPr/>
          </p:nvSpPr>
          <p:spPr>
            <a:xfrm>
              <a:off x="914400" y="2895600"/>
              <a:ext cx="32385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 xml:space="preserve">Read down</a:t>
              </a:r>
              <a:r>
                <a:rPr lang="en-US" sz="1400" spc="0" kern="0" b="0" i="0" dirty="0">
                  <a:solidFill>
                    <a:srgbClr val="50658E"/>
                  </a:solidFill>
                  <a:latin typeface="IBM Plex Sans"/>
                  <a:ea typeface="IBM Plex Sans"/>
                  <a:cs typeface="IBM Plex Sans"/>
                </a:rPr>
                <a:t xml:space="preserve"> to see how the product matures.</a:t>
              </a:r>
              <a:endParaRPr lang="en-US" sz="1400" spc="0" kern="0" b="0" i="0" dirty="0">
                <a:solidFill>
                  <a:srgbClr val="070154"/>
                </a:solidFill>
                <a:latin typeface="IBM Plex Sans"/>
                <a:ea typeface="IBM Plex Sans"/>
                <a:cs typeface="IBM Plex Sans"/>
              </a:endParaRPr>
            </a:p>
          </p:txBody>
        </p:sp>
        <p:sp>
          <p:nvSpPr>
            <p:cNvPr id="10" name="node01.source-003.bullet"/>
            <p:cNvSpPr/>
            <p:nvPr/>
          </p:nvSpPr>
          <p:spPr>
            <a:xfrm>
              <a:off x="723900" y="3613150"/>
              <a:ext cx="50800" cy="50800"/>
            </a:xfrm>
            <a:prstGeom prst="rect">
              <a:avLst/>
            </a:prstGeom>
            <a:solidFill>
              <a:srgbClr val="070154"/>
            </a:solidFill>
            <a:ln>
              <a:noFill/>
            </a:ln>
          </p:spPr>
        </p:sp>
        <p:sp>
          <p:nvSpPr>
            <p:cNvPr id="11" name="node01.source-003.text"/>
            <p:cNvSpPr/>
            <p:nvPr/>
          </p:nvSpPr>
          <p:spPr>
            <a:xfrm>
              <a:off x="914400" y="3505200"/>
              <a:ext cx="32385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 xml:space="preserve">Move items</a:t>
              </a:r>
              <a:r>
                <a:rPr lang="en-US" sz="1400" spc="0" kern="0" b="0" i="0" dirty="0">
                  <a:solidFill>
                    <a:srgbClr val="50658E"/>
                  </a:solidFill>
                  <a:latin typeface="IBM Plex Sans"/>
                  <a:ea typeface="IBM Plex Sans"/>
                  <a:cs typeface="IBM Plex Sans"/>
                </a:rPr>
                <a:t xml:space="preserve"> only through the product council.</a:t>
              </a:r>
              <a:endParaRPr lang="en-US" sz="1400" spc="0" kern="0" b="0" i="0" dirty="0">
                <a:solidFill>
                  <a:srgbClr val="070154"/>
                </a:solidFill>
                <a:latin typeface="IBM Plex Sans"/>
                <a:ea typeface="IBM Plex Sans"/>
                <a:cs typeface="IBM Plex Sans"/>
              </a:endParaRPr>
            </a:p>
          </p:txBody>
        </p:sp>
      </p:grpSp>
      <p:grpSp>
        <p:nvGrpSpPr>
          <p:cNvPr id="68" name="node02"/>
          <p:cNvGrpSpPr/>
          <p:nvPr/>
        </p:nvGrpSpPr>
        <p:grpSpPr>
          <a:xfrm>
            <a:off x="723900" y="5257800"/>
            <a:ext cx="3429000" cy="228600"/>
            <a:chOff x="723900" y="5257800"/>
            <a:chExt cx="3429000" cy="228600"/>
          </a:xfrm>
        </p:grpSpPr>
        <p:sp>
          <p:nvSpPr>
            <p:cNvPr id="12" name="node02.text"/>
            <p:cNvSpPr/>
            <p:nvPr/>
          </p:nvSpPr>
          <p:spPr>
            <a:xfrm>
              <a:off x="723900" y="5257800"/>
              <a:ext cx="3429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Horizons are planning commitments, not dates.</a:t>
              </a:r>
              <a:endParaRPr lang="en-US" sz="1200" spc="0" kern="0" b="0" i="0" dirty="0">
                <a:solidFill>
                  <a:srgbClr val="50658E"/>
                </a:solidFill>
                <a:latin typeface="IBM Plex Sans"/>
                <a:ea typeface="IBM Plex Sans"/>
                <a:cs typeface="IBM Plex Sans"/>
              </a:endParaRPr>
            </a:p>
          </p:txBody>
        </p:sp>
      </p:grpSp>
      <p:grpSp>
        <p:nvGrpSpPr>
          <p:cNvPr id="69" name="node03"/>
          <p:cNvGrpSpPr/>
          <p:nvPr/>
        </p:nvGrpSpPr>
        <p:grpSpPr>
          <a:xfrm>
            <a:off x="4381500" y="457200"/>
            <a:ext cx="1371600" cy="1600200"/>
            <a:chOff x="4381500" y="457200"/>
            <a:chExt cx="1371600" cy="1600200"/>
          </a:xfrm>
        </p:grpSpPr>
        <p:sp>
          <p:nvSpPr>
            <p:cNvPr id="13" name="node03.surface"/>
            <p:cNvSpPr/>
            <p:nvPr/>
          </p:nvSpPr>
          <p:spPr>
            <a:xfrm>
              <a:off x="4381500" y="457200"/>
              <a:ext cx="1371600" cy="1600200"/>
            </a:xfrm>
            <a:prstGeom prst="rect">
              <a:avLst/>
            </a:prstGeom>
            <a:solidFill>
              <a:srgbClr val="070154"/>
            </a:solidFill>
            <a:ln>
              <a:noFill/>
            </a:ln>
          </p:spPr>
        </p:sp>
        <p:sp>
          <p:nvSpPr>
            <p:cNvPr id="14" name="node03.text"/>
            <p:cNvSpPr/>
            <p:nvPr/>
          </p:nvSpPr>
          <p:spPr>
            <a:xfrm>
              <a:off x="4533900" y="1104900"/>
              <a:ext cx="10668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FFFFFF"/>
                  </a:solidFill>
                  <a:latin typeface="IBM Plex Sans SemiBold"/>
                  <a:ea typeface="IBM Plex Sans SemiBold"/>
                  <a:cs typeface="IBM Plex Sans SemiBold"/>
                </a:rPr>
                <a:t>Now</a:t>
              </a:r>
              <a:endParaRPr lang="en-US" sz="1800" spc="-18" kern="0" b="0" i="0" dirty="0">
                <a:solidFill>
                  <a:srgbClr val="FFFFFF"/>
                </a:solidFill>
                <a:latin typeface="IBM Plex Sans SemiBold"/>
                <a:ea typeface="IBM Plex Sans SemiBold"/>
                <a:cs typeface="IBM Plex Sans SemiBold"/>
              </a:endParaRPr>
            </a:p>
          </p:txBody>
        </p:sp>
      </p:grpSp>
      <p:grpSp>
        <p:nvGrpSpPr>
          <p:cNvPr id="70" name="node04"/>
          <p:cNvGrpSpPr/>
          <p:nvPr/>
        </p:nvGrpSpPr>
        <p:grpSpPr>
          <a:xfrm>
            <a:off x="4533900" y="1524000"/>
            <a:ext cx="1143000" cy="152400"/>
            <a:chOff x="4533900" y="1524000"/>
            <a:chExt cx="1143000" cy="152400"/>
          </a:xfrm>
        </p:grpSpPr>
        <p:sp>
          <p:nvSpPr>
            <p:cNvPr id="15" name="node04.text"/>
            <p:cNvSpPr/>
            <p:nvPr/>
          </p:nvSpPr>
          <p:spPr>
            <a:xfrm>
              <a:off x="4533900" y="1524000"/>
              <a:ext cx="1143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FFFFF"/>
                  </a:solidFill>
                  <a:latin typeface="IBM Plex Mono Medium"/>
                  <a:ea typeface="IBM Plex Mono Medium"/>
                  <a:cs typeface="IBM Plex Mono Medium"/>
                </a:rPr>
                <a:t>NEXT 90 DAYS</a:t>
              </a:r>
              <a:endParaRPr lang="en-US" sz="900" spc="54" kern="0" b="0" i="0" dirty="0">
                <a:solidFill>
                  <a:srgbClr val="FFFFFF"/>
                </a:solidFill>
                <a:latin typeface="IBM Plex Mono Medium"/>
                <a:ea typeface="IBM Plex Mono Medium"/>
                <a:cs typeface="IBM Plex Mono Medium"/>
              </a:endParaRPr>
            </a:p>
          </p:txBody>
        </p:sp>
      </p:grpSp>
      <p:grpSp>
        <p:nvGrpSpPr>
          <p:cNvPr id="71" name="node05"/>
          <p:cNvGrpSpPr/>
          <p:nvPr/>
        </p:nvGrpSpPr>
        <p:grpSpPr>
          <a:xfrm>
            <a:off x="5981700" y="457200"/>
            <a:ext cx="5486400" cy="1600200"/>
            <a:chOff x="5981700" y="457200"/>
            <a:chExt cx="5486400" cy="1600200"/>
          </a:xfrm>
        </p:grpSpPr>
        <p:sp>
          <p:nvSpPr>
            <p:cNvPr id="16" name="node05.container"/>
            <p:cNvSpPr/>
            <p:nvPr/>
          </p:nvSpPr>
          <p:spPr>
            <a:xfrm>
              <a:off x="5981700" y="457200"/>
              <a:ext cx="5486400" cy="1600200"/>
            </a:xfrm>
            <a:prstGeom prst="rect">
              <a:avLst/>
            </a:prstGeom>
            <a:solidFill>
              <a:srgbClr val="E8EEF8"/>
            </a:solidFill>
            <a:ln>
              <a:noFill/>
            </a:ln>
          </p:spPr>
        </p:sp>
      </p:grpSp>
      <p:grpSp>
        <p:nvGrpSpPr>
          <p:cNvPr id="72" name="node06"/>
          <p:cNvGrpSpPr/>
          <p:nvPr/>
        </p:nvGrpSpPr>
        <p:grpSpPr>
          <a:xfrm>
            <a:off x="6210300" y="609600"/>
            <a:ext cx="2362200" cy="762000"/>
            <a:chOff x="6210300" y="609600"/>
            <a:chExt cx="2362200" cy="762000"/>
          </a:xfrm>
        </p:grpSpPr>
        <p:sp>
          <p:nvSpPr>
            <p:cNvPr id="17" name="node06.source-001.bullet"/>
            <p:cNvSpPr/>
            <p:nvPr/>
          </p:nvSpPr>
          <p:spPr>
            <a:xfrm>
              <a:off x="6210300" y="698500"/>
              <a:ext cx="38100" cy="38100"/>
            </a:xfrm>
            <a:prstGeom prst="rect">
              <a:avLst/>
            </a:prstGeom>
            <a:solidFill>
              <a:srgbClr val="070154"/>
            </a:solidFill>
            <a:ln>
              <a:noFill/>
            </a:ln>
          </p:spPr>
        </p:sp>
        <p:sp>
          <p:nvSpPr>
            <p:cNvPr id="18" name="node06.source-001.text"/>
            <p:cNvSpPr/>
            <p:nvPr/>
          </p:nvSpPr>
          <p:spPr>
            <a:xfrm>
              <a:off x="6362700" y="609600"/>
              <a:ext cx="2209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Self-scheduling</a:t>
              </a:r>
              <a:endParaRPr lang="en-US" sz="1200" spc="0" kern="0" b="0" i="0" dirty="0">
                <a:solidFill>
                  <a:srgbClr val="070154"/>
                </a:solidFill>
                <a:latin typeface="IBM Plex Sans"/>
                <a:ea typeface="IBM Plex Sans"/>
                <a:cs typeface="IBM Plex Sans"/>
              </a:endParaRPr>
            </a:p>
          </p:txBody>
        </p:sp>
        <p:sp>
          <p:nvSpPr>
            <p:cNvPr id="19" name="node06.source-002.bullet"/>
            <p:cNvSpPr/>
            <p:nvPr/>
          </p:nvSpPr>
          <p:spPr>
            <a:xfrm>
              <a:off x="6210300" y="965200"/>
              <a:ext cx="38100" cy="38100"/>
            </a:xfrm>
            <a:prstGeom prst="rect">
              <a:avLst/>
            </a:prstGeom>
            <a:solidFill>
              <a:srgbClr val="070154"/>
            </a:solidFill>
            <a:ln>
              <a:noFill/>
            </a:ln>
          </p:spPr>
        </p:sp>
        <p:sp>
          <p:nvSpPr>
            <p:cNvPr id="20" name="node06.source-002.text"/>
            <p:cNvSpPr/>
            <p:nvPr/>
          </p:nvSpPr>
          <p:spPr>
            <a:xfrm>
              <a:off x="6362700" y="876300"/>
              <a:ext cx="2209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Waitlist</a:t>
              </a:r>
              <a:endParaRPr lang="en-US" sz="1200" spc="0" kern="0" b="0" i="0" dirty="0">
                <a:solidFill>
                  <a:srgbClr val="070154"/>
                </a:solidFill>
                <a:latin typeface="IBM Plex Sans"/>
                <a:ea typeface="IBM Plex Sans"/>
                <a:cs typeface="IBM Plex Sans"/>
              </a:endParaRPr>
            </a:p>
          </p:txBody>
        </p:sp>
        <p:sp>
          <p:nvSpPr>
            <p:cNvPr id="21" name="node06.source-003.bullet"/>
            <p:cNvSpPr/>
            <p:nvPr/>
          </p:nvSpPr>
          <p:spPr>
            <a:xfrm>
              <a:off x="6210300" y="1231900"/>
              <a:ext cx="38100" cy="38100"/>
            </a:xfrm>
            <a:prstGeom prst="rect">
              <a:avLst/>
            </a:prstGeom>
            <a:solidFill>
              <a:srgbClr val="070154"/>
            </a:solidFill>
            <a:ln>
              <a:noFill/>
            </a:ln>
          </p:spPr>
        </p:sp>
        <p:sp>
          <p:nvSpPr>
            <p:cNvPr id="22" name="node06.source-003.text"/>
            <p:cNvSpPr/>
            <p:nvPr/>
          </p:nvSpPr>
          <p:spPr>
            <a:xfrm>
              <a:off x="6362700" y="1143000"/>
              <a:ext cx="2209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Messaging triage</a:t>
              </a:r>
              <a:endParaRPr lang="en-US" sz="1200" spc="0" kern="0" b="0" i="0" dirty="0">
                <a:solidFill>
                  <a:srgbClr val="070154"/>
                </a:solidFill>
                <a:latin typeface="IBM Plex Sans"/>
                <a:ea typeface="IBM Plex Sans"/>
                <a:cs typeface="IBM Plex Sans"/>
              </a:endParaRPr>
            </a:p>
          </p:txBody>
        </p:sp>
      </p:grpSp>
      <p:grpSp>
        <p:nvGrpSpPr>
          <p:cNvPr id="73" name="node07"/>
          <p:cNvGrpSpPr/>
          <p:nvPr/>
        </p:nvGrpSpPr>
        <p:grpSpPr>
          <a:xfrm>
            <a:off x="8953500" y="609600"/>
            <a:ext cx="2362200" cy="762000"/>
            <a:chOff x="8953500" y="609600"/>
            <a:chExt cx="2362200" cy="762000"/>
          </a:xfrm>
        </p:grpSpPr>
        <p:sp>
          <p:nvSpPr>
            <p:cNvPr id="23" name="node07.source-001.bullet"/>
            <p:cNvSpPr/>
            <p:nvPr/>
          </p:nvSpPr>
          <p:spPr>
            <a:xfrm>
              <a:off x="8953500" y="698500"/>
              <a:ext cx="38100" cy="38100"/>
            </a:xfrm>
            <a:prstGeom prst="rect">
              <a:avLst/>
            </a:prstGeom>
            <a:solidFill>
              <a:srgbClr val="070154"/>
            </a:solidFill>
            <a:ln>
              <a:noFill/>
            </a:ln>
          </p:spPr>
        </p:sp>
        <p:sp>
          <p:nvSpPr>
            <p:cNvPr id="24" name="node07.source-001.text"/>
            <p:cNvSpPr/>
            <p:nvPr/>
          </p:nvSpPr>
          <p:spPr>
            <a:xfrm>
              <a:off x="9105900" y="609600"/>
              <a:ext cx="2209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Pay online</a:t>
              </a:r>
              <a:endParaRPr lang="en-US" sz="1200" spc="0" kern="0" b="0" i="0" dirty="0">
                <a:solidFill>
                  <a:srgbClr val="070154"/>
                </a:solidFill>
                <a:latin typeface="IBM Plex Sans"/>
                <a:ea typeface="IBM Plex Sans"/>
                <a:cs typeface="IBM Plex Sans"/>
              </a:endParaRPr>
            </a:p>
          </p:txBody>
        </p:sp>
        <p:sp>
          <p:nvSpPr>
            <p:cNvPr id="25" name="node07.source-002.bullet"/>
            <p:cNvSpPr/>
            <p:nvPr/>
          </p:nvSpPr>
          <p:spPr>
            <a:xfrm>
              <a:off x="8953500" y="965200"/>
              <a:ext cx="38100" cy="38100"/>
            </a:xfrm>
            <a:prstGeom prst="rect">
              <a:avLst/>
            </a:prstGeom>
            <a:solidFill>
              <a:srgbClr val="070154"/>
            </a:solidFill>
            <a:ln>
              <a:noFill/>
            </a:ln>
          </p:spPr>
        </p:sp>
        <p:sp>
          <p:nvSpPr>
            <p:cNvPr id="26" name="node07.source-002.text"/>
            <p:cNvSpPr/>
            <p:nvPr/>
          </p:nvSpPr>
          <p:spPr>
            <a:xfrm>
              <a:off x="9105900" y="876300"/>
              <a:ext cx="2209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Payment plans</a:t>
              </a:r>
              <a:endParaRPr lang="en-US" sz="1200" spc="0" kern="0" b="0" i="0" dirty="0">
                <a:solidFill>
                  <a:srgbClr val="070154"/>
                </a:solidFill>
                <a:latin typeface="IBM Plex Sans"/>
                <a:ea typeface="IBM Plex Sans"/>
                <a:cs typeface="IBM Plex Sans"/>
              </a:endParaRPr>
            </a:p>
          </p:txBody>
        </p:sp>
        <p:sp>
          <p:nvSpPr>
            <p:cNvPr id="27" name="node07.source-003.bullet"/>
            <p:cNvSpPr/>
            <p:nvPr/>
          </p:nvSpPr>
          <p:spPr>
            <a:xfrm>
              <a:off x="8953500" y="1231900"/>
              <a:ext cx="38100" cy="38100"/>
            </a:xfrm>
            <a:prstGeom prst="rect">
              <a:avLst/>
            </a:prstGeom>
            <a:solidFill>
              <a:srgbClr val="070154"/>
            </a:solidFill>
            <a:ln>
              <a:noFill/>
            </a:ln>
          </p:spPr>
        </p:sp>
        <p:sp>
          <p:nvSpPr>
            <p:cNvPr id="28" name="node07.source-003.text"/>
            <p:cNvSpPr/>
            <p:nvPr/>
          </p:nvSpPr>
          <p:spPr>
            <a:xfrm>
              <a:off x="9105900" y="1143000"/>
              <a:ext cx="2209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EHR hardening</a:t>
              </a:r>
              <a:endParaRPr lang="en-US" sz="1200" spc="0" kern="0" b="0" i="0" dirty="0">
                <a:solidFill>
                  <a:srgbClr val="070154"/>
                </a:solidFill>
                <a:latin typeface="IBM Plex Sans"/>
                <a:ea typeface="IBM Plex Sans"/>
                <a:cs typeface="IBM Plex Sans"/>
              </a:endParaRPr>
            </a:p>
          </p:txBody>
        </p:sp>
      </p:grpSp>
      <p:sp>
        <p:nvSpPr>
          <p:cNvPr id="29" name="node08"/>
          <p:cNvSpPr/>
          <p:nvPr/>
        </p:nvSpPr>
        <p:spPr>
          <a:xfrm>
            <a:off x="6210300" y="1485900"/>
            <a:ext cx="5029200" cy="9525"/>
          </a:xfrm>
          <a:prstGeom prst="rect">
            <a:avLst/>
          </a:prstGeom>
          <a:solidFill>
            <a:srgbClr val="CED7E6"/>
          </a:solidFill>
          <a:ln>
            <a:noFill/>
          </a:ln>
        </p:spPr>
      </p:sp>
      <p:grpSp>
        <p:nvGrpSpPr>
          <p:cNvPr id="74" name="node09"/>
          <p:cNvGrpSpPr/>
          <p:nvPr/>
        </p:nvGrpSpPr>
        <p:grpSpPr>
          <a:xfrm>
            <a:off x="6210300" y="1600200"/>
            <a:ext cx="5029200" cy="228600"/>
            <a:chOff x="6210300" y="1600200"/>
            <a:chExt cx="5029200" cy="228600"/>
          </a:xfrm>
        </p:grpSpPr>
        <p:sp>
          <p:nvSpPr>
            <p:cNvPr id="30" name="node09.text"/>
            <p:cNvSpPr/>
            <p:nvPr/>
          </p:nvSpPr>
          <p:spPr>
            <a:xfrm>
              <a:off x="6210300" y="1600200"/>
              <a:ext cx="5029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047FF"/>
                  </a:solidFill>
                  <a:latin typeface="IBM Plex Sans"/>
                  <a:ea typeface="IBM Plex Sans"/>
                  <a:cs typeface="IBM Plex Sans"/>
                </a:rPr>
                <a:t>Outcome: bookings complete without a call</a:t>
              </a:r>
              <a:endParaRPr lang="en-US" sz="1200" spc="0" kern="0" b="0" i="0" dirty="0">
                <a:solidFill>
                  <a:srgbClr val="0047FF"/>
                </a:solidFill>
                <a:latin typeface="IBM Plex Sans"/>
                <a:ea typeface="IBM Plex Sans"/>
                <a:cs typeface="IBM Plex Sans"/>
              </a:endParaRPr>
            </a:p>
          </p:txBody>
        </p:sp>
      </p:grpSp>
      <p:grpSp>
        <p:nvGrpSpPr>
          <p:cNvPr id="75" name="node10"/>
          <p:cNvGrpSpPr/>
          <p:nvPr/>
        </p:nvGrpSpPr>
        <p:grpSpPr>
          <a:xfrm>
            <a:off x="4381500" y="2286000"/>
            <a:ext cx="1371600" cy="1600200"/>
            <a:chOff x="4381500" y="2286000"/>
            <a:chExt cx="1371600" cy="1600200"/>
          </a:xfrm>
        </p:grpSpPr>
        <p:sp>
          <p:nvSpPr>
            <p:cNvPr id="31" name="node10.surface"/>
            <p:cNvSpPr/>
            <p:nvPr/>
          </p:nvSpPr>
          <p:spPr>
            <a:xfrm>
              <a:off x="4381500" y="2286000"/>
              <a:ext cx="1371600" cy="1600200"/>
            </a:xfrm>
            <a:prstGeom prst="rect">
              <a:avLst/>
            </a:prstGeom>
            <a:solidFill>
              <a:srgbClr val="CED7E6"/>
            </a:solidFill>
            <a:ln>
              <a:noFill/>
            </a:ln>
          </p:spPr>
        </p:sp>
        <p:sp>
          <p:nvSpPr>
            <p:cNvPr id="32" name="node10.text"/>
            <p:cNvSpPr/>
            <p:nvPr/>
          </p:nvSpPr>
          <p:spPr>
            <a:xfrm>
              <a:off x="4533900" y="2933700"/>
              <a:ext cx="10668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Next</a:t>
              </a:r>
              <a:endParaRPr lang="en-US" sz="1800" spc="-18" kern="0" b="0" i="0" dirty="0">
                <a:solidFill>
                  <a:srgbClr val="070154"/>
                </a:solidFill>
                <a:latin typeface="IBM Plex Sans SemiBold"/>
                <a:ea typeface="IBM Plex Sans SemiBold"/>
                <a:cs typeface="IBM Plex Sans SemiBold"/>
              </a:endParaRPr>
            </a:p>
          </p:txBody>
        </p:sp>
      </p:grpSp>
      <p:grpSp>
        <p:nvGrpSpPr>
          <p:cNvPr id="76" name="node11"/>
          <p:cNvGrpSpPr/>
          <p:nvPr/>
        </p:nvGrpSpPr>
        <p:grpSpPr>
          <a:xfrm>
            <a:off x="4533900" y="3352800"/>
            <a:ext cx="1143000" cy="152400"/>
            <a:chOff x="4533900" y="3352800"/>
            <a:chExt cx="1143000" cy="152400"/>
          </a:xfrm>
        </p:grpSpPr>
        <p:sp>
          <p:nvSpPr>
            <p:cNvPr id="33" name="node11.text"/>
            <p:cNvSpPr/>
            <p:nvPr/>
          </p:nvSpPr>
          <p:spPr>
            <a:xfrm>
              <a:off x="4533900" y="3352800"/>
              <a:ext cx="1143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Medium"/>
                  <a:ea typeface="IBM Plex Mono Medium"/>
                  <a:cs typeface="IBM Plex Mono Medium"/>
                </a:rPr>
                <a:t>TWO QUARTERS</a:t>
              </a:r>
              <a:endParaRPr lang="en-US" sz="900" spc="54" kern="0" b="0" i="0" dirty="0">
                <a:solidFill>
                  <a:srgbClr val="070154"/>
                </a:solidFill>
                <a:latin typeface="IBM Plex Mono Medium"/>
                <a:ea typeface="IBM Plex Mono Medium"/>
                <a:cs typeface="IBM Plex Mono Medium"/>
              </a:endParaRPr>
            </a:p>
          </p:txBody>
        </p:sp>
      </p:grpSp>
      <p:grpSp>
        <p:nvGrpSpPr>
          <p:cNvPr id="77" name="node12"/>
          <p:cNvGrpSpPr/>
          <p:nvPr/>
        </p:nvGrpSpPr>
        <p:grpSpPr>
          <a:xfrm>
            <a:off x="5981700" y="2286000"/>
            <a:ext cx="5486400" cy="1600200"/>
            <a:chOff x="5981700" y="2286000"/>
            <a:chExt cx="5486400" cy="1600200"/>
          </a:xfrm>
        </p:grpSpPr>
        <p:sp>
          <p:nvSpPr>
            <p:cNvPr id="34" name="node12.container"/>
            <p:cNvSpPr/>
            <p:nvPr/>
          </p:nvSpPr>
          <p:spPr>
            <a:xfrm>
              <a:off x="5981700" y="2286000"/>
              <a:ext cx="5486400" cy="1600200"/>
            </a:xfrm>
            <a:prstGeom prst="rect">
              <a:avLst/>
            </a:prstGeom>
            <a:solidFill>
              <a:srgbClr val="E8EEF8"/>
            </a:solidFill>
            <a:ln>
              <a:noFill/>
            </a:ln>
          </p:spPr>
        </p:sp>
      </p:grpSp>
      <p:grpSp>
        <p:nvGrpSpPr>
          <p:cNvPr id="78" name="node13"/>
          <p:cNvGrpSpPr/>
          <p:nvPr/>
        </p:nvGrpSpPr>
        <p:grpSpPr>
          <a:xfrm>
            <a:off x="6210300" y="2438400"/>
            <a:ext cx="2362200" cy="762000"/>
            <a:chOff x="6210300" y="2438400"/>
            <a:chExt cx="2362200" cy="762000"/>
          </a:xfrm>
        </p:grpSpPr>
        <p:sp>
          <p:nvSpPr>
            <p:cNvPr id="35" name="node13.source-001.bullet"/>
            <p:cNvSpPr/>
            <p:nvPr/>
          </p:nvSpPr>
          <p:spPr>
            <a:xfrm>
              <a:off x="6210300" y="2527300"/>
              <a:ext cx="38100" cy="38100"/>
            </a:xfrm>
            <a:prstGeom prst="rect">
              <a:avLst/>
            </a:prstGeom>
            <a:solidFill>
              <a:srgbClr val="070154"/>
            </a:solidFill>
            <a:ln>
              <a:noFill/>
            </a:ln>
          </p:spPr>
        </p:sp>
        <p:sp>
          <p:nvSpPr>
            <p:cNvPr id="36" name="node13.source-001.text"/>
            <p:cNvSpPr/>
            <p:nvPr/>
          </p:nvSpPr>
          <p:spPr>
            <a:xfrm>
              <a:off x="6362700" y="2438400"/>
              <a:ext cx="2209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Care plans</a:t>
              </a:r>
              <a:endParaRPr lang="en-US" sz="1200" spc="0" kern="0" b="0" i="0" dirty="0">
                <a:solidFill>
                  <a:srgbClr val="070154"/>
                </a:solidFill>
                <a:latin typeface="IBM Plex Sans"/>
                <a:ea typeface="IBM Plex Sans"/>
                <a:cs typeface="IBM Plex Sans"/>
              </a:endParaRPr>
            </a:p>
          </p:txBody>
        </p:sp>
        <p:sp>
          <p:nvSpPr>
            <p:cNvPr id="37" name="node13.source-002.bullet"/>
            <p:cNvSpPr/>
            <p:nvPr/>
          </p:nvSpPr>
          <p:spPr>
            <a:xfrm>
              <a:off x="6210300" y="2794000"/>
              <a:ext cx="38100" cy="38100"/>
            </a:xfrm>
            <a:prstGeom prst="rect">
              <a:avLst/>
            </a:prstGeom>
            <a:solidFill>
              <a:srgbClr val="070154"/>
            </a:solidFill>
            <a:ln>
              <a:noFill/>
            </a:ln>
          </p:spPr>
        </p:sp>
        <p:sp>
          <p:nvSpPr>
            <p:cNvPr id="38" name="node13.source-002.text"/>
            <p:cNvSpPr/>
            <p:nvPr/>
          </p:nvSpPr>
          <p:spPr>
            <a:xfrm>
              <a:off x="6362700" y="2705100"/>
              <a:ext cx="2209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Remote monitoring</a:t>
              </a:r>
              <a:endParaRPr lang="en-US" sz="1200" spc="0" kern="0" b="0" i="0" dirty="0">
                <a:solidFill>
                  <a:srgbClr val="070154"/>
                </a:solidFill>
                <a:latin typeface="IBM Plex Sans"/>
                <a:ea typeface="IBM Plex Sans"/>
                <a:cs typeface="IBM Plex Sans"/>
              </a:endParaRPr>
            </a:p>
          </p:txBody>
        </p:sp>
        <p:sp>
          <p:nvSpPr>
            <p:cNvPr id="39" name="node13.source-003.bullet"/>
            <p:cNvSpPr/>
            <p:nvPr/>
          </p:nvSpPr>
          <p:spPr>
            <a:xfrm>
              <a:off x="6210300" y="3060700"/>
              <a:ext cx="38100" cy="38100"/>
            </a:xfrm>
            <a:prstGeom prst="rect">
              <a:avLst/>
            </a:prstGeom>
            <a:solidFill>
              <a:srgbClr val="070154"/>
            </a:solidFill>
            <a:ln>
              <a:noFill/>
            </a:ln>
          </p:spPr>
        </p:sp>
        <p:sp>
          <p:nvSpPr>
            <p:cNvPr id="40" name="node13.source-003.text"/>
            <p:cNvSpPr/>
            <p:nvPr/>
          </p:nvSpPr>
          <p:spPr>
            <a:xfrm>
              <a:off x="6362700" y="2971800"/>
              <a:ext cx="2209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Cost estimates</a:t>
              </a:r>
              <a:endParaRPr lang="en-US" sz="1200" spc="0" kern="0" b="0" i="0" dirty="0">
                <a:solidFill>
                  <a:srgbClr val="070154"/>
                </a:solidFill>
                <a:latin typeface="IBM Plex Sans"/>
                <a:ea typeface="IBM Plex Sans"/>
                <a:cs typeface="IBM Plex Sans"/>
              </a:endParaRPr>
            </a:p>
          </p:txBody>
        </p:sp>
      </p:grpSp>
      <p:grpSp>
        <p:nvGrpSpPr>
          <p:cNvPr id="79" name="node14"/>
          <p:cNvGrpSpPr/>
          <p:nvPr/>
        </p:nvGrpSpPr>
        <p:grpSpPr>
          <a:xfrm>
            <a:off x="8953500" y="2438400"/>
            <a:ext cx="2362200" cy="762000"/>
            <a:chOff x="8953500" y="2438400"/>
            <a:chExt cx="2362200" cy="762000"/>
          </a:xfrm>
        </p:grpSpPr>
        <p:sp>
          <p:nvSpPr>
            <p:cNvPr id="41" name="node14.source-001.bullet"/>
            <p:cNvSpPr/>
            <p:nvPr/>
          </p:nvSpPr>
          <p:spPr>
            <a:xfrm>
              <a:off x="8953500" y="2527300"/>
              <a:ext cx="38100" cy="38100"/>
            </a:xfrm>
            <a:prstGeom prst="rect">
              <a:avLst/>
            </a:prstGeom>
            <a:solidFill>
              <a:srgbClr val="070154"/>
            </a:solidFill>
            <a:ln>
              <a:noFill/>
            </a:ln>
          </p:spPr>
        </p:sp>
        <p:sp>
          <p:nvSpPr>
            <p:cNvPr id="42" name="node14.source-001.text"/>
            <p:cNvSpPr/>
            <p:nvPr/>
          </p:nvSpPr>
          <p:spPr>
            <a:xfrm>
              <a:off x="9105900" y="2438400"/>
              <a:ext cx="2209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Pre-visit forms</a:t>
              </a:r>
              <a:endParaRPr lang="en-US" sz="1200" spc="0" kern="0" b="0" i="0" dirty="0">
                <a:solidFill>
                  <a:srgbClr val="070154"/>
                </a:solidFill>
                <a:latin typeface="IBM Plex Sans"/>
                <a:ea typeface="IBM Plex Sans"/>
                <a:cs typeface="IBM Plex Sans"/>
              </a:endParaRPr>
            </a:p>
          </p:txBody>
        </p:sp>
        <p:sp>
          <p:nvSpPr>
            <p:cNvPr id="43" name="node14.source-002.bullet"/>
            <p:cNvSpPr/>
            <p:nvPr/>
          </p:nvSpPr>
          <p:spPr>
            <a:xfrm>
              <a:off x="8953500" y="2794000"/>
              <a:ext cx="38100" cy="38100"/>
            </a:xfrm>
            <a:prstGeom prst="rect">
              <a:avLst/>
            </a:prstGeom>
            <a:solidFill>
              <a:srgbClr val="070154"/>
            </a:solidFill>
            <a:ln>
              <a:noFill/>
            </a:ln>
          </p:spPr>
        </p:sp>
        <p:sp>
          <p:nvSpPr>
            <p:cNvPr id="44" name="node14.source-002.text"/>
            <p:cNvSpPr/>
            <p:nvPr/>
          </p:nvSpPr>
          <p:spPr>
            <a:xfrm>
              <a:off x="9105900" y="2705100"/>
              <a:ext cx="2209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Event stream</a:t>
              </a:r>
              <a:endParaRPr lang="en-US" sz="1200" spc="0" kern="0" b="0" i="0" dirty="0">
                <a:solidFill>
                  <a:srgbClr val="070154"/>
                </a:solidFill>
                <a:latin typeface="IBM Plex Sans"/>
                <a:ea typeface="IBM Plex Sans"/>
                <a:cs typeface="IBM Plex Sans"/>
              </a:endParaRPr>
            </a:p>
          </p:txBody>
        </p:sp>
        <p:sp>
          <p:nvSpPr>
            <p:cNvPr id="45" name="node14.source-003.bullet"/>
            <p:cNvSpPr/>
            <p:nvPr/>
          </p:nvSpPr>
          <p:spPr>
            <a:xfrm>
              <a:off x="8953500" y="3060700"/>
              <a:ext cx="38100" cy="38100"/>
            </a:xfrm>
            <a:prstGeom prst="rect">
              <a:avLst/>
            </a:prstGeom>
            <a:solidFill>
              <a:srgbClr val="070154"/>
            </a:solidFill>
            <a:ln>
              <a:noFill/>
            </a:ln>
          </p:spPr>
        </p:sp>
        <p:sp>
          <p:nvSpPr>
            <p:cNvPr id="46" name="node14.source-003.text"/>
            <p:cNvSpPr/>
            <p:nvPr/>
          </p:nvSpPr>
          <p:spPr>
            <a:xfrm>
              <a:off x="9105900" y="2971800"/>
              <a:ext cx="2209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Observability</a:t>
              </a:r>
              <a:endParaRPr lang="en-US" sz="1200" spc="0" kern="0" b="0" i="0" dirty="0">
                <a:solidFill>
                  <a:srgbClr val="070154"/>
                </a:solidFill>
                <a:latin typeface="IBM Plex Sans"/>
                <a:ea typeface="IBM Plex Sans"/>
                <a:cs typeface="IBM Plex Sans"/>
              </a:endParaRPr>
            </a:p>
          </p:txBody>
        </p:sp>
      </p:grpSp>
      <p:sp>
        <p:nvSpPr>
          <p:cNvPr id="47" name="node15"/>
          <p:cNvSpPr/>
          <p:nvPr/>
        </p:nvSpPr>
        <p:spPr>
          <a:xfrm>
            <a:off x="6210300" y="3314700"/>
            <a:ext cx="5029200" cy="9525"/>
          </a:xfrm>
          <a:prstGeom prst="rect">
            <a:avLst/>
          </a:prstGeom>
          <a:solidFill>
            <a:srgbClr val="CED7E6"/>
          </a:solidFill>
          <a:ln>
            <a:noFill/>
          </a:ln>
        </p:spPr>
      </p:sp>
      <p:grpSp>
        <p:nvGrpSpPr>
          <p:cNvPr id="80" name="node16"/>
          <p:cNvGrpSpPr/>
          <p:nvPr/>
        </p:nvGrpSpPr>
        <p:grpSpPr>
          <a:xfrm>
            <a:off x="6210300" y="3429000"/>
            <a:ext cx="5029200" cy="228600"/>
            <a:chOff x="6210300" y="3429000"/>
            <a:chExt cx="5029200" cy="228600"/>
          </a:xfrm>
        </p:grpSpPr>
        <p:sp>
          <p:nvSpPr>
            <p:cNvPr id="48" name="node16.text"/>
            <p:cNvSpPr/>
            <p:nvPr/>
          </p:nvSpPr>
          <p:spPr>
            <a:xfrm>
              <a:off x="6210300" y="3429000"/>
              <a:ext cx="5029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047FF"/>
                  </a:solidFill>
                  <a:latin typeface="IBM Plex Sans"/>
                  <a:ea typeface="IBM Plex Sans"/>
                  <a:cs typeface="IBM Plex Sans"/>
                </a:rPr>
                <a:t>Outcome: care continues between visits</a:t>
              </a:r>
              <a:endParaRPr lang="en-US" sz="1200" spc="0" kern="0" b="0" i="0" dirty="0">
                <a:solidFill>
                  <a:srgbClr val="0047FF"/>
                </a:solidFill>
                <a:latin typeface="IBM Plex Sans"/>
                <a:ea typeface="IBM Plex Sans"/>
                <a:cs typeface="IBM Plex Sans"/>
              </a:endParaRPr>
            </a:p>
          </p:txBody>
        </p:sp>
      </p:grpSp>
      <p:grpSp>
        <p:nvGrpSpPr>
          <p:cNvPr id="81" name="node17"/>
          <p:cNvGrpSpPr/>
          <p:nvPr/>
        </p:nvGrpSpPr>
        <p:grpSpPr>
          <a:xfrm>
            <a:off x="4381500" y="4114800"/>
            <a:ext cx="1371600" cy="1600200"/>
            <a:chOff x="4381500" y="4114800"/>
            <a:chExt cx="1371600" cy="1600200"/>
          </a:xfrm>
        </p:grpSpPr>
        <p:sp>
          <p:nvSpPr>
            <p:cNvPr id="49" name="node17.surface"/>
            <p:cNvSpPr/>
            <p:nvPr/>
          </p:nvSpPr>
          <p:spPr>
            <a:xfrm>
              <a:off x="4381500" y="4114800"/>
              <a:ext cx="1371600" cy="1600200"/>
            </a:xfrm>
            <a:prstGeom prst="rect">
              <a:avLst/>
            </a:prstGeom>
            <a:solidFill>
              <a:srgbClr val="E8EEF8"/>
            </a:solidFill>
            <a:ln>
              <a:noFill/>
            </a:ln>
          </p:spPr>
        </p:sp>
        <p:sp>
          <p:nvSpPr>
            <p:cNvPr id="50" name="node17.text"/>
            <p:cNvSpPr/>
            <p:nvPr/>
          </p:nvSpPr>
          <p:spPr>
            <a:xfrm>
              <a:off x="4533900" y="4762500"/>
              <a:ext cx="10668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Later</a:t>
              </a:r>
              <a:endParaRPr lang="en-US" sz="1800" spc="-18" kern="0" b="0" i="0" dirty="0">
                <a:solidFill>
                  <a:srgbClr val="070154"/>
                </a:solidFill>
                <a:latin typeface="IBM Plex Sans SemiBold"/>
                <a:ea typeface="IBM Plex Sans SemiBold"/>
                <a:cs typeface="IBM Plex Sans SemiBold"/>
              </a:endParaRPr>
            </a:p>
          </p:txBody>
        </p:sp>
      </p:grpSp>
      <p:grpSp>
        <p:nvGrpSpPr>
          <p:cNvPr id="82" name="node18"/>
          <p:cNvGrpSpPr/>
          <p:nvPr/>
        </p:nvGrpSpPr>
        <p:grpSpPr>
          <a:xfrm>
            <a:off x="4533900" y="5181600"/>
            <a:ext cx="1143000" cy="304800"/>
            <a:chOff x="4533900" y="5181600"/>
            <a:chExt cx="1143000" cy="304800"/>
          </a:xfrm>
        </p:grpSpPr>
        <p:sp>
          <p:nvSpPr>
            <p:cNvPr id="51" name="node18.text"/>
            <p:cNvSpPr/>
            <p:nvPr/>
          </p:nvSpPr>
          <p:spPr>
            <a:xfrm>
              <a:off x="4533900" y="5181600"/>
              <a:ext cx="1143000" cy="3048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Medium"/>
                  <a:ea typeface="IBM Plex Mono Medium"/>
                  <a:cs typeface="IBM Plex Mono Medium"/>
                </a:rPr>
                <a:t>SIX MONTHS AND BEYOND</a:t>
              </a:r>
              <a:endParaRPr lang="en-US" sz="900" spc="54" kern="0" b="0" i="0" dirty="0">
                <a:solidFill>
                  <a:srgbClr val="070154"/>
                </a:solidFill>
                <a:latin typeface="IBM Plex Mono Medium"/>
                <a:ea typeface="IBM Plex Mono Medium"/>
                <a:cs typeface="IBM Plex Mono Medium"/>
              </a:endParaRPr>
            </a:p>
          </p:txBody>
        </p:sp>
      </p:grpSp>
      <p:grpSp>
        <p:nvGrpSpPr>
          <p:cNvPr id="83" name="node19"/>
          <p:cNvGrpSpPr/>
          <p:nvPr/>
        </p:nvGrpSpPr>
        <p:grpSpPr>
          <a:xfrm>
            <a:off x="5981700" y="4114800"/>
            <a:ext cx="5486400" cy="1600200"/>
            <a:chOff x="5981700" y="4114800"/>
            <a:chExt cx="5486400" cy="1600200"/>
          </a:xfrm>
        </p:grpSpPr>
        <p:sp>
          <p:nvSpPr>
            <p:cNvPr id="52" name="node19.container"/>
            <p:cNvSpPr/>
            <p:nvPr/>
          </p:nvSpPr>
          <p:spPr>
            <a:xfrm>
              <a:off x="5988050" y="4121150"/>
              <a:ext cx="5473700" cy="1587500"/>
            </a:xfrm>
            <a:prstGeom prst="rect">
              <a:avLst/>
            </a:prstGeom>
            <a:solidFill>
              <a:srgbClr val="FFFFFF"/>
            </a:solidFill>
            <a:ln w="12700">
              <a:solidFill>
                <a:srgbClr val="CED7E6"/>
              </a:solidFill>
              <a:prstDash val="solid"/>
            </a:ln>
          </p:spPr>
        </p:sp>
      </p:grpSp>
      <p:grpSp>
        <p:nvGrpSpPr>
          <p:cNvPr id="84" name="node20"/>
          <p:cNvGrpSpPr/>
          <p:nvPr/>
        </p:nvGrpSpPr>
        <p:grpSpPr>
          <a:xfrm>
            <a:off x="6210300" y="4267200"/>
            <a:ext cx="2362200" cy="762000"/>
            <a:chOff x="6210300" y="4267200"/>
            <a:chExt cx="2362200" cy="762000"/>
          </a:xfrm>
        </p:grpSpPr>
        <p:sp>
          <p:nvSpPr>
            <p:cNvPr id="53" name="node20.source-001.bullet"/>
            <p:cNvSpPr/>
            <p:nvPr/>
          </p:nvSpPr>
          <p:spPr>
            <a:xfrm>
              <a:off x="6210300" y="4356100"/>
              <a:ext cx="38100" cy="38100"/>
            </a:xfrm>
            <a:prstGeom prst="rect">
              <a:avLst/>
            </a:prstGeom>
            <a:solidFill>
              <a:srgbClr val="070154"/>
            </a:solidFill>
            <a:ln>
              <a:noFill/>
            </a:ln>
          </p:spPr>
        </p:sp>
        <p:sp>
          <p:nvSpPr>
            <p:cNvPr id="54" name="node20.source-001.text"/>
            <p:cNvSpPr/>
            <p:nvPr/>
          </p:nvSpPr>
          <p:spPr>
            <a:xfrm>
              <a:off x="6362700" y="4267200"/>
              <a:ext cx="2209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Proxy access</a:t>
              </a:r>
              <a:endParaRPr lang="en-US" sz="1200" spc="0" kern="0" b="0" i="0" dirty="0">
                <a:solidFill>
                  <a:srgbClr val="070154"/>
                </a:solidFill>
                <a:latin typeface="IBM Plex Sans"/>
                <a:ea typeface="IBM Plex Sans"/>
                <a:cs typeface="IBM Plex Sans"/>
              </a:endParaRPr>
            </a:p>
          </p:txBody>
        </p:sp>
        <p:sp>
          <p:nvSpPr>
            <p:cNvPr id="55" name="node20.source-002.bullet"/>
            <p:cNvSpPr/>
            <p:nvPr/>
          </p:nvSpPr>
          <p:spPr>
            <a:xfrm>
              <a:off x="6210300" y="4622800"/>
              <a:ext cx="38100" cy="38100"/>
            </a:xfrm>
            <a:prstGeom prst="rect">
              <a:avLst/>
            </a:prstGeom>
            <a:solidFill>
              <a:srgbClr val="070154"/>
            </a:solidFill>
            <a:ln>
              <a:noFill/>
            </a:ln>
          </p:spPr>
        </p:sp>
        <p:sp>
          <p:nvSpPr>
            <p:cNvPr id="56" name="node20.source-002.text"/>
            <p:cNvSpPr/>
            <p:nvPr/>
          </p:nvSpPr>
          <p:spPr>
            <a:xfrm>
              <a:off x="6362700" y="4533900"/>
              <a:ext cx="2209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Multilingual booking</a:t>
              </a:r>
              <a:endParaRPr lang="en-US" sz="1200" spc="0" kern="0" b="0" i="0" dirty="0">
                <a:solidFill>
                  <a:srgbClr val="070154"/>
                </a:solidFill>
                <a:latin typeface="IBM Plex Sans"/>
                <a:ea typeface="IBM Plex Sans"/>
                <a:cs typeface="IBM Plex Sans"/>
              </a:endParaRPr>
            </a:p>
          </p:txBody>
        </p:sp>
        <p:sp>
          <p:nvSpPr>
            <p:cNvPr id="57" name="node20.source-003.bullet"/>
            <p:cNvSpPr/>
            <p:nvPr/>
          </p:nvSpPr>
          <p:spPr>
            <a:xfrm>
              <a:off x="6210300" y="4889500"/>
              <a:ext cx="38100" cy="38100"/>
            </a:xfrm>
            <a:prstGeom prst="rect">
              <a:avLst/>
            </a:prstGeom>
            <a:solidFill>
              <a:srgbClr val="070154"/>
            </a:solidFill>
            <a:ln>
              <a:noFill/>
            </a:ln>
          </p:spPr>
        </p:sp>
        <p:sp>
          <p:nvSpPr>
            <p:cNvPr id="58" name="node20.source-003.text"/>
            <p:cNvSpPr/>
            <p:nvPr/>
          </p:nvSpPr>
          <p:spPr>
            <a:xfrm>
              <a:off x="6362700" y="4800600"/>
              <a:ext cx="2209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Kiosk check-in</a:t>
              </a:r>
              <a:endParaRPr lang="en-US" sz="1200" spc="0" kern="0" b="0" i="0" dirty="0">
                <a:solidFill>
                  <a:srgbClr val="070154"/>
                </a:solidFill>
                <a:latin typeface="IBM Plex Sans"/>
                <a:ea typeface="IBM Plex Sans"/>
                <a:cs typeface="IBM Plex Sans"/>
              </a:endParaRPr>
            </a:p>
          </p:txBody>
        </p:sp>
      </p:grpSp>
      <p:grpSp>
        <p:nvGrpSpPr>
          <p:cNvPr id="85" name="node21"/>
          <p:cNvGrpSpPr/>
          <p:nvPr/>
        </p:nvGrpSpPr>
        <p:grpSpPr>
          <a:xfrm>
            <a:off x="8953500" y="4267200"/>
            <a:ext cx="2362200" cy="762000"/>
            <a:chOff x="8953500" y="4267200"/>
            <a:chExt cx="2362200" cy="762000"/>
          </a:xfrm>
        </p:grpSpPr>
        <p:sp>
          <p:nvSpPr>
            <p:cNvPr id="59" name="node21.source-001.bullet"/>
            <p:cNvSpPr/>
            <p:nvPr/>
          </p:nvSpPr>
          <p:spPr>
            <a:xfrm>
              <a:off x="8953500" y="4356100"/>
              <a:ext cx="38100" cy="38100"/>
            </a:xfrm>
            <a:prstGeom prst="rect">
              <a:avLst/>
            </a:prstGeom>
            <a:solidFill>
              <a:srgbClr val="070154"/>
            </a:solidFill>
            <a:ln>
              <a:noFill/>
            </a:ln>
          </p:spPr>
        </p:sp>
        <p:sp>
          <p:nvSpPr>
            <p:cNvPr id="60" name="node21.source-001.text"/>
            <p:cNvSpPr/>
            <p:nvPr/>
          </p:nvSpPr>
          <p:spPr>
            <a:xfrm>
              <a:off x="9105900" y="4267200"/>
              <a:ext cx="2209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Medication adherence</a:t>
              </a:r>
              <a:endParaRPr lang="en-US" sz="1200" spc="0" kern="0" b="0" i="0" dirty="0">
                <a:solidFill>
                  <a:srgbClr val="070154"/>
                </a:solidFill>
                <a:latin typeface="IBM Plex Sans"/>
                <a:ea typeface="IBM Plex Sans"/>
                <a:cs typeface="IBM Plex Sans"/>
              </a:endParaRPr>
            </a:p>
          </p:txBody>
        </p:sp>
        <p:sp>
          <p:nvSpPr>
            <p:cNvPr id="61" name="node21.source-002.bullet"/>
            <p:cNvSpPr/>
            <p:nvPr/>
          </p:nvSpPr>
          <p:spPr>
            <a:xfrm>
              <a:off x="8953500" y="4622800"/>
              <a:ext cx="38100" cy="38100"/>
            </a:xfrm>
            <a:prstGeom prst="rect">
              <a:avLst/>
            </a:prstGeom>
            <a:solidFill>
              <a:srgbClr val="070154"/>
            </a:solidFill>
            <a:ln>
              <a:noFill/>
            </a:ln>
          </p:spPr>
        </p:sp>
        <p:sp>
          <p:nvSpPr>
            <p:cNvPr id="62" name="node21.source-002.text"/>
            <p:cNvSpPr/>
            <p:nvPr/>
          </p:nvSpPr>
          <p:spPr>
            <a:xfrm>
              <a:off x="9105900" y="4533900"/>
              <a:ext cx="2209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No-show outreach</a:t>
              </a:r>
              <a:endParaRPr lang="en-US" sz="1200" spc="0" kern="0" b="0" i="0" dirty="0">
                <a:solidFill>
                  <a:srgbClr val="070154"/>
                </a:solidFill>
                <a:latin typeface="IBM Plex Sans"/>
                <a:ea typeface="IBM Plex Sans"/>
                <a:cs typeface="IBM Plex Sans"/>
              </a:endParaRPr>
            </a:p>
          </p:txBody>
        </p:sp>
        <p:sp>
          <p:nvSpPr>
            <p:cNvPr id="63" name="node21.source-003.bullet"/>
            <p:cNvSpPr/>
            <p:nvPr/>
          </p:nvSpPr>
          <p:spPr>
            <a:xfrm>
              <a:off x="8953500" y="4889500"/>
              <a:ext cx="38100" cy="38100"/>
            </a:xfrm>
            <a:prstGeom prst="rect">
              <a:avLst/>
            </a:prstGeom>
            <a:solidFill>
              <a:srgbClr val="070154"/>
            </a:solidFill>
            <a:ln>
              <a:noFill/>
            </a:ln>
          </p:spPr>
        </p:sp>
        <p:sp>
          <p:nvSpPr>
            <p:cNvPr id="64" name="node21.source-003.text"/>
            <p:cNvSpPr/>
            <p:nvPr/>
          </p:nvSpPr>
          <p:spPr>
            <a:xfrm>
              <a:off x="9105900" y="4800600"/>
              <a:ext cx="2209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Data store re-platform</a:t>
              </a:r>
              <a:endParaRPr lang="en-US" sz="1200" spc="0" kern="0" b="0" i="0" dirty="0">
                <a:solidFill>
                  <a:srgbClr val="070154"/>
                </a:solidFill>
                <a:latin typeface="IBM Plex Sans"/>
                <a:ea typeface="IBM Plex Sans"/>
                <a:cs typeface="IBM Plex Sans"/>
              </a:endParaRPr>
            </a:p>
          </p:txBody>
        </p:sp>
      </p:grpSp>
      <p:sp>
        <p:nvSpPr>
          <p:cNvPr id="65" name="node22"/>
          <p:cNvSpPr/>
          <p:nvPr/>
        </p:nvSpPr>
        <p:spPr>
          <a:xfrm>
            <a:off x="6210300" y="5143500"/>
            <a:ext cx="5029200" cy="9525"/>
          </a:xfrm>
          <a:prstGeom prst="rect">
            <a:avLst/>
          </a:prstGeom>
          <a:solidFill>
            <a:srgbClr val="CED7E6"/>
          </a:solidFill>
          <a:ln>
            <a:noFill/>
          </a:ln>
        </p:spPr>
      </p:sp>
      <p:grpSp>
        <p:nvGrpSpPr>
          <p:cNvPr id="86" name="node23"/>
          <p:cNvGrpSpPr/>
          <p:nvPr/>
        </p:nvGrpSpPr>
        <p:grpSpPr>
          <a:xfrm>
            <a:off x="6210300" y="5257800"/>
            <a:ext cx="5029200" cy="228600"/>
            <a:chOff x="6210300" y="5257800"/>
            <a:chExt cx="5029200" cy="228600"/>
          </a:xfrm>
        </p:grpSpPr>
        <p:sp>
          <p:nvSpPr>
            <p:cNvPr id="66" name="node23.text"/>
            <p:cNvSpPr/>
            <p:nvPr/>
          </p:nvSpPr>
          <p:spPr>
            <a:xfrm>
              <a:off x="6210300" y="5257800"/>
              <a:ext cx="5029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047FF"/>
                  </a:solidFill>
                  <a:latin typeface="IBM Plex Sans"/>
                  <a:ea typeface="IBM Plex Sans"/>
                  <a:cs typeface="IBM Plex Sans"/>
                </a:rPr>
                <a:t>Outcome: access reaches every community</a:t>
              </a:r>
              <a:endParaRPr lang="en-US" sz="1200" spc="0" kern="0" b="0" i="0" dirty="0">
                <a:solidFill>
                  <a:srgbClr val="0047FF"/>
                </a:solidFill>
                <a:latin typeface="IBM Plex Sans"/>
                <a:ea typeface="IBM Plex Sans"/>
                <a:cs typeface="IBM Plex Sans"/>
              </a:endParaRPr>
            </a:p>
          </p:txBody>
        </p:sp>
      </p:gr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name="source-455">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PRODUCT ROADMAP</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Three themes organise six bets across the horizons</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148</a:t>
            </a:fld>
            <a:endParaRPr lang="en-US" sz="700" spc="0" kern="0" b="0" i="0" dirty="0">
              <a:solidFill>
                <a:srgbClr val="070154"/>
              </a:solidFill>
              <a:latin typeface="IBM Plex Mono SemiBold"/>
              <a:ea typeface="IBM Plex Mono SemiBold"/>
              <a:cs typeface="IBM Plex Mono SemiBold"/>
            </a:endParaRPr>
          </a:p>
        </p:txBody>
      </p:sp>
      <p:grpSp>
        <p:nvGrpSpPr>
          <p:cNvPr id="43" name="node01"/>
          <p:cNvGrpSpPr/>
          <p:nvPr/>
        </p:nvGrpSpPr>
        <p:grpSpPr>
          <a:xfrm>
            <a:off x="723900" y="1600200"/>
            <a:ext cx="3429000" cy="152400"/>
            <a:chOff x="723900" y="1600200"/>
            <a:chExt cx="3429000" cy="152400"/>
          </a:xfrm>
        </p:grpSpPr>
        <p:sp>
          <p:nvSpPr>
            <p:cNvPr id="6" name="node01.text"/>
            <p:cNvSpPr/>
            <p:nvPr/>
          </p:nvSpPr>
          <p:spPr>
            <a:xfrm>
              <a:off x="723900" y="1600200"/>
              <a:ext cx="3429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THEME 1</a:t>
              </a:r>
              <a:endParaRPr lang="en-US" sz="900" spc="54" kern="0" b="0" i="0" dirty="0">
                <a:solidFill>
                  <a:srgbClr val="50658E"/>
                </a:solidFill>
                <a:latin typeface="IBM Plex Mono Medium"/>
                <a:ea typeface="IBM Plex Mono Medium"/>
                <a:cs typeface="IBM Plex Mono Medium"/>
              </a:endParaRPr>
            </a:p>
          </p:txBody>
        </p:sp>
      </p:grpSp>
      <p:grpSp>
        <p:nvGrpSpPr>
          <p:cNvPr id="44" name="node02"/>
          <p:cNvGrpSpPr/>
          <p:nvPr/>
        </p:nvGrpSpPr>
        <p:grpSpPr>
          <a:xfrm>
            <a:off x="723900" y="1828800"/>
            <a:ext cx="3429000" cy="304800"/>
            <a:chOff x="723900" y="1828800"/>
            <a:chExt cx="3429000" cy="304800"/>
          </a:xfrm>
        </p:grpSpPr>
        <p:sp>
          <p:nvSpPr>
            <p:cNvPr id="7" name="node02.text"/>
            <p:cNvSpPr/>
            <p:nvPr/>
          </p:nvSpPr>
          <p:spPr>
            <a:xfrm>
              <a:off x="723900" y="1828800"/>
              <a:ext cx="34290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Frictionless access</a:t>
              </a:r>
              <a:endParaRPr lang="en-US" sz="1800" spc="-18" kern="0" b="0" i="0" dirty="0">
                <a:solidFill>
                  <a:srgbClr val="070154"/>
                </a:solidFill>
                <a:latin typeface="IBM Plex Sans SemiBold"/>
                <a:ea typeface="IBM Plex Sans SemiBold"/>
                <a:cs typeface="IBM Plex Sans SemiBold"/>
              </a:endParaRPr>
            </a:p>
          </p:txBody>
        </p:sp>
      </p:grpSp>
      <p:sp>
        <p:nvSpPr>
          <p:cNvPr id="8" name="node03"/>
          <p:cNvSpPr/>
          <p:nvPr/>
        </p:nvSpPr>
        <p:spPr>
          <a:xfrm>
            <a:off x="723900" y="2286000"/>
            <a:ext cx="3429000" cy="19050"/>
          </a:xfrm>
          <a:prstGeom prst="rect">
            <a:avLst/>
          </a:prstGeom>
          <a:solidFill>
            <a:srgbClr val="CED7E6"/>
          </a:solidFill>
          <a:ln>
            <a:noFill/>
          </a:ln>
        </p:spPr>
      </p:sp>
      <p:grpSp>
        <p:nvGrpSpPr>
          <p:cNvPr id="45" name="node04"/>
          <p:cNvGrpSpPr/>
          <p:nvPr/>
        </p:nvGrpSpPr>
        <p:grpSpPr>
          <a:xfrm>
            <a:off x="723900" y="2400300"/>
            <a:ext cx="3429000" cy="228600"/>
            <a:chOff x="723900" y="2400300"/>
            <a:chExt cx="3429000" cy="228600"/>
          </a:xfrm>
        </p:grpSpPr>
        <p:sp>
          <p:nvSpPr>
            <p:cNvPr id="9" name="node04.text"/>
            <p:cNvSpPr/>
            <p:nvPr/>
          </p:nvSpPr>
          <p:spPr>
            <a:xfrm>
              <a:off x="723900" y="2400300"/>
              <a:ext cx="3429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Patients book, pay and message without a call.</a:t>
              </a:r>
              <a:endParaRPr lang="en-US" sz="1200" spc="0" kern="0" b="0" i="0" dirty="0">
                <a:solidFill>
                  <a:srgbClr val="50658E"/>
                </a:solidFill>
                <a:latin typeface="IBM Plex Sans"/>
                <a:ea typeface="IBM Plex Sans"/>
                <a:cs typeface="IBM Plex Sans"/>
              </a:endParaRPr>
            </a:p>
          </p:txBody>
        </p:sp>
      </p:grpSp>
      <p:grpSp>
        <p:nvGrpSpPr>
          <p:cNvPr id="46" name="node05"/>
          <p:cNvGrpSpPr/>
          <p:nvPr/>
        </p:nvGrpSpPr>
        <p:grpSpPr>
          <a:xfrm>
            <a:off x="723900" y="2971800"/>
            <a:ext cx="3429000" cy="1371600"/>
            <a:chOff x="723900" y="2971800"/>
            <a:chExt cx="3429000" cy="1371600"/>
          </a:xfrm>
        </p:grpSpPr>
        <p:sp>
          <p:nvSpPr>
            <p:cNvPr id="10" name="node05.container"/>
            <p:cNvSpPr/>
            <p:nvPr/>
          </p:nvSpPr>
          <p:spPr>
            <a:xfrm>
              <a:off x="723900" y="2971800"/>
              <a:ext cx="3429000" cy="1371600"/>
            </a:xfrm>
            <a:prstGeom prst="rect">
              <a:avLst/>
            </a:prstGeom>
            <a:solidFill>
              <a:srgbClr val="E8EEF8"/>
            </a:solidFill>
            <a:ln>
              <a:noFill/>
            </a:ln>
          </p:spPr>
        </p:sp>
        <p:sp>
          <p:nvSpPr>
            <p:cNvPr id="11" name="node05.edge"/>
            <p:cNvSpPr/>
            <p:nvPr/>
          </p:nvSpPr>
          <p:spPr>
            <a:xfrm>
              <a:off x="723900" y="2971800"/>
              <a:ext cx="76200" cy="1371600"/>
            </a:xfrm>
            <a:prstGeom prst="rect">
              <a:avLst/>
            </a:prstGeom>
            <a:solidFill>
              <a:srgbClr val="F900D3"/>
            </a:solidFill>
            <a:ln>
              <a:noFill/>
            </a:ln>
          </p:spPr>
        </p:sp>
        <p:sp>
          <p:nvSpPr>
            <p:cNvPr id="12" name="node05.label"/>
            <p:cNvSpPr/>
            <p:nvPr/>
          </p:nvSpPr>
          <p:spPr>
            <a:xfrm>
              <a:off x="914400" y="3086100"/>
              <a:ext cx="3124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NOW · KEY BET</a:t>
              </a:r>
              <a:endParaRPr lang="en-US" sz="900" spc="54" kern="0" b="0" i="0" dirty="0">
                <a:solidFill>
                  <a:srgbClr val="0047FF"/>
                </a:solidFill>
                <a:latin typeface="IBM Plex Mono Medium"/>
                <a:ea typeface="IBM Plex Mono Medium"/>
                <a:cs typeface="IBM Plex Mono Medium"/>
              </a:endParaRPr>
            </a:p>
          </p:txBody>
        </p:sp>
        <p:sp>
          <p:nvSpPr>
            <p:cNvPr id="13" name="node05.title"/>
            <p:cNvSpPr/>
            <p:nvPr/>
          </p:nvSpPr>
          <p:spPr>
            <a:xfrm>
              <a:off x="914400" y="3276600"/>
              <a:ext cx="31242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Self-scheduling</a:t>
              </a:r>
              <a:endParaRPr lang="en-US" sz="1400" spc="0" kern="0" b="0" i="0" dirty="0">
                <a:solidFill>
                  <a:srgbClr val="070154"/>
                </a:solidFill>
                <a:latin typeface="IBM Plex Sans"/>
                <a:ea typeface="IBM Plex Sans"/>
                <a:cs typeface="IBM Plex Sans"/>
              </a:endParaRPr>
            </a:p>
          </p:txBody>
        </p:sp>
        <p:sp>
          <p:nvSpPr>
            <p:cNvPr id="14" name="node05.body.item-001.paragraph"/>
            <p:cNvSpPr/>
            <p:nvPr/>
          </p:nvSpPr>
          <p:spPr>
            <a:xfrm>
              <a:off x="914400" y="3619500"/>
              <a:ext cx="3124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Primary care first, then specialties.</a:t>
              </a:r>
              <a:endParaRPr lang="en-US" sz="1200" spc="0" kern="0" b="0" i="0" dirty="0">
                <a:solidFill>
                  <a:srgbClr val="50658E"/>
                </a:solidFill>
                <a:latin typeface="IBM Plex Sans"/>
                <a:ea typeface="IBM Plex Sans"/>
                <a:cs typeface="IBM Plex Sans"/>
              </a:endParaRPr>
            </a:p>
          </p:txBody>
        </p:sp>
      </p:grpSp>
      <p:grpSp>
        <p:nvGrpSpPr>
          <p:cNvPr id="47" name="node06"/>
          <p:cNvGrpSpPr/>
          <p:nvPr/>
        </p:nvGrpSpPr>
        <p:grpSpPr>
          <a:xfrm>
            <a:off x="723900" y="4572000"/>
            <a:ext cx="3429000" cy="1371600"/>
            <a:chOff x="723900" y="4572000"/>
            <a:chExt cx="3429000" cy="1371600"/>
          </a:xfrm>
        </p:grpSpPr>
        <p:sp>
          <p:nvSpPr>
            <p:cNvPr id="15" name="node06.container"/>
            <p:cNvSpPr/>
            <p:nvPr/>
          </p:nvSpPr>
          <p:spPr>
            <a:xfrm>
              <a:off x="723900" y="4572000"/>
              <a:ext cx="3429000" cy="1371600"/>
            </a:xfrm>
            <a:prstGeom prst="rect">
              <a:avLst/>
            </a:prstGeom>
            <a:solidFill>
              <a:srgbClr val="E8EEF8"/>
            </a:solidFill>
            <a:ln>
              <a:noFill/>
            </a:ln>
          </p:spPr>
        </p:sp>
        <p:sp>
          <p:nvSpPr>
            <p:cNvPr id="16" name="node06.label"/>
            <p:cNvSpPr/>
            <p:nvPr/>
          </p:nvSpPr>
          <p:spPr>
            <a:xfrm>
              <a:off x="838200" y="4686300"/>
              <a:ext cx="32004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NEXT</a:t>
              </a:r>
              <a:endParaRPr lang="en-US" sz="900" spc="54" kern="0" b="0" i="0" dirty="0">
                <a:solidFill>
                  <a:srgbClr val="0047FF"/>
                </a:solidFill>
                <a:latin typeface="IBM Plex Mono Medium"/>
                <a:ea typeface="IBM Plex Mono Medium"/>
                <a:cs typeface="IBM Plex Mono Medium"/>
              </a:endParaRPr>
            </a:p>
          </p:txBody>
        </p:sp>
        <p:sp>
          <p:nvSpPr>
            <p:cNvPr id="17" name="node06.title"/>
            <p:cNvSpPr/>
            <p:nvPr/>
          </p:nvSpPr>
          <p:spPr>
            <a:xfrm>
              <a:off x="838200" y="4876800"/>
              <a:ext cx="32004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Cost estimates</a:t>
              </a:r>
              <a:endParaRPr lang="en-US" sz="1400" spc="0" kern="0" b="0" i="0" dirty="0">
                <a:solidFill>
                  <a:srgbClr val="070154"/>
                </a:solidFill>
                <a:latin typeface="IBM Plex Sans"/>
                <a:ea typeface="IBM Plex Sans"/>
                <a:cs typeface="IBM Plex Sans"/>
              </a:endParaRPr>
            </a:p>
          </p:txBody>
        </p:sp>
        <p:sp>
          <p:nvSpPr>
            <p:cNvPr id="18" name="node06.body.item-001.paragraph"/>
            <p:cNvSpPr/>
            <p:nvPr/>
          </p:nvSpPr>
          <p:spPr>
            <a:xfrm>
              <a:off x="838200" y="5219700"/>
              <a:ext cx="3200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Prices shown before the visit is booked.</a:t>
              </a:r>
              <a:endParaRPr lang="en-US" sz="1200" spc="0" kern="0" b="0" i="0" dirty="0">
                <a:solidFill>
                  <a:srgbClr val="50658E"/>
                </a:solidFill>
                <a:latin typeface="IBM Plex Sans"/>
                <a:ea typeface="IBM Plex Sans"/>
                <a:cs typeface="IBM Plex Sans"/>
              </a:endParaRPr>
            </a:p>
          </p:txBody>
        </p:sp>
      </p:grpSp>
      <p:grpSp>
        <p:nvGrpSpPr>
          <p:cNvPr id="48" name="node07"/>
          <p:cNvGrpSpPr/>
          <p:nvPr/>
        </p:nvGrpSpPr>
        <p:grpSpPr>
          <a:xfrm>
            <a:off x="4381500" y="1600200"/>
            <a:ext cx="3429000" cy="152400"/>
            <a:chOff x="4381500" y="1600200"/>
            <a:chExt cx="3429000" cy="152400"/>
          </a:xfrm>
        </p:grpSpPr>
        <p:sp>
          <p:nvSpPr>
            <p:cNvPr id="19" name="node07.text"/>
            <p:cNvSpPr/>
            <p:nvPr/>
          </p:nvSpPr>
          <p:spPr>
            <a:xfrm>
              <a:off x="4381500" y="1600200"/>
              <a:ext cx="3429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THEME 2</a:t>
              </a:r>
              <a:endParaRPr lang="en-US" sz="900" spc="54" kern="0" b="0" i="0" dirty="0">
                <a:solidFill>
                  <a:srgbClr val="50658E"/>
                </a:solidFill>
                <a:latin typeface="IBM Plex Mono Medium"/>
                <a:ea typeface="IBM Plex Mono Medium"/>
                <a:cs typeface="IBM Plex Mono Medium"/>
              </a:endParaRPr>
            </a:p>
          </p:txBody>
        </p:sp>
      </p:grpSp>
      <p:grpSp>
        <p:nvGrpSpPr>
          <p:cNvPr id="49" name="node08"/>
          <p:cNvGrpSpPr/>
          <p:nvPr/>
        </p:nvGrpSpPr>
        <p:grpSpPr>
          <a:xfrm>
            <a:off x="4381500" y="1828800"/>
            <a:ext cx="3429000" cy="304800"/>
            <a:chOff x="4381500" y="1828800"/>
            <a:chExt cx="3429000" cy="304800"/>
          </a:xfrm>
        </p:grpSpPr>
        <p:sp>
          <p:nvSpPr>
            <p:cNvPr id="20" name="node08.text"/>
            <p:cNvSpPr/>
            <p:nvPr/>
          </p:nvSpPr>
          <p:spPr>
            <a:xfrm>
              <a:off x="4381500" y="1828800"/>
              <a:ext cx="34290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Care between visits</a:t>
              </a:r>
              <a:endParaRPr lang="en-US" sz="1800" spc="-18" kern="0" b="0" i="0" dirty="0">
                <a:solidFill>
                  <a:srgbClr val="070154"/>
                </a:solidFill>
                <a:latin typeface="IBM Plex Sans SemiBold"/>
                <a:ea typeface="IBM Plex Sans SemiBold"/>
                <a:cs typeface="IBM Plex Sans SemiBold"/>
              </a:endParaRPr>
            </a:p>
          </p:txBody>
        </p:sp>
      </p:grpSp>
      <p:sp>
        <p:nvSpPr>
          <p:cNvPr id="21" name="node09"/>
          <p:cNvSpPr/>
          <p:nvPr/>
        </p:nvSpPr>
        <p:spPr>
          <a:xfrm>
            <a:off x="4381500" y="2286000"/>
            <a:ext cx="3429000" cy="19050"/>
          </a:xfrm>
          <a:prstGeom prst="rect">
            <a:avLst/>
          </a:prstGeom>
          <a:solidFill>
            <a:srgbClr val="CED7E6"/>
          </a:solidFill>
          <a:ln>
            <a:noFill/>
          </a:ln>
        </p:spPr>
      </p:sp>
      <p:grpSp>
        <p:nvGrpSpPr>
          <p:cNvPr id="50" name="node10"/>
          <p:cNvGrpSpPr/>
          <p:nvPr/>
        </p:nvGrpSpPr>
        <p:grpSpPr>
          <a:xfrm>
            <a:off x="4381500" y="2400300"/>
            <a:ext cx="3429000" cy="228600"/>
            <a:chOff x="4381500" y="2400300"/>
            <a:chExt cx="3429000" cy="228600"/>
          </a:xfrm>
        </p:grpSpPr>
        <p:sp>
          <p:nvSpPr>
            <p:cNvPr id="22" name="node10.text"/>
            <p:cNvSpPr/>
            <p:nvPr/>
          </p:nvSpPr>
          <p:spPr>
            <a:xfrm>
              <a:off x="4381500" y="2400300"/>
              <a:ext cx="3429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The app carries the care plan home.</a:t>
              </a:r>
              <a:endParaRPr lang="en-US" sz="1200" spc="0" kern="0" b="0" i="0" dirty="0">
                <a:solidFill>
                  <a:srgbClr val="50658E"/>
                </a:solidFill>
                <a:latin typeface="IBM Plex Sans"/>
                <a:ea typeface="IBM Plex Sans"/>
                <a:cs typeface="IBM Plex Sans"/>
              </a:endParaRPr>
            </a:p>
          </p:txBody>
        </p:sp>
      </p:grpSp>
      <p:grpSp>
        <p:nvGrpSpPr>
          <p:cNvPr id="51" name="node11"/>
          <p:cNvGrpSpPr/>
          <p:nvPr/>
        </p:nvGrpSpPr>
        <p:grpSpPr>
          <a:xfrm>
            <a:off x="4381500" y="2971800"/>
            <a:ext cx="3429000" cy="1371600"/>
            <a:chOff x="4381500" y="2971800"/>
            <a:chExt cx="3429000" cy="1371600"/>
          </a:xfrm>
        </p:grpSpPr>
        <p:sp>
          <p:nvSpPr>
            <p:cNvPr id="23" name="node11.container"/>
            <p:cNvSpPr/>
            <p:nvPr/>
          </p:nvSpPr>
          <p:spPr>
            <a:xfrm>
              <a:off x="4381500" y="2971800"/>
              <a:ext cx="3429000" cy="1371600"/>
            </a:xfrm>
            <a:prstGeom prst="rect">
              <a:avLst/>
            </a:prstGeom>
            <a:solidFill>
              <a:srgbClr val="E8EEF8"/>
            </a:solidFill>
            <a:ln>
              <a:noFill/>
            </a:ln>
          </p:spPr>
        </p:sp>
        <p:sp>
          <p:nvSpPr>
            <p:cNvPr id="24" name="node11.label"/>
            <p:cNvSpPr/>
            <p:nvPr/>
          </p:nvSpPr>
          <p:spPr>
            <a:xfrm>
              <a:off x="4495800" y="3086100"/>
              <a:ext cx="32004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NOW</a:t>
              </a:r>
              <a:endParaRPr lang="en-US" sz="900" spc="54" kern="0" b="0" i="0" dirty="0">
                <a:solidFill>
                  <a:srgbClr val="0047FF"/>
                </a:solidFill>
                <a:latin typeface="IBM Plex Mono Medium"/>
                <a:ea typeface="IBM Plex Mono Medium"/>
                <a:cs typeface="IBM Plex Mono Medium"/>
              </a:endParaRPr>
            </a:p>
          </p:txBody>
        </p:sp>
        <p:sp>
          <p:nvSpPr>
            <p:cNvPr id="25" name="node11.title"/>
            <p:cNvSpPr/>
            <p:nvPr/>
          </p:nvSpPr>
          <p:spPr>
            <a:xfrm>
              <a:off x="4495800" y="3276600"/>
              <a:ext cx="32004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Messaging triage</a:t>
              </a:r>
              <a:endParaRPr lang="en-US" sz="1400" spc="0" kern="0" b="0" i="0" dirty="0">
                <a:solidFill>
                  <a:srgbClr val="070154"/>
                </a:solidFill>
                <a:latin typeface="IBM Plex Sans"/>
                <a:ea typeface="IBM Plex Sans"/>
                <a:cs typeface="IBM Plex Sans"/>
              </a:endParaRPr>
            </a:p>
          </p:txBody>
        </p:sp>
        <p:sp>
          <p:nvSpPr>
            <p:cNvPr id="26" name="node11.body.item-001.paragraph"/>
            <p:cNvSpPr/>
            <p:nvPr/>
          </p:nvSpPr>
          <p:spPr>
            <a:xfrm>
              <a:off x="4495800" y="3619500"/>
              <a:ext cx="3200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Nurses route every message in one queue.</a:t>
              </a:r>
              <a:endParaRPr lang="en-US" sz="1200" spc="0" kern="0" b="0" i="0" dirty="0">
                <a:solidFill>
                  <a:srgbClr val="50658E"/>
                </a:solidFill>
                <a:latin typeface="IBM Plex Sans"/>
                <a:ea typeface="IBM Plex Sans"/>
                <a:cs typeface="IBM Plex Sans"/>
              </a:endParaRPr>
            </a:p>
          </p:txBody>
        </p:sp>
      </p:grpSp>
      <p:grpSp>
        <p:nvGrpSpPr>
          <p:cNvPr id="52" name="node12"/>
          <p:cNvGrpSpPr/>
          <p:nvPr/>
        </p:nvGrpSpPr>
        <p:grpSpPr>
          <a:xfrm>
            <a:off x="4381500" y="4572000"/>
            <a:ext cx="3429000" cy="1371600"/>
            <a:chOff x="4381500" y="4572000"/>
            <a:chExt cx="3429000" cy="1371600"/>
          </a:xfrm>
        </p:grpSpPr>
        <p:sp>
          <p:nvSpPr>
            <p:cNvPr id="27" name="node12.container"/>
            <p:cNvSpPr/>
            <p:nvPr/>
          </p:nvSpPr>
          <p:spPr>
            <a:xfrm>
              <a:off x="4381500" y="4572000"/>
              <a:ext cx="3429000" cy="1371600"/>
            </a:xfrm>
            <a:prstGeom prst="rect">
              <a:avLst/>
            </a:prstGeom>
            <a:solidFill>
              <a:srgbClr val="E8EEF8"/>
            </a:solidFill>
            <a:ln>
              <a:noFill/>
            </a:ln>
          </p:spPr>
        </p:sp>
        <p:sp>
          <p:nvSpPr>
            <p:cNvPr id="28" name="node12.label"/>
            <p:cNvSpPr/>
            <p:nvPr/>
          </p:nvSpPr>
          <p:spPr>
            <a:xfrm>
              <a:off x="4495800" y="4686300"/>
              <a:ext cx="32004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NEXT · KEY BET</a:t>
              </a:r>
              <a:endParaRPr lang="en-US" sz="900" spc="54" kern="0" b="0" i="0" dirty="0">
                <a:solidFill>
                  <a:srgbClr val="0047FF"/>
                </a:solidFill>
                <a:latin typeface="IBM Plex Mono Medium"/>
                <a:ea typeface="IBM Plex Mono Medium"/>
                <a:cs typeface="IBM Plex Mono Medium"/>
              </a:endParaRPr>
            </a:p>
          </p:txBody>
        </p:sp>
        <p:sp>
          <p:nvSpPr>
            <p:cNvPr id="29" name="node12.title"/>
            <p:cNvSpPr/>
            <p:nvPr/>
          </p:nvSpPr>
          <p:spPr>
            <a:xfrm>
              <a:off x="4495800" y="4876800"/>
              <a:ext cx="32004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Remote monitoring</a:t>
              </a:r>
              <a:endParaRPr lang="en-US" sz="1400" spc="0" kern="0" b="0" i="0" dirty="0">
                <a:solidFill>
                  <a:srgbClr val="070154"/>
                </a:solidFill>
                <a:latin typeface="IBM Plex Sans"/>
                <a:ea typeface="IBM Plex Sans"/>
                <a:cs typeface="IBM Plex Sans"/>
              </a:endParaRPr>
            </a:p>
          </p:txBody>
        </p:sp>
        <p:sp>
          <p:nvSpPr>
            <p:cNvPr id="30" name="node12.body.item-001.paragraph"/>
            <p:cNvSpPr/>
            <p:nvPr/>
          </p:nvSpPr>
          <p:spPr>
            <a:xfrm>
              <a:off x="4495800" y="5219700"/>
              <a:ext cx="3200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Pilot with chronic-care cohorts.</a:t>
              </a:r>
              <a:endParaRPr lang="en-US" sz="1200" spc="0" kern="0" b="0" i="0" dirty="0">
                <a:solidFill>
                  <a:srgbClr val="50658E"/>
                </a:solidFill>
                <a:latin typeface="IBM Plex Sans"/>
                <a:ea typeface="IBM Plex Sans"/>
                <a:cs typeface="IBM Plex Sans"/>
              </a:endParaRPr>
            </a:p>
          </p:txBody>
        </p:sp>
      </p:grpSp>
      <p:grpSp>
        <p:nvGrpSpPr>
          <p:cNvPr id="53" name="node13"/>
          <p:cNvGrpSpPr/>
          <p:nvPr/>
        </p:nvGrpSpPr>
        <p:grpSpPr>
          <a:xfrm>
            <a:off x="8039100" y="1600200"/>
            <a:ext cx="3429000" cy="152400"/>
            <a:chOff x="8039100" y="1600200"/>
            <a:chExt cx="3429000" cy="152400"/>
          </a:xfrm>
        </p:grpSpPr>
        <p:sp>
          <p:nvSpPr>
            <p:cNvPr id="31" name="node13.text"/>
            <p:cNvSpPr/>
            <p:nvPr/>
          </p:nvSpPr>
          <p:spPr>
            <a:xfrm>
              <a:off x="8039100" y="1600200"/>
              <a:ext cx="3429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THEME 3</a:t>
              </a:r>
              <a:endParaRPr lang="en-US" sz="900" spc="54" kern="0" b="0" i="0" dirty="0">
                <a:solidFill>
                  <a:srgbClr val="50658E"/>
                </a:solidFill>
                <a:latin typeface="IBM Plex Mono Medium"/>
                <a:ea typeface="IBM Plex Mono Medium"/>
                <a:cs typeface="IBM Plex Mono Medium"/>
              </a:endParaRPr>
            </a:p>
          </p:txBody>
        </p:sp>
      </p:grpSp>
      <p:grpSp>
        <p:nvGrpSpPr>
          <p:cNvPr id="54" name="node14"/>
          <p:cNvGrpSpPr/>
          <p:nvPr/>
        </p:nvGrpSpPr>
        <p:grpSpPr>
          <a:xfrm>
            <a:off x="8039100" y="1828800"/>
            <a:ext cx="3429000" cy="304800"/>
            <a:chOff x="8039100" y="1828800"/>
            <a:chExt cx="3429000" cy="304800"/>
          </a:xfrm>
        </p:grpSpPr>
        <p:sp>
          <p:nvSpPr>
            <p:cNvPr id="32" name="node14.text"/>
            <p:cNvSpPr/>
            <p:nvPr/>
          </p:nvSpPr>
          <p:spPr>
            <a:xfrm>
              <a:off x="8039100" y="1828800"/>
              <a:ext cx="34290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A platform that scales</a:t>
              </a:r>
              <a:endParaRPr lang="en-US" sz="1800" spc="-18" kern="0" b="0" i="0" dirty="0">
                <a:solidFill>
                  <a:srgbClr val="070154"/>
                </a:solidFill>
                <a:latin typeface="IBM Plex Sans SemiBold"/>
                <a:ea typeface="IBM Plex Sans SemiBold"/>
                <a:cs typeface="IBM Plex Sans SemiBold"/>
              </a:endParaRPr>
            </a:p>
          </p:txBody>
        </p:sp>
      </p:grpSp>
      <p:sp>
        <p:nvSpPr>
          <p:cNvPr id="33" name="node15"/>
          <p:cNvSpPr/>
          <p:nvPr/>
        </p:nvSpPr>
        <p:spPr>
          <a:xfrm>
            <a:off x="8039100" y="2286000"/>
            <a:ext cx="3429000" cy="19050"/>
          </a:xfrm>
          <a:prstGeom prst="rect">
            <a:avLst/>
          </a:prstGeom>
          <a:solidFill>
            <a:srgbClr val="CED7E6"/>
          </a:solidFill>
          <a:ln>
            <a:noFill/>
          </a:ln>
        </p:spPr>
      </p:sp>
      <p:grpSp>
        <p:nvGrpSpPr>
          <p:cNvPr id="55" name="node16"/>
          <p:cNvGrpSpPr/>
          <p:nvPr/>
        </p:nvGrpSpPr>
        <p:grpSpPr>
          <a:xfrm>
            <a:off x="8039100" y="2400300"/>
            <a:ext cx="3429000" cy="457200"/>
            <a:chOff x="8039100" y="2400300"/>
            <a:chExt cx="3429000" cy="457200"/>
          </a:xfrm>
        </p:grpSpPr>
        <p:sp>
          <p:nvSpPr>
            <p:cNvPr id="34" name="node16.text"/>
            <p:cNvSpPr/>
            <p:nvPr/>
          </p:nvSpPr>
          <p:spPr>
            <a:xfrm>
              <a:off x="8039100" y="2400300"/>
              <a:ext cx="34290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One data and release foundation for every product.</a:t>
              </a:r>
              <a:endParaRPr lang="en-US" sz="1200" spc="0" kern="0" b="0" i="0" dirty="0">
                <a:solidFill>
                  <a:srgbClr val="50658E"/>
                </a:solidFill>
                <a:latin typeface="IBM Plex Sans"/>
                <a:ea typeface="IBM Plex Sans"/>
                <a:cs typeface="IBM Plex Sans"/>
              </a:endParaRPr>
            </a:p>
          </p:txBody>
        </p:sp>
      </p:grpSp>
      <p:grpSp>
        <p:nvGrpSpPr>
          <p:cNvPr id="56" name="node17"/>
          <p:cNvGrpSpPr/>
          <p:nvPr/>
        </p:nvGrpSpPr>
        <p:grpSpPr>
          <a:xfrm>
            <a:off x="8039100" y="2971800"/>
            <a:ext cx="3429000" cy="1371600"/>
            <a:chOff x="8039100" y="2971800"/>
            <a:chExt cx="3429000" cy="1371600"/>
          </a:xfrm>
        </p:grpSpPr>
        <p:sp>
          <p:nvSpPr>
            <p:cNvPr id="35" name="node17.container"/>
            <p:cNvSpPr/>
            <p:nvPr/>
          </p:nvSpPr>
          <p:spPr>
            <a:xfrm>
              <a:off x="8039100" y="2971800"/>
              <a:ext cx="3429000" cy="1371600"/>
            </a:xfrm>
            <a:prstGeom prst="rect">
              <a:avLst/>
            </a:prstGeom>
            <a:solidFill>
              <a:srgbClr val="E8EEF8"/>
            </a:solidFill>
            <a:ln>
              <a:noFill/>
            </a:ln>
          </p:spPr>
        </p:sp>
        <p:sp>
          <p:nvSpPr>
            <p:cNvPr id="36" name="node17.label"/>
            <p:cNvSpPr/>
            <p:nvPr/>
          </p:nvSpPr>
          <p:spPr>
            <a:xfrm>
              <a:off x="8153400" y="3086100"/>
              <a:ext cx="32004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NOW</a:t>
              </a:r>
              <a:endParaRPr lang="en-US" sz="900" spc="54" kern="0" b="0" i="0" dirty="0">
                <a:solidFill>
                  <a:srgbClr val="0047FF"/>
                </a:solidFill>
                <a:latin typeface="IBM Plex Mono Medium"/>
                <a:ea typeface="IBM Plex Mono Medium"/>
                <a:cs typeface="IBM Plex Mono Medium"/>
              </a:endParaRPr>
            </a:p>
          </p:txBody>
        </p:sp>
        <p:sp>
          <p:nvSpPr>
            <p:cNvPr id="37" name="node17.title"/>
            <p:cNvSpPr/>
            <p:nvPr/>
          </p:nvSpPr>
          <p:spPr>
            <a:xfrm>
              <a:off x="8153400" y="3276600"/>
              <a:ext cx="32004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EHR hardening</a:t>
              </a:r>
              <a:endParaRPr lang="en-US" sz="1400" spc="0" kern="0" b="0" i="0" dirty="0">
                <a:solidFill>
                  <a:srgbClr val="070154"/>
                </a:solidFill>
                <a:latin typeface="IBM Plex Sans"/>
                <a:ea typeface="IBM Plex Sans"/>
                <a:cs typeface="IBM Plex Sans"/>
              </a:endParaRPr>
            </a:p>
          </p:txBody>
        </p:sp>
        <p:sp>
          <p:nvSpPr>
            <p:cNvPr id="38" name="node17.body.item-001.paragraph"/>
            <p:cNvSpPr/>
            <p:nvPr/>
          </p:nvSpPr>
          <p:spPr>
            <a:xfrm>
              <a:off x="8153400" y="3619500"/>
              <a:ext cx="3200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Two integrations stable at volume.</a:t>
              </a:r>
              <a:endParaRPr lang="en-US" sz="1200" spc="0" kern="0" b="0" i="0" dirty="0">
                <a:solidFill>
                  <a:srgbClr val="50658E"/>
                </a:solidFill>
                <a:latin typeface="IBM Plex Sans"/>
                <a:ea typeface="IBM Plex Sans"/>
                <a:cs typeface="IBM Plex Sans"/>
              </a:endParaRPr>
            </a:p>
          </p:txBody>
        </p:sp>
      </p:grpSp>
      <p:grpSp>
        <p:nvGrpSpPr>
          <p:cNvPr id="57" name="node18"/>
          <p:cNvGrpSpPr/>
          <p:nvPr/>
        </p:nvGrpSpPr>
        <p:grpSpPr>
          <a:xfrm>
            <a:off x="8039100" y="4572000"/>
            <a:ext cx="3429000" cy="1371600"/>
            <a:chOff x="8039100" y="4572000"/>
            <a:chExt cx="3429000" cy="1371600"/>
          </a:xfrm>
        </p:grpSpPr>
        <p:sp>
          <p:nvSpPr>
            <p:cNvPr id="39" name="node18.container"/>
            <p:cNvSpPr/>
            <p:nvPr/>
          </p:nvSpPr>
          <p:spPr>
            <a:xfrm>
              <a:off x="8045450" y="4578350"/>
              <a:ext cx="3416300" cy="1358900"/>
            </a:xfrm>
            <a:prstGeom prst="rect">
              <a:avLst/>
            </a:prstGeom>
            <a:solidFill>
              <a:srgbClr val="FFFFFF"/>
            </a:solidFill>
            <a:ln w="12700">
              <a:solidFill>
                <a:srgbClr val="CED7E6"/>
              </a:solidFill>
              <a:prstDash val="solid"/>
            </a:ln>
          </p:spPr>
        </p:sp>
        <p:sp>
          <p:nvSpPr>
            <p:cNvPr id="40" name="node18.label"/>
            <p:cNvSpPr/>
            <p:nvPr/>
          </p:nvSpPr>
          <p:spPr>
            <a:xfrm>
              <a:off x="8153400" y="4686300"/>
              <a:ext cx="32004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LATER</a:t>
              </a:r>
              <a:endParaRPr lang="en-US" sz="900" spc="54" kern="0" b="0" i="0" dirty="0">
                <a:solidFill>
                  <a:srgbClr val="0047FF"/>
                </a:solidFill>
                <a:latin typeface="IBM Plex Mono Medium"/>
                <a:ea typeface="IBM Plex Mono Medium"/>
                <a:cs typeface="IBM Plex Mono Medium"/>
              </a:endParaRPr>
            </a:p>
          </p:txBody>
        </p:sp>
        <p:sp>
          <p:nvSpPr>
            <p:cNvPr id="41" name="node18.title"/>
            <p:cNvSpPr/>
            <p:nvPr/>
          </p:nvSpPr>
          <p:spPr>
            <a:xfrm>
              <a:off x="8153400" y="4876800"/>
              <a:ext cx="32004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Data store re-platform</a:t>
              </a:r>
              <a:endParaRPr lang="en-US" sz="1400" spc="0" kern="0" b="0" i="0" dirty="0">
                <a:solidFill>
                  <a:srgbClr val="070154"/>
                </a:solidFill>
                <a:latin typeface="IBM Plex Sans"/>
                <a:ea typeface="IBM Plex Sans"/>
                <a:cs typeface="IBM Plex Sans"/>
              </a:endParaRPr>
            </a:p>
          </p:txBody>
        </p:sp>
        <p:sp>
          <p:nvSpPr>
            <p:cNvPr id="42" name="node18.body.item-001.paragraph"/>
            <p:cNvSpPr/>
            <p:nvPr/>
          </p:nvSpPr>
          <p:spPr>
            <a:xfrm>
              <a:off x="8153400" y="5219700"/>
              <a:ext cx="3200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Move to the shared patient data store.</a:t>
              </a:r>
              <a:endParaRPr lang="en-US" sz="1200" spc="0" kern="0" b="0" i="0" dirty="0">
                <a:solidFill>
                  <a:srgbClr val="50658E"/>
                </a:solidFill>
                <a:latin typeface="IBM Plex Sans"/>
                <a:ea typeface="IBM Plex Sans"/>
                <a:cs typeface="IBM Plex Sans"/>
              </a:endParaRPr>
            </a:p>
          </p:txBody>
        </p:sp>
      </p:gr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name="source-461">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CUTOVER RUNBOOK</a:t>
            </a:r>
            <a:endParaRPr lang="en-US" sz="1000" spc="80" kern="0" b="0" i="0" dirty="0">
              <a:solidFill>
                <a:srgbClr val="0047FF"/>
              </a:solidFill>
              <a:latin typeface="IBM Plex Mono SemiBold"/>
              <a:ea typeface="IBM Plex Mono SemiBold"/>
              <a:cs typeface="IBM Plex Mono SemiBold"/>
            </a:endParaRPr>
          </a:p>
        </p:txBody>
      </p:sp>
      <p:pic>
        <p:nvPicPr>
          <p:cNvPr id="4" name="title.mark-002-001" descr="underscore; canonical SHA256=49d5a97f776a33dcf11e794bad153776f1f33cf3747f42e2c277857faa224278; resolved ink=070154">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046756" y="1078992"/>
            <a:ext cx="1770532" cy="159733"/>
          </a:xfrm>
          <a:prstGeom prst="rect">
            <a:avLst/>
          </a:prstGeom>
        </p:spPr>
      </p:pic>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 xml:space="preserve">Four go/no-go gates pace the </a:t>
            </a:r>
            <a:r>
              <a:rPr lang="en-US" sz="3200" spc="-64" kern="0" b="0" i="0" dirty="0">
                <a:solidFill>
                  <a:srgbClr val="070154"/>
                </a:solidFill>
                <a:latin typeface="IBM Plex Sans SemiBold"/>
                <a:ea typeface="IBM Plex Sans SemiBold"/>
                <a:cs typeface="IBM Plex Sans SemiBold"/>
              </a:rPr>
              <a:t xml:space="preserve">weekend</a:t>
            </a:r>
            <a:r>
              <a:rPr lang="en-US" sz="3200" spc="-64" kern="0" b="0" i="0" dirty="0">
                <a:solidFill>
                  <a:srgbClr val="070154"/>
                </a:solidFill>
                <a:latin typeface="IBM Plex Sans SemiBold"/>
                <a:ea typeface="IBM Plex Sans SemiBold"/>
                <a:cs typeface="IBM Plex Sans SemiBold"/>
              </a:rPr>
              <a:t xml:space="preserve"> cutover</a:t>
            </a:r>
            <a:endParaRPr lang="en-US" sz="3200" spc="-64" kern="0" b="0" i="0" dirty="0">
              <a:solidFill>
                <a:srgbClr val="070154"/>
              </a:solidFill>
              <a:latin typeface="IBM Plex Sans SemiBold"/>
              <a:ea typeface="IBM Plex Sans SemiBold"/>
              <a:cs typeface="IBM Plex Sans SemiBold"/>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149</a:t>
            </a:fld>
            <a:endParaRPr lang="en-US" sz="700" spc="0" kern="0" b="0" i="0" dirty="0">
              <a:solidFill>
                <a:srgbClr val="070154"/>
              </a:solidFill>
              <a:latin typeface="IBM Plex Mono SemiBold"/>
              <a:ea typeface="IBM Plex Mono SemiBold"/>
              <a:cs typeface="IBM Plex Mono SemiBold"/>
            </a:endParaRPr>
          </a:p>
        </p:txBody>
      </p:sp>
      <p:grpSp>
        <p:nvGrpSpPr>
          <p:cNvPr id="69" name="node01"/>
          <p:cNvGrpSpPr/>
          <p:nvPr/>
        </p:nvGrpSpPr>
        <p:grpSpPr>
          <a:xfrm>
            <a:off x="723900" y="1676400"/>
            <a:ext cx="10744200" cy="685800"/>
            <a:chOff x="723900" y="1676400"/>
            <a:chExt cx="10744200" cy="685800"/>
          </a:xfrm>
        </p:grpSpPr>
        <p:sp>
          <p:nvSpPr>
            <p:cNvPr id="7" name="node01.axis"/>
            <p:cNvSpPr/>
            <p:nvPr/>
          </p:nvSpPr>
          <p:spPr>
            <a:xfrm>
              <a:off x="723900" y="2057400"/>
              <a:ext cx="10744200" cy="0"/>
            </a:xfrm>
            <a:custGeom>
              <a:avLst/>
              <a:gdLst/>
              <a:ahLst/>
              <a:cxnLst/>
              <a:rect l="l" t="t" r="r" b="b"/>
              <a:pathLst>
                <a:path w="10744200">
                  <a:moveTo>
                    <a:pt x="0" y="0"/>
                  </a:moveTo>
                  <a:lnTo>
                    <a:pt x="10744200" y="0"/>
                  </a:lnTo>
                </a:path>
              </a:pathLst>
            </a:custGeom>
            <a:ln w="12700">
              <a:solidFill>
                <a:srgbClr val="070154"/>
              </a:solidFill>
              <a:prstDash val="solid"/>
            </a:ln>
          </p:spPr>
        </p:sp>
        <p:sp>
          <p:nvSpPr>
            <p:cNvPr id="8" name="node01.tick-0"/>
            <p:cNvSpPr/>
            <p:nvPr/>
          </p:nvSpPr>
          <p:spPr>
            <a:xfrm>
              <a:off x="723900" y="2057400"/>
              <a:ext cx="0" cy="76200"/>
            </a:xfrm>
            <a:custGeom>
              <a:avLst/>
              <a:gdLst/>
              <a:ahLst/>
              <a:cxnLst/>
              <a:rect l="l" t="t" r="r" b="b"/>
              <a:pathLst>
                <a:path h="76200">
                  <a:moveTo>
                    <a:pt x="0" y="0"/>
                  </a:moveTo>
                  <a:lnTo>
                    <a:pt x="0" y="76200"/>
                  </a:lnTo>
                </a:path>
              </a:pathLst>
            </a:custGeom>
            <a:ln w="12700">
              <a:solidFill>
                <a:srgbClr val="070154"/>
              </a:solidFill>
              <a:prstDash val="solid"/>
            </a:ln>
          </p:spPr>
        </p:sp>
        <p:sp>
          <p:nvSpPr>
            <p:cNvPr id="9" name="node01.tick-1"/>
            <p:cNvSpPr/>
            <p:nvPr/>
          </p:nvSpPr>
          <p:spPr>
            <a:xfrm>
              <a:off x="2066925" y="2057400"/>
              <a:ext cx="0" cy="76200"/>
            </a:xfrm>
            <a:custGeom>
              <a:avLst/>
              <a:gdLst/>
              <a:ahLst/>
              <a:cxnLst/>
              <a:rect l="l" t="t" r="r" b="b"/>
              <a:pathLst>
                <a:path h="76200">
                  <a:moveTo>
                    <a:pt x="0" y="0"/>
                  </a:moveTo>
                  <a:lnTo>
                    <a:pt x="0" y="76200"/>
                  </a:lnTo>
                </a:path>
              </a:pathLst>
            </a:custGeom>
            <a:ln w="12700">
              <a:solidFill>
                <a:srgbClr val="070154"/>
              </a:solidFill>
              <a:prstDash val="solid"/>
            </a:ln>
          </p:spPr>
        </p:sp>
        <p:sp>
          <p:nvSpPr>
            <p:cNvPr id="10" name="node01.tick-2"/>
            <p:cNvSpPr/>
            <p:nvPr/>
          </p:nvSpPr>
          <p:spPr>
            <a:xfrm>
              <a:off x="3409950" y="2057400"/>
              <a:ext cx="0" cy="76200"/>
            </a:xfrm>
            <a:custGeom>
              <a:avLst/>
              <a:gdLst/>
              <a:ahLst/>
              <a:cxnLst/>
              <a:rect l="l" t="t" r="r" b="b"/>
              <a:pathLst>
                <a:path h="76200">
                  <a:moveTo>
                    <a:pt x="0" y="0"/>
                  </a:moveTo>
                  <a:lnTo>
                    <a:pt x="0" y="76200"/>
                  </a:lnTo>
                </a:path>
              </a:pathLst>
            </a:custGeom>
            <a:ln w="12700">
              <a:solidFill>
                <a:srgbClr val="070154"/>
              </a:solidFill>
              <a:prstDash val="solid"/>
            </a:ln>
          </p:spPr>
        </p:sp>
        <p:sp>
          <p:nvSpPr>
            <p:cNvPr id="11" name="node01.tick-3"/>
            <p:cNvSpPr/>
            <p:nvPr/>
          </p:nvSpPr>
          <p:spPr>
            <a:xfrm>
              <a:off x="4752975" y="2057400"/>
              <a:ext cx="0" cy="76200"/>
            </a:xfrm>
            <a:custGeom>
              <a:avLst/>
              <a:gdLst/>
              <a:ahLst/>
              <a:cxnLst/>
              <a:rect l="l" t="t" r="r" b="b"/>
              <a:pathLst>
                <a:path h="76200">
                  <a:moveTo>
                    <a:pt x="0" y="0"/>
                  </a:moveTo>
                  <a:lnTo>
                    <a:pt x="0" y="76200"/>
                  </a:lnTo>
                </a:path>
              </a:pathLst>
            </a:custGeom>
            <a:ln w="12700">
              <a:solidFill>
                <a:srgbClr val="070154"/>
              </a:solidFill>
              <a:prstDash val="solid"/>
            </a:ln>
          </p:spPr>
        </p:sp>
        <p:sp>
          <p:nvSpPr>
            <p:cNvPr id="12" name="node01.tick-4"/>
            <p:cNvSpPr/>
            <p:nvPr/>
          </p:nvSpPr>
          <p:spPr>
            <a:xfrm>
              <a:off x="6096000" y="2057400"/>
              <a:ext cx="0" cy="76200"/>
            </a:xfrm>
            <a:custGeom>
              <a:avLst/>
              <a:gdLst/>
              <a:ahLst/>
              <a:cxnLst/>
              <a:rect l="l" t="t" r="r" b="b"/>
              <a:pathLst>
                <a:path h="76200">
                  <a:moveTo>
                    <a:pt x="0" y="0"/>
                  </a:moveTo>
                  <a:lnTo>
                    <a:pt x="0" y="76200"/>
                  </a:lnTo>
                </a:path>
              </a:pathLst>
            </a:custGeom>
            <a:ln w="12700">
              <a:solidFill>
                <a:srgbClr val="070154"/>
              </a:solidFill>
              <a:prstDash val="solid"/>
            </a:ln>
          </p:spPr>
        </p:sp>
        <p:sp>
          <p:nvSpPr>
            <p:cNvPr id="13" name="node01.tick-5"/>
            <p:cNvSpPr/>
            <p:nvPr/>
          </p:nvSpPr>
          <p:spPr>
            <a:xfrm>
              <a:off x="7439025" y="2057400"/>
              <a:ext cx="0" cy="76200"/>
            </a:xfrm>
            <a:custGeom>
              <a:avLst/>
              <a:gdLst/>
              <a:ahLst/>
              <a:cxnLst/>
              <a:rect l="l" t="t" r="r" b="b"/>
              <a:pathLst>
                <a:path h="76200">
                  <a:moveTo>
                    <a:pt x="0" y="0"/>
                  </a:moveTo>
                  <a:lnTo>
                    <a:pt x="0" y="76200"/>
                  </a:lnTo>
                </a:path>
              </a:pathLst>
            </a:custGeom>
            <a:ln w="12700">
              <a:solidFill>
                <a:srgbClr val="070154"/>
              </a:solidFill>
              <a:prstDash val="solid"/>
            </a:ln>
          </p:spPr>
        </p:sp>
        <p:sp>
          <p:nvSpPr>
            <p:cNvPr id="14" name="node01.tick-6"/>
            <p:cNvSpPr/>
            <p:nvPr/>
          </p:nvSpPr>
          <p:spPr>
            <a:xfrm>
              <a:off x="8782050" y="2057400"/>
              <a:ext cx="0" cy="76200"/>
            </a:xfrm>
            <a:custGeom>
              <a:avLst/>
              <a:gdLst/>
              <a:ahLst/>
              <a:cxnLst/>
              <a:rect l="l" t="t" r="r" b="b"/>
              <a:pathLst>
                <a:path h="76200">
                  <a:moveTo>
                    <a:pt x="0" y="0"/>
                  </a:moveTo>
                  <a:lnTo>
                    <a:pt x="0" y="76200"/>
                  </a:lnTo>
                </a:path>
              </a:pathLst>
            </a:custGeom>
            <a:ln w="12700">
              <a:solidFill>
                <a:srgbClr val="070154"/>
              </a:solidFill>
              <a:prstDash val="solid"/>
            </a:ln>
          </p:spPr>
        </p:sp>
        <p:sp>
          <p:nvSpPr>
            <p:cNvPr id="15" name="node01.tick-7"/>
            <p:cNvSpPr/>
            <p:nvPr/>
          </p:nvSpPr>
          <p:spPr>
            <a:xfrm>
              <a:off x="10125075" y="2057400"/>
              <a:ext cx="0" cy="76200"/>
            </a:xfrm>
            <a:custGeom>
              <a:avLst/>
              <a:gdLst/>
              <a:ahLst/>
              <a:cxnLst/>
              <a:rect l="l" t="t" r="r" b="b"/>
              <a:pathLst>
                <a:path h="76200">
                  <a:moveTo>
                    <a:pt x="0" y="0"/>
                  </a:moveTo>
                  <a:lnTo>
                    <a:pt x="0" y="76200"/>
                  </a:lnTo>
                </a:path>
              </a:pathLst>
            </a:custGeom>
            <a:ln w="12700">
              <a:solidFill>
                <a:srgbClr val="070154"/>
              </a:solidFill>
              <a:prstDash val="solid"/>
            </a:ln>
          </p:spPr>
        </p:sp>
        <p:sp>
          <p:nvSpPr>
            <p:cNvPr id="16" name="node01.tick-8"/>
            <p:cNvSpPr/>
            <p:nvPr/>
          </p:nvSpPr>
          <p:spPr>
            <a:xfrm>
              <a:off x="11468100" y="2057400"/>
              <a:ext cx="0" cy="76200"/>
            </a:xfrm>
            <a:custGeom>
              <a:avLst/>
              <a:gdLst/>
              <a:ahLst/>
              <a:cxnLst/>
              <a:rect l="l" t="t" r="r" b="b"/>
              <a:pathLst>
                <a:path h="76200">
                  <a:moveTo>
                    <a:pt x="0" y="0"/>
                  </a:moveTo>
                  <a:lnTo>
                    <a:pt x="0" y="76200"/>
                  </a:lnTo>
                </a:path>
              </a:pathLst>
            </a:custGeom>
            <a:ln w="12700">
              <a:solidFill>
                <a:srgbClr val="070154"/>
              </a:solidFill>
              <a:prstDash val="solid"/>
            </a:ln>
          </p:spPr>
        </p:sp>
        <p:sp>
          <p:nvSpPr>
            <p:cNvPr id="17" name="node01.periods.slot-001"/>
            <p:cNvSpPr/>
            <p:nvPr/>
          </p:nvSpPr>
          <p:spPr>
            <a:xfrm>
              <a:off x="723900" y="2209800"/>
              <a:ext cx="1343025"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Medium"/>
                  <a:ea typeface="IBM Plex Mono Medium"/>
                  <a:cs typeface="IBM Plex Mono Medium"/>
                </a:rPr>
                <a:t>T-12H</a:t>
              </a:r>
              <a:endParaRPr lang="en-US" sz="900" spc="54" kern="0" b="0" i="0" dirty="0">
                <a:solidFill>
                  <a:srgbClr val="50658E"/>
                </a:solidFill>
                <a:latin typeface="IBM Plex Mono Medium"/>
                <a:ea typeface="IBM Plex Mono Medium"/>
                <a:cs typeface="IBM Plex Mono Medium"/>
              </a:endParaRPr>
            </a:p>
          </p:txBody>
        </p:sp>
        <p:sp>
          <p:nvSpPr>
            <p:cNvPr id="18" name="node01.periods.slot-002"/>
            <p:cNvSpPr/>
            <p:nvPr/>
          </p:nvSpPr>
          <p:spPr>
            <a:xfrm>
              <a:off x="2066925" y="2209800"/>
              <a:ext cx="1343025"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Medium"/>
                  <a:ea typeface="IBM Plex Mono Medium"/>
                  <a:cs typeface="IBM Plex Mono Medium"/>
                </a:rPr>
                <a:t>T-6H</a:t>
              </a:r>
              <a:endParaRPr lang="en-US" sz="900" spc="54" kern="0" b="0" i="0" dirty="0">
                <a:solidFill>
                  <a:srgbClr val="50658E"/>
                </a:solidFill>
                <a:latin typeface="IBM Plex Mono Medium"/>
                <a:ea typeface="IBM Plex Mono Medium"/>
                <a:cs typeface="IBM Plex Mono Medium"/>
              </a:endParaRPr>
            </a:p>
          </p:txBody>
        </p:sp>
        <p:sp>
          <p:nvSpPr>
            <p:cNvPr id="19" name="node01.periods.slot-003"/>
            <p:cNvSpPr/>
            <p:nvPr/>
          </p:nvSpPr>
          <p:spPr>
            <a:xfrm>
              <a:off x="3409950" y="2209800"/>
              <a:ext cx="1343025"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Medium"/>
                  <a:ea typeface="IBM Plex Mono Medium"/>
                  <a:cs typeface="IBM Plex Mono Medium"/>
                </a:rPr>
                <a:t>T-0</a:t>
              </a:r>
              <a:endParaRPr lang="en-US" sz="900" spc="54" kern="0" b="0" i="0" dirty="0">
                <a:solidFill>
                  <a:srgbClr val="50658E"/>
                </a:solidFill>
                <a:latin typeface="IBM Plex Mono Medium"/>
                <a:ea typeface="IBM Plex Mono Medium"/>
                <a:cs typeface="IBM Plex Mono Medium"/>
              </a:endParaRPr>
            </a:p>
          </p:txBody>
        </p:sp>
        <p:sp>
          <p:nvSpPr>
            <p:cNvPr id="20" name="node01.periods.slot-004"/>
            <p:cNvSpPr/>
            <p:nvPr/>
          </p:nvSpPr>
          <p:spPr>
            <a:xfrm>
              <a:off x="4752975" y="2209800"/>
              <a:ext cx="1343025"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Medium"/>
                  <a:ea typeface="IBM Plex Mono Medium"/>
                  <a:cs typeface="IBM Plex Mono Medium"/>
                </a:rPr>
                <a:t>T+6H</a:t>
              </a:r>
              <a:endParaRPr lang="en-US" sz="900" spc="54" kern="0" b="0" i="0" dirty="0">
                <a:solidFill>
                  <a:srgbClr val="50658E"/>
                </a:solidFill>
                <a:latin typeface="IBM Plex Mono Medium"/>
                <a:ea typeface="IBM Plex Mono Medium"/>
                <a:cs typeface="IBM Plex Mono Medium"/>
              </a:endParaRPr>
            </a:p>
          </p:txBody>
        </p:sp>
        <p:sp>
          <p:nvSpPr>
            <p:cNvPr id="21" name="node01.periods.slot-005"/>
            <p:cNvSpPr/>
            <p:nvPr/>
          </p:nvSpPr>
          <p:spPr>
            <a:xfrm>
              <a:off x="6096000" y="2209800"/>
              <a:ext cx="1343025"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Medium"/>
                  <a:ea typeface="IBM Plex Mono Medium"/>
                  <a:cs typeface="IBM Plex Mono Medium"/>
                </a:rPr>
                <a:t>T+12H</a:t>
              </a:r>
              <a:endParaRPr lang="en-US" sz="900" spc="54" kern="0" b="0" i="0" dirty="0">
                <a:solidFill>
                  <a:srgbClr val="50658E"/>
                </a:solidFill>
                <a:latin typeface="IBM Plex Mono Medium"/>
                <a:ea typeface="IBM Plex Mono Medium"/>
                <a:cs typeface="IBM Plex Mono Medium"/>
              </a:endParaRPr>
            </a:p>
          </p:txBody>
        </p:sp>
        <p:sp>
          <p:nvSpPr>
            <p:cNvPr id="22" name="node01.periods.slot-006"/>
            <p:cNvSpPr/>
            <p:nvPr/>
          </p:nvSpPr>
          <p:spPr>
            <a:xfrm>
              <a:off x="7439025" y="2209800"/>
              <a:ext cx="1343025"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Medium"/>
                  <a:ea typeface="IBM Plex Mono Medium"/>
                  <a:cs typeface="IBM Plex Mono Medium"/>
                </a:rPr>
                <a:t>T+18H</a:t>
              </a:r>
              <a:endParaRPr lang="en-US" sz="900" spc="54" kern="0" b="0" i="0" dirty="0">
                <a:solidFill>
                  <a:srgbClr val="50658E"/>
                </a:solidFill>
                <a:latin typeface="IBM Plex Mono Medium"/>
                <a:ea typeface="IBM Plex Mono Medium"/>
                <a:cs typeface="IBM Plex Mono Medium"/>
              </a:endParaRPr>
            </a:p>
          </p:txBody>
        </p:sp>
        <p:sp>
          <p:nvSpPr>
            <p:cNvPr id="23" name="node01.periods.slot-007"/>
            <p:cNvSpPr/>
            <p:nvPr/>
          </p:nvSpPr>
          <p:spPr>
            <a:xfrm>
              <a:off x="8782050" y="2209800"/>
              <a:ext cx="1343025"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Medium"/>
                  <a:ea typeface="IBM Plex Mono Medium"/>
                  <a:cs typeface="IBM Plex Mono Medium"/>
                </a:rPr>
                <a:t>T+24H</a:t>
              </a:r>
              <a:endParaRPr lang="en-US" sz="900" spc="54" kern="0" b="0" i="0" dirty="0">
                <a:solidFill>
                  <a:srgbClr val="50658E"/>
                </a:solidFill>
                <a:latin typeface="IBM Plex Mono Medium"/>
                <a:ea typeface="IBM Plex Mono Medium"/>
                <a:cs typeface="IBM Plex Mono Medium"/>
              </a:endParaRPr>
            </a:p>
          </p:txBody>
        </p:sp>
        <p:sp>
          <p:nvSpPr>
            <p:cNvPr id="24" name="node01.periods.slot-008"/>
            <p:cNvSpPr/>
            <p:nvPr/>
          </p:nvSpPr>
          <p:spPr>
            <a:xfrm>
              <a:off x="10125075" y="2209800"/>
              <a:ext cx="1343025"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Medium"/>
                  <a:ea typeface="IBM Plex Mono Medium"/>
                  <a:cs typeface="IBM Plex Mono Medium"/>
                </a:rPr>
                <a:t>T+36H</a:t>
              </a:r>
              <a:endParaRPr lang="en-US" sz="900" spc="54" kern="0" b="0" i="0" dirty="0">
                <a:solidFill>
                  <a:srgbClr val="50658E"/>
                </a:solidFill>
                <a:latin typeface="IBM Plex Mono Medium"/>
                <a:ea typeface="IBM Plex Mono Medium"/>
                <a:cs typeface="IBM Plex Mono Medium"/>
              </a:endParaRPr>
            </a:p>
          </p:txBody>
        </p:sp>
        <p:sp>
          <p:nvSpPr>
            <p:cNvPr id="25" name="node01.milestones.slot-001.marker"/>
            <p:cNvSpPr/>
            <p:nvPr/>
          </p:nvSpPr>
          <p:spPr>
            <a:xfrm>
              <a:off x="1977123" y="1967598"/>
              <a:ext cx="179603" cy="179603"/>
            </a:xfrm>
            <a:prstGeom prst="diamond">
              <a:avLst/>
            </a:prstGeom>
            <a:solidFill>
              <a:srgbClr val="070154"/>
            </a:solidFill>
            <a:ln>
              <a:noFill/>
            </a:ln>
          </p:spPr>
        </p:sp>
        <p:sp>
          <p:nvSpPr>
            <p:cNvPr id="26" name="node01.milestones.slot-001.label"/>
            <p:cNvSpPr/>
            <p:nvPr/>
          </p:nvSpPr>
          <p:spPr>
            <a:xfrm>
              <a:off x="1152525" y="1676400"/>
              <a:ext cx="1828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SemiBold"/>
                  <a:ea typeface="IBM Plex Sans SemiBold"/>
                  <a:cs typeface="IBM Plex Sans SemiBold"/>
                </a:rPr>
                <a:t>G1 · Ready to freeze</a:t>
              </a:r>
              <a:endParaRPr lang="en-US" sz="1200" spc="0" kern="0" b="0" i="0" dirty="0">
                <a:solidFill>
                  <a:srgbClr val="070154"/>
                </a:solidFill>
                <a:latin typeface="IBM Plex Sans SemiBold"/>
                <a:ea typeface="IBM Plex Sans SemiBold"/>
                <a:cs typeface="IBM Plex Sans SemiBold"/>
              </a:endParaRPr>
            </a:p>
          </p:txBody>
        </p:sp>
        <p:sp>
          <p:nvSpPr>
            <p:cNvPr id="27" name="node01.milestones.slot-002.marker"/>
            <p:cNvSpPr/>
            <p:nvPr/>
          </p:nvSpPr>
          <p:spPr>
            <a:xfrm>
              <a:off x="4931778" y="1967598"/>
              <a:ext cx="179603" cy="179603"/>
            </a:xfrm>
            <a:prstGeom prst="diamond">
              <a:avLst/>
            </a:prstGeom>
            <a:solidFill>
              <a:srgbClr val="070154"/>
            </a:solidFill>
            <a:ln>
              <a:noFill/>
            </a:ln>
          </p:spPr>
        </p:sp>
        <p:sp>
          <p:nvSpPr>
            <p:cNvPr id="28" name="node01.milestones.slot-002.label"/>
            <p:cNvSpPr/>
            <p:nvPr/>
          </p:nvSpPr>
          <p:spPr>
            <a:xfrm>
              <a:off x="4107180" y="1676400"/>
              <a:ext cx="1828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SemiBold"/>
                  <a:ea typeface="IBM Plex Sans SemiBold"/>
                  <a:cs typeface="IBM Plex Sans SemiBold"/>
                </a:rPr>
                <a:t>G2 · Data tied out</a:t>
              </a:r>
              <a:endParaRPr lang="en-US" sz="1200" spc="0" kern="0" b="0" i="0" dirty="0">
                <a:solidFill>
                  <a:srgbClr val="070154"/>
                </a:solidFill>
                <a:latin typeface="IBM Plex Sans SemiBold"/>
                <a:ea typeface="IBM Plex Sans SemiBold"/>
                <a:cs typeface="IBM Plex Sans SemiBold"/>
              </a:endParaRPr>
            </a:p>
          </p:txBody>
        </p:sp>
        <p:sp>
          <p:nvSpPr>
            <p:cNvPr id="29" name="node01.milestones.slot-003.marker"/>
            <p:cNvSpPr/>
            <p:nvPr/>
          </p:nvSpPr>
          <p:spPr>
            <a:xfrm>
              <a:off x="6865734" y="1967598"/>
              <a:ext cx="179603" cy="179603"/>
            </a:xfrm>
            <a:prstGeom prst="diamond">
              <a:avLst/>
            </a:prstGeom>
            <a:solidFill>
              <a:srgbClr val="070154"/>
            </a:solidFill>
            <a:ln>
              <a:noFill/>
            </a:ln>
          </p:spPr>
        </p:sp>
        <p:sp>
          <p:nvSpPr>
            <p:cNvPr id="30" name="node01.milestones.slot-003.label"/>
            <p:cNvSpPr/>
            <p:nvPr/>
          </p:nvSpPr>
          <p:spPr>
            <a:xfrm>
              <a:off x="6041136" y="1676400"/>
              <a:ext cx="1828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SemiBold"/>
                  <a:ea typeface="IBM Plex Sans SemiBold"/>
                  <a:cs typeface="IBM Plex Sans SemiBold"/>
                </a:rPr>
                <a:t>G3 · Open ledger</a:t>
              </a:r>
              <a:endParaRPr lang="en-US" sz="1200" spc="0" kern="0" b="0" i="0" dirty="0">
                <a:solidFill>
                  <a:srgbClr val="070154"/>
                </a:solidFill>
                <a:latin typeface="IBM Plex Sans SemiBold"/>
                <a:ea typeface="IBM Plex Sans SemiBold"/>
                <a:cs typeface="IBM Plex Sans SemiBold"/>
              </a:endParaRPr>
            </a:p>
          </p:txBody>
        </p:sp>
        <p:sp>
          <p:nvSpPr>
            <p:cNvPr id="31" name="node01.milestones.slot-004.marker"/>
            <p:cNvSpPr/>
            <p:nvPr/>
          </p:nvSpPr>
          <p:spPr>
            <a:xfrm>
              <a:off x="10303878" y="1967598"/>
              <a:ext cx="179603" cy="179603"/>
            </a:xfrm>
            <a:prstGeom prst="diamond">
              <a:avLst/>
            </a:prstGeom>
            <a:solidFill>
              <a:srgbClr val="070154"/>
            </a:solidFill>
            <a:ln>
              <a:noFill/>
            </a:ln>
          </p:spPr>
        </p:sp>
        <p:sp>
          <p:nvSpPr>
            <p:cNvPr id="32" name="node01.milestones.slot-004.label"/>
            <p:cNvSpPr/>
            <p:nvPr/>
          </p:nvSpPr>
          <p:spPr>
            <a:xfrm>
              <a:off x="9479280" y="1676400"/>
              <a:ext cx="1828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SemiBold"/>
                  <a:ea typeface="IBM Plex Sans SemiBold"/>
                  <a:cs typeface="IBM Plex Sans SemiBold"/>
                </a:rPr>
                <a:t>G4 · Exit to hypercare</a:t>
              </a:r>
              <a:endParaRPr lang="en-US" sz="1200" spc="0" kern="0" b="0" i="0" dirty="0">
                <a:solidFill>
                  <a:srgbClr val="070154"/>
                </a:solidFill>
                <a:latin typeface="IBM Plex Sans SemiBold"/>
                <a:ea typeface="IBM Plex Sans SemiBold"/>
                <a:cs typeface="IBM Plex Sans SemiBold"/>
              </a:endParaRPr>
            </a:p>
          </p:txBody>
        </p:sp>
      </p:grpSp>
      <p:grpSp>
        <p:nvGrpSpPr>
          <p:cNvPr id="70" name="node02"/>
          <p:cNvGrpSpPr/>
          <p:nvPr/>
        </p:nvGrpSpPr>
        <p:grpSpPr>
          <a:xfrm>
            <a:off x="723900" y="2743200"/>
            <a:ext cx="2514600" cy="2057400"/>
            <a:chOff x="723900" y="2743200"/>
            <a:chExt cx="2514600" cy="2057400"/>
          </a:xfrm>
        </p:grpSpPr>
        <p:sp>
          <p:nvSpPr>
            <p:cNvPr id="33" name="node02.container"/>
            <p:cNvSpPr/>
            <p:nvPr/>
          </p:nvSpPr>
          <p:spPr>
            <a:xfrm>
              <a:off x="723900" y="2743200"/>
              <a:ext cx="2514600" cy="2057400"/>
            </a:xfrm>
            <a:prstGeom prst="rect">
              <a:avLst/>
            </a:prstGeom>
            <a:solidFill>
              <a:srgbClr val="E8EEF8"/>
            </a:solidFill>
            <a:ln>
              <a:noFill/>
            </a:ln>
          </p:spPr>
        </p:sp>
        <p:sp>
          <p:nvSpPr>
            <p:cNvPr id="34" name="node02.label"/>
            <p:cNvSpPr/>
            <p:nvPr/>
          </p:nvSpPr>
          <p:spPr>
            <a:xfrm>
              <a:off x="876300" y="2895600"/>
              <a:ext cx="2209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T-12H TO T-0</a:t>
              </a:r>
              <a:endParaRPr lang="en-US" sz="900" spc="54" kern="0" b="0" i="0" dirty="0">
                <a:solidFill>
                  <a:srgbClr val="0047FF"/>
                </a:solidFill>
                <a:latin typeface="IBM Plex Mono Medium"/>
                <a:ea typeface="IBM Plex Mono Medium"/>
                <a:cs typeface="IBM Plex Mono Medium"/>
              </a:endParaRPr>
            </a:p>
          </p:txBody>
        </p:sp>
        <p:sp>
          <p:nvSpPr>
            <p:cNvPr id="35" name="node02.title"/>
            <p:cNvSpPr/>
            <p:nvPr/>
          </p:nvSpPr>
          <p:spPr>
            <a:xfrm>
              <a:off x="876300" y="3086100"/>
              <a:ext cx="22098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Prepare</a:t>
              </a:r>
              <a:endParaRPr lang="en-US" sz="1800" spc="-18" kern="0" b="0" i="0" dirty="0">
                <a:solidFill>
                  <a:srgbClr val="070154"/>
                </a:solidFill>
                <a:latin typeface="IBM Plex Sans SemiBold"/>
                <a:ea typeface="IBM Plex Sans SemiBold"/>
                <a:cs typeface="IBM Plex Sans SemiBold"/>
              </a:endParaRPr>
            </a:p>
          </p:txBody>
        </p:sp>
        <p:sp>
          <p:nvSpPr>
            <p:cNvPr id="36" name="node02.body.item-001.bullets.item-001.marker"/>
            <p:cNvSpPr/>
            <p:nvPr/>
          </p:nvSpPr>
          <p:spPr>
            <a:xfrm>
              <a:off x="876300" y="3594100"/>
              <a:ext cx="38100" cy="38100"/>
            </a:xfrm>
            <a:prstGeom prst="rect">
              <a:avLst/>
            </a:prstGeom>
            <a:solidFill>
              <a:srgbClr val="070154"/>
            </a:solidFill>
            <a:ln>
              <a:noFill/>
            </a:ln>
          </p:spPr>
        </p:sp>
        <p:sp>
          <p:nvSpPr>
            <p:cNvPr id="37" name="node02.body.item-001.bullets.item-001.text"/>
            <p:cNvSpPr/>
            <p:nvPr/>
          </p:nvSpPr>
          <p:spPr>
            <a:xfrm>
              <a:off x="1028700" y="3505200"/>
              <a:ext cx="2057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Sign the rollback plan</a:t>
              </a:r>
              <a:endParaRPr lang="en-US" sz="1200" spc="0" kern="0" b="0" i="0" dirty="0">
                <a:solidFill>
                  <a:srgbClr val="070154"/>
                </a:solidFill>
                <a:latin typeface="IBM Plex Sans"/>
                <a:ea typeface="IBM Plex Sans"/>
                <a:cs typeface="IBM Plex Sans"/>
              </a:endParaRPr>
            </a:p>
          </p:txBody>
        </p:sp>
        <p:sp>
          <p:nvSpPr>
            <p:cNvPr id="38" name="node02.body.item-001.bullets.item-002.marker"/>
            <p:cNvSpPr/>
            <p:nvPr/>
          </p:nvSpPr>
          <p:spPr>
            <a:xfrm>
              <a:off x="876300" y="3860800"/>
              <a:ext cx="38100" cy="38100"/>
            </a:xfrm>
            <a:prstGeom prst="rect">
              <a:avLst/>
            </a:prstGeom>
            <a:solidFill>
              <a:srgbClr val="070154"/>
            </a:solidFill>
            <a:ln>
              <a:noFill/>
            </a:ln>
          </p:spPr>
        </p:sp>
        <p:sp>
          <p:nvSpPr>
            <p:cNvPr id="39" name="node02.body.item-001.bullets.item-002.text"/>
            <p:cNvSpPr/>
            <p:nvPr/>
          </p:nvSpPr>
          <p:spPr>
            <a:xfrm>
              <a:off x="1028700" y="3771900"/>
              <a:ext cx="2057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Open the support bridge</a:t>
              </a:r>
              <a:endParaRPr lang="en-US" sz="1200" spc="0" kern="0" b="0" i="0" dirty="0">
                <a:solidFill>
                  <a:srgbClr val="070154"/>
                </a:solidFill>
                <a:latin typeface="IBM Plex Sans"/>
                <a:ea typeface="IBM Plex Sans"/>
                <a:cs typeface="IBM Plex Sans"/>
              </a:endParaRPr>
            </a:p>
          </p:txBody>
        </p:sp>
      </p:grpSp>
      <p:grpSp>
        <p:nvGrpSpPr>
          <p:cNvPr id="71" name="node03"/>
          <p:cNvGrpSpPr/>
          <p:nvPr/>
        </p:nvGrpSpPr>
        <p:grpSpPr>
          <a:xfrm>
            <a:off x="723900" y="5029200"/>
            <a:ext cx="2514600" cy="914400"/>
            <a:chOff x="723900" y="5029200"/>
            <a:chExt cx="2514600" cy="914400"/>
          </a:xfrm>
        </p:grpSpPr>
        <p:sp>
          <p:nvSpPr>
            <p:cNvPr id="40" name="node03.surface"/>
            <p:cNvSpPr/>
            <p:nvPr/>
          </p:nvSpPr>
          <p:spPr>
            <a:xfrm>
              <a:off x="723900" y="5029200"/>
              <a:ext cx="2514600" cy="914400"/>
            </a:xfrm>
            <a:prstGeom prst="rect">
              <a:avLst/>
            </a:prstGeom>
            <a:solidFill>
              <a:srgbClr val="070154"/>
            </a:solidFill>
            <a:ln>
              <a:noFill/>
            </a:ln>
          </p:spPr>
        </p:sp>
        <p:sp>
          <p:nvSpPr>
            <p:cNvPr id="41" name="node03.text"/>
            <p:cNvSpPr/>
            <p:nvPr/>
          </p:nvSpPr>
          <p:spPr>
            <a:xfrm>
              <a:off x="876300" y="5257800"/>
              <a:ext cx="22098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G1 · Cutover lead confirms rollback and bridge ready</a:t>
              </a:r>
              <a:endParaRPr lang="en-US" sz="1200" spc="0" kern="0" b="0" i="0" dirty="0">
                <a:solidFill>
                  <a:srgbClr val="FFFFFF"/>
                </a:solidFill>
                <a:latin typeface="IBM Plex Sans"/>
                <a:ea typeface="IBM Plex Sans"/>
                <a:cs typeface="IBM Plex Sans"/>
              </a:endParaRPr>
            </a:p>
          </p:txBody>
        </p:sp>
      </p:grpSp>
      <p:grpSp>
        <p:nvGrpSpPr>
          <p:cNvPr id="72" name="node04"/>
          <p:cNvGrpSpPr/>
          <p:nvPr/>
        </p:nvGrpSpPr>
        <p:grpSpPr>
          <a:xfrm>
            <a:off x="3467100" y="2743200"/>
            <a:ext cx="2514600" cy="2057400"/>
            <a:chOff x="3467100" y="2743200"/>
            <a:chExt cx="2514600" cy="2057400"/>
          </a:xfrm>
        </p:grpSpPr>
        <p:sp>
          <p:nvSpPr>
            <p:cNvPr id="42" name="node04.container"/>
            <p:cNvSpPr/>
            <p:nvPr/>
          </p:nvSpPr>
          <p:spPr>
            <a:xfrm>
              <a:off x="3467100" y="2743200"/>
              <a:ext cx="2514600" cy="2057400"/>
            </a:xfrm>
            <a:prstGeom prst="rect">
              <a:avLst/>
            </a:prstGeom>
            <a:solidFill>
              <a:srgbClr val="E8EEF8"/>
            </a:solidFill>
            <a:ln>
              <a:noFill/>
            </a:ln>
          </p:spPr>
        </p:sp>
        <p:sp>
          <p:nvSpPr>
            <p:cNvPr id="43" name="node04.label"/>
            <p:cNvSpPr/>
            <p:nvPr/>
          </p:nvSpPr>
          <p:spPr>
            <a:xfrm>
              <a:off x="3619500" y="2895600"/>
              <a:ext cx="2209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T-0 TO T+6H</a:t>
              </a:r>
              <a:endParaRPr lang="en-US" sz="900" spc="54" kern="0" b="0" i="0" dirty="0">
                <a:solidFill>
                  <a:srgbClr val="0047FF"/>
                </a:solidFill>
                <a:latin typeface="IBM Plex Mono Medium"/>
                <a:ea typeface="IBM Plex Mono Medium"/>
                <a:cs typeface="IBM Plex Mono Medium"/>
              </a:endParaRPr>
            </a:p>
          </p:txBody>
        </p:sp>
        <p:sp>
          <p:nvSpPr>
            <p:cNvPr id="44" name="node04.title"/>
            <p:cNvSpPr/>
            <p:nvPr/>
          </p:nvSpPr>
          <p:spPr>
            <a:xfrm>
              <a:off x="3619500" y="3086100"/>
              <a:ext cx="22098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Freeze and migrate</a:t>
              </a:r>
              <a:endParaRPr lang="en-US" sz="1800" spc="-18" kern="0" b="0" i="0" dirty="0">
                <a:solidFill>
                  <a:srgbClr val="070154"/>
                </a:solidFill>
                <a:latin typeface="IBM Plex Sans SemiBold"/>
                <a:ea typeface="IBM Plex Sans SemiBold"/>
                <a:cs typeface="IBM Plex Sans SemiBold"/>
              </a:endParaRPr>
            </a:p>
          </p:txBody>
        </p:sp>
        <p:sp>
          <p:nvSpPr>
            <p:cNvPr id="45" name="node04.body.item-001.bullets.item-001.marker"/>
            <p:cNvSpPr/>
            <p:nvPr/>
          </p:nvSpPr>
          <p:spPr>
            <a:xfrm>
              <a:off x="3619500" y="3594100"/>
              <a:ext cx="38100" cy="38100"/>
            </a:xfrm>
            <a:prstGeom prst="rect">
              <a:avLst/>
            </a:prstGeom>
            <a:solidFill>
              <a:srgbClr val="070154"/>
            </a:solidFill>
            <a:ln>
              <a:noFill/>
            </a:ln>
          </p:spPr>
        </p:sp>
        <p:sp>
          <p:nvSpPr>
            <p:cNvPr id="46" name="node04.body.item-001.bullets.item-001.text"/>
            <p:cNvSpPr/>
            <p:nvPr/>
          </p:nvSpPr>
          <p:spPr>
            <a:xfrm>
              <a:off x="3771900" y="3505200"/>
              <a:ext cx="2057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Lock legacy; take backup</a:t>
              </a:r>
              <a:endParaRPr lang="en-US" sz="1200" spc="0" kern="0" b="0" i="0" dirty="0">
                <a:solidFill>
                  <a:srgbClr val="070154"/>
                </a:solidFill>
                <a:latin typeface="IBM Plex Sans"/>
                <a:ea typeface="IBM Plex Sans"/>
                <a:cs typeface="IBM Plex Sans"/>
              </a:endParaRPr>
            </a:p>
          </p:txBody>
        </p:sp>
        <p:sp>
          <p:nvSpPr>
            <p:cNvPr id="47" name="node04.body.item-001.bullets.item-002.marker"/>
            <p:cNvSpPr/>
            <p:nvPr/>
          </p:nvSpPr>
          <p:spPr>
            <a:xfrm>
              <a:off x="3619500" y="3860800"/>
              <a:ext cx="38100" cy="38100"/>
            </a:xfrm>
            <a:prstGeom prst="rect">
              <a:avLst/>
            </a:prstGeom>
            <a:solidFill>
              <a:srgbClr val="070154"/>
            </a:solidFill>
            <a:ln>
              <a:noFill/>
            </a:ln>
          </p:spPr>
        </p:sp>
        <p:sp>
          <p:nvSpPr>
            <p:cNvPr id="48" name="node04.body.item-001.bullets.item-002.text"/>
            <p:cNvSpPr/>
            <p:nvPr/>
          </p:nvSpPr>
          <p:spPr>
            <a:xfrm>
              <a:off x="3771900" y="3771900"/>
              <a:ext cx="2057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Extract, load and reconcile</a:t>
              </a:r>
              <a:endParaRPr lang="en-US" sz="1200" spc="0" kern="0" b="0" i="0" dirty="0">
                <a:solidFill>
                  <a:srgbClr val="070154"/>
                </a:solidFill>
                <a:latin typeface="IBM Plex Sans"/>
                <a:ea typeface="IBM Plex Sans"/>
                <a:cs typeface="IBM Plex Sans"/>
              </a:endParaRPr>
            </a:p>
          </p:txBody>
        </p:sp>
      </p:grpSp>
      <p:grpSp>
        <p:nvGrpSpPr>
          <p:cNvPr id="73" name="node05"/>
          <p:cNvGrpSpPr/>
          <p:nvPr/>
        </p:nvGrpSpPr>
        <p:grpSpPr>
          <a:xfrm>
            <a:off x="3467100" y="5029200"/>
            <a:ext cx="2514600" cy="914400"/>
            <a:chOff x="3467100" y="5029200"/>
            <a:chExt cx="2514600" cy="914400"/>
          </a:xfrm>
        </p:grpSpPr>
        <p:sp>
          <p:nvSpPr>
            <p:cNvPr id="49" name="node05.surface"/>
            <p:cNvSpPr/>
            <p:nvPr/>
          </p:nvSpPr>
          <p:spPr>
            <a:xfrm>
              <a:off x="3467100" y="5029200"/>
              <a:ext cx="2514600" cy="914400"/>
            </a:xfrm>
            <a:prstGeom prst="rect">
              <a:avLst/>
            </a:prstGeom>
            <a:solidFill>
              <a:srgbClr val="070154"/>
            </a:solidFill>
            <a:ln>
              <a:noFill/>
            </a:ln>
          </p:spPr>
        </p:sp>
        <p:sp>
          <p:nvSpPr>
            <p:cNvPr id="50" name="node05.text"/>
            <p:cNvSpPr/>
            <p:nvPr/>
          </p:nvSpPr>
          <p:spPr>
            <a:xfrm>
              <a:off x="3619500" y="5257800"/>
              <a:ext cx="22098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G2 · Controller confirms balances tie to legacy</a:t>
              </a:r>
              <a:endParaRPr lang="en-US" sz="1200" spc="0" kern="0" b="0" i="0" dirty="0">
                <a:solidFill>
                  <a:srgbClr val="FFFFFF"/>
                </a:solidFill>
                <a:latin typeface="IBM Plex Sans"/>
                <a:ea typeface="IBM Plex Sans"/>
                <a:cs typeface="IBM Plex Sans"/>
              </a:endParaRPr>
            </a:p>
          </p:txBody>
        </p:sp>
      </p:grpSp>
      <p:grpSp>
        <p:nvGrpSpPr>
          <p:cNvPr id="74" name="node06"/>
          <p:cNvGrpSpPr/>
          <p:nvPr/>
        </p:nvGrpSpPr>
        <p:grpSpPr>
          <a:xfrm>
            <a:off x="6210300" y="2743200"/>
            <a:ext cx="2514600" cy="2057400"/>
            <a:chOff x="6210300" y="2743200"/>
            <a:chExt cx="2514600" cy="2057400"/>
          </a:xfrm>
        </p:grpSpPr>
        <p:sp>
          <p:nvSpPr>
            <p:cNvPr id="51" name="node06.container"/>
            <p:cNvSpPr/>
            <p:nvPr/>
          </p:nvSpPr>
          <p:spPr>
            <a:xfrm>
              <a:off x="6210300" y="2743200"/>
              <a:ext cx="2514600" cy="2057400"/>
            </a:xfrm>
            <a:prstGeom prst="rect">
              <a:avLst/>
            </a:prstGeom>
            <a:solidFill>
              <a:srgbClr val="E8EEF8"/>
            </a:solidFill>
            <a:ln>
              <a:noFill/>
            </a:ln>
          </p:spPr>
        </p:sp>
        <p:sp>
          <p:nvSpPr>
            <p:cNvPr id="52" name="node06.label"/>
            <p:cNvSpPr/>
            <p:nvPr/>
          </p:nvSpPr>
          <p:spPr>
            <a:xfrm>
              <a:off x="6362700" y="2895600"/>
              <a:ext cx="2209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T+6H TO T+12H</a:t>
              </a:r>
              <a:endParaRPr lang="en-US" sz="900" spc="54" kern="0" b="0" i="0" dirty="0">
                <a:solidFill>
                  <a:srgbClr val="0047FF"/>
                </a:solidFill>
                <a:latin typeface="IBM Plex Mono Medium"/>
                <a:ea typeface="IBM Plex Mono Medium"/>
                <a:cs typeface="IBM Plex Mono Medium"/>
              </a:endParaRPr>
            </a:p>
          </p:txBody>
        </p:sp>
        <p:sp>
          <p:nvSpPr>
            <p:cNvPr id="53" name="node06.title"/>
            <p:cNvSpPr/>
            <p:nvPr/>
          </p:nvSpPr>
          <p:spPr>
            <a:xfrm>
              <a:off x="6362700" y="3086100"/>
              <a:ext cx="22098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Validate and open</a:t>
              </a:r>
              <a:endParaRPr lang="en-US" sz="1800" spc="-18" kern="0" b="0" i="0" dirty="0">
                <a:solidFill>
                  <a:srgbClr val="070154"/>
                </a:solidFill>
                <a:latin typeface="IBM Plex Sans SemiBold"/>
                <a:ea typeface="IBM Plex Sans SemiBold"/>
                <a:cs typeface="IBM Plex Sans SemiBold"/>
              </a:endParaRPr>
            </a:p>
          </p:txBody>
        </p:sp>
        <p:sp>
          <p:nvSpPr>
            <p:cNvPr id="54" name="node06.body.item-001.bullets.item-001.marker"/>
            <p:cNvSpPr/>
            <p:nvPr/>
          </p:nvSpPr>
          <p:spPr>
            <a:xfrm>
              <a:off x="6362700" y="3594100"/>
              <a:ext cx="38100" cy="38100"/>
            </a:xfrm>
            <a:prstGeom prst="rect">
              <a:avLst/>
            </a:prstGeom>
            <a:solidFill>
              <a:srgbClr val="070154"/>
            </a:solidFill>
            <a:ln>
              <a:noFill/>
            </a:ln>
          </p:spPr>
        </p:sp>
        <p:sp>
          <p:nvSpPr>
            <p:cNvPr id="55" name="node06.body.item-001.bullets.item-001.text"/>
            <p:cNvSpPr/>
            <p:nvPr/>
          </p:nvSpPr>
          <p:spPr>
            <a:xfrm>
              <a:off x="6515100" y="3505200"/>
              <a:ext cx="20574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Switch interfaces; test posting</a:t>
              </a:r>
              <a:endParaRPr lang="en-US" sz="1200" spc="0" kern="0" b="0" i="0" dirty="0">
                <a:solidFill>
                  <a:srgbClr val="070154"/>
                </a:solidFill>
                <a:latin typeface="IBM Plex Sans"/>
                <a:ea typeface="IBM Plex Sans"/>
                <a:cs typeface="IBM Plex Sans"/>
              </a:endParaRPr>
            </a:p>
          </p:txBody>
        </p:sp>
        <p:sp>
          <p:nvSpPr>
            <p:cNvPr id="56" name="node06.body.item-001.bullets.item-002.marker"/>
            <p:cNvSpPr/>
            <p:nvPr/>
          </p:nvSpPr>
          <p:spPr>
            <a:xfrm>
              <a:off x="6362700" y="4089400"/>
              <a:ext cx="38100" cy="38100"/>
            </a:xfrm>
            <a:prstGeom prst="rect">
              <a:avLst/>
            </a:prstGeom>
            <a:solidFill>
              <a:srgbClr val="070154"/>
            </a:solidFill>
            <a:ln>
              <a:noFill/>
            </a:ln>
          </p:spPr>
        </p:sp>
        <p:sp>
          <p:nvSpPr>
            <p:cNvPr id="57" name="node06.body.item-001.bullets.item-002.text"/>
            <p:cNvSpPr/>
            <p:nvPr/>
          </p:nvSpPr>
          <p:spPr>
            <a:xfrm>
              <a:off x="6515100" y="4000500"/>
              <a:ext cx="2057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Leads sign off balances</a:t>
              </a:r>
              <a:endParaRPr lang="en-US" sz="1200" spc="0" kern="0" b="0" i="0" dirty="0">
                <a:solidFill>
                  <a:srgbClr val="070154"/>
                </a:solidFill>
                <a:latin typeface="IBM Plex Sans"/>
                <a:ea typeface="IBM Plex Sans"/>
                <a:cs typeface="IBM Plex Sans"/>
              </a:endParaRPr>
            </a:p>
          </p:txBody>
        </p:sp>
      </p:grpSp>
      <p:grpSp>
        <p:nvGrpSpPr>
          <p:cNvPr id="75" name="node07"/>
          <p:cNvGrpSpPr/>
          <p:nvPr/>
        </p:nvGrpSpPr>
        <p:grpSpPr>
          <a:xfrm>
            <a:off x="6210300" y="5029200"/>
            <a:ext cx="2514600" cy="914400"/>
            <a:chOff x="6210300" y="5029200"/>
            <a:chExt cx="2514600" cy="914400"/>
          </a:xfrm>
        </p:grpSpPr>
        <p:sp>
          <p:nvSpPr>
            <p:cNvPr id="58" name="node07.surface"/>
            <p:cNvSpPr/>
            <p:nvPr/>
          </p:nvSpPr>
          <p:spPr>
            <a:xfrm>
              <a:off x="6210300" y="5029200"/>
              <a:ext cx="2514600" cy="914400"/>
            </a:xfrm>
            <a:prstGeom prst="rect">
              <a:avLst/>
            </a:prstGeom>
            <a:solidFill>
              <a:srgbClr val="070154"/>
            </a:solidFill>
            <a:ln>
              <a:noFill/>
            </a:ln>
          </p:spPr>
        </p:sp>
        <p:sp>
          <p:nvSpPr>
            <p:cNvPr id="59" name="node07.text"/>
            <p:cNvSpPr/>
            <p:nvPr/>
          </p:nvSpPr>
          <p:spPr>
            <a:xfrm>
              <a:off x="6362700" y="5257800"/>
              <a:ext cx="22098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G3 · Controller opens the ledger to users</a:t>
              </a:r>
              <a:endParaRPr lang="en-US" sz="1200" spc="0" kern="0" b="0" i="0" dirty="0">
                <a:solidFill>
                  <a:srgbClr val="FFFFFF"/>
                </a:solidFill>
                <a:latin typeface="IBM Plex Sans"/>
                <a:ea typeface="IBM Plex Sans"/>
                <a:cs typeface="IBM Plex Sans"/>
              </a:endParaRPr>
            </a:p>
          </p:txBody>
        </p:sp>
      </p:grpSp>
      <p:grpSp>
        <p:nvGrpSpPr>
          <p:cNvPr id="76" name="node08"/>
          <p:cNvGrpSpPr/>
          <p:nvPr/>
        </p:nvGrpSpPr>
        <p:grpSpPr>
          <a:xfrm>
            <a:off x="8953500" y="2743200"/>
            <a:ext cx="2514600" cy="2057400"/>
            <a:chOff x="8953500" y="2743200"/>
            <a:chExt cx="2514600" cy="2057400"/>
          </a:xfrm>
        </p:grpSpPr>
        <p:sp>
          <p:nvSpPr>
            <p:cNvPr id="60" name="node08.container"/>
            <p:cNvSpPr/>
            <p:nvPr/>
          </p:nvSpPr>
          <p:spPr>
            <a:xfrm>
              <a:off x="8953500" y="2743200"/>
              <a:ext cx="2514600" cy="2057400"/>
            </a:xfrm>
            <a:prstGeom prst="rect">
              <a:avLst/>
            </a:prstGeom>
            <a:solidFill>
              <a:srgbClr val="E8EEF8"/>
            </a:solidFill>
            <a:ln>
              <a:noFill/>
            </a:ln>
          </p:spPr>
        </p:sp>
        <p:sp>
          <p:nvSpPr>
            <p:cNvPr id="61" name="node08.label"/>
            <p:cNvSpPr/>
            <p:nvPr/>
          </p:nvSpPr>
          <p:spPr>
            <a:xfrm>
              <a:off x="9105900" y="2895600"/>
              <a:ext cx="2209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T+12H TO T+36H</a:t>
              </a:r>
              <a:endParaRPr lang="en-US" sz="900" spc="54" kern="0" b="0" i="0" dirty="0">
                <a:solidFill>
                  <a:srgbClr val="0047FF"/>
                </a:solidFill>
                <a:latin typeface="IBM Plex Mono Medium"/>
                <a:ea typeface="IBM Plex Mono Medium"/>
                <a:cs typeface="IBM Plex Mono Medium"/>
              </a:endParaRPr>
            </a:p>
          </p:txBody>
        </p:sp>
        <p:sp>
          <p:nvSpPr>
            <p:cNvPr id="62" name="node08.title"/>
            <p:cNvSpPr/>
            <p:nvPr/>
          </p:nvSpPr>
          <p:spPr>
            <a:xfrm>
              <a:off x="9105900" y="3086100"/>
              <a:ext cx="22098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Stabilize</a:t>
              </a:r>
              <a:endParaRPr lang="en-US" sz="1800" spc="-18" kern="0" b="0" i="0" dirty="0">
                <a:solidFill>
                  <a:srgbClr val="070154"/>
                </a:solidFill>
                <a:latin typeface="IBM Plex Sans SemiBold"/>
                <a:ea typeface="IBM Plex Sans SemiBold"/>
                <a:cs typeface="IBM Plex Sans SemiBold"/>
              </a:endParaRPr>
            </a:p>
          </p:txBody>
        </p:sp>
        <p:sp>
          <p:nvSpPr>
            <p:cNvPr id="63" name="node08.body.item-001.bullets.item-001.marker"/>
            <p:cNvSpPr/>
            <p:nvPr/>
          </p:nvSpPr>
          <p:spPr>
            <a:xfrm>
              <a:off x="9105900" y="3594100"/>
              <a:ext cx="38100" cy="38100"/>
            </a:xfrm>
            <a:prstGeom prst="rect">
              <a:avLst/>
            </a:prstGeom>
            <a:solidFill>
              <a:srgbClr val="070154"/>
            </a:solidFill>
            <a:ln>
              <a:noFill/>
            </a:ln>
          </p:spPr>
        </p:sp>
        <p:sp>
          <p:nvSpPr>
            <p:cNvPr id="64" name="node08.body.item-001.bullets.item-001.text"/>
            <p:cNvSpPr/>
            <p:nvPr/>
          </p:nvSpPr>
          <p:spPr>
            <a:xfrm>
              <a:off x="9258300" y="3505200"/>
              <a:ext cx="20574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Watch posting and match rates</a:t>
              </a:r>
              <a:endParaRPr lang="en-US" sz="1200" spc="0" kern="0" b="0" i="0" dirty="0">
                <a:solidFill>
                  <a:srgbClr val="070154"/>
                </a:solidFill>
                <a:latin typeface="IBM Plex Sans"/>
                <a:ea typeface="IBM Plex Sans"/>
                <a:cs typeface="IBM Plex Sans"/>
              </a:endParaRPr>
            </a:p>
          </p:txBody>
        </p:sp>
        <p:sp>
          <p:nvSpPr>
            <p:cNvPr id="65" name="node08.body.item-001.bullets.item-002.marker"/>
            <p:cNvSpPr/>
            <p:nvPr/>
          </p:nvSpPr>
          <p:spPr>
            <a:xfrm>
              <a:off x="9105900" y="4089400"/>
              <a:ext cx="38100" cy="38100"/>
            </a:xfrm>
            <a:prstGeom prst="rect">
              <a:avLst/>
            </a:prstGeom>
            <a:solidFill>
              <a:srgbClr val="070154"/>
            </a:solidFill>
            <a:ln>
              <a:noFill/>
            </a:ln>
          </p:spPr>
        </p:sp>
        <p:sp>
          <p:nvSpPr>
            <p:cNvPr id="66" name="node08.body.item-001.bullets.item-002.text"/>
            <p:cNvSpPr/>
            <p:nvPr/>
          </p:nvSpPr>
          <p:spPr>
            <a:xfrm>
              <a:off x="9258300" y="4000500"/>
              <a:ext cx="2057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Triage defects every 2 hours</a:t>
              </a:r>
              <a:endParaRPr lang="en-US" sz="1200" spc="0" kern="0" b="0" i="0" dirty="0">
                <a:solidFill>
                  <a:srgbClr val="070154"/>
                </a:solidFill>
                <a:latin typeface="IBM Plex Sans"/>
                <a:ea typeface="IBM Plex Sans"/>
                <a:cs typeface="IBM Plex Sans"/>
              </a:endParaRPr>
            </a:p>
          </p:txBody>
        </p:sp>
      </p:grpSp>
      <p:grpSp>
        <p:nvGrpSpPr>
          <p:cNvPr id="77" name="node09"/>
          <p:cNvGrpSpPr/>
          <p:nvPr/>
        </p:nvGrpSpPr>
        <p:grpSpPr>
          <a:xfrm>
            <a:off x="8953500" y="5029200"/>
            <a:ext cx="2514600" cy="914400"/>
            <a:chOff x="8953500" y="5029200"/>
            <a:chExt cx="2514600" cy="914400"/>
          </a:xfrm>
        </p:grpSpPr>
        <p:sp>
          <p:nvSpPr>
            <p:cNvPr id="67" name="node09.surface"/>
            <p:cNvSpPr/>
            <p:nvPr/>
          </p:nvSpPr>
          <p:spPr>
            <a:xfrm>
              <a:off x="8953500" y="5029200"/>
              <a:ext cx="2514600" cy="914400"/>
            </a:xfrm>
            <a:prstGeom prst="rect">
              <a:avLst/>
            </a:prstGeom>
            <a:solidFill>
              <a:srgbClr val="070154"/>
            </a:solidFill>
            <a:ln>
              <a:noFill/>
            </a:ln>
          </p:spPr>
        </p:sp>
        <p:sp>
          <p:nvSpPr>
            <p:cNvPr id="68" name="node09.text"/>
            <p:cNvSpPr/>
            <p:nvPr/>
          </p:nvSpPr>
          <p:spPr>
            <a:xfrm>
              <a:off x="9105900" y="5257800"/>
              <a:ext cx="22098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G4 · Support lead accepts the exit to hypercare</a:t>
              </a:r>
              <a:endParaRPr lang="en-US" sz="1200" spc="0" kern="0" b="0" i="0" dirty="0">
                <a:solidFill>
                  <a:srgbClr val="FFFFFF"/>
                </a:solidFill>
                <a:latin typeface="IBM Plex Sans"/>
                <a:ea typeface="IBM Plex Sans"/>
                <a:cs typeface="IBM Plex Sans"/>
              </a:endParaRPr>
            </a:p>
          </p:txBody>
        </p:sp>
      </p:gr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name="source-464">
    <p:spTree>
      <p:nvGrpSpPr>
        <p:cNvPr id="1" name=""/>
        <p:cNvGrpSpPr/>
        <p:nvPr/>
      </p:nvGrpSpPr>
      <p:grpSpPr>
        <a:xfrm>
          <a:off x="0" y="0"/>
          <a:ext cx="0" cy="0"/>
          <a:chOff x="0" y="0"/>
          <a:chExt cx="0" cy="0"/>
        </a:xfrm>
      </p:grpSpPr>
      <p:sp>
        <p:nvSpPr>
          <p:cNvPr id="3" name="eyebrow"/>
          <p:cNvSpPr/>
          <p:nvPr/>
        </p:nvSpPr>
        <p:spPr>
          <a:xfrm>
            <a:off x="723900" y="457200"/>
            <a:ext cx="34290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CUTOVER RUNBOOK</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3429000" cy="13716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Four levels put every issue in front of a decision-maker</a:t>
            </a:r>
            <a:endParaRPr lang="en-US" sz="2400" spc="-36"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150</a:t>
            </a:fld>
            <a:endParaRPr lang="en-US" sz="700" spc="0" kern="0" b="0" i="0" dirty="0">
              <a:solidFill>
                <a:srgbClr val="070154"/>
              </a:solidFill>
              <a:latin typeface="IBM Plex Mono SemiBold"/>
              <a:ea typeface="IBM Plex Mono SemiBold"/>
              <a:cs typeface="IBM Plex Mono SemiBold"/>
            </a:endParaRPr>
          </a:p>
        </p:txBody>
      </p:sp>
      <p:grpSp>
        <p:nvGrpSpPr>
          <p:cNvPr id="36" name="node01"/>
          <p:cNvGrpSpPr/>
          <p:nvPr/>
        </p:nvGrpSpPr>
        <p:grpSpPr>
          <a:xfrm>
            <a:off x="723900" y="2286000"/>
            <a:ext cx="3429000" cy="685800"/>
            <a:chOff x="723900" y="2286000"/>
            <a:chExt cx="3429000" cy="685800"/>
          </a:xfrm>
        </p:grpSpPr>
        <p:sp>
          <p:nvSpPr>
            <p:cNvPr id="6" name="node01.text"/>
            <p:cNvSpPr/>
            <p:nvPr/>
          </p:nvSpPr>
          <p:spPr>
            <a:xfrm>
              <a:off x="723900" y="2286000"/>
              <a:ext cx="3429000" cy="685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Each level owns one class of decision. If a level has not acknowledged within its threshold, page the next level.</a:t>
              </a:r>
              <a:endParaRPr lang="en-US" sz="1200" spc="0" kern="0" b="0" i="0" dirty="0">
                <a:solidFill>
                  <a:srgbClr val="070154"/>
                </a:solidFill>
                <a:latin typeface="IBM Plex Sans"/>
                <a:ea typeface="IBM Plex Sans"/>
                <a:cs typeface="IBM Plex Sans"/>
              </a:endParaRPr>
            </a:p>
          </p:txBody>
        </p:sp>
      </p:grpSp>
      <p:grpSp>
        <p:nvGrpSpPr>
          <p:cNvPr id="37" name="node02"/>
          <p:cNvGrpSpPr/>
          <p:nvPr/>
        </p:nvGrpSpPr>
        <p:grpSpPr>
          <a:xfrm>
            <a:off x="723900" y="5257800"/>
            <a:ext cx="3429000" cy="685800"/>
            <a:chOff x="723900" y="5257800"/>
            <a:chExt cx="3429000" cy="685800"/>
          </a:xfrm>
        </p:grpSpPr>
        <p:sp>
          <p:nvSpPr>
            <p:cNvPr id="7" name="node02.surface"/>
            <p:cNvSpPr/>
            <p:nvPr/>
          </p:nvSpPr>
          <p:spPr>
            <a:xfrm>
              <a:off x="723900" y="5257800"/>
              <a:ext cx="3429000" cy="685800"/>
            </a:xfrm>
            <a:prstGeom prst="rect">
              <a:avLst/>
            </a:prstGeom>
            <a:solidFill>
              <a:srgbClr val="E8EEF8"/>
            </a:solidFill>
            <a:ln>
              <a:noFill/>
            </a:ln>
          </p:spPr>
        </p:sp>
        <p:sp>
          <p:nvSpPr>
            <p:cNvPr id="8" name="node02.text"/>
            <p:cNvSpPr/>
            <p:nvPr/>
          </p:nvSpPr>
          <p:spPr>
            <a:xfrm>
              <a:off x="876300" y="5372100"/>
              <a:ext cx="31242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The clock runs from the first alert, not from the escalation.</a:t>
              </a:r>
              <a:endParaRPr lang="en-US" sz="1200" spc="0" kern="0" b="0" i="0" dirty="0">
                <a:solidFill>
                  <a:srgbClr val="070154"/>
                </a:solidFill>
                <a:latin typeface="IBM Plex Sans"/>
                <a:ea typeface="IBM Plex Sans"/>
                <a:cs typeface="IBM Plex Sans"/>
              </a:endParaRPr>
            </a:p>
          </p:txBody>
        </p:sp>
      </p:grpSp>
      <p:grpSp>
        <p:nvGrpSpPr>
          <p:cNvPr id="38" name="node03"/>
          <p:cNvGrpSpPr/>
          <p:nvPr/>
        </p:nvGrpSpPr>
        <p:grpSpPr>
          <a:xfrm>
            <a:off x="4381500" y="457200"/>
            <a:ext cx="7086600" cy="914400"/>
            <a:chOff x="4381500" y="457200"/>
            <a:chExt cx="7086600" cy="914400"/>
          </a:xfrm>
        </p:grpSpPr>
        <p:sp>
          <p:nvSpPr>
            <p:cNvPr id="9" name="node03.container"/>
            <p:cNvSpPr/>
            <p:nvPr/>
          </p:nvSpPr>
          <p:spPr>
            <a:xfrm>
              <a:off x="4381500" y="457200"/>
              <a:ext cx="7086600" cy="914400"/>
            </a:xfrm>
            <a:prstGeom prst="rect">
              <a:avLst/>
            </a:prstGeom>
            <a:solidFill>
              <a:srgbClr val="E8EEF8"/>
            </a:solidFill>
            <a:ln>
              <a:noFill/>
            </a:ln>
          </p:spPr>
        </p:sp>
        <p:sp>
          <p:nvSpPr>
            <p:cNvPr id="10" name="node03.label"/>
            <p:cNvSpPr/>
            <p:nvPr/>
          </p:nvSpPr>
          <p:spPr>
            <a:xfrm>
              <a:off x="4495800" y="571500"/>
              <a:ext cx="6858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L4 · STEERING COMMITTEE · 60+ MIN</a:t>
              </a:r>
              <a:endParaRPr lang="en-US" sz="900" spc="54" kern="0" b="0" i="0" dirty="0">
                <a:solidFill>
                  <a:srgbClr val="0047FF"/>
                </a:solidFill>
                <a:latin typeface="IBM Plex Mono Medium"/>
                <a:ea typeface="IBM Plex Mono Medium"/>
                <a:cs typeface="IBM Plex Mono Medium"/>
              </a:endParaRPr>
            </a:p>
          </p:txBody>
        </p:sp>
        <p:sp>
          <p:nvSpPr>
            <p:cNvPr id="11" name="node03.body.item-001.bullets.item-001.marker"/>
            <p:cNvSpPr/>
            <p:nvPr/>
          </p:nvSpPr>
          <p:spPr>
            <a:xfrm>
              <a:off x="4495800" y="850900"/>
              <a:ext cx="38100" cy="38100"/>
            </a:xfrm>
            <a:prstGeom prst="rect">
              <a:avLst/>
            </a:prstGeom>
            <a:solidFill>
              <a:srgbClr val="070154"/>
            </a:solidFill>
            <a:ln>
              <a:noFill/>
            </a:ln>
          </p:spPr>
        </p:sp>
        <p:sp>
          <p:nvSpPr>
            <p:cNvPr id="12" name="node03.body.item-001.bullets.item-001.text"/>
            <p:cNvSpPr/>
            <p:nvPr/>
          </p:nvSpPr>
          <p:spPr>
            <a:xfrm>
              <a:off x="4648200" y="762000"/>
              <a:ext cx="6705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Trigger: rollback invoked or go-live date at risk</a:t>
              </a:r>
              <a:endParaRPr lang="en-US" sz="1200" spc="0" kern="0" b="0" i="0" dirty="0">
                <a:solidFill>
                  <a:srgbClr val="070154"/>
                </a:solidFill>
                <a:latin typeface="IBM Plex Sans"/>
                <a:ea typeface="IBM Plex Sans"/>
                <a:cs typeface="IBM Plex Sans"/>
              </a:endParaRPr>
            </a:p>
          </p:txBody>
        </p:sp>
        <p:sp>
          <p:nvSpPr>
            <p:cNvPr id="13" name="node03.body.item-001.bullets.item-002.marker"/>
            <p:cNvSpPr/>
            <p:nvPr/>
          </p:nvSpPr>
          <p:spPr>
            <a:xfrm>
              <a:off x="4495800" y="1117600"/>
              <a:ext cx="38100" cy="38100"/>
            </a:xfrm>
            <a:prstGeom prst="rect">
              <a:avLst/>
            </a:prstGeom>
            <a:solidFill>
              <a:srgbClr val="070154"/>
            </a:solidFill>
            <a:ln>
              <a:noFill/>
            </a:ln>
          </p:spPr>
        </p:sp>
        <p:sp>
          <p:nvSpPr>
            <p:cNvPr id="14" name="node03.body.item-001.bullets.item-002.text"/>
            <p:cNvSpPr/>
            <p:nvPr/>
          </p:nvSpPr>
          <p:spPr>
            <a:xfrm>
              <a:off x="4648200" y="1028700"/>
              <a:ext cx="6705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Decides: reset the date; approve a new plan</a:t>
              </a:r>
              <a:endParaRPr lang="en-US" sz="1200" spc="0" kern="0" b="0" i="0" dirty="0">
                <a:solidFill>
                  <a:srgbClr val="070154"/>
                </a:solidFill>
                <a:latin typeface="IBM Plex Sans"/>
                <a:ea typeface="IBM Plex Sans"/>
                <a:cs typeface="IBM Plex Sans"/>
              </a:endParaRPr>
            </a:p>
          </p:txBody>
        </p:sp>
      </p:grpSp>
      <p:grpSp>
        <p:nvGrpSpPr>
          <p:cNvPr id="39" name="node04"/>
          <p:cNvGrpSpPr/>
          <p:nvPr/>
        </p:nvGrpSpPr>
        <p:grpSpPr>
          <a:xfrm>
            <a:off x="4381500" y="1828800"/>
            <a:ext cx="7086600" cy="914400"/>
            <a:chOff x="4381500" y="1828800"/>
            <a:chExt cx="7086600" cy="914400"/>
          </a:xfrm>
        </p:grpSpPr>
        <p:sp>
          <p:nvSpPr>
            <p:cNvPr id="15" name="node04.container"/>
            <p:cNvSpPr/>
            <p:nvPr/>
          </p:nvSpPr>
          <p:spPr>
            <a:xfrm>
              <a:off x="4381500" y="1828800"/>
              <a:ext cx="7086600" cy="914400"/>
            </a:xfrm>
            <a:prstGeom prst="rect">
              <a:avLst/>
            </a:prstGeom>
            <a:solidFill>
              <a:srgbClr val="E8EEF8"/>
            </a:solidFill>
            <a:ln>
              <a:noFill/>
            </a:ln>
          </p:spPr>
        </p:sp>
        <p:sp>
          <p:nvSpPr>
            <p:cNvPr id="16" name="node04.label"/>
            <p:cNvSpPr/>
            <p:nvPr/>
          </p:nvSpPr>
          <p:spPr>
            <a:xfrm>
              <a:off x="4495800" y="1943100"/>
              <a:ext cx="6858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L3 · CONTROLLER AND CIO · 30–60 MIN</a:t>
              </a:r>
              <a:endParaRPr lang="en-US" sz="900" spc="54" kern="0" b="0" i="0" dirty="0">
                <a:solidFill>
                  <a:srgbClr val="0047FF"/>
                </a:solidFill>
                <a:latin typeface="IBM Plex Mono Medium"/>
                <a:ea typeface="IBM Plex Mono Medium"/>
                <a:cs typeface="IBM Plex Mono Medium"/>
              </a:endParaRPr>
            </a:p>
          </p:txBody>
        </p:sp>
        <p:sp>
          <p:nvSpPr>
            <p:cNvPr id="17" name="node04.body.item-001.bullets.item-001.marker"/>
            <p:cNvSpPr/>
            <p:nvPr/>
          </p:nvSpPr>
          <p:spPr>
            <a:xfrm>
              <a:off x="4495800" y="2222500"/>
              <a:ext cx="38100" cy="38100"/>
            </a:xfrm>
            <a:prstGeom prst="rect">
              <a:avLst/>
            </a:prstGeom>
            <a:solidFill>
              <a:srgbClr val="070154"/>
            </a:solidFill>
            <a:ln>
              <a:noFill/>
            </a:ln>
          </p:spPr>
        </p:sp>
        <p:sp>
          <p:nvSpPr>
            <p:cNvPr id="18" name="node04.body.item-001.bullets.item-001.text"/>
            <p:cNvSpPr/>
            <p:nvPr/>
          </p:nvSpPr>
          <p:spPr>
            <a:xfrm>
              <a:off x="4648200" y="2133600"/>
              <a:ext cx="6705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Trigger: balances do not tie, or a gate is at risk</a:t>
              </a:r>
              <a:endParaRPr lang="en-US" sz="1200" spc="0" kern="0" b="0" i="0" dirty="0">
                <a:solidFill>
                  <a:srgbClr val="070154"/>
                </a:solidFill>
                <a:latin typeface="IBM Plex Sans"/>
                <a:ea typeface="IBM Plex Sans"/>
                <a:cs typeface="IBM Plex Sans"/>
              </a:endParaRPr>
            </a:p>
          </p:txBody>
        </p:sp>
        <p:sp>
          <p:nvSpPr>
            <p:cNvPr id="19" name="node04.body.item-001.bullets.item-002.marker"/>
            <p:cNvSpPr/>
            <p:nvPr/>
          </p:nvSpPr>
          <p:spPr>
            <a:xfrm>
              <a:off x="4495800" y="2489200"/>
              <a:ext cx="38100" cy="38100"/>
            </a:xfrm>
            <a:prstGeom prst="rect">
              <a:avLst/>
            </a:prstGeom>
            <a:solidFill>
              <a:srgbClr val="070154"/>
            </a:solidFill>
            <a:ln>
              <a:noFill/>
            </a:ln>
          </p:spPr>
        </p:sp>
        <p:sp>
          <p:nvSpPr>
            <p:cNvPr id="20" name="node04.body.item-001.bullets.item-002.text"/>
            <p:cNvSpPr/>
            <p:nvPr/>
          </p:nvSpPr>
          <p:spPr>
            <a:xfrm>
              <a:off x="4648200" y="2400300"/>
              <a:ext cx="6705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Decides: go or no-go; invoke full rollback</a:t>
              </a:r>
              <a:endParaRPr lang="en-US" sz="1200" spc="0" kern="0" b="0" i="0" dirty="0">
                <a:solidFill>
                  <a:srgbClr val="070154"/>
                </a:solidFill>
                <a:latin typeface="IBM Plex Sans"/>
                <a:ea typeface="IBM Plex Sans"/>
                <a:cs typeface="IBM Plex Sans"/>
              </a:endParaRPr>
            </a:p>
          </p:txBody>
        </p:sp>
      </p:grpSp>
      <p:grpSp>
        <p:nvGrpSpPr>
          <p:cNvPr id="40" name="node05"/>
          <p:cNvGrpSpPr/>
          <p:nvPr/>
        </p:nvGrpSpPr>
        <p:grpSpPr>
          <a:xfrm>
            <a:off x="4381500" y="3200400"/>
            <a:ext cx="7086600" cy="914400"/>
            <a:chOff x="4381500" y="3200400"/>
            <a:chExt cx="7086600" cy="914400"/>
          </a:xfrm>
        </p:grpSpPr>
        <p:sp>
          <p:nvSpPr>
            <p:cNvPr id="21" name="node05.container"/>
            <p:cNvSpPr/>
            <p:nvPr/>
          </p:nvSpPr>
          <p:spPr>
            <a:xfrm>
              <a:off x="4381500" y="3200400"/>
              <a:ext cx="7086600" cy="914400"/>
            </a:xfrm>
            <a:prstGeom prst="rect">
              <a:avLst/>
            </a:prstGeom>
            <a:solidFill>
              <a:srgbClr val="E8EEF8"/>
            </a:solidFill>
            <a:ln>
              <a:noFill/>
            </a:ln>
          </p:spPr>
        </p:sp>
        <p:sp>
          <p:nvSpPr>
            <p:cNvPr id="22" name="node05.label"/>
            <p:cNvSpPr/>
            <p:nvPr/>
          </p:nvSpPr>
          <p:spPr>
            <a:xfrm>
              <a:off x="4495800" y="3314700"/>
              <a:ext cx="6858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L2 · CUTOVER LEAD · 15–30 MIN</a:t>
              </a:r>
              <a:endParaRPr lang="en-US" sz="900" spc="54" kern="0" b="0" i="0" dirty="0">
                <a:solidFill>
                  <a:srgbClr val="0047FF"/>
                </a:solidFill>
                <a:latin typeface="IBM Plex Mono Medium"/>
                <a:ea typeface="IBM Plex Mono Medium"/>
                <a:cs typeface="IBM Plex Mono Medium"/>
              </a:endParaRPr>
            </a:p>
          </p:txBody>
        </p:sp>
        <p:sp>
          <p:nvSpPr>
            <p:cNvPr id="23" name="node05.body.item-001.bullets.item-001.marker"/>
            <p:cNvSpPr/>
            <p:nvPr/>
          </p:nvSpPr>
          <p:spPr>
            <a:xfrm>
              <a:off x="4495800" y="3594100"/>
              <a:ext cx="38100" cy="38100"/>
            </a:xfrm>
            <a:prstGeom prst="rect">
              <a:avLst/>
            </a:prstGeom>
            <a:solidFill>
              <a:srgbClr val="070154"/>
            </a:solidFill>
            <a:ln>
              <a:noFill/>
            </a:ln>
          </p:spPr>
        </p:sp>
        <p:sp>
          <p:nvSpPr>
            <p:cNvPr id="24" name="node05.body.item-001.bullets.item-001.text"/>
            <p:cNvSpPr/>
            <p:nvPr/>
          </p:nvSpPr>
          <p:spPr>
            <a:xfrm>
              <a:off x="4648200" y="3505200"/>
              <a:ext cx="6705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Trigger: L1 cannot clear it, or the window slips</a:t>
              </a:r>
              <a:endParaRPr lang="en-US" sz="1200" spc="0" kern="0" b="0" i="0" dirty="0">
                <a:solidFill>
                  <a:srgbClr val="070154"/>
                </a:solidFill>
                <a:latin typeface="IBM Plex Sans"/>
                <a:ea typeface="IBM Plex Sans"/>
                <a:cs typeface="IBM Plex Sans"/>
              </a:endParaRPr>
            </a:p>
          </p:txBody>
        </p:sp>
        <p:sp>
          <p:nvSpPr>
            <p:cNvPr id="25" name="node05.body.item-001.bullets.item-002.marker"/>
            <p:cNvSpPr/>
            <p:nvPr/>
          </p:nvSpPr>
          <p:spPr>
            <a:xfrm>
              <a:off x="4495800" y="3860800"/>
              <a:ext cx="38100" cy="38100"/>
            </a:xfrm>
            <a:prstGeom prst="rect">
              <a:avLst/>
            </a:prstGeom>
            <a:solidFill>
              <a:srgbClr val="070154"/>
            </a:solidFill>
            <a:ln>
              <a:noFill/>
            </a:ln>
          </p:spPr>
        </p:sp>
        <p:sp>
          <p:nvSpPr>
            <p:cNvPr id="26" name="node05.body.item-001.bullets.item-002.text"/>
            <p:cNvSpPr/>
            <p:nvPr/>
          </p:nvSpPr>
          <p:spPr>
            <a:xfrm>
              <a:off x="4648200" y="3771900"/>
              <a:ext cx="6705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Decides: re-sequence steps; extend a window</a:t>
              </a:r>
              <a:endParaRPr lang="en-US" sz="1200" spc="0" kern="0" b="0" i="0" dirty="0">
                <a:solidFill>
                  <a:srgbClr val="070154"/>
                </a:solidFill>
                <a:latin typeface="IBM Plex Sans"/>
                <a:ea typeface="IBM Plex Sans"/>
                <a:cs typeface="IBM Plex Sans"/>
              </a:endParaRPr>
            </a:p>
          </p:txBody>
        </p:sp>
      </p:grpSp>
      <p:grpSp>
        <p:nvGrpSpPr>
          <p:cNvPr id="41" name="node06"/>
          <p:cNvGrpSpPr/>
          <p:nvPr/>
        </p:nvGrpSpPr>
        <p:grpSpPr>
          <a:xfrm>
            <a:off x="4381500" y="4572000"/>
            <a:ext cx="7086600" cy="914400"/>
            <a:chOff x="4381500" y="4572000"/>
            <a:chExt cx="7086600" cy="914400"/>
          </a:xfrm>
        </p:grpSpPr>
        <p:sp>
          <p:nvSpPr>
            <p:cNvPr id="27" name="node06.container"/>
            <p:cNvSpPr/>
            <p:nvPr/>
          </p:nvSpPr>
          <p:spPr>
            <a:xfrm>
              <a:off x="4381500" y="4572000"/>
              <a:ext cx="7086600" cy="914400"/>
            </a:xfrm>
            <a:prstGeom prst="rect">
              <a:avLst/>
            </a:prstGeom>
            <a:solidFill>
              <a:srgbClr val="E8EEF8"/>
            </a:solidFill>
            <a:ln>
              <a:noFill/>
            </a:ln>
          </p:spPr>
        </p:sp>
        <p:sp>
          <p:nvSpPr>
            <p:cNvPr id="28" name="node06.label"/>
            <p:cNvSpPr/>
            <p:nvPr/>
          </p:nvSpPr>
          <p:spPr>
            <a:xfrm>
              <a:off x="4495800" y="4686300"/>
              <a:ext cx="6858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L1 · WORKSTREAM LEAD · 0–15 MIN</a:t>
              </a:r>
              <a:endParaRPr lang="en-US" sz="900" spc="54" kern="0" b="0" i="0" dirty="0">
                <a:solidFill>
                  <a:srgbClr val="0047FF"/>
                </a:solidFill>
                <a:latin typeface="IBM Plex Mono Medium"/>
                <a:ea typeface="IBM Plex Mono Medium"/>
                <a:cs typeface="IBM Plex Mono Medium"/>
              </a:endParaRPr>
            </a:p>
          </p:txBody>
        </p:sp>
        <p:sp>
          <p:nvSpPr>
            <p:cNvPr id="29" name="node06.body.item-001.bullets.item-001.marker"/>
            <p:cNvSpPr/>
            <p:nvPr/>
          </p:nvSpPr>
          <p:spPr>
            <a:xfrm>
              <a:off x="4495800" y="4965700"/>
              <a:ext cx="38100" cy="38100"/>
            </a:xfrm>
            <a:prstGeom prst="rect">
              <a:avLst/>
            </a:prstGeom>
            <a:solidFill>
              <a:srgbClr val="070154"/>
            </a:solidFill>
            <a:ln>
              <a:noFill/>
            </a:ln>
          </p:spPr>
        </p:sp>
        <p:sp>
          <p:nvSpPr>
            <p:cNvPr id="30" name="node06.body.item-001.bullets.item-001.text"/>
            <p:cNvSpPr/>
            <p:nvPr/>
          </p:nvSpPr>
          <p:spPr>
            <a:xfrm>
              <a:off x="4648200" y="4876800"/>
              <a:ext cx="6705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Trigger: a step runs late or a check fails</a:t>
              </a:r>
              <a:endParaRPr lang="en-US" sz="1200" spc="0" kern="0" b="0" i="0" dirty="0">
                <a:solidFill>
                  <a:srgbClr val="070154"/>
                </a:solidFill>
                <a:latin typeface="IBM Plex Sans"/>
                <a:ea typeface="IBM Plex Sans"/>
                <a:cs typeface="IBM Plex Sans"/>
              </a:endParaRPr>
            </a:p>
          </p:txBody>
        </p:sp>
        <p:sp>
          <p:nvSpPr>
            <p:cNvPr id="31" name="node06.body.item-001.bullets.item-002.marker"/>
            <p:cNvSpPr/>
            <p:nvPr/>
          </p:nvSpPr>
          <p:spPr>
            <a:xfrm>
              <a:off x="4495800" y="5232400"/>
              <a:ext cx="38100" cy="38100"/>
            </a:xfrm>
            <a:prstGeom prst="rect">
              <a:avLst/>
            </a:prstGeom>
            <a:solidFill>
              <a:srgbClr val="070154"/>
            </a:solidFill>
            <a:ln>
              <a:noFill/>
            </a:ln>
          </p:spPr>
        </p:sp>
        <p:sp>
          <p:nvSpPr>
            <p:cNvPr id="32" name="node06.body.item-001.bullets.item-002.text"/>
            <p:cNvSpPr/>
            <p:nvPr/>
          </p:nvSpPr>
          <p:spPr>
            <a:xfrm>
              <a:off x="4648200" y="5143500"/>
              <a:ext cx="6705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Decides: retry the step or apply its rollback</a:t>
              </a:r>
              <a:endParaRPr lang="en-US" sz="1200" spc="0" kern="0" b="0" i="0" dirty="0">
                <a:solidFill>
                  <a:srgbClr val="070154"/>
                </a:solidFill>
                <a:latin typeface="IBM Plex Sans"/>
                <a:ea typeface="IBM Plex Sans"/>
                <a:cs typeface="IBM Plex Sans"/>
              </a:endParaRPr>
            </a:p>
          </p:txBody>
        </p:sp>
      </p:grpSp>
      <p:grpSp>
        <p:nvGrpSpPr>
          <p:cNvPr id="42" name="node07"/>
          <p:cNvGrpSpPr/>
          <p:nvPr/>
        </p:nvGrpSpPr>
        <p:grpSpPr>
          <a:xfrm>
            <a:off x="4886325" y="1447800"/>
            <a:ext cx="57150" cy="304800"/>
            <a:chOff x="4886325" y="1447800"/>
            <a:chExt cx="57150" cy="304800"/>
          </a:xfrm>
        </p:grpSpPr>
        <p:pic>
          <p:nvPicPr>
            <p:cNvPr id="33" name="node07.mark" descr="arrow-straight; canonical SHA256=115a8f5079b158c346e9f9ca6c6eeecb7567bbab70f4cd058c365f09ed10290e; resolved ink=070154">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rot="-5400000">
              <a:off x="4762500" y="1571625"/>
              <a:ext cx="304800" cy="57150"/>
            </a:xfrm>
            <a:prstGeom prst="rect">
              <a:avLst/>
            </a:prstGeom>
          </p:spPr>
        </p:pic>
      </p:grpSp>
      <p:grpSp>
        <p:nvGrpSpPr>
          <p:cNvPr id="43" name="node08"/>
          <p:cNvGrpSpPr/>
          <p:nvPr/>
        </p:nvGrpSpPr>
        <p:grpSpPr>
          <a:xfrm>
            <a:off x="4886325" y="2819400"/>
            <a:ext cx="57150" cy="304800"/>
            <a:chOff x="4886325" y="2819400"/>
            <a:chExt cx="57150" cy="304800"/>
          </a:xfrm>
        </p:grpSpPr>
        <p:pic>
          <p:nvPicPr>
            <p:cNvPr id="34" name="node08.mark" descr="arrow-straight; canonical SHA256=115a8f5079b158c346e9f9ca6c6eeecb7567bbab70f4cd058c365f09ed10290e; resolved ink=070154">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5400000">
              <a:off x="4762500" y="2943225"/>
              <a:ext cx="304800" cy="57150"/>
            </a:xfrm>
            <a:prstGeom prst="rect">
              <a:avLst/>
            </a:prstGeom>
          </p:spPr>
        </p:pic>
      </p:grpSp>
      <p:grpSp>
        <p:nvGrpSpPr>
          <p:cNvPr id="44" name="node09"/>
          <p:cNvGrpSpPr/>
          <p:nvPr/>
        </p:nvGrpSpPr>
        <p:grpSpPr>
          <a:xfrm>
            <a:off x="4886325" y="4191000"/>
            <a:ext cx="57150" cy="304800"/>
            <a:chOff x="4886325" y="4191000"/>
            <a:chExt cx="57150" cy="304800"/>
          </a:xfrm>
        </p:grpSpPr>
        <p:pic>
          <p:nvPicPr>
            <p:cNvPr id="35" name="node09.mark" descr="arrow-straight; canonical SHA256=115a8f5079b158c346e9f9ca6c6eeecb7567bbab70f4cd058c365f09ed10290e; resolved ink=070154">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rot="-5400000">
              <a:off x="4762500" y="4314825"/>
              <a:ext cx="304800" cy="57150"/>
            </a:xfrm>
            <a:prstGeom prst="rect">
              <a:avLst/>
            </a:prstGeom>
          </p:spPr>
        </p:pic>
      </p:gr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name="source-471">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CUTOVER RUNBOOK</a:t>
            </a:r>
            <a:endParaRPr lang="en-US" sz="1000" spc="80" kern="0" b="0" i="0" dirty="0">
              <a:solidFill>
                <a:srgbClr val="0047FF"/>
              </a:solidFill>
              <a:latin typeface="IBM Plex Mono SemiBold"/>
              <a:ea typeface="IBM Plex Mono SemiBold"/>
              <a:cs typeface="IBM Plex Mono SemiBold"/>
            </a:endParaRPr>
          </a:p>
        </p:txBody>
      </p:sp>
      <p:pic>
        <p:nvPicPr>
          <p:cNvPr id="4" name="title.mark-002-001" descr="highlight-1; canonical SHA256=b0048aa39744978d339a9910f5cc1482814a8a0eae4c5a63e1f80d6a2885b314">    </p:cNvPr>
          <p:cNvPicPr>
            <a:picLocks noChangeAspect="1"/>
          </p:cNvPicPr>
          <p:nvPr/>
        </p:nvPicPr>
        <p:blipFill>
          <a:blip r:embed="rId1"/>
          <a:stretch>
            <a:fillRect/>
          </a:stretch>
        </p:blipFill>
        <p:spPr>
          <a:xfrm>
            <a:off x="5712305" y="733532"/>
            <a:ext cx="1392691" cy="374904"/>
          </a:xfrm>
          <a:prstGeom prst="rect">
            <a:avLst/>
          </a:prstGeom>
        </p:spPr>
      </p:pic>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 xml:space="preserve">One runbook governs every </a:t>
            </a:r>
            <a:r>
              <a:rPr lang="en-US" sz="3200" spc="-590" kern="0" b="0" i="0" dirty="0">
                <a:solidFill>
                  <a:srgbClr val="070154"/>
                </a:solidFill>
                <a:latin typeface="IBM Plex Sans SemiBold"/>
                <a:ea typeface="IBM Plex Sans SemiBold"/>
                <a:cs typeface="IBM Plex Sans SemiBold"/>
              </a:rPr>
              <a:t xml:space="preserve"> </a:t>
            </a:r>
            <a:r>
              <a:rPr lang="en-US" sz="3200" spc="-64" kern="0" b="0" i="0" dirty="0">
                <a:solidFill>
                  <a:srgbClr val="070154"/>
                </a:solidFill>
                <a:latin typeface="IBM Plex Sans SemiBold"/>
                <a:ea typeface="IBM Plex Sans SemiBold"/>
                <a:cs typeface="IBM Plex Sans SemiBold"/>
              </a:rPr>
              <a:t xml:space="preserve">wave 1</a:t>
            </a:r>
            <a:r>
              <a:rPr lang="en-US" sz="3200" spc="-590" kern="0" b="0" i="0" dirty="0">
                <a:solidFill>
                  <a:srgbClr val="070154"/>
                </a:solidFill>
                <a:latin typeface="IBM Plex Sans SemiBold"/>
                <a:ea typeface="IBM Plex Sans SemiBold"/>
                <a:cs typeface="IBM Plex Sans SemiBold"/>
              </a:rPr>
              <a:t xml:space="preserve"> </a:t>
            </a:r>
            <a:r>
              <a:rPr lang="en-US" sz="3200" spc="-64" kern="0" b="0" i="0" dirty="0">
                <a:solidFill>
                  <a:srgbClr val="070154"/>
                </a:solidFill>
                <a:latin typeface="IBM Plex Sans SemiBold"/>
                <a:ea typeface="IBM Plex Sans SemiBold"/>
                <a:cs typeface="IBM Plex Sans SemiBold"/>
              </a:rPr>
              <a:t xml:space="preserve"> cutover decision</a:t>
            </a:r>
            <a:endParaRPr lang="en-US" sz="3200" spc="-64" kern="0" b="0" i="0" dirty="0">
              <a:solidFill>
                <a:srgbClr val="070154"/>
              </a:solidFill>
              <a:latin typeface="IBM Plex Sans SemiBold"/>
              <a:ea typeface="IBM Plex Sans SemiBold"/>
              <a:cs typeface="IBM Plex Sans SemiBold"/>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151</a:t>
            </a:fld>
            <a:endParaRPr lang="en-US" sz="700" spc="0" kern="0" b="0" i="0" dirty="0">
              <a:solidFill>
                <a:srgbClr val="070154"/>
              </a:solidFill>
              <a:latin typeface="IBM Plex Mono SemiBold"/>
              <a:ea typeface="IBM Plex Mono SemiBold"/>
              <a:cs typeface="IBM Plex Mono SemiBold"/>
            </a:endParaRPr>
          </a:p>
        </p:txBody>
      </p:sp>
      <p:grpSp>
        <p:nvGrpSpPr>
          <p:cNvPr id="42" name="node01"/>
          <p:cNvGrpSpPr/>
          <p:nvPr/>
        </p:nvGrpSpPr>
        <p:grpSpPr>
          <a:xfrm>
            <a:off x="723900" y="1600200"/>
            <a:ext cx="3429000" cy="152400"/>
            <a:chOff x="723900" y="1600200"/>
            <a:chExt cx="3429000" cy="152400"/>
          </a:xfrm>
        </p:grpSpPr>
        <p:sp>
          <p:nvSpPr>
            <p:cNvPr id="7" name="node01.text"/>
            <p:cNvSpPr/>
            <p:nvPr/>
          </p:nvSpPr>
          <p:spPr>
            <a:xfrm>
              <a:off x="723900" y="1600200"/>
              <a:ext cx="3429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PURPOSE</a:t>
              </a:r>
              <a:endParaRPr lang="en-US" sz="900" spc="54" kern="0" b="0" i="0" dirty="0">
                <a:solidFill>
                  <a:srgbClr val="0047FF"/>
                </a:solidFill>
                <a:latin typeface="IBM Plex Mono Medium"/>
                <a:ea typeface="IBM Plex Mono Medium"/>
                <a:cs typeface="IBM Plex Mono Medium"/>
              </a:endParaRPr>
            </a:p>
          </p:txBody>
        </p:sp>
      </p:grpSp>
      <p:grpSp>
        <p:nvGrpSpPr>
          <p:cNvPr id="43" name="node02"/>
          <p:cNvGrpSpPr/>
          <p:nvPr/>
        </p:nvGrpSpPr>
        <p:grpSpPr>
          <a:xfrm>
            <a:off x="723900" y="1828800"/>
            <a:ext cx="3429000" cy="685800"/>
            <a:chOff x="723900" y="1828800"/>
            <a:chExt cx="3429000" cy="685800"/>
          </a:xfrm>
        </p:grpSpPr>
        <p:sp>
          <p:nvSpPr>
            <p:cNvPr id="8" name="node02.text"/>
            <p:cNvSpPr/>
            <p:nvPr/>
          </p:nvSpPr>
          <p:spPr>
            <a:xfrm>
              <a:off x="723900" y="1828800"/>
              <a:ext cx="3429000" cy="685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Move close and consolidation to the new ledger over one weekend, with a tested way back at every step.</a:t>
              </a:r>
              <a:endParaRPr lang="en-US" sz="1200" spc="0" kern="0" b="0" i="0" dirty="0">
                <a:solidFill>
                  <a:srgbClr val="070154"/>
                </a:solidFill>
                <a:latin typeface="IBM Plex Sans"/>
                <a:ea typeface="IBM Plex Sans"/>
                <a:cs typeface="IBM Plex Sans"/>
              </a:endParaRPr>
            </a:p>
          </p:txBody>
        </p:sp>
      </p:grpSp>
      <p:grpSp>
        <p:nvGrpSpPr>
          <p:cNvPr id="44" name="node03"/>
          <p:cNvGrpSpPr/>
          <p:nvPr/>
        </p:nvGrpSpPr>
        <p:grpSpPr>
          <a:xfrm>
            <a:off x="723900" y="2743200"/>
            <a:ext cx="3429000" cy="152400"/>
            <a:chOff x="723900" y="2743200"/>
            <a:chExt cx="3429000" cy="152400"/>
          </a:xfrm>
        </p:grpSpPr>
        <p:sp>
          <p:nvSpPr>
            <p:cNvPr id="9" name="node03.text"/>
            <p:cNvSpPr/>
            <p:nvPr/>
          </p:nvSpPr>
          <p:spPr>
            <a:xfrm>
              <a:off x="723900" y="2743200"/>
              <a:ext cx="3429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SCOPE</a:t>
              </a:r>
              <a:endParaRPr lang="en-US" sz="900" spc="54" kern="0" b="0" i="0" dirty="0">
                <a:solidFill>
                  <a:srgbClr val="0047FF"/>
                </a:solidFill>
                <a:latin typeface="IBM Plex Mono Medium"/>
                <a:ea typeface="IBM Plex Mono Medium"/>
                <a:cs typeface="IBM Plex Mono Medium"/>
              </a:endParaRPr>
            </a:p>
          </p:txBody>
        </p:sp>
      </p:grpSp>
      <p:grpSp>
        <p:nvGrpSpPr>
          <p:cNvPr id="45" name="node04"/>
          <p:cNvGrpSpPr/>
          <p:nvPr/>
        </p:nvGrpSpPr>
        <p:grpSpPr>
          <a:xfrm>
            <a:off x="723900" y="2971800"/>
            <a:ext cx="3429000" cy="762000"/>
            <a:chOff x="723900" y="2971800"/>
            <a:chExt cx="3429000" cy="762000"/>
          </a:xfrm>
        </p:grpSpPr>
        <p:sp>
          <p:nvSpPr>
            <p:cNvPr id="10" name="node04.source-001.bullet"/>
            <p:cNvSpPr/>
            <p:nvPr/>
          </p:nvSpPr>
          <p:spPr>
            <a:xfrm>
              <a:off x="723900" y="3060700"/>
              <a:ext cx="38100" cy="38100"/>
            </a:xfrm>
            <a:prstGeom prst="rect">
              <a:avLst/>
            </a:prstGeom>
            <a:solidFill>
              <a:srgbClr val="070154"/>
            </a:solidFill>
            <a:ln>
              <a:noFill/>
            </a:ln>
          </p:spPr>
        </p:sp>
        <p:sp>
          <p:nvSpPr>
            <p:cNvPr id="11" name="node04.source-001.text"/>
            <p:cNvSpPr/>
            <p:nvPr/>
          </p:nvSpPr>
          <p:spPr>
            <a:xfrm>
              <a:off x="876300" y="29718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General ledger and subledgers</a:t>
              </a:r>
              <a:endParaRPr lang="en-US" sz="1200" spc="0" kern="0" b="0" i="0" dirty="0">
                <a:solidFill>
                  <a:srgbClr val="070154"/>
                </a:solidFill>
                <a:latin typeface="IBM Plex Sans"/>
                <a:ea typeface="IBM Plex Sans"/>
                <a:cs typeface="IBM Plex Sans"/>
              </a:endParaRPr>
            </a:p>
          </p:txBody>
        </p:sp>
        <p:sp>
          <p:nvSpPr>
            <p:cNvPr id="12" name="node04.source-002.bullet"/>
            <p:cNvSpPr/>
            <p:nvPr/>
          </p:nvSpPr>
          <p:spPr>
            <a:xfrm>
              <a:off x="723900" y="3327400"/>
              <a:ext cx="38100" cy="38100"/>
            </a:xfrm>
            <a:prstGeom prst="rect">
              <a:avLst/>
            </a:prstGeom>
            <a:solidFill>
              <a:srgbClr val="070154"/>
            </a:solidFill>
            <a:ln>
              <a:noFill/>
            </a:ln>
          </p:spPr>
        </p:sp>
        <p:sp>
          <p:nvSpPr>
            <p:cNvPr id="13" name="node04.source-002.text"/>
            <p:cNvSpPr/>
            <p:nvPr/>
          </p:nvSpPr>
          <p:spPr>
            <a:xfrm>
              <a:off x="876300" y="32385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Bank and intercompany interfaces</a:t>
              </a:r>
              <a:endParaRPr lang="en-US" sz="1200" spc="0" kern="0" b="0" i="0" dirty="0">
                <a:solidFill>
                  <a:srgbClr val="070154"/>
                </a:solidFill>
                <a:latin typeface="IBM Plex Sans"/>
                <a:ea typeface="IBM Plex Sans"/>
                <a:cs typeface="IBM Plex Sans"/>
              </a:endParaRPr>
            </a:p>
          </p:txBody>
        </p:sp>
        <p:sp>
          <p:nvSpPr>
            <p:cNvPr id="14" name="node04.source-003.bullet"/>
            <p:cNvSpPr/>
            <p:nvPr/>
          </p:nvSpPr>
          <p:spPr>
            <a:xfrm>
              <a:off x="723900" y="3594100"/>
              <a:ext cx="38100" cy="38100"/>
            </a:xfrm>
            <a:prstGeom prst="rect">
              <a:avLst/>
            </a:prstGeom>
            <a:solidFill>
              <a:srgbClr val="070154"/>
            </a:solidFill>
            <a:ln>
              <a:noFill/>
            </a:ln>
          </p:spPr>
        </p:sp>
        <p:sp>
          <p:nvSpPr>
            <p:cNvPr id="15" name="node04.source-003.text"/>
            <p:cNvSpPr/>
            <p:nvPr/>
          </p:nvSpPr>
          <p:spPr>
            <a:xfrm>
              <a:off x="876300" y="35052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Excludes planning and reporting</a:t>
              </a:r>
              <a:endParaRPr lang="en-US" sz="1200" spc="0" kern="0" b="0" i="0" dirty="0">
                <a:solidFill>
                  <a:srgbClr val="070154"/>
                </a:solidFill>
                <a:latin typeface="IBM Plex Sans"/>
                <a:ea typeface="IBM Plex Sans"/>
                <a:cs typeface="IBM Plex Sans"/>
              </a:endParaRPr>
            </a:p>
          </p:txBody>
        </p:sp>
      </p:grpSp>
      <p:grpSp>
        <p:nvGrpSpPr>
          <p:cNvPr id="46" name="node05"/>
          <p:cNvGrpSpPr/>
          <p:nvPr/>
        </p:nvGrpSpPr>
        <p:grpSpPr>
          <a:xfrm>
            <a:off x="4381500" y="1600200"/>
            <a:ext cx="7086600" cy="1778000"/>
            <a:chOff x="4381500" y="1600200"/>
            <a:chExt cx="7086600" cy="1778000"/>
          </a:xfrm>
        </p:grpSpPr>
        <p:graphicFrame>
          <p:nvGraphicFramePr>
            <p:cNvPr id="16" name="node05.native"/>
            <p:cNvGraphicFramePr>
              <a:graphicFrameLocks noGrp="1"/>
            </p:cNvGraphicFramePr>
            <p:nvPr>
              <p:extLst>
                <p:ext uri="{D42A27DB-BD31-4B8C-83A1-F6EECF244321}">
                  <p14:modId xmlns:p14="http://schemas.microsoft.com/office/powerpoint/2010/main" val="1579011935"/>
                </p:ext>
              </p:extLst>
            </p:nvPr>
          </p:nvGraphicFramePr>
          <p:xfrm>
            <a:off x="4381500" y="1600200"/>
            <a:ext cx="7086600" cy="1778000"/>
          </p:xfrm>
          <a:graphic>
            <a:graphicData uri="http://schemas.openxmlformats.org/drawingml/2006/table">
              <a:tbl>
                <a:tblPr/>
                <a:tblGrid>
                  <a:gridCol w="1828800"/>
                  <a:gridCol w="1600200"/>
                  <a:gridCol w="3657600"/>
                </a:tblGrid>
                <a:tr h="355600">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ROLE</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HELD BY</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ACCOUNTABLE FOR</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r>
                <a:tr h="3556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Cutover lead</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Program director</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Runs the bridge; calls go or no-go</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556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Ledger owner</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Controller</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Signs balances; opens the ledger</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556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Technical lead</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Finance IT</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Runs loads and interface switch</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556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Support lead</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Shared services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User comms and hypercare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bl>
            </a:graphicData>
          </a:graphic>
        </p:graphicFrame>
      </p:grpSp>
      <p:grpSp>
        <p:nvGrpSpPr>
          <p:cNvPr id="47" name="node06"/>
          <p:cNvGrpSpPr/>
          <p:nvPr/>
        </p:nvGrpSpPr>
        <p:grpSpPr>
          <a:xfrm>
            <a:off x="4381500" y="3657600"/>
            <a:ext cx="3429000" cy="914400"/>
            <a:chOff x="4381500" y="3657600"/>
            <a:chExt cx="3429000" cy="914400"/>
          </a:xfrm>
        </p:grpSpPr>
        <p:sp>
          <p:nvSpPr>
            <p:cNvPr id="17" name="node06.container"/>
            <p:cNvSpPr/>
            <p:nvPr/>
          </p:nvSpPr>
          <p:spPr>
            <a:xfrm>
              <a:off x="4381500" y="3657600"/>
              <a:ext cx="3429000" cy="914400"/>
            </a:xfrm>
            <a:prstGeom prst="rect">
              <a:avLst/>
            </a:prstGeom>
            <a:solidFill>
              <a:srgbClr val="E8EEF8"/>
            </a:solidFill>
            <a:ln>
              <a:noFill/>
            </a:ln>
          </p:spPr>
        </p:sp>
        <p:sp>
          <p:nvSpPr>
            <p:cNvPr id="18" name="node06.label"/>
            <p:cNvSpPr/>
            <p:nvPr/>
          </p:nvSpPr>
          <p:spPr>
            <a:xfrm>
              <a:off x="4495800" y="3771900"/>
              <a:ext cx="32004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ENTRY CRITERIA</a:t>
              </a:r>
              <a:endParaRPr lang="en-US" sz="900" spc="54" kern="0" b="0" i="0" dirty="0">
                <a:solidFill>
                  <a:srgbClr val="0047FF"/>
                </a:solidFill>
                <a:latin typeface="IBM Plex Mono Medium"/>
                <a:ea typeface="IBM Plex Mono Medium"/>
                <a:cs typeface="IBM Plex Mono Medium"/>
              </a:endParaRPr>
            </a:p>
          </p:txBody>
        </p:sp>
        <p:sp>
          <p:nvSpPr>
            <p:cNvPr id="19" name="node06.body.item-001.bullets.item-001.marker"/>
            <p:cNvSpPr/>
            <p:nvPr/>
          </p:nvSpPr>
          <p:spPr>
            <a:xfrm>
              <a:off x="4495800" y="4051300"/>
              <a:ext cx="38100" cy="38100"/>
            </a:xfrm>
            <a:prstGeom prst="rect">
              <a:avLst/>
            </a:prstGeom>
            <a:solidFill>
              <a:srgbClr val="070154"/>
            </a:solidFill>
            <a:ln>
              <a:noFill/>
            </a:ln>
          </p:spPr>
        </p:sp>
        <p:sp>
          <p:nvSpPr>
            <p:cNvPr id="20" name="node06.body.item-001.bullets.item-001.text"/>
            <p:cNvSpPr/>
            <p:nvPr/>
          </p:nvSpPr>
          <p:spPr>
            <a:xfrm>
              <a:off x="4648200" y="3962400"/>
              <a:ext cx="3048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Dress rehearsal signed off</a:t>
              </a:r>
              <a:endParaRPr lang="en-US" sz="1200" spc="0" kern="0" b="0" i="0" dirty="0">
                <a:solidFill>
                  <a:srgbClr val="070154"/>
                </a:solidFill>
                <a:latin typeface="IBM Plex Sans"/>
                <a:ea typeface="IBM Plex Sans"/>
                <a:cs typeface="IBM Plex Sans"/>
              </a:endParaRPr>
            </a:p>
          </p:txBody>
        </p:sp>
        <p:sp>
          <p:nvSpPr>
            <p:cNvPr id="21" name="node06.body.item-001.bullets.item-002.marker"/>
            <p:cNvSpPr/>
            <p:nvPr/>
          </p:nvSpPr>
          <p:spPr>
            <a:xfrm>
              <a:off x="4495800" y="4318000"/>
              <a:ext cx="38100" cy="38100"/>
            </a:xfrm>
            <a:prstGeom prst="rect">
              <a:avLst/>
            </a:prstGeom>
            <a:solidFill>
              <a:srgbClr val="070154"/>
            </a:solidFill>
            <a:ln>
              <a:noFill/>
            </a:ln>
          </p:spPr>
        </p:sp>
        <p:sp>
          <p:nvSpPr>
            <p:cNvPr id="22" name="node06.body.item-001.bullets.item-002.text"/>
            <p:cNvSpPr/>
            <p:nvPr/>
          </p:nvSpPr>
          <p:spPr>
            <a:xfrm>
              <a:off x="4648200" y="4229100"/>
              <a:ext cx="3048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Rollback plan approved</a:t>
              </a:r>
              <a:endParaRPr lang="en-US" sz="1200" spc="0" kern="0" b="0" i="0" dirty="0">
                <a:solidFill>
                  <a:srgbClr val="070154"/>
                </a:solidFill>
                <a:latin typeface="IBM Plex Sans"/>
                <a:ea typeface="IBM Plex Sans"/>
                <a:cs typeface="IBM Plex Sans"/>
              </a:endParaRPr>
            </a:p>
          </p:txBody>
        </p:sp>
      </p:grpSp>
      <p:grpSp>
        <p:nvGrpSpPr>
          <p:cNvPr id="48" name="node07"/>
          <p:cNvGrpSpPr/>
          <p:nvPr/>
        </p:nvGrpSpPr>
        <p:grpSpPr>
          <a:xfrm>
            <a:off x="8039100" y="3657600"/>
            <a:ext cx="3429000" cy="914400"/>
            <a:chOff x="8039100" y="3657600"/>
            <a:chExt cx="3429000" cy="914400"/>
          </a:xfrm>
        </p:grpSpPr>
        <p:sp>
          <p:nvSpPr>
            <p:cNvPr id="23" name="node07.container"/>
            <p:cNvSpPr/>
            <p:nvPr/>
          </p:nvSpPr>
          <p:spPr>
            <a:xfrm>
              <a:off x="8039100" y="3657600"/>
              <a:ext cx="3429000" cy="914400"/>
            </a:xfrm>
            <a:prstGeom prst="rect">
              <a:avLst/>
            </a:prstGeom>
            <a:solidFill>
              <a:srgbClr val="E8EEF8"/>
            </a:solidFill>
            <a:ln>
              <a:noFill/>
            </a:ln>
          </p:spPr>
        </p:sp>
        <p:sp>
          <p:nvSpPr>
            <p:cNvPr id="24" name="node07.label"/>
            <p:cNvSpPr/>
            <p:nvPr/>
          </p:nvSpPr>
          <p:spPr>
            <a:xfrm>
              <a:off x="8153400" y="3771900"/>
              <a:ext cx="32004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EXIT CRITERIA</a:t>
              </a:r>
              <a:endParaRPr lang="en-US" sz="900" spc="54" kern="0" b="0" i="0" dirty="0">
                <a:solidFill>
                  <a:srgbClr val="0047FF"/>
                </a:solidFill>
                <a:latin typeface="IBM Plex Mono Medium"/>
                <a:ea typeface="IBM Plex Mono Medium"/>
                <a:cs typeface="IBM Plex Mono Medium"/>
              </a:endParaRPr>
            </a:p>
          </p:txBody>
        </p:sp>
        <p:sp>
          <p:nvSpPr>
            <p:cNvPr id="25" name="node07.body.item-001.bullets.item-001.marker"/>
            <p:cNvSpPr/>
            <p:nvPr/>
          </p:nvSpPr>
          <p:spPr>
            <a:xfrm>
              <a:off x="8153400" y="4051300"/>
              <a:ext cx="38100" cy="38100"/>
            </a:xfrm>
            <a:prstGeom prst="rect">
              <a:avLst/>
            </a:prstGeom>
            <a:solidFill>
              <a:srgbClr val="070154"/>
            </a:solidFill>
            <a:ln>
              <a:noFill/>
            </a:ln>
          </p:spPr>
        </p:sp>
        <p:sp>
          <p:nvSpPr>
            <p:cNvPr id="26" name="node07.body.item-001.bullets.item-001.text"/>
            <p:cNvSpPr/>
            <p:nvPr/>
          </p:nvSpPr>
          <p:spPr>
            <a:xfrm>
              <a:off x="8305800" y="3962400"/>
              <a:ext cx="3048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Day 1 postings reconciled</a:t>
              </a:r>
              <a:endParaRPr lang="en-US" sz="1200" spc="0" kern="0" b="0" i="0" dirty="0">
                <a:solidFill>
                  <a:srgbClr val="070154"/>
                </a:solidFill>
                <a:latin typeface="IBM Plex Sans"/>
                <a:ea typeface="IBM Plex Sans"/>
                <a:cs typeface="IBM Plex Sans"/>
              </a:endParaRPr>
            </a:p>
          </p:txBody>
        </p:sp>
        <p:sp>
          <p:nvSpPr>
            <p:cNvPr id="27" name="node07.body.item-001.bullets.item-002.marker"/>
            <p:cNvSpPr/>
            <p:nvPr/>
          </p:nvSpPr>
          <p:spPr>
            <a:xfrm>
              <a:off x="8153400" y="4318000"/>
              <a:ext cx="38100" cy="38100"/>
            </a:xfrm>
            <a:prstGeom prst="rect">
              <a:avLst/>
            </a:prstGeom>
            <a:solidFill>
              <a:srgbClr val="070154"/>
            </a:solidFill>
            <a:ln>
              <a:noFill/>
            </a:ln>
          </p:spPr>
        </p:sp>
        <p:sp>
          <p:nvSpPr>
            <p:cNvPr id="28" name="node07.body.item-001.bullets.item-002.text"/>
            <p:cNvSpPr/>
            <p:nvPr/>
          </p:nvSpPr>
          <p:spPr>
            <a:xfrm>
              <a:off x="8305800" y="4229100"/>
              <a:ext cx="3048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Hypercare handover accepted</a:t>
              </a:r>
              <a:endParaRPr lang="en-US" sz="1200" spc="0" kern="0" b="0" i="0" dirty="0">
                <a:solidFill>
                  <a:srgbClr val="070154"/>
                </a:solidFill>
                <a:latin typeface="IBM Plex Sans"/>
                <a:ea typeface="IBM Plex Sans"/>
                <a:cs typeface="IBM Plex Sans"/>
              </a:endParaRPr>
            </a:p>
          </p:txBody>
        </p:sp>
      </p:grpSp>
      <p:grpSp>
        <p:nvGrpSpPr>
          <p:cNvPr id="49" name="node08"/>
          <p:cNvGrpSpPr/>
          <p:nvPr/>
        </p:nvGrpSpPr>
        <p:grpSpPr>
          <a:xfrm>
            <a:off x="723900" y="4800600"/>
            <a:ext cx="10744200" cy="152400"/>
            <a:chOff x="723900" y="4800600"/>
            <a:chExt cx="10744200" cy="152400"/>
          </a:xfrm>
        </p:grpSpPr>
        <p:sp>
          <p:nvSpPr>
            <p:cNvPr id="29" name="node08.text"/>
            <p:cNvSpPr/>
            <p:nvPr/>
          </p:nvSpPr>
          <p:spPr>
            <a:xfrm>
              <a:off x="723900" y="4800600"/>
              <a:ext cx="10744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ESCALATION PATH</a:t>
              </a:r>
              <a:endParaRPr lang="en-US" sz="900" spc="54" kern="0" b="0" i="0" dirty="0">
                <a:solidFill>
                  <a:srgbClr val="0047FF"/>
                </a:solidFill>
                <a:latin typeface="IBM Plex Mono Medium"/>
                <a:ea typeface="IBM Plex Mono Medium"/>
                <a:cs typeface="IBM Plex Mono Medium"/>
              </a:endParaRPr>
            </a:p>
          </p:txBody>
        </p:sp>
      </p:grpSp>
      <p:grpSp>
        <p:nvGrpSpPr>
          <p:cNvPr id="50" name="node09"/>
          <p:cNvGrpSpPr/>
          <p:nvPr/>
        </p:nvGrpSpPr>
        <p:grpSpPr>
          <a:xfrm>
            <a:off x="723900" y="5029200"/>
            <a:ext cx="2743200" cy="914400"/>
            <a:chOff x="723900" y="5029200"/>
            <a:chExt cx="2743200" cy="914400"/>
          </a:xfrm>
        </p:grpSpPr>
        <p:sp>
          <p:nvSpPr>
            <p:cNvPr id="30" name="node09.surface"/>
            <p:cNvSpPr/>
            <p:nvPr/>
          </p:nvSpPr>
          <p:spPr>
            <a:xfrm>
              <a:off x="723900" y="5029200"/>
              <a:ext cx="2743200" cy="914400"/>
            </a:xfrm>
            <a:custGeom>
              <a:avLst/>
              <a:gdLst/>
              <a:ahLst/>
              <a:cxnLst/>
              <a:rect l="l" t="t" r="r" b="b"/>
              <a:pathLst>
                <a:path w="2743200" h="914400">
                  <a:moveTo>
                    <a:pt x="0" y="0"/>
                  </a:moveTo>
                  <a:lnTo>
                    <a:pt x="2438400" y="0"/>
                  </a:lnTo>
                  <a:lnTo>
                    <a:pt x="2743200" y="457200"/>
                  </a:lnTo>
                  <a:lnTo>
                    <a:pt x="2438400" y="914400"/>
                  </a:lnTo>
                  <a:lnTo>
                    <a:pt x="0" y="914400"/>
                  </a:lnTo>
                  <a:close/>
                </a:path>
              </a:pathLst>
            </a:custGeom>
            <a:solidFill>
              <a:srgbClr val="E8EEF8"/>
            </a:solidFill>
            <a:ln>
              <a:noFill/>
            </a:ln>
          </p:spPr>
        </p:sp>
      </p:grpSp>
      <p:grpSp>
        <p:nvGrpSpPr>
          <p:cNvPr id="51" name="node10"/>
          <p:cNvGrpSpPr/>
          <p:nvPr/>
        </p:nvGrpSpPr>
        <p:grpSpPr>
          <a:xfrm>
            <a:off x="3467100" y="5029200"/>
            <a:ext cx="2743200" cy="914400"/>
            <a:chOff x="3467100" y="5029200"/>
            <a:chExt cx="2743200" cy="914400"/>
          </a:xfrm>
        </p:grpSpPr>
        <p:sp>
          <p:nvSpPr>
            <p:cNvPr id="31" name="node10.surface"/>
            <p:cNvSpPr/>
            <p:nvPr/>
          </p:nvSpPr>
          <p:spPr>
            <a:xfrm>
              <a:off x="3467100" y="5029200"/>
              <a:ext cx="2743200" cy="914400"/>
            </a:xfrm>
            <a:custGeom>
              <a:avLst/>
              <a:gdLst/>
              <a:ahLst/>
              <a:cxnLst/>
              <a:rect l="l" t="t" r="r" b="b"/>
              <a:pathLst>
                <a:path w="2743200" h="914400">
                  <a:moveTo>
                    <a:pt x="0" y="0"/>
                  </a:moveTo>
                  <a:lnTo>
                    <a:pt x="2438400" y="0"/>
                  </a:lnTo>
                  <a:lnTo>
                    <a:pt x="2743200" y="457200"/>
                  </a:lnTo>
                  <a:lnTo>
                    <a:pt x="2438400" y="914400"/>
                  </a:lnTo>
                  <a:lnTo>
                    <a:pt x="0" y="914400"/>
                  </a:lnTo>
                  <a:lnTo>
                    <a:pt x="304800" y="457200"/>
                  </a:lnTo>
                  <a:close/>
                </a:path>
              </a:pathLst>
            </a:custGeom>
            <a:solidFill>
              <a:srgbClr val="E8EEF8"/>
            </a:solidFill>
            <a:ln>
              <a:noFill/>
            </a:ln>
          </p:spPr>
        </p:sp>
      </p:grpSp>
      <p:grpSp>
        <p:nvGrpSpPr>
          <p:cNvPr id="52" name="node11"/>
          <p:cNvGrpSpPr/>
          <p:nvPr/>
        </p:nvGrpSpPr>
        <p:grpSpPr>
          <a:xfrm>
            <a:off x="6210300" y="5029200"/>
            <a:ext cx="2743200" cy="914400"/>
            <a:chOff x="6210300" y="5029200"/>
            <a:chExt cx="2743200" cy="914400"/>
          </a:xfrm>
        </p:grpSpPr>
        <p:sp>
          <p:nvSpPr>
            <p:cNvPr id="32" name="node11.surface"/>
            <p:cNvSpPr/>
            <p:nvPr/>
          </p:nvSpPr>
          <p:spPr>
            <a:xfrm>
              <a:off x="6210300" y="5029200"/>
              <a:ext cx="2743200" cy="914400"/>
            </a:xfrm>
            <a:custGeom>
              <a:avLst/>
              <a:gdLst/>
              <a:ahLst/>
              <a:cxnLst/>
              <a:rect l="l" t="t" r="r" b="b"/>
              <a:pathLst>
                <a:path w="2743200" h="914400">
                  <a:moveTo>
                    <a:pt x="0" y="0"/>
                  </a:moveTo>
                  <a:lnTo>
                    <a:pt x="2438400" y="0"/>
                  </a:lnTo>
                  <a:lnTo>
                    <a:pt x="2743200" y="457200"/>
                  </a:lnTo>
                  <a:lnTo>
                    <a:pt x="2438400" y="914400"/>
                  </a:lnTo>
                  <a:lnTo>
                    <a:pt x="0" y="914400"/>
                  </a:lnTo>
                  <a:lnTo>
                    <a:pt x="304800" y="457200"/>
                  </a:lnTo>
                  <a:close/>
                </a:path>
              </a:pathLst>
            </a:custGeom>
            <a:solidFill>
              <a:srgbClr val="CED7E6"/>
            </a:solidFill>
            <a:ln>
              <a:noFill/>
            </a:ln>
          </p:spPr>
        </p:sp>
      </p:grpSp>
      <p:grpSp>
        <p:nvGrpSpPr>
          <p:cNvPr id="53" name="node12"/>
          <p:cNvGrpSpPr/>
          <p:nvPr/>
        </p:nvGrpSpPr>
        <p:grpSpPr>
          <a:xfrm>
            <a:off x="8953500" y="5029200"/>
            <a:ext cx="2514600" cy="914400"/>
            <a:chOff x="8953500" y="5029200"/>
            <a:chExt cx="2514600" cy="914400"/>
          </a:xfrm>
        </p:grpSpPr>
        <p:sp>
          <p:nvSpPr>
            <p:cNvPr id="33" name="node12.surface"/>
            <p:cNvSpPr/>
            <p:nvPr/>
          </p:nvSpPr>
          <p:spPr>
            <a:xfrm>
              <a:off x="8953500" y="5029200"/>
              <a:ext cx="2514600" cy="914400"/>
            </a:xfrm>
            <a:custGeom>
              <a:avLst/>
              <a:gdLst/>
              <a:ahLst/>
              <a:cxnLst/>
              <a:rect l="l" t="t" r="r" b="b"/>
              <a:pathLst>
                <a:path w="2514600" h="914400">
                  <a:moveTo>
                    <a:pt x="0" y="0"/>
                  </a:moveTo>
                  <a:lnTo>
                    <a:pt x="2209800" y="0"/>
                  </a:lnTo>
                  <a:lnTo>
                    <a:pt x="2514600" y="457200"/>
                  </a:lnTo>
                  <a:lnTo>
                    <a:pt x="2209800" y="914400"/>
                  </a:lnTo>
                  <a:lnTo>
                    <a:pt x="0" y="914400"/>
                  </a:lnTo>
                  <a:lnTo>
                    <a:pt x="304800" y="457200"/>
                  </a:lnTo>
                  <a:close/>
                </a:path>
              </a:pathLst>
            </a:custGeom>
            <a:solidFill>
              <a:srgbClr val="070154"/>
            </a:solidFill>
            <a:ln>
              <a:noFill/>
            </a:ln>
          </p:spPr>
        </p:sp>
      </p:grpSp>
      <p:grpSp>
        <p:nvGrpSpPr>
          <p:cNvPr id="54" name="node09-time"/>
          <p:cNvGrpSpPr/>
          <p:nvPr/>
        </p:nvGrpSpPr>
        <p:grpSpPr>
          <a:xfrm>
            <a:off x="876300" y="5067300"/>
            <a:ext cx="2209800" cy="304800"/>
            <a:chOff x="876300" y="5067300"/>
            <a:chExt cx="2209800" cy="304800"/>
          </a:xfrm>
        </p:grpSpPr>
        <p:sp>
          <p:nvSpPr>
            <p:cNvPr id="34" name="node09-time.text"/>
            <p:cNvSpPr/>
            <p:nvPr/>
          </p:nvSpPr>
          <p:spPr>
            <a:xfrm>
              <a:off x="876300" y="5067300"/>
              <a:ext cx="220980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0–15 min</a:t>
              </a:r>
              <a:endParaRPr lang="en-US" sz="1800" spc="0" kern="0" b="0" i="0" dirty="0">
                <a:solidFill>
                  <a:srgbClr val="0047FF"/>
                </a:solidFill>
                <a:latin typeface="IBM Plex Mono SemiBold"/>
                <a:ea typeface="IBM Plex Mono SemiBold"/>
                <a:cs typeface="IBM Plex Mono SemiBold"/>
              </a:endParaRPr>
            </a:p>
          </p:txBody>
        </p:sp>
      </p:grpSp>
      <p:grpSp>
        <p:nvGrpSpPr>
          <p:cNvPr id="55" name="node09-role"/>
          <p:cNvGrpSpPr/>
          <p:nvPr/>
        </p:nvGrpSpPr>
        <p:grpSpPr>
          <a:xfrm>
            <a:off x="876300" y="5410200"/>
            <a:ext cx="2209800" cy="533400"/>
            <a:chOff x="876300" y="5410200"/>
            <a:chExt cx="2209800" cy="533400"/>
          </a:xfrm>
        </p:grpSpPr>
        <p:sp>
          <p:nvSpPr>
            <p:cNvPr id="35" name="node09-role.text"/>
            <p:cNvSpPr/>
            <p:nvPr/>
          </p:nvSpPr>
          <p:spPr>
            <a:xfrm>
              <a:off x="876300" y="5410200"/>
              <a:ext cx="22098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Workstream lead</a:t>
              </a:r>
              <a:endParaRPr lang="en-US" sz="1400" spc="0" kern="0" b="0" i="0" dirty="0">
                <a:solidFill>
                  <a:srgbClr val="070154"/>
                </a:solidFill>
                <a:latin typeface="IBM Plex Sans SemiBold"/>
                <a:ea typeface="IBM Plex Sans SemiBold"/>
                <a:cs typeface="IBM Plex Sans SemiBold"/>
              </a:endParaRPr>
            </a:p>
          </p:txBody>
        </p:sp>
      </p:grpSp>
      <p:grpSp>
        <p:nvGrpSpPr>
          <p:cNvPr id="56" name="node10-time"/>
          <p:cNvGrpSpPr/>
          <p:nvPr/>
        </p:nvGrpSpPr>
        <p:grpSpPr>
          <a:xfrm>
            <a:off x="3848100" y="5067300"/>
            <a:ext cx="1981200" cy="304800"/>
            <a:chOff x="3848100" y="5067300"/>
            <a:chExt cx="1981200" cy="304800"/>
          </a:xfrm>
        </p:grpSpPr>
        <p:sp>
          <p:nvSpPr>
            <p:cNvPr id="36" name="node10-time.text"/>
            <p:cNvSpPr/>
            <p:nvPr/>
          </p:nvSpPr>
          <p:spPr>
            <a:xfrm>
              <a:off x="3848100" y="5067300"/>
              <a:ext cx="198120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15–30 min</a:t>
              </a:r>
              <a:endParaRPr lang="en-US" sz="1800" spc="0" kern="0" b="0" i="0" dirty="0">
                <a:solidFill>
                  <a:srgbClr val="0047FF"/>
                </a:solidFill>
                <a:latin typeface="IBM Plex Mono SemiBold"/>
                <a:ea typeface="IBM Plex Mono SemiBold"/>
                <a:cs typeface="IBM Plex Mono SemiBold"/>
              </a:endParaRPr>
            </a:p>
          </p:txBody>
        </p:sp>
      </p:grpSp>
      <p:grpSp>
        <p:nvGrpSpPr>
          <p:cNvPr id="57" name="node10-role"/>
          <p:cNvGrpSpPr/>
          <p:nvPr/>
        </p:nvGrpSpPr>
        <p:grpSpPr>
          <a:xfrm>
            <a:off x="3848100" y="5410200"/>
            <a:ext cx="1981200" cy="533400"/>
            <a:chOff x="3848100" y="5410200"/>
            <a:chExt cx="1981200" cy="533400"/>
          </a:xfrm>
        </p:grpSpPr>
        <p:sp>
          <p:nvSpPr>
            <p:cNvPr id="37" name="node10-role.text"/>
            <p:cNvSpPr/>
            <p:nvPr/>
          </p:nvSpPr>
          <p:spPr>
            <a:xfrm>
              <a:off x="3848100" y="5410200"/>
              <a:ext cx="19812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Cutover lead</a:t>
              </a:r>
              <a:endParaRPr lang="en-US" sz="1400" spc="0" kern="0" b="0" i="0" dirty="0">
                <a:solidFill>
                  <a:srgbClr val="070154"/>
                </a:solidFill>
                <a:latin typeface="IBM Plex Sans SemiBold"/>
                <a:ea typeface="IBM Plex Sans SemiBold"/>
                <a:cs typeface="IBM Plex Sans SemiBold"/>
              </a:endParaRPr>
            </a:p>
          </p:txBody>
        </p:sp>
      </p:grpSp>
      <p:grpSp>
        <p:nvGrpSpPr>
          <p:cNvPr id="58" name="node11-time"/>
          <p:cNvGrpSpPr/>
          <p:nvPr/>
        </p:nvGrpSpPr>
        <p:grpSpPr>
          <a:xfrm>
            <a:off x="6591300" y="5067300"/>
            <a:ext cx="1981200" cy="304800"/>
            <a:chOff x="6591300" y="5067300"/>
            <a:chExt cx="1981200" cy="304800"/>
          </a:xfrm>
        </p:grpSpPr>
        <p:sp>
          <p:nvSpPr>
            <p:cNvPr id="38" name="node11-time.text"/>
            <p:cNvSpPr/>
            <p:nvPr/>
          </p:nvSpPr>
          <p:spPr>
            <a:xfrm>
              <a:off x="6591300" y="5067300"/>
              <a:ext cx="198120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70154"/>
                  </a:solidFill>
                  <a:latin typeface="IBM Plex Mono SemiBold"/>
                  <a:ea typeface="IBM Plex Mono SemiBold"/>
                  <a:cs typeface="IBM Plex Mono SemiBold"/>
                </a:rPr>
                <a:t>30–60 min</a:t>
              </a:r>
              <a:endParaRPr lang="en-US" sz="1800" spc="0" kern="0" b="0" i="0" dirty="0">
                <a:solidFill>
                  <a:srgbClr val="070154"/>
                </a:solidFill>
                <a:latin typeface="IBM Plex Mono SemiBold"/>
                <a:ea typeface="IBM Plex Mono SemiBold"/>
                <a:cs typeface="IBM Plex Mono SemiBold"/>
              </a:endParaRPr>
            </a:p>
          </p:txBody>
        </p:sp>
      </p:grpSp>
      <p:grpSp>
        <p:nvGrpSpPr>
          <p:cNvPr id="59" name="node11-role"/>
          <p:cNvGrpSpPr/>
          <p:nvPr/>
        </p:nvGrpSpPr>
        <p:grpSpPr>
          <a:xfrm>
            <a:off x="6591300" y="5410200"/>
            <a:ext cx="1981200" cy="533400"/>
            <a:chOff x="6591300" y="5410200"/>
            <a:chExt cx="1981200" cy="533400"/>
          </a:xfrm>
        </p:grpSpPr>
        <p:sp>
          <p:nvSpPr>
            <p:cNvPr id="39" name="node11-role.text"/>
            <p:cNvSpPr/>
            <p:nvPr/>
          </p:nvSpPr>
          <p:spPr>
            <a:xfrm>
              <a:off x="6591300" y="5410200"/>
              <a:ext cx="19812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Controller and CIO</a:t>
              </a:r>
              <a:endParaRPr lang="en-US" sz="1400" spc="0" kern="0" b="0" i="0" dirty="0">
                <a:solidFill>
                  <a:srgbClr val="070154"/>
                </a:solidFill>
                <a:latin typeface="IBM Plex Sans SemiBold"/>
                <a:ea typeface="IBM Plex Sans SemiBold"/>
                <a:cs typeface="IBM Plex Sans SemiBold"/>
              </a:endParaRPr>
            </a:p>
          </p:txBody>
        </p:sp>
      </p:grpSp>
      <p:grpSp>
        <p:nvGrpSpPr>
          <p:cNvPr id="60" name="node12-time"/>
          <p:cNvGrpSpPr/>
          <p:nvPr/>
        </p:nvGrpSpPr>
        <p:grpSpPr>
          <a:xfrm>
            <a:off x="9334500" y="5067300"/>
            <a:ext cx="1752600" cy="304800"/>
            <a:chOff x="9334500" y="5067300"/>
            <a:chExt cx="1752600" cy="304800"/>
          </a:xfrm>
        </p:grpSpPr>
        <p:sp>
          <p:nvSpPr>
            <p:cNvPr id="40" name="node12-time.text"/>
            <p:cNvSpPr/>
            <p:nvPr/>
          </p:nvSpPr>
          <p:spPr>
            <a:xfrm>
              <a:off x="9334500" y="5067300"/>
              <a:ext cx="175260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F900D3"/>
                  </a:solidFill>
                  <a:latin typeface="IBM Plex Mono SemiBold"/>
                  <a:ea typeface="IBM Plex Mono SemiBold"/>
                  <a:cs typeface="IBM Plex Mono SemiBold"/>
                </a:rPr>
                <a:t>60+ min</a:t>
              </a:r>
              <a:endParaRPr lang="en-US" sz="1800" spc="0" kern="0" b="0" i="0" dirty="0">
                <a:solidFill>
                  <a:srgbClr val="F900D3"/>
                </a:solidFill>
                <a:latin typeface="IBM Plex Mono SemiBold"/>
                <a:ea typeface="IBM Plex Mono SemiBold"/>
                <a:cs typeface="IBM Plex Mono SemiBold"/>
              </a:endParaRPr>
            </a:p>
          </p:txBody>
        </p:sp>
      </p:grpSp>
      <p:grpSp>
        <p:nvGrpSpPr>
          <p:cNvPr id="61" name="node12-role"/>
          <p:cNvGrpSpPr/>
          <p:nvPr/>
        </p:nvGrpSpPr>
        <p:grpSpPr>
          <a:xfrm>
            <a:off x="9334500" y="5410200"/>
            <a:ext cx="1752600" cy="533400"/>
            <a:chOff x="9334500" y="5410200"/>
            <a:chExt cx="1752600" cy="533400"/>
          </a:xfrm>
        </p:grpSpPr>
        <p:sp>
          <p:nvSpPr>
            <p:cNvPr id="41" name="node12-role.text"/>
            <p:cNvSpPr/>
            <p:nvPr/>
          </p:nvSpPr>
          <p:spPr>
            <a:xfrm>
              <a:off x="9334500" y="5410200"/>
              <a:ext cx="17526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FFFFFF"/>
                  </a:solidFill>
                  <a:latin typeface="IBM Plex Sans SemiBold"/>
                  <a:ea typeface="IBM Plex Sans SemiBold"/>
                  <a:cs typeface="IBM Plex Sans SemiBold"/>
                </a:rPr>
                <a:t>Steering committee</a:t>
              </a:r>
              <a:endParaRPr lang="en-US" sz="1400" spc="0" kern="0" b="0" i="0" dirty="0">
                <a:solidFill>
                  <a:srgbClr val="FFFFFF"/>
                </a:solidFill>
                <a:latin typeface="IBM Plex Sans SemiBold"/>
                <a:ea typeface="IBM Plex Sans SemiBold"/>
                <a:cs typeface="IBM Plex Sans SemiBold"/>
              </a:endParaRPr>
            </a:p>
          </p:txBody>
        </p:sp>
      </p:gr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name="source-472">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CUTOVER RUNBOOK</a:t>
            </a:r>
            <a:endParaRPr lang="en-US" sz="1000" spc="80" kern="0" b="0" i="0" dirty="0">
              <a:solidFill>
                <a:srgbClr val="0047FF"/>
              </a:solidFill>
              <a:latin typeface="IBM Plex Mono SemiBold"/>
              <a:ea typeface="IBM Plex Mono SemiBold"/>
              <a:cs typeface="IBM Plex Mono SemiBold"/>
            </a:endParaRPr>
          </a:p>
        </p:txBody>
      </p:sp>
      <p:pic>
        <p:nvPicPr>
          <p:cNvPr id="4" name="title.mark-002-001" descr="highlight-1; canonical SHA256=b0048aa39744978d339a9910f5cc1482814a8a0eae4c5a63e1f80d6a2885b314">    </p:cNvPr>
          <p:cNvPicPr>
            <a:picLocks noChangeAspect="1"/>
          </p:cNvPicPr>
          <p:nvPr/>
        </p:nvPicPr>
        <p:blipFill>
          <a:blip r:embed="rId1"/>
          <a:stretch>
            <a:fillRect/>
          </a:stretch>
        </p:blipFill>
        <p:spPr>
          <a:xfrm>
            <a:off x="5712305" y="733532"/>
            <a:ext cx="1392691" cy="374904"/>
          </a:xfrm>
          <a:prstGeom prst="rect">
            <a:avLst/>
          </a:prstGeom>
        </p:spPr>
      </p:pic>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 xml:space="preserve">One runbook governs every </a:t>
            </a:r>
            <a:r>
              <a:rPr lang="en-US" sz="3200" spc="-590" kern="0" b="0" i="0" dirty="0">
                <a:solidFill>
                  <a:srgbClr val="070154"/>
                </a:solidFill>
                <a:latin typeface="IBM Plex Sans SemiBold"/>
                <a:ea typeface="IBM Plex Sans SemiBold"/>
                <a:cs typeface="IBM Plex Sans SemiBold"/>
              </a:rPr>
              <a:t xml:space="preserve"> </a:t>
            </a:r>
            <a:r>
              <a:rPr lang="en-US" sz="3200" spc="-64" kern="0" b="0" i="0" dirty="0">
                <a:solidFill>
                  <a:srgbClr val="070154"/>
                </a:solidFill>
                <a:latin typeface="IBM Plex Sans SemiBold"/>
                <a:ea typeface="IBM Plex Sans SemiBold"/>
                <a:cs typeface="IBM Plex Sans SemiBold"/>
              </a:rPr>
              <a:t xml:space="preserve">wave 1</a:t>
            </a:r>
            <a:r>
              <a:rPr lang="en-US" sz="3200" spc="-590" kern="0" b="0" i="0" dirty="0">
                <a:solidFill>
                  <a:srgbClr val="070154"/>
                </a:solidFill>
                <a:latin typeface="IBM Plex Sans SemiBold"/>
                <a:ea typeface="IBM Plex Sans SemiBold"/>
                <a:cs typeface="IBM Plex Sans SemiBold"/>
              </a:rPr>
              <a:t xml:space="preserve"> </a:t>
            </a:r>
            <a:r>
              <a:rPr lang="en-US" sz="3200" spc="-64" kern="0" b="0" i="0" dirty="0">
                <a:solidFill>
                  <a:srgbClr val="070154"/>
                </a:solidFill>
                <a:latin typeface="IBM Plex Sans SemiBold"/>
                <a:ea typeface="IBM Plex Sans SemiBold"/>
                <a:cs typeface="IBM Plex Sans SemiBold"/>
              </a:rPr>
              <a:t xml:space="preserve"> cutover decision</a:t>
            </a:r>
            <a:endParaRPr lang="en-US" sz="3200" spc="-64" kern="0" b="0" i="0" dirty="0">
              <a:solidFill>
                <a:srgbClr val="070154"/>
              </a:solidFill>
              <a:latin typeface="IBM Plex Sans SemiBold"/>
              <a:ea typeface="IBM Plex Sans SemiBold"/>
              <a:cs typeface="IBM Plex Sans SemiBold"/>
            </a:endParaRPr>
          </a:p>
        </p:txBody>
      </p:sp>
      <p:sp>
        <p:nvSpPr>
          <p:cNvPr id="6" name="nav.section-01"/>
          <p:cNvSpPr/>
          <p:nvPr/>
        </p:nvSpPr>
        <p:spPr>
          <a:xfrm>
            <a:off x="266700" y="457200"/>
            <a:ext cx="228600" cy="1257300"/>
          </a:xfrm>
          <a:prstGeom prst="rect">
            <a:avLst/>
          </a:prstGeom>
          <a:solidFill>
            <a:srgbClr val="070154"/>
          </a:solidFill>
          <a:ln>
            <a:noFill/>
          </a:ln>
        </p:spPr>
      </p:sp>
      <p:sp>
        <p:nvSpPr>
          <p:cNvPr id="7" name="nav.label.section-01"/>
          <p:cNvSpPr/>
          <p:nvPr/>
        </p:nvSpPr>
        <p:spPr>
          <a:xfrm>
            <a:off x="266700" y="457200"/>
            <a:ext cx="228600" cy="125730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FFFFFF"/>
                </a:solidFill>
                <a:latin typeface="IBM Plex Mono SemiBold"/>
                <a:ea typeface="IBM Plex Mono SemiBold"/>
                <a:cs typeface="IBM Plex Mono SemiBold"/>
              </a:rPr>
              <a:t>PREPARE</a:t>
            </a:r>
            <a:endParaRPr lang="en-US" sz="800" spc="80" kern="0" b="0" i="0" dirty="0">
              <a:solidFill>
                <a:srgbClr val="FFFFFF"/>
              </a:solidFill>
              <a:latin typeface="IBM Plex Mono SemiBold"/>
              <a:ea typeface="IBM Plex Mono SemiBold"/>
              <a:cs typeface="IBM Plex Mono SemiBold"/>
            </a:endParaRPr>
          </a:p>
        </p:txBody>
      </p:sp>
      <p:sp>
        <p:nvSpPr>
          <p:cNvPr id="8" name="nav.section-02"/>
          <p:cNvSpPr/>
          <p:nvPr/>
        </p:nvSpPr>
        <p:spPr>
          <a:xfrm>
            <a:off x="266700" y="1790700"/>
            <a:ext cx="228600" cy="1257300"/>
          </a:xfrm>
          <a:prstGeom prst="rect">
            <a:avLst/>
          </a:prstGeom>
          <a:solidFill>
            <a:srgbClr val="E8EEF8"/>
          </a:solidFill>
          <a:ln>
            <a:noFill/>
          </a:ln>
        </p:spPr>
      </p:sp>
      <p:sp>
        <p:nvSpPr>
          <p:cNvPr id="9" name="nav.label.section-02"/>
          <p:cNvSpPr/>
          <p:nvPr/>
        </p:nvSpPr>
        <p:spPr>
          <a:xfrm>
            <a:off x="266700" y="1790700"/>
            <a:ext cx="228600" cy="125730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50658E"/>
                </a:solidFill>
                <a:latin typeface="IBM Plex Mono SemiBold"/>
                <a:ea typeface="IBM Plex Mono SemiBold"/>
                <a:cs typeface="IBM Plex Mono SemiBold"/>
              </a:rPr>
              <a:t>CUTOVER</a:t>
            </a:r>
            <a:endParaRPr lang="en-US" sz="800" spc="80" kern="0" b="0" i="0" dirty="0">
              <a:solidFill>
                <a:srgbClr val="50658E"/>
              </a:solidFill>
              <a:latin typeface="IBM Plex Mono SemiBold"/>
              <a:ea typeface="IBM Plex Mono SemiBold"/>
              <a:cs typeface="IBM Plex Mono SemiBold"/>
            </a:endParaRPr>
          </a:p>
        </p:txBody>
      </p:sp>
      <p:sp>
        <p:nvSpPr>
          <p:cNvPr id="10" name="nav.section-03"/>
          <p:cNvSpPr/>
          <p:nvPr/>
        </p:nvSpPr>
        <p:spPr>
          <a:xfrm>
            <a:off x="266700" y="3124200"/>
            <a:ext cx="228600" cy="1257300"/>
          </a:xfrm>
          <a:prstGeom prst="rect">
            <a:avLst/>
          </a:prstGeom>
          <a:solidFill>
            <a:srgbClr val="E8EEF8"/>
          </a:solidFill>
          <a:ln>
            <a:noFill/>
          </a:ln>
        </p:spPr>
      </p:sp>
      <p:sp>
        <p:nvSpPr>
          <p:cNvPr id="11" name="nav.label.section-03"/>
          <p:cNvSpPr/>
          <p:nvPr/>
        </p:nvSpPr>
        <p:spPr>
          <a:xfrm>
            <a:off x="266700" y="3124200"/>
            <a:ext cx="228600" cy="125730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50658E"/>
                </a:solidFill>
                <a:latin typeface="IBM Plex Mono SemiBold"/>
                <a:ea typeface="IBM Plex Mono SemiBold"/>
                <a:cs typeface="IBM Plex Mono SemiBold"/>
              </a:rPr>
              <a:t>HYPERCARE</a:t>
            </a:r>
            <a:endParaRPr lang="en-US" sz="800" spc="80" kern="0" b="0" i="0" dirty="0">
              <a:solidFill>
                <a:srgbClr val="50658E"/>
              </a:solidFill>
              <a:latin typeface="IBM Plex Mono SemiBold"/>
              <a:ea typeface="IBM Plex Mono SemiBold"/>
              <a:cs typeface="IBM Plex Mono SemiBold"/>
            </a:endParaRPr>
          </a:p>
        </p:txBody>
      </p:sp>
      <p:sp>
        <p:nvSpPr>
          <p:cNvPr id="12" name="nav.section-04"/>
          <p:cNvSpPr/>
          <p:nvPr/>
        </p:nvSpPr>
        <p:spPr>
          <a:xfrm>
            <a:off x="266700" y="4457700"/>
            <a:ext cx="228600" cy="1257300"/>
          </a:xfrm>
          <a:prstGeom prst="rect">
            <a:avLst/>
          </a:prstGeom>
          <a:solidFill>
            <a:srgbClr val="E8EEF8"/>
          </a:solidFill>
          <a:ln>
            <a:noFill/>
          </a:ln>
        </p:spPr>
      </p:sp>
      <p:sp>
        <p:nvSpPr>
          <p:cNvPr id="13" name="nav.label.section-04"/>
          <p:cNvSpPr/>
          <p:nvPr/>
        </p:nvSpPr>
        <p:spPr>
          <a:xfrm>
            <a:off x="266700" y="4457700"/>
            <a:ext cx="228600" cy="125730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50658E"/>
                </a:solidFill>
                <a:latin typeface="IBM Plex Mono SemiBold"/>
                <a:ea typeface="IBM Plex Mono SemiBold"/>
                <a:cs typeface="IBM Plex Mono SemiBold"/>
              </a:rPr>
              <a:t>HANDOVER</a:t>
            </a:r>
            <a:endParaRPr lang="en-US" sz="800" spc="80" kern="0" b="0" i="0" dirty="0">
              <a:solidFill>
                <a:srgbClr val="50658E"/>
              </a:solidFill>
              <a:latin typeface="IBM Plex Mono SemiBold"/>
              <a:ea typeface="IBM Plex Mono SemiBold"/>
              <a:cs typeface="IBM Plex Mono SemiBold"/>
            </a:endParaRPr>
          </a:p>
        </p:txBody>
      </p:sp>
      <p:sp>
        <p:nvSpPr>
          <p:cNvPr id="14" name="wm.page"/>
          <p:cNvSpPr/>
          <p:nvPr/>
        </p:nvSpPr>
        <p:spPr>
          <a:xfrm>
            <a:off x="11163300" y="64008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152</a:t>
            </a:fld>
            <a:endParaRPr lang="en-US" sz="700" spc="0" kern="0" b="0" i="0" dirty="0">
              <a:solidFill>
                <a:srgbClr val="070154"/>
              </a:solidFill>
              <a:latin typeface="IBM Plex Mono SemiBold"/>
              <a:ea typeface="IBM Plex Mono SemiBold"/>
              <a:cs typeface="IBM Plex Mono SemiBold"/>
            </a:endParaRPr>
          </a:p>
        </p:txBody>
      </p:sp>
      <p:grpSp>
        <p:nvGrpSpPr>
          <p:cNvPr id="50" name="node01"/>
          <p:cNvGrpSpPr/>
          <p:nvPr/>
        </p:nvGrpSpPr>
        <p:grpSpPr>
          <a:xfrm>
            <a:off x="723900" y="1600200"/>
            <a:ext cx="3429000" cy="152400"/>
            <a:chOff x="723900" y="1600200"/>
            <a:chExt cx="3429000" cy="152400"/>
          </a:xfrm>
        </p:grpSpPr>
        <p:sp>
          <p:nvSpPr>
            <p:cNvPr id="15" name="node01.text"/>
            <p:cNvSpPr/>
            <p:nvPr/>
          </p:nvSpPr>
          <p:spPr>
            <a:xfrm>
              <a:off x="723900" y="1600200"/>
              <a:ext cx="3429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PURPOSE</a:t>
              </a:r>
              <a:endParaRPr lang="en-US" sz="900" spc="54" kern="0" b="0" i="0" dirty="0">
                <a:solidFill>
                  <a:srgbClr val="0047FF"/>
                </a:solidFill>
                <a:latin typeface="IBM Plex Mono Medium"/>
                <a:ea typeface="IBM Plex Mono Medium"/>
                <a:cs typeface="IBM Plex Mono Medium"/>
              </a:endParaRPr>
            </a:p>
          </p:txBody>
        </p:sp>
      </p:grpSp>
      <p:grpSp>
        <p:nvGrpSpPr>
          <p:cNvPr id="51" name="node02"/>
          <p:cNvGrpSpPr/>
          <p:nvPr/>
        </p:nvGrpSpPr>
        <p:grpSpPr>
          <a:xfrm>
            <a:off x="723900" y="1828800"/>
            <a:ext cx="3429000" cy="685800"/>
            <a:chOff x="723900" y="1828800"/>
            <a:chExt cx="3429000" cy="685800"/>
          </a:xfrm>
        </p:grpSpPr>
        <p:sp>
          <p:nvSpPr>
            <p:cNvPr id="16" name="node02.text"/>
            <p:cNvSpPr/>
            <p:nvPr/>
          </p:nvSpPr>
          <p:spPr>
            <a:xfrm>
              <a:off x="723900" y="1828800"/>
              <a:ext cx="3429000" cy="685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Move close and consolidation to the new ledger over one weekend, with a tested way back at every step.</a:t>
              </a:r>
              <a:endParaRPr lang="en-US" sz="1200" spc="0" kern="0" b="0" i="0" dirty="0">
                <a:solidFill>
                  <a:srgbClr val="070154"/>
                </a:solidFill>
                <a:latin typeface="IBM Plex Sans"/>
                <a:ea typeface="IBM Plex Sans"/>
                <a:cs typeface="IBM Plex Sans"/>
              </a:endParaRPr>
            </a:p>
          </p:txBody>
        </p:sp>
      </p:grpSp>
      <p:grpSp>
        <p:nvGrpSpPr>
          <p:cNvPr id="52" name="node03"/>
          <p:cNvGrpSpPr/>
          <p:nvPr/>
        </p:nvGrpSpPr>
        <p:grpSpPr>
          <a:xfrm>
            <a:off x="723900" y="2743200"/>
            <a:ext cx="3429000" cy="152400"/>
            <a:chOff x="723900" y="2743200"/>
            <a:chExt cx="3429000" cy="152400"/>
          </a:xfrm>
        </p:grpSpPr>
        <p:sp>
          <p:nvSpPr>
            <p:cNvPr id="17" name="node03.text"/>
            <p:cNvSpPr/>
            <p:nvPr/>
          </p:nvSpPr>
          <p:spPr>
            <a:xfrm>
              <a:off x="723900" y="2743200"/>
              <a:ext cx="3429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SCOPE</a:t>
              </a:r>
              <a:endParaRPr lang="en-US" sz="900" spc="54" kern="0" b="0" i="0" dirty="0">
                <a:solidFill>
                  <a:srgbClr val="0047FF"/>
                </a:solidFill>
                <a:latin typeface="IBM Plex Mono Medium"/>
                <a:ea typeface="IBM Plex Mono Medium"/>
                <a:cs typeface="IBM Plex Mono Medium"/>
              </a:endParaRPr>
            </a:p>
          </p:txBody>
        </p:sp>
      </p:grpSp>
      <p:grpSp>
        <p:nvGrpSpPr>
          <p:cNvPr id="53" name="node04"/>
          <p:cNvGrpSpPr/>
          <p:nvPr/>
        </p:nvGrpSpPr>
        <p:grpSpPr>
          <a:xfrm>
            <a:off x="723900" y="2971800"/>
            <a:ext cx="3429000" cy="762000"/>
            <a:chOff x="723900" y="2971800"/>
            <a:chExt cx="3429000" cy="762000"/>
          </a:xfrm>
        </p:grpSpPr>
        <p:sp>
          <p:nvSpPr>
            <p:cNvPr id="18" name="node04.source-001.bullet"/>
            <p:cNvSpPr/>
            <p:nvPr/>
          </p:nvSpPr>
          <p:spPr>
            <a:xfrm>
              <a:off x="723900" y="3060700"/>
              <a:ext cx="38100" cy="38100"/>
            </a:xfrm>
            <a:prstGeom prst="rect">
              <a:avLst/>
            </a:prstGeom>
            <a:solidFill>
              <a:srgbClr val="070154"/>
            </a:solidFill>
            <a:ln>
              <a:noFill/>
            </a:ln>
          </p:spPr>
        </p:sp>
        <p:sp>
          <p:nvSpPr>
            <p:cNvPr id="19" name="node04.source-001.text"/>
            <p:cNvSpPr/>
            <p:nvPr/>
          </p:nvSpPr>
          <p:spPr>
            <a:xfrm>
              <a:off x="876300" y="29718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General ledger and subledgers</a:t>
              </a:r>
              <a:endParaRPr lang="en-US" sz="1200" spc="0" kern="0" b="0" i="0" dirty="0">
                <a:solidFill>
                  <a:srgbClr val="070154"/>
                </a:solidFill>
                <a:latin typeface="IBM Plex Sans"/>
                <a:ea typeface="IBM Plex Sans"/>
                <a:cs typeface="IBM Plex Sans"/>
              </a:endParaRPr>
            </a:p>
          </p:txBody>
        </p:sp>
        <p:sp>
          <p:nvSpPr>
            <p:cNvPr id="20" name="node04.source-002.bullet"/>
            <p:cNvSpPr/>
            <p:nvPr/>
          </p:nvSpPr>
          <p:spPr>
            <a:xfrm>
              <a:off x="723900" y="3327400"/>
              <a:ext cx="38100" cy="38100"/>
            </a:xfrm>
            <a:prstGeom prst="rect">
              <a:avLst/>
            </a:prstGeom>
            <a:solidFill>
              <a:srgbClr val="070154"/>
            </a:solidFill>
            <a:ln>
              <a:noFill/>
            </a:ln>
          </p:spPr>
        </p:sp>
        <p:sp>
          <p:nvSpPr>
            <p:cNvPr id="21" name="node04.source-002.text"/>
            <p:cNvSpPr/>
            <p:nvPr/>
          </p:nvSpPr>
          <p:spPr>
            <a:xfrm>
              <a:off x="876300" y="32385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Bank and intercompany interfaces</a:t>
              </a:r>
              <a:endParaRPr lang="en-US" sz="1200" spc="0" kern="0" b="0" i="0" dirty="0">
                <a:solidFill>
                  <a:srgbClr val="070154"/>
                </a:solidFill>
                <a:latin typeface="IBM Plex Sans"/>
                <a:ea typeface="IBM Plex Sans"/>
                <a:cs typeface="IBM Plex Sans"/>
              </a:endParaRPr>
            </a:p>
          </p:txBody>
        </p:sp>
        <p:sp>
          <p:nvSpPr>
            <p:cNvPr id="22" name="node04.source-003.bullet"/>
            <p:cNvSpPr/>
            <p:nvPr/>
          </p:nvSpPr>
          <p:spPr>
            <a:xfrm>
              <a:off x="723900" y="3594100"/>
              <a:ext cx="38100" cy="38100"/>
            </a:xfrm>
            <a:prstGeom prst="rect">
              <a:avLst/>
            </a:prstGeom>
            <a:solidFill>
              <a:srgbClr val="070154"/>
            </a:solidFill>
            <a:ln>
              <a:noFill/>
            </a:ln>
          </p:spPr>
        </p:sp>
        <p:sp>
          <p:nvSpPr>
            <p:cNvPr id="23" name="node04.source-003.text"/>
            <p:cNvSpPr/>
            <p:nvPr/>
          </p:nvSpPr>
          <p:spPr>
            <a:xfrm>
              <a:off x="876300" y="35052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Excludes planning and reporting</a:t>
              </a:r>
              <a:endParaRPr lang="en-US" sz="1200" spc="0" kern="0" b="0" i="0" dirty="0">
                <a:solidFill>
                  <a:srgbClr val="070154"/>
                </a:solidFill>
                <a:latin typeface="IBM Plex Sans"/>
                <a:ea typeface="IBM Plex Sans"/>
                <a:cs typeface="IBM Plex Sans"/>
              </a:endParaRPr>
            </a:p>
          </p:txBody>
        </p:sp>
      </p:grpSp>
      <p:grpSp>
        <p:nvGrpSpPr>
          <p:cNvPr id="54" name="node05"/>
          <p:cNvGrpSpPr/>
          <p:nvPr/>
        </p:nvGrpSpPr>
        <p:grpSpPr>
          <a:xfrm>
            <a:off x="4381500" y="1600200"/>
            <a:ext cx="7086600" cy="1778000"/>
            <a:chOff x="4381500" y="1600200"/>
            <a:chExt cx="7086600" cy="1778000"/>
          </a:xfrm>
        </p:grpSpPr>
        <p:graphicFrame>
          <p:nvGraphicFramePr>
            <p:cNvPr id="24" name="node05.native"/>
            <p:cNvGraphicFramePr>
              <a:graphicFrameLocks noGrp="1"/>
            </p:cNvGraphicFramePr>
            <p:nvPr>
              <p:extLst>
                <p:ext uri="{D42A27DB-BD31-4B8C-83A1-F6EECF244321}">
                  <p14:modId xmlns:p14="http://schemas.microsoft.com/office/powerpoint/2010/main" val="1579011935"/>
                </p:ext>
              </p:extLst>
            </p:nvPr>
          </p:nvGraphicFramePr>
          <p:xfrm>
            <a:off x="4381500" y="1600200"/>
            <a:ext cx="7086600" cy="1778000"/>
          </p:xfrm>
          <a:graphic>
            <a:graphicData uri="http://schemas.openxmlformats.org/drawingml/2006/table">
              <a:tbl>
                <a:tblPr/>
                <a:tblGrid>
                  <a:gridCol w="1828800"/>
                  <a:gridCol w="1600200"/>
                  <a:gridCol w="3657600"/>
                </a:tblGrid>
                <a:tr h="355600">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ROLE</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HELD BY</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ACCOUNTABLE FOR</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r>
                <a:tr h="3556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Cutover lead</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Program director</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Runs the bridge; calls go or no-go</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556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Ledger owner</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Controller</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Signs balances; opens the ledger</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556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Technical lead</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Finance IT</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Runs loads and interface switch</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556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Support lead</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Shared services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User comms and hypercare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bl>
            </a:graphicData>
          </a:graphic>
        </p:graphicFrame>
      </p:grpSp>
      <p:grpSp>
        <p:nvGrpSpPr>
          <p:cNvPr id="55" name="node06"/>
          <p:cNvGrpSpPr/>
          <p:nvPr/>
        </p:nvGrpSpPr>
        <p:grpSpPr>
          <a:xfrm>
            <a:off x="4381500" y="3657600"/>
            <a:ext cx="3429000" cy="914400"/>
            <a:chOff x="4381500" y="3657600"/>
            <a:chExt cx="3429000" cy="914400"/>
          </a:xfrm>
        </p:grpSpPr>
        <p:sp>
          <p:nvSpPr>
            <p:cNvPr id="25" name="node06.container"/>
            <p:cNvSpPr/>
            <p:nvPr/>
          </p:nvSpPr>
          <p:spPr>
            <a:xfrm>
              <a:off x="4381500" y="3657600"/>
              <a:ext cx="3429000" cy="914400"/>
            </a:xfrm>
            <a:prstGeom prst="rect">
              <a:avLst/>
            </a:prstGeom>
            <a:solidFill>
              <a:srgbClr val="E8EEF8"/>
            </a:solidFill>
            <a:ln>
              <a:noFill/>
            </a:ln>
          </p:spPr>
        </p:sp>
        <p:sp>
          <p:nvSpPr>
            <p:cNvPr id="26" name="node06.label"/>
            <p:cNvSpPr/>
            <p:nvPr/>
          </p:nvSpPr>
          <p:spPr>
            <a:xfrm>
              <a:off x="4495800" y="3771900"/>
              <a:ext cx="32004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ENTRY CRITERIA</a:t>
              </a:r>
              <a:endParaRPr lang="en-US" sz="900" spc="54" kern="0" b="0" i="0" dirty="0">
                <a:solidFill>
                  <a:srgbClr val="0047FF"/>
                </a:solidFill>
                <a:latin typeface="IBM Plex Mono Medium"/>
                <a:ea typeface="IBM Plex Mono Medium"/>
                <a:cs typeface="IBM Plex Mono Medium"/>
              </a:endParaRPr>
            </a:p>
          </p:txBody>
        </p:sp>
        <p:sp>
          <p:nvSpPr>
            <p:cNvPr id="27" name="node06.body.item-001.bullets.item-001.marker"/>
            <p:cNvSpPr/>
            <p:nvPr/>
          </p:nvSpPr>
          <p:spPr>
            <a:xfrm>
              <a:off x="4495800" y="4051300"/>
              <a:ext cx="38100" cy="38100"/>
            </a:xfrm>
            <a:prstGeom prst="rect">
              <a:avLst/>
            </a:prstGeom>
            <a:solidFill>
              <a:srgbClr val="070154"/>
            </a:solidFill>
            <a:ln>
              <a:noFill/>
            </a:ln>
          </p:spPr>
        </p:sp>
        <p:sp>
          <p:nvSpPr>
            <p:cNvPr id="28" name="node06.body.item-001.bullets.item-001.text"/>
            <p:cNvSpPr/>
            <p:nvPr/>
          </p:nvSpPr>
          <p:spPr>
            <a:xfrm>
              <a:off x="4648200" y="3962400"/>
              <a:ext cx="3048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Dress rehearsal signed off</a:t>
              </a:r>
              <a:endParaRPr lang="en-US" sz="1200" spc="0" kern="0" b="0" i="0" dirty="0">
                <a:solidFill>
                  <a:srgbClr val="070154"/>
                </a:solidFill>
                <a:latin typeface="IBM Plex Sans"/>
                <a:ea typeface="IBM Plex Sans"/>
                <a:cs typeface="IBM Plex Sans"/>
              </a:endParaRPr>
            </a:p>
          </p:txBody>
        </p:sp>
        <p:sp>
          <p:nvSpPr>
            <p:cNvPr id="29" name="node06.body.item-001.bullets.item-002.marker"/>
            <p:cNvSpPr/>
            <p:nvPr/>
          </p:nvSpPr>
          <p:spPr>
            <a:xfrm>
              <a:off x="4495800" y="4318000"/>
              <a:ext cx="38100" cy="38100"/>
            </a:xfrm>
            <a:prstGeom prst="rect">
              <a:avLst/>
            </a:prstGeom>
            <a:solidFill>
              <a:srgbClr val="070154"/>
            </a:solidFill>
            <a:ln>
              <a:noFill/>
            </a:ln>
          </p:spPr>
        </p:sp>
        <p:sp>
          <p:nvSpPr>
            <p:cNvPr id="30" name="node06.body.item-001.bullets.item-002.text"/>
            <p:cNvSpPr/>
            <p:nvPr/>
          </p:nvSpPr>
          <p:spPr>
            <a:xfrm>
              <a:off x="4648200" y="4229100"/>
              <a:ext cx="3048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Rollback plan approved</a:t>
              </a:r>
              <a:endParaRPr lang="en-US" sz="1200" spc="0" kern="0" b="0" i="0" dirty="0">
                <a:solidFill>
                  <a:srgbClr val="070154"/>
                </a:solidFill>
                <a:latin typeface="IBM Plex Sans"/>
                <a:ea typeface="IBM Plex Sans"/>
                <a:cs typeface="IBM Plex Sans"/>
              </a:endParaRPr>
            </a:p>
          </p:txBody>
        </p:sp>
      </p:grpSp>
      <p:grpSp>
        <p:nvGrpSpPr>
          <p:cNvPr id="56" name="node07"/>
          <p:cNvGrpSpPr/>
          <p:nvPr/>
        </p:nvGrpSpPr>
        <p:grpSpPr>
          <a:xfrm>
            <a:off x="8039100" y="3657600"/>
            <a:ext cx="3429000" cy="914400"/>
            <a:chOff x="8039100" y="3657600"/>
            <a:chExt cx="3429000" cy="914400"/>
          </a:xfrm>
        </p:grpSpPr>
        <p:sp>
          <p:nvSpPr>
            <p:cNvPr id="31" name="node07.container"/>
            <p:cNvSpPr/>
            <p:nvPr/>
          </p:nvSpPr>
          <p:spPr>
            <a:xfrm>
              <a:off x="8039100" y="3657600"/>
              <a:ext cx="3429000" cy="914400"/>
            </a:xfrm>
            <a:prstGeom prst="rect">
              <a:avLst/>
            </a:prstGeom>
            <a:solidFill>
              <a:srgbClr val="E8EEF8"/>
            </a:solidFill>
            <a:ln>
              <a:noFill/>
            </a:ln>
          </p:spPr>
        </p:sp>
        <p:sp>
          <p:nvSpPr>
            <p:cNvPr id="32" name="node07.label"/>
            <p:cNvSpPr/>
            <p:nvPr/>
          </p:nvSpPr>
          <p:spPr>
            <a:xfrm>
              <a:off x="8153400" y="3771900"/>
              <a:ext cx="32004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EXIT CRITERIA</a:t>
              </a:r>
              <a:endParaRPr lang="en-US" sz="900" spc="54" kern="0" b="0" i="0" dirty="0">
                <a:solidFill>
                  <a:srgbClr val="0047FF"/>
                </a:solidFill>
                <a:latin typeface="IBM Plex Mono Medium"/>
                <a:ea typeface="IBM Plex Mono Medium"/>
                <a:cs typeface="IBM Plex Mono Medium"/>
              </a:endParaRPr>
            </a:p>
          </p:txBody>
        </p:sp>
        <p:sp>
          <p:nvSpPr>
            <p:cNvPr id="33" name="node07.body.item-001.bullets.item-001.marker"/>
            <p:cNvSpPr/>
            <p:nvPr/>
          </p:nvSpPr>
          <p:spPr>
            <a:xfrm>
              <a:off x="8153400" y="4051300"/>
              <a:ext cx="38100" cy="38100"/>
            </a:xfrm>
            <a:prstGeom prst="rect">
              <a:avLst/>
            </a:prstGeom>
            <a:solidFill>
              <a:srgbClr val="070154"/>
            </a:solidFill>
            <a:ln>
              <a:noFill/>
            </a:ln>
          </p:spPr>
        </p:sp>
        <p:sp>
          <p:nvSpPr>
            <p:cNvPr id="34" name="node07.body.item-001.bullets.item-001.text"/>
            <p:cNvSpPr/>
            <p:nvPr/>
          </p:nvSpPr>
          <p:spPr>
            <a:xfrm>
              <a:off x="8305800" y="3962400"/>
              <a:ext cx="3048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Day 1 postings reconciled</a:t>
              </a:r>
              <a:endParaRPr lang="en-US" sz="1200" spc="0" kern="0" b="0" i="0" dirty="0">
                <a:solidFill>
                  <a:srgbClr val="070154"/>
                </a:solidFill>
                <a:latin typeface="IBM Plex Sans"/>
                <a:ea typeface="IBM Plex Sans"/>
                <a:cs typeface="IBM Plex Sans"/>
              </a:endParaRPr>
            </a:p>
          </p:txBody>
        </p:sp>
        <p:sp>
          <p:nvSpPr>
            <p:cNvPr id="35" name="node07.body.item-001.bullets.item-002.marker"/>
            <p:cNvSpPr/>
            <p:nvPr/>
          </p:nvSpPr>
          <p:spPr>
            <a:xfrm>
              <a:off x="8153400" y="4318000"/>
              <a:ext cx="38100" cy="38100"/>
            </a:xfrm>
            <a:prstGeom prst="rect">
              <a:avLst/>
            </a:prstGeom>
            <a:solidFill>
              <a:srgbClr val="070154"/>
            </a:solidFill>
            <a:ln>
              <a:noFill/>
            </a:ln>
          </p:spPr>
        </p:sp>
        <p:sp>
          <p:nvSpPr>
            <p:cNvPr id="36" name="node07.body.item-001.bullets.item-002.text"/>
            <p:cNvSpPr/>
            <p:nvPr/>
          </p:nvSpPr>
          <p:spPr>
            <a:xfrm>
              <a:off x="8305800" y="4229100"/>
              <a:ext cx="3048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Hypercare handover accepted</a:t>
              </a:r>
              <a:endParaRPr lang="en-US" sz="1200" spc="0" kern="0" b="0" i="0" dirty="0">
                <a:solidFill>
                  <a:srgbClr val="070154"/>
                </a:solidFill>
                <a:latin typeface="IBM Plex Sans"/>
                <a:ea typeface="IBM Plex Sans"/>
                <a:cs typeface="IBM Plex Sans"/>
              </a:endParaRPr>
            </a:p>
          </p:txBody>
        </p:sp>
      </p:grpSp>
      <p:grpSp>
        <p:nvGrpSpPr>
          <p:cNvPr id="57" name="node08"/>
          <p:cNvGrpSpPr/>
          <p:nvPr/>
        </p:nvGrpSpPr>
        <p:grpSpPr>
          <a:xfrm>
            <a:off x="723900" y="4800600"/>
            <a:ext cx="10744200" cy="152400"/>
            <a:chOff x="723900" y="4800600"/>
            <a:chExt cx="10744200" cy="152400"/>
          </a:xfrm>
        </p:grpSpPr>
        <p:sp>
          <p:nvSpPr>
            <p:cNvPr id="37" name="node08.text"/>
            <p:cNvSpPr/>
            <p:nvPr/>
          </p:nvSpPr>
          <p:spPr>
            <a:xfrm>
              <a:off x="723900" y="4800600"/>
              <a:ext cx="10744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ESCALATION PATH</a:t>
              </a:r>
              <a:endParaRPr lang="en-US" sz="900" spc="54" kern="0" b="0" i="0" dirty="0">
                <a:solidFill>
                  <a:srgbClr val="0047FF"/>
                </a:solidFill>
                <a:latin typeface="IBM Plex Mono Medium"/>
                <a:ea typeface="IBM Plex Mono Medium"/>
                <a:cs typeface="IBM Plex Mono Medium"/>
              </a:endParaRPr>
            </a:p>
          </p:txBody>
        </p:sp>
      </p:grpSp>
      <p:grpSp>
        <p:nvGrpSpPr>
          <p:cNvPr id="58" name="node09"/>
          <p:cNvGrpSpPr/>
          <p:nvPr/>
        </p:nvGrpSpPr>
        <p:grpSpPr>
          <a:xfrm>
            <a:off x="723900" y="5029200"/>
            <a:ext cx="2743200" cy="685800"/>
            <a:chOff x="723900" y="5029200"/>
            <a:chExt cx="2743200" cy="685800"/>
          </a:xfrm>
        </p:grpSpPr>
        <p:sp>
          <p:nvSpPr>
            <p:cNvPr id="38" name="node09.surface"/>
            <p:cNvSpPr/>
            <p:nvPr/>
          </p:nvSpPr>
          <p:spPr>
            <a:xfrm>
              <a:off x="723900" y="5029200"/>
              <a:ext cx="2743200" cy="685800"/>
            </a:xfrm>
            <a:custGeom>
              <a:avLst/>
              <a:gdLst/>
              <a:ahLst/>
              <a:cxnLst/>
              <a:rect l="l" t="t" r="r" b="b"/>
              <a:pathLst>
                <a:path w="2743200" h="685800">
                  <a:moveTo>
                    <a:pt x="0" y="0"/>
                  </a:moveTo>
                  <a:lnTo>
                    <a:pt x="2514600" y="0"/>
                  </a:lnTo>
                  <a:lnTo>
                    <a:pt x="2743200" y="342900"/>
                  </a:lnTo>
                  <a:lnTo>
                    <a:pt x="2514600" y="685800"/>
                  </a:lnTo>
                  <a:lnTo>
                    <a:pt x="0" y="685800"/>
                  </a:lnTo>
                  <a:close/>
                </a:path>
              </a:pathLst>
            </a:custGeom>
            <a:solidFill>
              <a:srgbClr val="E8EEF8"/>
            </a:solidFill>
            <a:ln>
              <a:noFill/>
            </a:ln>
          </p:spPr>
        </p:sp>
        <p:sp>
          <p:nvSpPr>
            <p:cNvPr id="39" name="node09.number"/>
            <p:cNvSpPr/>
            <p:nvPr/>
          </p:nvSpPr>
          <p:spPr>
            <a:xfrm>
              <a:off x="876300" y="5219700"/>
              <a:ext cx="1092327"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0–15 min</a:t>
              </a:r>
              <a:endParaRPr lang="en-US" sz="1800" spc="0" kern="0" b="0" i="0" dirty="0">
                <a:solidFill>
                  <a:srgbClr val="0047FF"/>
                </a:solidFill>
                <a:latin typeface="IBM Plex Mono SemiBold"/>
                <a:ea typeface="IBM Plex Mono SemiBold"/>
                <a:cs typeface="IBM Plex Mono SemiBold"/>
              </a:endParaRPr>
            </a:p>
          </p:txBody>
        </p:sp>
        <p:sp>
          <p:nvSpPr>
            <p:cNvPr id="40" name="node09.text"/>
            <p:cNvSpPr/>
            <p:nvPr/>
          </p:nvSpPr>
          <p:spPr>
            <a:xfrm>
              <a:off x="2082927" y="5143500"/>
              <a:ext cx="1079373"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Workstream lead</a:t>
              </a:r>
              <a:endParaRPr lang="en-US" sz="1200" spc="0" kern="0" b="0" i="0" dirty="0">
                <a:solidFill>
                  <a:srgbClr val="070154"/>
                </a:solidFill>
                <a:latin typeface="IBM Plex Sans SemiBold"/>
                <a:ea typeface="IBM Plex Sans SemiBold"/>
                <a:cs typeface="IBM Plex Sans SemiBold"/>
              </a:endParaRPr>
            </a:p>
          </p:txBody>
        </p:sp>
      </p:grpSp>
      <p:grpSp>
        <p:nvGrpSpPr>
          <p:cNvPr id="59" name="node10"/>
          <p:cNvGrpSpPr/>
          <p:nvPr/>
        </p:nvGrpSpPr>
        <p:grpSpPr>
          <a:xfrm>
            <a:off x="3467100" y="5029200"/>
            <a:ext cx="2743200" cy="685800"/>
            <a:chOff x="3467100" y="5029200"/>
            <a:chExt cx="2743200" cy="685800"/>
          </a:xfrm>
        </p:grpSpPr>
        <p:sp>
          <p:nvSpPr>
            <p:cNvPr id="41" name="node10.surface"/>
            <p:cNvSpPr/>
            <p:nvPr/>
          </p:nvSpPr>
          <p:spPr>
            <a:xfrm>
              <a:off x="3467100" y="5029200"/>
              <a:ext cx="2743200" cy="685800"/>
            </a:xfrm>
            <a:custGeom>
              <a:avLst/>
              <a:gdLst/>
              <a:ahLst/>
              <a:cxnLst/>
              <a:rect l="l" t="t" r="r" b="b"/>
              <a:pathLst>
                <a:path w="2743200" h="685800">
                  <a:moveTo>
                    <a:pt x="0" y="0"/>
                  </a:moveTo>
                  <a:lnTo>
                    <a:pt x="2514600" y="0"/>
                  </a:lnTo>
                  <a:lnTo>
                    <a:pt x="2743200" y="342900"/>
                  </a:lnTo>
                  <a:lnTo>
                    <a:pt x="2514600" y="685800"/>
                  </a:lnTo>
                  <a:lnTo>
                    <a:pt x="0" y="685800"/>
                  </a:lnTo>
                  <a:lnTo>
                    <a:pt x="228600" y="342900"/>
                  </a:lnTo>
                  <a:close/>
                </a:path>
              </a:pathLst>
            </a:custGeom>
            <a:solidFill>
              <a:srgbClr val="E8EEF8"/>
            </a:solidFill>
            <a:ln>
              <a:noFill/>
            </a:ln>
          </p:spPr>
        </p:sp>
        <p:sp>
          <p:nvSpPr>
            <p:cNvPr id="42" name="node10.number"/>
            <p:cNvSpPr/>
            <p:nvPr/>
          </p:nvSpPr>
          <p:spPr>
            <a:xfrm>
              <a:off x="3771900" y="5219700"/>
              <a:ext cx="1228852"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15–30 min</a:t>
              </a:r>
              <a:endParaRPr lang="en-US" sz="1800" spc="0" kern="0" b="0" i="0" dirty="0">
                <a:solidFill>
                  <a:srgbClr val="0047FF"/>
                </a:solidFill>
                <a:latin typeface="IBM Plex Mono SemiBold"/>
                <a:ea typeface="IBM Plex Mono SemiBold"/>
                <a:cs typeface="IBM Plex Mono SemiBold"/>
              </a:endParaRPr>
            </a:p>
          </p:txBody>
        </p:sp>
        <p:sp>
          <p:nvSpPr>
            <p:cNvPr id="43" name="node10.text"/>
            <p:cNvSpPr/>
            <p:nvPr/>
          </p:nvSpPr>
          <p:spPr>
            <a:xfrm>
              <a:off x="5115052" y="5143500"/>
              <a:ext cx="790448"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Cutover lead</a:t>
              </a:r>
              <a:endParaRPr lang="en-US" sz="1200" spc="0" kern="0" b="0" i="0" dirty="0">
                <a:solidFill>
                  <a:srgbClr val="070154"/>
                </a:solidFill>
                <a:latin typeface="IBM Plex Sans SemiBold"/>
                <a:ea typeface="IBM Plex Sans SemiBold"/>
                <a:cs typeface="IBM Plex Sans SemiBold"/>
              </a:endParaRPr>
            </a:p>
          </p:txBody>
        </p:sp>
      </p:grpSp>
      <p:grpSp>
        <p:nvGrpSpPr>
          <p:cNvPr id="60" name="node11"/>
          <p:cNvGrpSpPr/>
          <p:nvPr/>
        </p:nvGrpSpPr>
        <p:grpSpPr>
          <a:xfrm>
            <a:off x="6210300" y="5029200"/>
            <a:ext cx="2743200" cy="685800"/>
            <a:chOff x="6210300" y="5029200"/>
            <a:chExt cx="2743200" cy="685800"/>
          </a:xfrm>
        </p:grpSpPr>
        <p:sp>
          <p:nvSpPr>
            <p:cNvPr id="44" name="node11.surface"/>
            <p:cNvSpPr/>
            <p:nvPr/>
          </p:nvSpPr>
          <p:spPr>
            <a:xfrm>
              <a:off x="6210300" y="5029200"/>
              <a:ext cx="2743200" cy="685800"/>
            </a:xfrm>
            <a:custGeom>
              <a:avLst/>
              <a:gdLst/>
              <a:ahLst/>
              <a:cxnLst/>
              <a:rect l="l" t="t" r="r" b="b"/>
              <a:pathLst>
                <a:path w="2743200" h="685800">
                  <a:moveTo>
                    <a:pt x="0" y="0"/>
                  </a:moveTo>
                  <a:lnTo>
                    <a:pt x="2514600" y="0"/>
                  </a:lnTo>
                  <a:lnTo>
                    <a:pt x="2743200" y="342900"/>
                  </a:lnTo>
                  <a:lnTo>
                    <a:pt x="2514600" y="685800"/>
                  </a:lnTo>
                  <a:lnTo>
                    <a:pt x="0" y="685800"/>
                  </a:lnTo>
                  <a:lnTo>
                    <a:pt x="228600" y="342900"/>
                  </a:lnTo>
                  <a:close/>
                </a:path>
              </a:pathLst>
            </a:custGeom>
            <a:solidFill>
              <a:srgbClr val="CED7E6"/>
            </a:solidFill>
            <a:ln>
              <a:noFill/>
            </a:ln>
          </p:spPr>
        </p:sp>
        <p:sp>
          <p:nvSpPr>
            <p:cNvPr id="45" name="node11.number"/>
            <p:cNvSpPr/>
            <p:nvPr/>
          </p:nvSpPr>
          <p:spPr>
            <a:xfrm>
              <a:off x="6515100" y="5219700"/>
              <a:ext cx="1228852"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70154"/>
                  </a:solidFill>
                  <a:latin typeface="IBM Plex Mono SemiBold"/>
                  <a:ea typeface="IBM Plex Mono SemiBold"/>
                  <a:cs typeface="IBM Plex Mono SemiBold"/>
                </a:rPr>
                <a:t>30–60 min</a:t>
              </a:r>
              <a:endParaRPr lang="en-US" sz="1800" spc="0" kern="0" b="0" i="0" dirty="0">
                <a:solidFill>
                  <a:srgbClr val="070154"/>
                </a:solidFill>
                <a:latin typeface="IBM Plex Mono SemiBold"/>
                <a:ea typeface="IBM Plex Mono SemiBold"/>
                <a:cs typeface="IBM Plex Mono SemiBold"/>
              </a:endParaRPr>
            </a:p>
          </p:txBody>
        </p:sp>
        <p:sp>
          <p:nvSpPr>
            <p:cNvPr id="46" name="node11.text"/>
            <p:cNvSpPr/>
            <p:nvPr/>
          </p:nvSpPr>
          <p:spPr>
            <a:xfrm>
              <a:off x="7858252" y="5143500"/>
              <a:ext cx="790448"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Controller and CIO</a:t>
              </a:r>
              <a:endParaRPr lang="en-US" sz="1200" spc="0" kern="0" b="0" i="0" dirty="0">
                <a:solidFill>
                  <a:srgbClr val="070154"/>
                </a:solidFill>
                <a:latin typeface="IBM Plex Sans SemiBold"/>
                <a:ea typeface="IBM Plex Sans SemiBold"/>
                <a:cs typeface="IBM Plex Sans SemiBold"/>
              </a:endParaRPr>
            </a:p>
          </p:txBody>
        </p:sp>
      </p:grpSp>
      <p:grpSp>
        <p:nvGrpSpPr>
          <p:cNvPr id="61" name="node12"/>
          <p:cNvGrpSpPr/>
          <p:nvPr/>
        </p:nvGrpSpPr>
        <p:grpSpPr>
          <a:xfrm>
            <a:off x="8953500" y="5029200"/>
            <a:ext cx="2514600" cy="685800"/>
            <a:chOff x="8953500" y="5029200"/>
            <a:chExt cx="2514600" cy="685800"/>
          </a:xfrm>
        </p:grpSpPr>
        <p:sp>
          <p:nvSpPr>
            <p:cNvPr id="47" name="node12.surface"/>
            <p:cNvSpPr/>
            <p:nvPr/>
          </p:nvSpPr>
          <p:spPr>
            <a:xfrm>
              <a:off x="8953500" y="5029200"/>
              <a:ext cx="2514600" cy="685800"/>
            </a:xfrm>
            <a:custGeom>
              <a:avLst/>
              <a:gdLst/>
              <a:ahLst/>
              <a:cxnLst/>
              <a:rect l="l" t="t" r="r" b="b"/>
              <a:pathLst>
                <a:path w="2514600" h="685800">
                  <a:moveTo>
                    <a:pt x="0" y="0"/>
                  </a:moveTo>
                  <a:lnTo>
                    <a:pt x="2286000" y="0"/>
                  </a:lnTo>
                  <a:lnTo>
                    <a:pt x="2514600" y="342900"/>
                  </a:lnTo>
                  <a:lnTo>
                    <a:pt x="2286000" y="685800"/>
                  </a:lnTo>
                  <a:lnTo>
                    <a:pt x="0" y="685800"/>
                  </a:lnTo>
                  <a:lnTo>
                    <a:pt x="228600" y="342900"/>
                  </a:lnTo>
                  <a:close/>
                </a:path>
              </a:pathLst>
            </a:custGeom>
            <a:solidFill>
              <a:srgbClr val="070154"/>
            </a:solidFill>
            <a:ln>
              <a:noFill/>
            </a:ln>
          </p:spPr>
        </p:sp>
        <p:sp>
          <p:nvSpPr>
            <p:cNvPr id="48" name="node12.number"/>
            <p:cNvSpPr/>
            <p:nvPr/>
          </p:nvSpPr>
          <p:spPr>
            <a:xfrm>
              <a:off x="9258300" y="5219700"/>
              <a:ext cx="955802"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F900D3"/>
                  </a:solidFill>
                  <a:latin typeface="IBM Plex Mono SemiBold"/>
                  <a:ea typeface="IBM Plex Mono SemiBold"/>
                  <a:cs typeface="IBM Plex Mono SemiBold"/>
                </a:rPr>
                <a:t>60+ min</a:t>
              </a:r>
              <a:endParaRPr lang="en-US" sz="1800" spc="0" kern="0" b="0" i="0" dirty="0">
                <a:solidFill>
                  <a:srgbClr val="F900D3"/>
                </a:solidFill>
                <a:latin typeface="IBM Plex Mono SemiBold"/>
                <a:ea typeface="IBM Plex Mono SemiBold"/>
                <a:cs typeface="IBM Plex Mono SemiBold"/>
              </a:endParaRPr>
            </a:p>
          </p:txBody>
        </p:sp>
        <p:sp>
          <p:nvSpPr>
            <p:cNvPr id="49" name="node12.text"/>
            <p:cNvSpPr/>
            <p:nvPr/>
          </p:nvSpPr>
          <p:spPr>
            <a:xfrm>
              <a:off x="10328402" y="5143500"/>
              <a:ext cx="834898"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SemiBold"/>
                  <a:ea typeface="IBM Plex Sans SemiBold"/>
                  <a:cs typeface="IBM Plex Sans SemiBold"/>
                </a:rPr>
                <a:t>Steering committee</a:t>
              </a:r>
              <a:endParaRPr lang="en-US" sz="1200" spc="0" kern="0" b="0" i="0" dirty="0">
                <a:solidFill>
                  <a:srgbClr val="FFFFFF"/>
                </a:solidFill>
                <a:latin typeface="IBM Plex Sans SemiBold"/>
                <a:ea typeface="IBM Plex Sans SemiBold"/>
                <a:cs typeface="IBM Plex Sans SemiBold"/>
              </a:endParaRPr>
            </a:p>
          </p:txBody>
        </p:sp>
      </p:gr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name="source-478">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CUTOVER RUNBOOK</a:t>
            </a:r>
            <a:endParaRPr lang="en-US" sz="1000" spc="80" kern="0" b="0" i="0" dirty="0">
              <a:solidFill>
                <a:srgbClr val="0047FF"/>
              </a:solidFill>
              <a:latin typeface="IBM Plex Mono SemiBold"/>
              <a:ea typeface="IBM Plex Mono SemiBold"/>
              <a:cs typeface="IBM Plex Mono SemiBold"/>
            </a:endParaRPr>
          </a:p>
        </p:txBody>
      </p:sp>
      <p:pic>
        <p:nvPicPr>
          <p:cNvPr id="4" name="title.mark-002-001" descr="underscore; canonical SHA256=49d5a97f776a33dcf11e794bad153776f1f33cf3747f42e2c277857faa224278; resolved ink=070154">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404325" y="1078992"/>
            <a:ext cx="2755220" cy="248569"/>
          </a:xfrm>
          <a:prstGeom prst="rect">
            <a:avLst/>
          </a:prstGeom>
        </p:spPr>
      </p:pic>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 xml:space="preserve">Step 1 freezes every </a:t>
            </a:r>
            <a:r>
              <a:rPr lang="en-US" sz="3200" spc="-64" kern="0" b="0" i="0" dirty="0">
                <a:solidFill>
                  <a:srgbClr val="070154"/>
                </a:solidFill>
                <a:latin typeface="IBM Plex Sans SemiBold"/>
                <a:ea typeface="IBM Plex Sans SemiBold"/>
                <a:cs typeface="IBM Plex Sans SemiBold"/>
              </a:rPr>
              <a:t xml:space="preserve">legacy posting</a:t>
            </a:r>
            <a:r>
              <a:rPr lang="en-US" sz="3200" spc="-64" kern="0" b="0" i="0" dirty="0">
                <a:solidFill>
                  <a:srgbClr val="070154"/>
                </a:solidFill>
                <a:latin typeface="IBM Plex Sans SemiBold"/>
                <a:ea typeface="IBM Plex Sans SemiBold"/>
                <a:cs typeface="IBM Plex Sans SemiBold"/>
              </a:rPr>
              <a:t xml:space="preserve"> before any data moves</a:t>
            </a:r>
            <a:endParaRPr lang="en-US" sz="3200" spc="-64" kern="0" b="0" i="0" dirty="0">
              <a:solidFill>
                <a:srgbClr val="070154"/>
              </a:solidFill>
              <a:latin typeface="IBM Plex Sans SemiBold"/>
              <a:ea typeface="IBM Plex Sans SemiBold"/>
              <a:cs typeface="IBM Plex Sans SemiBold"/>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153</a:t>
            </a:fld>
            <a:endParaRPr lang="en-US" sz="700" spc="0" kern="0" b="0" i="0" dirty="0">
              <a:solidFill>
                <a:srgbClr val="070154"/>
              </a:solidFill>
              <a:latin typeface="IBM Plex Mono SemiBold"/>
              <a:ea typeface="IBM Plex Mono SemiBold"/>
              <a:cs typeface="IBM Plex Mono SemiBold"/>
            </a:endParaRPr>
          </a:p>
        </p:txBody>
      </p:sp>
      <p:grpSp>
        <p:nvGrpSpPr>
          <p:cNvPr id="47" name="node01"/>
          <p:cNvGrpSpPr/>
          <p:nvPr/>
        </p:nvGrpSpPr>
        <p:grpSpPr>
          <a:xfrm>
            <a:off x="723900" y="1600200"/>
            <a:ext cx="3429000" cy="152400"/>
            <a:chOff x="723900" y="1600200"/>
            <a:chExt cx="3429000" cy="152400"/>
          </a:xfrm>
        </p:grpSpPr>
        <p:sp>
          <p:nvSpPr>
            <p:cNvPr id="7" name="node01.text"/>
            <p:cNvSpPr/>
            <p:nvPr/>
          </p:nvSpPr>
          <p:spPr>
            <a:xfrm>
              <a:off x="723900" y="1600200"/>
              <a:ext cx="3429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STEP 1</a:t>
              </a:r>
              <a:endParaRPr lang="en-US" sz="900" spc="54" kern="0" b="0" i="0" dirty="0">
                <a:solidFill>
                  <a:srgbClr val="0047FF"/>
                </a:solidFill>
                <a:latin typeface="IBM Plex Mono Medium"/>
                <a:ea typeface="IBM Plex Mono Medium"/>
                <a:cs typeface="IBM Plex Mono Medium"/>
              </a:endParaRPr>
            </a:p>
          </p:txBody>
        </p:sp>
      </p:grpSp>
      <p:grpSp>
        <p:nvGrpSpPr>
          <p:cNvPr id="48" name="node02"/>
          <p:cNvGrpSpPr/>
          <p:nvPr/>
        </p:nvGrpSpPr>
        <p:grpSpPr>
          <a:xfrm>
            <a:off x="723900" y="1828800"/>
            <a:ext cx="3429000" cy="304800"/>
            <a:chOff x="723900" y="1828800"/>
            <a:chExt cx="3429000" cy="304800"/>
          </a:xfrm>
        </p:grpSpPr>
        <p:sp>
          <p:nvSpPr>
            <p:cNvPr id="8" name="node02.text"/>
            <p:cNvSpPr/>
            <p:nvPr/>
          </p:nvSpPr>
          <p:spPr>
            <a:xfrm>
              <a:off x="723900" y="1828800"/>
              <a:ext cx="34290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Freeze legacy postings</a:t>
              </a:r>
              <a:endParaRPr lang="en-US" sz="1800" spc="-18" kern="0" b="0" i="0" dirty="0">
                <a:solidFill>
                  <a:srgbClr val="070154"/>
                </a:solidFill>
                <a:latin typeface="IBM Plex Sans SemiBold"/>
                <a:ea typeface="IBM Plex Sans SemiBold"/>
                <a:cs typeface="IBM Plex Sans SemiBold"/>
              </a:endParaRPr>
            </a:p>
          </p:txBody>
        </p:sp>
      </p:grpSp>
      <p:grpSp>
        <p:nvGrpSpPr>
          <p:cNvPr id="49" name="node03"/>
          <p:cNvGrpSpPr/>
          <p:nvPr/>
        </p:nvGrpSpPr>
        <p:grpSpPr>
          <a:xfrm>
            <a:off x="723900" y="2362200"/>
            <a:ext cx="3429000" cy="457200"/>
            <a:chOff x="723900" y="2362200"/>
            <a:chExt cx="3429000" cy="457200"/>
          </a:xfrm>
        </p:grpSpPr>
        <p:sp>
          <p:nvSpPr>
            <p:cNvPr id="9" name="node03.text"/>
            <p:cNvSpPr/>
            <p:nvPr/>
          </p:nvSpPr>
          <p:spPr>
            <a:xfrm>
              <a:off x="723900" y="2362200"/>
              <a:ext cx="34290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Stop every posting to the legacy ledger so the extract is one stable cut of the books.</a:t>
              </a:r>
              <a:endParaRPr lang="en-US" sz="1200" spc="0" kern="0" b="0" i="0" dirty="0">
                <a:solidFill>
                  <a:srgbClr val="070154"/>
                </a:solidFill>
                <a:latin typeface="IBM Plex Sans"/>
                <a:ea typeface="IBM Plex Sans"/>
                <a:cs typeface="IBM Plex Sans"/>
              </a:endParaRPr>
            </a:p>
          </p:txBody>
        </p:sp>
      </p:grpSp>
      <p:grpSp>
        <p:nvGrpSpPr>
          <p:cNvPr id="50" name="node04"/>
          <p:cNvGrpSpPr/>
          <p:nvPr/>
        </p:nvGrpSpPr>
        <p:grpSpPr>
          <a:xfrm>
            <a:off x="723900" y="3429000"/>
            <a:ext cx="3429000" cy="152400"/>
            <a:chOff x="723900" y="3429000"/>
            <a:chExt cx="3429000" cy="152400"/>
          </a:xfrm>
        </p:grpSpPr>
        <p:sp>
          <p:nvSpPr>
            <p:cNvPr id="10" name="node04.text"/>
            <p:cNvSpPr/>
            <p:nvPr/>
          </p:nvSpPr>
          <p:spPr>
            <a:xfrm>
              <a:off x="723900" y="3429000"/>
              <a:ext cx="3429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OWNERS</a:t>
              </a:r>
              <a:endParaRPr lang="en-US" sz="900" spc="54" kern="0" b="0" i="0" dirty="0">
                <a:solidFill>
                  <a:srgbClr val="0047FF"/>
                </a:solidFill>
                <a:latin typeface="IBM Plex Mono Medium"/>
                <a:ea typeface="IBM Plex Mono Medium"/>
                <a:cs typeface="IBM Plex Mono Medium"/>
              </a:endParaRPr>
            </a:p>
          </p:txBody>
        </p:sp>
      </p:grpSp>
      <p:grpSp>
        <p:nvGrpSpPr>
          <p:cNvPr id="51" name="node05"/>
          <p:cNvGrpSpPr/>
          <p:nvPr/>
        </p:nvGrpSpPr>
        <p:grpSpPr>
          <a:xfrm>
            <a:off x="723900" y="3657600"/>
            <a:ext cx="3429000" cy="762000"/>
            <a:chOff x="723900" y="3657600"/>
            <a:chExt cx="3429000" cy="762000"/>
          </a:xfrm>
        </p:grpSpPr>
        <p:sp>
          <p:nvSpPr>
            <p:cNvPr id="11" name="node05.source-001.bullet"/>
            <p:cNvSpPr/>
            <p:nvPr/>
          </p:nvSpPr>
          <p:spPr>
            <a:xfrm>
              <a:off x="723900" y="3746500"/>
              <a:ext cx="38100" cy="38100"/>
            </a:xfrm>
            <a:prstGeom prst="rect">
              <a:avLst/>
            </a:prstGeom>
            <a:solidFill>
              <a:srgbClr val="070154"/>
            </a:solidFill>
            <a:ln>
              <a:noFill/>
            </a:ln>
          </p:spPr>
        </p:sp>
        <p:sp>
          <p:nvSpPr>
            <p:cNvPr id="12" name="node05.source-001.text"/>
            <p:cNvSpPr/>
            <p:nvPr/>
          </p:nvSpPr>
          <p:spPr>
            <a:xfrm>
              <a:off x="876300" y="36576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Controller · accountable</a:t>
              </a:r>
              <a:endParaRPr lang="en-US" sz="1200" spc="0" kern="0" b="0" i="0" dirty="0">
                <a:solidFill>
                  <a:srgbClr val="070154"/>
                </a:solidFill>
                <a:latin typeface="IBM Plex Sans"/>
                <a:ea typeface="IBM Plex Sans"/>
                <a:cs typeface="IBM Plex Sans"/>
              </a:endParaRPr>
            </a:p>
          </p:txBody>
        </p:sp>
        <p:sp>
          <p:nvSpPr>
            <p:cNvPr id="13" name="node05.source-002.bullet"/>
            <p:cNvSpPr/>
            <p:nvPr/>
          </p:nvSpPr>
          <p:spPr>
            <a:xfrm>
              <a:off x="723900" y="4013200"/>
              <a:ext cx="38100" cy="38100"/>
            </a:xfrm>
            <a:prstGeom prst="rect">
              <a:avLst/>
            </a:prstGeom>
            <a:solidFill>
              <a:srgbClr val="070154"/>
            </a:solidFill>
            <a:ln>
              <a:noFill/>
            </a:ln>
          </p:spPr>
        </p:sp>
        <p:sp>
          <p:nvSpPr>
            <p:cNvPr id="14" name="node05.source-002.text"/>
            <p:cNvSpPr/>
            <p:nvPr/>
          </p:nvSpPr>
          <p:spPr>
            <a:xfrm>
              <a:off x="876300" y="39243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Finance IT · executes</a:t>
              </a:r>
              <a:endParaRPr lang="en-US" sz="1200" spc="0" kern="0" b="0" i="0" dirty="0">
                <a:solidFill>
                  <a:srgbClr val="070154"/>
                </a:solidFill>
                <a:latin typeface="IBM Plex Sans"/>
                <a:ea typeface="IBM Plex Sans"/>
                <a:cs typeface="IBM Plex Sans"/>
              </a:endParaRPr>
            </a:p>
          </p:txBody>
        </p:sp>
        <p:sp>
          <p:nvSpPr>
            <p:cNvPr id="15" name="node05.source-003.bullet"/>
            <p:cNvSpPr/>
            <p:nvPr/>
          </p:nvSpPr>
          <p:spPr>
            <a:xfrm>
              <a:off x="723900" y="4279900"/>
              <a:ext cx="38100" cy="38100"/>
            </a:xfrm>
            <a:prstGeom prst="rect">
              <a:avLst/>
            </a:prstGeom>
            <a:solidFill>
              <a:srgbClr val="070154"/>
            </a:solidFill>
            <a:ln>
              <a:noFill/>
            </a:ln>
          </p:spPr>
        </p:sp>
        <p:sp>
          <p:nvSpPr>
            <p:cNvPr id="16" name="node05.source-003.text"/>
            <p:cNvSpPr/>
            <p:nvPr/>
          </p:nvSpPr>
          <p:spPr>
            <a:xfrm>
              <a:off x="876300" y="41910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Internal audit · observes</a:t>
              </a:r>
              <a:endParaRPr lang="en-US" sz="1200" spc="0" kern="0" b="0" i="0" dirty="0">
                <a:solidFill>
                  <a:srgbClr val="070154"/>
                </a:solidFill>
                <a:latin typeface="IBM Plex Sans"/>
                <a:ea typeface="IBM Plex Sans"/>
                <a:cs typeface="IBM Plex Sans"/>
              </a:endParaRPr>
            </a:p>
          </p:txBody>
        </p:sp>
      </p:grpSp>
      <p:grpSp>
        <p:nvGrpSpPr>
          <p:cNvPr id="52" name="node06"/>
          <p:cNvGrpSpPr/>
          <p:nvPr/>
        </p:nvGrpSpPr>
        <p:grpSpPr>
          <a:xfrm>
            <a:off x="723900" y="4572000"/>
            <a:ext cx="3429000" cy="152400"/>
            <a:chOff x="723900" y="4572000"/>
            <a:chExt cx="3429000" cy="152400"/>
          </a:xfrm>
        </p:grpSpPr>
        <p:sp>
          <p:nvSpPr>
            <p:cNvPr id="17" name="node06.text"/>
            <p:cNvSpPr/>
            <p:nvPr/>
          </p:nvSpPr>
          <p:spPr>
            <a:xfrm>
              <a:off x="723900" y="4572000"/>
              <a:ext cx="3429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WINDOW</a:t>
              </a:r>
              <a:endParaRPr lang="en-US" sz="900" spc="54" kern="0" b="0" i="0" dirty="0">
                <a:solidFill>
                  <a:srgbClr val="0047FF"/>
                </a:solidFill>
                <a:latin typeface="IBM Plex Mono Medium"/>
                <a:ea typeface="IBM Plex Mono Medium"/>
                <a:cs typeface="IBM Plex Mono Medium"/>
              </a:endParaRPr>
            </a:p>
          </p:txBody>
        </p:sp>
      </p:grpSp>
      <p:grpSp>
        <p:nvGrpSpPr>
          <p:cNvPr id="53" name="node07"/>
          <p:cNvGrpSpPr/>
          <p:nvPr/>
        </p:nvGrpSpPr>
        <p:grpSpPr>
          <a:xfrm>
            <a:off x="723900" y="4800600"/>
            <a:ext cx="3429000" cy="228600"/>
            <a:chOff x="723900" y="4800600"/>
            <a:chExt cx="3429000" cy="228600"/>
          </a:xfrm>
        </p:grpSpPr>
        <p:sp>
          <p:nvSpPr>
            <p:cNvPr id="18" name="node07.text"/>
            <p:cNvSpPr/>
            <p:nvPr/>
          </p:nvSpPr>
          <p:spPr>
            <a:xfrm>
              <a:off x="723900" y="4800600"/>
              <a:ext cx="3429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Fri 18:00 · 30 min</a:t>
              </a:r>
              <a:endParaRPr lang="en-US" sz="1200" spc="0" kern="0" b="0" i="0" dirty="0">
                <a:solidFill>
                  <a:srgbClr val="070154"/>
                </a:solidFill>
                <a:latin typeface="IBM Plex Sans"/>
                <a:ea typeface="IBM Plex Sans"/>
                <a:cs typeface="IBM Plex Sans"/>
              </a:endParaRPr>
            </a:p>
          </p:txBody>
        </p:sp>
      </p:grpSp>
      <p:grpSp>
        <p:nvGrpSpPr>
          <p:cNvPr id="54" name="node08"/>
          <p:cNvGrpSpPr/>
          <p:nvPr/>
        </p:nvGrpSpPr>
        <p:grpSpPr>
          <a:xfrm>
            <a:off x="4381500" y="1600200"/>
            <a:ext cx="3429000" cy="152400"/>
            <a:chOff x="4381500" y="1600200"/>
            <a:chExt cx="3429000" cy="152400"/>
          </a:xfrm>
        </p:grpSpPr>
        <p:sp>
          <p:nvSpPr>
            <p:cNvPr id="19" name="node08.text"/>
            <p:cNvSpPr/>
            <p:nvPr/>
          </p:nvSpPr>
          <p:spPr>
            <a:xfrm>
              <a:off x="4381500" y="1600200"/>
              <a:ext cx="3429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SUB-STEPS</a:t>
              </a:r>
              <a:endParaRPr lang="en-US" sz="900" spc="54" kern="0" b="0" i="0" dirty="0">
                <a:solidFill>
                  <a:srgbClr val="0047FF"/>
                </a:solidFill>
                <a:latin typeface="IBM Plex Mono Medium"/>
                <a:ea typeface="IBM Plex Mono Medium"/>
                <a:cs typeface="IBM Plex Mono Medium"/>
              </a:endParaRPr>
            </a:p>
          </p:txBody>
        </p:sp>
      </p:grpSp>
      <p:grpSp>
        <p:nvGrpSpPr>
          <p:cNvPr id="55" name="node09"/>
          <p:cNvGrpSpPr/>
          <p:nvPr/>
        </p:nvGrpSpPr>
        <p:grpSpPr>
          <a:xfrm>
            <a:off x="4381500" y="1828800"/>
            <a:ext cx="3429000" cy="1295400"/>
            <a:chOff x="4381500" y="1828800"/>
            <a:chExt cx="3429000" cy="1295400"/>
          </a:xfrm>
        </p:grpSpPr>
        <p:sp>
          <p:nvSpPr>
            <p:cNvPr id="20" name="node09.source-001.number"/>
            <p:cNvSpPr/>
            <p:nvPr/>
          </p:nvSpPr>
          <p:spPr>
            <a:xfrm>
              <a:off x="4381500" y="1828800"/>
              <a:ext cx="152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1.</a:t>
              </a:r>
              <a:endParaRPr lang="en-US" sz="1200" spc="0" kern="0" b="0" i="0" dirty="0">
                <a:solidFill>
                  <a:srgbClr val="070154"/>
                </a:solidFill>
                <a:latin typeface="IBM Plex Sans"/>
                <a:ea typeface="IBM Plex Sans"/>
                <a:cs typeface="IBM Plex Sans"/>
              </a:endParaRPr>
            </a:p>
          </p:txBody>
        </p:sp>
        <p:sp>
          <p:nvSpPr>
            <p:cNvPr id="21" name="node09.source-001.text"/>
            <p:cNvSpPr/>
            <p:nvPr/>
          </p:nvSpPr>
          <p:spPr>
            <a:xfrm>
              <a:off x="4533900" y="18288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Announce the freeze on the bridge</a:t>
              </a:r>
              <a:endParaRPr lang="en-US" sz="1200" spc="0" kern="0" b="0" i="0" dirty="0">
                <a:solidFill>
                  <a:srgbClr val="070154"/>
                </a:solidFill>
                <a:latin typeface="IBM Plex Sans"/>
                <a:ea typeface="IBM Plex Sans"/>
                <a:cs typeface="IBM Plex Sans"/>
              </a:endParaRPr>
            </a:p>
          </p:txBody>
        </p:sp>
        <p:sp>
          <p:nvSpPr>
            <p:cNvPr id="22" name="node09.source-002.number"/>
            <p:cNvSpPr/>
            <p:nvPr/>
          </p:nvSpPr>
          <p:spPr>
            <a:xfrm>
              <a:off x="4381500" y="2095500"/>
              <a:ext cx="152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2.</a:t>
              </a:r>
              <a:endParaRPr lang="en-US" sz="1200" spc="0" kern="0" b="0" i="0" dirty="0">
                <a:solidFill>
                  <a:srgbClr val="070154"/>
                </a:solidFill>
                <a:latin typeface="IBM Plex Sans"/>
                <a:ea typeface="IBM Plex Sans"/>
                <a:cs typeface="IBM Plex Sans"/>
              </a:endParaRPr>
            </a:p>
          </p:txBody>
        </p:sp>
        <p:sp>
          <p:nvSpPr>
            <p:cNvPr id="23" name="node09.source-002.text"/>
            <p:cNvSpPr/>
            <p:nvPr/>
          </p:nvSpPr>
          <p:spPr>
            <a:xfrm>
              <a:off x="4533900" y="20955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Close and post open batches</a:t>
              </a:r>
              <a:endParaRPr lang="en-US" sz="1200" spc="0" kern="0" b="0" i="0" dirty="0">
                <a:solidFill>
                  <a:srgbClr val="070154"/>
                </a:solidFill>
                <a:latin typeface="IBM Plex Sans"/>
                <a:ea typeface="IBM Plex Sans"/>
                <a:cs typeface="IBM Plex Sans"/>
              </a:endParaRPr>
            </a:p>
          </p:txBody>
        </p:sp>
        <p:sp>
          <p:nvSpPr>
            <p:cNvPr id="24" name="node09.source-003.number"/>
            <p:cNvSpPr/>
            <p:nvPr/>
          </p:nvSpPr>
          <p:spPr>
            <a:xfrm>
              <a:off x="4381500" y="2362200"/>
              <a:ext cx="152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3.</a:t>
              </a:r>
              <a:endParaRPr lang="en-US" sz="1200" spc="0" kern="0" b="0" i="0" dirty="0">
                <a:solidFill>
                  <a:srgbClr val="070154"/>
                </a:solidFill>
                <a:latin typeface="IBM Plex Sans"/>
                <a:ea typeface="IBM Plex Sans"/>
                <a:cs typeface="IBM Plex Sans"/>
              </a:endParaRPr>
            </a:p>
          </p:txBody>
        </p:sp>
        <p:sp>
          <p:nvSpPr>
            <p:cNvPr id="25" name="node09.source-003.text"/>
            <p:cNvSpPr/>
            <p:nvPr/>
          </p:nvSpPr>
          <p:spPr>
            <a:xfrm>
              <a:off x="4533900" y="23622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Lock subledgers and the calendar</a:t>
              </a:r>
              <a:endParaRPr lang="en-US" sz="1200" spc="0" kern="0" b="0" i="0" dirty="0">
                <a:solidFill>
                  <a:srgbClr val="070154"/>
                </a:solidFill>
                <a:latin typeface="IBM Plex Sans"/>
                <a:ea typeface="IBM Plex Sans"/>
                <a:cs typeface="IBM Plex Sans"/>
              </a:endParaRPr>
            </a:p>
          </p:txBody>
        </p:sp>
        <p:sp>
          <p:nvSpPr>
            <p:cNvPr id="26" name="node09.source-004.number"/>
            <p:cNvSpPr/>
            <p:nvPr/>
          </p:nvSpPr>
          <p:spPr>
            <a:xfrm>
              <a:off x="4381500" y="2628900"/>
              <a:ext cx="152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4.</a:t>
              </a:r>
              <a:endParaRPr lang="en-US" sz="1200" spc="0" kern="0" b="0" i="0" dirty="0">
                <a:solidFill>
                  <a:srgbClr val="070154"/>
                </a:solidFill>
                <a:latin typeface="IBM Plex Sans"/>
                <a:ea typeface="IBM Plex Sans"/>
                <a:cs typeface="IBM Plex Sans"/>
              </a:endParaRPr>
            </a:p>
          </p:txBody>
        </p:sp>
        <p:sp>
          <p:nvSpPr>
            <p:cNvPr id="27" name="node09.source-004.text"/>
            <p:cNvSpPr/>
            <p:nvPr/>
          </p:nvSpPr>
          <p:spPr>
            <a:xfrm>
              <a:off x="4533900" y="26289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Run the subledger lock report</a:t>
              </a:r>
              <a:endParaRPr lang="en-US" sz="1200" spc="0" kern="0" b="0" i="0" dirty="0">
                <a:solidFill>
                  <a:srgbClr val="070154"/>
                </a:solidFill>
                <a:latin typeface="IBM Plex Sans"/>
                <a:ea typeface="IBM Plex Sans"/>
                <a:cs typeface="IBM Plex Sans"/>
              </a:endParaRPr>
            </a:p>
          </p:txBody>
        </p:sp>
        <p:sp>
          <p:nvSpPr>
            <p:cNvPr id="28" name="node09.source-005.number"/>
            <p:cNvSpPr/>
            <p:nvPr/>
          </p:nvSpPr>
          <p:spPr>
            <a:xfrm>
              <a:off x="4381500" y="2895600"/>
              <a:ext cx="152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5.</a:t>
              </a:r>
              <a:endParaRPr lang="en-US" sz="1200" spc="0" kern="0" b="0" i="0" dirty="0">
                <a:solidFill>
                  <a:srgbClr val="070154"/>
                </a:solidFill>
                <a:latin typeface="IBM Plex Sans"/>
                <a:ea typeface="IBM Plex Sans"/>
                <a:cs typeface="IBM Plex Sans"/>
              </a:endParaRPr>
            </a:p>
          </p:txBody>
        </p:sp>
        <p:sp>
          <p:nvSpPr>
            <p:cNvPr id="29" name="node09.source-005.text"/>
            <p:cNvSpPr/>
            <p:nvPr/>
          </p:nvSpPr>
          <p:spPr>
            <a:xfrm>
              <a:off x="4533900" y="28956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Publish the freeze notice</a:t>
              </a:r>
              <a:endParaRPr lang="en-US" sz="1200" spc="0" kern="0" b="0" i="0" dirty="0">
                <a:solidFill>
                  <a:srgbClr val="070154"/>
                </a:solidFill>
                <a:latin typeface="IBM Plex Sans"/>
                <a:ea typeface="IBM Plex Sans"/>
                <a:cs typeface="IBM Plex Sans"/>
              </a:endParaRPr>
            </a:p>
          </p:txBody>
        </p:sp>
      </p:grpSp>
      <p:grpSp>
        <p:nvGrpSpPr>
          <p:cNvPr id="56" name="node10"/>
          <p:cNvGrpSpPr/>
          <p:nvPr/>
        </p:nvGrpSpPr>
        <p:grpSpPr>
          <a:xfrm>
            <a:off x="8039100" y="1600200"/>
            <a:ext cx="3429000" cy="152400"/>
            <a:chOff x="8039100" y="1600200"/>
            <a:chExt cx="3429000" cy="152400"/>
          </a:xfrm>
        </p:grpSpPr>
        <p:sp>
          <p:nvSpPr>
            <p:cNvPr id="30" name="node10.text"/>
            <p:cNvSpPr/>
            <p:nvPr/>
          </p:nvSpPr>
          <p:spPr>
            <a:xfrm>
              <a:off x="8039100" y="1600200"/>
              <a:ext cx="3429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RULES</a:t>
              </a:r>
              <a:endParaRPr lang="en-US" sz="900" spc="54" kern="0" b="0" i="0" dirty="0">
                <a:solidFill>
                  <a:srgbClr val="0047FF"/>
                </a:solidFill>
                <a:latin typeface="IBM Plex Mono Medium"/>
                <a:ea typeface="IBM Plex Mono Medium"/>
                <a:cs typeface="IBM Plex Mono Medium"/>
              </a:endParaRPr>
            </a:p>
          </p:txBody>
        </p:sp>
      </p:grpSp>
      <p:grpSp>
        <p:nvGrpSpPr>
          <p:cNvPr id="57" name="node11"/>
          <p:cNvGrpSpPr/>
          <p:nvPr/>
        </p:nvGrpSpPr>
        <p:grpSpPr>
          <a:xfrm>
            <a:off x="8039100" y="1828800"/>
            <a:ext cx="3429000" cy="1028700"/>
            <a:chOff x="8039100" y="1828800"/>
            <a:chExt cx="3429000" cy="1028700"/>
          </a:xfrm>
        </p:grpSpPr>
        <p:sp>
          <p:nvSpPr>
            <p:cNvPr id="31" name="node11.source-001.bullet"/>
            <p:cNvSpPr/>
            <p:nvPr/>
          </p:nvSpPr>
          <p:spPr>
            <a:xfrm>
              <a:off x="8039100" y="1917700"/>
              <a:ext cx="38100" cy="38100"/>
            </a:xfrm>
            <a:prstGeom prst="rect">
              <a:avLst/>
            </a:prstGeom>
            <a:solidFill>
              <a:srgbClr val="070154"/>
            </a:solidFill>
            <a:ln>
              <a:noFill/>
            </a:ln>
          </p:spPr>
        </p:sp>
        <p:sp>
          <p:nvSpPr>
            <p:cNvPr id="32" name="node11.source-001.text"/>
            <p:cNvSpPr/>
            <p:nvPr/>
          </p:nvSpPr>
          <p:spPr>
            <a:xfrm>
              <a:off x="8191500" y="18288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No manual journals after freeze</a:t>
              </a:r>
              <a:endParaRPr lang="en-US" sz="1200" spc="0" kern="0" b="0" i="0" dirty="0">
                <a:solidFill>
                  <a:srgbClr val="070154"/>
                </a:solidFill>
                <a:latin typeface="IBM Plex Sans"/>
                <a:ea typeface="IBM Plex Sans"/>
                <a:cs typeface="IBM Plex Sans"/>
              </a:endParaRPr>
            </a:p>
          </p:txBody>
        </p:sp>
        <p:sp>
          <p:nvSpPr>
            <p:cNvPr id="33" name="node11.source-002.bullet"/>
            <p:cNvSpPr/>
            <p:nvPr/>
          </p:nvSpPr>
          <p:spPr>
            <a:xfrm>
              <a:off x="8039100" y="2184400"/>
              <a:ext cx="38100" cy="38100"/>
            </a:xfrm>
            <a:prstGeom prst="rect">
              <a:avLst/>
            </a:prstGeom>
            <a:solidFill>
              <a:srgbClr val="070154"/>
            </a:solidFill>
            <a:ln>
              <a:noFill/>
            </a:ln>
          </p:spPr>
        </p:sp>
        <p:sp>
          <p:nvSpPr>
            <p:cNvPr id="34" name="node11.source-002.text"/>
            <p:cNvSpPr/>
            <p:nvPr/>
          </p:nvSpPr>
          <p:spPr>
            <a:xfrm>
              <a:off x="8191500" y="20955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Exceptions need the Cutover lead</a:t>
              </a:r>
              <a:endParaRPr lang="en-US" sz="1200" spc="0" kern="0" b="0" i="0" dirty="0">
                <a:solidFill>
                  <a:srgbClr val="070154"/>
                </a:solidFill>
                <a:latin typeface="IBM Plex Sans"/>
                <a:ea typeface="IBM Plex Sans"/>
                <a:cs typeface="IBM Plex Sans"/>
              </a:endParaRPr>
            </a:p>
          </p:txBody>
        </p:sp>
        <p:sp>
          <p:nvSpPr>
            <p:cNvPr id="35" name="node11.source-003.bullet"/>
            <p:cNvSpPr/>
            <p:nvPr/>
          </p:nvSpPr>
          <p:spPr>
            <a:xfrm>
              <a:off x="8039100" y="2451100"/>
              <a:ext cx="38100" cy="38100"/>
            </a:xfrm>
            <a:prstGeom prst="rect">
              <a:avLst/>
            </a:prstGeom>
            <a:solidFill>
              <a:srgbClr val="070154"/>
            </a:solidFill>
            <a:ln>
              <a:noFill/>
            </a:ln>
          </p:spPr>
        </p:sp>
        <p:sp>
          <p:nvSpPr>
            <p:cNvPr id="36" name="node11.source-003.text"/>
            <p:cNvSpPr/>
            <p:nvPr/>
          </p:nvSpPr>
          <p:spPr>
            <a:xfrm>
              <a:off x="8191500" y="23622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Late items are queued, not posted</a:t>
              </a:r>
              <a:endParaRPr lang="en-US" sz="1200" spc="0" kern="0" b="0" i="0" dirty="0">
                <a:solidFill>
                  <a:srgbClr val="070154"/>
                </a:solidFill>
                <a:latin typeface="IBM Plex Sans"/>
                <a:ea typeface="IBM Plex Sans"/>
                <a:cs typeface="IBM Plex Sans"/>
              </a:endParaRPr>
            </a:p>
          </p:txBody>
        </p:sp>
        <p:sp>
          <p:nvSpPr>
            <p:cNvPr id="37" name="node11.source-004.bullet"/>
            <p:cNvSpPr/>
            <p:nvPr/>
          </p:nvSpPr>
          <p:spPr>
            <a:xfrm>
              <a:off x="8039100" y="2717800"/>
              <a:ext cx="38100" cy="38100"/>
            </a:xfrm>
            <a:prstGeom prst="rect">
              <a:avLst/>
            </a:prstGeom>
            <a:solidFill>
              <a:srgbClr val="070154"/>
            </a:solidFill>
            <a:ln>
              <a:noFill/>
            </a:ln>
          </p:spPr>
        </p:sp>
        <p:sp>
          <p:nvSpPr>
            <p:cNvPr id="38" name="node11.source-004.text"/>
            <p:cNvSpPr/>
            <p:nvPr/>
          </p:nvSpPr>
          <p:spPr>
            <a:xfrm>
              <a:off x="8191500" y="26289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Record the freeze time on the log</a:t>
              </a:r>
              <a:endParaRPr lang="en-US" sz="1200" spc="0" kern="0" b="0" i="0" dirty="0">
                <a:solidFill>
                  <a:srgbClr val="070154"/>
                </a:solidFill>
                <a:latin typeface="IBM Plex Sans"/>
                <a:ea typeface="IBM Plex Sans"/>
                <a:cs typeface="IBM Plex Sans"/>
              </a:endParaRPr>
            </a:p>
          </p:txBody>
        </p:sp>
      </p:grpSp>
      <p:grpSp>
        <p:nvGrpSpPr>
          <p:cNvPr id="58" name="node12"/>
          <p:cNvGrpSpPr/>
          <p:nvPr/>
        </p:nvGrpSpPr>
        <p:grpSpPr>
          <a:xfrm>
            <a:off x="4381500" y="4114800"/>
            <a:ext cx="7086600" cy="1828800"/>
            <a:chOff x="4381500" y="4114800"/>
            <a:chExt cx="7086600" cy="1828800"/>
          </a:xfrm>
        </p:grpSpPr>
        <p:sp>
          <p:nvSpPr>
            <p:cNvPr id="39" name="node12.container"/>
            <p:cNvSpPr/>
            <p:nvPr/>
          </p:nvSpPr>
          <p:spPr>
            <a:xfrm>
              <a:off x="4381500" y="4114800"/>
              <a:ext cx="7086600" cy="1828800"/>
            </a:xfrm>
            <a:prstGeom prst="rect">
              <a:avLst/>
            </a:prstGeom>
            <a:solidFill>
              <a:srgbClr val="E8EEF8"/>
            </a:solidFill>
            <a:ln>
              <a:noFill/>
            </a:ln>
          </p:spPr>
        </p:sp>
        <p:sp>
          <p:nvSpPr>
            <p:cNvPr id="40" name="node12.label"/>
            <p:cNvSpPr/>
            <p:nvPr/>
          </p:nvSpPr>
          <p:spPr>
            <a:xfrm>
              <a:off x="4533900" y="4267200"/>
              <a:ext cx="6781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GATE CLEARANCE</a:t>
              </a:r>
              <a:endParaRPr lang="en-US" sz="900" spc="54" kern="0" b="0" i="0" dirty="0">
                <a:solidFill>
                  <a:srgbClr val="0047FF"/>
                </a:solidFill>
                <a:latin typeface="IBM Plex Mono Medium"/>
                <a:ea typeface="IBM Plex Mono Medium"/>
                <a:cs typeface="IBM Plex Mono Medium"/>
              </a:endParaRPr>
            </a:p>
          </p:txBody>
        </p:sp>
        <p:sp>
          <p:nvSpPr>
            <p:cNvPr id="41" name="node12.body.item-001.bullets.item-001.marker"/>
            <p:cNvSpPr/>
            <p:nvPr/>
          </p:nvSpPr>
          <p:spPr>
            <a:xfrm>
              <a:off x="4533900" y="4546600"/>
              <a:ext cx="38100" cy="38100"/>
            </a:xfrm>
            <a:prstGeom prst="rect">
              <a:avLst/>
            </a:prstGeom>
            <a:solidFill>
              <a:srgbClr val="070154"/>
            </a:solidFill>
            <a:ln>
              <a:noFill/>
            </a:ln>
          </p:spPr>
        </p:sp>
        <p:sp>
          <p:nvSpPr>
            <p:cNvPr id="42" name="node12.body.item-001.bullets.item-001.text"/>
            <p:cNvSpPr/>
            <p:nvPr/>
          </p:nvSpPr>
          <p:spPr>
            <a:xfrm>
              <a:off x="4686300" y="4457700"/>
              <a:ext cx="662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Lock report shows no open batches</a:t>
              </a:r>
              <a:endParaRPr lang="en-US" sz="1200" spc="0" kern="0" b="0" i="0" dirty="0">
                <a:solidFill>
                  <a:srgbClr val="070154"/>
                </a:solidFill>
                <a:latin typeface="IBM Plex Sans"/>
                <a:ea typeface="IBM Plex Sans"/>
                <a:cs typeface="IBM Plex Sans"/>
              </a:endParaRPr>
            </a:p>
          </p:txBody>
        </p:sp>
        <p:sp>
          <p:nvSpPr>
            <p:cNvPr id="43" name="node12.body.item-001.bullets.item-002.marker"/>
            <p:cNvSpPr/>
            <p:nvPr/>
          </p:nvSpPr>
          <p:spPr>
            <a:xfrm>
              <a:off x="4533900" y="4813300"/>
              <a:ext cx="38100" cy="38100"/>
            </a:xfrm>
            <a:prstGeom prst="rect">
              <a:avLst/>
            </a:prstGeom>
            <a:solidFill>
              <a:srgbClr val="070154"/>
            </a:solidFill>
            <a:ln>
              <a:noFill/>
            </a:ln>
          </p:spPr>
        </p:sp>
        <p:sp>
          <p:nvSpPr>
            <p:cNvPr id="44" name="node12.body.item-001.bullets.item-002.text"/>
            <p:cNvSpPr/>
            <p:nvPr/>
          </p:nvSpPr>
          <p:spPr>
            <a:xfrm>
              <a:off x="4686300" y="4724400"/>
              <a:ext cx="662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Controller confirms the freeze on the log</a:t>
              </a:r>
              <a:endParaRPr lang="en-US" sz="1200" spc="0" kern="0" b="0" i="0" dirty="0">
                <a:solidFill>
                  <a:srgbClr val="070154"/>
                </a:solidFill>
                <a:latin typeface="IBM Plex Sans"/>
                <a:ea typeface="IBM Plex Sans"/>
                <a:cs typeface="IBM Plex Sans"/>
              </a:endParaRPr>
            </a:p>
          </p:txBody>
        </p:sp>
        <p:sp>
          <p:nvSpPr>
            <p:cNvPr id="45" name="node12.body.item-001.bullets.item-003.marker"/>
            <p:cNvSpPr/>
            <p:nvPr/>
          </p:nvSpPr>
          <p:spPr>
            <a:xfrm>
              <a:off x="4533900" y="5080000"/>
              <a:ext cx="38100" cy="38100"/>
            </a:xfrm>
            <a:prstGeom prst="rect">
              <a:avLst/>
            </a:prstGeom>
            <a:solidFill>
              <a:srgbClr val="070154"/>
            </a:solidFill>
            <a:ln>
              <a:noFill/>
            </a:ln>
          </p:spPr>
        </p:sp>
        <p:sp>
          <p:nvSpPr>
            <p:cNvPr id="46" name="node12.body.item-001.bullets.item-003.text"/>
            <p:cNvSpPr/>
            <p:nvPr/>
          </p:nvSpPr>
          <p:spPr>
            <a:xfrm>
              <a:off x="4686300" y="4991100"/>
              <a:ext cx="662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Cutover lead releases step 2</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name="source-479">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CUTOVER RUNBOOK</a:t>
            </a:r>
            <a:endParaRPr lang="en-US" sz="1000" spc="80" kern="0" b="0" i="0" dirty="0">
              <a:solidFill>
                <a:srgbClr val="0047FF"/>
              </a:solidFill>
              <a:latin typeface="IBM Plex Mono SemiBold"/>
              <a:ea typeface="IBM Plex Mono SemiBold"/>
              <a:cs typeface="IBM Plex Mono SemiBold"/>
            </a:endParaRPr>
          </a:p>
        </p:txBody>
      </p:sp>
      <p:pic>
        <p:nvPicPr>
          <p:cNvPr id="4" name="title.mark-002-001" descr="underscore; canonical SHA256=49d5a97f776a33dcf11e794bad153776f1f33cf3747f42e2c277857faa224278; resolved ink=070154">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2573718" y="1078992"/>
            <a:ext cx="2605456" cy="235057"/>
          </a:xfrm>
          <a:prstGeom prst="rect">
            <a:avLst/>
          </a:prstGeom>
        </p:spPr>
      </p:pic>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 xml:space="preserve">Tick every </a:t>
            </a:r>
            <a:r>
              <a:rPr lang="en-US" sz="3200" spc="-64" kern="0" b="0" i="0" dirty="0">
                <a:solidFill>
                  <a:srgbClr val="070154"/>
                </a:solidFill>
                <a:latin typeface="IBM Plex Sans SemiBold"/>
                <a:ea typeface="IBM Plex Sans SemiBold"/>
                <a:cs typeface="IBM Plex Sans SemiBold"/>
              </a:rPr>
              <a:t xml:space="preserve">reconciliation</a:t>
            </a:r>
            <a:r>
              <a:rPr lang="en-US" sz="3200" spc="-64" kern="0" b="0" i="0" dirty="0">
                <a:solidFill>
                  <a:srgbClr val="070154"/>
                </a:solidFill>
                <a:latin typeface="IBM Plex Sans SemiBold"/>
                <a:ea typeface="IBM Plex Sans SemiBold"/>
                <a:cs typeface="IBM Plex Sans SemiBold"/>
              </a:rPr>
              <a:t xml:space="preserve"> before step 4 loads balances</a:t>
            </a:r>
            <a:endParaRPr lang="en-US" sz="3200" spc="-64" kern="0" b="0" i="0" dirty="0">
              <a:solidFill>
                <a:srgbClr val="070154"/>
              </a:solidFill>
              <a:latin typeface="IBM Plex Sans SemiBold"/>
              <a:ea typeface="IBM Plex Sans SemiBold"/>
              <a:cs typeface="IBM Plex Sans SemiBold"/>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154</a:t>
            </a:fld>
            <a:endParaRPr lang="en-US" sz="700" spc="0" kern="0" b="0" i="0" dirty="0">
              <a:solidFill>
                <a:srgbClr val="070154"/>
              </a:solidFill>
              <a:latin typeface="IBM Plex Mono SemiBold"/>
              <a:ea typeface="IBM Plex Mono SemiBold"/>
              <a:cs typeface="IBM Plex Mono SemiBold"/>
            </a:endParaRPr>
          </a:p>
        </p:txBody>
      </p:sp>
      <p:grpSp>
        <p:nvGrpSpPr>
          <p:cNvPr id="42" name="node01"/>
          <p:cNvGrpSpPr/>
          <p:nvPr/>
        </p:nvGrpSpPr>
        <p:grpSpPr>
          <a:xfrm>
            <a:off x="723900" y="1600200"/>
            <a:ext cx="3429000" cy="152400"/>
            <a:chOff x="723900" y="1600200"/>
            <a:chExt cx="3429000" cy="152400"/>
          </a:xfrm>
        </p:grpSpPr>
        <p:sp>
          <p:nvSpPr>
            <p:cNvPr id="7" name="node01.text"/>
            <p:cNvSpPr/>
            <p:nvPr/>
          </p:nvSpPr>
          <p:spPr>
            <a:xfrm>
              <a:off x="723900" y="1600200"/>
              <a:ext cx="3429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STEP 4</a:t>
              </a:r>
              <a:endParaRPr lang="en-US" sz="900" spc="54" kern="0" b="0" i="0" dirty="0">
                <a:solidFill>
                  <a:srgbClr val="0047FF"/>
                </a:solidFill>
                <a:latin typeface="IBM Plex Mono Medium"/>
                <a:ea typeface="IBM Plex Mono Medium"/>
                <a:cs typeface="IBM Plex Mono Medium"/>
              </a:endParaRPr>
            </a:p>
          </p:txBody>
        </p:sp>
      </p:grpSp>
      <p:grpSp>
        <p:nvGrpSpPr>
          <p:cNvPr id="43" name="node02"/>
          <p:cNvGrpSpPr/>
          <p:nvPr/>
        </p:nvGrpSpPr>
        <p:grpSpPr>
          <a:xfrm>
            <a:off x="723900" y="1828800"/>
            <a:ext cx="3429000" cy="304800"/>
            <a:chOff x="723900" y="1828800"/>
            <a:chExt cx="3429000" cy="304800"/>
          </a:xfrm>
        </p:grpSpPr>
        <p:sp>
          <p:nvSpPr>
            <p:cNvPr id="8" name="node02.text"/>
            <p:cNvSpPr/>
            <p:nvPr/>
          </p:nvSpPr>
          <p:spPr>
            <a:xfrm>
              <a:off x="723900" y="1828800"/>
              <a:ext cx="34290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Load balances to the new ledger</a:t>
              </a:r>
              <a:endParaRPr lang="en-US" sz="1800" spc="-18" kern="0" b="0" i="0" dirty="0">
                <a:solidFill>
                  <a:srgbClr val="070154"/>
                </a:solidFill>
                <a:latin typeface="IBM Plex Sans SemiBold"/>
                <a:ea typeface="IBM Plex Sans SemiBold"/>
                <a:cs typeface="IBM Plex Sans SemiBold"/>
              </a:endParaRPr>
            </a:p>
          </p:txBody>
        </p:sp>
      </p:grpSp>
      <p:grpSp>
        <p:nvGrpSpPr>
          <p:cNvPr id="44" name="node03"/>
          <p:cNvGrpSpPr/>
          <p:nvPr/>
        </p:nvGrpSpPr>
        <p:grpSpPr>
          <a:xfrm>
            <a:off x="723900" y="2362200"/>
            <a:ext cx="3429000" cy="457200"/>
            <a:chOff x="723900" y="2362200"/>
            <a:chExt cx="3429000" cy="457200"/>
          </a:xfrm>
        </p:grpSpPr>
        <p:sp>
          <p:nvSpPr>
            <p:cNvPr id="9" name="node03.text"/>
            <p:cNvSpPr/>
            <p:nvPr/>
          </p:nvSpPr>
          <p:spPr>
            <a:xfrm>
              <a:off x="723900" y="2362200"/>
              <a:ext cx="34290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Load the extracted open balances by entity and prove they match the legacy books.</a:t>
              </a:r>
              <a:endParaRPr lang="en-US" sz="1200" spc="0" kern="0" b="0" i="0" dirty="0">
                <a:solidFill>
                  <a:srgbClr val="070154"/>
                </a:solidFill>
                <a:latin typeface="IBM Plex Sans"/>
                <a:ea typeface="IBM Plex Sans"/>
                <a:cs typeface="IBM Plex Sans"/>
              </a:endParaRPr>
            </a:p>
          </p:txBody>
        </p:sp>
      </p:grpSp>
      <p:grpSp>
        <p:nvGrpSpPr>
          <p:cNvPr id="45" name="node04"/>
          <p:cNvGrpSpPr/>
          <p:nvPr/>
        </p:nvGrpSpPr>
        <p:grpSpPr>
          <a:xfrm>
            <a:off x="723900" y="3429000"/>
            <a:ext cx="3429000" cy="152400"/>
            <a:chOff x="723900" y="3429000"/>
            <a:chExt cx="3429000" cy="152400"/>
          </a:xfrm>
        </p:grpSpPr>
        <p:sp>
          <p:nvSpPr>
            <p:cNvPr id="10" name="node04.text"/>
            <p:cNvSpPr/>
            <p:nvPr/>
          </p:nvSpPr>
          <p:spPr>
            <a:xfrm>
              <a:off x="723900" y="3429000"/>
              <a:ext cx="3429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OWNERS</a:t>
              </a:r>
              <a:endParaRPr lang="en-US" sz="900" spc="54" kern="0" b="0" i="0" dirty="0">
                <a:solidFill>
                  <a:srgbClr val="0047FF"/>
                </a:solidFill>
                <a:latin typeface="IBM Plex Mono Medium"/>
                <a:ea typeface="IBM Plex Mono Medium"/>
                <a:cs typeface="IBM Plex Mono Medium"/>
              </a:endParaRPr>
            </a:p>
          </p:txBody>
        </p:sp>
      </p:grpSp>
      <p:grpSp>
        <p:nvGrpSpPr>
          <p:cNvPr id="46" name="node05"/>
          <p:cNvGrpSpPr/>
          <p:nvPr/>
        </p:nvGrpSpPr>
        <p:grpSpPr>
          <a:xfrm>
            <a:off x="723900" y="3657600"/>
            <a:ext cx="3429000" cy="762000"/>
            <a:chOff x="723900" y="3657600"/>
            <a:chExt cx="3429000" cy="762000"/>
          </a:xfrm>
        </p:grpSpPr>
        <p:sp>
          <p:nvSpPr>
            <p:cNvPr id="11" name="node05.source-001.bullet"/>
            <p:cNvSpPr/>
            <p:nvPr/>
          </p:nvSpPr>
          <p:spPr>
            <a:xfrm>
              <a:off x="723900" y="3746500"/>
              <a:ext cx="38100" cy="38100"/>
            </a:xfrm>
            <a:prstGeom prst="rect">
              <a:avLst/>
            </a:prstGeom>
            <a:solidFill>
              <a:srgbClr val="070154"/>
            </a:solidFill>
            <a:ln>
              <a:noFill/>
            </a:ln>
          </p:spPr>
        </p:sp>
        <p:sp>
          <p:nvSpPr>
            <p:cNvPr id="12" name="node05.source-001.text"/>
            <p:cNvSpPr/>
            <p:nvPr/>
          </p:nvSpPr>
          <p:spPr>
            <a:xfrm>
              <a:off x="876300" y="36576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Finance IT · executes</a:t>
              </a:r>
              <a:endParaRPr lang="en-US" sz="1200" spc="0" kern="0" b="0" i="0" dirty="0">
                <a:solidFill>
                  <a:srgbClr val="070154"/>
                </a:solidFill>
                <a:latin typeface="IBM Plex Sans"/>
                <a:ea typeface="IBM Plex Sans"/>
                <a:cs typeface="IBM Plex Sans"/>
              </a:endParaRPr>
            </a:p>
          </p:txBody>
        </p:sp>
        <p:sp>
          <p:nvSpPr>
            <p:cNvPr id="13" name="node05.source-002.bullet"/>
            <p:cNvSpPr/>
            <p:nvPr/>
          </p:nvSpPr>
          <p:spPr>
            <a:xfrm>
              <a:off x="723900" y="4013200"/>
              <a:ext cx="38100" cy="38100"/>
            </a:xfrm>
            <a:prstGeom prst="rect">
              <a:avLst/>
            </a:prstGeom>
            <a:solidFill>
              <a:srgbClr val="070154"/>
            </a:solidFill>
            <a:ln>
              <a:noFill/>
            </a:ln>
          </p:spPr>
        </p:sp>
        <p:sp>
          <p:nvSpPr>
            <p:cNvPr id="14" name="node05.source-002.text"/>
            <p:cNvSpPr/>
            <p:nvPr/>
          </p:nvSpPr>
          <p:spPr>
            <a:xfrm>
              <a:off x="876300" y="39243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Data lead · reconciles</a:t>
              </a:r>
              <a:endParaRPr lang="en-US" sz="1200" spc="0" kern="0" b="0" i="0" dirty="0">
                <a:solidFill>
                  <a:srgbClr val="070154"/>
                </a:solidFill>
                <a:latin typeface="IBM Plex Sans"/>
                <a:ea typeface="IBM Plex Sans"/>
                <a:cs typeface="IBM Plex Sans"/>
              </a:endParaRPr>
            </a:p>
          </p:txBody>
        </p:sp>
        <p:sp>
          <p:nvSpPr>
            <p:cNvPr id="15" name="node05.source-003.bullet"/>
            <p:cNvSpPr/>
            <p:nvPr/>
          </p:nvSpPr>
          <p:spPr>
            <a:xfrm>
              <a:off x="723900" y="4279900"/>
              <a:ext cx="38100" cy="38100"/>
            </a:xfrm>
            <a:prstGeom prst="rect">
              <a:avLst/>
            </a:prstGeom>
            <a:solidFill>
              <a:srgbClr val="070154"/>
            </a:solidFill>
            <a:ln>
              <a:noFill/>
            </a:ln>
          </p:spPr>
        </p:sp>
        <p:sp>
          <p:nvSpPr>
            <p:cNvPr id="16" name="node05.source-003.text"/>
            <p:cNvSpPr/>
            <p:nvPr/>
          </p:nvSpPr>
          <p:spPr>
            <a:xfrm>
              <a:off x="876300" y="41910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Controller · accountable</a:t>
              </a:r>
              <a:endParaRPr lang="en-US" sz="1200" spc="0" kern="0" b="0" i="0" dirty="0">
                <a:solidFill>
                  <a:srgbClr val="070154"/>
                </a:solidFill>
                <a:latin typeface="IBM Plex Sans"/>
                <a:ea typeface="IBM Plex Sans"/>
                <a:cs typeface="IBM Plex Sans"/>
              </a:endParaRPr>
            </a:p>
          </p:txBody>
        </p:sp>
      </p:grpSp>
      <p:grpSp>
        <p:nvGrpSpPr>
          <p:cNvPr id="47" name="node06"/>
          <p:cNvGrpSpPr/>
          <p:nvPr/>
        </p:nvGrpSpPr>
        <p:grpSpPr>
          <a:xfrm>
            <a:off x="723900" y="4572000"/>
            <a:ext cx="3429000" cy="152400"/>
            <a:chOff x="723900" y="4572000"/>
            <a:chExt cx="3429000" cy="152400"/>
          </a:xfrm>
        </p:grpSpPr>
        <p:sp>
          <p:nvSpPr>
            <p:cNvPr id="17" name="node06.text"/>
            <p:cNvSpPr/>
            <p:nvPr/>
          </p:nvSpPr>
          <p:spPr>
            <a:xfrm>
              <a:off x="723900" y="4572000"/>
              <a:ext cx="3429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WINDOW</a:t>
              </a:r>
              <a:endParaRPr lang="en-US" sz="900" spc="54" kern="0" b="0" i="0" dirty="0">
                <a:solidFill>
                  <a:srgbClr val="0047FF"/>
                </a:solidFill>
                <a:latin typeface="IBM Plex Mono Medium"/>
                <a:ea typeface="IBM Plex Mono Medium"/>
                <a:cs typeface="IBM Plex Mono Medium"/>
              </a:endParaRPr>
            </a:p>
          </p:txBody>
        </p:sp>
      </p:grpSp>
      <p:grpSp>
        <p:nvGrpSpPr>
          <p:cNvPr id="48" name="node07"/>
          <p:cNvGrpSpPr/>
          <p:nvPr/>
        </p:nvGrpSpPr>
        <p:grpSpPr>
          <a:xfrm>
            <a:off x="723900" y="4800600"/>
            <a:ext cx="3429000" cy="228600"/>
            <a:chOff x="723900" y="4800600"/>
            <a:chExt cx="3429000" cy="228600"/>
          </a:xfrm>
        </p:grpSpPr>
        <p:sp>
          <p:nvSpPr>
            <p:cNvPr id="18" name="node07.text"/>
            <p:cNvSpPr/>
            <p:nvPr/>
          </p:nvSpPr>
          <p:spPr>
            <a:xfrm>
              <a:off x="723900" y="4800600"/>
              <a:ext cx="3429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Fri 22:30 · 2 h</a:t>
              </a:r>
              <a:endParaRPr lang="en-US" sz="1200" spc="0" kern="0" b="0" i="0" dirty="0">
                <a:solidFill>
                  <a:srgbClr val="070154"/>
                </a:solidFill>
                <a:latin typeface="IBM Plex Sans"/>
                <a:ea typeface="IBM Plex Sans"/>
                <a:cs typeface="IBM Plex Sans"/>
              </a:endParaRPr>
            </a:p>
          </p:txBody>
        </p:sp>
      </p:grpSp>
      <p:grpSp>
        <p:nvGrpSpPr>
          <p:cNvPr id="49" name="node08"/>
          <p:cNvGrpSpPr/>
          <p:nvPr/>
        </p:nvGrpSpPr>
        <p:grpSpPr>
          <a:xfrm>
            <a:off x="4381500" y="1600200"/>
            <a:ext cx="7086600" cy="2184400"/>
            <a:chOff x="4381500" y="1600200"/>
            <a:chExt cx="7086600" cy="2184400"/>
          </a:xfrm>
        </p:grpSpPr>
        <p:graphicFrame>
          <p:nvGraphicFramePr>
            <p:cNvPr id="19" name="node08.native"/>
            <p:cNvGraphicFramePr>
              <a:graphicFrameLocks noGrp="1"/>
            </p:cNvGraphicFramePr>
            <p:nvPr>
              <p:extLst>
                <p:ext uri="{D42A27DB-BD31-4B8C-83A1-F6EECF244321}">
                  <p14:modId xmlns:p14="http://schemas.microsoft.com/office/powerpoint/2010/main" val="1579011935"/>
                </p:ext>
              </p:extLst>
            </p:nvPr>
          </p:nvGraphicFramePr>
          <p:xfrm>
            <a:off x="4381500" y="1600200"/>
            <a:ext cx="7086600" cy="2184400"/>
          </p:xfrm>
          <a:graphic>
            <a:graphicData uri="http://schemas.openxmlformats.org/drawingml/2006/table">
              <a:tbl>
                <a:tblPr/>
                <a:tblGrid>
                  <a:gridCol w="685800"/>
                  <a:gridCol w="2209800"/>
                  <a:gridCol w="1143000"/>
                  <a:gridCol w="1066800"/>
                  <a:gridCol w="1981200"/>
                </a:tblGrid>
                <a:tr h="355600">
                  <a:tc>
                    <a:txBody>
                      <a:bodyPr wrap="square" anchor="ctr" lIns="0" rIns="0" tIns="0" bIns="0">
                        <a:noAutofit/>
                      </a:bodyPr>
                      <a:lstStyle/>
                      <a:p>
                        <a:pPr algn="ctr"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DONE</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RECONCILIATION CHECK</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LEGACY</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TOLERANCE</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NEW LEDGER</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r>
                <a:tr h="457200">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Row count by entity</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412,806</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Zero</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457200">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Debit and credit totals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$1.284bn</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$0</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457200">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Open items by entity</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9,418</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±0.1%</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457200">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Intercompany balances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$38.2m</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±0.5%</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bl>
            </a:graphicData>
          </a:graphic>
        </p:graphicFrame>
        <p:sp>
          <p:nvSpPr>
            <p:cNvPr id="20" name="node08.row.item-001.d.checkbox"/>
            <p:cNvSpPr/>
            <p:nvPr/>
          </p:nvSpPr>
          <p:spPr>
            <a:xfrm>
              <a:off x="4654550" y="2114550"/>
              <a:ext cx="139700" cy="139700"/>
            </a:xfrm>
            <a:prstGeom prst="rect">
              <a:avLst/>
            </a:prstGeom>
            <a:ln w="12700">
              <a:solidFill>
                <a:srgbClr val="070154"/>
              </a:solidFill>
              <a:prstDash val="solid"/>
            </a:ln>
          </p:spPr>
        </p:sp>
        <p:sp>
          <p:nvSpPr>
            <p:cNvPr id="21" name="node08.row.item-002.d.checkbox"/>
            <p:cNvSpPr/>
            <p:nvPr/>
          </p:nvSpPr>
          <p:spPr>
            <a:xfrm>
              <a:off x="4654550" y="2571750"/>
              <a:ext cx="139700" cy="139700"/>
            </a:xfrm>
            <a:prstGeom prst="rect">
              <a:avLst/>
            </a:prstGeom>
            <a:ln w="12700">
              <a:solidFill>
                <a:srgbClr val="070154"/>
              </a:solidFill>
              <a:prstDash val="solid"/>
            </a:ln>
          </p:spPr>
        </p:sp>
        <p:sp>
          <p:nvSpPr>
            <p:cNvPr id="22" name="node08.row.item-003.d.checkbox"/>
            <p:cNvSpPr/>
            <p:nvPr/>
          </p:nvSpPr>
          <p:spPr>
            <a:xfrm>
              <a:off x="4654550" y="3028950"/>
              <a:ext cx="139700" cy="139700"/>
            </a:xfrm>
            <a:prstGeom prst="rect">
              <a:avLst/>
            </a:prstGeom>
            <a:ln w="12700">
              <a:solidFill>
                <a:srgbClr val="070154"/>
              </a:solidFill>
              <a:prstDash val="solid"/>
            </a:ln>
          </p:spPr>
        </p:sp>
        <p:sp>
          <p:nvSpPr>
            <p:cNvPr id="23" name="node08.row.item-004.d.checkbox"/>
            <p:cNvSpPr/>
            <p:nvPr/>
          </p:nvSpPr>
          <p:spPr>
            <a:xfrm>
              <a:off x="4654550" y="3486150"/>
              <a:ext cx="139700" cy="139700"/>
            </a:xfrm>
            <a:prstGeom prst="rect">
              <a:avLst/>
            </a:prstGeom>
            <a:ln w="12700">
              <a:solidFill>
                <a:srgbClr val="070154"/>
              </a:solidFill>
              <a:prstDash val="solid"/>
            </a:ln>
          </p:spPr>
        </p:sp>
      </p:grpSp>
      <p:grpSp>
        <p:nvGrpSpPr>
          <p:cNvPr id="50" name="node09"/>
          <p:cNvGrpSpPr/>
          <p:nvPr/>
        </p:nvGrpSpPr>
        <p:grpSpPr>
          <a:xfrm>
            <a:off x="4381500" y="4114800"/>
            <a:ext cx="3429000" cy="1828800"/>
            <a:chOff x="4381500" y="4114800"/>
            <a:chExt cx="3429000" cy="1828800"/>
          </a:xfrm>
        </p:grpSpPr>
        <p:sp>
          <p:nvSpPr>
            <p:cNvPr id="24" name="node09.container"/>
            <p:cNvSpPr/>
            <p:nvPr/>
          </p:nvSpPr>
          <p:spPr>
            <a:xfrm>
              <a:off x="4381500" y="4114800"/>
              <a:ext cx="3429000" cy="1828800"/>
            </a:xfrm>
            <a:prstGeom prst="rect">
              <a:avLst/>
            </a:prstGeom>
            <a:solidFill>
              <a:srgbClr val="E8EEF8"/>
            </a:solidFill>
            <a:ln>
              <a:noFill/>
            </a:ln>
          </p:spPr>
        </p:sp>
        <p:sp>
          <p:nvSpPr>
            <p:cNvPr id="25" name="node09.label"/>
            <p:cNvSpPr/>
            <p:nvPr/>
          </p:nvSpPr>
          <p:spPr>
            <a:xfrm>
              <a:off x="4533900" y="4267200"/>
              <a:ext cx="3124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SUB-STEPS</a:t>
              </a:r>
              <a:endParaRPr lang="en-US" sz="900" spc="54" kern="0" b="0" i="0" dirty="0">
                <a:solidFill>
                  <a:srgbClr val="0047FF"/>
                </a:solidFill>
                <a:latin typeface="IBM Plex Mono Medium"/>
                <a:ea typeface="IBM Plex Mono Medium"/>
                <a:cs typeface="IBM Plex Mono Medium"/>
              </a:endParaRPr>
            </a:p>
          </p:txBody>
        </p:sp>
        <p:sp>
          <p:nvSpPr>
            <p:cNvPr id="26" name="node09.body.item-001.bullets.item-001.marker"/>
            <p:cNvSpPr/>
            <p:nvPr/>
          </p:nvSpPr>
          <p:spPr>
            <a:xfrm>
              <a:off x="4533900" y="4546600"/>
              <a:ext cx="38100" cy="38100"/>
            </a:xfrm>
            <a:prstGeom prst="rect">
              <a:avLst/>
            </a:prstGeom>
            <a:solidFill>
              <a:srgbClr val="070154"/>
            </a:solidFill>
            <a:ln>
              <a:noFill/>
            </a:ln>
          </p:spPr>
        </p:sp>
        <p:sp>
          <p:nvSpPr>
            <p:cNvPr id="27" name="node09.body.item-001.bullets.item-001.text"/>
            <p:cNvSpPr/>
            <p:nvPr/>
          </p:nvSpPr>
          <p:spPr>
            <a:xfrm>
              <a:off x="4686300" y="44577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Load by entity, parents last</a:t>
              </a:r>
              <a:endParaRPr lang="en-US" sz="1200" spc="0" kern="0" b="0" i="0" dirty="0">
                <a:solidFill>
                  <a:srgbClr val="070154"/>
                </a:solidFill>
                <a:latin typeface="IBM Plex Sans"/>
                <a:ea typeface="IBM Plex Sans"/>
                <a:cs typeface="IBM Plex Sans"/>
              </a:endParaRPr>
            </a:p>
          </p:txBody>
        </p:sp>
        <p:sp>
          <p:nvSpPr>
            <p:cNvPr id="28" name="node09.body.item-001.bullets.item-002.marker"/>
            <p:cNvSpPr/>
            <p:nvPr/>
          </p:nvSpPr>
          <p:spPr>
            <a:xfrm>
              <a:off x="4533900" y="4813300"/>
              <a:ext cx="38100" cy="38100"/>
            </a:xfrm>
            <a:prstGeom prst="rect">
              <a:avLst/>
            </a:prstGeom>
            <a:solidFill>
              <a:srgbClr val="070154"/>
            </a:solidFill>
            <a:ln>
              <a:noFill/>
            </a:ln>
          </p:spPr>
        </p:sp>
        <p:sp>
          <p:nvSpPr>
            <p:cNvPr id="29" name="node09.body.item-001.bullets.item-002.text"/>
            <p:cNvSpPr/>
            <p:nvPr/>
          </p:nvSpPr>
          <p:spPr>
            <a:xfrm>
              <a:off x="4686300" y="47244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Run the count and total checks</a:t>
              </a:r>
              <a:endParaRPr lang="en-US" sz="1200" spc="0" kern="0" b="0" i="0" dirty="0">
                <a:solidFill>
                  <a:srgbClr val="070154"/>
                </a:solidFill>
                <a:latin typeface="IBM Plex Sans"/>
                <a:ea typeface="IBM Plex Sans"/>
                <a:cs typeface="IBM Plex Sans"/>
              </a:endParaRPr>
            </a:p>
          </p:txBody>
        </p:sp>
        <p:sp>
          <p:nvSpPr>
            <p:cNvPr id="30" name="node09.body.item-001.bullets.item-003.marker"/>
            <p:cNvSpPr/>
            <p:nvPr/>
          </p:nvSpPr>
          <p:spPr>
            <a:xfrm>
              <a:off x="4533900" y="5080000"/>
              <a:ext cx="38100" cy="38100"/>
            </a:xfrm>
            <a:prstGeom prst="rect">
              <a:avLst/>
            </a:prstGeom>
            <a:solidFill>
              <a:srgbClr val="070154"/>
            </a:solidFill>
            <a:ln>
              <a:noFill/>
            </a:ln>
          </p:spPr>
        </p:sp>
        <p:sp>
          <p:nvSpPr>
            <p:cNvPr id="31" name="node09.body.item-001.bullets.item-003.text"/>
            <p:cNvSpPr/>
            <p:nvPr/>
          </p:nvSpPr>
          <p:spPr>
            <a:xfrm>
              <a:off x="4686300" y="49911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Park rejected rows</a:t>
              </a:r>
              <a:endParaRPr lang="en-US" sz="1200" spc="0" kern="0" b="0" i="0" dirty="0">
                <a:solidFill>
                  <a:srgbClr val="070154"/>
                </a:solidFill>
                <a:latin typeface="IBM Plex Sans"/>
                <a:ea typeface="IBM Plex Sans"/>
                <a:cs typeface="IBM Plex Sans"/>
              </a:endParaRPr>
            </a:p>
          </p:txBody>
        </p:sp>
        <p:sp>
          <p:nvSpPr>
            <p:cNvPr id="32" name="node09.body.item-001.bullets.item-004.marker"/>
            <p:cNvSpPr/>
            <p:nvPr/>
          </p:nvSpPr>
          <p:spPr>
            <a:xfrm>
              <a:off x="4533900" y="5346700"/>
              <a:ext cx="38100" cy="38100"/>
            </a:xfrm>
            <a:prstGeom prst="rect">
              <a:avLst/>
            </a:prstGeom>
            <a:solidFill>
              <a:srgbClr val="070154"/>
            </a:solidFill>
            <a:ln>
              <a:noFill/>
            </a:ln>
          </p:spPr>
        </p:sp>
        <p:sp>
          <p:nvSpPr>
            <p:cNvPr id="33" name="node09.body.item-001.bullets.item-004.text"/>
            <p:cNvSpPr/>
            <p:nvPr/>
          </p:nvSpPr>
          <p:spPr>
            <a:xfrm>
              <a:off x="4686300" y="52578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Log each variance</a:t>
              </a:r>
              <a:endParaRPr lang="en-US" sz="1200" spc="0" kern="0" b="0" i="0" dirty="0">
                <a:solidFill>
                  <a:srgbClr val="070154"/>
                </a:solidFill>
                <a:latin typeface="IBM Plex Sans"/>
                <a:ea typeface="IBM Plex Sans"/>
                <a:cs typeface="IBM Plex Sans"/>
              </a:endParaRPr>
            </a:p>
          </p:txBody>
        </p:sp>
      </p:grpSp>
      <p:grpSp>
        <p:nvGrpSpPr>
          <p:cNvPr id="51" name="node10"/>
          <p:cNvGrpSpPr/>
          <p:nvPr/>
        </p:nvGrpSpPr>
        <p:grpSpPr>
          <a:xfrm>
            <a:off x="8039100" y="4114800"/>
            <a:ext cx="3429000" cy="1828800"/>
            <a:chOff x="8039100" y="4114800"/>
            <a:chExt cx="3429000" cy="1828800"/>
          </a:xfrm>
        </p:grpSpPr>
        <p:sp>
          <p:nvSpPr>
            <p:cNvPr id="34" name="node10.container"/>
            <p:cNvSpPr/>
            <p:nvPr/>
          </p:nvSpPr>
          <p:spPr>
            <a:xfrm>
              <a:off x="8039100" y="4114800"/>
              <a:ext cx="3429000" cy="1828800"/>
            </a:xfrm>
            <a:prstGeom prst="rect">
              <a:avLst/>
            </a:prstGeom>
            <a:solidFill>
              <a:srgbClr val="E8EEF8"/>
            </a:solidFill>
            <a:ln>
              <a:noFill/>
            </a:ln>
          </p:spPr>
        </p:sp>
        <p:sp>
          <p:nvSpPr>
            <p:cNvPr id="35" name="node10.label"/>
            <p:cNvSpPr/>
            <p:nvPr/>
          </p:nvSpPr>
          <p:spPr>
            <a:xfrm>
              <a:off x="8191500" y="4267200"/>
              <a:ext cx="3124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ACCEPTANCE</a:t>
              </a:r>
              <a:endParaRPr lang="en-US" sz="900" spc="54" kern="0" b="0" i="0" dirty="0">
                <a:solidFill>
                  <a:srgbClr val="0047FF"/>
                </a:solidFill>
                <a:latin typeface="IBM Plex Mono Medium"/>
                <a:ea typeface="IBM Plex Mono Medium"/>
                <a:cs typeface="IBM Plex Mono Medium"/>
              </a:endParaRPr>
            </a:p>
          </p:txBody>
        </p:sp>
        <p:sp>
          <p:nvSpPr>
            <p:cNvPr id="36" name="node10.body.item-001.bullets.item-001.marker"/>
            <p:cNvSpPr/>
            <p:nvPr/>
          </p:nvSpPr>
          <p:spPr>
            <a:xfrm>
              <a:off x="8191500" y="4546600"/>
              <a:ext cx="38100" cy="38100"/>
            </a:xfrm>
            <a:prstGeom prst="rect">
              <a:avLst/>
            </a:prstGeom>
            <a:solidFill>
              <a:srgbClr val="070154"/>
            </a:solidFill>
            <a:ln>
              <a:noFill/>
            </a:ln>
          </p:spPr>
        </p:sp>
        <p:sp>
          <p:nvSpPr>
            <p:cNvPr id="37" name="node10.body.item-001.bullets.item-001.text"/>
            <p:cNvSpPr/>
            <p:nvPr/>
          </p:nvSpPr>
          <p:spPr>
            <a:xfrm>
              <a:off x="8343900" y="44577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Every check inside tolerance</a:t>
              </a:r>
              <a:endParaRPr lang="en-US" sz="1200" spc="0" kern="0" b="0" i="0" dirty="0">
                <a:solidFill>
                  <a:srgbClr val="070154"/>
                </a:solidFill>
                <a:latin typeface="IBM Plex Sans"/>
                <a:ea typeface="IBM Plex Sans"/>
                <a:cs typeface="IBM Plex Sans"/>
              </a:endParaRPr>
            </a:p>
          </p:txBody>
        </p:sp>
        <p:sp>
          <p:nvSpPr>
            <p:cNvPr id="38" name="node10.body.item-001.bullets.item-002.marker"/>
            <p:cNvSpPr/>
            <p:nvPr/>
          </p:nvSpPr>
          <p:spPr>
            <a:xfrm>
              <a:off x="8191500" y="4813300"/>
              <a:ext cx="38100" cy="38100"/>
            </a:xfrm>
            <a:prstGeom prst="rect">
              <a:avLst/>
            </a:prstGeom>
            <a:solidFill>
              <a:srgbClr val="070154"/>
            </a:solidFill>
            <a:ln>
              <a:noFill/>
            </a:ln>
          </p:spPr>
        </p:sp>
        <p:sp>
          <p:nvSpPr>
            <p:cNvPr id="39" name="node10.body.item-001.bullets.item-002.text"/>
            <p:cNvSpPr/>
            <p:nvPr/>
          </p:nvSpPr>
          <p:spPr>
            <a:xfrm>
              <a:off x="8343900" y="47244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Variances explained and signed</a:t>
              </a:r>
              <a:endParaRPr lang="en-US" sz="1200" spc="0" kern="0" b="0" i="0" dirty="0">
                <a:solidFill>
                  <a:srgbClr val="070154"/>
                </a:solidFill>
                <a:latin typeface="IBM Plex Sans"/>
                <a:ea typeface="IBM Plex Sans"/>
                <a:cs typeface="IBM Plex Sans"/>
              </a:endParaRPr>
            </a:p>
          </p:txBody>
        </p:sp>
        <p:sp>
          <p:nvSpPr>
            <p:cNvPr id="40" name="node10.body.item-001.bullets.item-003.marker"/>
            <p:cNvSpPr/>
            <p:nvPr/>
          </p:nvSpPr>
          <p:spPr>
            <a:xfrm>
              <a:off x="8191500" y="5080000"/>
              <a:ext cx="38100" cy="38100"/>
            </a:xfrm>
            <a:prstGeom prst="rect">
              <a:avLst/>
            </a:prstGeom>
            <a:solidFill>
              <a:srgbClr val="070154"/>
            </a:solidFill>
            <a:ln>
              <a:noFill/>
            </a:ln>
          </p:spPr>
        </p:sp>
        <p:sp>
          <p:nvSpPr>
            <p:cNvPr id="41" name="node10.body.item-001.bullets.item-003.text"/>
            <p:cNvSpPr/>
            <p:nvPr/>
          </p:nvSpPr>
          <p:spPr>
            <a:xfrm>
              <a:off x="8343900" y="49911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Data lead releases step 5</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name="source-480">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CUTOVER RUNBOOK</a:t>
            </a:r>
            <a:endParaRPr lang="en-US" sz="1000" spc="80" kern="0" b="0" i="0" dirty="0">
              <a:solidFill>
                <a:srgbClr val="0047FF"/>
              </a:solidFill>
              <a:latin typeface="IBM Plex Mono SemiBold"/>
              <a:ea typeface="IBM Plex Mono SemiBold"/>
              <a:cs typeface="IBM Plex Mono SemiBold"/>
            </a:endParaRPr>
          </a:p>
        </p:txBody>
      </p:sp>
      <p:pic>
        <p:nvPicPr>
          <p:cNvPr id="4" name="title.mark-002-001" descr="highlight-1; canonical SHA256=b0048aa39744978d339a9910f5cc1482814a8a0eae4c5a63e1f80d6a2885b314">    </p:cNvPr>
          <p:cNvPicPr>
            <a:picLocks noChangeAspect="1"/>
          </p:cNvPicPr>
          <p:nvPr/>
        </p:nvPicPr>
        <p:blipFill>
          <a:blip r:embed="rId1"/>
          <a:stretch>
            <a:fillRect/>
          </a:stretch>
        </p:blipFill>
        <p:spPr>
          <a:xfrm>
            <a:off x="8564624" y="733532"/>
            <a:ext cx="1252991" cy="374904"/>
          </a:xfrm>
          <a:prstGeom prst="rect">
            <a:avLst/>
          </a:prstGeom>
        </p:spPr>
      </p:pic>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 xml:space="preserve">Tick every criterion before step 7 opens the </a:t>
            </a:r>
            <a:r>
              <a:rPr lang="en-US" sz="3200" spc="-590" kern="0" b="0" i="0" dirty="0">
                <a:solidFill>
                  <a:srgbClr val="070154"/>
                </a:solidFill>
                <a:latin typeface="IBM Plex Sans SemiBold"/>
                <a:ea typeface="IBM Plex Sans SemiBold"/>
                <a:cs typeface="IBM Plex Sans SemiBold"/>
              </a:rPr>
              <a:t xml:space="preserve"> </a:t>
            </a:r>
            <a:r>
              <a:rPr lang="en-US" sz="3200" spc="-64" kern="0" b="0" i="0" dirty="0">
                <a:solidFill>
                  <a:srgbClr val="070154"/>
                </a:solidFill>
                <a:latin typeface="IBM Plex Sans SemiBold"/>
                <a:ea typeface="IBM Plex Sans SemiBold"/>
                <a:cs typeface="IBM Plex Sans SemiBold"/>
              </a:rPr>
              <a:t xml:space="preserve">ledger</a:t>
            </a:r>
            <a:r>
              <a:rPr lang="en-US" sz="3200" spc="-590" kern="0" b="0" i="0" dirty="0">
                <a:solidFill>
                  <a:srgbClr val="070154"/>
                </a:solidFill>
                <a:latin typeface="IBM Plex Sans SemiBold"/>
                <a:ea typeface="IBM Plex Sans SemiBold"/>
                <a:cs typeface="IBM Plex Sans SemiBold"/>
              </a:rPr>
              <a:t xml:space="preserve"> </a:t>
            </a:r>
            <a:endParaRPr lang="en-US" sz="3200" spc="-64" kern="0" b="0" i="0" dirty="0">
              <a:solidFill>
                <a:srgbClr val="070154"/>
              </a:solidFill>
              <a:latin typeface="IBM Plex Sans SemiBold"/>
              <a:ea typeface="IBM Plex Sans SemiBold"/>
              <a:cs typeface="IBM Plex Sans SemiBold"/>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155</a:t>
            </a:fld>
            <a:endParaRPr lang="en-US" sz="700" spc="0" kern="0" b="0" i="0" dirty="0">
              <a:solidFill>
                <a:srgbClr val="070154"/>
              </a:solidFill>
              <a:latin typeface="IBM Plex Mono SemiBold"/>
              <a:ea typeface="IBM Plex Mono SemiBold"/>
              <a:cs typeface="IBM Plex Mono SemiBold"/>
            </a:endParaRPr>
          </a:p>
        </p:txBody>
      </p:sp>
      <p:grpSp>
        <p:nvGrpSpPr>
          <p:cNvPr id="40" name="node01"/>
          <p:cNvGrpSpPr/>
          <p:nvPr/>
        </p:nvGrpSpPr>
        <p:grpSpPr>
          <a:xfrm>
            <a:off x="723900" y="1600200"/>
            <a:ext cx="3429000" cy="152400"/>
            <a:chOff x="723900" y="1600200"/>
            <a:chExt cx="3429000" cy="152400"/>
          </a:xfrm>
        </p:grpSpPr>
        <p:sp>
          <p:nvSpPr>
            <p:cNvPr id="7" name="node01.text"/>
            <p:cNvSpPr/>
            <p:nvPr/>
          </p:nvSpPr>
          <p:spPr>
            <a:xfrm>
              <a:off x="723900" y="1600200"/>
              <a:ext cx="3429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STEP 7</a:t>
              </a:r>
              <a:endParaRPr lang="en-US" sz="900" spc="54" kern="0" b="0" i="0" dirty="0">
                <a:solidFill>
                  <a:srgbClr val="0047FF"/>
                </a:solidFill>
                <a:latin typeface="IBM Plex Mono Medium"/>
                <a:ea typeface="IBM Plex Mono Medium"/>
                <a:cs typeface="IBM Plex Mono Medium"/>
              </a:endParaRPr>
            </a:p>
          </p:txBody>
        </p:sp>
      </p:grpSp>
      <p:grpSp>
        <p:nvGrpSpPr>
          <p:cNvPr id="41" name="node02"/>
          <p:cNvGrpSpPr/>
          <p:nvPr/>
        </p:nvGrpSpPr>
        <p:grpSpPr>
          <a:xfrm>
            <a:off x="723900" y="1828800"/>
            <a:ext cx="3429000" cy="304800"/>
            <a:chOff x="723900" y="1828800"/>
            <a:chExt cx="3429000" cy="304800"/>
          </a:xfrm>
        </p:grpSpPr>
        <p:sp>
          <p:nvSpPr>
            <p:cNvPr id="8" name="node02.text"/>
            <p:cNvSpPr/>
            <p:nvPr/>
          </p:nvSpPr>
          <p:spPr>
            <a:xfrm>
              <a:off x="723900" y="1828800"/>
              <a:ext cx="34290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Hold the go or no-go decision</a:t>
              </a:r>
              <a:endParaRPr lang="en-US" sz="1800" spc="-18" kern="0" b="0" i="0" dirty="0">
                <a:solidFill>
                  <a:srgbClr val="070154"/>
                </a:solidFill>
                <a:latin typeface="IBM Plex Sans SemiBold"/>
                <a:ea typeface="IBM Plex Sans SemiBold"/>
                <a:cs typeface="IBM Plex Sans SemiBold"/>
              </a:endParaRPr>
            </a:p>
          </p:txBody>
        </p:sp>
      </p:grpSp>
      <p:grpSp>
        <p:nvGrpSpPr>
          <p:cNvPr id="42" name="node03"/>
          <p:cNvGrpSpPr/>
          <p:nvPr/>
        </p:nvGrpSpPr>
        <p:grpSpPr>
          <a:xfrm>
            <a:off x="723900" y="2362200"/>
            <a:ext cx="3429000" cy="457200"/>
            <a:chOff x="723900" y="2362200"/>
            <a:chExt cx="3429000" cy="457200"/>
          </a:xfrm>
        </p:grpSpPr>
        <p:sp>
          <p:nvSpPr>
            <p:cNvPr id="9" name="node03.text"/>
            <p:cNvSpPr/>
            <p:nvPr/>
          </p:nvSpPr>
          <p:spPr>
            <a:xfrm>
              <a:off x="723900" y="2362200"/>
              <a:ext cx="34290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Review the evidence for every criterion and decide whether the ledger opens to users.</a:t>
              </a:r>
              <a:endParaRPr lang="en-US" sz="1200" spc="0" kern="0" b="0" i="0" dirty="0">
                <a:solidFill>
                  <a:srgbClr val="070154"/>
                </a:solidFill>
                <a:latin typeface="IBM Plex Sans"/>
                <a:ea typeface="IBM Plex Sans"/>
                <a:cs typeface="IBM Plex Sans"/>
              </a:endParaRPr>
            </a:p>
          </p:txBody>
        </p:sp>
      </p:grpSp>
      <p:grpSp>
        <p:nvGrpSpPr>
          <p:cNvPr id="43" name="node04"/>
          <p:cNvGrpSpPr/>
          <p:nvPr/>
        </p:nvGrpSpPr>
        <p:grpSpPr>
          <a:xfrm>
            <a:off x="723900" y="3429000"/>
            <a:ext cx="3429000" cy="152400"/>
            <a:chOff x="723900" y="3429000"/>
            <a:chExt cx="3429000" cy="152400"/>
          </a:xfrm>
        </p:grpSpPr>
        <p:sp>
          <p:nvSpPr>
            <p:cNvPr id="10" name="node04.text"/>
            <p:cNvSpPr/>
            <p:nvPr/>
          </p:nvSpPr>
          <p:spPr>
            <a:xfrm>
              <a:off x="723900" y="3429000"/>
              <a:ext cx="3429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OWNERS</a:t>
              </a:r>
              <a:endParaRPr lang="en-US" sz="900" spc="54" kern="0" b="0" i="0" dirty="0">
                <a:solidFill>
                  <a:srgbClr val="0047FF"/>
                </a:solidFill>
                <a:latin typeface="IBM Plex Mono Medium"/>
                <a:ea typeface="IBM Plex Mono Medium"/>
                <a:cs typeface="IBM Plex Mono Medium"/>
              </a:endParaRPr>
            </a:p>
          </p:txBody>
        </p:sp>
      </p:grpSp>
      <p:grpSp>
        <p:nvGrpSpPr>
          <p:cNvPr id="44" name="node05"/>
          <p:cNvGrpSpPr/>
          <p:nvPr/>
        </p:nvGrpSpPr>
        <p:grpSpPr>
          <a:xfrm>
            <a:off x="723900" y="3657600"/>
            <a:ext cx="3429000" cy="762000"/>
            <a:chOff x="723900" y="3657600"/>
            <a:chExt cx="3429000" cy="762000"/>
          </a:xfrm>
        </p:grpSpPr>
        <p:sp>
          <p:nvSpPr>
            <p:cNvPr id="11" name="node05.source-001.bullet"/>
            <p:cNvSpPr/>
            <p:nvPr/>
          </p:nvSpPr>
          <p:spPr>
            <a:xfrm>
              <a:off x="723900" y="3746500"/>
              <a:ext cx="38100" cy="38100"/>
            </a:xfrm>
            <a:prstGeom prst="rect">
              <a:avLst/>
            </a:prstGeom>
            <a:solidFill>
              <a:srgbClr val="070154"/>
            </a:solidFill>
            <a:ln>
              <a:noFill/>
            </a:ln>
          </p:spPr>
        </p:sp>
        <p:sp>
          <p:nvSpPr>
            <p:cNvPr id="12" name="node05.source-001.text"/>
            <p:cNvSpPr/>
            <p:nvPr/>
          </p:nvSpPr>
          <p:spPr>
            <a:xfrm>
              <a:off x="876300" y="36576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Cutover lead · decides</a:t>
              </a:r>
              <a:endParaRPr lang="en-US" sz="1200" spc="0" kern="0" b="0" i="0" dirty="0">
                <a:solidFill>
                  <a:srgbClr val="070154"/>
                </a:solidFill>
                <a:latin typeface="IBM Plex Sans"/>
                <a:ea typeface="IBM Plex Sans"/>
                <a:cs typeface="IBM Plex Sans"/>
              </a:endParaRPr>
            </a:p>
          </p:txBody>
        </p:sp>
        <p:sp>
          <p:nvSpPr>
            <p:cNvPr id="13" name="node05.source-002.bullet"/>
            <p:cNvSpPr/>
            <p:nvPr/>
          </p:nvSpPr>
          <p:spPr>
            <a:xfrm>
              <a:off x="723900" y="4013200"/>
              <a:ext cx="38100" cy="38100"/>
            </a:xfrm>
            <a:prstGeom prst="rect">
              <a:avLst/>
            </a:prstGeom>
            <a:solidFill>
              <a:srgbClr val="070154"/>
            </a:solidFill>
            <a:ln>
              <a:noFill/>
            </a:ln>
          </p:spPr>
        </p:sp>
        <p:sp>
          <p:nvSpPr>
            <p:cNvPr id="14" name="node05.source-002.text"/>
            <p:cNvSpPr/>
            <p:nvPr/>
          </p:nvSpPr>
          <p:spPr>
            <a:xfrm>
              <a:off x="876300" y="39243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Controller · signs balances</a:t>
              </a:r>
              <a:endParaRPr lang="en-US" sz="1200" spc="0" kern="0" b="0" i="0" dirty="0">
                <a:solidFill>
                  <a:srgbClr val="070154"/>
                </a:solidFill>
                <a:latin typeface="IBM Plex Sans"/>
                <a:ea typeface="IBM Plex Sans"/>
                <a:cs typeface="IBM Plex Sans"/>
              </a:endParaRPr>
            </a:p>
          </p:txBody>
        </p:sp>
        <p:sp>
          <p:nvSpPr>
            <p:cNvPr id="15" name="node05.source-003.bullet"/>
            <p:cNvSpPr/>
            <p:nvPr/>
          </p:nvSpPr>
          <p:spPr>
            <a:xfrm>
              <a:off x="723900" y="4279900"/>
              <a:ext cx="38100" cy="38100"/>
            </a:xfrm>
            <a:prstGeom prst="rect">
              <a:avLst/>
            </a:prstGeom>
            <a:solidFill>
              <a:srgbClr val="070154"/>
            </a:solidFill>
            <a:ln>
              <a:noFill/>
            </a:ln>
          </p:spPr>
        </p:sp>
        <p:sp>
          <p:nvSpPr>
            <p:cNvPr id="16" name="node05.source-003.text"/>
            <p:cNvSpPr/>
            <p:nvPr/>
          </p:nvSpPr>
          <p:spPr>
            <a:xfrm>
              <a:off x="876300" y="41910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CIO · endorses</a:t>
              </a:r>
              <a:endParaRPr lang="en-US" sz="1200" spc="0" kern="0" b="0" i="0" dirty="0">
                <a:solidFill>
                  <a:srgbClr val="070154"/>
                </a:solidFill>
                <a:latin typeface="IBM Plex Sans"/>
                <a:ea typeface="IBM Plex Sans"/>
                <a:cs typeface="IBM Plex Sans"/>
              </a:endParaRPr>
            </a:p>
          </p:txBody>
        </p:sp>
      </p:grpSp>
      <p:grpSp>
        <p:nvGrpSpPr>
          <p:cNvPr id="45" name="node06"/>
          <p:cNvGrpSpPr/>
          <p:nvPr/>
        </p:nvGrpSpPr>
        <p:grpSpPr>
          <a:xfrm>
            <a:off x="723900" y="4572000"/>
            <a:ext cx="3429000" cy="152400"/>
            <a:chOff x="723900" y="4572000"/>
            <a:chExt cx="3429000" cy="152400"/>
          </a:xfrm>
        </p:grpSpPr>
        <p:sp>
          <p:nvSpPr>
            <p:cNvPr id="17" name="node06.text"/>
            <p:cNvSpPr/>
            <p:nvPr/>
          </p:nvSpPr>
          <p:spPr>
            <a:xfrm>
              <a:off x="723900" y="4572000"/>
              <a:ext cx="3429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WINDOW</a:t>
              </a:r>
              <a:endParaRPr lang="en-US" sz="900" spc="54" kern="0" b="0" i="0" dirty="0">
                <a:solidFill>
                  <a:srgbClr val="0047FF"/>
                </a:solidFill>
                <a:latin typeface="IBM Plex Mono Medium"/>
                <a:ea typeface="IBM Plex Mono Medium"/>
                <a:cs typeface="IBM Plex Mono Medium"/>
              </a:endParaRPr>
            </a:p>
          </p:txBody>
        </p:sp>
      </p:grpSp>
      <p:grpSp>
        <p:nvGrpSpPr>
          <p:cNvPr id="46" name="node07"/>
          <p:cNvGrpSpPr/>
          <p:nvPr/>
        </p:nvGrpSpPr>
        <p:grpSpPr>
          <a:xfrm>
            <a:off x="723900" y="4800600"/>
            <a:ext cx="3429000" cy="228600"/>
            <a:chOff x="723900" y="4800600"/>
            <a:chExt cx="3429000" cy="228600"/>
          </a:xfrm>
        </p:grpSpPr>
        <p:sp>
          <p:nvSpPr>
            <p:cNvPr id="18" name="node07.text"/>
            <p:cNvSpPr/>
            <p:nvPr/>
          </p:nvSpPr>
          <p:spPr>
            <a:xfrm>
              <a:off x="723900" y="4800600"/>
              <a:ext cx="3429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Sat 03:30 · 30 min</a:t>
              </a:r>
              <a:endParaRPr lang="en-US" sz="1200" spc="0" kern="0" b="0" i="0" dirty="0">
                <a:solidFill>
                  <a:srgbClr val="070154"/>
                </a:solidFill>
                <a:latin typeface="IBM Plex Sans"/>
                <a:ea typeface="IBM Plex Sans"/>
                <a:cs typeface="IBM Plex Sans"/>
              </a:endParaRPr>
            </a:p>
          </p:txBody>
        </p:sp>
      </p:grpSp>
      <p:grpSp>
        <p:nvGrpSpPr>
          <p:cNvPr id="47" name="node08"/>
          <p:cNvGrpSpPr/>
          <p:nvPr/>
        </p:nvGrpSpPr>
        <p:grpSpPr>
          <a:xfrm>
            <a:off x="4381500" y="1600200"/>
            <a:ext cx="7086600" cy="2184400"/>
            <a:chOff x="4381500" y="1600200"/>
            <a:chExt cx="7086600" cy="2184400"/>
          </a:xfrm>
        </p:grpSpPr>
        <p:graphicFrame>
          <p:nvGraphicFramePr>
            <p:cNvPr id="19" name="node08.native"/>
            <p:cNvGraphicFramePr>
              <a:graphicFrameLocks noGrp="1"/>
            </p:cNvGraphicFramePr>
            <p:nvPr>
              <p:extLst>
                <p:ext uri="{D42A27DB-BD31-4B8C-83A1-F6EECF244321}">
                  <p14:modId xmlns:p14="http://schemas.microsoft.com/office/powerpoint/2010/main" val="1579011935"/>
                </p:ext>
              </p:extLst>
            </p:nvPr>
          </p:nvGraphicFramePr>
          <p:xfrm>
            <a:off x="4381500" y="1600200"/>
            <a:ext cx="7086600" cy="2184400"/>
          </p:xfrm>
          <a:graphic>
            <a:graphicData uri="http://schemas.openxmlformats.org/drawingml/2006/table">
              <a:tbl>
                <a:tblPr/>
                <a:tblGrid>
                  <a:gridCol w="685800"/>
                  <a:gridCol w="2362200"/>
                  <a:gridCol w="2133600"/>
                  <a:gridCol w="1905000"/>
                </a:tblGrid>
                <a:tr h="355600">
                  <a:tc>
                    <a:txBody>
                      <a:bodyPr wrap="square" anchor="ctr" lIns="0" rIns="0" tIns="0" bIns="0">
                        <a:noAutofit/>
                      </a:bodyPr>
                      <a:lstStyle/>
                      <a:p>
                        <a:pPr algn="ctr"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GO</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GO CRITERION</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EVIDENCE</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APPROVER</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r>
                <a:tr h="457200">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Balances tie to legacy</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Reconciliation report</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Controller</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457200">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Interfaces pass end to end</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Interface test pack</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Integration lead</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457200">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Rollback fits the window</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Timed rollback record</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Technical lead</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457200">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Support bridge staffed</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Signed rota</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Support lead</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bl>
            </a:graphicData>
          </a:graphic>
        </p:graphicFrame>
        <p:sp>
          <p:nvSpPr>
            <p:cNvPr id="20" name="node08.row.item-001.g.checkbox"/>
            <p:cNvSpPr/>
            <p:nvPr/>
          </p:nvSpPr>
          <p:spPr>
            <a:xfrm>
              <a:off x="4654550" y="2114550"/>
              <a:ext cx="139700" cy="139700"/>
            </a:xfrm>
            <a:prstGeom prst="rect">
              <a:avLst/>
            </a:prstGeom>
            <a:ln w="12700">
              <a:solidFill>
                <a:srgbClr val="070154"/>
              </a:solidFill>
              <a:prstDash val="solid"/>
            </a:ln>
          </p:spPr>
        </p:sp>
        <p:sp>
          <p:nvSpPr>
            <p:cNvPr id="21" name="node08.row.item-002.g.checkbox"/>
            <p:cNvSpPr/>
            <p:nvPr/>
          </p:nvSpPr>
          <p:spPr>
            <a:xfrm>
              <a:off x="4654550" y="2571750"/>
              <a:ext cx="139700" cy="139700"/>
            </a:xfrm>
            <a:prstGeom prst="rect">
              <a:avLst/>
            </a:prstGeom>
            <a:ln w="12700">
              <a:solidFill>
                <a:srgbClr val="070154"/>
              </a:solidFill>
              <a:prstDash val="solid"/>
            </a:ln>
          </p:spPr>
        </p:sp>
        <p:sp>
          <p:nvSpPr>
            <p:cNvPr id="22" name="node08.row.item-003.g.checkbox"/>
            <p:cNvSpPr/>
            <p:nvPr/>
          </p:nvSpPr>
          <p:spPr>
            <a:xfrm>
              <a:off x="4654550" y="3028950"/>
              <a:ext cx="139700" cy="139700"/>
            </a:xfrm>
            <a:prstGeom prst="rect">
              <a:avLst/>
            </a:prstGeom>
            <a:ln w="12700">
              <a:solidFill>
                <a:srgbClr val="070154"/>
              </a:solidFill>
              <a:prstDash val="solid"/>
            </a:ln>
          </p:spPr>
        </p:sp>
        <p:sp>
          <p:nvSpPr>
            <p:cNvPr id="23" name="node08.row.item-004.g.checkbox"/>
            <p:cNvSpPr/>
            <p:nvPr/>
          </p:nvSpPr>
          <p:spPr>
            <a:xfrm>
              <a:off x="4654550" y="3486150"/>
              <a:ext cx="139700" cy="139700"/>
            </a:xfrm>
            <a:prstGeom prst="rect">
              <a:avLst/>
            </a:prstGeom>
            <a:ln w="12700">
              <a:solidFill>
                <a:srgbClr val="070154"/>
              </a:solidFill>
              <a:prstDash val="solid"/>
            </a:ln>
          </p:spPr>
        </p:sp>
      </p:grpSp>
      <p:grpSp>
        <p:nvGrpSpPr>
          <p:cNvPr id="48" name="node09"/>
          <p:cNvGrpSpPr/>
          <p:nvPr/>
        </p:nvGrpSpPr>
        <p:grpSpPr>
          <a:xfrm>
            <a:off x="4381500" y="4114800"/>
            <a:ext cx="3429000" cy="1828800"/>
            <a:chOff x="4381500" y="4114800"/>
            <a:chExt cx="3429000" cy="1828800"/>
          </a:xfrm>
        </p:grpSpPr>
        <p:sp>
          <p:nvSpPr>
            <p:cNvPr id="24" name="node09.container"/>
            <p:cNvSpPr/>
            <p:nvPr/>
          </p:nvSpPr>
          <p:spPr>
            <a:xfrm>
              <a:off x="4381500" y="4114800"/>
              <a:ext cx="3429000" cy="1828800"/>
            </a:xfrm>
            <a:prstGeom prst="rect">
              <a:avLst/>
            </a:prstGeom>
            <a:solidFill>
              <a:srgbClr val="E8EEF8"/>
            </a:solidFill>
            <a:ln>
              <a:noFill/>
            </a:ln>
          </p:spPr>
        </p:sp>
        <p:sp>
          <p:nvSpPr>
            <p:cNvPr id="25" name="node09.label"/>
            <p:cNvSpPr/>
            <p:nvPr/>
          </p:nvSpPr>
          <p:spPr>
            <a:xfrm>
              <a:off x="4533900" y="4267200"/>
              <a:ext cx="3124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IF GO</a:t>
              </a:r>
              <a:endParaRPr lang="en-US" sz="900" spc="54" kern="0" b="0" i="0" dirty="0">
                <a:solidFill>
                  <a:srgbClr val="0047FF"/>
                </a:solidFill>
                <a:latin typeface="IBM Plex Mono Medium"/>
                <a:ea typeface="IBM Plex Mono Medium"/>
                <a:cs typeface="IBM Plex Mono Medium"/>
              </a:endParaRPr>
            </a:p>
          </p:txBody>
        </p:sp>
        <p:sp>
          <p:nvSpPr>
            <p:cNvPr id="26" name="node09.body.item-001.bullets.item-001.marker"/>
            <p:cNvSpPr/>
            <p:nvPr/>
          </p:nvSpPr>
          <p:spPr>
            <a:xfrm>
              <a:off x="4533900" y="4546600"/>
              <a:ext cx="38100" cy="38100"/>
            </a:xfrm>
            <a:prstGeom prst="rect">
              <a:avLst/>
            </a:prstGeom>
            <a:solidFill>
              <a:srgbClr val="070154"/>
            </a:solidFill>
            <a:ln>
              <a:noFill/>
            </a:ln>
          </p:spPr>
        </p:sp>
        <p:sp>
          <p:nvSpPr>
            <p:cNvPr id="27" name="node09.body.item-001.bullets.item-001.text"/>
            <p:cNvSpPr/>
            <p:nvPr/>
          </p:nvSpPr>
          <p:spPr>
            <a:xfrm>
              <a:off x="4686300" y="44577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Controller opens the ledger</a:t>
              </a:r>
              <a:endParaRPr lang="en-US" sz="1200" spc="0" kern="0" b="0" i="0" dirty="0">
                <a:solidFill>
                  <a:srgbClr val="070154"/>
                </a:solidFill>
                <a:latin typeface="IBM Plex Sans"/>
                <a:ea typeface="IBM Plex Sans"/>
                <a:cs typeface="IBM Plex Sans"/>
              </a:endParaRPr>
            </a:p>
          </p:txBody>
        </p:sp>
        <p:sp>
          <p:nvSpPr>
            <p:cNvPr id="28" name="node09.body.item-001.bullets.item-002.marker"/>
            <p:cNvSpPr/>
            <p:nvPr/>
          </p:nvSpPr>
          <p:spPr>
            <a:xfrm>
              <a:off x="4533900" y="4813300"/>
              <a:ext cx="38100" cy="38100"/>
            </a:xfrm>
            <a:prstGeom prst="rect">
              <a:avLst/>
            </a:prstGeom>
            <a:solidFill>
              <a:srgbClr val="070154"/>
            </a:solidFill>
            <a:ln>
              <a:noFill/>
            </a:ln>
          </p:spPr>
        </p:sp>
        <p:sp>
          <p:nvSpPr>
            <p:cNvPr id="29" name="node09.body.item-001.bullets.item-002.text"/>
            <p:cNvSpPr/>
            <p:nvPr/>
          </p:nvSpPr>
          <p:spPr>
            <a:xfrm>
              <a:off x="4686300" y="47244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Support lead sends the notice</a:t>
              </a:r>
              <a:endParaRPr lang="en-US" sz="1200" spc="0" kern="0" b="0" i="0" dirty="0">
                <a:solidFill>
                  <a:srgbClr val="070154"/>
                </a:solidFill>
                <a:latin typeface="IBM Plex Sans"/>
                <a:ea typeface="IBM Plex Sans"/>
                <a:cs typeface="IBM Plex Sans"/>
              </a:endParaRPr>
            </a:p>
          </p:txBody>
        </p:sp>
        <p:sp>
          <p:nvSpPr>
            <p:cNvPr id="30" name="node09.body.item-001.bullets.item-003.marker"/>
            <p:cNvSpPr/>
            <p:nvPr/>
          </p:nvSpPr>
          <p:spPr>
            <a:xfrm>
              <a:off x="4533900" y="5080000"/>
              <a:ext cx="38100" cy="38100"/>
            </a:xfrm>
            <a:prstGeom prst="rect">
              <a:avLst/>
            </a:prstGeom>
            <a:solidFill>
              <a:srgbClr val="070154"/>
            </a:solidFill>
            <a:ln>
              <a:noFill/>
            </a:ln>
          </p:spPr>
        </p:sp>
        <p:sp>
          <p:nvSpPr>
            <p:cNvPr id="31" name="node09.body.item-001.bullets.item-003.text"/>
            <p:cNvSpPr/>
            <p:nvPr/>
          </p:nvSpPr>
          <p:spPr>
            <a:xfrm>
              <a:off x="4686300" y="49911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Log the decision and time</a:t>
              </a:r>
              <a:endParaRPr lang="en-US" sz="1200" spc="0" kern="0" b="0" i="0" dirty="0">
                <a:solidFill>
                  <a:srgbClr val="070154"/>
                </a:solidFill>
                <a:latin typeface="IBM Plex Sans"/>
                <a:ea typeface="IBM Plex Sans"/>
                <a:cs typeface="IBM Plex Sans"/>
              </a:endParaRPr>
            </a:p>
          </p:txBody>
        </p:sp>
      </p:grpSp>
      <p:grpSp>
        <p:nvGrpSpPr>
          <p:cNvPr id="49" name="node10"/>
          <p:cNvGrpSpPr/>
          <p:nvPr/>
        </p:nvGrpSpPr>
        <p:grpSpPr>
          <a:xfrm>
            <a:off x="8039100" y="4114800"/>
            <a:ext cx="3429000" cy="1828800"/>
            <a:chOff x="8039100" y="4114800"/>
            <a:chExt cx="3429000" cy="1828800"/>
          </a:xfrm>
        </p:grpSpPr>
        <p:sp>
          <p:nvSpPr>
            <p:cNvPr id="32" name="node10.container"/>
            <p:cNvSpPr/>
            <p:nvPr/>
          </p:nvSpPr>
          <p:spPr>
            <a:xfrm>
              <a:off x="8039100" y="4114800"/>
              <a:ext cx="3429000" cy="1828800"/>
            </a:xfrm>
            <a:prstGeom prst="rect">
              <a:avLst/>
            </a:prstGeom>
            <a:solidFill>
              <a:srgbClr val="E8EEF8"/>
            </a:solidFill>
            <a:ln>
              <a:noFill/>
            </a:ln>
          </p:spPr>
        </p:sp>
        <p:sp>
          <p:nvSpPr>
            <p:cNvPr id="33" name="node10.label"/>
            <p:cNvSpPr/>
            <p:nvPr/>
          </p:nvSpPr>
          <p:spPr>
            <a:xfrm>
              <a:off x="8191500" y="4267200"/>
              <a:ext cx="3124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IF NO-GO</a:t>
              </a:r>
              <a:endParaRPr lang="en-US" sz="900" spc="54" kern="0" b="0" i="0" dirty="0">
                <a:solidFill>
                  <a:srgbClr val="0047FF"/>
                </a:solidFill>
                <a:latin typeface="IBM Plex Mono Medium"/>
                <a:ea typeface="IBM Plex Mono Medium"/>
                <a:cs typeface="IBM Plex Mono Medium"/>
              </a:endParaRPr>
            </a:p>
          </p:txBody>
        </p:sp>
        <p:sp>
          <p:nvSpPr>
            <p:cNvPr id="34" name="node10.body.item-001.bullets.item-001.marker"/>
            <p:cNvSpPr/>
            <p:nvPr/>
          </p:nvSpPr>
          <p:spPr>
            <a:xfrm>
              <a:off x="8191500" y="4546600"/>
              <a:ext cx="38100" cy="38100"/>
            </a:xfrm>
            <a:prstGeom prst="rect">
              <a:avLst/>
            </a:prstGeom>
            <a:solidFill>
              <a:srgbClr val="070154"/>
            </a:solidFill>
            <a:ln>
              <a:noFill/>
            </a:ln>
          </p:spPr>
        </p:sp>
        <p:sp>
          <p:nvSpPr>
            <p:cNvPr id="35" name="node10.body.item-001.bullets.item-001.text"/>
            <p:cNvSpPr/>
            <p:nvPr/>
          </p:nvSpPr>
          <p:spPr>
            <a:xfrm>
              <a:off x="8343900" y="44577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Cutover lead invokes rollback</a:t>
              </a:r>
              <a:endParaRPr lang="en-US" sz="1200" spc="0" kern="0" b="0" i="0" dirty="0">
                <a:solidFill>
                  <a:srgbClr val="070154"/>
                </a:solidFill>
                <a:latin typeface="IBM Plex Sans"/>
                <a:ea typeface="IBM Plex Sans"/>
                <a:cs typeface="IBM Plex Sans"/>
              </a:endParaRPr>
            </a:p>
          </p:txBody>
        </p:sp>
        <p:sp>
          <p:nvSpPr>
            <p:cNvPr id="36" name="node10.body.item-001.bullets.item-002.marker"/>
            <p:cNvSpPr/>
            <p:nvPr/>
          </p:nvSpPr>
          <p:spPr>
            <a:xfrm>
              <a:off x="8191500" y="4813300"/>
              <a:ext cx="38100" cy="38100"/>
            </a:xfrm>
            <a:prstGeom prst="rect">
              <a:avLst/>
            </a:prstGeom>
            <a:solidFill>
              <a:srgbClr val="070154"/>
            </a:solidFill>
            <a:ln>
              <a:noFill/>
            </a:ln>
          </p:spPr>
        </p:sp>
        <p:sp>
          <p:nvSpPr>
            <p:cNvPr id="37" name="node10.body.item-001.bullets.item-002.text"/>
            <p:cNvSpPr/>
            <p:nvPr/>
          </p:nvSpPr>
          <p:spPr>
            <a:xfrm>
              <a:off x="8343900" y="47244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Escalate to level 3</a:t>
              </a:r>
              <a:endParaRPr lang="en-US" sz="1200" spc="0" kern="0" b="0" i="0" dirty="0">
                <a:solidFill>
                  <a:srgbClr val="070154"/>
                </a:solidFill>
                <a:latin typeface="IBM Plex Sans"/>
                <a:ea typeface="IBM Plex Sans"/>
                <a:cs typeface="IBM Plex Sans"/>
              </a:endParaRPr>
            </a:p>
          </p:txBody>
        </p:sp>
        <p:sp>
          <p:nvSpPr>
            <p:cNvPr id="38" name="node10.body.item-001.bullets.item-003.marker"/>
            <p:cNvSpPr/>
            <p:nvPr/>
          </p:nvSpPr>
          <p:spPr>
            <a:xfrm>
              <a:off x="8191500" y="5080000"/>
              <a:ext cx="38100" cy="38100"/>
            </a:xfrm>
            <a:prstGeom prst="rect">
              <a:avLst/>
            </a:prstGeom>
            <a:solidFill>
              <a:srgbClr val="070154"/>
            </a:solidFill>
            <a:ln>
              <a:noFill/>
            </a:ln>
          </p:spPr>
        </p:sp>
        <p:sp>
          <p:nvSpPr>
            <p:cNvPr id="39" name="node10.body.item-001.bullets.item-003.text"/>
            <p:cNvSpPr/>
            <p:nvPr/>
          </p:nvSpPr>
          <p:spPr>
            <a:xfrm>
              <a:off x="8343900" y="49911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Reset the date at steering</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name="source-481">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CUTOVER RUNBOOK</a:t>
            </a:r>
            <a:endParaRPr lang="en-US" sz="1000" spc="80" kern="0" b="0" i="0" dirty="0">
              <a:solidFill>
                <a:srgbClr val="0047FF"/>
              </a:solidFill>
              <a:latin typeface="IBM Plex Mono SemiBold"/>
              <a:ea typeface="IBM Plex Mono SemiBold"/>
              <a:cs typeface="IBM Plex Mono SemiBold"/>
            </a:endParaRPr>
          </a:p>
        </p:txBody>
      </p:sp>
      <p:pic>
        <p:nvPicPr>
          <p:cNvPr id="4" name="title.mark-002-001" descr="underscore; canonical SHA256=49d5a97f776a33dcf11e794bad153776f1f33cf3747f42e2c277857faa224278; resolved ink=070154">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701611" y="1078992"/>
            <a:ext cx="1055965" cy="95266"/>
          </a:xfrm>
          <a:prstGeom prst="rect">
            <a:avLst/>
          </a:prstGeom>
        </p:spPr>
      </p:pic>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 xml:space="preserve">Steps 1 to 4 lock the legacy ledger and </a:t>
            </a:r>
            <a:r>
              <a:rPr lang="en-US" sz="3200" spc="-64" kern="0" b="0" i="0" dirty="0">
                <a:solidFill>
                  <a:srgbClr val="070154"/>
                </a:solidFill>
                <a:latin typeface="IBM Plex Sans SemiBold"/>
                <a:ea typeface="IBM Plex Sans SemiBold"/>
                <a:cs typeface="IBM Plex Sans SemiBold"/>
              </a:rPr>
              <a:t xml:space="preserve">move</a:t>
            </a:r>
            <a:r>
              <a:rPr lang="en-US" sz="3200" spc="-64" kern="0" b="0" i="0" dirty="0">
                <a:solidFill>
                  <a:srgbClr val="070154"/>
                </a:solidFill>
                <a:latin typeface="IBM Plex Sans SemiBold"/>
                <a:ea typeface="IBM Plex Sans SemiBold"/>
                <a:cs typeface="IBM Plex Sans SemiBold"/>
              </a:rPr>
              <a:t xml:space="preserve"> its balances</a:t>
            </a:r>
            <a:endParaRPr lang="en-US" sz="3200" spc="-64" kern="0" b="0" i="0" dirty="0">
              <a:solidFill>
                <a:srgbClr val="070154"/>
              </a:solidFill>
              <a:latin typeface="IBM Plex Sans SemiBold"/>
              <a:ea typeface="IBM Plex Sans SemiBold"/>
              <a:cs typeface="IBM Plex Sans SemiBold"/>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156</a:t>
            </a:fld>
            <a:endParaRPr lang="en-US" sz="700" spc="0" kern="0" b="0" i="0" dirty="0">
              <a:solidFill>
                <a:srgbClr val="070154"/>
              </a:solidFill>
              <a:latin typeface="IBM Plex Mono SemiBold"/>
              <a:ea typeface="IBM Plex Mono SemiBold"/>
              <a:cs typeface="IBM Plex Mono SemiBold"/>
            </a:endParaRPr>
          </a:p>
        </p:txBody>
      </p:sp>
      <p:grpSp>
        <p:nvGrpSpPr>
          <p:cNvPr id="50" name="node01"/>
          <p:cNvGrpSpPr/>
          <p:nvPr/>
        </p:nvGrpSpPr>
        <p:grpSpPr>
          <a:xfrm>
            <a:off x="723900" y="1714500"/>
            <a:ext cx="3429000" cy="381000"/>
            <a:chOff x="723900" y="1714500"/>
            <a:chExt cx="3429000" cy="381000"/>
          </a:xfrm>
        </p:grpSpPr>
        <p:sp>
          <p:nvSpPr>
            <p:cNvPr id="7" name="node01.number"/>
            <p:cNvSpPr/>
            <p:nvPr/>
          </p:nvSpPr>
          <p:spPr>
            <a:xfrm>
              <a:off x="723900" y="1778508"/>
              <a:ext cx="137795"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1</a:t>
              </a:r>
              <a:endParaRPr lang="en-US" sz="1800" spc="0" kern="0" b="0" i="0" dirty="0">
                <a:solidFill>
                  <a:srgbClr val="0047FF"/>
                </a:solidFill>
                <a:latin typeface="IBM Plex Mono SemiBold"/>
                <a:ea typeface="IBM Plex Mono SemiBold"/>
                <a:cs typeface="IBM Plex Mono SemiBold"/>
              </a:endParaRPr>
            </a:p>
          </p:txBody>
        </p:sp>
        <p:sp>
          <p:nvSpPr>
            <p:cNvPr id="8" name="node01.text"/>
            <p:cNvSpPr/>
            <p:nvPr/>
          </p:nvSpPr>
          <p:spPr>
            <a:xfrm>
              <a:off x="974725" y="1714500"/>
              <a:ext cx="3178175" cy="3810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Freeze legacy postings</a:t>
              </a:r>
              <a:endParaRPr lang="en-US" sz="2400" spc="-36" kern="0" b="0" i="0" dirty="0">
                <a:solidFill>
                  <a:srgbClr val="070154"/>
                </a:solidFill>
                <a:latin typeface="IBM Plex Sans SemiBold"/>
                <a:ea typeface="IBM Plex Sans SemiBold"/>
                <a:cs typeface="IBM Plex Sans SemiBold"/>
              </a:endParaRPr>
            </a:p>
          </p:txBody>
        </p:sp>
      </p:grpSp>
      <p:grpSp>
        <p:nvGrpSpPr>
          <p:cNvPr id="51" name="node02"/>
          <p:cNvGrpSpPr/>
          <p:nvPr/>
        </p:nvGrpSpPr>
        <p:grpSpPr>
          <a:xfrm>
            <a:off x="4381500" y="1676400"/>
            <a:ext cx="4343400" cy="762000"/>
            <a:chOff x="4381500" y="1676400"/>
            <a:chExt cx="4343400" cy="762000"/>
          </a:xfrm>
        </p:grpSpPr>
        <p:sp>
          <p:nvSpPr>
            <p:cNvPr id="9" name="node02.source-001.bullet"/>
            <p:cNvSpPr/>
            <p:nvPr/>
          </p:nvSpPr>
          <p:spPr>
            <a:xfrm>
              <a:off x="4381500" y="1765300"/>
              <a:ext cx="38100" cy="38100"/>
            </a:xfrm>
            <a:prstGeom prst="rect">
              <a:avLst/>
            </a:prstGeom>
            <a:solidFill>
              <a:srgbClr val="070154"/>
            </a:solidFill>
            <a:ln>
              <a:noFill/>
            </a:ln>
          </p:spPr>
        </p:sp>
        <p:sp>
          <p:nvSpPr>
            <p:cNvPr id="10" name="node02.source-001.text"/>
            <p:cNvSpPr/>
            <p:nvPr/>
          </p:nvSpPr>
          <p:spPr>
            <a:xfrm>
              <a:off x="4533900" y="1676400"/>
              <a:ext cx="4191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Close open batches</a:t>
              </a:r>
              <a:endParaRPr lang="en-US" sz="1200" spc="0" kern="0" b="0" i="0" dirty="0">
                <a:solidFill>
                  <a:srgbClr val="070154"/>
                </a:solidFill>
                <a:latin typeface="IBM Plex Sans"/>
                <a:ea typeface="IBM Plex Sans"/>
                <a:cs typeface="IBM Plex Sans"/>
              </a:endParaRPr>
            </a:p>
          </p:txBody>
        </p:sp>
        <p:sp>
          <p:nvSpPr>
            <p:cNvPr id="11" name="node02.source-002.bullet"/>
            <p:cNvSpPr/>
            <p:nvPr/>
          </p:nvSpPr>
          <p:spPr>
            <a:xfrm>
              <a:off x="4381500" y="2032000"/>
              <a:ext cx="38100" cy="38100"/>
            </a:xfrm>
            <a:prstGeom prst="rect">
              <a:avLst/>
            </a:prstGeom>
            <a:solidFill>
              <a:srgbClr val="070154"/>
            </a:solidFill>
            <a:ln>
              <a:noFill/>
            </a:ln>
          </p:spPr>
        </p:sp>
        <p:sp>
          <p:nvSpPr>
            <p:cNvPr id="12" name="node02.source-002.text"/>
            <p:cNvSpPr/>
            <p:nvPr/>
          </p:nvSpPr>
          <p:spPr>
            <a:xfrm>
              <a:off x="4533900" y="1943100"/>
              <a:ext cx="4191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Lock subledgers</a:t>
              </a:r>
              <a:endParaRPr lang="en-US" sz="1200" spc="0" kern="0" b="0" i="0" dirty="0">
                <a:solidFill>
                  <a:srgbClr val="070154"/>
                </a:solidFill>
                <a:latin typeface="IBM Plex Sans"/>
                <a:ea typeface="IBM Plex Sans"/>
                <a:cs typeface="IBM Plex Sans"/>
              </a:endParaRPr>
            </a:p>
          </p:txBody>
        </p:sp>
        <p:sp>
          <p:nvSpPr>
            <p:cNvPr id="13" name="node02.source-003.bullet"/>
            <p:cNvSpPr/>
            <p:nvPr/>
          </p:nvSpPr>
          <p:spPr>
            <a:xfrm>
              <a:off x="4381500" y="2298700"/>
              <a:ext cx="38100" cy="38100"/>
            </a:xfrm>
            <a:prstGeom prst="rect">
              <a:avLst/>
            </a:prstGeom>
            <a:solidFill>
              <a:srgbClr val="070154"/>
            </a:solidFill>
            <a:ln>
              <a:noFill/>
            </a:ln>
          </p:spPr>
        </p:sp>
        <p:sp>
          <p:nvSpPr>
            <p:cNvPr id="14" name="node02.source-003.text"/>
            <p:cNvSpPr/>
            <p:nvPr/>
          </p:nvSpPr>
          <p:spPr>
            <a:xfrm>
              <a:off x="4533900" y="2209800"/>
              <a:ext cx="4191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Publish the freeze notice</a:t>
              </a:r>
              <a:endParaRPr lang="en-US" sz="1200" spc="0" kern="0" b="0" i="0" dirty="0">
                <a:solidFill>
                  <a:srgbClr val="070154"/>
                </a:solidFill>
                <a:latin typeface="IBM Plex Sans"/>
                <a:ea typeface="IBM Plex Sans"/>
                <a:cs typeface="IBM Plex Sans"/>
              </a:endParaRPr>
            </a:p>
          </p:txBody>
        </p:sp>
      </p:grpSp>
      <p:grpSp>
        <p:nvGrpSpPr>
          <p:cNvPr id="52" name="node03"/>
          <p:cNvGrpSpPr/>
          <p:nvPr/>
        </p:nvGrpSpPr>
        <p:grpSpPr>
          <a:xfrm>
            <a:off x="8953500" y="1714500"/>
            <a:ext cx="2514600" cy="228600"/>
            <a:chOff x="8953500" y="1714500"/>
            <a:chExt cx="2514600" cy="228600"/>
          </a:xfrm>
        </p:grpSpPr>
        <p:sp>
          <p:nvSpPr>
            <p:cNvPr id="15" name="node03.text"/>
            <p:cNvSpPr/>
            <p:nvPr/>
          </p:nvSpPr>
          <p:spPr>
            <a:xfrm>
              <a:off x="8953500" y="1714500"/>
              <a:ext cx="2514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Owner: Controller</a:t>
              </a:r>
              <a:endParaRPr lang="en-US" sz="1200" spc="0" kern="0" b="0" i="0" dirty="0">
                <a:solidFill>
                  <a:srgbClr val="070154"/>
                </a:solidFill>
                <a:latin typeface="IBM Plex Sans"/>
                <a:ea typeface="IBM Plex Sans"/>
                <a:cs typeface="IBM Plex Sans"/>
              </a:endParaRPr>
            </a:p>
          </p:txBody>
        </p:sp>
      </p:grpSp>
      <p:grpSp>
        <p:nvGrpSpPr>
          <p:cNvPr id="53" name="node04"/>
          <p:cNvGrpSpPr/>
          <p:nvPr/>
        </p:nvGrpSpPr>
        <p:grpSpPr>
          <a:xfrm>
            <a:off x="8953500" y="1943100"/>
            <a:ext cx="2514600" cy="228600"/>
            <a:chOff x="8953500" y="1943100"/>
            <a:chExt cx="2514600" cy="228600"/>
          </a:xfrm>
        </p:grpSpPr>
        <p:sp>
          <p:nvSpPr>
            <p:cNvPr id="16" name="node04.text"/>
            <p:cNvSpPr/>
            <p:nvPr/>
          </p:nvSpPr>
          <p:spPr>
            <a:xfrm>
              <a:off x="8953500" y="1943100"/>
              <a:ext cx="2514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Fri 18:00 · 30m</a:t>
              </a:r>
              <a:endParaRPr lang="en-US" sz="1200" spc="0" kern="0" b="0" i="0" dirty="0">
                <a:solidFill>
                  <a:srgbClr val="50658E"/>
                </a:solidFill>
                <a:latin typeface="IBM Plex Sans"/>
                <a:ea typeface="IBM Plex Sans"/>
                <a:cs typeface="IBM Plex Sans"/>
              </a:endParaRPr>
            </a:p>
          </p:txBody>
        </p:sp>
      </p:grpSp>
      <p:sp>
        <p:nvSpPr>
          <p:cNvPr id="17" name="node05"/>
          <p:cNvSpPr/>
          <p:nvPr/>
        </p:nvSpPr>
        <p:spPr>
          <a:xfrm>
            <a:off x="723900" y="2514600"/>
            <a:ext cx="10744200" cy="9525"/>
          </a:xfrm>
          <a:prstGeom prst="rect">
            <a:avLst/>
          </a:prstGeom>
          <a:solidFill>
            <a:srgbClr val="CED7E6"/>
          </a:solidFill>
          <a:ln>
            <a:noFill/>
          </a:ln>
        </p:spPr>
      </p:sp>
      <p:grpSp>
        <p:nvGrpSpPr>
          <p:cNvPr id="54" name="node06"/>
          <p:cNvGrpSpPr/>
          <p:nvPr/>
        </p:nvGrpSpPr>
        <p:grpSpPr>
          <a:xfrm>
            <a:off x="723900" y="2628900"/>
            <a:ext cx="3429000" cy="381000"/>
            <a:chOff x="723900" y="2628900"/>
            <a:chExt cx="3429000" cy="381000"/>
          </a:xfrm>
        </p:grpSpPr>
        <p:sp>
          <p:nvSpPr>
            <p:cNvPr id="18" name="node06.number"/>
            <p:cNvSpPr/>
            <p:nvPr/>
          </p:nvSpPr>
          <p:spPr>
            <a:xfrm>
              <a:off x="723900" y="2692908"/>
              <a:ext cx="137795"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2</a:t>
              </a:r>
              <a:endParaRPr lang="en-US" sz="1800" spc="0" kern="0" b="0" i="0" dirty="0">
                <a:solidFill>
                  <a:srgbClr val="0047FF"/>
                </a:solidFill>
                <a:latin typeface="IBM Plex Mono SemiBold"/>
                <a:ea typeface="IBM Plex Mono SemiBold"/>
                <a:cs typeface="IBM Plex Mono SemiBold"/>
              </a:endParaRPr>
            </a:p>
          </p:txBody>
        </p:sp>
        <p:sp>
          <p:nvSpPr>
            <p:cNvPr id="19" name="node06.text"/>
            <p:cNvSpPr/>
            <p:nvPr/>
          </p:nvSpPr>
          <p:spPr>
            <a:xfrm>
              <a:off x="974725" y="2628900"/>
              <a:ext cx="3178175" cy="3810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Take the final backup</a:t>
              </a:r>
              <a:endParaRPr lang="en-US" sz="2400" spc="-36" kern="0" b="0" i="0" dirty="0">
                <a:solidFill>
                  <a:srgbClr val="070154"/>
                </a:solidFill>
                <a:latin typeface="IBM Plex Sans SemiBold"/>
                <a:ea typeface="IBM Plex Sans SemiBold"/>
                <a:cs typeface="IBM Plex Sans SemiBold"/>
              </a:endParaRPr>
            </a:p>
          </p:txBody>
        </p:sp>
      </p:grpSp>
      <p:grpSp>
        <p:nvGrpSpPr>
          <p:cNvPr id="55" name="node07"/>
          <p:cNvGrpSpPr/>
          <p:nvPr/>
        </p:nvGrpSpPr>
        <p:grpSpPr>
          <a:xfrm>
            <a:off x="4381500" y="2590800"/>
            <a:ext cx="4343400" cy="495300"/>
            <a:chOff x="4381500" y="2590800"/>
            <a:chExt cx="4343400" cy="495300"/>
          </a:xfrm>
        </p:grpSpPr>
        <p:sp>
          <p:nvSpPr>
            <p:cNvPr id="20" name="node07.source-001.bullet"/>
            <p:cNvSpPr/>
            <p:nvPr/>
          </p:nvSpPr>
          <p:spPr>
            <a:xfrm>
              <a:off x="4381500" y="2679700"/>
              <a:ext cx="38100" cy="38100"/>
            </a:xfrm>
            <a:prstGeom prst="rect">
              <a:avLst/>
            </a:prstGeom>
            <a:solidFill>
              <a:srgbClr val="070154"/>
            </a:solidFill>
            <a:ln>
              <a:noFill/>
            </a:ln>
          </p:spPr>
        </p:sp>
        <p:sp>
          <p:nvSpPr>
            <p:cNvPr id="21" name="node07.source-001.text"/>
            <p:cNvSpPr/>
            <p:nvPr/>
          </p:nvSpPr>
          <p:spPr>
            <a:xfrm>
              <a:off x="4533900" y="2590800"/>
              <a:ext cx="4191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Snapshot the legacy ledger</a:t>
              </a:r>
              <a:endParaRPr lang="en-US" sz="1200" spc="0" kern="0" b="0" i="0" dirty="0">
                <a:solidFill>
                  <a:srgbClr val="070154"/>
                </a:solidFill>
                <a:latin typeface="IBM Plex Sans"/>
                <a:ea typeface="IBM Plex Sans"/>
                <a:cs typeface="IBM Plex Sans"/>
              </a:endParaRPr>
            </a:p>
          </p:txBody>
        </p:sp>
        <p:sp>
          <p:nvSpPr>
            <p:cNvPr id="22" name="node07.source-002.bullet"/>
            <p:cNvSpPr/>
            <p:nvPr/>
          </p:nvSpPr>
          <p:spPr>
            <a:xfrm>
              <a:off x="4381500" y="2946400"/>
              <a:ext cx="38100" cy="38100"/>
            </a:xfrm>
            <a:prstGeom prst="rect">
              <a:avLst/>
            </a:prstGeom>
            <a:solidFill>
              <a:srgbClr val="070154"/>
            </a:solidFill>
            <a:ln>
              <a:noFill/>
            </a:ln>
          </p:spPr>
        </p:sp>
        <p:sp>
          <p:nvSpPr>
            <p:cNvPr id="23" name="node07.source-002.text"/>
            <p:cNvSpPr/>
            <p:nvPr/>
          </p:nvSpPr>
          <p:spPr>
            <a:xfrm>
              <a:off x="4533900" y="2857500"/>
              <a:ext cx="4191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Verify checksums</a:t>
              </a:r>
              <a:endParaRPr lang="en-US" sz="1200" spc="0" kern="0" b="0" i="0" dirty="0">
                <a:solidFill>
                  <a:srgbClr val="070154"/>
                </a:solidFill>
                <a:latin typeface="IBM Plex Sans"/>
                <a:ea typeface="IBM Plex Sans"/>
                <a:cs typeface="IBM Plex Sans"/>
              </a:endParaRPr>
            </a:p>
          </p:txBody>
        </p:sp>
      </p:grpSp>
      <p:grpSp>
        <p:nvGrpSpPr>
          <p:cNvPr id="56" name="node08"/>
          <p:cNvGrpSpPr/>
          <p:nvPr/>
        </p:nvGrpSpPr>
        <p:grpSpPr>
          <a:xfrm>
            <a:off x="8953500" y="2628900"/>
            <a:ext cx="2514600" cy="228600"/>
            <a:chOff x="8953500" y="2628900"/>
            <a:chExt cx="2514600" cy="228600"/>
          </a:xfrm>
        </p:grpSpPr>
        <p:sp>
          <p:nvSpPr>
            <p:cNvPr id="24" name="node08.text"/>
            <p:cNvSpPr/>
            <p:nvPr/>
          </p:nvSpPr>
          <p:spPr>
            <a:xfrm>
              <a:off x="8953500" y="2628900"/>
              <a:ext cx="2514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Owner: Finance IT</a:t>
              </a:r>
              <a:endParaRPr lang="en-US" sz="1200" spc="0" kern="0" b="0" i="0" dirty="0">
                <a:solidFill>
                  <a:srgbClr val="070154"/>
                </a:solidFill>
                <a:latin typeface="IBM Plex Sans"/>
                <a:ea typeface="IBM Plex Sans"/>
                <a:cs typeface="IBM Plex Sans"/>
              </a:endParaRPr>
            </a:p>
          </p:txBody>
        </p:sp>
      </p:grpSp>
      <p:grpSp>
        <p:nvGrpSpPr>
          <p:cNvPr id="57" name="node09"/>
          <p:cNvGrpSpPr/>
          <p:nvPr/>
        </p:nvGrpSpPr>
        <p:grpSpPr>
          <a:xfrm>
            <a:off x="8953500" y="2857500"/>
            <a:ext cx="2514600" cy="228600"/>
            <a:chOff x="8953500" y="2857500"/>
            <a:chExt cx="2514600" cy="228600"/>
          </a:xfrm>
        </p:grpSpPr>
        <p:sp>
          <p:nvSpPr>
            <p:cNvPr id="25" name="node09.text"/>
            <p:cNvSpPr/>
            <p:nvPr/>
          </p:nvSpPr>
          <p:spPr>
            <a:xfrm>
              <a:off x="8953500" y="2857500"/>
              <a:ext cx="2514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Fri 18:30 · 1h</a:t>
              </a:r>
              <a:endParaRPr lang="en-US" sz="1200" spc="0" kern="0" b="0" i="0" dirty="0">
                <a:solidFill>
                  <a:srgbClr val="50658E"/>
                </a:solidFill>
                <a:latin typeface="IBM Plex Sans"/>
                <a:ea typeface="IBM Plex Sans"/>
                <a:cs typeface="IBM Plex Sans"/>
              </a:endParaRPr>
            </a:p>
          </p:txBody>
        </p:sp>
      </p:grpSp>
      <p:sp>
        <p:nvSpPr>
          <p:cNvPr id="26" name="node10"/>
          <p:cNvSpPr/>
          <p:nvPr/>
        </p:nvSpPr>
        <p:spPr>
          <a:xfrm>
            <a:off x="723900" y="3429000"/>
            <a:ext cx="10744200" cy="9525"/>
          </a:xfrm>
          <a:prstGeom prst="rect">
            <a:avLst/>
          </a:prstGeom>
          <a:solidFill>
            <a:srgbClr val="CED7E6"/>
          </a:solidFill>
          <a:ln>
            <a:noFill/>
          </a:ln>
        </p:spPr>
      </p:sp>
      <p:grpSp>
        <p:nvGrpSpPr>
          <p:cNvPr id="58" name="node11"/>
          <p:cNvGrpSpPr/>
          <p:nvPr/>
        </p:nvGrpSpPr>
        <p:grpSpPr>
          <a:xfrm>
            <a:off x="723900" y="3543300"/>
            <a:ext cx="3429000" cy="381000"/>
            <a:chOff x="723900" y="3543300"/>
            <a:chExt cx="3429000" cy="381000"/>
          </a:xfrm>
        </p:grpSpPr>
        <p:sp>
          <p:nvSpPr>
            <p:cNvPr id="27" name="node11.number"/>
            <p:cNvSpPr/>
            <p:nvPr/>
          </p:nvSpPr>
          <p:spPr>
            <a:xfrm>
              <a:off x="723900" y="3607308"/>
              <a:ext cx="137795"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3</a:t>
              </a:r>
              <a:endParaRPr lang="en-US" sz="1800" spc="0" kern="0" b="0" i="0" dirty="0">
                <a:solidFill>
                  <a:srgbClr val="0047FF"/>
                </a:solidFill>
                <a:latin typeface="IBM Plex Mono SemiBold"/>
                <a:ea typeface="IBM Plex Mono SemiBold"/>
                <a:cs typeface="IBM Plex Mono SemiBold"/>
              </a:endParaRPr>
            </a:p>
          </p:txBody>
        </p:sp>
        <p:sp>
          <p:nvSpPr>
            <p:cNvPr id="28" name="node11.text"/>
            <p:cNvSpPr/>
            <p:nvPr/>
          </p:nvSpPr>
          <p:spPr>
            <a:xfrm>
              <a:off x="974725" y="3543300"/>
              <a:ext cx="3178175" cy="3810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Extract open balances</a:t>
              </a:r>
              <a:endParaRPr lang="en-US" sz="2400" spc="-36" kern="0" b="0" i="0" dirty="0">
                <a:solidFill>
                  <a:srgbClr val="070154"/>
                </a:solidFill>
                <a:latin typeface="IBM Plex Sans SemiBold"/>
                <a:ea typeface="IBM Plex Sans SemiBold"/>
                <a:cs typeface="IBM Plex Sans SemiBold"/>
              </a:endParaRPr>
            </a:p>
          </p:txBody>
        </p:sp>
      </p:grpSp>
      <p:grpSp>
        <p:nvGrpSpPr>
          <p:cNvPr id="59" name="node12"/>
          <p:cNvGrpSpPr/>
          <p:nvPr/>
        </p:nvGrpSpPr>
        <p:grpSpPr>
          <a:xfrm>
            <a:off x="4381500" y="3505200"/>
            <a:ext cx="4343400" cy="762000"/>
            <a:chOff x="4381500" y="3505200"/>
            <a:chExt cx="4343400" cy="762000"/>
          </a:xfrm>
        </p:grpSpPr>
        <p:sp>
          <p:nvSpPr>
            <p:cNvPr id="29" name="node12.source-001.bullet"/>
            <p:cNvSpPr/>
            <p:nvPr/>
          </p:nvSpPr>
          <p:spPr>
            <a:xfrm>
              <a:off x="4381500" y="3594100"/>
              <a:ext cx="38100" cy="38100"/>
            </a:xfrm>
            <a:prstGeom prst="rect">
              <a:avLst/>
            </a:prstGeom>
            <a:solidFill>
              <a:srgbClr val="070154"/>
            </a:solidFill>
            <a:ln>
              <a:noFill/>
            </a:ln>
          </p:spPr>
        </p:sp>
        <p:sp>
          <p:nvSpPr>
            <p:cNvPr id="30" name="node12.source-001.text"/>
            <p:cNvSpPr/>
            <p:nvPr/>
          </p:nvSpPr>
          <p:spPr>
            <a:xfrm>
              <a:off x="4533900" y="3505200"/>
              <a:ext cx="4191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Run the extract jobs</a:t>
              </a:r>
              <a:endParaRPr lang="en-US" sz="1200" spc="0" kern="0" b="0" i="0" dirty="0">
                <a:solidFill>
                  <a:srgbClr val="070154"/>
                </a:solidFill>
                <a:latin typeface="IBM Plex Sans"/>
                <a:ea typeface="IBM Plex Sans"/>
                <a:cs typeface="IBM Plex Sans"/>
              </a:endParaRPr>
            </a:p>
          </p:txBody>
        </p:sp>
        <p:sp>
          <p:nvSpPr>
            <p:cNvPr id="31" name="node12.source-002.bullet"/>
            <p:cNvSpPr/>
            <p:nvPr/>
          </p:nvSpPr>
          <p:spPr>
            <a:xfrm>
              <a:off x="4381500" y="3860800"/>
              <a:ext cx="38100" cy="38100"/>
            </a:xfrm>
            <a:prstGeom prst="rect">
              <a:avLst/>
            </a:prstGeom>
            <a:solidFill>
              <a:srgbClr val="070154"/>
            </a:solidFill>
            <a:ln>
              <a:noFill/>
            </a:ln>
          </p:spPr>
        </p:sp>
        <p:sp>
          <p:nvSpPr>
            <p:cNvPr id="32" name="node12.source-002.text"/>
            <p:cNvSpPr/>
            <p:nvPr/>
          </p:nvSpPr>
          <p:spPr>
            <a:xfrm>
              <a:off x="4533900" y="3771900"/>
              <a:ext cx="4191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Tie to the trial balance</a:t>
              </a:r>
              <a:endParaRPr lang="en-US" sz="1200" spc="0" kern="0" b="0" i="0" dirty="0">
                <a:solidFill>
                  <a:srgbClr val="070154"/>
                </a:solidFill>
                <a:latin typeface="IBM Plex Sans"/>
                <a:ea typeface="IBM Plex Sans"/>
                <a:cs typeface="IBM Plex Sans"/>
              </a:endParaRPr>
            </a:p>
          </p:txBody>
        </p:sp>
        <p:sp>
          <p:nvSpPr>
            <p:cNvPr id="33" name="node12.source-003.bullet"/>
            <p:cNvSpPr/>
            <p:nvPr/>
          </p:nvSpPr>
          <p:spPr>
            <a:xfrm>
              <a:off x="4381500" y="4127500"/>
              <a:ext cx="38100" cy="38100"/>
            </a:xfrm>
            <a:prstGeom prst="rect">
              <a:avLst/>
            </a:prstGeom>
            <a:solidFill>
              <a:srgbClr val="070154"/>
            </a:solidFill>
            <a:ln>
              <a:noFill/>
            </a:ln>
          </p:spPr>
        </p:sp>
        <p:sp>
          <p:nvSpPr>
            <p:cNvPr id="34" name="node12.source-003.text"/>
            <p:cNvSpPr/>
            <p:nvPr/>
          </p:nvSpPr>
          <p:spPr>
            <a:xfrm>
              <a:off x="4533900" y="4038600"/>
              <a:ext cx="4191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Log variances</a:t>
              </a:r>
              <a:endParaRPr lang="en-US" sz="1200" spc="0" kern="0" b="0" i="0" dirty="0">
                <a:solidFill>
                  <a:srgbClr val="070154"/>
                </a:solidFill>
                <a:latin typeface="IBM Plex Sans"/>
                <a:ea typeface="IBM Plex Sans"/>
                <a:cs typeface="IBM Plex Sans"/>
              </a:endParaRPr>
            </a:p>
          </p:txBody>
        </p:sp>
      </p:grpSp>
      <p:grpSp>
        <p:nvGrpSpPr>
          <p:cNvPr id="60" name="node13"/>
          <p:cNvGrpSpPr/>
          <p:nvPr/>
        </p:nvGrpSpPr>
        <p:grpSpPr>
          <a:xfrm>
            <a:off x="8953500" y="3543300"/>
            <a:ext cx="2514600" cy="228600"/>
            <a:chOff x="8953500" y="3543300"/>
            <a:chExt cx="2514600" cy="228600"/>
          </a:xfrm>
        </p:grpSpPr>
        <p:sp>
          <p:nvSpPr>
            <p:cNvPr id="35" name="node13.text"/>
            <p:cNvSpPr/>
            <p:nvPr/>
          </p:nvSpPr>
          <p:spPr>
            <a:xfrm>
              <a:off x="8953500" y="3543300"/>
              <a:ext cx="2514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Owner: Data lead</a:t>
              </a:r>
              <a:endParaRPr lang="en-US" sz="1200" spc="0" kern="0" b="0" i="0" dirty="0">
                <a:solidFill>
                  <a:srgbClr val="070154"/>
                </a:solidFill>
                <a:latin typeface="IBM Plex Sans"/>
                <a:ea typeface="IBM Plex Sans"/>
                <a:cs typeface="IBM Plex Sans"/>
              </a:endParaRPr>
            </a:p>
          </p:txBody>
        </p:sp>
      </p:grpSp>
      <p:grpSp>
        <p:nvGrpSpPr>
          <p:cNvPr id="61" name="node14"/>
          <p:cNvGrpSpPr/>
          <p:nvPr/>
        </p:nvGrpSpPr>
        <p:grpSpPr>
          <a:xfrm>
            <a:off x="8953500" y="3771900"/>
            <a:ext cx="2514600" cy="228600"/>
            <a:chOff x="8953500" y="3771900"/>
            <a:chExt cx="2514600" cy="228600"/>
          </a:xfrm>
        </p:grpSpPr>
        <p:sp>
          <p:nvSpPr>
            <p:cNvPr id="36" name="node14.text"/>
            <p:cNvSpPr/>
            <p:nvPr/>
          </p:nvSpPr>
          <p:spPr>
            <a:xfrm>
              <a:off x="8953500" y="3771900"/>
              <a:ext cx="2514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Fri 19:30 · 3h</a:t>
              </a:r>
              <a:endParaRPr lang="en-US" sz="1200" spc="0" kern="0" b="0" i="0" dirty="0">
                <a:solidFill>
                  <a:srgbClr val="50658E"/>
                </a:solidFill>
                <a:latin typeface="IBM Plex Sans"/>
                <a:ea typeface="IBM Plex Sans"/>
                <a:cs typeface="IBM Plex Sans"/>
              </a:endParaRPr>
            </a:p>
          </p:txBody>
        </p:sp>
      </p:grpSp>
      <p:sp>
        <p:nvSpPr>
          <p:cNvPr id="37" name="node15"/>
          <p:cNvSpPr/>
          <p:nvPr/>
        </p:nvSpPr>
        <p:spPr>
          <a:xfrm>
            <a:off x="723900" y="4343400"/>
            <a:ext cx="10744200" cy="9525"/>
          </a:xfrm>
          <a:prstGeom prst="rect">
            <a:avLst/>
          </a:prstGeom>
          <a:solidFill>
            <a:srgbClr val="CED7E6"/>
          </a:solidFill>
          <a:ln>
            <a:noFill/>
          </a:ln>
        </p:spPr>
      </p:sp>
      <p:grpSp>
        <p:nvGrpSpPr>
          <p:cNvPr id="62" name="node16"/>
          <p:cNvGrpSpPr/>
          <p:nvPr/>
        </p:nvGrpSpPr>
        <p:grpSpPr>
          <a:xfrm>
            <a:off x="723900" y="4457700"/>
            <a:ext cx="3429000" cy="381000"/>
            <a:chOff x="723900" y="4457700"/>
            <a:chExt cx="3429000" cy="381000"/>
          </a:xfrm>
        </p:grpSpPr>
        <p:sp>
          <p:nvSpPr>
            <p:cNvPr id="38" name="node16.number"/>
            <p:cNvSpPr/>
            <p:nvPr/>
          </p:nvSpPr>
          <p:spPr>
            <a:xfrm>
              <a:off x="723900" y="4521708"/>
              <a:ext cx="137795"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4</a:t>
              </a:r>
              <a:endParaRPr lang="en-US" sz="1800" spc="0" kern="0" b="0" i="0" dirty="0">
                <a:solidFill>
                  <a:srgbClr val="0047FF"/>
                </a:solidFill>
                <a:latin typeface="IBM Plex Mono SemiBold"/>
                <a:ea typeface="IBM Plex Mono SemiBold"/>
                <a:cs typeface="IBM Plex Mono SemiBold"/>
              </a:endParaRPr>
            </a:p>
          </p:txBody>
        </p:sp>
        <p:sp>
          <p:nvSpPr>
            <p:cNvPr id="39" name="node16.text"/>
            <p:cNvSpPr/>
            <p:nvPr/>
          </p:nvSpPr>
          <p:spPr>
            <a:xfrm>
              <a:off x="974725" y="4457700"/>
              <a:ext cx="3178175" cy="3810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Load the new ledger</a:t>
              </a:r>
              <a:endParaRPr lang="en-US" sz="2400" spc="-36" kern="0" b="0" i="0" dirty="0">
                <a:solidFill>
                  <a:srgbClr val="070154"/>
                </a:solidFill>
                <a:latin typeface="IBM Plex Sans SemiBold"/>
                <a:ea typeface="IBM Plex Sans SemiBold"/>
                <a:cs typeface="IBM Plex Sans SemiBold"/>
              </a:endParaRPr>
            </a:p>
          </p:txBody>
        </p:sp>
      </p:grpSp>
      <p:grpSp>
        <p:nvGrpSpPr>
          <p:cNvPr id="63" name="node17"/>
          <p:cNvGrpSpPr/>
          <p:nvPr/>
        </p:nvGrpSpPr>
        <p:grpSpPr>
          <a:xfrm>
            <a:off x="4381500" y="4419600"/>
            <a:ext cx="4343400" cy="762000"/>
            <a:chOff x="4381500" y="4419600"/>
            <a:chExt cx="4343400" cy="762000"/>
          </a:xfrm>
        </p:grpSpPr>
        <p:sp>
          <p:nvSpPr>
            <p:cNvPr id="40" name="node17.source-001.bullet"/>
            <p:cNvSpPr/>
            <p:nvPr/>
          </p:nvSpPr>
          <p:spPr>
            <a:xfrm>
              <a:off x="4381500" y="4508500"/>
              <a:ext cx="38100" cy="38100"/>
            </a:xfrm>
            <a:prstGeom prst="rect">
              <a:avLst/>
            </a:prstGeom>
            <a:solidFill>
              <a:srgbClr val="070154"/>
            </a:solidFill>
            <a:ln>
              <a:noFill/>
            </a:ln>
          </p:spPr>
        </p:sp>
        <p:sp>
          <p:nvSpPr>
            <p:cNvPr id="41" name="node17.source-001.text"/>
            <p:cNvSpPr/>
            <p:nvPr/>
          </p:nvSpPr>
          <p:spPr>
            <a:xfrm>
              <a:off x="4533900" y="4419600"/>
              <a:ext cx="4191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Load by entity</a:t>
              </a:r>
              <a:endParaRPr lang="en-US" sz="1200" spc="0" kern="0" b="0" i="0" dirty="0">
                <a:solidFill>
                  <a:srgbClr val="070154"/>
                </a:solidFill>
                <a:latin typeface="IBM Plex Sans"/>
                <a:ea typeface="IBM Plex Sans"/>
                <a:cs typeface="IBM Plex Sans"/>
              </a:endParaRPr>
            </a:p>
          </p:txBody>
        </p:sp>
        <p:sp>
          <p:nvSpPr>
            <p:cNvPr id="42" name="node17.source-002.bullet"/>
            <p:cNvSpPr/>
            <p:nvPr/>
          </p:nvSpPr>
          <p:spPr>
            <a:xfrm>
              <a:off x="4381500" y="4775200"/>
              <a:ext cx="38100" cy="38100"/>
            </a:xfrm>
            <a:prstGeom prst="rect">
              <a:avLst/>
            </a:prstGeom>
            <a:solidFill>
              <a:srgbClr val="070154"/>
            </a:solidFill>
            <a:ln>
              <a:noFill/>
            </a:ln>
          </p:spPr>
        </p:sp>
        <p:sp>
          <p:nvSpPr>
            <p:cNvPr id="43" name="node17.source-002.text"/>
            <p:cNvSpPr/>
            <p:nvPr/>
          </p:nvSpPr>
          <p:spPr>
            <a:xfrm>
              <a:off x="4533900" y="4686300"/>
              <a:ext cx="4191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Check counts and totals</a:t>
              </a:r>
              <a:endParaRPr lang="en-US" sz="1200" spc="0" kern="0" b="0" i="0" dirty="0">
                <a:solidFill>
                  <a:srgbClr val="070154"/>
                </a:solidFill>
                <a:latin typeface="IBM Plex Sans"/>
                <a:ea typeface="IBM Plex Sans"/>
                <a:cs typeface="IBM Plex Sans"/>
              </a:endParaRPr>
            </a:p>
          </p:txBody>
        </p:sp>
        <p:sp>
          <p:nvSpPr>
            <p:cNvPr id="44" name="node17.source-003.bullet"/>
            <p:cNvSpPr/>
            <p:nvPr/>
          </p:nvSpPr>
          <p:spPr>
            <a:xfrm>
              <a:off x="4381500" y="5041900"/>
              <a:ext cx="38100" cy="38100"/>
            </a:xfrm>
            <a:prstGeom prst="rect">
              <a:avLst/>
            </a:prstGeom>
            <a:solidFill>
              <a:srgbClr val="070154"/>
            </a:solidFill>
            <a:ln>
              <a:noFill/>
            </a:ln>
          </p:spPr>
        </p:sp>
        <p:sp>
          <p:nvSpPr>
            <p:cNvPr id="45" name="node17.source-003.text"/>
            <p:cNvSpPr/>
            <p:nvPr/>
          </p:nvSpPr>
          <p:spPr>
            <a:xfrm>
              <a:off x="4533900" y="4953000"/>
              <a:ext cx="4191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Park rejected rows</a:t>
              </a:r>
              <a:endParaRPr lang="en-US" sz="1200" spc="0" kern="0" b="0" i="0" dirty="0">
                <a:solidFill>
                  <a:srgbClr val="070154"/>
                </a:solidFill>
                <a:latin typeface="IBM Plex Sans"/>
                <a:ea typeface="IBM Plex Sans"/>
                <a:cs typeface="IBM Plex Sans"/>
              </a:endParaRPr>
            </a:p>
          </p:txBody>
        </p:sp>
      </p:grpSp>
      <p:grpSp>
        <p:nvGrpSpPr>
          <p:cNvPr id="64" name="node18"/>
          <p:cNvGrpSpPr/>
          <p:nvPr/>
        </p:nvGrpSpPr>
        <p:grpSpPr>
          <a:xfrm>
            <a:off x="8953500" y="4457700"/>
            <a:ext cx="2514600" cy="228600"/>
            <a:chOff x="8953500" y="4457700"/>
            <a:chExt cx="2514600" cy="228600"/>
          </a:xfrm>
        </p:grpSpPr>
        <p:sp>
          <p:nvSpPr>
            <p:cNvPr id="46" name="node18.text"/>
            <p:cNvSpPr/>
            <p:nvPr/>
          </p:nvSpPr>
          <p:spPr>
            <a:xfrm>
              <a:off x="8953500" y="4457700"/>
              <a:ext cx="2514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Owner: Finance IT</a:t>
              </a:r>
              <a:endParaRPr lang="en-US" sz="1200" spc="0" kern="0" b="0" i="0" dirty="0">
                <a:solidFill>
                  <a:srgbClr val="070154"/>
                </a:solidFill>
                <a:latin typeface="IBM Plex Sans"/>
                <a:ea typeface="IBM Plex Sans"/>
                <a:cs typeface="IBM Plex Sans"/>
              </a:endParaRPr>
            </a:p>
          </p:txBody>
        </p:sp>
      </p:grpSp>
      <p:grpSp>
        <p:nvGrpSpPr>
          <p:cNvPr id="65" name="node19"/>
          <p:cNvGrpSpPr/>
          <p:nvPr/>
        </p:nvGrpSpPr>
        <p:grpSpPr>
          <a:xfrm>
            <a:off x="8953500" y="4686300"/>
            <a:ext cx="2514600" cy="228600"/>
            <a:chOff x="8953500" y="4686300"/>
            <a:chExt cx="2514600" cy="228600"/>
          </a:xfrm>
        </p:grpSpPr>
        <p:sp>
          <p:nvSpPr>
            <p:cNvPr id="47" name="node19.text"/>
            <p:cNvSpPr/>
            <p:nvPr/>
          </p:nvSpPr>
          <p:spPr>
            <a:xfrm>
              <a:off x="8953500" y="4686300"/>
              <a:ext cx="2514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Fri 22:30 · 2h</a:t>
              </a:r>
              <a:endParaRPr lang="en-US" sz="1200" spc="0" kern="0" b="0" i="0" dirty="0">
                <a:solidFill>
                  <a:srgbClr val="50658E"/>
                </a:solidFill>
                <a:latin typeface="IBM Plex Sans"/>
                <a:ea typeface="IBM Plex Sans"/>
                <a:cs typeface="IBM Plex Sans"/>
              </a:endParaRPr>
            </a:p>
          </p:txBody>
        </p:sp>
      </p:grpSp>
      <p:grpSp>
        <p:nvGrpSpPr>
          <p:cNvPr id="66" name="node20"/>
          <p:cNvGrpSpPr/>
          <p:nvPr/>
        </p:nvGrpSpPr>
        <p:grpSpPr>
          <a:xfrm>
            <a:off x="723900" y="5486400"/>
            <a:ext cx="10744200" cy="457200"/>
            <a:chOff x="723900" y="5486400"/>
            <a:chExt cx="10744200" cy="457200"/>
          </a:xfrm>
        </p:grpSpPr>
        <p:sp>
          <p:nvSpPr>
            <p:cNvPr id="48" name="node20.surface"/>
            <p:cNvSpPr/>
            <p:nvPr/>
          </p:nvSpPr>
          <p:spPr>
            <a:xfrm>
              <a:off x="723900" y="5486400"/>
              <a:ext cx="10744200" cy="457200"/>
            </a:xfrm>
            <a:prstGeom prst="rect">
              <a:avLst/>
            </a:prstGeom>
            <a:solidFill>
              <a:srgbClr val="E8EEF8"/>
            </a:solidFill>
            <a:ln>
              <a:noFill/>
            </a:ln>
          </p:spPr>
        </p:sp>
        <p:sp>
          <p:nvSpPr>
            <p:cNvPr id="49" name="node20.text"/>
            <p:cNvSpPr/>
            <p:nvPr/>
          </p:nvSpPr>
          <p:spPr>
            <a:xfrm>
              <a:off x="876300" y="5600700"/>
              <a:ext cx="1043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Step 4 · page 1 of 2 · Continued on next page</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name="source-482">
    <p:spTree>
      <p:nvGrpSpPr>
        <p:cNvPr id="1" name=""/>
        <p:cNvGrpSpPr/>
        <p:nvPr/>
      </p:nvGrpSpPr>
      <p:grpSpPr>
        <a:xfrm>
          <a:off x="0" y="0"/>
          <a:ext cx="0" cy="0"/>
          <a:chOff x="0" y="0"/>
          <a:chExt cx="0" cy="0"/>
        </a:xfrm>
      </p:grpSpPr>
      <p:sp>
        <p:nvSpPr>
          <p:cNvPr id="3" name="eyebrow"/>
          <p:cNvSpPr/>
          <p:nvPr/>
        </p:nvSpPr>
        <p:spPr>
          <a:xfrm>
            <a:off x="4381500" y="457200"/>
            <a:ext cx="70866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CUTOVER RUNBOOK</a:t>
            </a:r>
            <a:endParaRPr lang="en-US" sz="1000" spc="80" kern="0" b="0" i="0" dirty="0">
              <a:solidFill>
                <a:srgbClr val="0047FF"/>
              </a:solidFill>
              <a:latin typeface="IBM Plex Mono SemiBold"/>
              <a:ea typeface="IBM Plex Mono SemiBold"/>
              <a:cs typeface="IBM Plex Mono SemiBold"/>
            </a:endParaRPr>
          </a:p>
        </p:txBody>
      </p:sp>
      <p:pic>
        <p:nvPicPr>
          <p:cNvPr id="4" name="title.mark-002-002" descr="underscore; canonical SHA256=49d5a97f776a33dcf11e794bad153776f1f33cf3747f42e2c277857faa224278; resolved ink=070154">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351614" y="1536192"/>
            <a:ext cx="1055965" cy="95266"/>
          </a:xfrm>
          <a:prstGeom prst="rect">
            <a:avLst/>
          </a:prstGeom>
        </p:spPr>
      </p:pic>
      <p:sp>
        <p:nvSpPr>
          <p:cNvPr id="5" name="title"/>
          <p:cNvSpPr/>
          <p:nvPr/>
        </p:nvSpPr>
        <p:spPr>
          <a:xfrm>
            <a:off x="4381500" y="685800"/>
            <a:ext cx="7086600" cy="11430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 xml:space="preserve">Steps 1 to 4 lock the legacy ledger and </a:t>
            </a:r>
            <a:br>
              <a:rPr lang="en-US" sz="3200" spc="-64" kern="0" b="0" i="0" dirty="0">
                <a:solidFill>
                  <a:srgbClr val="070154"/>
                </a:solidFill>
                <a:latin typeface="IBM Plex Sans SemiBold"/>
                <a:ea typeface="IBM Plex Sans SemiBold"/>
                <a:cs typeface="IBM Plex Sans SemiBold"/>
              </a:rPr>
            </a:br>
            <a:r>
              <a:rPr lang="en-US" sz="3200" spc="-64" kern="0" b="0" i="0" dirty="0">
                <a:solidFill>
                  <a:srgbClr val="070154"/>
                </a:solidFill>
                <a:latin typeface="IBM Plex Sans SemiBold"/>
                <a:ea typeface="IBM Plex Sans SemiBold"/>
                <a:cs typeface="IBM Plex Sans SemiBold"/>
              </a:rPr>
              <a:t xml:space="preserve">move</a:t>
            </a:r>
            <a:r>
              <a:rPr lang="en-US" sz="3200" spc="-64" kern="0" b="0" i="0" dirty="0">
                <a:solidFill>
                  <a:srgbClr val="070154"/>
                </a:solidFill>
                <a:latin typeface="IBM Plex Sans SemiBold"/>
                <a:ea typeface="IBM Plex Sans SemiBold"/>
                <a:cs typeface="IBM Plex Sans SemiBold"/>
              </a:rPr>
              <a:t xml:space="preserve"> its balances</a:t>
            </a:r>
            <a:endParaRPr lang="en-US" sz="3200" spc="-64" kern="0" b="0" i="0" dirty="0">
              <a:solidFill>
                <a:srgbClr val="070154"/>
              </a:solidFill>
              <a:latin typeface="IBM Plex Sans SemiBold"/>
              <a:ea typeface="IBM Plex Sans SemiBold"/>
              <a:cs typeface="IBM Plex Sans SemiBold"/>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157</a:t>
            </a:fld>
            <a:endParaRPr lang="en-US" sz="700" spc="0" kern="0" b="0" i="0" dirty="0">
              <a:solidFill>
                <a:srgbClr val="070154"/>
              </a:solidFill>
              <a:latin typeface="IBM Plex Mono SemiBold"/>
              <a:ea typeface="IBM Plex Mono SemiBold"/>
              <a:cs typeface="IBM Plex Mono SemiBold"/>
            </a:endParaRPr>
          </a:p>
        </p:txBody>
      </p:sp>
      <p:grpSp>
        <p:nvGrpSpPr>
          <p:cNvPr id="52" name="node01"/>
          <p:cNvGrpSpPr/>
          <p:nvPr/>
        </p:nvGrpSpPr>
        <p:grpSpPr>
          <a:xfrm>
            <a:off x="4381500" y="2057400"/>
            <a:ext cx="3429000" cy="381000"/>
            <a:chOff x="4381500" y="2057400"/>
            <a:chExt cx="3429000" cy="381000"/>
          </a:xfrm>
        </p:grpSpPr>
        <p:sp>
          <p:nvSpPr>
            <p:cNvPr id="7" name="node01.number"/>
            <p:cNvSpPr/>
            <p:nvPr/>
          </p:nvSpPr>
          <p:spPr>
            <a:xfrm>
              <a:off x="4381500" y="2121408"/>
              <a:ext cx="137795"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1</a:t>
              </a:r>
              <a:endParaRPr lang="en-US" sz="1800" spc="0" kern="0" b="0" i="0" dirty="0">
                <a:solidFill>
                  <a:srgbClr val="0047FF"/>
                </a:solidFill>
                <a:latin typeface="IBM Plex Mono SemiBold"/>
                <a:ea typeface="IBM Plex Mono SemiBold"/>
                <a:cs typeface="IBM Plex Mono SemiBold"/>
              </a:endParaRPr>
            </a:p>
          </p:txBody>
        </p:sp>
        <p:sp>
          <p:nvSpPr>
            <p:cNvPr id="8" name="node01.text"/>
            <p:cNvSpPr/>
            <p:nvPr/>
          </p:nvSpPr>
          <p:spPr>
            <a:xfrm>
              <a:off x="4632325" y="2057400"/>
              <a:ext cx="3178175" cy="3810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Freeze legacy postings</a:t>
              </a:r>
              <a:endParaRPr lang="en-US" sz="2400" spc="-36" kern="0" b="0" i="0" dirty="0">
                <a:solidFill>
                  <a:srgbClr val="070154"/>
                </a:solidFill>
                <a:latin typeface="IBM Plex Sans SemiBold"/>
                <a:ea typeface="IBM Plex Sans SemiBold"/>
                <a:cs typeface="IBM Plex Sans SemiBold"/>
              </a:endParaRPr>
            </a:p>
          </p:txBody>
        </p:sp>
      </p:grpSp>
      <p:grpSp>
        <p:nvGrpSpPr>
          <p:cNvPr id="53" name="node02"/>
          <p:cNvGrpSpPr/>
          <p:nvPr/>
        </p:nvGrpSpPr>
        <p:grpSpPr>
          <a:xfrm>
            <a:off x="4381500" y="2514600"/>
            <a:ext cx="3429000" cy="228600"/>
            <a:chOff x="4381500" y="2514600"/>
            <a:chExt cx="3429000" cy="228600"/>
          </a:xfrm>
        </p:grpSpPr>
        <p:sp>
          <p:nvSpPr>
            <p:cNvPr id="9" name="node02.text"/>
            <p:cNvSpPr/>
            <p:nvPr/>
          </p:nvSpPr>
          <p:spPr>
            <a:xfrm>
              <a:off x="4381500" y="2514600"/>
              <a:ext cx="3429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Controller · Fri 18:00 · 30m</a:t>
              </a:r>
              <a:endParaRPr lang="en-US" sz="1200" spc="0" kern="0" b="0" i="0" dirty="0">
                <a:solidFill>
                  <a:srgbClr val="070154"/>
                </a:solidFill>
                <a:latin typeface="IBM Plex Sans"/>
                <a:ea typeface="IBM Plex Sans"/>
                <a:cs typeface="IBM Plex Sans"/>
              </a:endParaRPr>
            </a:p>
          </p:txBody>
        </p:sp>
      </p:grpSp>
      <p:grpSp>
        <p:nvGrpSpPr>
          <p:cNvPr id="54" name="node03"/>
          <p:cNvGrpSpPr/>
          <p:nvPr/>
        </p:nvGrpSpPr>
        <p:grpSpPr>
          <a:xfrm>
            <a:off x="8039100" y="2019300"/>
            <a:ext cx="3429000" cy="762000"/>
            <a:chOff x="8039100" y="2019300"/>
            <a:chExt cx="3429000" cy="762000"/>
          </a:xfrm>
        </p:grpSpPr>
        <p:sp>
          <p:nvSpPr>
            <p:cNvPr id="10" name="node03.source-001.bullet"/>
            <p:cNvSpPr/>
            <p:nvPr/>
          </p:nvSpPr>
          <p:spPr>
            <a:xfrm>
              <a:off x="8039100" y="2108200"/>
              <a:ext cx="38100" cy="38100"/>
            </a:xfrm>
            <a:prstGeom prst="rect">
              <a:avLst/>
            </a:prstGeom>
            <a:solidFill>
              <a:srgbClr val="070154"/>
            </a:solidFill>
            <a:ln>
              <a:noFill/>
            </a:ln>
          </p:spPr>
        </p:sp>
        <p:sp>
          <p:nvSpPr>
            <p:cNvPr id="11" name="node03.source-001.text"/>
            <p:cNvSpPr/>
            <p:nvPr/>
          </p:nvSpPr>
          <p:spPr>
            <a:xfrm>
              <a:off x="8191500" y="20193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Close open batches</a:t>
              </a:r>
              <a:endParaRPr lang="en-US" sz="1200" spc="0" kern="0" b="0" i="0" dirty="0">
                <a:solidFill>
                  <a:srgbClr val="070154"/>
                </a:solidFill>
                <a:latin typeface="IBM Plex Sans"/>
                <a:ea typeface="IBM Plex Sans"/>
                <a:cs typeface="IBM Plex Sans"/>
              </a:endParaRPr>
            </a:p>
          </p:txBody>
        </p:sp>
        <p:sp>
          <p:nvSpPr>
            <p:cNvPr id="12" name="node03.source-002.bullet"/>
            <p:cNvSpPr/>
            <p:nvPr/>
          </p:nvSpPr>
          <p:spPr>
            <a:xfrm>
              <a:off x="8039100" y="2374900"/>
              <a:ext cx="38100" cy="38100"/>
            </a:xfrm>
            <a:prstGeom prst="rect">
              <a:avLst/>
            </a:prstGeom>
            <a:solidFill>
              <a:srgbClr val="070154"/>
            </a:solidFill>
            <a:ln>
              <a:noFill/>
            </a:ln>
          </p:spPr>
        </p:sp>
        <p:sp>
          <p:nvSpPr>
            <p:cNvPr id="13" name="node03.source-002.text"/>
            <p:cNvSpPr/>
            <p:nvPr/>
          </p:nvSpPr>
          <p:spPr>
            <a:xfrm>
              <a:off x="8191500" y="22860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Lock subledgers</a:t>
              </a:r>
              <a:endParaRPr lang="en-US" sz="1200" spc="0" kern="0" b="0" i="0" dirty="0">
                <a:solidFill>
                  <a:srgbClr val="070154"/>
                </a:solidFill>
                <a:latin typeface="IBM Plex Sans"/>
                <a:ea typeface="IBM Plex Sans"/>
                <a:cs typeface="IBM Plex Sans"/>
              </a:endParaRPr>
            </a:p>
          </p:txBody>
        </p:sp>
        <p:sp>
          <p:nvSpPr>
            <p:cNvPr id="14" name="node03.source-003.bullet"/>
            <p:cNvSpPr/>
            <p:nvPr/>
          </p:nvSpPr>
          <p:spPr>
            <a:xfrm>
              <a:off x="8039100" y="2641600"/>
              <a:ext cx="38100" cy="38100"/>
            </a:xfrm>
            <a:prstGeom prst="rect">
              <a:avLst/>
            </a:prstGeom>
            <a:solidFill>
              <a:srgbClr val="070154"/>
            </a:solidFill>
            <a:ln>
              <a:noFill/>
            </a:ln>
          </p:spPr>
        </p:sp>
        <p:sp>
          <p:nvSpPr>
            <p:cNvPr id="15" name="node03.source-003.text"/>
            <p:cNvSpPr/>
            <p:nvPr/>
          </p:nvSpPr>
          <p:spPr>
            <a:xfrm>
              <a:off x="8191500" y="25527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Publish the freeze notice</a:t>
              </a:r>
              <a:endParaRPr lang="en-US" sz="1200" spc="0" kern="0" b="0" i="0" dirty="0">
                <a:solidFill>
                  <a:srgbClr val="070154"/>
                </a:solidFill>
                <a:latin typeface="IBM Plex Sans"/>
                <a:ea typeface="IBM Plex Sans"/>
                <a:cs typeface="IBM Plex Sans"/>
              </a:endParaRPr>
            </a:p>
          </p:txBody>
        </p:sp>
      </p:grpSp>
      <p:sp>
        <p:nvSpPr>
          <p:cNvPr id="16" name="node04"/>
          <p:cNvSpPr/>
          <p:nvPr/>
        </p:nvSpPr>
        <p:spPr>
          <a:xfrm>
            <a:off x="4381500" y="2857500"/>
            <a:ext cx="7086600" cy="9525"/>
          </a:xfrm>
          <a:prstGeom prst="rect">
            <a:avLst/>
          </a:prstGeom>
          <a:solidFill>
            <a:srgbClr val="CED7E6"/>
          </a:solidFill>
          <a:ln>
            <a:noFill/>
          </a:ln>
        </p:spPr>
      </p:sp>
      <p:grpSp>
        <p:nvGrpSpPr>
          <p:cNvPr id="55" name="node05"/>
          <p:cNvGrpSpPr/>
          <p:nvPr/>
        </p:nvGrpSpPr>
        <p:grpSpPr>
          <a:xfrm>
            <a:off x="4381500" y="2971800"/>
            <a:ext cx="3429000" cy="381000"/>
            <a:chOff x="4381500" y="2971800"/>
            <a:chExt cx="3429000" cy="381000"/>
          </a:xfrm>
        </p:grpSpPr>
        <p:sp>
          <p:nvSpPr>
            <p:cNvPr id="17" name="node05.number"/>
            <p:cNvSpPr/>
            <p:nvPr/>
          </p:nvSpPr>
          <p:spPr>
            <a:xfrm>
              <a:off x="4381500" y="3035808"/>
              <a:ext cx="137795"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2</a:t>
              </a:r>
              <a:endParaRPr lang="en-US" sz="1800" spc="0" kern="0" b="0" i="0" dirty="0">
                <a:solidFill>
                  <a:srgbClr val="0047FF"/>
                </a:solidFill>
                <a:latin typeface="IBM Plex Mono SemiBold"/>
                <a:ea typeface="IBM Plex Mono SemiBold"/>
                <a:cs typeface="IBM Plex Mono SemiBold"/>
              </a:endParaRPr>
            </a:p>
          </p:txBody>
        </p:sp>
        <p:sp>
          <p:nvSpPr>
            <p:cNvPr id="18" name="node05.text"/>
            <p:cNvSpPr/>
            <p:nvPr/>
          </p:nvSpPr>
          <p:spPr>
            <a:xfrm>
              <a:off x="4632325" y="2971800"/>
              <a:ext cx="3178175" cy="3810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Take the final backup</a:t>
              </a:r>
              <a:endParaRPr lang="en-US" sz="2400" spc="-36" kern="0" b="0" i="0" dirty="0">
                <a:solidFill>
                  <a:srgbClr val="070154"/>
                </a:solidFill>
                <a:latin typeface="IBM Plex Sans SemiBold"/>
                <a:ea typeface="IBM Plex Sans SemiBold"/>
                <a:cs typeface="IBM Plex Sans SemiBold"/>
              </a:endParaRPr>
            </a:p>
          </p:txBody>
        </p:sp>
      </p:grpSp>
      <p:grpSp>
        <p:nvGrpSpPr>
          <p:cNvPr id="56" name="node06"/>
          <p:cNvGrpSpPr/>
          <p:nvPr/>
        </p:nvGrpSpPr>
        <p:grpSpPr>
          <a:xfrm>
            <a:off x="4381500" y="3429000"/>
            <a:ext cx="3429000" cy="228600"/>
            <a:chOff x="4381500" y="3429000"/>
            <a:chExt cx="3429000" cy="228600"/>
          </a:xfrm>
        </p:grpSpPr>
        <p:sp>
          <p:nvSpPr>
            <p:cNvPr id="19" name="node06.text"/>
            <p:cNvSpPr/>
            <p:nvPr/>
          </p:nvSpPr>
          <p:spPr>
            <a:xfrm>
              <a:off x="4381500" y="3429000"/>
              <a:ext cx="3429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Finance IT · Fri 18:30 · 1h</a:t>
              </a:r>
              <a:endParaRPr lang="en-US" sz="1200" spc="0" kern="0" b="0" i="0" dirty="0">
                <a:solidFill>
                  <a:srgbClr val="070154"/>
                </a:solidFill>
                <a:latin typeface="IBM Plex Sans"/>
                <a:ea typeface="IBM Plex Sans"/>
                <a:cs typeface="IBM Plex Sans"/>
              </a:endParaRPr>
            </a:p>
          </p:txBody>
        </p:sp>
      </p:grpSp>
      <p:grpSp>
        <p:nvGrpSpPr>
          <p:cNvPr id="57" name="node07"/>
          <p:cNvGrpSpPr/>
          <p:nvPr/>
        </p:nvGrpSpPr>
        <p:grpSpPr>
          <a:xfrm>
            <a:off x="8039100" y="2933700"/>
            <a:ext cx="3429000" cy="495300"/>
            <a:chOff x="8039100" y="2933700"/>
            <a:chExt cx="3429000" cy="495300"/>
          </a:xfrm>
        </p:grpSpPr>
        <p:sp>
          <p:nvSpPr>
            <p:cNvPr id="20" name="node07.source-001.bullet"/>
            <p:cNvSpPr/>
            <p:nvPr/>
          </p:nvSpPr>
          <p:spPr>
            <a:xfrm>
              <a:off x="8039100" y="3022600"/>
              <a:ext cx="38100" cy="38100"/>
            </a:xfrm>
            <a:prstGeom prst="rect">
              <a:avLst/>
            </a:prstGeom>
            <a:solidFill>
              <a:srgbClr val="070154"/>
            </a:solidFill>
            <a:ln>
              <a:noFill/>
            </a:ln>
          </p:spPr>
        </p:sp>
        <p:sp>
          <p:nvSpPr>
            <p:cNvPr id="21" name="node07.source-001.text"/>
            <p:cNvSpPr/>
            <p:nvPr/>
          </p:nvSpPr>
          <p:spPr>
            <a:xfrm>
              <a:off x="8191500" y="29337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Snapshot the legacy ledger</a:t>
              </a:r>
              <a:endParaRPr lang="en-US" sz="1200" spc="0" kern="0" b="0" i="0" dirty="0">
                <a:solidFill>
                  <a:srgbClr val="070154"/>
                </a:solidFill>
                <a:latin typeface="IBM Plex Sans"/>
                <a:ea typeface="IBM Plex Sans"/>
                <a:cs typeface="IBM Plex Sans"/>
              </a:endParaRPr>
            </a:p>
          </p:txBody>
        </p:sp>
        <p:sp>
          <p:nvSpPr>
            <p:cNvPr id="22" name="node07.source-002.bullet"/>
            <p:cNvSpPr/>
            <p:nvPr/>
          </p:nvSpPr>
          <p:spPr>
            <a:xfrm>
              <a:off x="8039100" y="3289300"/>
              <a:ext cx="38100" cy="38100"/>
            </a:xfrm>
            <a:prstGeom prst="rect">
              <a:avLst/>
            </a:prstGeom>
            <a:solidFill>
              <a:srgbClr val="070154"/>
            </a:solidFill>
            <a:ln>
              <a:noFill/>
            </a:ln>
          </p:spPr>
        </p:sp>
        <p:sp>
          <p:nvSpPr>
            <p:cNvPr id="23" name="node07.source-002.text"/>
            <p:cNvSpPr/>
            <p:nvPr/>
          </p:nvSpPr>
          <p:spPr>
            <a:xfrm>
              <a:off x="8191500" y="32004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Verify checksums</a:t>
              </a:r>
              <a:endParaRPr lang="en-US" sz="1200" spc="0" kern="0" b="0" i="0" dirty="0">
                <a:solidFill>
                  <a:srgbClr val="070154"/>
                </a:solidFill>
                <a:latin typeface="IBM Plex Sans"/>
                <a:ea typeface="IBM Plex Sans"/>
                <a:cs typeface="IBM Plex Sans"/>
              </a:endParaRPr>
            </a:p>
          </p:txBody>
        </p:sp>
      </p:grpSp>
      <p:sp>
        <p:nvSpPr>
          <p:cNvPr id="24" name="node08"/>
          <p:cNvSpPr/>
          <p:nvPr/>
        </p:nvSpPr>
        <p:spPr>
          <a:xfrm>
            <a:off x="4381500" y="3771900"/>
            <a:ext cx="7086600" cy="9525"/>
          </a:xfrm>
          <a:prstGeom prst="rect">
            <a:avLst/>
          </a:prstGeom>
          <a:solidFill>
            <a:srgbClr val="CED7E6"/>
          </a:solidFill>
          <a:ln>
            <a:noFill/>
          </a:ln>
        </p:spPr>
      </p:sp>
      <p:grpSp>
        <p:nvGrpSpPr>
          <p:cNvPr id="58" name="node09"/>
          <p:cNvGrpSpPr/>
          <p:nvPr/>
        </p:nvGrpSpPr>
        <p:grpSpPr>
          <a:xfrm>
            <a:off x="4381500" y="3886200"/>
            <a:ext cx="3429000" cy="381000"/>
            <a:chOff x="4381500" y="3886200"/>
            <a:chExt cx="3429000" cy="381000"/>
          </a:xfrm>
        </p:grpSpPr>
        <p:sp>
          <p:nvSpPr>
            <p:cNvPr id="25" name="node09.number"/>
            <p:cNvSpPr/>
            <p:nvPr/>
          </p:nvSpPr>
          <p:spPr>
            <a:xfrm>
              <a:off x="4381500" y="3950208"/>
              <a:ext cx="137795"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3</a:t>
              </a:r>
              <a:endParaRPr lang="en-US" sz="1800" spc="0" kern="0" b="0" i="0" dirty="0">
                <a:solidFill>
                  <a:srgbClr val="0047FF"/>
                </a:solidFill>
                <a:latin typeface="IBM Plex Mono SemiBold"/>
                <a:ea typeface="IBM Plex Mono SemiBold"/>
                <a:cs typeface="IBM Plex Mono SemiBold"/>
              </a:endParaRPr>
            </a:p>
          </p:txBody>
        </p:sp>
        <p:sp>
          <p:nvSpPr>
            <p:cNvPr id="26" name="node09.text"/>
            <p:cNvSpPr/>
            <p:nvPr/>
          </p:nvSpPr>
          <p:spPr>
            <a:xfrm>
              <a:off x="4632325" y="3886200"/>
              <a:ext cx="3178175" cy="3810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Extract open balances</a:t>
              </a:r>
              <a:endParaRPr lang="en-US" sz="2400" spc="-36" kern="0" b="0" i="0" dirty="0">
                <a:solidFill>
                  <a:srgbClr val="070154"/>
                </a:solidFill>
                <a:latin typeface="IBM Plex Sans SemiBold"/>
                <a:ea typeface="IBM Plex Sans SemiBold"/>
                <a:cs typeface="IBM Plex Sans SemiBold"/>
              </a:endParaRPr>
            </a:p>
          </p:txBody>
        </p:sp>
      </p:grpSp>
      <p:grpSp>
        <p:nvGrpSpPr>
          <p:cNvPr id="59" name="node10"/>
          <p:cNvGrpSpPr/>
          <p:nvPr/>
        </p:nvGrpSpPr>
        <p:grpSpPr>
          <a:xfrm>
            <a:off x="4381500" y="4343400"/>
            <a:ext cx="3429000" cy="228600"/>
            <a:chOff x="4381500" y="4343400"/>
            <a:chExt cx="3429000" cy="228600"/>
          </a:xfrm>
        </p:grpSpPr>
        <p:sp>
          <p:nvSpPr>
            <p:cNvPr id="27" name="node10.text"/>
            <p:cNvSpPr/>
            <p:nvPr/>
          </p:nvSpPr>
          <p:spPr>
            <a:xfrm>
              <a:off x="4381500" y="4343400"/>
              <a:ext cx="3429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Data lead · Fri 19:30 · 3h</a:t>
              </a:r>
              <a:endParaRPr lang="en-US" sz="1200" spc="0" kern="0" b="0" i="0" dirty="0">
                <a:solidFill>
                  <a:srgbClr val="070154"/>
                </a:solidFill>
                <a:latin typeface="IBM Plex Sans"/>
                <a:ea typeface="IBM Plex Sans"/>
                <a:cs typeface="IBM Plex Sans"/>
              </a:endParaRPr>
            </a:p>
          </p:txBody>
        </p:sp>
      </p:grpSp>
      <p:grpSp>
        <p:nvGrpSpPr>
          <p:cNvPr id="60" name="node11"/>
          <p:cNvGrpSpPr/>
          <p:nvPr/>
        </p:nvGrpSpPr>
        <p:grpSpPr>
          <a:xfrm>
            <a:off x="8039100" y="3848100"/>
            <a:ext cx="3429000" cy="762000"/>
            <a:chOff x="8039100" y="3848100"/>
            <a:chExt cx="3429000" cy="762000"/>
          </a:xfrm>
        </p:grpSpPr>
        <p:sp>
          <p:nvSpPr>
            <p:cNvPr id="28" name="node11.source-001.bullet"/>
            <p:cNvSpPr/>
            <p:nvPr/>
          </p:nvSpPr>
          <p:spPr>
            <a:xfrm>
              <a:off x="8039100" y="3937000"/>
              <a:ext cx="38100" cy="38100"/>
            </a:xfrm>
            <a:prstGeom prst="rect">
              <a:avLst/>
            </a:prstGeom>
            <a:solidFill>
              <a:srgbClr val="070154"/>
            </a:solidFill>
            <a:ln>
              <a:noFill/>
            </a:ln>
          </p:spPr>
        </p:sp>
        <p:sp>
          <p:nvSpPr>
            <p:cNvPr id="29" name="node11.source-001.text"/>
            <p:cNvSpPr/>
            <p:nvPr/>
          </p:nvSpPr>
          <p:spPr>
            <a:xfrm>
              <a:off x="8191500" y="38481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Run the extract jobs</a:t>
              </a:r>
              <a:endParaRPr lang="en-US" sz="1200" spc="0" kern="0" b="0" i="0" dirty="0">
                <a:solidFill>
                  <a:srgbClr val="070154"/>
                </a:solidFill>
                <a:latin typeface="IBM Plex Sans"/>
                <a:ea typeface="IBM Plex Sans"/>
                <a:cs typeface="IBM Plex Sans"/>
              </a:endParaRPr>
            </a:p>
          </p:txBody>
        </p:sp>
        <p:sp>
          <p:nvSpPr>
            <p:cNvPr id="30" name="node11.source-002.bullet"/>
            <p:cNvSpPr/>
            <p:nvPr/>
          </p:nvSpPr>
          <p:spPr>
            <a:xfrm>
              <a:off x="8039100" y="4203700"/>
              <a:ext cx="38100" cy="38100"/>
            </a:xfrm>
            <a:prstGeom prst="rect">
              <a:avLst/>
            </a:prstGeom>
            <a:solidFill>
              <a:srgbClr val="070154"/>
            </a:solidFill>
            <a:ln>
              <a:noFill/>
            </a:ln>
          </p:spPr>
        </p:sp>
        <p:sp>
          <p:nvSpPr>
            <p:cNvPr id="31" name="node11.source-002.text"/>
            <p:cNvSpPr/>
            <p:nvPr/>
          </p:nvSpPr>
          <p:spPr>
            <a:xfrm>
              <a:off x="8191500" y="41148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Tie to the trial balance</a:t>
              </a:r>
              <a:endParaRPr lang="en-US" sz="1200" spc="0" kern="0" b="0" i="0" dirty="0">
                <a:solidFill>
                  <a:srgbClr val="070154"/>
                </a:solidFill>
                <a:latin typeface="IBM Plex Sans"/>
                <a:ea typeface="IBM Plex Sans"/>
                <a:cs typeface="IBM Plex Sans"/>
              </a:endParaRPr>
            </a:p>
          </p:txBody>
        </p:sp>
        <p:sp>
          <p:nvSpPr>
            <p:cNvPr id="32" name="node11.source-003.bullet"/>
            <p:cNvSpPr/>
            <p:nvPr/>
          </p:nvSpPr>
          <p:spPr>
            <a:xfrm>
              <a:off x="8039100" y="4470400"/>
              <a:ext cx="38100" cy="38100"/>
            </a:xfrm>
            <a:prstGeom prst="rect">
              <a:avLst/>
            </a:prstGeom>
            <a:solidFill>
              <a:srgbClr val="070154"/>
            </a:solidFill>
            <a:ln>
              <a:noFill/>
            </a:ln>
          </p:spPr>
        </p:sp>
        <p:sp>
          <p:nvSpPr>
            <p:cNvPr id="33" name="node11.source-003.text"/>
            <p:cNvSpPr/>
            <p:nvPr/>
          </p:nvSpPr>
          <p:spPr>
            <a:xfrm>
              <a:off x="8191500" y="43815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Log variances</a:t>
              </a:r>
              <a:endParaRPr lang="en-US" sz="1200" spc="0" kern="0" b="0" i="0" dirty="0">
                <a:solidFill>
                  <a:srgbClr val="070154"/>
                </a:solidFill>
                <a:latin typeface="IBM Plex Sans"/>
                <a:ea typeface="IBM Plex Sans"/>
                <a:cs typeface="IBM Plex Sans"/>
              </a:endParaRPr>
            </a:p>
          </p:txBody>
        </p:sp>
      </p:grpSp>
      <p:sp>
        <p:nvSpPr>
          <p:cNvPr id="34" name="node12"/>
          <p:cNvSpPr/>
          <p:nvPr/>
        </p:nvSpPr>
        <p:spPr>
          <a:xfrm>
            <a:off x="4381500" y="4686300"/>
            <a:ext cx="7086600" cy="9525"/>
          </a:xfrm>
          <a:prstGeom prst="rect">
            <a:avLst/>
          </a:prstGeom>
          <a:solidFill>
            <a:srgbClr val="CED7E6"/>
          </a:solidFill>
          <a:ln>
            <a:noFill/>
          </a:ln>
        </p:spPr>
      </p:sp>
      <p:grpSp>
        <p:nvGrpSpPr>
          <p:cNvPr id="61" name="node13"/>
          <p:cNvGrpSpPr/>
          <p:nvPr/>
        </p:nvGrpSpPr>
        <p:grpSpPr>
          <a:xfrm>
            <a:off x="4381500" y="4800600"/>
            <a:ext cx="3429000" cy="381000"/>
            <a:chOff x="4381500" y="4800600"/>
            <a:chExt cx="3429000" cy="381000"/>
          </a:xfrm>
        </p:grpSpPr>
        <p:sp>
          <p:nvSpPr>
            <p:cNvPr id="35" name="node13.number"/>
            <p:cNvSpPr/>
            <p:nvPr/>
          </p:nvSpPr>
          <p:spPr>
            <a:xfrm>
              <a:off x="4381500" y="4864608"/>
              <a:ext cx="137795"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4</a:t>
              </a:r>
              <a:endParaRPr lang="en-US" sz="1800" spc="0" kern="0" b="0" i="0" dirty="0">
                <a:solidFill>
                  <a:srgbClr val="0047FF"/>
                </a:solidFill>
                <a:latin typeface="IBM Plex Mono SemiBold"/>
                <a:ea typeface="IBM Plex Mono SemiBold"/>
                <a:cs typeface="IBM Plex Mono SemiBold"/>
              </a:endParaRPr>
            </a:p>
          </p:txBody>
        </p:sp>
        <p:sp>
          <p:nvSpPr>
            <p:cNvPr id="36" name="node13.text"/>
            <p:cNvSpPr/>
            <p:nvPr/>
          </p:nvSpPr>
          <p:spPr>
            <a:xfrm>
              <a:off x="4632325" y="4800600"/>
              <a:ext cx="3178175" cy="3810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Load the new ledger</a:t>
              </a:r>
              <a:endParaRPr lang="en-US" sz="2400" spc="-36" kern="0" b="0" i="0" dirty="0">
                <a:solidFill>
                  <a:srgbClr val="070154"/>
                </a:solidFill>
                <a:latin typeface="IBM Plex Sans SemiBold"/>
                <a:ea typeface="IBM Plex Sans SemiBold"/>
                <a:cs typeface="IBM Plex Sans SemiBold"/>
              </a:endParaRPr>
            </a:p>
          </p:txBody>
        </p:sp>
      </p:grpSp>
      <p:grpSp>
        <p:nvGrpSpPr>
          <p:cNvPr id="62" name="node14"/>
          <p:cNvGrpSpPr/>
          <p:nvPr/>
        </p:nvGrpSpPr>
        <p:grpSpPr>
          <a:xfrm>
            <a:off x="4381500" y="5257800"/>
            <a:ext cx="3429000" cy="228600"/>
            <a:chOff x="4381500" y="5257800"/>
            <a:chExt cx="3429000" cy="228600"/>
          </a:xfrm>
        </p:grpSpPr>
        <p:sp>
          <p:nvSpPr>
            <p:cNvPr id="37" name="node14.text"/>
            <p:cNvSpPr/>
            <p:nvPr/>
          </p:nvSpPr>
          <p:spPr>
            <a:xfrm>
              <a:off x="4381500" y="5257800"/>
              <a:ext cx="3429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Finance IT · Fri 22:30 · 2h</a:t>
              </a:r>
              <a:endParaRPr lang="en-US" sz="1200" spc="0" kern="0" b="0" i="0" dirty="0">
                <a:solidFill>
                  <a:srgbClr val="070154"/>
                </a:solidFill>
                <a:latin typeface="IBM Plex Sans"/>
                <a:ea typeface="IBM Plex Sans"/>
                <a:cs typeface="IBM Plex Sans"/>
              </a:endParaRPr>
            </a:p>
          </p:txBody>
        </p:sp>
      </p:grpSp>
      <p:grpSp>
        <p:nvGrpSpPr>
          <p:cNvPr id="63" name="node15"/>
          <p:cNvGrpSpPr/>
          <p:nvPr/>
        </p:nvGrpSpPr>
        <p:grpSpPr>
          <a:xfrm>
            <a:off x="8039100" y="4762500"/>
            <a:ext cx="3429000" cy="762000"/>
            <a:chOff x="8039100" y="4762500"/>
            <a:chExt cx="3429000" cy="762000"/>
          </a:xfrm>
        </p:grpSpPr>
        <p:sp>
          <p:nvSpPr>
            <p:cNvPr id="38" name="node15.source-001.bullet"/>
            <p:cNvSpPr/>
            <p:nvPr/>
          </p:nvSpPr>
          <p:spPr>
            <a:xfrm>
              <a:off x="8039100" y="4851400"/>
              <a:ext cx="38100" cy="38100"/>
            </a:xfrm>
            <a:prstGeom prst="rect">
              <a:avLst/>
            </a:prstGeom>
            <a:solidFill>
              <a:srgbClr val="070154"/>
            </a:solidFill>
            <a:ln>
              <a:noFill/>
            </a:ln>
          </p:spPr>
        </p:sp>
        <p:sp>
          <p:nvSpPr>
            <p:cNvPr id="39" name="node15.source-001.text"/>
            <p:cNvSpPr/>
            <p:nvPr/>
          </p:nvSpPr>
          <p:spPr>
            <a:xfrm>
              <a:off x="8191500" y="47625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Load by entity</a:t>
              </a:r>
              <a:endParaRPr lang="en-US" sz="1200" spc="0" kern="0" b="0" i="0" dirty="0">
                <a:solidFill>
                  <a:srgbClr val="070154"/>
                </a:solidFill>
                <a:latin typeface="IBM Plex Sans"/>
                <a:ea typeface="IBM Plex Sans"/>
                <a:cs typeface="IBM Plex Sans"/>
              </a:endParaRPr>
            </a:p>
          </p:txBody>
        </p:sp>
        <p:sp>
          <p:nvSpPr>
            <p:cNvPr id="40" name="node15.source-002.bullet"/>
            <p:cNvSpPr/>
            <p:nvPr/>
          </p:nvSpPr>
          <p:spPr>
            <a:xfrm>
              <a:off x="8039100" y="5118100"/>
              <a:ext cx="38100" cy="38100"/>
            </a:xfrm>
            <a:prstGeom prst="rect">
              <a:avLst/>
            </a:prstGeom>
            <a:solidFill>
              <a:srgbClr val="070154"/>
            </a:solidFill>
            <a:ln>
              <a:noFill/>
            </a:ln>
          </p:spPr>
        </p:sp>
        <p:sp>
          <p:nvSpPr>
            <p:cNvPr id="41" name="node15.source-002.text"/>
            <p:cNvSpPr/>
            <p:nvPr/>
          </p:nvSpPr>
          <p:spPr>
            <a:xfrm>
              <a:off x="8191500" y="50292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Check counts and totals</a:t>
              </a:r>
              <a:endParaRPr lang="en-US" sz="1200" spc="0" kern="0" b="0" i="0" dirty="0">
                <a:solidFill>
                  <a:srgbClr val="070154"/>
                </a:solidFill>
                <a:latin typeface="IBM Plex Sans"/>
                <a:ea typeface="IBM Plex Sans"/>
                <a:cs typeface="IBM Plex Sans"/>
              </a:endParaRPr>
            </a:p>
          </p:txBody>
        </p:sp>
        <p:sp>
          <p:nvSpPr>
            <p:cNvPr id="42" name="node15.source-003.bullet"/>
            <p:cNvSpPr/>
            <p:nvPr/>
          </p:nvSpPr>
          <p:spPr>
            <a:xfrm>
              <a:off x="8039100" y="5384800"/>
              <a:ext cx="38100" cy="38100"/>
            </a:xfrm>
            <a:prstGeom prst="rect">
              <a:avLst/>
            </a:prstGeom>
            <a:solidFill>
              <a:srgbClr val="070154"/>
            </a:solidFill>
            <a:ln>
              <a:noFill/>
            </a:ln>
          </p:spPr>
        </p:sp>
        <p:sp>
          <p:nvSpPr>
            <p:cNvPr id="43" name="node15.source-003.text"/>
            <p:cNvSpPr/>
            <p:nvPr/>
          </p:nvSpPr>
          <p:spPr>
            <a:xfrm>
              <a:off x="8191500" y="52959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Park rejected rows</a:t>
              </a:r>
              <a:endParaRPr lang="en-US" sz="1200" spc="0" kern="0" b="0" i="0" dirty="0">
                <a:solidFill>
                  <a:srgbClr val="070154"/>
                </a:solidFill>
                <a:latin typeface="IBM Plex Sans"/>
                <a:ea typeface="IBM Plex Sans"/>
                <a:cs typeface="IBM Plex Sans"/>
              </a:endParaRPr>
            </a:p>
          </p:txBody>
        </p:sp>
      </p:grpSp>
      <p:grpSp>
        <p:nvGrpSpPr>
          <p:cNvPr id="64" name="node16"/>
          <p:cNvGrpSpPr/>
          <p:nvPr/>
        </p:nvGrpSpPr>
        <p:grpSpPr>
          <a:xfrm>
            <a:off x="723900" y="1600200"/>
            <a:ext cx="2514600" cy="152400"/>
            <a:chOff x="723900" y="1600200"/>
            <a:chExt cx="2514600" cy="152400"/>
          </a:xfrm>
        </p:grpSpPr>
        <p:sp>
          <p:nvSpPr>
            <p:cNvPr id="44" name="node16.text"/>
            <p:cNvSpPr/>
            <p:nvPr/>
          </p:nvSpPr>
          <p:spPr>
            <a:xfrm>
              <a:off x="723900" y="16002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CED7E6"/>
                  </a:solidFill>
                  <a:latin typeface="IBM Plex Mono Medium"/>
                  <a:ea typeface="IBM Plex Mono Medium"/>
                  <a:cs typeface="IBM Plex Mono Medium"/>
                </a:rPr>
                <a:t>RUNBOOK PURPOSE</a:t>
              </a:r>
              <a:endParaRPr lang="en-US" sz="900" spc="54" kern="0" b="0" i="0" dirty="0">
                <a:solidFill>
                  <a:srgbClr val="CED7E6"/>
                </a:solidFill>
                <a:latin typeface="IBM Plex Mono Medium"/>
                <a:ea typeface="IBM Plex Mono Medium"/>
                <a:cs typeface="IBM Plex Mono Medium"/>
              </a:endParaRPr>
            </a:p>
          </p:txBody>
        </p:sp>
      </p:grpSp>
      <p:grpSp>
        <p:nvGrpSpPr>
          <p:cNvPr id="65" name="node17"/>
          <p:cNvGrpSpPr/>
          <p:nvPr/>
        </p:nvGrpSpPr>
        <p:grpSpPr>
          <a:xfrm>
            <a:off x="723900" y="1828800"/>
            <a:ext cx="2514600" cy="800100"/>
            <a:chOff x="723900" y="1828800"/>
            <a:chExt cx="2514600" cy="800100"/>
          </a:xfrm>
        </p:grpSpPr>
        <p:sp>
          <p:nvSpPr>
            <p:cNvPr id="45" name="node17.text"/>
            <p:cNvSpPr/>
            <p:nvPr/>
          </p:nvSpPr>
          <p:spPr>
            <a:xfrm>
              <a:off x="723900" y="1828800"/>
              <a:ext cx="2514600" cy="8001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FFFFFF"/>
                  </a:solidFill>
                  <a:latin typeface="IBM Plex Sans"/>
                  <a:ea typeface="IBM Plex Sans"/>
                  <a:cs typeface="IBM Plex Sans"/>
                </a:rPr>
                <a:t>Lock the legacy ledger and move its balances to the new platform in one window.</a:t>
              </a:r>
              <a:endParaRPr lang="en-US" sz="1400" spc="0" kern="0" b="0" i="0" dirty="0">
                <a:solidFill>
                  <a:srgbClr val="FFFFFF"/>
                </a:solidFill>
                <a:latin typeface="IBM Plex Sans"/>
                <a:ea typeface="IBM Plex Sans"/>
                <a:cs typeface="IBM Plex Sans"/>
              </a:endParaRPr>
            </a:p>
          </p:txBody>
        </p:sp>
      </p:grpSp>
      <p:sp>
        <p:nvSpPr>
          <p:cNvPr id="46" name="node18"/>
          <p:cNvSpPr/>
          <p:nvPr/>
        </p:nvSpPr>
        <p:spPr>
          <a:xfrm>
            <a:off x="723900" y="3200400"/>
            <a:ext cx="2514600" cy="9525"/>
          </a:xfrm>
          <a:prstGeom prst="rect">
            <a:avLst/>
          </a:prstGeom>
          <a:solidFill>
            <a:srgbClr val="50658E"/>
          </a:solidFill>
          <a:ln>
            <a:noFill/>
          </a:ln>
        </p:spPr>
      </p:sp>
      <p:grpSp>
        <p:nvGrpSpPr>
          <p:cNvPr id="66" name="node19"/>
          <p:cNvGrpSpPr/>
          <p:nvPr/>
        </p:nvGrpSpPr>
        <p:grpSpPr>
          <a:xfrm>
            <a:off x="723900" y="3429000"/>
            <a:ext cx="2514600" cy="152400"/>
            <a:chOff x="723900" y="3429000"/>
            <a:chExt cx="2514600" cy="152400"/>
          </a:xfrm>
        </p:grpSpPr>
        <p:sp>
          <p:nvSpPr>
            <p:cNvPr id="47" name="node19.text"/>
            <p:cNvSpPr/>
            <p:nvPr/>
          </p:nvSpPr>
          <p:spPr>
            <a:xfrm>
              <a:off x="723900" y="34290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CED7E6"/>
                  </a:solidFill>
                  <a:latin typeface="IBM Plex Mono Medium"/>
                  <a:ea typeface="IBM Plex Mono Medium"/>
                  <a:cs typeface="IBM Plex Mono Medium"/>
                </a:rPr>
                <a:t>RUNBOOK OWNER</a:t>
              </a:r>
              <a:endParaRPr lang="en-US" sz="900" spc="54" kern="0" b="0" i="0" dirty="0">
                <a:solidFill>
                  <a:srgbClr val="CED7E6"/>
                </a:solidFill>
                <a:latin typeface="IBM Plex Mono Medium"/>
                <a:ea typeface="IBM Plex Mono Medium"/>
                <a:cs typeface="IBM Plex Mono Medium"/>
              </a:endParaRPr>
            </a:p>
          </p:txBody>
        </p:sp>
      </p:grpSp>
      <p:grpSp>
        <p:nvGrpSpPr>
          <p:cNvPr id="67" name="node20"/>
          <p:cNvGrpSpPr/>
          <p:nvPr/>
        </p:nvGrpSpPr>
        <p:grpSpPr>
          <a:xfrm>
            <a:off x="723900" y="3657600"/>
            <a:ext cx="2514600" cy="304800"/>
            <a:chOff x="723900" y="3657600"/>
            <a:chExt cx="2514600" cy="304800"/>
          </a:xfrm>
        </p:grpSpPr>
        <p:sp>
          <p:nvSpPr>
            <p:cNvPr id="48" name="node20.text"/>
            <p:cNvSpPr/>
            <p:nvPr/>
          </p:nvSpPr>
          <p:spPr>
            <a:xfrm>
              <a:off x="723900" y="3657600"/>
              <a:ext cx="25146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FFFFFF"/>
                  </a:solidFill>
                  <a:latin typeface="IBM Plex Sans SemiBold"/>
                  <a:ea typeface="IBM Plex Sans SemiBold"/>
                  <a:cs typeface="IBM Plex Sans SemiBold"/>
                </a:rPr>
                <a:t>Cutover lead</a:t>
              </a:r>
              <a:endParaRPr lang="en-US" sz="1800" spc="-18" kern="0" b="0" i="0" dirty="0">
                <a:solidFill>
                  <a:srgbClr val="FFFFFF"/>
                </a:solidFill>
                <a:latin typeface="IBM Plex Sans SemiBold"/>
                <a:ea typeface="IBM Plex Sans SemiBold"/>
                <a:cs typeface="IBM Plex Sans SemiBold"/>
              </a:endParaRPr>
            </a:p>
          </p:txBody>
        </p:sp>
      </p:grpSp>
      <p:grpSp>
        <p:nvGrpSpPr>
          <p:cNvPr id="68" name="node21"/>
          <p:cNvGrpSpPr/>
          <p:nvPr/>
        </p:nvGrpSpPr>
        <p:grpSpPr>
          <a:xfrm>
            <a:off x="723900" y="4114800"/>
            <a:ext cx="2514600" cy="228600"/>
            <a:chOff x="723900" y="4114800"/>
            <a:chExt cx="2514600" cy="228600"/>
          </a:xfrm>
        </p:grpSpPr>
        <p:sp>
          <p:nvSpPr>
            <p:cNvPr id="49" name="node21.text"/>
            <p:cNvSpPr/>
            <p:nvPr/>
          </p:nvSpPr>
          <p:spPr>
            <a:xfrm>
              <a:off x="723900" y="4114800"/>
              <a:ext cx="2514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CED7E6"/>
                  </a:solidFill>
                  <a:latin typeface="IBM Plex Sans"/>
                  <a:ea typeface="IBM Plex Sans"/>
                  <a:cs typeface="IBM Plex Sans"/>
                </a:rPr>
                <a:t>Window: Fri 18:00 to Sat 02:00</a:t>
              </a:r>
              <a:endParaRPr lang="en-US" sz="1200" spc="0" kern="0" b="0" i="0" dirty="0">
                <a:solidFill>
                  <a:srgbClr val="CED7E6"/>
                </a:solidFill>
                <a:latin typeface="IBM Plex Sans"/>
                <a:ea typeface="IBM Plex Sans"/>
                <a:cs typeface="IBM Plex Sans"/>
              </a:endParaRPr>
            </a:p>
          </p:txBody>
        </p:sp>
      </p:grpSp>
      <p:sp>
        <p:nvSpPr>
          <p:cNvPr id="50" name="node22"/>
          <p:cNvSpPr/>
          <p:nvPr/>
        </p:nvSpPr>
        <p:spPr>
          <a:xfrm>
            <a:off x="723900" y="4800600"/>
            <a:ext cx="2514600" cy="9525"/>
          </a:xfrm>
          <a:prstGeom prst="rect">
            <a:avLst/>
          </a:prstGeom>
          <a:solidFill>
            <a:srgbClr val="50658E"/>
          </a:solidFill>
          <a:ln>
            <a:noFill/>
          </a:ln>
        </p:spPr>
      </p:sp>
      <p:grpSp>
        <p:nvGrpSpPr>
          <p:cNvPr id="69" name="node23"/>
          <p:cNvGrpSpPr/>
          <p:nvPr/>
        </p:nvGrpSpPr>
        <p:grpSpPr>
          <a:xfrm>
            <a:off x="723900" y="5029200"/>
            <a:ext cx="2514600" cy="457200"/>
            <a:chOff x="723900" y="5029200"/>
            <a:chExt cx="2514600" cy="457200"/>
          </a:xfrm>
        </p:grpSpPr>
        <p:sp>
          <p:nvSpPr>
            <p:cNvPr id="51" name="node23.text"/>
            <p:cNvSpPr/>
            <p:nvPr/>
          </p:nvSpPr>
          <p:spPr>
            <a:xfrm>
              <a:off x="723900" y="5029200"/>
              <a:ext cx="25146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CED7E6"/>
                  </a:solidFill>
                  <a:latin typeface="IBM Plex Sans"/>
                  <a:ea typeface="IBM Plex Sans"/>
                  <a:cs typeface="IBM Plex Sans"/>
                </a:rPr>
                <a:t>Step 4 · page 1 of 2 · continued on next page</a:t>
              </a:r>
              <a:endParaRPr lang="en-US" sz="1200" spc="0" kern="0" b="0" i="0" dirty="0">
                <a:solidFill>
                  <a:srgbClr val="CED7E6"/>
                </a:solidFill>
                <a:latin typeface="IBM Plex Sans"/>
                <a:ea typeface="IBM Plex Sans"/>
                <a:cs typeface="IBM Plex Sans"/>
              </a:endParaRPr>
            </a:p>
          </p:txBody>
        </p:sp>
      </p:gr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name="source-483">
    <p:spTree>
      <p:nvGrpSpPr>
        <p:cNvPr id="1" name=""/>
        <p:cNvGrpSpPr/>
        <p:nvPr/>
      </p:nvGrpSpPr>
      <p:grpSpPr>
        <a:xfrm>
          <a:off x="0" y="0"/>
          <a:ext cx="0" cy="0"/>
          <a:chOff x="0" y="0"/>
          <a:chExt cx="0" cy="0"/>
        </a:xfrm>
      </p:grpSpPr>
      <p:sp>
        <p:nvSpPr>
          <p:cNvPr id="3" name="eyebrow"/>
          <p:cNvSpPr/>
          <p:nvPr/>
        </p:nvSpPr>
        <p:spPr>
          <a:xfrm>
            <a:off x="723900" y="457200"/>
            <a:ext cx="34290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CUTOVER RUNBOOK</a:t>
            </a:r>
            <a:endParaRPr lang="en-US" sz="1000" spc="80" kern="0" b="0" i="0" dirty="0">
              <a:solidFill>
                <a:srgbClr val="0047FF"/>
              </a:solidFill>
              <a:latin typeface="IBM Plex Mono SemiBold"/>
              <a:ea typeface="IBM Plex Mono SemiBold"/>
              <a:cs typeface="IBM Plex Mono SemiBold"/>
            </a:endParaRPr>
          </a:p>
        </p:txBody>
      </p:sp>
      <p:pic>
        <p:nvPicPr>
          <p:cNvPr id="4" name="title.mark-002-002" descr="underscore; canonical SHA256=49d5a97f776a33dcf11e794bad153776f1f33cf3747f42e2c277857faa224278; resolved ink=070154">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173270" y="1394460"/>
            <a:ext cx="798425" cy="72032"/>
          </a:xfrm>
          <a:prstGeom prst="rect">
            <a:avLst/>
          </a:prstGeom>
        </p:spPr>
      </p:pic>
      <p:sp>
        <p:nvSpPr>
          <p:cNvPr id="5" name="title"/>
          <p:cNvSpPr/>
          <p:nvPr/>
        </p:nvSpPr>
        <p:spPr>
          <a:xfrm>
            <a:off x="723900" y="685800"/>
            <a:ext cx="3429000" cy="13716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 xml:space="preserve">Steps 1 to 4 lock the </a:t>
            </a:r>
            <a:br>
              <a:rPr lang="en-US" sz="2400" spc="-36" kern="0" b="0" i="0" dirty="0">
                <a:solidFill>
                  <a:srgbClr val="070154"/>
                </a:solidFill>
                <a:latin typeface="IBM Plex Sans SemiBold"/>
                <a:ea typeface="IBM Plex Sans SemiBold"/>
                <a:cs typeface="IBM Plex Sans SemiBold"/>
              </a:rPr>
            </a:br>
            <a:r>
              <a:rPr lang="en-US" sz="2400" spc="-36" kern="0" b="0" i="0" dirty="0">
                <a:solidFill>
                  <a:srgbClr val="070154"/>
                </a:solidFill>
                <a:latin typeface="IBM Plex Sans SemiBold"/>
                <a:ea typeface="IBM Plex Sans SemiBold"/>
                <a:cs typeface="IBM Plex Sans SemiBold"/>
              </a:rPr>
              <a:t xml:space="preserve">legacy ledger and </a:t>
            </a:r>
            <a:r>
              <a:rPr lang="en-US" sz="2400" spc="-36" kern="0" b="0" i="0" dirty="0">
                <a:solidFill>
                  <a:srgbClr val="070154"/>
                </a:solidFill>
                <a:latin typeface="IBM Plex Sans SemiBold"/>
                <a:ea typeface="IBM Plex Sans SemiBold"/>
                <a:cs typeface="IBM Plex Sans SemiBold"/>
              </a:rPr>
              <a:t xml:space="preserve">move</a:t>
            </a:r>
            <a:r>
              <a:rPr lang="en-US" sz="2400" spc="-36" kern="0" b="0" i="0" dirty="0">
                <a:solidFill>
                  <a:srgbClr val="070154"/>
                </a:solidFill>
                <a:latin typeface="IBM Plex Sans SemiBold"/>
                <a:ea typeface="IBM Plex Sans SemiBold"/>
                <a:cs typeface="IBM Plex Sans SemiBold"/>
              </a:rPr>
              <a:t xml:space="preserve"> </a:t>
            </a:r>
            <a:br>
              <a:rPr lang="en-US" sz="2400" spc="-36" kern="0" b="0" i="0" dirty="0">
                <a:solidFill>
                  <a:srgbClr val="070154"/>
                </a:solidFill>
                <a:latin typeface="IBM Plex Sans SemiBold"/>
                <a:ea typeface="IBM Plex Sans SemiBold"/>
                <a:cs typeface="IBM Plex Sans SemiBold"/>
              </a:rPr>
            </a:br>
            <a:r>
              <a:rPr lang="en-US" sz="2400" spc="-36" kern="0" b="0" i="0" dirty="0">
                <a:solidFill>
                  <a:srgbClr val="070154"/>
                </a:solidFill>
                <a:latin typeface="IBM Plex Sans SemiBold"/>
                <a:ea typeface="IBM Plex Sans SemiBold"/>
                <a:cs typeface="IBM Plex Sans SemiBold"/>
              </a:rPr>
              <a:t xml:space="preserve">its balances</a:t>
            </a:r>
            <a:endParaRPr lang="en-US" sz="2400" spc="-36" kern="0" b="0" i="0" dirty="0">
              <a:solidFill>
                <a:srgbClr val="070154"/>
              </a:solidFill>
              <a:latin typeface="IBM Plex Sans SemiBold"/>
              <a:ea typeface="IBM Plex Sans SemiBold"/>
              <a:cs typeface="IBM Plex Sans SemiBold"/>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158</a:t>
            </a:fld>
            <a:endParaRPr lang="en-US" sz="700" spc="0" kern="0" b="0" i="0" dirty="0">
              <a:solidFill>
                <a:srgbClr val="070154"/>
              </a:solidFill>
              <a:latin typeface="IBM Plex Mono SemiBold"/>
              <a:ea typeface="IBM Plex Mono SemiBold"/>
              <a:cs typeface="IBM Plex Mono SemiBold"/>
            </a:endParaRPr>
          </a:p>
        </p:txBody>
      </p:sp>
      <p:grpSp>
        <p:nvGrpSpPr>
          <p:cNvPr id="51" name="node01"/>
          <p:cNvGrpSpPr/>
          <p:nvPr/>
        </p:nvGrpSpPr>
        <p:grpSpPr>
          <a:xfrm>
            <a:off x="723900" y="2286000"/>
            <a:ext cx="3429000" cy="685800"/>
            <a:chOff x="723900" y="2286000"/>
            <a:chExt cx="3429000" cy="685800"/>
          </a:xfrm>
        </p:grpSpPr>
        <p:sp>
          <p:nvSpPr>
            <p:cNvPr id="7" name="node01.text"/>
            <p:cNvSpPr/>
            <p:nvPr/>
          </p:nvSpPr>
          <p:spPr>
            <a:xfrm>
              <a:off x="723900" y="2286000"/>
              <a:ext cx="3429000" cy="685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Each step has an owner and a window. Work to the actions in order and log each one as it completes.</a:t>
              </a:r>
              <a:endParaRPr lang="en-US" sz="1200" spc="0" kern="0" b="0" i="0" dirty="0">
                <a:solidFill>
                  <a:srgbClr val="070154"/>
                </a:solidFill>
                <a:latin typeface="IBM Plex Sans"/>
                <a:ea typeface="IBM Plex Sans"/>
                <a:cs typeface="IBM Plex Sans"/>
              </a:endParaRPr>
            </a:p>
          </p:txBody>
        </p:sp>
      </p:grpSp>
      <p:grpSp>
        <p:nvGrpSpPr>
          <p:cNvPr id="52" name="node02"/>
          <p:cNvGrpSpPr/>
          <p:nvPr/>
        </p:nvGrpSpPr>
        <p:grpSpPr>
          <a:xfrm>
            <a:off x="723900" y="5257800"/>
            <a:ext cx="3429000" cy="685800"/>
            <a:chOff x="723900" y="5257800"/>
            <a:chExt cx="3429000" cy="685800"/>
          </a:xfrm>
        </p:grpSpPr>
        <p:sp>
          <p:nvSpPr>
            <p:cNvPr id="8" name="node02.surface"/>
            <p:cNvSpPr/>
            <p:nvPr/>
          </p:nvSpPr>
          <p:spPr>
            <a:xfrm>
              <a:off x="723900" y="5257800"/>
              <a:ext cx="3429000" cy="685800"/>
            </a:xfrm>
            <a:prstGeom prst="rect">
              <a:avLst/>
            </a:prstGeom>
            <a:solidFill>
              <a:srgbClr val="E8EEF8"/>
            </a:solidFill>
            <a:ln>
              <a:noFill/>
            </a:ln>
          </p:spPr>
        </p:sp>
        <p:sp>
          <p:nvSpPr>
            <p:cNvPr id="9" name="node02.text"/>
            <p:cNvSpPr/>
            <p:nvPr/>
          </p:nvSpPr>
          <p:spPr>
            <a:xfrm>
              <a:off x="876300" y="5486400"/>
              <a:ext cx="3124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Step 4 · page 1 of 2 · Continued on next page</a:t>
              </a:r>
              <a:endParaRPr lang="en-US" sz="1200" spc="0" kern="0" b="0" i="0" dirty="0">
                <a:solidFill>
                  <a:srgbClr val="070154"/>
                </a:solidFill>
                <a:latin typeface="IBM Plex Sans"/>
                <a:ea typeface="IBM Plex Sans"/>
                <a:cs typeface="IBM Plex Sans"/>
              </a:endParaRPr>
            </a:p>
          </p:txBody>
        </p:sp>
      </p:grpSp>
      <p:grpSp>
        <p:nvGrpSpPr>
          <p:cNvPr id="53" name="node03"/>
          <p:cNvGrpSpPr/>
          <p:nvPr/>
        </p:nvGrpSpPr>
        <p:grpSpPr>
          <a:xfrm>
            <a:off x="4381500" y="533400"/>
            <a:ext cx="3429000" cy="381000"/>
            <a:chOff x="4381500" y="533400"/>
            <a:chExt cx="3429000" cy="381000"/>
          </a:xfrm>
        </p:grpSpPr>
        <p:sp>
          <p:nvSpPr>
            <p:cNvPr id="10" name="node03.number"/>
            <p:cNvSpPr/>
            <p:nvPr/>
          </p:nvSpPr>
          <p:spPr>
            <a:xfrm>
              <a:off x="4381500" y="597408"/>
              <a:ext cx="137795"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1</a:t>
              </a:r>
              <a:endParaRPr lang="en-US" sz="1800" spc="0" kern="0" b="0" i="0" dirty="0">
                <a:solidFill>
                  <a:srgbClr val="0047FF"/>
                </a:solidFill>
                <a:latin typeface="IBM Plex Mono SemiBold"/>
                <a:ea typeface="IBM Plex Mono SemiBold"/>
                <a:cs typeface="IBM Plex Mono SemiBold"/>
              </a:endParaRPr>
            </a:p>
          </p:txBody>
        </p:sp>
        <p:sp>
          <p:nvSpPr>
            <p:cNvPr id="11" name="node03.text"/>
            <p:cNvSpPr/>
            <p:nvPr/>
          </p:nvSpPr>
          <p:spPr>
            <a:xfrm>
              <a:off x="4632325" y="533400"/>
              <a:ext cx="3178175" cy="3810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Freeze legacy postings</a:t>
              </a:r>
              <a:endParaRPr lang="en-US" sz="2400" spc="-36" kern="0" b="0" i="0" dirty="0">
                <a:solidFill>
                  <a:srgbClr val="070154"/>
                </a:solidFill>
                <a:latin typeface="IBM Plex Sans SemiBold"/>
                <a:ea typeface="IBM Plex Sans SemiBold"/>
                <a:cs typeface="IBM Plex Sans SemiBold"/>
              </a:endParaRPr>
            </a:p>
          </p:txBody>
        </p:sp>
      </p:grpSp>
      <p:grpSp>
        <p:nvGrpSpPr>
          <p:cNvPr id="54" name="node04"/>
          <p:cNvGrpSpPr/>
          <p:nvPr/>
        </p:nvGrpSpPr>
        <p:grpSpPr>
          <a:xfrm>
            <a:off x="4381500" y="1371600"/>
            <a:ext cx="3429000" cy="228600"/>
            <a:chOff x="4381500" y="1371600"/>
            <a:chExt cx="3429000" cy="228600"/>
          </a:xfrm>
        </p:grpSpPr>
        <p:sp>
          <p:nvSpPr>
            <p:cNvPr id="12" name="node04.text"/>
            <p:cNvSpPr/>
            <p:nvPr/>
          </p:nvSpPr>
          <p:spPr>
            <a:xfrm>
              <a:off x="4381500" y="1371600"/>
              <a:ext cx="3429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Owner: Controller</a:t>
              </a:r>
              <a:endParaRPr lang="en-US" sz="1200" spc="0" kern="0" b="0" i="0" dirty="0">
                <a:solidFill>
                  <a:srgbClr val="070154"/>
                </a:solidFill>
                <a:latin typeface="IBM Plex Sans"/>
                <a:ea typeface="IBM Plex Sans"/>
                <a:cs typeface="IBM Plex Sans"/>
              </a:endParaRPr>
            </a:p>
          </p:txBody>
        </p:sp>
      </p:grpSp>
      <p:grpSp>
        <p:nvGrpSpPr>
          <p:cNvPr id="55" name="node05"/>
          <p:cNvGrpSpPr/>
          <p:nvPr/>
        </p:nvGrpSpPr>
        <p:grpSpPr>
          <a:xfrm>
            <a:off x="4381500" y="1600200"/>
            <a:ext cx="3429000" cy="228600"/>
            <a:chOff x="4381500" y="1600200"/>
            <a:chExt cx="3429000" cy="228600"/>
          </a:xfrm>
        </p:grpSpPr>
        <p:sp>
          <p:nvSpPr>
            <p:cNvPr id="13" name="node05.text"/>
            <p:cNvSpPr/>
            <p:nvPr/>
          </p:nvSpPr>
          <p:spPr>
            <a:xfrm>
              <a:off x="4381500" y="1600200"/>
              <a:ext cx="3429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Fri 18:00 · 30m</a:t>
              </a:r>
              <a:endParaRPr lang="en-US" sz="1200" spc="0" kern="0" b="0" i="0" dirty="0">
                <a:solidFill>
                  <a:srgbClr val="50658E"/>
                </a:solidFill>
                <a:latin typeface="IBM Plex Sans"/>
                <a:ea typeface="IBM Plex Sans"/>
                <a:cs typeface="IBM Plex Sans"/>
              </a:endParaRPr>
            </a:p>
          </p:txBody>
        </p:sp>
      </p:grpSp>
      <p:grpSp>
        <p:nvGrpSpPr>
          <p:cNvPr id="56" name="node06"/>
          <p:cNvGrpSpPr/>
          <p:nvPr/>
        </p:nvGrpSpPr>
        <p:grpSpPr>
          <a:xfrm>
            <a:off x="8039100" y="533400"/>
            <a:ext cx="3429000" cy="762000"/>
            <a:chOff x="8039100" y="533400"/>
            <a:chExt cx="3429000" cy="762000"/>
          </a:xfrm>
        </p:grpSpPr>
        <p:sp>
          <p:nvSpPr>
            <p:cNvPr id="14" name="node06.source-001.bullet"/>
            <p:cNvSpPr/>
            <p:nvPr/>
          </p:nvSpPr>
          <p:spPr>
            <a:xfrm>
              <a:off x="8039100" y="622300"/>
              <a:ext cx="38100" cy="38100"/>
            </a:xfrm>
            <a:prstGeom prst="rect">
              <a:avLst/>
            </a:prstGeom>
            <a:solidFill>
              <a:srgbClr val="070154"/>
            </a:solidFill>
            <a:ln>
              <a:noFill/>
            </a:ln>
          </p:spPr>
        </p:sp>
        <p:sp>
          <p:nvSpPr>
            <p:cNvPr id="15" name="node06.source-001.text"/>
            <p:cNvSpPr/>
            <p:nvPr/>
          </p:nvSpPr>
          <p:spPr>
            <a:xfrm>
              <a:off x="8191500" y="5334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Close open batches</a:t>
              </a:r>
              <a:endParaRPr lang="en-US" sz="1200" spc="0" kern="0" b="0" i="0" dirty="0">
                <a:solidFill>
                  <a:srgbClr val="070154"/>
                </a:solidFill>
                <a:latin typeface="IBM Plex Sans"/>
                <a:ea typeface="IBM Plex Sans"/>
                <a:cs typeface="IBM Plex Sans"/>
              </a:endParaRPr>
            </a:p>
          </p:txBody>
        </p:sp>
        <p:sp>
          <p:nvSpPr>
            <p:cNvPr id="16" name="node06.source-002.bullet"/>
            <p:cNvSpPr/>
            <p:nvPr/>
          </p:nvSpPr>
          <p:spPr>
            <a:xfrm>
              <a:off x="8039100" y="889000"/>
              <a:ext cx="38100" cy="38100"/>
            </a:xfrm>
            <a:prstGeom prst="rect">
              <a:avLst/>
            </a:prstGeom>
            <a:solidFill>
              <a:srgbClr val="070154"/>
            </a:solidFill>
            <a:ln>
              <a:noFill/>
            </a:ln>
          </p:spPr>
        </p:sp>
        <p:sp>
          <p:nvSpPr>
            <p:cNvPr id="17" name="node06.source-002.text"/>
            <p:cNvSpPr/>
            <p:nvPr/>
          </p:nvSpPr>
          <p:spPr>
            <a:xfrm>
              <a:off x="8191500" y="8001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Lock subledgers</a:t>
              </a:r>
              <a:endParaRPr lang="en-US" sz="1200" spc="0" kern="0" b="0" i="0" dirty="0">
                <a:solidFill>
                  <a:srgbClr val="070154"/>
                </a:solidFill>
                <a:latin typeface="IBM Plex Sans"/>
                <a:ea typeface="IBM Plex Sans"/>
                <a:cs typeface="IBM Plex Sans"/>
              </a:endParaRPr>
            </a:p>
          </p:txBody>
        </p:sp>
        <p:sp>
          <p:nvSpPr>
            <p:cNvPr id="18" name="node06.source-003.bullet"/>
            <p:cNvSpPr/>
            <p:nvPr/>
          </p:nvSpPr>
          <p:spPr>
            <a:xfrm>
              <a:off x="8039100" y="1155700"/>
              <a:ext cx="38100" cy="38100"/>
            </a:xfrm>
            <a:prstGeom prst="rect">
              <a:avLst/>
            </a:prstGeom>
            <a:solidFill>
              <a:srgbClr val="070154"/>
            </a:solidFill>
            <a:ln>
              <a:noFill/>
            </a:ln>
          </p:spPr>
        </p:sp>
        <p:sp>
          <p:nvSpPr>
            <p:cNvPr id="19" name="node06.source-003.text"/>
            <p:cNvSpPr/>
            <p:nvPr/>
          </p:nvSpPr>
          <p:spPr>
            <a:xfrm>
              <a:off x="8191500" y="10668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Publish the freeze notice</a:t>
              </a:r>
              <a:endParaRPr lang="en-US" sz="1200" spc="0" kern="0" b="0" i="0" dirty="0">
                <a:solidFill>
                  <a:srgbClr val="070154"/>
                </a:solidFill>
                <a:latin typeface="IBM Plex Sans"/>
                <a:ea typeface="IBM Plex Sans"/>
                <a:cs typeface="IBM Plex Sans"/>
              </a:endParaRPr>
            </a:p>
          </p:txBody>
        </p:sp>
      </p:grpSp>
      <p:sp>
        <p:nvSpPr>
          <p:cNvPr id="20" name="node07"/>
          <p:cNvSpPr/>
          <p:nvPr/>
        </p:nvSpPr>
        <p:spPr>
          <a:xfrm>
            <a:off x="4381500" y="1828800"/>
            <a:ext cx="7086600" cy="9525"/>
          </a:xfrm>
          <a:prstGeom prst="rect">
            <a:avLst/>
          </a:prstGeom>
          <a:solidFill>
            <a:srgbClr val="CED7E6"/>
          </a:solidFill>
          <a:ln>
            <a:noFill/>
          </a:ln>
        </p:spPr>
      </p:sp>
      <p:grpSp>
        <p:nvGrpSpPr>
          <p:cNvPr id="57" name="node08"/>
          <p:cNvGrpSpPr/>
          <p:nvPr/>
        </p:nvGrpSpPr>
        <p:grpSpPr>
          <a:xfrm>
            <a:off x="4381500" y="1905000"/>
            <a:ext cx="3429000" cy="381000"/>
            <a:chOff x="4381500" y="1905000"/>
            <a:chExt cx="3429000" cy="381000"/>
          </a:xfrm>
        </p:grpSpPr>
        <p:sp>
          <p:nvSpPr>
            <p:cNvPr id="21" name="node08.number"/>
            <p:cNvSpPr/>
            <p:nvPr/>
          </p:nvSpPr>
          <p:spPr>
            <a:xfrm>
              <a:off x="4381500" y="1969008"/>
              <a:ext cx="137795"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2</a:t>
              </a:r>
              <a:endParaRPr lang="en-US" sz="1800" spc="0" kern="0" b="0" i="0" dirty="0">
                <a:solidFill>
                  <a:srgbClr val="0047FF"/>
                </a:solidFill>
                <a:latin typeface="IBM Plex Mono SemiBold"/>
                <a:ea typeface="IBM Plex Mono SemiBold"/>
                <a:cs typeface="IBM Plex Mono SemiBold"/>
              </a:endParaRPr>
            </a:p>
          </p:txBody>
        </p:sp>
        <p:sp>
          <p:nvSpPr>
            <p:cNvPr id="22" name="node08.text"/>
            <p:cNvSpPr/>
            <p:nvPr/>
          </p:nvSpPr>
          <p:spPr>
            <a:xfrm>
              <a:off x="4632325" y="1905000"/>
              <a:ext cx="3178175" cy="3810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Take the final backup</a:t>
              </a:r>
              <a:endParaRPr lang="en-US" sz="2400" spc="-36" kern="0" b="0" i="0" dirty="0">
                <a:solidFill>
                  <a:srgbClr val="070154"/>
                </a:solidFill>
                <a:latin typeface="IBM Plex Sans SemiBold"/>
                <a:ea typeface="IBM Plex Sans SemiBold"/>
                <a:cs typeface="IBM Plex Sans SemiBold"/>
              </a:endParaRPr>
            </a:p>
          </p:txBody>
        </p:sp>
      </p:grpSp>
      <p:grpSp>
        <p:nvGrpSpPr>
          <p:cNvPr id="58" name="node09"/>
          <p:cNvGrpSpPr/>
          <p:nvPr/>
        </p:nvGrpSpPr>
        <p:grpSpPr>
          <a:xfrm>
            <a:off x="4381500" y="2743200"/>
            <a:ext cx="3429000" cy="228600"/>
            <a:chOff x="4381500" y="2743200"/>
            <a:chExt cx="3429000" cy="228600"/>
          </a:xfrm>
        </p:grpSpPr>
        <p:sp>
          <p:nvSpPr>
            <p:cNvPr id="23" name="node09.text"/>
            <p:cNvSpPr/>
            <p:nvPr/>
          </p:nvSpPr>
          <p:spPr>
            <a:xfrm>
              <a:off x="4381500" y="2743200"/>
              <a:ext cx="3429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Owner: Finance IT</a:t>
              </a:r>
              <a:endParaRPr lang="en-US" sz="1200" spc="0" kern="0" b="0" i="0" dirty="0">
                <a:solidFill>
                  <a:srgbClr val="070154"/>
                </a:solidFill>
                <a:latin typeface="IBM Plex Sans"/>
                <a:ea typeface="IBM Plex Sans"/>
                <a:cs typeface="IBM Plex Sans"/>
              </a:endParaRPr>
            </a:p>
          </p:txBody>
        </p:sp>
      </p:grpSp>
      <p:grpSp>
        <p:nvGrpSpPr>
          <p:cNvPr id="59" name="node10"/>
          <p:cNvGrpSpPr/>
          <p:nvPr/>
        </p:nvGrpSpPr>
        <p:grpSpPr>
          <a:xfrm>
            <a:off x="4381500" y="2971800"/>
            <a:ext cx="3429000" cy="228600"/>
            <a:chOff x="4381500" y="2971800"/>
            <a:chExt cx="3429000" cy="228600"/>
          </a:xfrm>
        </p:grpSpPr>
        <p:sp>
          <p:nvSpPr>
            <p:cNvPr id="24" name="node10.text"/>
            <p:cNvSpPr/>
            <p:nvPr/>
          </p:nvSpPr>
          <p:spPr>
            <a:xfrm>
              <a:off x="4381500" y="2971800"/>
              <a:ext cx="3429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Fri 18:30 · 1h</a:t>
              </a:r>
              <a:endParaRPr lang="en-US" sz="1200" spc="0" kern="0" b="0" i="0" dirty="0">
                <a:solidFill>
                  <a:srgbClr val="50658E"/>
                </a:solidFill>
                <a:latin typeface="IBM Plex Sans"/>
                <a:ea typeface="IBM Plex Sans"/>
                <a:cs typeface="IBM Plex Sans"/>
              </a:endParaRPr>
            </a:p>
          </p:txBody>
        </p:sp>
      </p:grpSp>
      <p:grpSp>
        <p:nvGrpSpPr>
          <p:cNvPr id="60" name="node11"/>
          <p:cNvGrpSpPr/>
          <p:nvPr/>
        </p:nvGrpSpPr>
        <p:grpSpPr>
          <a:xfrm>
            <a:off x="8039100" y="1905000"/>
            <a:ext cx="3429000" cy="495300"/>
            <a:chOff x="8039100" y="1905000"/>
            <a:chExt cx="3429000" cy="495300"/>
          </a:xfrm>
        </p:grpSpPr>
        <p:sp>
          <p:nvSpPr>
            <p:cNvPr id="25" name="node11.source-001.bullet"/>
            <p:cNvSpPr/>
            <p:nvPr/>
          </p:nvSpPr>
          <p:spPr>
            <a:xfrm>
              <a:off x="8039100" y="1993900"/>
              <a:ext cx="38100" cy="38100"/>
            </a:xfrm>
            <a:prstGeom prst="rect">
              <a:avLst/>
            </a:prstGeom>
            <a:solidFill>
              <a:srgbClr val="070154"/>
            </a:solidFill>
            <a:ln>
              <a:noFill/>
            </a:ln>
          </p:spPr>
        </p:sp>
        <p:sp>
          <p:nvSpPr>
            <p:cNvPr id="26" name="node11.source-001.text"/>
            <p:cNvSpPr/>
            <p:nvPr/>
          </p:nvSpPr>
          <p:spPr>
            <a:xfrm>
              <a:off x="8191500" y="19050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Snapshot the legacy ledger</a:t>
              </a:r>
              <a:endParaRPr lang="en-US" sz="1200" spc="0" kern="0" b="0" i="0" dirty="0">
                <a:solidFill>
                  <a:srgbClr val="070154"/>
                </a:solidFill>
                <a:latin typeface="IBM Plex Sans"/>
                <a:ea typeface="IBM Plex Sans"/>
                <a:cs typeface="IBM Plex Sans"/>
              </a:endParaRPr>
            </a:p>
          </p:txBody>
        </p:sp>
        <p:sp>
          <p:nvSpPr>
            <p:cNvPr id="27" name="node11.source-002.bullet"/>
            <p:cNvSpPr/>
            <p:nvPr/>
          </p:nvSpPr>
          <p:spPr>
            <a:xfrm>
              <a:off x="8039100" y="2260600"/>
              <a:ext cx="38100" cy="38100"/>
            </a:xfrm>
            <a:prstGeom prst="rect">
              <a:avLst/>
            </a:prstGeom>
            <a:solidFill>
              <a:srgbClr val="070154"/>
            </a:solidFill>
            <a:ln>
              <a:noFill/>
            </a:ln>
          </p:spPr>
        </p:sp>
        <p:sp>
          <p:nvSpPr>
            <p:cNvPr id="28" name="node11.source-002.text"/>
            <p:cNvSpPr/>
            <p:nvPr/>
          </p:nvSpPr>
          <p:spPr>
            <a:xfrm>
              <a:off x="8191500" y="21717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Verify checksums</a:t>
              </a:r>
              <a:endParaRPr lang="en-US" sz="1200" spc="0" kern="0" b="0" i="0" dirty="0">
                <a:solidFill>
                  <a:srgbClr val="070154"/>
                </a:solidFill>
                <a:latin typeface="IBM Plex Sans"/>
                <a:ea typeface="IBM Plex Sans"/>
                <a:cs typeface="IBM Plex Sans"/>
              </a:endParaRPr>
            </a:p>
          </p:txBody>
        </p:sp>
      </p:grpSp>
      <p:sp>
        <p:nvSpPr>
          <p:cNvPr id="29" name="node12"/>
          <p:cNvSpPr/>
          <p:nvPr/>
        </p:nvSpPr>
        <p:spPr>
          <a:xfrm>
            <a:off x="4381500" y="3200400"/>
            <a:ext cx="7086600" cy="9525"/>
          </a:xfrm>
          <a:prstGeom prst="rect">
            <a:avLst/>
          </a:prstGeom>
          <a:solidFill>
            <a:srgbClr val="CED7E6"/>
          </a:solidFill>
          <a:ln>
            <a:noFill/>
          </a:ln>
        </p:spPr>
      </p:sp>
      <p:grpSp>
        <p:nvGrpSpPr>
          <p:cNvPr id="61" name="node13"/>
          <p:cNvGrpSpPr/>
          <p:nvPr/>
        </p:nvGrpSpPr>
        <p:grpSpPr>
          <a:xfrm>
            <a:off x="4381500" y="3276600"/>
            <a:ext cx="3429000" cy="381000"/>
            <a:chOff x="4381500" y="3276600"/>
            <a:chExt cx="3429000" cy="381000"/>
          </a:xfrm>
        </p:grpSpPr>
        <p:sp>
          <p:nvSpPr>
            <p:cNvPr id="30" name="node13.number"/>
            <p:cNvSpPr/>
            <p:nvPr/>
          </p:nvSpPr>
          <p:spPr>
            <a:xfrm>
              <a:off x="4381500" y="3340608"/>
              <a:ext cx="137795"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3</a:t>
              </a:r>
              <a:endParaRPr lang="en-US" sz="1800" spc="0" kern="0" b="0" i="0" dirty="0">
                <a:solidFill>
                  <a:srgbClr val="0047FF"/>
                </a:solidFill>
                <a:latin typeface="IBM Plex Mono SemiBold"/>
                <a:ea typeface="IBM Plex Mono SemiBold"/>
                <a:cs typeface="IBM Plex Mono SemiBold"/>
              </a:endParaRPr>
            </a:p>
          </p:txBody>
        </p:sp>
        <p:sp>
          <p:nvSpPr>
            <p:cNvPr id="31" name="node13.text"/>
            <p:cNvSpPr/>
            <p:nvPr/>
          </p:nvSpPr>
          <p:spPr>
            <a:xfrm>
              <a:off x="4632325" y="3276600"/>
              <a:ext cx="3178175" cy="3810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Extract open balances</a:t>
              </a:r>
              <a:endParaRPr lang="en-US" sz="2400" spc="-36" kern="0" b="0" i="0" dirty="0">
                <a:solidFill>
                  <a:srgbClr val="070154"/>
                </a:solidFill>
                <a:latin typeface="IBM Plex Sans SemiBold"/>
                <a:ea typeface="IBM Plex Sans SemiBold"/>
                <a:cs typeface="IBM Plex Sans SemiBold"/>
              </a:endParaRPr>
            </a:p>
          </p:txBody>
        </p:sp>
      </p:grpSp>
      <p:grpSp>
        <p:nvGrpSpPr>
          <p:cNvPr id="62" name="node14"/>
          <p:cNvGrpSpPr/>
          <p:nvPr/>
        </p:nvGrpSpPr>
        <p:grpSpPr>
          <a:xfrm>
            <a:off x="4381500" y="4114800"/>
            <a:ext cx="3429000" cy="228600"/>
            <a:chOff x="4381500" y="4114800"/>
            <a:chExt cx="3429000" cy="228600"/>
          </a:xfrm>
        </p:grpSpPr>
        <p:sp>
          <p:nvSpPr>
            <p:cNvPr id="32" name="node14.text"/>
            <p:cNvSpPr/>
            <p:nvPr/>
          </p:nvSpPr>
          <p:spPr>
            <a:xfrm>
              <a:off x="4381500" y="4114800"/>
              <a:ext cx="3429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Owner: Data lead</a:t>
              </a:r>
              <a:endParaRPr lang="en-US" sz="1200" spc="0" kern="0" b="0" i="0" dirty="0">
                <a:solidFill>
                  <a:srgbClr val="070154"/>
                </a:solidFill>
                <a:latin typeface="IBM Plex Sans"/>
                <a:ea typeface="IBM Plex Sans"/>
                <a:cs typeface="IBM Plex Sans"/>
              </a:endParaRPr>
            </a:p>
          </p:txBody>
        </p:sp>
      </p:grpSp>
      <p:grpSp>
        <p:nvGrpSpPr>
          <p:cNvPr id="63" name="node15"/>
          <p:cNvGrpSpPr/>
          <p:nvPr/>
        </p:nvGrpSpPr>
        <p:grpSpPr>
          <a:xfrm>
            <a:off x="4381500" y="4343400"/>
            <a:ext cx="3429000" cy="228600"/>
            <a:chOff x="4381500" y="4343400"/>
            <a:chExt cx="3429000" cy="228600"/>
          </a:xfrm>
        </p:grpSpPr>
        <p:sp>
          <p:nvSpPr>
            <p:cNvPr id="33" name="node15.text"/>
            <p:cNvSpPr/>
            <p:nvPr/>
          </p:nvSpPr>
          <p:spPr>
            <a:xfrm>
              <a:off x="4381500" y="4343400"/>
              <a:ext cx="3429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Fri 19:30 · 3h</a:t>
              </a:r>
              <a:endParaRPr lang="en-US" sz="1200" spc="0" kern="0" b="0" i="0" dirty="0">
                <a:solidFill>
                  <a:srgbClr val="50658E"/>
                </a:solidFill>
                <a:latin typeface="IBM Plex Sans"/>
                <a:ea typeface="IBM Plex Sans"/>
                <a:cs typeface="IBM Plex Sans"/>
              </a:endParaRPr>
            </a:p>
          </p:txBody>
        </p:sp>
      </p:grpSp>
      <p:grpSp>
        <p:nvGrpSpPr>
          <p:cNvPr id="64" name="node16"/>
          <p:cNvGrpSpPr/>
          <p:nvPr/>
        </p:nvGrpSpPr>
        <p:grpSpPr>
          <a:xfrm>
            <a:off x="8039100" y="3276600"/>
            <a:ext cx="3429000" cy="762000"/>
            <a:chOff x="8039100" y="3276600"/>
            <a:chExt cx="3429000" cy="762000"/>
          </a:xfrm>
        </p:grpSpPr>
        <p:sp>
          <p:nvSpPr>
            <p:cNvPr id="34" name="node16.source-001.bullet"/>
            <p:cNvSpPr/>
            <p:nvPr/>
          </p:nvSpPr>
          <p:spPr>
            <a:xfrm>
              <a:off x="8039100" y="3365500"/>
              <a:ext cx="38100" cy="38100"/>
            </a:xfrm>
            <a:prstGeom prst="rect">
              <a:avLst/>
            </a:prstGeom>
            <a:solidFill>
              <a:srgbClr val="070154"/>
            </a:solidFill>
            <a:ln>
              <a:noFill/>
            </a:ln>
          </p:spPr>
        </p:sp>
        <p:sp>
          <p:nvSpPr>
            <p:cNvPr id="35" name="node16.source-001.text"/>
            <p:cNvSpPr/>
            <p:nvPr/>
          </p:nvSpPr>
          <p:spPr>
            <a:xfrm>
              <a:off x="8191500" y="32766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Run the extract jobs</a:t>
              </a:r>
              <a:endParaRPr lang="en-US" sz="1200" spc="0" kern="0" b="0" i="0" dirty="0">
                <a:solidFill>
                  <a:srgbClr val="070154"/>
                </a:solidFill>
                <a:latin typeface="IBM Plex Sans"/>
                <a:ea typeface="IBM Plex Sans"/>
                <a:cs typeface="IBM Plex Sans"/>
              </a:endParaRPr>
            </a:p>
          </p:txBody>
        </p:sp>
        <p:sp>
          <p:nvSpPr>
            <p:cNvPr id="36" name="node16.source-002.bullet"/>
            <p:cNvSpPr/>
            <p:nvPr/>
          </p:nvSpPr>
          <p:spPr>
            <a:xfrm>
              <a:off x="8039100" y="3632200"/>
              <a:ext cx="38100" cy="38100"/>
            </a:xfrm>
            <a:prstGeom prst="rect">
              <a:avLst/>
            </a:prstGeom>
            <a:solidFill>
              <a:srgbClr val="070154"/>
            </a:solidFill>
            <a:ln>
              <a:noFill/>
            </a:ln>
          </p:spPr>
        </p:sp>
        <p:sp>
          <p:nvSpPr>
            <p:cNvPr id="37" name="node16.source-002.text"/>
            <p:cNvSpPr/>
            <p:nvPr/>
          </p:nvSpPr>
          <p:spPr>
            <a:xfrm>
              <a:off x="8191500" y="35433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Tie to the trial balance</a:t>
              </a:r>
              <a:endParaRPr lang="en-US" sz="1200" spc="0" kern="0" b="0" i="0" dirty="0">
                <a:solidFill>
                  <a:srgbClr val="070154"/>
                </a:solidFill>
                <a:latin typeface="IBM Plex Sans"/>
                <a:ea typeface="IBM Plex Sans"/>
                <a:cs typeface="IBM Plex Sans"/>
              </a:endParaRPr>
            </a:p>
          </p:txBody>
        </p:sp>
        <p:sp>
          <p:nvSpPr>
            <p:cNvPr id="38" name="node16.source-003.bullet"/>
            <p:cNvSpPr/>
            <p:nvPr/>
          </p:nvSpPr>
          <p:spPr>
            <a:xfrm>
              <a:off x="8039100" y="3898900"/>
              <a:ext cx="38100" cy="38100"/>
            </a:xfrm>
            <a:prstGeom prst="rect">
              <a:avLst/>
            </a:prstGeom>
            <a:solidFill>
              <a:srgbClr val="070154"/>
            </a:solidFill>
            <a:ln>
              <a:noFill/>
            </a:ln>
          </p:spPr>
        </p:sp>
        <p:sp>
          <p:nvSpPr>
            <p:cNvPr id="39" name="node16.source-003.text"/>
            <p:cNvSpPr/>
            <p:nvPr/>
          </p:nvSpPr>
          <p:spPr>
            <a:xfrm>
              <a:off x="8191500" y="38100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Log variances</a:t>
              </a:r>
              <a:endParaRPr lang="en-US" sz="1200" spc="0" kern="0" b="0" i="0" dirty="0">
                <a:solidFill>
                  <a:srgbClr val="070154"/>
                </a:solidFill>
                <a:latin typeface="IBM Plex Sans"/>
                <a:ea typeface="IBM Plex Sans"/>
                <a:cs typeface="IBM Plex Sans"/>
              </a:endParaRPr>
            </a:p>
          </p:txBody>
        </p:sp>
      </p:grpSp>
      <p:sp>
        <p:nvSpPr>
          <p:cNvPr id="40" name="node17"/>
          <p:cNvSpPr/>
          <p:nvPr/>
        </p:nvSpPr>
        <p:spPr>
          <a:xfrm>
            <a:off x="4381500" y="4572000"/>
            <a:ext cx="7086600" cy="9525"/>
          </a:xfrm>
          <a:prstGeom prst="rect">
            <a:avLst/>
          </a:prstGeom>
          <a:solidFill>
            <a:srgbClr val="CED7E6"/>
          </a:solidFill>
          <a:ln>
            <a:noFill/>
          </a:ln>
        </p:spPr>
      </p:sp>
      <p:grpSp>
        <p:nvGrpSpPr>
          <p:cNvPr id="65" name="node18"/>
          <p:cNvGrpSpPr/>
          <p:nvPr/>
        </p:nvGrpSpPr>
        <p:grpSpPr>
          <a:xfrm>
            <a:off x="4381500" y="4648200"/>
            <a:ext cx="3429000" cy="381000"/>
            <a:chOff x="4381500" y="4648200"/>
            <a:chExt cx="3429000" cy="381000"/>
          </a:xfrm>
        </p:grpSpPr>
        <p:sp>
          <p:nvSpPr>
            <p:cNvPr id="41" name="node18.number"/>
            <p:cNvSpPr/>
            <p:nvPr/>
          </p:nvSpPr>
          <p:spPr>
            <a:xfrm>
              <a:off x="4381500" y="4712208"/>
              <a:ext cx="137795"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4</a:t>
              </a:r>
              <a:endParaRPr lang="en-US" sz="1800" spc="0" kern="0" b="0" i="0" dirty="0">
                <a:solidFill>
                  <a:srgbClr val="0047FF"/>
                </a:solidFill>
                <a:latin typeface="IBM Plex Mono SemiBold"/>
                <a:ea typeface="IBM Plex Mono SemiBold"/>
                <a:cs typeface="IBM Plex Mono SemiBold"/>
              </a:endParaRPr>
            </a:p>
          </p:txBody>
        </p:sp>
        <p:sp>
          <p:nvSpPr>
            <p:cNvPr id="42" name="node18.text"/>
            <p:cNvSpPr/>
            <p:nvPr/>
          </p:nvSpPr>
          <p:spPr>
            <a:xfrm>
              <a:off x="4632325" y="4648200"/>
              <a:ext cx="3178175" cy="3810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Load the new ledger</a:t>
              </a:r>
              <a:endParaRPr lang="en-US" sz="2400" spc="-36" kern="0" b="0" i="0" dirty="0">
                <a:solidFill>
                  <a:srgbClr val="070154"/>
                </a:solidFill>
                <a:latin typeface="IBM Plex Sans SemiBold"/>
                <a:ea typeface="IBM Plex Sans SemiBold"/>
                <a:cs typeface="IBM Plex Sans SemiBold"/>
              </a:endParaRPr>
            </a:p>
          </p:txBody>
        </p:sp>
      </p:grpSp>
      <p:grpSp>
        <p:nvGrpSpPr>
          <p:cNvPr id="66" name="node19"/>
          <p:cNvGrpSpPr/>
          <p:nvPr/>
        </p:nvGrpSpPr>
        <p:grpSpPr>
          <a:xfrm>
            <a:off x="4381500" y="5486400"/>
            <a:ext cx="3429000" cy="228600"/>
            <a:chOff x="4381500" y="5486400"/>
            <a:chExt cx="3429000" cy="228600"/>
          </a:xfrm>
        </p:grpSpPr>
        <p:sp>
          <p:nvSpPr>
            <p:cNvPr id="43" name="node19.text"/>
            <p:cNvSpPr/>
            <p:nvPr/>
          </p:nvSpPr>
          <p:spPr>
            <a:xfrm>
              <a:off x="4381500" y="5486400"/>
              <a:ext cx="3429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Owner: Finance IT</a:t>
              </a:r>
              <a:endParaRPr lang="en-US" sz="1200" spc="0" kern="0" b="0" i="0" dirty="0">
                <a:solidFill>
                  <a:srgbClr val="070154"/>
                </a:solidFill>
                <a:latin typeface="IBM Plex Sans"/>
                <a:ea typeface="IBM Plex Sans"/>
                <a:cs typeface="IBM Plex Sans"/>
              </a:endParaRPr>
            </a:p>
          </p:txBody>
        </p:sp>
      </p:grpSp>
      <p:grpSp>
        <p:nvGrpSpPr>
          <p:cNvPr id="67" name="node20"/>
          <p:cNvGrpSpPr/>
          <p:nvPr/>
        </p:nvGrpSpPr>
        <p:grpSpPr>
          <a:xfrm>
            <a:off x="4381500" y="5715000"/>
            <a:ext cx="3429000" cy="228600"/>
            <a:chOff x="4381500" y="5715000"/>
            <a:chExt cx="3429000" cy="228600"/>
          </a:xfrm>
        </p:grpSpPr>
        <p:sp>
          <p:nvSpPr>
            <p:cNvPr id="44" name="node20.text"/>
            <p:cNvSpPr/>
            <p:nvPr/>
          </p:nvSpPr>
          <p:spPr>
            <a:xfrm>
              <a:off x="4381500" y="5715000"/>
              <a:ext cx="3429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Fri 22:30 · 2h</a:t>
              </a:r>
              <a:endParaRPr lang="en-US" sz="1200" spc="0" kern="0" b="0" i="0" dirty="0">
                <a:solidFill>
                  <a:srgbClr val="50658E"/>
                </a:solidFill>
                <a:latin typeface="IBM Plex Sans"/>
                <a:ea typeface="IBM Plex Sans"/>
                <a:cs typeface="IBM Plex Sans"/>
              </a:endParaRPr>
            </a:p>
          </p:txBody>
        </p:sp>
      </p:grpSp>
      <p:grpSp>
        <p:nvGrpSpPr>
          <p:cNvPr id="68" name="node21"/>
          <p:cNvGrpSpPr/>
          <p:nvPr/>
        </p:nvGrpSpPr>
        <p:grpSpPr>
          <a:xfrm>
            <a:off x="8039100" y="4648200"/>
            <a:ext cx="3429000" cy="762000"/>
            <a:chOff x="8039100" y="4648200"/>
            <a:chExt cx="3429000" cy="762000"/>
          </a:xfrm>
        </p:grpSpPr>
        <p:sp>
          <p:nvSpPr>
            <p:cNvPr id="45" name="node21.source-001.bullet"/>
            <p:cNvSpPr/>
            <p:nvPr/>
          </p:nvSpPr>
          <p:spPr>
            <a:xfrm>
              <a:off x="8039100" y="4737100"/>
              <a:ext cx="38100" cy="38100"/>
            </a:xfrm>
            <a:prstGeom prst="rect">
              <a:avLst/>
            </a:prstGeom>
            <a:solidFill>
              <a:srgbClr val="070154"/>
            </a:solidFill>
            <a:ln>
              <a:noFill/>
            </a:ln>
          </p:spPr>
        </p:sp>
        <p:sp>
          <p:nvSpPr>
            <p:cNvPr id="46" name="node21.source-001.text"/>
            <p:cNvSpPr/>
            <p:nvPr/>
          </p:nvSpPr>
          <p:spPr>
            <a:xfrm>
              <a:off x="8191500" y="46482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Load by entity</a:t>
              </a:r>
              <a:endParaRPr lang="en-US" sz="1200" spc="0" kern="0" b="0" i="0" dirty="0">
                <a:solidFill>
                  <a:srgbClr val="070154"/>
                </a:solidFill>
                <a:latin typeface="IBM Plex Sans"/>
                <a:ea typeface="IBM Plex Sans"/>
                <a:cs typeface="IBM Plex Sans"/>
              </a:endParaRPr>
            </a:p>
          </p:txBody>
        </p:sp>
        <p:sp>
          <p:nvSpPr>
            <p:cNvPr id="47" name="node21.source-002.bullet"/>
            <p:cNvSpPr/>
            <p:nvPr/>
          </p:nvSpPr>
          <p:spPr>
            <a:xfrm>
              <a:off x="8039100" y="5003800"/>
              <a:ext cx="38100" cy="38100"/>
            </a:xfrm>
            <a:prstGeom prst="rect">
              <a:avLst/>
            </a:prstGeom>
            <a:solidFill>
              <a:srgbClr val="070154"/>
            </a:solidFill>
            <a:ln>
              <a:noFill/>
            </a:ln>
          </p:spPr>
        </p:sp>
        <p:sp>
          <p:nvSpPr>
            <p:cNvPr id="48" name="node21.source-002.text"/>
            <p:cNvSpPr/>
            <p:nvPr/>
          </p:nvSpPr>
          <p:spPr>
            <a:xfrm>
              <a:off x="8191500" y="49149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Check counts and totals</a:t>
              </a:r>
              <a:endParaRPr lang="en-US" sz="1200" spc="0" kern="0" b="0" i="0" dirty="0">
                <a:solidFill>
                  <a:srgbClr val="070154"/>
                </a:solidFill>
                <a:latin typeface="IBM Plex Sans"/>
                <a:ea typeface="IBM Plex Sans"/>
                <a:cs typeface="IBM Plex Sans"/>
              </a:endParaRPr>
            </a:p>
          </p:txBody>
        </p:sp>
        <p:sp>
          <p:nvSpPr>
            <p:cNvPr id="49" name="node21.source-003.bullet"/>
            <p:cNvSpPr/>
            <p:nvPr/>
          </p:nvSpPr>
          <p:spPr>
            <a:xfrm>
              <a:off x="8039100" y="5270500"/>
              <a:ext cx="38100" cy="38100"/>
            </a:xfrm>
            <a:prstGeom prst="rect">
              <a:avLst/>
            </a:prstGeom>
            <a:solidFill>
              <a:srgbClr val="070154"/>
            </a:solidFill>
            <a:ln>
              <a:noFill/>
            </a:ln>
          </p:spPr>
        </p:sp>
        <p:sp>
          <p:nvSpPr>
            <p:cNvPr id="50" name="node21.source-003.text"/>
            <p:cNvSpPr/>
            <p:nvPr/>
          </p:nvSpPr>
          <p:spPr>
            <a:xfrm>
              <a:off x="8191500" y="51816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Park rejected rows</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name="source-486">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USER ACCEPTANCE TESTING</a:t>
            </a:r>
            <a:endParaRPr lang="en-US" sz="1000" spc="80" kern="0" b="0" i="0" dirty="0">
              <a:solidFill>
                <a:srgbClr val="0047FF"/>
              </a:solidFill>
              <a:latin typeface="IBM Plex Mono SemiBold"/>
              <a:ea typeface="IBM Plex Mono SemiBold"/>
              <a:cs typeface="IBM Plex Mono SemiBold"/>
            </a:endParaRPr>
          </a:p>
        </p:txBody>
      </p:sp>
      <p:pic>
        <p:nvPicPr>
          <p:cNvPr id="4" name="title.mark-002-001" descr="highlight-1; canonical SHA256=b0048aa39744978d339a9910f5cc1482814a8a0eae4c5a63e1f80d6a2885b314">    </p:cNvPr>
          <p:cNvPicPr>
            <a:picLocks noChangeAspect="1"/>
          </p:cNvPicPr>
          <p:nvPr/>
        </p:nvPicPr>
        <p:blipFill>
          <a:blip r:embed="rId1"/>
          <a:stretch>
            <a:fillRect/>
          </a:stretch>
        </p:blipFill>
        <p:spPr>
          <a:xfrm>
            <a:off x="7394562" y="733532"/>
            <a:ext cx="1333576" cy="374904"/>
          </a:xfrm>
          <a:prstGeom prst="rect">
            <a:avLst/>
          </a:prstGeom>
        </p:spPr>
      </p:pic>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 xml:space="preserve">Sixteen defects are open and none is </a:t>
            </a:r>
            <a:r>
              <a:rPr lang="en-US" sz="3200" spc="-590" kern="0" b="0" i="0" dirty="0">
                <a:solidFill>
                  <a:srgbClr val="070154"/>
                </a:solidFill>
                <a:latin typeface="IBM Plex Sans SemiBold"/>
                <a:ea typeface="IBM Plex Sans SemiBold"/>
                <a:cs typeface="IBM Plex Sans SemiBold"/>
              </a:rPr>
              <a:t xml:space="preserve"> </a:t>
            </a:r>
            <a:r>
              <a:rPr lang="en-US" sz="3200" spc="-64" kern="0" b="0" i="0" dirty="0">
                <a:solidFill>
                  <a:srgbClr val="070154"/>
                </a:solidFill>
                <a:latin typeface="IBM Plex Sans SemiBold"/>
                <a:ea typeface="IBM Plex Sans SemiBold"/>
                <a:cs typeface="IBM Plex Sans SemiBold"/>
              </a:rPr>
              <a:t xml:space="preserve">critical</a:t>
            </a:r>
            <a:r>
              <a:rPr lang="en-US" sz="3200" spc="-590" kern="0" b="0" i="0" dirty="0">
                <a:solidFill>
                  <a:srgbClr val="070154"/>
                </a:solidFill>
                <a:latin typeface="IBM Plex Sans SemiBold"/>
                <a:ea typeface="IBM Plex Sans SemiBold"/>
                <a:cs typeface="IBM Plex Sans SemiBold"/>
              </a:rPr>
              <a:t xml:space="preserve"> </a:t>
            </a:r>
            <a:endParaRPr lang="en-US" sz="3200" spc="-64" kern="0" b="0" i="0" dirty="0">
              <a:solidFill>
                <a:srgbClr val="070154"/>
              </a:solidFill>
              <a:latin typeface="IBM Plex Sans SemiBold"/>
              <a:ea typeface="IBM Plex Sans SemiBold"/>
              <a:cs typeface="IBM Plex Sans SemiBold"/>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159</a:t>
            </a:fld>
            <a:endParaRPr lang="en-US" sz="700" spc="0" kern="0" b="0" i="0" dirty="0">
              <a:solidFill>
                <a:srgbClr val="070154"/>
              </a:solidFill>
              <a:latin typeface="IBM Plex Mono SemiBold"/>
              <a:ea typeface="IBM Plex Mono SemiBold"/>
              <a:cs typeface="IBM Plex Mono SemiBold"/>
            </a:endParaRPr>
          </a:p>
        </p:txBody>
      </p:sp>
      <p:grpSp>
        <p:nvGrpSpPr>
          <p:cNvPr id="58" name="node01"/>
          <p:cNvGrpSpPr/>
          <p:nvPr/>
        </p:nvGrpSpPr>
        <p:grpSpPr>
          <a:xfrm>
            <a:off x="723900" y="1600200"/>
            <a:ext cx="6629400" cy="2641600"/>
            <a:chOff x="723900" y="1600200"/>
            <a:chExt cx="6629400" cy="2641600"/>
          </a:xfrm>
        </p:grpSpPr>
        <p:sp>
          <p:nvSpPr>
            <p:cNvPr id="7" name="node01.row.item-001.a.heat-gap"/>
            <p:cNvSpPr/>
            <p:nvPr/>
          </p:nvSpPr>
          <p:spPr>
            <a:xfrm>
              <a:off x="2324100" y="1955800"/>
              <a:ext cx="685800" cy="571500"/>
            </a:xfrm>
            <a:prstGeom prst="rect">
              <a:avLst/>
            </a:prstGeom>
            <a:solidFill>
              <a:srgbClr val="FFFFFF"/>
            </a:solidFill>
            <a:ln>
              <a:noFill/>
            </a:ln>
          </p:spPr>
        </p:sp>
        <p:sp>
          <p:nvSpPr>
            <p:cNvPr id="8" name="node01.row.item-001.a.heat"/>
            <p:cNvSpPr/>
            <p:nvPr/>
          </p:nvSpPr>
          <p:spPr>
            <a:xfrm>
              <a:off x="2343150" y="1974850"/>
              <a:ext cx="647700" cy="533400"/>
            </a:xfrm>
            <a:prstGeom prst="rect">
              <a:avLst/>
            </a:prstGeom>
            <a:solidFill>
              <a:srgbClr val="E8EEF8"/>
            </a:solidFill>
            <a:ln>
              <a:noFill/>
            </a:ln>
          </p:spPr>
        </p:sp>
        <p:sp>
          <p:nvSpPr>
            <p:cNvPr id="9" name="node01.row.item-001.b.heat-gap"/>
            <p:cNvSpPr/>
            <p:nvPr/>
          </p:nvSpPr>
          <p:spPr>
            <a:xfrm>
              <a:off x="3009900" y="1955800"/>
              <a:ext cx="838200" cy="571500"/>
            </a:xfrm>
            <a:prstGeom prst="rect">
              <a:avLst/>
            </a:prstGeom>
            <a:solidFill>
              <a:srgbClr val="FFFFFF"/>
            </a:solidFill>
            <a:ln>
              <a:noFill/>
            </a:ln>
          </p:spPr>
        </p:sp>
        <p:sp>
          <p:nvSpPr>
            <p:cNvPr id="10" name="node01.row.item-001.b.heat"/>
            <p:cNvSpPr/>
            <p:nvPr/>
          </p:nvSpPr>
          <p:spPr>
            <a:xfrm>
              <a:off x="3028950" y="1974850"/>
              <a:ext cx="800100" cy="533400"/>
            </a:xfrm>
            <a:prstGeom prst="rect">
              <a:avLst/>
            </a:prstGeom>
            <a:solidFill>
              <a:srgbClr val="E8EEF8"/>
            </a:solidFill>
            <a:ln>
              <a:noFill/>
            </a:ln>
          </p:spPr>
        </p:sp>
        <p:sp>
          <p:nvSpPr>
            <p:cNvPr id="11" name="node01.row.item-001.c.heat-gap"/>
            <p:cNvSpPr/>
            <p:nvPr/>
          </p:nvSpPr>
          <p:spPr>
            <a:xfrm>
              <a:off x="3848100" y="1955800"/>
              <a:ext cx="762000" cy="571500"/>
            </a:xfrm>
            <a:prstGeom prst="rect">
              <a:avLst/>
            </a:prstGeom>
            <a:solidFill>
              <a:srgbClr val="FFFFFF"/>
            </a:solidFill>
            <a:ln>
              <a:noFill/>
            </a:ln>
          </p:spPr>
        </p:sp>
        <p:sp>
          <p:nvSpPr>
            <p:cNvPr id="12" name="node01.row.item-001.c.heat"/>
            <p:cNvSpPr/>
            <p:nvPr/>
          </p:nvSpPr>
          <p:spPr>
            <a:xfrm>
              <a:off x="3867150" y="1974850"/>
              <a:ext cx="723900" cy="533400"/>
            </a:xfrm>
            <a:prstGeom prst="rect">
              <a:avLst/>
            </a:prstGeom>
            <a:solidFill>
              <a:srgbClr val="E8EEF8"/>
            </a:solidFill>
            <a:ln>
              <a:noFill/>
            </a:ln>
          </p:spPr>
        </p:sp>
        <p:sp>
          <p:nvSpPr>
            <p:cNvPr id="13" name="node01.row.item-001.d.heat-gap"/>
            <p:cNvSpPr/>
            <p:nvPr/>
          </p:nvSpPr>
          <p:spPr>
            <a:xfrm>
              <a:off x="4610100" y="1955800"/>
              <a:ext cx="838200" cy="571500"/>
            </a:xfrm>
            <a:prstGeom prst="rect">
              <a:avLst/>
            </a:prstGeom>
            <a:solidFill>
              <a:srgbClr val="FFFFFF"/>
            </a:solidFill>
            <a:ln>
              <a:noFill/>
            </a:ln>
          </p:spPr>
        </p:sp>
        <p:sp>
          <p:nvSpPr>
            <p:cNvPr id="14" name="node01.row.item-001.d.heat"/>
            <p:cNvSpPr/>
            <p:nvPr/>
          </p:nvSpPr>
          <p:spPr>
            <a:xfrm>
              <a:off x="4629150" y="1974850"/>
              <a:ext cx="800100" cy="533400"/>
            </a:xfrm>
            <a:prstGeom prst="rect">
              <a:avLst/>
            </a:prstGeom>
            <a:solidFill>
              <a:srgbClr val="E8EEF8"/>
            </a:solidFill>
            <a:ln>
              <a:noFill/>
            </a:ln>
          </p:spPr>
        </p:sp>
        <p:sp>
          <p:nvSpPr>
            <p:cNvPr id="15" name="node01.row.item-002.a.heat-gap"/>
            <p:cNvSpPr/>
            <p:nvPr/>
          </p:nvSpPr>
          <p:spPr>
            <a:xfrm>
              <a:off x="2324100" y="2527300"/>
              <a:ext cx="685800" cy="571500"/>
            </a:xfrm>
            <a:prstGeom prst="rect">
              <a:avLst/>
            </a:prstGeom>
            <a:solidFill>
              <a:srgbClr val="FFFFFF"/>
            </a:solidFill>
            <a:ln>
              <a:noFill/>
            </a:ln>
          </p:spPr>
        </p:sp>
        <p:sp>
          <p:nvSpPr>
            <p:cNvPr id="16" name="node01.row.item-002.a.heat"/>
            <p:cNvSpPr/>
            <p:nvPr/>
          </p:nvSpPr>
          <p:spPr>
            <a:xfrm>
              <a:off x="2343150" y="2546350"/>
              <a:ext cx="647700" cy="533400"/>
            </a:xfrm>
            <a:prstGeom prst="rect">
              <a:avLst/>
            </a:prstGeom>
            <a:solidFill>
              <a:srgbClr val="E8EEF8"/>
            </a:solidFill>
            <a:ln>
              <a:noFill/>
            </a:ln>
          </p:spPr>
        </p:sp>
        <p:sp>
          <p:nvSpPr>
            <p:cNvPr id="17" name="node01.row.item-002.b.heat-gap"/>
            <p:cNvSpPr/>
            <p:nvPr/>
          </p:nvSpPr>
          <p:spPr>
            <a:xfrm>
              <a:off x="3009900" y="2527300"/>
              <a:ext cx="838200" cy="571500"/>
            </a:xfrm>
            <a:prstGeom prst="rect">
              <a:avLst/>
            </a:prstGeom>
            <a:solidFill>
              <a:srgbClr val="FFFFFF"/>
            </a:solidFill>
            <a:ln>
              <a:noFill/>
            </a:ln>
          </p:spPr>
        </p:sp>
        <p:sp>
          <p:nvSpPr>
            <p:cNvPr id="18" name="node01.row.item-002.b.heat"/>
            <p:cNvSpPr/>
            <p:nvPr/>
          </p:nvSpPr>
          <p:spPr>
            <a:xfrm>
              <a:off x="3028950" y="2546350"/>
              <a:ext cx="800100" cy="533400"/>
            </a:xfrm>
            <a:prstGeom prst="rect">
              <a:avLst/>
            </a:prstGeom>
            <a:solidFill>
              <a:srgbClr val="CED7E6"/>
            </a:solidFill>
            <a:ln>
              <a:noFill/>
            </a:ln>
          </p:spPr>
        </p:sp>
        <p:sp>
          <p:nvSpPr>
            <p:cNvPr id="19" name="node01.row.item-002.c.heat-gap"/>
            <p:cNvSpPr/>
            <p:nvPr/>
          </p:nvSpPr>
          <p:spPr>
            <a:xfrm>
              <a:off x="3848100" y="2527300"/>
              <a:ext cx="762000" cy="571500"/>
            </a:xfrm>
            <a:prstGeom prst="rect">
              <a:avLst/>
            </a:prstGeom>
            <a:solidFill>
              <a:srgbClr val="FFFFFF"/>
            </a:solidFill>
            <a:ln>
              <a:noFill/>
            </a:ln>
          </p:spPr>
        </p:sp>
        <p:sp>
          <p:nvSpPr>
            <p:cNvPr id="20" name="node01.row.item-002.c.heat"/>
            <p:cNvSpPr/>
            <p:nvPr/>
          </p:nvSpPr>
          <p:spPr>
            <a:xfrm>
              <a:off x="3867150" y="2546350"/>
              <a:ext cx="723900" cy="533400"/>
            </a:xfrm>
            <a:prstGeom prst="rect">
              <a:avLst/>
            </a:prstGeom>
            <a:solidFill>
              <a:srgbClr val="CED7E6"/>
            </a:solidFill>
            <a:ln>
              <a:noFill/>
            </a:ln>
          </p:spPr>
        </p:sp>
        <p:sp>
          <p:nvSpPr>
            <p:cNvPr id="21" name="node01.row.item-002.d.heat-gap"/>
            <p:cNvSpPr/>
            <p:nvPr/>
          </p:nvSpPr>
          <p:spPr>
            <a:xfrm>
              <a:off x="4610100" y="2527300"/>
              <a:ext cx="838200" cy="571500"/>
            </a:xfrm>
            <a:prstGeom prst="rect">
              <a:avLst/>
            </a:prstGeom>
            <a:solidFill>
              <a:srgbClr val="FFFFFF"/>
            </a:solidFill>
            <a:ln>
              <a:noFill/>
            </a:ln>
          </p:spPr>
        </p:sp>
        <p:sp>
          <p:nvSpPr>
            <p:cNvPr id="22" name="node01.row.item-002.d.heat"/>
            <p:cNvSpPr/>
            <p:nvPr/>
          </p:nvSpPr>
          <p:spPr>
            <a:xfrm>
              <a:off x="4629150" y="2546350"/>
              <a:ext cx="800100" cy="533400"/>
            </a:xfrm>
            <a:prstGeom prst="rect">
              <a:avLst/>
            </a:prstGeom>
            <a:solidFill>
              <a:srgbClr val="CED7E6"/>
            </a:solidFill>
            <a:ln>
              <a:noFill/>
            </a:ln>
          </p:spPr>
        </p:sp>
        <p:sp>
          <p:nvSpPr>
            <p:cNvPr id="23" name="node01.row.item-003.a.heat-gap"/>
            <p:cNvSpPr/>
            <p:nvPr/>
          </p:nvSpPr>
          <p:spPr>
            <a:xfrm>
              <a:off x="2324100" y="3098800"/>
              <a:ext cx="685800" cy="571500"/>
            </a:xfrm>
            <a:prstGeom prst="rect">
              <a:avLst/>
            </a:prstGeom>
            <a:solidFill>
              <a:srgbClr val="FFFFFF"/>
            </a:solidFill>
            <a:ln>
              <a:noFill/>
            </a:ln>
          </p:spPr>
        </p:sp>
        <p:sp>
          <p:nvSpPr>
            <p:cNvPr id="24" name="node01.row.item-003.a.heat"/>
            <p:cNvSpPr/>
            <p:nvPr/>
          </p:nvSpPr>
          <p:spPr>
            <a:xfrm>
              <a:off x="2343150" y="3117850"/>
              <a:ext cx="647700" cy="533400"/>
            </a:xfrm>
            <a:prstGeom prst="rect">
              <a:avLst/>
            </a:prstGeom>
            <a:solidFill>
              <a:srgbClr val="CED7E6"/>
            </a:solidFill>
            <a:ln>
              <a:noFill/>
            </a:ln>
          </p:spPr>
        </p:sp>
        <p:sp>
          <p:nvSpPr>
            <p:cNvPr id="25" name="node01.row.item-003.b.heat-gap"/>
            <p:cNvSpPr/>
            <p:nvPr/>
          </p:nvSpPr>
          <p:spPr>
            <a:xfrm>
              <a:off x="3009900" y="3098800"/>
              <a:ext cx="838200" cy="571500"/>
            </a:xfrm>
            <a:prstGeom prst="rect">
              <a:avLst/>
            </a:prstGeom>
            <a:solidFill>
              <a:srgbClr val="FFFFFF"/>
            </a:solidFill>
            <a:ln>
              <a:noFill/>
            </a:ln>
          </p:spPr>
        </p:sp>
        <p:sp>
          <p:nvSpPr>
            <p:cNvPr id="26" name="node01.row.item-003.b.heat"/>
            <p:cNvSpPr/>
            <p:nvPr/>
          </p:nvSpPr>
          <p:spPr>
            <a:xfrm>
              <a:off x="3028950" y="3117850"/>
              <a:ext cx="800100" cy="533400"/>
            </a:xfrm>
            <a:prstGeom prst="rect">
              <a:avLst/>
            </a:prstGeom>
            <a:solidFill>
              <a:srgbClr val="F3D6EE"/>
            </a:solidFill>
            <a:ln>
              <a:noFill/>
            </a:ln>
          </p:spPr>
        </p:sp>
        <p:sp>
          <p:nvSpPr>
            <p:cNvPr id="27" name="node01.row.item-003.c.heat-gap"/>
            <p:cNvSpPr/>
            <p:nvPr/>
          </p:nvSpPr>
          <p:spPr>
            <a:xfrm>
              <a:off x="3848100" y="3098800"/>
              <a:ext cx="762000" cy="571500"/>
            </a:xfrm>
            <a:prstGeom prst="rect">
              <a:avLst/>
            </a:prstGeom>
            <a:solidFill>
              <a:srgbClr val="FFFFFF"/>
            </a:solidFill>
            <a:ln>
              <a:noFill/>
            </a:ln>
          </p:spPr>
        </p:sp>
        <p:sp>
          <p:nvSpPr>
            <p:cNvPr id="28" name="node01.row.item-003.c.heat"/>
            <p:cNvSpPr/>
            <p:nvPr/>
          </p:nvSpPr>
          <p:spPr>
            <a:xfrm>
              <a:off x="3867150" y="3117850"/>
              <a:ext cx="723900" cy="533400"/>
            </a:xfrm>
            <a:prstGeom prst="rect">
              <a:avLst/>
            </a:prstGeom>
            <a:solidFill>
              <a:srgbClr val="CED7E6"/>
            </a:solidFill>
            <a:ln>
              <a:noFill/>
            </a:ln>
          </p:spPr>
        </p:sp>
        <p:sp>
          <p:nvSpPr>
            <p:cNvPr id="29" name="node01.row.item-003.d.heat-gap"/>
            <p:cNvSpPr/>
            <p:nvPr/>
          </p:nvSpPr>
          <p:spPr>
            <a:xfrm>
              <a:off x="4610100" y="3098800"/>
              <a:ext cx="838200" cy="571500"/>
            </a:xfrm>
            <a:prstGeom prst="rect">
              <a:avLst/>
            </a:prstGeom>
            <a:solidFill>
              <a:srgbClr val="FFFFFF"/>
            </a:solidFill>
            <a:ln>
              <a:noFill/>
            </a:ln>
          </p:spPr>
        </p:sp>
        <p:sp>
          <p:nvSpPr>
            <p:cNvPr id="30" name="node01.row.item-003.d.heat"/>
            <p:cNvSpPr/>
            <p:nvPr/>
          </p:nvSpPr>
          <p:spPr>
            <a:xfrm>
              <a:off x="4629150" y="3117850"/>
              <a:ext cx="800100" cy="533400"/>
            </a:xfrm>
            <a:prstGeom prst="rect">
              <a:avLst/>
            </a:prstGeom>
            <a:solidFill>
              <a:srgbClr val="CED7E6"/>
            </a:solidFill>
            <a:ln>
              <a:noFill/>
            </a:ln>
          </p:spPr>
        </p:sp>
        <p:sp>
          <p:nvSpPr>
            <p:cNvPr id="31" name="node01.row.item-004.a.heat-gap"/>
            <p:cNvSpPr/>
            <p:nvPr/>
          </p:nvSpPr>
          <p:spPr>
            <a:xfrm>
              <a:off x="2324100" y="3670300"/>
              <a:ext cx="685800" cy="571500"/>
            </a:xfrm>
            <a:prstGeom prst="rect">
              <a:avLst/>
            </a:prstGeom>
            <a:solidFill>
              <a:srgbClr val="FFFFFF"/>
            </a:solidFill>
            <a:ln>
              <a:noFill/>
            </a:ln>
          </p:spPr>
        </p:sp>
        <p:sp>
          <p:nvSpPr>
            <p:cNvPr id="32" name="node01.row.item-004.a.heat"/>
            <p:cNvSpPr/>
            <p:nvPr/>
          </p:nvSpPr>
          <p:spPr>
            <a:xfrm>
              <a:off x="2343150" y="3689350"/>
              <a:ext cx="647700" cy="533400"/>
            </a:xfrm>
            <a:prstGeom prst="rect">
              <a:avLst/>
            </a:prstGeom>
            <a:solidFill>
              <a:srgbClr val="CED7E6"/>
            </a:solidFill>
            <a:ln>
              <a:noFill/>
            </a:ln>
          </p:spPr>
        </p:sp>
        <p:sp>
          <p:nvSpPr>
            <p:cNvPr id="33" name="node01.row.item-004.b.heat-gap"/>
            <p:cNvSpPr/>
            <p:nvPr/>
          </p:nvSpPr>
          <p:spPr>
            <a:xfrm>
              <a:off x="3009900" y="3670300"/>
              <a:ext cx="838200" cy="571500"/>
            </a:xfrm>
            <a:prstGeom prst="rect">
              <a:avLst/>
            </a:prstGeom>
            <a:solidFill>
              <a:srgbClr val="FFFFFF"/>
            </a:solidFill>
            <a:ln>
              <a:noFill/>
            </a:ln>
          </p:spPr>
        </p:sp>
        <p:sp>
          <p:nvSpPr>
            <p:cNvPr id="34" name="node01.row.item-004.b.heat"/>
            <p:cNvSpPr/>
            <p:nvPr/>
          </p:nvSpPr>
          <p:spPr>
            <a:xfrm>
              <a:off x="3028950" y="3689350"/>
              <a:ext cx="800100" cy="533400"/>
            </a:xfrm>
            <a:prstGeom prst="rect">
              <a:avLst/>
            </a:prstGeom>
            <a:solidFill>
              <a:srgbClr val="CED7E6"/>
            </a:solidFill>
            <a:ln>
              <a:noFill/>
            </a:ln>
          </p:spPr>
        </p:sp>
        <p:sp>
          <p:nvSpPr>
            <p:cNvPr id="35" name="node01.row.item-004.c.heat-gap"/>
            <p:cNvSpPr/>
            <p:nvPr/>
          </p:nvSpPr>
          <p:spPr>
            <a:xfrm>
              <a:off x="3848100" y="3670300"/>
              <a:ext cx="762000" cy="571500"/>
            </a:xfrm>
            <a:prstGeom prst="rect">
              <a:avLst/>
            </a:prstGeom>
            <a:solidFill>
              <a:srgbClr val="FFFFFF"/>
            </a:solidFill>
            <a:ln>
              <a:noFill/>
            </a:ln>
          </p:spPr>
        </p:sp>
        <p:sp>
          <p:nvSpPr>
            <p:cNvPr id="36" name="node01.row.item-004.c.heat"/>
            <p:cNvSpPr/>
            <p:nvPr/>
          </p:nvSpPr>
          <p:spPr>
            <a:xfrm>
              <a:off x="3867150" y="3689350"/>
              <a:ext cx="723900" cy="533400"/>
            </a:xfrm>
            <a:prstGeom prst="rect">
              <a:avLst/>
            </a:prstGeom>
            <a:solidFill>
              <a:srgbClr val="CED7E6"/>
            </a:solidFill>
            <a:ln>
              <a:noFill/>
            </a:ln>
          </p:spPr>
        </p:sp>
        <p:sp>
          <p:nvSpPr>
            <p:cNvPr id="37" name="node01.row.item-004.d.heat-gap"/>
            <p:cNvSpPr/>
            <p:nvPr/>
          </p:nvSpPr>
          <p:spPr>
            <a:xfrm>
              <a:off x="4610100" y="3670300"/>
              <a:ext cx="838200" cy="571500"/>
            </a:xfrm>
            <a:prstGeom prst="rect">
              <a:avLst/>
            </a:prstGeom>
            <a:solidFill>
              <a:srgbClr val="FFFFFF"/>
            </a:solidFill>
            <a:ln>
              <a:noFill/>
            </a:ln>
          </p:spPr>
        </p:sp>
        <p:sp>
          <p:nvSpPr>
            <p:cNvPr id="38" name="node01.row.item-004.d.heat"/>
            <p:cNvSpPr/>
            <p:nvPr/>
          </p:nvSpPr>
          <p:spPr>
            <a:xfrm>
              <a:off x="4629150" y="3689350"/>
              <a:ext cx="800100" cy="533400"/>
            </a:xfrm>
            <a:prstGeom prst="rect">
              <a:avLst/>
            </a:prstGeom>
            <a:solidFill>
              <a:srgbClr val="CED7E6"/>
            </a:solidFill>
            <a:ln>
              <a:noFill/>
            </a:ln>
          </p:spPr>
        </p:sp>
        <p:graphicFrame>
          <p:nvGraphicFramePr>
            <p:cNvPr id="39" name="node01.native"/>
            <p:cNvGraphicFramePr>
              <a:graphicFrameLocks noGrp="1"/>
            </p:cNvGraphicFramePr>
            <p:nvPr>
              <p:extLst>
                <p:ext uri="{D42A27DB-BD31-4B8C-83A1-F6EECF244321}">
                  <p14:modId xmlns:p14="http://schemas.microsoft.com/office/powerpoint/2010/main" val="1579011935"/>
                </p:ext>
              </p:extLst>
            </p:nvPr>
          </p:nvGraphicFramePr>
          <p:xfrm>
            <a:off x="723900" y="1600200"/>
            <a:ext cx="6629400" cy="2641600"/>
          </p:xfrm>
          <a:graphic>
            <a:graphicData uri="http://schemas.openxmlformats.org/drawingml/2006/table">
              <a:tbl>
                <a:tblPr/>
                <a:tblGrid>
                  <a:gridCol w="1600200"/>
                  <a:gridCol w="685800"/>
                  <a:gridCol w="838200"/>
                  <a:gridCol w="762000"/>
                  <a:gridCol w="838200"/>
                  <a:gridCol w="838200"/>
                  <a:gridCol w="1066800"/>
                </a:tblGrid>
                <a:tr h="355600">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SEVERITY</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ctr"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NEW</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ctr"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TRIAGE</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ctr"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FIX</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ctr"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RETEST</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r"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CLOSED</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FIX BY</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r>
                <a:tr h="5715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Sev 1 · Critical</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0</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0</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0</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0</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1</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4 h</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5715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Sev 2 · High</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0</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1</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1</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1</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6</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1 day</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5715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Sev 3 · Medium</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3</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1</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12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3 days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5715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Sev 4 · Low</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1</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2</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1</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1</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r" marL="0" indent="0">
                          <a:lnSpc>
                            <a:spcPts val="1800"/>
                          </a:lnSpc>
                          <a:spcBef>
                            <a:spcPts val="0"/>
                          </a:spcBef>
                          <a:spcAft>
                            <a:spcPts val="0"/>
                          </a:spcAft>
                          <a:buNone/>
                          <a:defRPr lang="en-US" sz="1200" spc="0" kern="0" b="0" i="0" dirty="0">
                            <a:solidFill>
                              <a:srgbClr val="070154"/>
                            </a:solidFill>
                            <a:latin typeface="IBM Plex Mono SemiBold"/>
                            <a:ea typeface="IBM Plex Mono SemiBold"/>
                            <a:cs typeface="IBM Plex Mono SemiBold"/>
                          </a:defRPr>
                        </a:pPr>
                        <a:r>
                          <a:rPr lang="en-US" sz="1200" spc="0" kern="0" b="0" i="0" dirty="0">
                            <a:solidFill>
                              <a:srgbClr val="070154"/>
                            </a:solidFill>
                            <a:latin typeface="IBM Plex Mono SemiBold"/>
                            <a:ea typeface="IBM Plex Mono SemiBold"/>
                            <a:cs typeface="IBM Plex Mono SemiBold"/>
                          </a:rPr>
                          <a:t xml:space="preserve">9</a:t>
                        </a:r>
                        <a:endParaRPr lang="en-US" sz="12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Release 2</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bl>
            </a:graphicData>
          </a:graphic>
        </p:graphicFrame>
      </p:grpSp>
      <p:grpSp>
        <p:nvGrpSpPr>
          <p:cNvPr id="59" name="node02"/>
          <p:cNvGrpSpPr/>
          <p:nvPr/>
        </p:nvGrpSpPr>
        <p:grpSpPr>
          <a:xfrm>
            <a:off x="723900" y="4572000"/>
            <a:ext cx="2057400" cy="954850"/>
            <a:chOff x="723900" y="4572000"/>
            <a:chExt cx="2057400" cy="954850"/>
          </a:xfrm>
        </p:grpSpPr>
        <p:sp>
          <p:nvSpPr>
            <p:cNvPr id="40" name="node02.value"/>
            <p:cNvSpPr/>
            <p:nvPr/>
          </p:nvSpPr>
          <p:spPr>
            <a:xfrm>
              <a:off x="723900" y="4572000"/>
              <a:ext cx="2057400" cy="611950"/>
            </a:xfrm>
            <a:prstGeom prst="rect">
              <a:avLst/>
            </a:prstGeom>
            <a:noFill/>
            <a:ln/>
          </p:spPr>
          <p:txBody>
            <a:bodyPr wrap="square" lIns="0" tIns="0" rIns="0" bIns="0" rtlCol="0" anchor="t"/>
            <a:lstStyle/>
            <a:p>
              <a:pPr algn="l" indent="0" marL="0">
                <a:lnSpc>
                  <a:spcPts val="4800"/>
                </a:lnSpc>
                <a:buNone/>
              </a:pPr>
              <a:r>
                <a:rPr lang="en-US" sz="4800" spc="-96" kern="0" b="0" i="0" dirty="0">
                  <a:solidFill>
                    <a:srgbClr val="070154"/>
                  </a:solidFill>
                  <a:latin typeface="IBM Plex Mono SemiBold"/>
                  <a:ea typeface="IBM Plex Mono SemiBold"/>
                  <a:cs typeface="IBM Plex Mono SemiBold"/>
                </a:rPr>
                <a:t>16</a:t>
              </a:r>
              <a:endParaRPr lang="en-US" sz="4800" spc="-96" kern="0" b="0" i="0" dirty="0">
                <a:solidFill>
                  <a:srgbClr val="070154"/>
                </a:solidFill>
                <a:latin typeface="IBM Plex Mono SemiBold"/>
                <a:ea typeface="IBM Plex Mono SemiBold"/>
                <a:cs typeface="IBM Plex Mono SemiBold"/>
              </a:endParaRPr>
            </a:p>
          </p:txBody>
        </p:sp>
        <p:sp>
          <p:nvSpPr>
            <p:cNvPr id="41" name="node02.label"/>
            <p:cNvSpPr/>
            <p:nvPr/>
          </p:nvSpPr>
          <p:spPr>
            <a:xfrm>
              <a:off x="723900" y="5260150"/>
              <a:ext cx="20574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open defects</a:t>
              </a:r>
              <a:endParaRPr lang="en-US" sz="1400" spc="0" kern="0" b="0" i="0" dirty="0">
                <a:solidFill>
                  <a:srgbClr val="50658E"/>
                </a:solidFill>
                <a:latin typeface="IBM Plex Sans"/>
                <a:ea typeface="IBM Plex Sans"/>
                <a:cs typeface="IBM Plex Sans"/>
              </a:endParaRPr>
            </a:p>
          </p:txBody>
        </p:sp>
      </p:grpSp>
      <p:grpSp>
        <p:nvGrpSpPr>
          <p:cNvPr id="60" name="node03"/>
          <p:cNvGrpSpPr/>
          <p:nvPr/>
        </p:nvGrpSpPr>
        <p:grpSpPr>
          <a:xfrm>
            <a:off x="3009900" y="4572000"/>
            <a:ext cx="2057400" cy="954850"/>
            <a:chOff x="3009900" y="4572000"/>
            <a:chExt cx="2057400" cy="954850"/>
          </a:xfrm>
        </p:grpSpPr>
        <p:sp>
          <p:nvSpPr>
            <p:cNvPr id="42" name="node03.value"/>
            <p:cNvSpPr/>
            <p:nvPr/>
          </p:nvSpPr>
          <p:spPr>
            <a:xfrm>
              <a:off x="3009900" y="4572000"/>
              <a:ext cx="2057400" cy="611950"/>
            </a:xfrm>
            <a:prstGeom prst="rect">
              <a:avLst/>
            </a:prstGeom>
            <a:noFill/>
            <a:ln/>
          </p:spPr>
          <p:txBody>
            <a:bodyPr wrap="square" lIns="0" tIns="0" rIns="0" bIns="0" rtlCol="0" anchor="t"/>
            <a:lstStyle/>
            <a:p>
              <a:pPr algn="l" indent="0" marL="0">
                <a:lnSpc>
                  <a:spcPts val="4800"/>
                </a:lnSpc>
                <a:buNone/>
              </a:pPr>
              <a:r>
                <a:rPr lang="en-US" sz="4800" spc="-96" kern="0" b="0" i="0" dirty="0">
                  <a:solidFill>
                    <a:srgbClr val="070154"/>
                  </a:solidFill>
                  <a:latin typeface="IBM Plex Mono SemiBold"/>
                  <a:ea typeface="IBM Plex Mono SemiBold"/>
                  <a:cs typeface="IBM Plex Mono SemiBold"/>
                </a:rPr>
                <a:t>1.8</a:t>
              </a:r>
              <a:endParaRPr lang="en-US" sz="4800" spc="-96" kern="0" b="0" i="0" dirty="0">
                <a:solidFill>
                  <a:srgbClr val="070154"/>
                </a:solidFill>
                <a:latin typeface="IBM Plex Mono SemiBold"/>
                <a:ea typeface="IBM Plex Mono SemiBold"/>
                <a:cs typeface="IBM Plex Mono SemiBold"/>
              </a:endParaRPr>
            </a:p>
          </p:txBody>
        </p:sp>
        <p:sp>
          <p:nvSpPr>
            <p:cNvPr id="43" name="node03.label"/>
            <p:cNvSpPr/>
            <p:nvPr/>
          </p:nvSpPr>
          <p:spPr>
            <a:xfrm>
              <a:off x="3009900" y="5260150"/>
              <a:ext cx="20574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days mean time to fix</a:t>
              </a:r>
              <a:endParaRPr lang="en-US" sz="1400" spc="0" kern="0" b="0" i="0" dirty="0">
                <a:solidFill>
                  <a:srgbClr val="50658E"/>
                </a:solidFill>
                <a:latin typeface="IBM Plex Sans"/>
                <a:ea typeface="IBM Plex Sans"/>
                <a:cs typeface="IBM Plex Sans"/>
              </a:endParaRPr>
            </a:p>
          </p:txBody>
        </p:sp>
      </p:grpSp>
      <p:grpSp>
        <p:nvGrpSpPr>
          <p:cNvPr id="61" name="node04"/>
          <p:cNvGrpSpPr/>
          <p:nvPr/>
        </p:nvGrpSpPr>
        <p:grpSpPr>
          <a:xfrm>
            <a:off x="5295900" y="4572000"/>
            <a:ext cx="2057400" cy="954850"/>
            <a:chOff x="5295900" y="4572000"/>
            <a:chExt cx="2057400" cy="954850"/>
          </a:xfrm>
        </p:grpSpPr>
        <p:sp>
          <p:nvSpPr>
            <p:cNvPr id="44" name="node04.value"/>
            <p:cNvSpPr/>
            <p:nvPr/>
          </p:nvSpPr>
          <p:spPr>
            <a:xfrm>
              <a:off x="5295900" y="4572000"/>
              <a:ext cx="2057400" cy="611950"/>
            </a:xfrm>
            <a:prstGeom prst="rect">
              <a:avLst/>
            </a:prstGeom>
            <a:noFill/>
            <a:ln/>
          </p:spPr>
          <p:txBody>
            <a:bodyPr wrap="square" lIns="0" tIns="0" rIns="0" bIns="0" rtlCol="0" anchor="t"/>
            <a:lstStyle/>
            <a:p>
              <a:pPr algn="l" indent="0" marL="0">
                <a:lnSpc>
                  <a:spcPts val="4800"/>
                </a:lnSpc>
                <a:buNone/>
              </a:pPr>
              <a:r>
                <a:rPr lang="en-US" sz="4800" spc="-96" kern="0" b="0" i="0" dirty="0">
                  <a:solidFill>
                    <a:srgbClr val="070154"/>
                  </a:solidFill>
                  <a:latin typeface="IBM Plex Mono SemiBold"/>
                  <a:ea typeface="IBM Plex Mono SemiBold"/>
                  <a:cs typeface="IBM Plex Mono SemiBold"/>
                </a:rPr>
                <a:t>3</a:t>
              </a:r>
              <a:endParaRPr lang="en-US" sz="4800" spc="-96" kern="0" b="0" i="0" dirty="0">
                <a:solidFill>
                  <a:srgbClr val="070154"/>
                </a:solidFill>
                <a:latin typeface="IBM Plex Mono SemiBold"/>
                <a:ea typeface="IBM Plex Mono SemiBold"/>
                <a:cs typeface="IBM Plex Mono SemiBold"/>
              </a:endParaRPr>
            </a:p>
          </p:txBody>
        </p:sp>
        <p:sp>
          <p:nvSpPr>
            <p:cNvPr id="45" name="node04.label"/>
            <p:cNvSpPr/>
            <p:nvPr/>
          </p:nvSpPr>
          <p:spPr>
            <a:xfrm>
              <a:off x="5295900" y="5260150"/>
              <a:ext cx="20574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awaiting retest</a:t>
              </a:r>
              <a:endParaRPr lang="en-US" sz="1400" spc="0" kern="0" b="0" i="0" dirty="0">
                <a:solidFill>
                  <a:srgbClr val="50658E"/>
                </a:solidFill>
                <a:latin typeface="IBM Plex Sans"/>
                <a:ea typeface="IBM Plex Sans"/>
                <a:cs typeface="IBM Plex Sans"/>
              </a:endParaRPr>
            </a:p>
          </p:txBody>
        </p:sp>
      </p:grpSp>
      <p:grpSp>
        <p:nvGrpSpPr>
          <p:cNvPr id="62" name="node05"/>
          <p:cNvGrpSpPr/>
          <p:nvPr/>
        </p:nvGrpSpPr>
        <p:grpSpPr>
          <a:xfrm>
            <a:off x="7581900" y="1600200"/>
            <a:ext cx="3886200" cy="152400"/>
            <a:chOff x="7581900" y="1600200"/>
            <a:chExt cx="3886200" cy="152400"/>
          </a:xfrm>
        </p:grpSpPr>
        <p:sp>
          <p:nvSpPr>
            <p:cNvPr id="46" name="node05.text"/>
            <p:cNvSpPr/>
            <p:nvPr/>
          </p:nvSpPr>
          <p:spPr>
            <a:xfrm>
              <a:off x="7581900" y="1600200"/>
              <a:ext cx="3886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TRIAGE RULES</a:t>
              </a:r>
              <a:endParaRPr lang="en-US" sz="900" spc="54" kern="0" b="0" i="0" dirty="0">
                <a:solidFill>
                  <a:srgbClr val="50658E"/>
                </a:solidFill>
                <a:latin typeface="IBM Plex Mono Medium"/>
                <a:ea typeface="IBM Plex Mono Medium"/>
                <a:cs typeface="IBM Plex Mono Medium"/>
              </a:endParaRPr>
            </a:p>
          </p:txBody>
        </p:sp>
      </p:grpSp>
      <p:grpSp>
        <p:nvGrpSpPr>
          <p:cNvPr id="63" name="node06"/>
          <p:cNvGrpSpPr/>
          <p:nvPr/>
        </p:nvGrpSpPr>
        <p:grpSpPr>
          <a:xfrm>
            <a:off x="7581900" y="1828800"/>
            <a:ext cx="3886200" cy="1028700"/>
            <a:chOff x="7581900" y="1828800"/>
            <a:chExt cx="3886200" cy="1028700"/>
          </a:xfrm>
        </p:grpSpPr>
        <p:sp>
          <p:nvSpPr>
            <p:cNvPr id="47" name="node06.source-001.bullet"/>
            <p:cNvSpPr/>
            <p:nvPr/>
          </p:nvSpPr>
          <p:spPr>
            <a:xfrm>
              <a:off x="7581900" y="1917700"/>
              <a:ext cx="38100" cy="38100"/>
            </a:xfrm>
            <a:prstGeom prst="rect">
              <a:avLst/>
            </a:prstGeom>
            <a:solidFill>
              <a:srgbClr val="070154"/>
            </a:solidFill>
            <a:ln>
              <a:noFill/>
            </a:ln>
          </p:spPr>
        </p:sp>
        <p:sp>
          <p:nvSpPr>
            <p:cNvPr id="48" name="node06.source-001.text"/>
            <p:cNvSpPr/>
            <p:nvPr/>
          </p:nvSpPr>
          <p:spPr>
            <a:xfrm>
              <a:off x="7734300" y="1828800"/>
              <a:ext cx="3733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Triage twice a day at 09:00 and 16:00.</a:t>
              </a:r>
              <a:endParaRPr lang="en-US" sz="1200" spc="0" kern="0" b="0" i="0" dirty="0">
                <a:solidFill>
                  <a:srgbClr val="070154"/>
                </a:solidFill>
                <a:latin typeface="IBM Plex Sans"/>
                <a:ea typeface="IBM Plex Sans"/>
                <a:cs typeface="IBM Plex Sans"/>
              </a:endParaRPr>
            </a:p>
          </p:txBody>
        </p:sp>
        <p:sp>
          <p:nvSpPr>
            <p:cNvPr id="49" name="node06.source-002.bullet"/>
            <p:cNvSpPr/>
            <p:nvPr/>
          </p:nvSpPr>
          <p:spPr>
            <a:xfrm>
              <a:off x="7581900" y="2184400"/>
              <a:ext cx="38100" cy="38100"/>
            </a:xfrm>
            <a:prstGeom prst="rect">
              <a:avLst/>
            </a:prstGeom>
            <a:solidFill>
              <a:srgbClr val="070154"/>
            </a:solidFill>
            <a:ln>
              <a:noFill/>
            </a:ln>
          </p:spPr>
        </p:sp>
        <p:sp>
          <p:nvSpPr>
            <p:cNvPr id="50" name="node06.source-002.text"/>
            <p:cNvSpPr/>
            <p:nvPr/>
          </p:nvSpPr>
          <p:spPr>
            <a:xfrm>
              <a:off x="7734300" y="2095500"/>
              <a:ext cx="3733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Sev 1 and 2 go straight to the fix team.</a:t>
              </a:r>
              <a:endParaRPr lang="en-US" sz="1200" spc="0" kern="0" b="0" i="0" dirty="0">
                <a:solidFill>
                  <a:srgbClr val="070154"/>
                </a:solidFill>
                <a:latin typeface="IBM Plex Sans"/>
                <a:ea typeface="IBM Plex Sans"/>
                <a:cs typeface="IBM Plex Sans"/>
              </a:endParaRPr>
            </a:p>
          </p:txBody>
        </p:sp>
        <p:sp>
          <p:nvSpPr>
            <p:cNvPr id="51" name="node06.source-003.bullet"/>
            <p:cNvSpPr/>
            <p:nvPr/>
          </p:nvSpPr>
          <p:spPr>
            <a:xfrm>
              <a:off x="7581900" y="2451100"/>
              <a:ext cx="38100" cy="38100"/>
            </a:xfrm>
            <a:prstGeom prst="rect">
              <a:avLst/>
            </a:prstGeom>
            <a:solidFill>
              <a:srgbClr val="070154"/>
            </a:solidFill>
            <a:ln>
              <a:noFill/>
            </a:ln>
          </p:spPr>
        </p:sp>
        <p:sp>
          <p:nvSpPr>
            <p:cNvPr id="52" name="node06.source-003.text"/>
            <p:cNvSpPr/>
            <p:nvPr/>
          </p:nvSpPr>
          <p:spPr>
            <a:xfrm>
              <a:off x="7734300" y="2362200"/>
              <a:ext cx="3733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Sev 3 needs a workaround before go-live.</a:t>
              </a:r>
              <a:endParaRPr lang="en-US" sz="1200" spc="0" kern="0" b="0" i="0" dirty="0">
                <a:solidFill>
                  <a:srgbClr val="070154"/>
                </a:solidFill>
                <a:latin typeface="IBM Plex Sans"/>
                <a:ea typeface="IBM Plex Sans"/>
                <a:cs typeface="IBM Plex Sans"/>
              </a:endParaRPr>
            </a:p>
          </p:txBody>
        </p:sp>
        <p:sp>
          <p:nvSpPr>
            <p:cNvPr id="53" name="node06.source-004.bullet"/>
            <p:cNvSpPr/>
            <p:nvPr/>
          </p:nvSpPr>
          <p:spPr>
            <a:xfrm>
              <a:off x="7581900" y="2717800"/>
              <a:ext cx="38100" cy="38100"/>
            </a:xfrm>
            <a:prstGeom prst="rect">
              <a:avLst/>
            </a:prstGeom>
            <a:solidFill>
              <a:srgbClr val="070154"/>
            </a:solidFill>
            <a:ln>
              <a:noFill/>
            </a:ln>
          </p:spPr>
        </p:sp>
        <p:sp>
          <p:nvSpPr>
            <p:cNvPr id="54" name="node06.source-004.text"/>
            <p:cNvSpPr/>
            <p:nvPr/>
          </p:nvSpPr>
          <p:spPr>
            <a:xfrm>
              <a:off x="7734300" y="2628900"/>
              <a:ext cx="3733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Sev 4 moves to the post-go-live backlog.</a:t>
              </a:r>
              <a:endParaRPr lang="en-US" sz="1200" spc="0" kern="0" b="0" i="0" dirty="0">
                <a:solidFill>
                  <a:srgbClr val="070154"/>
                </a:solidFill>
                <a:latin typeface="IBM Plex Sans"/>
                <a:ea typeface="IBM Plex Sans"/>
                <a:cs typeface="IBM Plex Sans"/>
              </a:endParaRPr>
            </a:p>
          </p:txBody>
        </p:sp>
      </p:grpSp>
      <p:grpSp>
        <p:nvGrpSpPr>
          <p:cNvPr id="64" name="node07"/>
          <p:cNvGrpSpPr/>
          <p:nvPr/>
        </p:nvGrpSpPr>
        <p:grpSpPr>
          <a:xfrm>
            <a:off x="7581900" y="3200400"/>
            <a:ext cx="3886200" cy="1143000"/>
            <a:chOff x="7581900" y="3200400"/>
            <a:chExt cx="3886200" cy="1143000"/>
          </a:xfrm>
        </p:grpSpPr>
        <p:sp>
          <p:nvSpPr>
            <p:cNvPr id="55" name="node07.surface"/>
            <p:cNvSpPr/>
            <p:nvPr/>
          </p:nvSpPr>
          <p:spPr>
            <a:xfrm>
              <a:off x="7581900" y="3200400"/>
              <a:ext cx="3886200" cy="1143000"/>
            </a:xfrm>
            <a:prstGeom prst="rect">
              <a:avLst/>
            </a:prstGeom>
            <a:solidFill>
              <a:srgbClr val="E8EEF8"/>
            </a:solidFill>
            <a:ln>
              <a:noFill/>
            </a:ln>
          </p:spPr>
        </p:sp>
        <p:sp>
          <p:nvSpPr>
            <p:cNvPr id="56" name="node07.text"/>
            <p:cNvSpPr/>
            <p:nvPr/>
          </p:nvSpPr>
          <p:spPr>
            <a:xfrm>
              <a:off x="7734300" y="3543300"/>
              <a:ext cx="35814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Exit rule: no Sev 1 or 2 open, and every Sev 3 has an approved workaround.</a:t>
              </a:r>
              <a:endParaRPr lang="en-US" sz="1200" spc="0" kern="0" b="0" i="0" dirty="0">
                <a:solidFill>
                  <a:srgbClr val="070154"/>
                </a:solidFill>
                <a:latin typeface="IBM Plex Sans"/>
                <a:ea typeface="IBM Plex Sans"/>
                <a:cs typeface="IBM Plex Sans"/>
              </a:endParaRPr>
            </a:p>
          </p:txBody>
        </p:sp>
      </p:grpSp>
      <p:grpSp>
        <p:nvGrpSpPr>
          <p:cNvPr id="65" name="node08"/>
          <p:cNvGrpSpPr/>
          <p:nvPr/>
        </p:nvGrpSpPr>
        <p:grpSpPr>
          <a:xfrm>
            <a:off x="7581900" y="4572000"/>
            <a:ext cx="3886200" cy="457200"/>
            <a:chOff x="7581900" y="4572000"/>
            <a:chExt cx="3886200" cy="457200"/>
          </a:xfrm>
        </p:grpSpPr>
        <p:sp>
          <p:nvSpPr>
            <p:cNvPr id="57" name="node08.text"/>
            <p:cNvSpPr/>
            <p:nvPr/>
          </p:nvSpPr>
          <p:spPr>
            <a:xfrm>
              <a:off x="7581900" y="4572000"/>
              <a:ext cx="38862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The test lead triages with the process owner. The Controller signs the exit.</a:t>
              </a:r>
              <a:endParaRPr lang="en-US" sz="1200" spc="0" kern="0" b="0" i="0" dirty="0">
                <a:solidFill>
                  <a:srgbClr val="50658E"/>
                </a:solidFill>
                <a:latin typeface="IBM Plex Sans"/>
                <a:ea typeface="IBM Plex Sans"/>
                <a:cs typeface="IBM Plex Sans"/>
              </a:endParaRPr>
            </a:p>
          </p:txBody>
        </p:sp>
      </p:gr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name="source-498">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OUR APPROACH</a:t>
            </a:r>
            <a:endParaRPr lang="en-US" sz="1000" spc="80" kern="0" b="0" i="0" dirty="0">
              <a:solidFill>
                <a:srgbClr val="0047FF"/>
              </a:solidFill>
              <a:latin typeface="IBM Plex Mono SemiBold"/>
              <a:ea typeface="IBM Plex Mono SemiBold"/>
              <a:cs typeface="IBM Plex Mono SemiBold"/>
            </a:endParaRPr>
          </a:p>
        </p:txBody>
      </p:sp>
      <p:pic>
        <p:nvPicPr>
          <p:cNvPr id="4" name="title.mark-002-001" descr="highlight-1; canonical SHA256=b0048aa39744978d339a9910f5cc1482814a8a0eae4c5a63e1f80d6a2885b314">    </p:cNvPr>
          <p:cNvPicPr>
            <a:picLocks noChangeAspect="1"/>
          </p:cNvPicPr>
          <p:nvPr/>
        </p:nvPicPr>
        <p:blipFill>
          <a:blip r:embed="rId1"/>
          <a:stretch>
            <a:fillRect/>
          </a:stretch>
        </p:blipFill>
        <p:spPr>
          <a:xfrm>
            <a:off x="6635473" y="733532"/>
            <a:ext cx="3777833" cy="374904"/>
          </a:xfrm>
          <a:prstGeom prst="rect">
            <a:avLst/>
          </a:prstGeom>
        </p:spPr>
      </p:pic>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 xml:space="preserve">Three evidence streams become </a:t>
            </a:r>
            <a:r>
              <a:rPr lang="en-US" sz="3200" spc="-590" kern="0" b="0" i="0" dirty="0">
                <a:solidFill>
                  <a:srgbClr val="070154"/>
                </a:solidFill>
                <a:latin typeface="IBM Plex Sans SemiBold"/>
                <a:ea typeface="IBM Plex Sans SemiBold"/>
                <a:cs typeface="IBM Plex Sans SemiBold"/>
              </a:rPr>
              <a:t xml:space="preserve"> </a:t>
            </a:r>
            <a:r>
              <a:rPr lang="en-US" sz="3200" spc="-64" kern="0" b="0" i="0" dirty="0">
                <a:solidFill>
                  <a:srgbClr val="070154"/>
                </a:solidFill>
                <a:latin typeface="IBM Plex Sans SemiBold"/>
                <a:ea typeface="IBM Plex Sans SemiBold"/>
                <a:cs typeface="IBM Plex Sans SemiBold"/>
              </a:rPr>
              <a:t xml:space="preserve">one validated model</a:t>
            </a:r>
            <a:r>
              <a:rPr lang="en-US" sz="3200" spc="-590" kern="0" b="0" i="0" dirty="0">
                <a:solidFill>
                  <a:srgbClr val="070154"/>
                </a:solidFill>
                <a:latin typeface="IBM Plex Sans SemiBold"/>
                <a:ea typeface="IBM Plex Sans SemiBold"/>
                <a:cs typeface="IBM Plex Sans SemiBold"/>
              </a:rPr>
              <a:t xml:space="preserve"> </a:t>
            </a:r>
            <a:endParaRPr lang="en-US" sz="3200" spc="-64" kern="0" b="0" i="0" dirty="0">
              <a:solidFill>
                <a:srgbClr val="070154"/>
              </a:solidFill>
              <a:latin typeface="IBM Plex Sans SemiBold"/>
              <a:ea typeface="IBM Plex Sans SemiBold"/>
              <a:cs typeface="IBM Plex Sans SemiBold"/>
            </a:endParaRPr>
          </a:p>
        </p:txBody>
      </p:sp>
      <p:sp>
        <p:nvSpPr>
          <p:cNvPr id="6"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1 Observation requires consent and appropriate privacy, security and retention controls.</a:t>
            </a:r>
            <a:endParaRPr lang="en-US" sz="900" spc="0" kern="0" b="0" i="0" dirty="0">
              <a:solidFill>
                <a:srgbClr val="50658E"/>
              </a:solidFill>
              <a:latin typeface="IBM Plex Sans"/>
              <a:ea typeface="IBM Plex Sans"/>
              <a:cs typeface="IBM Plex Sans"/>
            </a:endParaRPr>
          </a:p>
        </p:txBody>
      </p:sp>
      <p:sp>
        <p:nvSpPr>
          <p:cNvPr id="7"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160</a:t>
            </a:fld>
            <a:endParaRPr lang="en-US" sz="700" spc="0" kern="0" b="0" i="0" dirty="0">
              <a:solidFill>
                <a:srgbClr val="070154"/>
              </a:solidFill>
              <a:latin typeface="IBM Plex Mono SemiBold"/>
              <a:ea typeface="IBM Plex Mono SemiBold"/>
              <a:cs typeface="IBM Plex Mono SemiBold"/>
            </a:endParaRPr>
          </a:p>
        </p:txBody>
      </p:sp>
      <p:grpSp>
        <p:nvGrpSpPr>
          <p:cNvPr id="71" name="node01"/>
          <p:cNvGrpSpPr/>
          <p:nvPr/>
        </p:nvGrpSpPr>
        <p:grpSpPr>
          <a:xfrm>
            <a:off x="723900" y="1600200"/>
            <a:ext cx="3048000" cy="457200"/>
            <a:chOff x="723900" y="1600200"/>
            <a:chExt cx="3048000" cy="457200"/>
          </a:xfrm>
        </p:grpSpPr>
        <p:sp>
          <p:nvSpPr>
            <p:cNvPr id="8" name="node01.surface"/>
            <p:cNvSpPr/>
            <p:nvPr/>
          </p:nvSpPr>
          <p:spPr>
            <a:xfrm>
              <a:off x="723900" y="1600200"/>
              <a:ext cx="3048000" cy="457200"/>
            </a:xfrm>
            <a:custGeom>
              <a:avLst/>
              <a:gdLst/>
              <a:ahLst/>
              <a:cxnLst/>
              <a:rect l="l" t="t" r="r" b="b"/>
              <a:pathLst>
                <a:path w="3048000" h="457200">
                  <a:moveTo>
                    <a:pt x="0" y="0"/>
                  </a:moveTo>
                  <a:lnTo>
                    <a:pt x="2895600" y="0"/>
                  </a:lnTo>
                  <a:lnTo>
                    <a:pt x="3048000" y="228600"/>
                  </a:lnTo>
                  <a:lnTo>
                    <a:pt x="2895600" y="457200"/>
                  </a:lnTo>
                  <a:lnTo>
                    <a:pt x="0" y="457200"/>
                  </a:lnTo>
                  <a:close/>
                </a:path>
              </a:pathLst>
            </a:custGeom>
            <a:solidFill>
              <a:srgbClr val="CED7E6"/>
            </a:solidFill>
            <a:ln>
              <a:noFill/>
            </a:ln>
          </p:spPr>
        </p:sp>
        <p:sp>
          <p:nvSpPr>
            <p:cNvPr id="9" name="node01.number"/>
            <p:cNvSpPr/>
            <p:nvPr/>
          </p:nvSpPr>
          <p:spPr>
            <a:xfrm>
              <a:off x="876300" y="1676400"/>
              <a:ext cx="136652"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70154"/>
                  </a:solidFill>
                  <a:latin typeface="IBM Plex Mono SemiBold"/>
                  <a:ea typeface="IBM Plex Mono SemiBold"/>
                  <a:cs typeface="IBM Plex Mono SemiBold"/>
                </a:rPr>
                <a:t>1</a:t>
              </a:r>
              <a:endParaRPr lang="en-US" sz="1800" spc="0" kern="0" b="0" i="0" dirty="0">
                <a:solidFill>
                  <a:srgbClr val="070154"/>
                </a:solidFill>
                <a:latin typeface="IBM Plex Mono SemiBold"/>
                <a:ea typeface="IBM Plex Mono SemiBold"/>
                <a:cs typeface="IBM Plex Mono SemiBold"/>
              </a:endParaRPr>
            </a:p>
          </p:txBody>
        </p:sp>
        <p:sp>
          <p:nvSpPr>
            <p:cNvPr id="10" name="node01.text"/>
            <p:cNvSpPr/>
            <p:nvPr/>
          </p:nvSpPr>
          <p:spPr>
            <a:xfrm>
              <a:off x="1127252" y="1714500"/>
              <a:ext cx="2416048"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Gather evidence</a:t>
              </a:r>
              <a:endParaRPr lang="en-US" sz="1200" spc="0" kern="0" b="0" i="0" dirty="0">
                <a:solidFill>
                  <a:srgbClr val="070154"/>
                </a:solidFill>
                <a:latin typeface="IBM Plex Sans SemiBold"/>
                <a:ea typeface="IBM Plex Sans SemiBold"/>
                <a:cs typeface="IBM Plex Sans SemiBold"/>
              </a:endParaRPr>
            </a:p>
          </p:txBody>
        </p:sp>
      </p:grpSp>
      <p:grpSp>
        <p:nvGrpSpPr>
          <p:cNvPr id="72" name="node02"/>
          <p:cNvGrpSpPr/>
          <p:nvPr/>
        </p:nvGrpSpPr>
        <p:grpSpPr>
          <a:xfrm>
            <a:off x="3695700" y="1600200"/>
            <a:ext cx="2819400" cy="457200"/>
            <a:chOff x="3695700" y="1600200"/>
            <a:chExt cx="2819400" cy="457200"/>
          </a:xfrm>
        </p:grpSpPr>
        <p:sp>
          <p:nvSpPr>
            <p:cNvPr id="11" name="node02.surface"/>
            <p:cNvSpPr/>
            <p:nvPr/>
          </p:nvSpPr>
          <p:spPr>
            <a:xfrm>
              <a:off x="3695700" y="1600200"/>
              <a:ext cx="2819400" cy="457200"/>
            </a:xfrm>
            <a:custGeom>
              <a:avLst/>
              <a:gdLst/>
              <a:ahLst/>
              <a:cxnLst/>
              <a:rect l="l" t="t" r="r" b="b"/>
              <a:pathLst>
                <a:path w="2819400" h="457200">
                  <a:moveTo>
                    <a:pt x="0" y="0"/>
                  </a:moveTo>
                  <a:lnTo>
                    <a:pt x="2667000" y="0"/>
                  </a:lnTo>
                  <a:lnTo>
                    <a:pt x="2819400" y="228600"/>
                  </a:lnTo>
                  <a:lnTo>
                    <a:pt x="2667000" y="457200"/>
                  </a:lnTo>
                  <a:lnTo>
                    <a:pt x="0" y="457200"/>
                  </a:lnTo>
                  <a:lnTo>
                    <a:pt x="152400" y="228600"/>
                  </a:lnTo>
                  <a:close/>
                </a:path>
              </a:pathLst>
            </a:custGeom>
            <a:solidFill>
              <a:srgbClr val="070154"/>
            </a:solidFill>
            <a:ln>
              <a:noFill/>
            </a:ln>
          </p:spPr>
        </p:sp>
        <p:sp>
          <p:nvSpPr>
            <p:cNvPr id="12" name="node02.number"/>
            <p:cNvSpPr/>
            <p:nvPr/>
          </p:nvSpPr>
          <p:spPr>
            <a:xfrm>
              <a:off x="3924300" y="1676400"/>
              <a:ext cx="136652"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F900D3"/>
                  </a:solidFill>
                  <a:latin typeface="IBM Plex Mono SemiBold"/>
                  <a:ea typeface="IBM Plex Mono SemiBold"/>
                  <a:cs typeface="IBM Plex Mono SemiBold"/>
                </a:rPr>
                <a:t>2</a:t>
              </a:r>
              <a:endParaRPr lang="en-US" sz="1800" spc="0" kern="0" b="0" i="0" dirty="0">
                <a:solidFill>
                  <a:srgbClr val="F900D3"/>
                </a:solidFill>
                <a:latin typeface="IBM Plex Mono SemiBold"/>
                <a:ea typeface="IBM Plex Mono SemiBold"/>
                <a:cs typeface="IBM Plex Mono SemiBold"/>
              </a:endParaRPr>
            </a:p>
          </p:txBody>
        </p:sp>
        <p:sp>
          <p:nvSpPr>
            <p:cNvPr id="13" name="node02.text"/>
            <p:cNvSpPr/>
            <p:nvPr/>
          </p:nvSpPr>
          <p:spPr>
            <a:xfrm>
              <a:off x="4175252" y="1714500"/>
              <a:ext cx="2111248"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SemiBold"/>
                  <a:ea typeface="IBM Plex Sans SemiBold"/>
                  <a:cs typeface="IBM Plex Sans SemiBold"/>
                </a:rPr>
                <a:t>Synthesize</a:t>
              </a:r>
              <a:endParaRPr lang="en-US" sz="1200" spc="0" kern="0" b="0" i="0" dirty="0">
                <a:solidFill>
                  <a:srgbClr val="FFFFFF"/>
                </a:solidFill>
                <a:latin typeface="IBM Plex Sans SemiBold"/>
                <a:ea typeface="IBM Plex Sans SemiBold"/>
                <a:cs typeface="IBM Plex Sans SemiBold"/>
              </a:endParaRPr>
            </a:p>
          </p:txBody>
        </p:sp>
      </p:grpSp>
      <p:grpSp>
        <p:nvGrpSpPr>
          <p:cNvPr id="73" name="node03"/>
          <p:cNvGrpSpPr/>
          <p:nvPr/>
        </p:nvGrpSpPr>
        <p:grpSpPr>
          <a:xfrm>
            <a:off x="6438900" y="1600200"/>
            <a:ext cx="2819400" cy="457200"/>
            <a:chOff x="6438900" y="1600200"/>
            <a:chExt cx="2819400" cy="457200"/>
          </a:xfrm>
        </p:grpSpPr>
        <p:sp>
          <p:nvSpPr>
            <p:cNvPr id="14" name="node03.surface"/>
            <p:cNvSpPr/>
            <p:nvPr/>
          </p:nvSpPr>
          <p:spPr>
            <a:xfrm>
              <a:off x="6438900" y="1600200"/>
              <a:ext cx="2819400" cy="457200"/>
            </a:xfrm>
            <a:custGeom>
              <a:avLst/>
              <a:gdLst/>
              <a:ahLst/>
              <a:cxnLst/>
              <a:rect l="l" t="t" r="r" b="b"/>
              <a:pathLst>
                <a:path w="2819400" h="457200">
                  <a:moveTo>
                    <a:pt x="0" y="0"/>
                  </a:moveTo>
                  <a:lnTo>
                    <a:pt x="2667000" y="0"/>
                  </a:lnTo>
                  <a:lnTo>
                    <a:pt x="2819400" y="228600"/>
                  </a:lnTo>
                  <a:lnTo>
                    <a:pt x="2667000" y="457200"/>
                  </a:lnTo>
                  <a:lnTo>
                    <a:pt x="0" y="457200"/>
                  </a:lnTo>
                  <a:lnTo>
                    <a:pt x="152400" y="228600"/>
                  </a:lnTo>
                  <a:close/>
                </a:path>
              </a:pathLst>
            </a:custGeom>
            <a:solidFill>
              <a:srgbClr val="CED7E6"/>
            </a:solidFill>
            <a:ln>
              <a:noFill/>
            </a:ln>
          </p:spPr>
        </p:sp>
        <p:sp>
          <p:nvSpPr>
            <p:cNvPr id="15" name="node03.number"/>
            <p:cNvSpPr/>
            <p:nvPr/>
          </p:nvSpPr>
          <p:spPr>
            <a:xfrm>
              <a:off x="6667500" y="1676400"/>
              <a:ext cx="136652"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70154"/>
                  </a:solidFill>
                  <a:latin typeface="IBM Plex Mono SemiBold"/>
                  <a:ea typeface="IBM Plex Mono SemiBold"/>
                  <a:cs typeface="IBM Plex Mono SemiBold"/>
                </a:rPr>
                <a:t>3</a:t>
              </a:r>
              <a:endParaRPr lang="en-US" sz="1800" spc="0" kern="0" b="0" i="0" dirty="0">
                <a:solidFill>
                  <a:srgbClr val="070154"/>
                </a:solidFill>
                <a:latin typeface="IBM Plex Mono SemiBold"/>
                <a:ea typeface="IBM Plex Mono SemiBold"/>
                <a:cs typeface="IBM Plex Mono SemiBold"/>
              </a:endParaRPr>
            </a:p>
          </p:txBody>
        </p:sp>
        <p:sp>
          <p:nvSpPr>
            <p:cNvPr id="16" name="node03.text"/>
            <p:cNvSpPr/>
            <p:nvPr/>
          </p:nvSpPr>
          <p:spPr>
            <a:xfrm>
              <a:off x="6918452" y="1714500"/>
              <a:ext cx="2111248"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Review</a:t>
              </a:r>
              <a:endParaRPr lang="en-US" sz="1200" spc="0" kern="0" b="0" i="0" dirty="0">
                <a:solidFill>
                  <a:srgbClr val="070154"/>
                </a:solidFill>
                <a:latin typeface="IBM Plex Sans SemiBold"/>
                <a:ea typeface="IBM Plex Sans SemiBold"/>
                <a:cs typeface="IBM Plex Sans SemiBold"/>
              </a:endParaRPr>
            </a:p>
          </p:txBody>
        </p:sp>
      </p:grpSp>
      <p:grpSp>
        <p:nvGrpSpPr>
          <p:cNvPr id="74" name="node04"/>
          <p:cNvGrpSpPr/>
          <p:nvPr/>
        </p:nvGrpSpPr>
        <p:grpSpPr>
          <a:xfrm>
            <a:off x="9182100" y="1600200"/>
            <a:ext cx="2286000" cy="457200"/>
            <a:chOff x="9182100" y="1600200"/>
            <a:chExt cx="2286000" cy="457200"/>
          </a:xfrm>
        </p:grpSpPr>
        <p:sp>
          <p:nvSpPr>
            <p:cNvPr id="17" name="node04.surface"/>
            <p:cNvSpPr/>
            <p:nvPr/>
          </p:nvSpPr>
          <p:spPr>
            <a:xfrm>
              <a:off x="9182100" y="1600200"/>
              <a:ext cx="2286000" cy="457200"/>
            </a:xfrm>
            <a:custGeom>
              <a:avLst/>
              <a:gdLst/>
              <a:ahLst/>
              <a:cxnLst/>
              <a:rect l="l" t="t" r="r" b="b"/>
              <a:pathLst>
                <a:path w="2286000" h="457200">
                  <a:moveTo>
                    <a:pt x="0" y="0"/>
                  </a:moveTo>
                  <a:lnTo>
                    <a:pt x="2133600" y="0"/>
                  </a:lnTo>
                  <a:lnTo>
                    <a:pt x="2286000" y="228600"/>
                  </a:lnTo>
                  <a:lnTo>
                    <a:pt x="2133600" y="457200"/>
                  </a:lnTo>
                  <a:lnTo>
                    <a:pt x="0" y="457200"/>
                  </a:lnTo>
                  <a:lnTo>
                    <a:pt x="152400" y="228600"/>
                  </a:lnTo>
                  <a:close/>
                </a:path>
              </a:pathLst>
            </a:custGeom>
            <a:solidFill>
              <a:srgbClr val="070154"/>
            </a:solidFill>
            <a:ln>
              <a:noFill/>
            </a:ln>
          </p:spPr>
        </p:sp>
        <p:sp>
          <p:nvSpPr>
            <p:cNvPr id="18" name="node04.number"/>
            <p:cNvSpPr/>
            <p:nvPr/>
          </p:nvSpPr>
          <p:spPr>
            <a:xfrm>
              <a:off x="9410700" y="1676400"/>
              <a:ext cx="136652"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F900D3"/>
                  </a:solidFill>
                  <a:latin typeface="IBM Plex Mono SemiBold"/>
                  <a:ea typeface="IBM Plex Mono SemiBold"/>
                  <a:cs typeface="IBM Plex Mono SemiBold"/>
                </a:rPr>
                <a:t>4</a:t>
              </a:r>
              <a:endParaRPr lang="en-US" sz="1800" spc="0" kern="0" b="0" i="0" dirty="0">
                <a:solidFill>
                  <a:srgbClr val="F900D3"/>
                </a:solidFill>
                <a:latin typeface="IBM Plex Mono SemiBold"/>
                <a:ea typeface="IBM Plex Mono SemiBold"/>
                <a:cs typeface="IBM Plex Mono SemiBold"/>
              </a:endParaRPr>
            </a:p>
          </p:txBody>
        </p:sp>
        <p:sp>
          <p:nvSpPr>
            <p:cNvPr id="19" name="node04.text"/>
            <p:cNvSpPr/>
            <p:nvPr/>
          </p:nvSpPr>
          <p:spPr>
            <a:xfrm>
              <a:off x="9661652" y="1714500"/>
              <a:ext cx="1577848"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SemiBold"/>
                  <a:ea typeface="IBM Plex Sans SemiBold"/>
                  <a:cs typeface="IBM Plex Sans SemiBold"/>
                </a:rPr>
                <a:t>Activate</a:t>
              </a:r>
              <a:endParaRPr lang="en-US" sz="1200" spc="0" kern="0" b="0" i="0" dirty="0">
                <a:solidFill>
                  <a:srgbClr val="FFFFFF"/>
                </a:solidFill>
                <a:latin typeface="IBM Plex Sans SemiBold"/>
                <a:ea typeface="IBM Plex Sans SemiBold"/>
                <a:cs typeface="IBM Plex Sans SemiBold"/>
              </a:endParaRPr>
            </a:p>
          </p:txBody>
        </p:sp>
      </p:grpSp>
      <p:grpSp>
        <p:nvGrpSpPr>
          <p:cNvPr id="75" name="node05"/>
          <p:cNvGrpSpPr/>
          <p:nvPr/>
        </p:nvGrpSpPr>
        <p:grpSpPr>
          <a:xfrm>
            <a:off x="723900" y="2286000"/>
            <a:ext cx="2514600" cy="914400"/>
            <a:chOff x="723900" y="2286000"/>
            <a:chExt cx="2514600" cy="914400"/>
          </a:xfrm>
        </p:grpSpPr>
        <p:sp>
          <p:nvSpPr>
            <p:cNvPr id="20" name="node05.container"/>
            <p:cNvSpPr/>
            <p:nvPr/>
          </p:nvSpPr>
          <p:spPr>
            <a:xfrm>
              <a:off x="723900" y="2286000"/>
              <a:ext cx="2514600" cy="914400"/>
            </a:xfrm>
            <a:prstGeom prst="rect">
              <a:avLst/>
            </a:prstGeom>
            <a:solidFill>
              <a:srgbClr val="E8EEF8"/>
            </a:solidFill>
            <a:ln>
              <a:noFill/>
            </a:ln>
          </p:spPr>
        </p:sp>
        <p:sp>
          <p:nvSpPr>
            <p:cNvPr id="21" name="node05.edge"/>
            <p:cNvSpPr/>
            <p:nvPr/>
          </p:nvSpPr>
          <p:spPr>
            <a:xfrm>
              <a:off x="723900" y="2286000"/>
              <a:ext cx="38100" cy="914400"/>
            </a:xfrm>
            <a:prstGeom prst="rect">
              <a:avLst/>
            </a:prstGeom>
            <a:solidFill>
              <a:srgbClr val="F900D3"/>
            </a:solidFill>
            <a:ln>
              <a:noFill/>
            </a:ln>
          </p:spPr>
        </p:sp>
        <p:sp>
          <p:nvSpPr>
            <p:cNvPr id="22" name="node05.title"/>
            <p:cNvSpPr/>
            <p:nvPr/>
          </p:nvSpPr>
          <p:spPr>
            <a:xfrm>
              <a:off x="838200" y="2362200"/>
              <a:ext cx="23241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Medium"/>
                  <a:ea typeface="IBM Plex Mono Medium"/>
                  <a:cs typeface="IBM Plex Mono Medium"/>
                </a:rPr>
                <a:t xml:space="preserve">OBSERVED WORK</a:t>
              </a:r>
              <a:r>
                <a:rPr lang="en-US" sz="900" spc="-484" kern="0" b="0" i="0" dirty="0">
                  <a:solidFill>
                    <a:srgbClr val="070154"/>
                  </a:solidFill>
                  <a:latin typeface="IBM Plex Mono Medium"/>
                  <a:ea typeface="IBM Plex Mono Medium"/>
                  <a:cs typeface="IBM Plex Mono Medium"/>
                </a:rPr>
                <a:t xml:space="preserve"> </a:t>
              </a:r>
              <a:r>
                <a:rPr lang="en-US" sz="540" spc="54" kern="0" b="0" i="0" dirty="0" baseline="58333">
                  <a:solidFill>
                    <a:srgbClr val="0047FF"/>
                  </a:solidFill>
                  <a:latin typeface="IBM Plex Mono SemiBold"/>
                  <a:ea typeface="IBM Plex Mono SemiBold"/>
                  <a:cs typeface="IBM Plex Mono SemiBold"/>
                </a:rPr>
                <a:t xml:space="preserve">1</a:t>
              </a:r>
              <a:endParaRPr lang="en-US" sz="900" spc="54" kern="0" b="0" i="0" dirty="0">
                <a:solidFill>
                  <a:srgbClr val="070154"/>
                </a:solidFill>
                <a:latin typeface="IBM Plex Mono Medium"/>
                <a:ea typeface="IBM Plex Mono Medium"/>
                <a:cs typeface="IBM Plex Mono Medium"/>
              </a:endParaRPr>
            </a:p>
          </p:txBody>
        </p:sp>
        <p:sp>
          <p:nvSpPr>
            <p:cNvPr id="23" name="node05.body.item-001.paragraph"/>
            <p:cNvSpPr/>
            <p:nvPr/>
          </p:nvSpPr>
          <p:spPr>
            <a:xfrm>
              <a:off x="838200" y="2628900"/>
              <a:ext cx="23241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Recordings, traces and artifacts</a:t>
              </a:r>
              <a:endParaRPr lang="en-US" sz="1200" spc="0" kern="0" b="0" i="0" dirty="0">
                <a:solidFill>
                  <a:srgbClr val="50658E"/>
                </a:solidFill>
                <a:latin typeface="IBM Plex Sans"/>
                <a:ea typeface="IBM Plex Sans"/>
                <a:cs typeface="IBM Plex Sans"/>
              </a:endParaRPr>
            </a:p>
          </p:txBody>
        </p:sp>
      </p:grpSp>
      <p:grpSp>
        <p:nvGrpSpPr>
          <p:cNvPr id="76" name="node06"/>
          <p:cNvGrpSpPr/>
          <p:nvPr/>
        </p:nvGrpSpPr>
        <p:grpSpPr>
          <a:xfrm>
            <a:off x="3238500" y="2700579"/>
            <a:ext cx="457200" cy="85242"/>
            <a:chOff x="3238500" y="2700579"/>
            <a:chExt cx="457200" cy="85242"/>
          </a:xfrm>
        </p:grpSpPr>
        <p:sp>
          <p:nvSpPr>
            <p:cNvPr id="24" name="node06.segment-1"/>
            <p:cNvSpPr/>
            <p:nvPr/>
          </p:nvSpPr>
          <p:spPr>
            <a:xfrm>
              <a:off x="3238500" y="2743200"/>
              <a:ext cx="457200" cy="0"/>
            </a:xfrm>
            <a:custGeom>
              <a:avLst/>
              <a:gdLst/>
              <a:ahLst/>
              <a:cxnLst/>
              <a:rect l="l" t="t" r="r" b="b"/>
              <a:pathLst>
                <a:path w="457200">
                  <a:moveTo>
                    <a:pt x="0" y="0"/>
                  </a:moveTo>
                  <a:lnTo>
                    <a:pt x="457200" y="0"/>
                  </a:lnTo>
                </a:path>
              </a:pathLst>
            </a:custGeom>
            <a:ln w="12700">
              <a:solidFill>
                <a:srgbClr val="070154"/>
              </a:solidFill>
              <a:prstDash val="solid"/>
            </a:ln>
          </p:spPr>
        </p:sp>
        <p:sp>
          <p:nvSpPr>
            <p:cNvPr id="25" name="node06.head-end.0"/>
            <p:cNvSpPr/>
            <p:nvPr/>
          </p:nvSpPr>
          <p:spPr>
            <a:xfrm>
              <a:off x="3617683" y="2743200"/>
              <a:ext cx="78017" cy="42621"/>
            </a:xfrm>
            <a:custGeom>
              <a:avLst/>
              <a:gdLst/>
              <a:ahLst/>
              <a:cxnLst/>
              <a:rect l="l" t="t" r="r" b="b"/>
              <a:pathLst>
                <a:path w="78017" h="42621">
                  <a:moveTo>
                    <a:pt x="78017" y="0"/>
                  </a:moveTo>
                  <a:lnTo>
                    <a:pt x="0" y="42621"/>
                  </a:lnTo>
                </a:path>
              </a:pathLst>
            </a:custGeom>
            <a:ln w="12700">
              <a:solidFill>
                <a:srgbClr val="070154"/>
              </a:solidFill>
              <a:prstDash val="solid"/>
            </a:ln>
          </p:spPr>
        </p:sp>
        <p:sp>
          <p:nvSpPr>
            <p:cNvPr id="26" name="node06.head-end.1"/>
            <p:cNvSpPr/>
            <p:nvPr/>
          </p:nvSpPr>
          <p:spPr>
            <a:xfrm>
              <a:off x="3617683" y="2700579"/>
              <a:ext cx="78017" cy="42621"/>
            </a:xfrm>
            <a:custGeom>
              <a:avLst/>
              <a:gdLst/>
              <a:ahLst/>
              <a:cxnLst/>
              <a:rect l="l" t="t" r="r" b="b"/>
              <a:pathLst>
                <a:path w="78017" h="42621">
                  <a:moveTo>
                    <a:pt x="78017" y="42621"/>
                  </a:moveTo>
                  <a:lnTo>
                    <a:pt x="0" y="0"/>
                  </a:lnTo>
                </a:path>
              </a:pathLst>
            </a:custGeom>
            <a:ln w="12700">
              <a:solidFill>
                <a:srgbClr val="070154"/>
              </a:solidFill>
              <a:prstDash val="solid"/>
            </a:ln>
          </p:spPr>
        </p:sp>
      </p:grpSp>
      <p:grpSp>
        <p:nvGrpSpPr>
          <p:cNvPr id="77" name="node07"/>
          <p:cNvGrpSpPr/>
          <p:nvPr/>
        </p:nvGrpSpPr>
        <p:grpSpPr>
          <a:xfrm>
            <a:off x="723900" y="3429000"/>
            <a:ext cx="2514600" cy="914400"/>
            <a:chOff x="723900" y="3429000"/>
            <a:chExt cx="2514600" cy="914400"/>
          </a:xfrm>
        </p:grpSpPr>
        <p:sp>
          <p:nvSpPr>
            <p:cNvPr id="27" name="node07.container"/>
            <p:cNvSpPr/>
            <p:nvPr/>
          </p:nvSpPr>
          <p:spPr>
            <a:xfrm>
              <a:off x="723900" y="3429000"/>
              <a:ext cx="2514600" cy="914400"/>
            </a:xfrm>
            <a:prstGeom prst="rect">
              <a:avLst/>
            </a:prstGeom>
            <a:solidFill>
              <a:srgbClr val="E8EEF8"/>
            </a:solidFill>
            <a:ln>
              <a:noFill/>
            </a:ln>
          </p:spPr>
        </p:sp>
        <p:sp>
          <p:nvSpPr>
            <p:cNvPr id="28" name="node07.edge"/>
            <p:cNvSpPr/>
            <p:nvPr/>
          </p:nvSpPr>
          <p:spPr>
            <a:xfrm>
              <a:off x="723900" y="3429000"/>
              <a:ext cx="38100" cy="914400"/>
            </a:xfrm>
            <a:prstGeom prst="rect">
              <a:avLst/>
            </a:prstGeom>
            <a:solidFill>
              <a:srgbClr val="0047FF"/>
            </a:solidFill>
            <a:ln>
              <a:noFill/>
            </a:ln>
          </p:spPr>
        </p:sp>
        <p:sp>
          <p:nvSpPr>
            <p:cNvPr id="29" name="node07.title"/>
            <p:cNvSpPr/>
            <p:nvPr/>
          </p:nvSpPr>
          <p:spPr>
            <a:xfrm>
              <a:off x="838200" y="3505200"/>
              <a:ext cx="23241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Medium"/>
                  <a:ea typeface="IBM Plex Mono Medium"/>
                  <a:cs typeface="IBM Plex Mono Medium"/>
                </a:rPr>
                <a:t>ENCODED BEHAVIOR</a:t>
              </a:r>
              <a:endParaRPr lang="en-US" sz="900" spc="54" kern="0" b="0" i="0" dirty="0">
                <a:solidFill>
                  <a:srgbClr val="070154"/>
                </a:solidFill>
                <a:latin typeface="IBM Plex Mono Medium"/>
                <a:ea typeface="IBM Plex Mono Medium"/>
                <a:cs typeface="IBM Plex Mono Medium"/>
              </a:endParaRPr>
            </a:p>
          </p:txBody>
        </p:sp>
        <p:sp>
          <p:nvSpPr>
            <p:cNvPr id="30" name="node07.body.item-001.paragraph"/>
            <p:cNvSpPr/>
            <p:nvPr/>
          </p:nvSpPr>
          <p:spPr>
            <a:xfrm>
              <a:off x="838200" y="3771900"/>
              <a:ext cx="23241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Source, configuration, data and jobs</a:t>
              </a:r>
              <a:endParaRPr lang="en-US" sz="1200" spc="0" kern="0" b="0" i="0" dirty="0">
                <a:solidFill>
                  <a:srgbClr val="50658E"/>
                </a:solidFill>
                <a:latin typeface="IBM Plex Sans"/>
                <a:ea typeface="IBM Plex Sans"/>
                <a:cs typeface="IBM Plex Sans"/>
              </a:endParaRPr>
            </a:p>
          </p:txBody>
        </p:sp>
      </p:grpSp>
      <p:grpSp>
        <p:nvGrpSpPr>
          <p:cNvPr id="78" name="node08"/>
          <p:cNvGrpSpPr/>
          <p:nvPr/>
        </p:nvGrpSpPr>
        <p:grpSpPr>
          <a:xfrm>
            <a:off x="3238500" y="3843579"/>
            <a:ext cx="457200" cy="85242"/>
            <a:chOff x="3238500" y="3843579"/>
            <a:chExt cx="457200" cy="85242"/>
          </a:xfrm>
        </p:grpSpPr>
        <p:sp>
          <p:nvSpPr>
            <p:cNvPr id="31" name="node08.segment-1"/>
            <p:cNvSpPr/>
            <p:nvPr/>
          </p:nvSpPr>
          <p:spPr>
            <a:xfrm>
              <a:off x="3238500" y="3886200"/>
              <a:ext cx="457200" cy="0"/>
            </a:xfrm>
            <a:custGeom>
              <a:avLst/>
              <a:gdLst/>
              <a:ahLst/>
              <a:cxnLst/>
              <a:rect l="l" t="t" r="r" b="b"/>
              <a:pathLst>
                <a:path w="457200">
                  <a:moveTo>
                    <a:pt x="0" y="0"/>
                  </a:moveTo>
                  <a:lnTo>
                    <a:pt x="457200" y="0"/>
                  </a:lnTo>
                </a:path>
              </a:pathLst>
            </a:custGeom>
            <a:ln w="12700">
              <a:solidFill>
                <a:srgbClr val="070154"/>
              </a:solidFill>
              <a:prstDash val="solid"/>
            </a:ln>
          </p:spPr>
        </p:sp>
        <p:sp>
          <p:nvSpPr>
            <p:cNvPr id="32" name="node08.head-end.0"/>
            <p:cNvSpPr/>
            <p:nvPr/>
          </p:nvSpPr>
          <p:spPr>
            <a:xfrm>
              <a:off x="3617683" y="3886200"/>
              <a:ext cx="78017" cy="42621"/>
            </a:xfrm>
            <a:custGeom>
              <a:avLst/>
              <a:gdLst/>
              <a:ahLst/>
              <a:cxnLst/>
              <a:rect l="l" t="t" r="r" b="b"/>
              <a:pathLst>
                <a:path w="78017" h="42621">
                  <a:moveTo>
                    <a:pt x="78017" y="0"/>
                  </a:moveTo>
                  <a:lnTo>
                    <a:pt x="0" y="42621"/>
                  </a:lnTo>
                </a:path>
              </a:pathLst>
            </a:custGeom>
            <a:ln w="12700">
              <a:solidFill>
                <a:srgbClr val="070154"/>
              </a:solidFill>
              <a:prstDash val="solid"/>
            </a:ln>
          </p:spPr>
        </p:sp>
        <p:sp>
          <p:nvSpPr>
            <p:cNvPr id="33" name="node08.head-end.1"/>
            <p:cNvSpPr/>
            <p:nvPr/>
          </p:nvSpPr>
          <p:spPr>
            <a:xfrm>
              <a:off x="3617683" y="3843579"/>
              <a:ext cx="78017" cy="42621"/>
            </a:xfrm>
            <a:custGeom>
              <a:avLst/>
              <a:gdLst/>
              <a:ahLst/>
              <a:cxnLst/>
              <a:rect l="l" t="t" r="r" b="b"/>
              <a:pathLst>
                <a:path w="78017" h="42621">
                  <a:moveTo>
                    <a:pt x="78017" y="42621"/>
                  </a:moveTo>
                  <a:lnTo>
                    <a:pt x="0" y="0"/>
                  </a:lnTo>
                </a:path>
              </a:pathLst>
            </a:custGeom>
            <a:ln w="12700">
              <a:solidFill>
                <a:srgbClr val="070154"/>
              </a:solidFill>
              <a:prstDash val="solid"/>
            </a:ln>
          </p:spPr>
        </p:sp>
      </p:grpSp>
      <p:grpSp>
        <p:nvGrpSpPr>
          <p:cNvPr id="79" name="node09"/>
          <p:cNvGrpSpPr/>
          <p:nvPr/>
        </p:nvGrpSpPr>
        <p:grpSpPr>
          <a:xfrm>
            <a:off x="723900" y="4572000"/>
            <a:ext cx="2514600" cy="914400"/>
            <a:chOff x="723900" y="4572000"/>
            <a:chExt cx="2514600" cy="914400"/>
          </a:xfrm>
        </p:grpSpPr>
        <p:sp>
          <p:nvSpPr>
            <p:cNvPr id="34" name="node09.container"/>
            <p:cNvSpPr/>
            <p:nvPr/>
          </p:nvSpPr>
          <p:spPr>
            <a:xfrm>
              <a:off x="723900" y="4572000"/>
              <a:ext cx="2514600" cy="914400"/>
            </a:xfrm>
            <a:prstGeom prst="rect">
              <a:avLst/>
            </a:prstGeom>
            <a:solidFill>
              <a:srgbClr val="E8EEF8"/>
            </a:solidFill>
            <a:ln>
              <a:noFill/>
            </a:ln>
          </p:spPr>
        </p:sp>
        <p:sp>
          <p:nvSpPr>
            <p:cNvPr id="35" name="node09.edge"/>
            <p:cNvSpPr/>
            <p:nvPr/>
          </p:nvSpPr>
          <p:spPr>
            <a:xfrm>
              <a:off x="723900" y="4572000"/>
              <a:ext cx="38100" cy="914400"/>
            </a:xfrm>
            <a:prstGeom prst="rect">
              <a:avLst/>
            </a:prstGeom>
            <a:solidFill>
              <a:srgbClr val="070154"/>
            </a:solidFill>
            <a:ln>
              <a:noFill/>
            </a:ln>
          </p:spPr>
        </p:sp>
        <p:sp>
          <p:nvSpPr>
            <p:cNvPr id="36" name="node09.title"/>
            <p:cNvSpPr/>
            <p:nvPr/>
          </p:nvSpPr>
          <p:spPr>
            <a:xfrm>
              <a:off x="838200" y="4648200"/>
              <a:ext cx="23241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Medium"/>
                  <a:ea typeface="IBM Plex Mono Medium"/>
                  <a:cs typeface="IBM Plex Mono Medium"/>
                </a:rPr>
                <a:t>EXPERT CONTEXT</a:t>
              </a:r>
              <a:endParaRPr lang="en-US" sz="900" spc="54" kern="0" b="0" i="0" dirty="0">
                <a:solidFill>
                  <a:srgbClr val="070154"/>
                </a:solidFill>
                <a:latin typeface="IBM Plex Mono Medium"/>
                <a:ea typeface="IBM Plex Mono Medium"/>
                <a:cs typeface="IBM Plex Mono Medium"/>
              </a:endParaRPr>
            </a:p>
          </p:txBody>
        </p:sp>
        <p:sp>
          <p:nvSpPr>
            <p:cNvPr id="37" name="node09.body.item-001.paragraph"/>
            <p:cNvSpPr/>
            <p:nvPr/>
          </p:nvSpPr>
          <p:spPr>
            <a:xfrm>
              <a:off x="838200" y="4914900"/>
              <a:ext cx="23241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Interviews, policies and procedures</a:t>
              </a:r>
              <a:endParaRPr lang="en-US" sz="1200" spc="0" kern="0" b="0" i="0" dirty="0">
                <a:solidFill>
                  <a:srgbClr val="50658E"/>
                </a:solidFill>
                <a:latin typeface="IBM Plex Sans"/>
                <a:ea typeface="IBM Plex Sans"/>
                <a:cs typeface="IBM Plex Sans"/>
              </a:endParaRPr>
            </a:p>
          </p:txBody>
        </p:sp>
      </p:grpSp>
      <p:grpSp>
        <p:nvGrpSpPr>
          <p:cNvPr id="80" name="node10"/>
          <p:cNvGrpSpPr/>
          <p:nvPr/>
        </p:nvGrpSpPr>
        <p:grpSpPr>
          <a:xfrm>
            <a:off x="3238500" y="4986579"/>
            <a:ext cx="457200" cy="85242"/>
            <a:chOff x="3238500" y="4986579"/>
            <a:chExt cx="457200" cy="85242"/>
          </a:xfrm>
        </p:grpSpPr>
        <p:sp>
          <p:nvSpPr>
            <p:cNvPr id="38" name="node10.segment-1"/>
            <p:cNvSpPr/>
            <p:nvPr/>
          </p:nvSpPr>
          <p:spPr>
            <a:xfrm>
              <a:off x="3238500" y="5029200"/>
              <a:ext cx="457200" cy="0"/>
            </a:xfrm>
            <a:custGeom>
              <a:avLst/>
              <a:gdLst/>
              <a:ahLst/>
              <a:cxnLst/>
              <a:rect l="l" t="t" r="r" b="b"/>
              <a:pathLst>
                <a:path w="457200">
                  <a:moveTo>
                    <a:pt x="0" y="0"/>
                  </a:moveTo>
                  <a:lnTo>
                    <a:pt x="457200" y="0"/>
                  </a:lnTo>
                </a:path>
              </a:pathLst>
            </a:custGeom>
            <a:ln w="12700">
              <a:solidFill>
                <a:srgbClr val="070154"/>
              </a:solidFill>
              <a:prstDash val="solid"/>
            </a:ln>
          </p:spPr>
        </p:sp>
        <p:sp>
          <p:nvSpPr>
            <p:cNvPr id="39" name="node10.head-end.0"/>
            <p:cNvSpPr/>
            <p:nvPr/>
          </p:nvSpPr>
          <p:spPr>
            <a:xfrm>
              <a:off x="3617683" y="5029200"/>
              <a:ext cx="78017" cy="42621"/>
            </a:xfrm>
            <a:custGeom>
              <a:avLst/>
              <a:gdLst/>
              <a:ahLst/>
              <a:cxnLst/>
              <a:rect l="l" t="t" r="r" b="b"/>
              <a:pathLst>
                <a:path w="78017" h="42621">
                  <a:moveTo>
                    <a:pt x="78017" y="0"/>
                  </a:moveTo>
                  <a:lnTo>
                    <a:pt x="0" y="42621"/>
                  </a:lnTo>
                </a:path>
              </a:pathLst>
            </a:custGeom>
            <a:ln w="12700">
              <a:solidFill>
                <a:srgbClr val="070154"/>
              </a:solidFill>
              <a:prstDash val="solid"/>
            </a:ln>
          </p:spPr>
        </p:sp>
        <p:sp>
          <p:nvSpPr>
            <p:cNvPr id="40" name="node10.head-end.1"/>
            <p:cNvSpPr/>
            <p:nvPr/>
          </p:nvSpPr>
          <p:spPr>
            <a:xfrm>
              <a:off x="3617683" y="4986579"/>
              <a:ext cx="78017" cy="42621"/>
            </a:xfrm>
            <a:custGeom>
              <a:avLst/>
              <a:gdLst/>
              <a:ahLst/>
              <a:cxnLst/>
              <a:rect l="l" t="t" r="r" b="b"/>
              <a:pathLst>
                <a:path w="78017" h="42621">
                  <a:moveTo>
                    <a:pt x="78017" y="42621"/>
                  </a:moveTo>
                  <a:lnTo>
                    <a:pt x="0" y="0"/>
                  </a:lnTo>
                </a:path>
              </a:pathLst>
            </a:custGeom>
            <a:ln w="12700">
              <a:solidFill>
                <a:srgbClr val="070154"/>
              </a:solidFill>
              <a:prstDash val="solid"/>
            </a:ln>
          </p:spPr>
        </p:sp>
      </p:grpSp>
      <p:grpSp>
        <p:nvGrpSpPr>
          <p:cNvPr id="81" name="node11"/>
          <p:cNvGrpSpPr/>
          <p:nvPr/>
        </p:nvGrpSpPr>
        <p:grpSpPr>
          <a:xfrm>
            <a:off x="3695700" y="2286000"/>
            <a:ext cx="2286000" cy="3200400"/>
            <a:chOff x="3695700" y="2286000"/>
            <a:chExt cx="2286000" cy="3200400"/>
          </a:xfrm>
        </p:grpSpPr>
        <p:sp>
          <p:nvSpPr>
            <p:cNvPr id="41" name="node11.container"/>
            <p:cNvSpPr/>
            <p:nvPr/>
          </p:nvSpPr>
          <p:spPr>
            <a:xfrm>
              <a:off x="3695700" y="2286000"/>
              <a:ext cx="2286000" cy="3200400"/>
            </a:xfrm>
            <a:prstGeom prst="rect">
              <a:avLst/>
            </a:prstGeom>
            <a:solidFill>
              <a:srgbClr val="070154"/>
            </a:solidFill>
            <a:ln>
              <a:noFill/>
            </a:ln>
          </p:spPr>
        </p:sp>
        <p:sp>
          <p:nvSpPr>
            <p:cNvPr id="42" name="node11.title"/>
            <p:cNvSpPr/>
            <p:nvPr/>
          </p:nvSpPr>
          <p:spPr>
            <a:xfrm>
              <a:off x="3848100" y="2438400"/>
              <a:ext cx="1981200" cy="9144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FFFFFF"/>
                  </a:solidFill>
                  <a:latin typeface="IBM Plex Sans SemiBold"/>
                  <a:ea typeface="IBM Plex Sans SemiBold"/>
                  <a:cs typeface="IBM Plex Sans SemiBold"/>
                </a:rPr>
                <a:t>AI builds a candidate process and logic model</a:t>
              </a:r>
              <a:endParaRPr lang="en-US" sz="1800" spc="-18" kern="0" b="0" i="0" dirty="0">
                <a:solidFill>
                  <a:srgbClr val="FFFFFF"/>
                </a:solidFill>
                <a:latin typeface="IBM Plex Sans SemiBold"/>
                <a:ea typeface="IBM Plex Sans SemiBold"/>
                <a:cs typeface="IBM Plex Sans SemiBold"/>
              </a:endParaRPr>
            </a:p>
          </p:txBody>
        </p:sp>
        <p:sp>
          <p:nvSpPr>
            <p:cNvPr id="43" name="node11.body.item-001.bullets.item-001.marker"/>
            <p:cNvSpPr/>
            <p:nvPr/>
          </p:nvSpPr>
          <p:spPr>
            <a:xfrm>
              <a:off x="3848100" y="3613150"/>
              <a:ext cx="50800" cy="50800"/>
            </a:xfrm>
            <a:prstGeom prst="rect">
              <a:avLst/>
            </a:prstGeom>
            <a:solidFill>
              <a:srgbClr val="FFFFFF"/>
            </a:solidFill>
            <a:ln>
              <a:noFill/>
            </a:ln>
          </p:spPr>
        </p:sp>
        <p:sp>
          <p:nvSpPr>
            <p:cNvPr id="44" name="node11.body.item-001.bullets.item-001.text"/>
            <p:cNvSpPr/>
            <p:nvPr/>
          </p:nvSpPr>
          <p:spPr>
            <a:xfrm>
              <a:off x="4038600" y="3505200"/>
              <a:ext cx="17907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FFFFFF"/>
                  </a:solidFill>
                  <a:latin typeface="IBM Plex Sans"/>
                  <a:ea typeface="IBM Plex Sans"/>
                  <a:cs typeface="IBM Plex Sans"/>
                </a:rPr>
                <a:t>Source-linked</a:t>
              </a:r>
              <a:endParaRPr lang="en-US" sz="1400" spc="0" kern="0" b="0" i="0" dirty="0">
                <a:solidFill>
                  <a:srgbClr val="FFFFFF"/>
                </a:solidFill>
                <a:latin typeface="IBM Plex Sans"/>
                <a:ea typeface="IBM Plex Sans"/>
                <a:cs typeface="IBM Plex Sans"/>
              </a:endParaRPr>
            </a:p>
          </p:txBody>
        </p:sp>
        <p:sp>
          <p:nvSpPr>
            <p:cNvPr id="45" name="node11.body.item-001.bullets.item-002.marker"/>
            <p:cNvSpPr/>
            <p:nvPr/>
          </p:nvSpPr>
          <p:spPr>
            <a:xfrm>
              <a:off x="3848100" y="3956050"/>
              <a:ext cx="50800" cy="50800"/>
            </a:xfrm>
            <a:prstGeom prst="rect">
              <a:avLst/>
            </a:prstGeom>
            <a:solidFill>
              <a:srgbClr val="FFFFFF"/>
            </a:solidFill>
            <a:ln>
              <a:noFill/>
            </a:ln>
          </p:spPr>
        </p:sp>
        <p:sp>
          <p:nvSpPr>
            <p:cNvPr id="46" name="node11.body.item-001.bullets.item-002.text"/>
            <p:cNvSpPr/>
            <p:nvPr/>
          </p:nvSpPr>
          <p:spPr>
            <a:xfrm>
              <a:off x="4038600" y="3848100"/>
              <a:ext cx="17907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FFFFFF"/>
                  </a:solidFill>
                  <a:latin typeface="IBM Plex Sans"/>
                  <a:ea typeface="IBM Plex Sans"/>
                  <a:cs typeface="IBM Plex Sans"/>
                </a:rPr>
                <a:t>Confidence-scored</a:t>
              </a:r>
              <a:endParaRPr lang="en-US" sz="1400" spc="0" kern="0" b="0" i="0" dirty="0">
                <a:solidFill>
                  <a:srgbClr val="FFFFFF"/>
                </a:solidFill>
                <a:latin typeface="IBM Plex Sans"/>
                <a:ea typeface="IBM Plex Sans"/>
                <a:cs typeface="IBM Plex Sans"/>
              </a:endParaRPr>
            </a:p>
          </p:txBody>
        </p:sp>
        <p:sp>
          <p:nvSpPr>
            <p:cNvPr id="47" name="node11.body.item-001.bullets.item-003.marker"/>
            <p:cNvSpPr/>
            <p:nvPr/>
          </p:nvSpPr>
          <p:spPr>
            <a:xfrm>
              <a:off x="3848100" y="4298950"/>
              <a:ext cx="50800" cy="50800"/>
            </a:xfrm>
            <a:prstGeom prst="rect">
              <a:avLst/>
            </a:prstGeom>
            <a:solidFill>
              <a:srgbClr val="FFFFFF"/>
            </a:solidFill>
            <a:ln>
              <a:noFill/>
            </a:ln>
          </p:spPr>
        </p:sp>
        <p:sp>
          <p:nvSpPr>
            <p:cNvPr id="48" name="node11.body.item-001.bullets.item-003.text"/>
            <p:cNvSpPr/>
            <p:nvPr/>
          </p:nvSpPr>
          <p:spPr>
            <a:xfrm>
              <a:off x="4038600" y="4191000"/>
              <a:ext cx="17907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FFFFFF"/>
                  </a:solidFill>
                  <a:latin typeface="IBM Plex Sans"/>
                  <a:ea typeface="IBM Plex Sans"/>
                  <a:cs typeface="IBM Plex Sans"/>
                </a:rPr>
                <a:t>Gaps flagged</a:t>
              </a:r>
              <a:endParaRPr lang="en-US" sz="1400" spc="0" kern="0" b="0" i="0" dirty="0">
                <a:solidFill>
                  <a:srgbClr val="FFFFFF"/>
                </a:solidFill>
                <a:latin typeface="IBM Plex Sans"/>
                <a:ea typeface="IBM Plex Sans"/>
                <a:cs typeface="IBM Plex Sans"/>
              </a:endParaRPr>
            </a:p>
          </p:txBody>
        </p:sp>
      </p:grpSp>
      <p:grpSp>
        <p:nvGrpSpPr>
          <p:cNvPr id="82" name="node12"/>
          <p:cNvGrpSpPr/>
          <p:nvPr/>
        </p:nvGrpSpPr>
        <p:grpSpPr>
          <a:xfrm>
            <a:off x="5981700" y="2700579"/>
            <a:ext cx="457200" cy="85242"/>
            <a:chOff x="5981700" y="2700579"/>
            <a:chExt cx="457200" cy="85242"/>
          </a:xfrm>
        </p:grpSpPr>
        <p:sp>
          <p:nvSpPr>
            <p:cNvPr id="49" name="node12.segment-1"/>
            <p:cNvSpPr/>
            <p:nvPr/>
          </p:nvSpPr>
          <p:spPr>
            <a:xfrm>
              <a:off x="5981700" y="2743200"/>
              <a:ext cx="457200" cy="0"/>
            </a:xfrm>
            <a:custGeom>
              <a:avLst/>
              <a:gdLst/>
              <a:ahLst/>
              <a:cxnLst/>
              <a:rect l="l" t="t" r="r" b="b"/>
              <a:pathLst>
                <a:path w="457200">
                  <a:moveTo>
                    <a:pt x="0" y="0"/>
                  </a:moveTo>
                  <a:lnTo>
                    <a:pt x="457200" y="0"/>
                  </a:lnTo>
                </a:path>
              </a:pathLst>
            </a:custGeom>
            <a:ln w="12700">
              <a:solidFill>
                <a:srgbClr val="070154"/>
              </a:solidFill>
              <a:prstDash val="solid"/>
            </a:ln>
          </p:spPr>
        </p:sp>
        <p:sp>
          <p:nvSpPr>
            <p:cNvPr id="50" name="node12.head-end.0"/>
            <p:cNvSpPr/>
            <p:nvPr/>
          </p:nvSpPr>
          <p:spPr>
            <a:xfrm>
              <a:off x="6360883" y="2743200"/>
              <a:ext cx="78017" cy="42621"/>
            </a:xfrm>
            <a:custGeom>
              <a:avLst/>
              <a:gdLst/>
              <a:ahLst/>
              <a:cxnLst/>
              <a:rect l="l" t="t" r="r" b="b"/>
              <a:pathLst>
                <a:path w="78017" h="42621">
                  <a:moveTo>
                    <a:pt x="78017" y="0"/>
                  </a:moveTo>
                  <a:lnTo>
                    <a:pt x="0" y="42621"/>
                  </a:lnTo>
                </a:path>
              </a:pathLst>
            </a:custGeom>
            <a:ln w="12700">
              <a:solidFill>
                <a:srgbClr val="070154"/>
              </a:solidFill>
              <a:prstDash val="solid"/>
            </a:ln>
          </p:spPr>
        </p:sp>
        <p:sp>
          <p:nvSpPr>
            <p:cNvPr id="51" name="node12.head-end.1"/>
            <p:cNvSpPr/>
            <p:nvPr/>
          </p:nvSpPr>
          <p:spPr>
            <a:xfrm>
              <a:off x="6360883" y="2700579"/>
              <a:ext cx="78017" cy="42621"/>
            </a:xfrm>
            <a:custGeom>
              <a:avLst/>
              <a:gdLst/>
              <a:ahLst/>
              <a:cxnLst/>
              <a:rect l="l" t="t" r="r" b="b"/>
              <a:pathLst>
                <a:path w="78017" h="42621">
                  <a:moveTo>
                    <a:pt x="78017" y="42621"/>
                  </a:moveTo>
                  <a:lnTo>
                    <a:pt x="0" y="0"/>
                  </a:lnTo>
                </a:path>
              </a:pathLst>
            </a:custGeom>
            <a:ln w="12700">
              <a:solidFill>
                <a:srgbClr val="070154"/>
              </a:solidFill>
              <a:prstDash val="solid"/>
            </a:ln>
          </p:spPr>
        </p:sp>
      </p:grpSp>
      <p:grpSp>
        <p:nvGrpSpPr>
          <p:cNvPr id="83" name="node13"/>
          <p:cNvGrpSpPr/>
          <p:nvPr/>
        </p:nvGrpSpPr>
        <p:grpSpPr>
          <a:xfrm>
            <a:off x="6438900" y="2286000"/>
            <a:ext cx="2286000" cy="914400"/>
            <a:chOff x="6438900" y="2286000"/>
            <a:chExt cx="2286000" cy="914400"/>
          </a:xfrm>
        </p:grpSpPr>
        <p:sp>
          <p:nvSpPr>
            <p:cNvPr id="52" name="node13.surface"/>
            <p:cNvSpPr/>
            <p:nvPr/>
          </p:nvSpPr>
          <p:spPr>
            <a:xfrm>
              <a:off x="6438900" y="2286000"/>
              <a:ext cx="2286000" cy="914400"/>
            </a:xfrm>
            <a:prstGeom prst="rect">
              <a:avLst/>
            </a:prstGeom>
            <a:solidFill>
              <a:srgbClr val="F900D3"/>
            </a:solidFill>
            <a:ln>
              <a:noFill/>
            </a:ln>
          </p:spPr>
        </p:sp>
        <p:sp>
          <p:nvSpPr>
            <p:cNvPr id="53" name="node13.text"/>
            <p:cNvSpPr/>
            <p:nvPr/>
          </p:nvSpPr>
          <p:spPr>
            <a:xfrm>
              <a:off x="6591300" y="2590800"/>
              <a:ext cx="1981200" cy="304800"/>
            </a:xfrm>
            <a:prstGeom prst="rect">
              <a:avLst/>
            </a:prstGeom>
            <a:noFill/>
            <a:ln/>
          </p:spPr>
          <p:txBody>
            <a:bodyPr wrap="square" lIns="0" tIns="0" rIns="0" bIns="0" rtlCol="0" anchor="t"/>
            <a:lstStyle/>
            <a:p>
              <a:pPr algn="ctr" indent="0" marL="0">
                <a:lnSpc>
                  <a:spcPts val="2400"/>
                </a:lnSpc>
                <a:buNone/>
              </a:pPr>
              <a:r>
                <a:rPr lang="en-US" sz="1800" spc="-18" kern="0" b="0" i="0" dirty="0">
                  <a:solidFill>
                    <a:srgbClr val="FFFFFF"/>
                  </a:solidFill>
                  <a:latin typeface="IBM Plex Sans SemiBold"/>
                  <a:ea typeface="IBM Plex Sans SemiBold"/>
                  <a:cs typeface="IBM Plex Sans SemiBold"/>
                </a:rPr>
                <a:t>Expert review</a:t>
              </a:r>
              <a:endParaRPr lang="en-US" sz="1800" spc="-18" kern="0" b="0" i="0" dirty="0">
                <a:solidFill>
                  <a:srgbClr val="FFFFFF"/>
                </a:solidFill>
                <a:latin typeface="IBM Plex Sans SemiBold"/>
                <a:ea typeface="IBM Plex Sans SemiBold"/>
                <a:cs typeface="IBM Plex Sans SemiBold"/>
              </a:endParaRPr>
            </a:p>
          </p:txBody>
        </p:sp>
      </p:grpSp>
      <p:grpSp>
        <p:nvGrpSpPr>
          <p:cNvPr id="84" name="node14"/>
          <p:cNvGrpSpPr/>
          <p:nvPr/>
        </p:nvGrpSpPr>
        <p:grpSpPr>
          <a:xfrm>
            <a:off x="6438900" y="3352800"/>
            <a:ext cx="2286000" cy="914400"/>
            <a:chOff x="6438900" y="3352800"/>
            <a:chExt cx="2286000" cy="914400"/>
          </a:xfrm>
        </p:grpSpPr>
        <p:sp>
          <p:nvSpPr>
            <p:cNvPr id="54" name="node14.text"/>
            <p:cNvSpPr/>
            <p:nvPr/>
          </p:nvSpPr>
          <p:spPr>
            <a:xfrm>
              <a:off x="6438900" y="3352800"/>
              <a:ext cx="2286000" cy="9144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Operators and technology experts mark each item accurate, obsolete, material or missing.</a:t>
              </a:r>
              <a:endParaRPr lang="en-US" sz="1200" spc="0" kern="0" b="0" i="0" dirty="0">
                <a:solidFill>
                  <a:srgbClr val="070154"/>
                </a:solidFill>
                <a:latin typeface="IBM Plex Sans"/>
                <a:ea typeface="IBM Plex Sans"/>
                <a:cs typeface="IBM Plex Sans"/>
              </a:endParaRPr>
            </a:p>
          </p:txBody>
        </p:sp>
      </p:grpSp>
      <p:grpSp>
        <p:nvGrpSpPr>
          <p:cNvPr id="85" name="node15"/>
          <p:cNvGrpSpPr/>
          <p:nvPr/>
        </p:nvGrpSpPr>
        <p:grpSpPr>
          <a:xfrm>
            <a:off x="6438900" y="4343400"/>
            <a:ext cx="2286000" cy="457200"/>
            <a:chOff x="6438900" y="4343400"/>
            <a:chExt cx="2286000" cy="457200"/>
          </a:xfrm>
        </p:grpSpPr>
        <p:sp>
          <p:nvSpPr>
            <p:cNvPr id="55" name="node15.text"/>
            <p:cNvSpPr/>
            <p:nvPr/>
          </p:nvSpPr>
          <p:spPr>
            <a:xfrm>
              <a:off x="6438900" y="4343400"/>
              <a:ext cx="22860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Human judgment governs the model.</a:t>
              </a:r>
              <a:endParaRPr lang="en-US" sz="1200" spc="0" kern="0" b="0" i="0" dirty="0">
                <a:solidFill>
                  <a:srgbClr val="070154"/>
                </a:solidFill>
                <a:latin typeface="IBM Plex Sans"/>
                <a:ea typeface="IBM Plex Sans"/>
                <a:cs typeface="IBM Plex Sans"/>
              </a:endParaRPr>
            </a:p>
          </p:txBody>
        </p:sp>
      </p:grpSp>
      <p:grpSp>
        <p:nvGrpSpPr>
          <p:cNvPr id="86" name="node16"/>
          <p:cNvGrpSpPr/>
          <p:nvPr/>
        </p:nvGrpSpPr>
        <p:grpSpPr>
          <a:xfrm>
            <a:off x="8724900" y="2700579"/>
            <a:ext cx="457200" cy="85242"/>
            <a:chOff x="8724900" y="2700579"/>
            <a:chExt cx="457200" cy="85242"/>
          </a:xfrm>
        </p:grpSpPr>
        <p:sp>
          <p:nvSpPr>
            <p:cNvPr id="56" name="node16.segment-1"/>
            <p:cNvSpPr/>
            <p:nvPr/>
          </p:nvSpPr>
          <p:spPr>
            <a:xfrm>
              <a:off x="8724900" y="2743200"/>
              <a:ext cx="457200" cy="0"/>
            </a:xfrm>
            <a:custGeom>
              <a:avLst/>
              <a:gdLst/>
              <a:ahLst/>
              <a:cxnLst/>
              <a:rect l="l" t="t" r="r" b="b"/>
              <a:pathLst>
                <a:path w="457200">
                  <a:moveTo>
                    <a:pt x="0" y="0"/>
                  </a:moveTo>
                  <a:lnTo>
                    <a:pt x="457200" y="0"/>
                  </a:lnTo>
                </a:path>
              </a:pathLst>
            </a:custGeom>
            <a:ln w="12700">
              <a:solidFill>
                <a:srgbClr val="070154"/>
              </a:solidFill>
              <a:prstDash val="solid"/>
            </a:ln>
          </p:spPr>
        </p:sp>
        <p:sp>
          <p:nvSpPr>
            <p:cNvPr id="57" name="node16.head-end.0"/>
            <p:cNvSpPr/>
            <p:nvPr/>
          </p:nvSpPr>
          <p:spPr>
            <a:xfrm>
              <a:off x="9104083" y="2743200"/>
              <a:ext cx="78017" cy="42621"/>
            </a:xfrm>
            <a:custGeom>
              <a:avLst/>
              <a:gdLst/>
              <a:ahLst/>
              <a:cxnLst/>
              <a:rect l="l" t="t" r="r" b="b"/>
              <a:pathLst>
                <a:path w="78017" h="42621">
                  <a:moveTo>
                    <a:pt x="78017" y="0"/>
                  </a:moveTo>
                  <a:lnTo>
                    <a:pt x="0" y="42621"/>
                  </a:lnTo>
                </a:path>
              </a:pathLst>
            </a:custGeom>
            <a:ln w="12700">
              <a:solidFill>
                <a:srgbClr val="070154"/>
              </a:solidFill>
              <a:prstDash val="solid"/>
            </a:ln>
          </p:spPr>
        </p:sp>
        <p:sp>
          <p:nvSpPr>
            <p:cNvPr id="58" name="node16.head-end.1"/>
            <p:cNvSpPr/>
            <p:nvPr/>
          </p:nvSpPr>
          <p:spPr>
            <a:xfrm>
              <a:off x="9104083" y="2700579"/>
              <a:ext cx="78017" cy="42621"/>
            </a:xfrm>
            <a:custGeom>
              <a:avLst/>
              <a:gdLst/>
              <a:ahLst/>
              <a:cxnLst/>
              <a:rect l="l" t="t" r="r" b="b"/>
              <a:pathLst>
                <a:path w="78017" h="42621">
                  <a:moveTo>
                    <a:pt x="78017" y="42621"/>
                  </a:moveTo>
                  <a:lnTo>
                    <a:pt x="0" y="0"/>
                  </a:lnTo>
                </a:path>
              </a:pathLst>
            </a:custGeom>
            <a:ln w="12700">
              <a:solidFill>
                <a:srgbClr val="070154"/>
              </a:solidFill>
              <a:prstDash val="solid"/>
            </a:ln>
          </p:spPr>
        </p:sp>
      </p:grpSp>
      <p:grpSp>
        <p:nvGrpSpPr>
          <p:cNvPr id="87" name="node17"/>
          <p:cNvGrpSpPr/>
          <p:nvPr/>
        </p:nvGrpSpPr>
        <p:grpSpPr>
          <a:xfrm>
            <a:off x="9182100" y="2286000"/>
            <a:ext cx="2286000" cy="914400"/>
            <a:chOff x="9182100" y="2286000"/>
            <a:chExt cx="2286000" cy="914400"/>
          </a:xfrm>
        </p:grpSpPr>
        <p:sp>
          <p:nvSpPr>
            <p:cNvPr id="59" name="node17.surface"/>
            <p:cNvSpPr/>
            <p:nvPr/>
          </p:nvSpPr>
          <p:spPr>
            <a:xfrm>
              <a:off x="9182100" y="2286000"/>
              <a:ext cx="2286000" cy="914400"/>
            </a:xfrm>
            <a:prstGeom prst="rect">
              <a:avLst/>
            </a:prstGeom>
            <a:solidFill>
              <a:srgbClr val="070154"/>
            </a:solidFill>
            <a:ln>
              <a:noFill/>
            </a:ln>
          </p:spPr>
        </p:sp>
        <p:sp>
          <p:nvSpPr>
            <p:cNvPr id="60" name="node17.text"/>
            <p:cNvSpPr/>
            <p:nvPr/>
          </p:nvSpPr>
          <p:spPr>
            <a:xfrm>
              <a:off x="9334500" y="2590800"/>
              <a:ext cx="1981200" cy="304800"/>
            </a:xfrm>
            <a:prstGeom prst="rect">
              <a:avLst/>
            </a:prstGeom>
            <a:noFill/>
            <a:ln/>
          </p:spPr>
          <p:txBody>
            <a:bodyPr wrap="square" lIns="0" tIns="0" rIns="0" bIns="0" rtlCol="0" anchor="t"/>
            <a:lstStyle/>
            <a:p>
              <a:pPr algn="ctr" indent="0" marL="0">
                <a:lnSpc>
                  <a:spcPts val="2400"/>
                </a:lnSpc>
                <a:buNone/>
              </a:pPr>
              <a:r>
                <a:rPr lang="en-US" sz="1800" spc="-18" kern="0" b="0" i="0" dirty="0">
                  <a:solidFill>
                    <a:srgbClr val="FFFFFF"/>
                  </a:solidFill>
                  <a:latin typeface="IBM Plex Sans SemiBold"/>
                  <a:ea typeface="IBM Plex Sans SemiBold"/>
                  <a:cs typeface="IBM Plex Sans SemiBold"/>
                </a:rPr>
                <a:t>Validated model</a:t>
              </a:r>
              <a:endParaRPr lang="en-US" sz="1800" spc="-18" kern="0" b="0" i="0" dirty="0">
                <a:solidFill>
                  <a:srgbClr val="FFFFFF"/>
                </a:solidFill>
                <a:latin typeface="IBM Plex Sans SemiBold"/>
                <a:ea typeface="IBM Plex Sans SemiBold"/>
                <a:cs typeface="IBM Plex Sans SemiBold"/>
              </a:endParaRPr>
            </a:p>
          </p:txBody>
        </p:sp>
      </p:grpSp>
      <p:grpSp>
        <p:nvGrpSpPr>
          <p:cNvPr id="88" name="node18"/>
          <p:cNvGrpSpPr/>
          <p:nvPr/>
        </p:nvGrpSpPr>
        <p:grpSpPr>
          <a:xfrm>
            <a:off x="9182100" y="3352800"/>
            <a:ext cx="2286000" cy="1028700"/>
            <a:chOff x="9182100" y="3352800"/>
            <a:chExt cx="2286000" cy="1028700"/>
          </a:xfrm>
        </p:grpSpPr>
        <p:sp>
          <p:nvSpPr>
            <p:cNvPr id="61" name="node18.source-001.bullet"/>
            <p:cNvSpPr/>
            <p:nvPr/>
          </p:nvSpPr>
          <p:spPr>
            <a:xfrm>
              <a:off x="9182100" y="3441700"/>
              <a:ext cx="38100" cy="38100"/>
            </a:xfrm>
            <a:prstGeom prst="rect">
              <a:avLst/>
            </a:prstGeom>
            <a:solidFill>
              <a:srgbClr val="070154"/>
            </a:solidFill>
            <a:ln>
              <a:noFill/>
            </a:ln>
          </p:spPr>
        </p:sp>
        <p:sp>
          <p:nvSpPr>
            <p:cNvPr id="62" name="node18.source-001.text"/>
            <p:cNvSpPr/>
            <p:nvPr/>
          </p:nvSpPr>
          <p:spPr>
            <a:xfrm>
              <a:off x="9334500" y="3352800"/>
              <a:ext cx="2133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Current-state process</a:t>
              </a:r>
              <a:endParaRPr lang="en-US" sz="1200" spc="0" kern="0" b="0" i="0" dirty="0">
                <a:solidFill>
                  <a:srgbClr val="070154"/>
                </a:solidFill>
                <a:latin typeface="IBM Plex Sans"/>
                <a:ea typeface="IBM Plex Sans"/>
                <a:cs typeface="IBM Plex Sans"/>
              </a:endParaRPr>
            </a:p>
          </p:txBody>
        </p:sp>
        <p:sp>
          <p:nvSpPr>
            <p:cNvPr id="63" name="node18.source-002.bullet"/>
            <p:cNvSpPr/>
            <p:nvPr/>
          </p:nvSpPr>
          <p:spPr>
            <a:xfrm>
              <a:off x="9182100" y="3708400"/>
              <a:ext cx="38100" cy="38100"/>
            </a:xfrm>
            <a:prstGeom prst="rect">
              <a:avLst/>
            </a:prstGeom>
            <a:solidFill>
              <a:srgbClr val="070154"/>
            </a:solidFill>
            <a:ln>
              <a:noFill/>
            </a:ln>
          </p:spPr>
        </p:sp>
        <p:sp>
          <p:nvSpPr>
            <p:cNvPr id="64" name="node18.source-002.text"/>
            <p:cNvSpPr/>
            <p:nvPr/>
          </p:nvSpPr>
          <p:spPr>
            <a:xfrm>
              <a:off x="9334500" y="3619500"/>
              <a:ext cx="2133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Business rules and exceptions</a:t>
              </a:r>
              <a:endParaRPr lang="en-US" sz="1200" spc="0" kern="0" b="0" i="0" dirty="0">
                <a:solidFill>
                  <a:srgbClr val="070154"/>
                </a:solidFill>
                <a:latin typeface="IBM Plex Sans"/>
                <a:ea typeface="IBM Plex Sans"/>
                <a:cs typeface="IBM Plex Sans"/>
              </a:endParaRPr>
            </a:p>
          </p:txBody>
        </p:sp>
        <p:sp>
          <p:nvSpPr>
            <p:cNvPr id="65" name="node18.source-003.bullet"/>
            <p:cNvSpPr/>
            <p:nvPr/>
          </p:nvSpPr>
          <p:spPr>
            <a:xfrm>
              <a:off x="9182100" y="3975100"/>
              <a:ext cx="38100" cy="38100"/>
            </a:xfrm>
            <a:prstGeom prst="rect">
              <a:avLst/>
            </a:prstGeom>
            <a:solidFill>
              <a:srgbClr val="070154"/>
            </a:solidFill>
            <a:ln>
              <a:noFill/>
            </a:ln>
          </p:spPr>
        </p:sp>
        <p:sp>
          <p:nvSpPr>
            <p:cNvPr id="66" name="node18.source-003.text"/>
            <p:cNvSpPr/>
            <p:nvPr/>
          </p:nvSpPr>
          <p:spPr>
            <a:xfrm>
              <a:off x="9334500" y="3886200"/>
              <a:ext cx="2133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Dependencies and risks</a:t>
              </a:r>
              <a:endParaRPr lang="en-US" sz="1200" spc="0" kern="0" b="0" i="0" dirty="0">
                <a:solidFill>
                  <a:srgbClr val="070154"/>
                </a:solidFill>
                <a:latin typeface="IBM Plex Sans"/>
                <a:ea typeface="IBM Plex Sans"/>
                <a:cs typeface="IBM Plex Sans"/>
              </a:endParaRPr>
            </a:p>
          </p:txBody>
        </p:sp>
        <p:sp>
          <p:nvSpPr>
            <p:cNvPr id="67" name="node18.source-004.bullet"/>
            <p:cNvSpPr/>
            <p:nvPr/>
          </p:nvSpPr>
          <p:spPr>
            <a:xfrm>
              <a:off x="9182100" y="4241800"/>
              <a:ext cx="38100" cy="38100"/>
            </a:xfrm>
            <a:prstGeom prst="rect">
              <a:avLst/>
            </a:prstGeom>
            <a:solidFill>
              <a:srgbClr val="070154"/>
            </a:solidFill>
            <a:ln>
              <a:noFill/>
            </a:ln>
          </p:spPr>
        </p:sp>
        <p:sp>
          <p:nvSpPr>
            <p:cNvPr id="68" name="node18.source-004.text"/>
            <p:cNvSpPr/>
            <p:nvPr/>
          </p:nvSpPr>
          <p:spPr>
            <a:xfrm>
              <a:off x="9334500" y="4152900"/>
              <a:ext cx="2133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Open decisions for design</a:t>
              </a:r>
              <a:endParaRPr lang="en-US" sz="1200" spc="0" kern="0" b="0" i="0" dirty="0">
                <a:solidFill>
                  <a:srgbClr val="070154"/>
                </a:solidFill>
                <a:latin typeface="IBM Plex Sans"/>
                <a:ea typeface="IBM Plex Sans"/>
                <a:cs typeface="IBM Plex Sans"/>
              </a:endParaRPr>
            </a:p>
          </p:txBody>
        </p:sp>
      </p:grpSp>
      <p:grpSp>
        <p:nvGrpSpPr>
          <p:cNvPr id="89" name="node19"/>
          <p:cNvGrpSpPr/>
          <p:nvPr/>
        </p:nvGrpSpPr>
        <p:grpSpPr>
          <a:xfrm>
            <a:off x="6438900" y="5029200"/>
            <a:ext cx="5029200" cy="457200"/>
            <a:chOff x="6438900" y="5029200"/>
            <a:chExt cx="5029200" cy="457200"/>
          </a:xfrm>
        </p:grpSpPr>
        <p:sp>
          <p:nvSpPr>
            <p:cNvPr id="69" name="node19.surface"/>
            <p:cNvSpPr/>
            <p:nvPr/>
          </p:nvSpPr>
          <p:spPr>
            <a:xfrm>
              <a:off x="6438900" y="5029200"/>
              <a:ext cx="5029200" cy="457200"/>
            </a:xfrm>
            <a:prstGeom prst="rect">
              <a:avLst/>
            </a:prstGeom>
            <a:solidFill>
              <a:srgbClr val="070154"/>
            </a:solidFill>
            <a:ln>
              <a:noFill/>
            </a:ln>
          </p:spPr>
        </p:sp>
        <p:sp>
          <p:nvSpPr>
            <p:cNvPr id="70" name="node19.text"/>
            <p:cNvSpPr/>
            <p:nvPr/>
          </p:nvSpPr>
          <p:spPr>
            <a:xfrm>
              <a:off x="6591300" y="5181600"/>
              <a:ext cx="47244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FFFFFF"/>
                  </a:solidFill>
                  <a:latin typeface="IBM Plex Mono Medium"/>
                  <a:ea typeface="IBM Plex Mono Medium"/>
                  <a:cs typeface="IBM Plex Mono Medium"/>
                </a:rPr>
                <a:t>FEEDS TARGET DESIGN, PROTOTYPING AND TEST PLANNING</a:t>
              </a:r>
              <a:endParaRPr lang="en-US" sz="900" spc="54" kern="0" b="0" i="0" dirty="0">
                <a:solidFill>
                  <a:srgbClr val="FFFFFF"/>
                </a:solidFill>
                <a:latin typeface="IBM Plex Mono Medium"/>
                <a:ea typeface="IBM Plex Mono Medium"/>
                <a:cs typeface="IBM Plex Mono Medium"/>
              </a:endParaRPr>
            </a:p>
          </p:txBody>
        </p:sp>
      </p:gr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name="source-499">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MODERNIZATION OPTIONS</a:t>
            </a:r>
            <a:endParaRPr lang="en-US" sz="1000" spc="80" kern="0" b="0" i="0" dirty="0">
              <a:solidFill>
                <a:srgbClr val="0047FF"/>
              </a:solidFill>
              <a:latin typeface="IBM Plex Mono SemiBold"/>
              <a:ea typeface="IBM Plex Mono SemiBold"/>
              <a:cs typeface="IBM Plex Mono SemiBold"/>
            </a:endParaRPr>
          </a:p>
        </p:txBody>
      </p:sp>
      <p:pic>
        <p:nvPicPr>
          <p:cNvPr id="4" name="title.mark-002-001" descr="highlight-1; canonical SHA256=b0048aa39744978d339a9910f5cc1482814a8a0eae4c5a63e1f80d6a2885b314">    </p:cNvPr>
          <p:cNvPicPr>
            <a:picLocks noChangeAspect="1"/>
          </p:cNvPicPr>
          <p:nvPr/>
        </p:nvPicPr>
        <p:blipFill>
          <a:blip r:embed="rId1"/>
          <a:stretch>
            <a:fillRect/>
          </a:stretch>
        </p:blipFill>
        <p:spPr>
          <a:xfrm>
            <a:off x="5858355" y="733532"/>
            <a:ext cx="3355936" cy="374904"/>
          </a:xfrm>
          <a:prstGeom prst="rect">
            <a:avLst/>
          </a:prstGeom>
        </p:spPr>
      </p:pic>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 xml:space="preserve">Seven options, one common </a:t>
            </a:r>
            <a:r>
              <a:rPr lang="en-US" sz="3200" spc="-590" kern="0" b="0" i="0" dirty="0">
                <a:solidFill>
                  <a:srgbClr val="070154"/>
                </a:solidFill>
                <a:latin typeface="IBM Plex Sans SemiBold"/>
                <a:ea typeface="IBM Plex Sans SemiBold"/>
                <a:cs typeface="IBM Plex Sans SemiBold"/>
              </a:rPr>
              <a:t xml:space="preserve"> </a:t>
            </a:r>
            <a:r>
              <a:rPr lang="en-US" sz="3200" spc="-64" kern="0" b="0" i="0" dirty="0">
                <a:solidFill>
                  <a:srgbClr val="070154"/>
                </a:solidFill>
                <a:latin typeface="IBM Plex Sans SemiBold"/>
                <a:ea typeface="IBM Plex Sans SemiBold"/>
                <a:cs typeface="IBM Plex Sans SemiBold"/>
              </a:rPr>
              <a:t xml:space="preserve">decision language</a:t>
            </a:r>
            <a:r>
              <a:rPr lang="en-US" sz="3200" spc="-590" kern="0" b="0" i="0" dirty="0">
                <a:solidFill>
                  <a:srgbClr val="070154"/>
                </a:solidFill>
                <a:latin typeface="IBM Plex Sans SemiBold"/>
                <a:ea typeface="IBM Plex Sans SemiBold"/>
                <a:cs typeface="IBM Plex Sans SemiBold"/>
              </a:rPr>
              <a:t xml:space="preserve"> </a:t>
            </a:r>
            <a:endParaRPr lang="en-US" sz="3200" spc="-64" kern="0" b="0" i="0" dirty="0">
              <a:solidFill>
                <a:srgbClr val="070154"/>
              </a:solidFill>
              <a:latin typeface="IBM Plex Sans SemiBold"/>
              <a:ea typeface="IBM Plex Sans SemiBold"/>
              <a:cs typeface="IBM Plex Sans SemiBold"/>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161</a:t>
            </a:fld>
            <a:endParaRPr lang="en-US" sz="700" spc="0" kern="0" b="0" i="0" dirty="0">
              <a:solidFill>
                <a:srgbClr val="070154"/>
              </a:solidFill>
              <a:latin typeface="IBM Plex Mono SemiBold"/>
              <a:ea typeface="IBM Plex Mono SemiBold"/>
              <a:cs typeface="IBM Plex Mono SemiBold"/>
            </a:endParaRPr>
          </a:p>
        </p:txBody>
      </p:sp>
      <p:grpSp>
        <p:nvGrpSpPr>
          <p:cNvPr id="64" name="node01"/>
          <p:cNvGrpSpPr/>
          <p:nvPr/>
        </p:nvGrpSpPr>
        <p:grpSpPr>
          <a:xfrm>
            <a:off x="723900" y="1600200"/>
            <a:ext cx="2743200" cy="152400"/>
            <a:chOff x="723900" y="1600200"/>
            <a:chExt cx="2743200" cy="152400"/>
          </a:xfrm>
        </p:grpSpPr>
        <p:sp>
          <p:nvSpPr>
            <p:cNvPr id="7" name="node01.text"/>
            <p:cNvSpPr/>
            <p:nvPr/>
          </p:nvSpPr>
          <p:spPr>
            <a:xfrm>
              <a:off x="723900" y="1600200"/>
              <a:ext cx="2743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KEEP OR RETIRE</a:t>
              </a:r>
              <a:endParaRPr lang="en-US" sz="900" spc="54" kern="0" b="0" i="0" dirty="0">
                <a:solidFill>
                  <a:srgbClr val="50658E"/>
                </a:solidFill>
                <a:latin typeface="IBM Plex Mono Medium"/>
                <a:ea typeface="IBM Plex Mono Medium"/>
                <a:cs typeface="IBM Plex Mono Medium"/>
              </a:endParaRPr>
            </a:p>
          </p:txBody>
        </p:sp>
      </p:grpSp>
      <p:sp>
        <p:nvSpPr>
          <p:cNvPr id="8" name="node02"/>
          <p:cNvSpPr/>
          <p:nvPr/>
        </p:nvSpPr>
        <p:spPr>
          <a:xfrm>
            <a:off x="723900" y="1905000"/>
            <a:ext cx="2743200" cy="38100"/>
          </a:xfrm>
          <a:prstGeom prst="rect">
            <a:avLst/>
          </a:prstGeom>
          <a:solidFill>
            <a:srgbClr val="0047FF"/>
          </a:solidFill>
          <a:ln>
            <a:noFill/>
          </a:ln>
        </p:spPr>
      </p:sp>
      <p:grpSp>
        <p:nvGrpSpPr>
          <p:cNvPr id="65" name="node03"/>
          <p:cNvGrpSpPr/>
          <p:nvPr/>
        </p:nvGrpSpPr>
        <p:grpSpPr>
          <a:xfrm>
            <a:off x="723900" y="2057400"/>
            <a:ext cx="1447800" cy="685800"/>
            <a:chOff x="723900" y="2057400"/>
            <a:chExt cx="1447800" cy="685800"/>
          </a:xfrm>
        </p:grpSpPr>
        <p:sp>
          <p:nvSpPr>
            <p:cNvPr id="9" name="node03.surface"/>
            <p:cNvSpPr/>
            <p:nvPr/>
          </p:nvSpPr>
          <p:spPr>
            <a:xfrm>
              <a:off x="723900" y="2057400"/>
              <a:ext cx="1447800" cy="685800"/>
            </a:xfrm>
            <a:custGeom>
              <a:avLst/>
              <a:gdLst/>
              <a:ahLst/>
              <a:cxnLst/>
              <a:rect l="l" t="t" r="r" b="b"/>
              <a:pathLst>
                <a:path w="1447800" h="685800">
                  <a:moveTo>
                    <a:pt x="0" y="0"/>
                  </a:moveTo>
                  <a:lnTo>
                    <a:pt x="1219200" y="0"/>
                  </a:lnTo>
                  <a:lnTo>
                    <a:pt x="1447800" y="342900"/>
                  </a:lnTo>
                  <a:lnTo>
                    <a:pt x="1219200" y="685800"/>
                  </a:lnTo>
                  <a:lnTo>
                    <a:pt x="0" y="685800"/>
                  </a:lnTo>
                  <a:close/>
                </a:path>
              </a:pathLst>
            </a:custGeom>
            <a:solidFill>
              <a:srgbClr val="070154"/>
            </a:solidFill>
            <a:ln>
              <a:noFill/>
            </a:ln>
          </p:spPr>
        </p:sp>
        <p:sp>
          <p:nvSpPr>
            <p:cNvPr id="10" name="node03.number"/>
            <p:cNvSpPr/>
            <p:nvPr/>
          </p:nvSpPr>
          <p:spPr>
            <a:xfrm>
              <a:off x="876300" y="2133600"/>
              <a:ext cx="990600" cy="304800"/>
            </a:xfrm>
            <a:prstGeom prst="rect">
              <a:avLst/>
            </a:prstGeom>
            <a:noFill/>
            <a:ln/>
          </p:spPr>
          <p:txBody>
            <a:bodyPr wrap="square" lIns="0" tIns="0" rIns="0" bIns="0" rtlCol="0" anchor="t"/>
            <a:lstStyle/>
            <a:p>
              <a:pPr algn="ctr" indent="0" marL="0">
                <a:lnSpc>
                  <a:spcPts val="2400"/>
                </a:lnSpc>
                <a:buNone/>
              </a:pPr>
              <a:r>
                <a:rPr lang="en-US" sz="1800" spc="0" kern="0" b="0" i="0" dirty="0">
                  <a:solidFill>
                    <a:srgbClr val="F900D3"/>
                  </a:solidFill>
                  <a:latin typeface="IBM Plex Mono SemiBold"/>
                  <a:ea typeface="IBM Plex Mono SemiBold"/>
                  <a:cs typeface="IBM Plex Mono SemiBold"/>
                </a:rPr>
                <a:t>1</a:t>
              </a:r>
              <a:endParaRPr lang="en-US" sz="1800" spc="0" kern="0" b="0" i="0" dirty="0">
                <a:solidFill>
                  <a:srgbClr val="F900D3"/>
                </a:solidFill>
                <a:latin typeface="IBM Plex Mono SemiBold"/>
                <a:ea typeface="IBM Plex Mono SemiBold"/>
                <a:cs typeface="IBM Plex Mono SemiBold"/>
              </a:endParaRPr>
            </a:p>
          </p:txBody>
        </p:sp>
        <p:sp>
          <p:nvSpPr>
            <p:cNvPr id="11" name="node03.text"/>
            <p:cNvSpPr/>
            <p:nvPr/>
          </p:nvSpPr>
          <p:spPr>
            <a:xfrm>
              <a:off x="876300" y="2438400"/>
              <a:ext cx="9906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SemiBold"/>
                  <a:ea typeface="IBM Plex Sans SemiBold"/>
                  <a:cs typeface="IBM Plex Sans SemiBold"/>
                </a:rPr>
                <a:t>Retain</a:t>
              </a:r>
              <a:endParaRPr lang="en-US" sz="1200" spc="0" kern="0" b="0" i="0" dirty="0">
                <a:solidFill>
                  <a:srgbClr val="FFFFFF"/>
                </a:solidFill>
                <a:latin typeface="IBM Plex Sans SemiBold"/>
                <a:ea typeface="IBM Plex Sans SemiBold"/>
                <a:cs typeface="IBM Plex Sans SemiBold"/>
              </a:endParaRPr>
            </a:p>
          </p:txBody>
        </p:sp>
      </p:grpSp>
      <p:grpSp>
        <p:nvGrpSpPr>
          <p:cNvPr id="66" name="node04"/>
          <p:cNvGrpSpPr/>
          <p:nvPr/>
        </p:nvGrpSpPr>
        <p:grpSpPr>
          <a:xfrm>
            <a:off x="723900" y="2895600"/>
            <a:ext cx="1295400" cy="457200"/>
            <a:chOff x="723900" y="2895600"/>
            <a:chExt cx="1295400" cy="457200"/>
          </a:xfrm>
        </p:grpSpPr>
        <p:sp>
          <p:nvSpPr>
            <p:cNvPr id="12" name="node04.text"/>
            <p:cNvSpPr/>
            <p:nvPr/>
          </p:nvSpPr>
          <p:spPr>
            <a:xfrm>
              <a:off x="723900" y="2895600"/>
              <a:ext cx="12954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Keep and manage deliberately</a:t>
              </a:r>
              <a:endParaRPr lang="en-US" sz="1200" spc="0" kern="0" b="0" i="0" dirty="0">
                <a:solidFill>
                  <a:srgbClr val="070154"/>
                </a:solidFill>
                <a:latin typeface="IBM Plex Sans"/>
                <a:ea typeface="IBM Plex Sans"/>
                <a:cs typeface="IBM Plex Sans"/>
              </a:endParaRPr>
            </a:p>
          </p:txBody>
        </p:sp>
      </p:grpSp>
      <p:grpSp>
        <p:nvGrpSpPr>
          <p:cNvPr id="67" name="node05"/>
          <p:cNvGrpSpPr/>
          <p:nvPr/>
        </p:nvGrpSpPr>
        <p:grpSpPr>
          <a:xfrm>
            <a:off x="723900" y="4343400"/>
            <a:ext cx="1295400" cy="1143000"/>
            <a:chOff x="723900" y="4343400"/>
            <a:chExt cx="1295400" cy="1143000"/>
          </a:xfrm>
        </p:grpSpPr>
        <p:sp>
          <p:nvSpPr>
            <p:cNvPr id="13" name="node05.container"/>
            <p:cNvSpPr/>
            <p:nvPr/>
          </p:nvSpPr>
          <p:spPr>
            <a:xfrm>
              <a:off x="723900" y="4343400"/>
              <a:ext cx="1295400" cy="1143000"/>
            </a:xfrm>
            <a:prstGeom prst="rect">
              <a:avLst/>
            </a:prstGeom>
            <a:solidFill>
              <a:srgbClr val="E8EEF8"/>
            </a:solidFill>
            <a:ln>
              <a:noFill/>
            </a:ln>
          </p:spPr>
        </p:sp>
        <p:sp>
          <p:nvSpPr>
            <p:cNvPr id="14" name="node05.edge"/>
            <p:cNvSpPr/>
            <p:nvPr/>
          </p:nvSpPr>
          <p:spPr>
            <a:xfrm>
              <a:off x="723900" y="4343400"/>
              <a:ext cx="1295400" cy="38100"/>
            </a:xfrm>
            <a:prstGeom prst="rect">
              <a:avLst/>
            </a:prstGeom>
            <a:solidFill>
              <a:srgbClr val="0047FF"/>
            </a:solidFill>
            <a:ln>
              <a:noFill/>
            </a:ln>
          </p:spPr>
        </p:sp>
        <p:sp>
          <p:nvSpPr>
            <p:cNvPr id="15" name="node05.body.item-001.paragraph"/>
            <p:cNvSpPr/>
            <p:nvPr/>
          </p:nvSpPr>
          <p:spPr>
            <a:xfrm>
              <a:off x="800100" y="4457700"/>
              <a:ext cx="1143000" cy="9144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Scores cost and usage to confirm the keep</a:t>
              </a:r>
              <a:endParaRPr lang="en-US" sz="1200" spc="0" kern="0" b="0" i="0" dirty="0">
                <a:solidFill>
                  <a:srgbClr val="50658E"/>
                </a:solidFill>
                <a:latin typeface="IBM Plex Sans"/>
                <a:ea typeface="IBM Plex Sans"/>
                <a:cs typeface="IBM Plex Sans"/>
              </a:endParaRPr>
            </a:p>
          </p:txBody>
        </p:sp>
      </p:grpSp>
      <p:grpSp>
        <p:nvGrpSpPr>
          <p:cNvPr id="68" name="node06"/>
          <p:cNvGrpSpPr/>
          <p:nvPr/>
        </p:nvGrpSpPr>
        <p:grpSpPr>
          <a:xfrm>
            <a:off x="2095500" y="2057400"/>
            <a:ext cx="1371600" cy="685800"/>
            <a:chOff x="2095500" y="2057400"/>
            <a:chExt cx="1371600" cy="685800"/>
          </a:xfrm>
        </p:grpSpPr>
        <p:sp>
          <p:nvSpPr>
            <p:cNvPr id="16" name="node06.surface"/>
            <p:cNvSpPr/>
            <p:nvPr/>
          </p:nvSpPr>
          <p:spPr>
            <a:xfrm>
              <a:off x="2095500" y="2057400"/>
              <a:ext cx="1371600" cy="685800"/>
            </a:xfrm>
            <a:custGeom>
              <a:avLst/>
              <a:gdLst/>
              <a:ahLst/>
              <a:cxnLst/>
              <a:rect l="l" t="t" r="r" b="b"/>
              <a:pathLst>
                <a:path w="1371600" h="685800">
                  <a:moveTo>
                    <a:pt x="0" y="0"/>
                  </a:moveTo>
                  <a:lnTo>
                    <a:pt x="1143000" y="0"/>
                  </a:lnTo>
                  <a:lnTo>
                    <a:pt x="1371600" y="342900"/>
                  </a:lnTo>
                  <a:lnTo>
                    <a:pt x="1143000" y="685800"/>
                  </a:lnTo>
                  <a:lnTo>
                    <a:pt x="0" y="685800"/>
                  </a:lnTo>
                  <a:lnTo>
                    <a:pt x="228600" y="342900"/>
                  </a:lnTo>
                  <a:close/>
                </a:path>
              </a:pathLst>
            </a:custGeom>
            <a:solidFill>
              <a:srgbClr val="070154"/>
            </a:solidFill>
            <a:ln>
              <a:noFill/>
            </a:ln>
          </p:spPr>
        </p:sp>
        <p:sp>
          <p:nvSpPr>
            <p:cNvPr id="17" name="node06.number"/>
            <p:cNvSpPr/>
            <p:nvPr/>
          </p:nvSpPr>
          <p:spPr>
            <a:xfrm>
              <a:off x="2400300" y="2133600"/>
              <a:ext cx="762000" cy="304800"/>
            </a:xfrm>
            <a:prstGeom prst="rect">
              <a:avLst/>
            </a:prstGeom>
            <a:noFill/>
            <a:ln/>
          </p:spPr>
          <p:txBody>
            <a:bodyPr wrap="square" lIns="0" tIns="0" rIns="0" bIns="0" rtlCol="0" anchor="t"/>
            <a:lstStyle/>
            <a:p>
              <a:pPr algn="ctr" indent="0" marL="0">
                <a:lnSpc>
                  <a:spcPts val="2400"/>
                </a:lnSpc>
                <a:buNone/>
              </a:pPr>
              <a:r>
                <a:rPr lang="en-US" sz="1800" spc="0" kern="0" b="0" i="0" dirty="0">
                  <a:solidFill>
                    <a:srgbClr val="F900D3"/>
                  </a:solidFill>
                  <a:latin typeface="IBM Plex Mono SemiBold"/>
                  <a:ea typeface="IBM Plex Mono SemiBold"/>
                  <a:cs typeface="IBM Plex Mono SemiBold"/>
                </a:rPr>
                <a:t>2</a:t>
              </a:r>
              <a:endParaRPr lang="en-US" sz="1800" spc="0" kern="0" b="0" i="0" dirty="0">
                <a:solidFill>
                  <a:srgbClr val="F900D3"/>
                </a:solidFill>
                <a:latin typeface="IBM Plex Mono SemiBold"/>
                <a:ea typeface="IBM Plex Mono SemiBold"/>
                <a:cs typeface="IBM Plex Mono SemiBold"/>
              </a:endParaRPr>
            </a:p>
          </p:txBody>
        </p:sp>
        <p:sp>
          <p:nvSpPr>
            <p:cNvPr id="18" name="node06.text"/>
            <p:cNvSpPr/>
            <p:nvPr/>
          </p:nvSpPr>
          <p:spPr>
            <a:xfrm>
              <a:off x="2400300" y="2438400"/>
              <a:ext cx="7620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SemiBold"/>
                  <a:ea typeface="IBM Plex Sans SemiBold"/>
                  <a:cs typeface="IBM Plex Sans SemiBold"/>
                </a:rPr>
                <a:t>Retire</a:t>
              </a:r>
              <a:endParaRPr lang="en-US" sz="1200" spc="0" kern="0" b="0" i="0" dirty="0">
                <a:solidFill>
                  <a:srgbClr val="FFFFFF"/>
                </a:solidFill>
                <a:latin typeface="IBM Plex Sans SemiBold"/>
                <a:ea typeface="IBM Plex Sans SemiBold"/>
                <a:cs typeface="IBM Plex Sans SemiBold"/>
              </a:endParaRPr>
            </a:p>
          </p:txBody>
        </p:sp>
      </p:grpSp>
      <p:grpSp>
        <p:nvGrpSpPr>
          <p:cNvPr id="69" name="node07"/>
          <p:cNvGrpSpPr/>
          <p:nvPr/>
        </p:nvGrpSpPr>
        <p:grpSpPr>
          <a:xfrm>
            <a:off x="2095500" y="2895600"/>
            <a:ext cx="1295400" cy="457200"/>
            <a:chOff x="2095500" y="2895600"/>
            <a:chExt cx="1295400" cy="457200"/>
          </a:xfrm>
        </p:grpSpPr>
        <p:sp>
          <p:nvSpPr>
            <p:cNvPr id="19" name="node07.text"/>
            <p:cNvSpPr/>
            <p:nvPr/>
          </p:nvSpPr>
          <p:spPr>
            <a:xfrm>
              <a:off x="2095500" y="2895600"/>
              <a:ext cx="12954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Remove obsolete software or work</a:t>
              </a:r>
              <a:endParaRPr lang="en-US" sz="1200" spc="0" kern="0" b="0" i="0" dirty="0">
                <a:solidFill>
                  <a:srgbClr val="070154"/>
                </a:solidFill>
                <a:latin typeface="IBM Plex Sans"/>
                <a:ea typeface="IBM Plex Sans"/>
                <a:cs typeface="IBM Plex Sans"/>
              </a:endParaRPr>
            </a:p>
          </p:txBody>
        </p:sp>
      </p:grpSp>
      <p:grpSp>
        <p:nvGrpSpPr>
          <p:cNvPr id="70" name="node08"/>
          <p:cNvGrpSpPr/>
          <p:nvPr/>
        </p:nvGrpSpPr>
        <p:grpSpPr>
          <a:xfrm>
            <a:off x="2095500" y="4343400"/>
            <a:ext cx="1295400" cy="1143000"/>
            <a:chOff x="2095500" y="4343400"/>
            <a:chExt cx="1295400" cy="1143000"/>
          </a:xfrm>
        </p:grpSpPr>
        <p:sp>
          <p:nvSpPr>
            <p:cNvPr id="20" name="node08.container"/>
            <p:cNvSpPr/>
            <p:nvPr/>
          </p:nvSpPr>
          <p:spPr>
            <a:xfrm>
              <a:off x="2095500" y="4343400"/>
              <a:ext cx="1295400" cy="1143000"/>
            </a:xfrm>
            <a:prstGeom prst="rect">
              <a:avLst/>
            </a:prstGeom>
            <a:solidFill>
              <a:srgbClr val="E8EEF8"/>
            </a:solidFill>
            <a:ln>
              <a:noFill/>
            </a:ln>
          </p:spPr>
        </p:sp>
        <p:sp>
          <p:nvSpPr>
            <p:cNvPr id="21" name="node08.edge"/>
            <p:cNvSpPr/>
            <p:nvPr/>
          </p:nvSpPr>
          <p:spPr>
            <a:xfrm>
              <a:off x="2095500" y="4343400"/>
              <a:ext cx="1295400" cy="38100"/>
            </a:xfrm>
            <a:prstGeom prst="rect">
              <a:avLst/>
            </a:prstGeom>
            <a:solidFill>
              <a:srgbClr val="0047FF"/>
            </a:solidFill>
            <a:ln>
              <a:noFill/>
            </a:ln>
          </p:spPr>
        </p:sp>
        <p:sp>
          <p:nvSpPr>
            <p:cNvPr id="22" name="node08.body.item-001.paragraph"/>
            <p:cNvSpPr/>
            <p:nvPr/>
          </p:nvSpPr>
          <p:spPr>
            <a:xfrm>
              <a:off x="2171700" y="4457700"/>
              <a:ext cx="1143000" cy="685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Finds dead code and unused features</a:t>
              </a:r>
              <a:endParaRPr lang="en-US" sz="1200" spc="0" kern="0" b="0" i="0" dirty="0">
                <a:solidFill>
                  <a:srgbClr val="50658E"/>
                </a:solidFill>
                <a:latin typeface="IBM Plex Sans"/>
                <a:ea typeface="IBM Plex Sans"/>
                <a:cs typeface="IBM Plex Sans"/>
              </a:endParaRPr>
            </a:p>
          </p:txBody>
        </p:sp>
      </p:grpSp>
      <p:grpSp>
        <p:nvGrpSpPr>
          <p:cNvPr id="71" name="node09"/>
          <p:cNvGrpSpPr/>
          <p:nvPr/>
        </p:nvGrpSpPr>
        <p:grpSpPr>
          <a:xfrm>
            <a:off x="3924300" y="1600200"/>
            <a:ext cx="4114800" cy="152400"/>
            <a:chOff x="3924300" y="1600200"/>
            <a:chExt cx="4114800" cy="152400"/>
          </a:xfrm>
        </p:grpSpPr>
        <p:sp>
          <p:nvSpPr>
            <p:cNvPr id="23" name="node09.text"/>
            <p:cNvSpPr/>
            <p:nvPr/>
          </p:nvSpPr>
          <p:spPr>
            <a:xfrm>
              <a:off x="3924300" y="1600200"/>
              <a:ext cx="4114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MOVE AND IMPROVE</a:t>
              </a:r>
              <a:endParaRPr lang="en-US" sz="900" spc="54" kern="0" b="0" i="0" dirty="0">
                <a:solidFill>
                  <a:srgbClr val="50658E"/>
                </a:solidFill>
                <a:latin typeface="IBM Plex Mono Medium"/>
                <a:ea typeface="IBM Plex Mono Medium"/>
                <a:cs typeface="IBM Plex Mono Medium"/>
              </a:endParaRPr>
            </a:p>
          </p:txBody>
        </p:sp>
      </p:grpSp>
      <p:sp>
        <p:nvSpPr>
          <p:cNvPr id="24" name="node10"/>
          <p:cNvSpPr/>
          <p:nvPr/>
        </p:nvSpPr>
        <p:spPr>
          <a:xfrm>
            <a:off x="3924300" y="1905000"/>
            <a:ext cx="4114800" cy="38100"/>
          </a:xfrm>
          <a:prstGeom prst="rect">
            <a:avLst/>
          </a:prstGeom>
          <a:solidFill>
            <a:srgbClr val="F900D3"/>
          </a:solidFill>
          <a:ln>
            <a:noFill/>
          </a:ln>
        </p:spPr>
      </p:sp>
      <p:grpSp>
        <p:nvGrpSpPr>
          <p:cNvPr id="72" name="node11"/>
          <p:cNvGrpSpPr/>
          <p:nvPr/>
        </p:nvGrpSpPr>
        <p:grpSpPr>
          <a:xfrm>
            <a:off x="3924300" y="2057400"/>
            <a:ext cx="1447800" cy="685800"/>
            <a:chOff x="3924300" y="2057400"/>
            <a:chExt cx="1447800" cy="685800"/>
          </a:xfrm>
        </p:grpSpPr>
        <p:sp>
          <p:nvSpPr>
            <p:cNvPr id="25" name="node11.surface"/>
            <p:cNvSpPr/>
            <p:nvPr/>
          </p:nvSpPr>
          <p:spPr>
            <a:xfrm>
              <a:off x="3924300" y="2057400"/>
              <a:ext cx="1447800" cy="685800"/>
            </a:xfrm>
            <a:custGeom>
              <a:avLst/>
              <a:gdLst/>
              <a:ahLst/>
              <a:cxnLst/>
              <a:rect l="l" t="t" r="r" b="b"/>
              <a:pathLst>
                <a:path w="1447800" h="685800">
                  <a:moveTo>
                    <a:pt x="0" y="0"/>
                  </a:moveTo>
                  <a:lnTo>
                    <a:pt x="1219200" y="0"/>
                  </a:lnTo>
                  <a:lnTo>
                    <a:pt x="1447800" y="342900"/>
                  </a:lnTo>
                  <a:lnTo>
                    <a:pt x="1219200" y="685800"/>
                  </a:lnTo>
                  <a:lnTo>
                    <a:pt x="0" y="685800"/>
                  </a:lnTo>
                  <a:close/>
                </a:path>
              </a:pathLst>
            </a:custGeom>
            <a:solidFill>
              <a:srgbClr val="070154"/>
            </a:solidFill>
            <a:ln>
              <a:noFill/>
            </a:ln>
          </p:spPr>
        </p:sp>
        <p:sp>
          <p:nvSpPr>
            <p:cNvPr id="26" name="node11.number"/>
            <p:cNvSpPr/>
            <p:nvPr/>
          </p:nvSpPr>
          <p:spPr>
            <a:xfrm>
              <a:off x="4076700" y="2133600"/>
              <a:ext cx="990600" cy="304800"/>
            </a:xfrm>
            <a:prstGeom prst="rect">
              <a:avLst/>
            </a:prstGeom>
            <a:noFill/>
            <a:ln/>
          </p:spPr>
          <p:txBody>
            <a:bodyPr wrap="square" lIns="0" tIns="0" rIns="0" bIns="0" rtlCol="0" anchor="t"/>
            <a:lstStyle/>
            <a:p>
              <a:pPr algn="ctr" indent="0" marL="0">
                <a:lnSpc>
                  <a:spcPts val="2400"/>
                </a:lnSpc>
                <a:buNone/>
              </a:pPr>
              <a:r>
                <a:rPr lang="en-US" sz="1800" spc="0" kern="0" b="0" i="0" dirty="0">
                  <a:solidFill>
                    <a:srgbClr val="F900D3"/>
                  </a:solidFill>
                  <a:latin typeface="IBM Plex Mono SemiBold"/>
                  <a:ea typeface="IBM Plex Mono SemiBold"/>
                  <a:cs typeface="IBM Plex Mono SemiBold"/>
                </a:rPr>
                <a:t>3</a:t>
              </a:r>
              <a:endParaRPr lang="en-US" sz="1800" spc="0" kern="0" b="0" i="0" dirty="0">
                <a:solidFill>
                  <a:srgbClr val="F900D3"/>
                </a:solidFill>
                <a:latin typeface="IBM Plex Mono SemiBold"/>
                <a:ea typeface="IBM Plex Mono SemiBold"/>
                <a:cs typeface="IBM Plex Mono SemiBold"/>
              </a:endParaRPr>
            </a:p>
          </p:txBody>
        </p:sp>
        <p:sp>
          <p:nvSpPr>
            <p:cNvPr id="27" name="node11.text"/>
            <p:cNvSpPr/>
            <p:nvPr/>
          </p:nvSpPr>
          <p:spPr>
            <a:xfrm>
              <a:off x="4076700" y="2438400"/>
              <a:ext cx="9906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SemiBold"/>
                  <a:ea typeface="IBM Plex Sans SemiBold"/>
                  <a:cs typeface="IBM Plex Sans SemiBold"/>
                </a:rPr>
                <a:t>Rehost</a:t>
              </a:r>
              <a:endParaRPr lang="en-US" sz="1200" spc="0" kern="0" b="0" i="0" dirty="0">
                <a:solidFill>
                  <a:srgbClr val="FFFFFF"/>
                </a:solidFill>
                <a:latin typeface="IBM Plex Sans SemiBold"/>
                <a:ea typeface="IBM Plex Sans SemiBold"/>
                <a:cs typeface="IBM Plex Sans SemiBold"/>
              </a:endParaRPr>
            </a:p>
          </p:txBody>
        </p:sp>
      </p:grpSp>
      <p:grpSp>
        <p:nvGrpSpPr>
          <p:cNvPr id="73" name="node12"/>
          <p:cNvGrpSpPr/>
          <p:nvPr/>
        </p:nvGrpSpPr>
        <p:grpSpPr>
          <a:xfrm>
            <a:off x="3924300" y="2895600"/>
            <a:ext cx="1295400" cy="685800"/>
            <a:chOff x="3924300" y="2895600"/>
            <a:chExt cx="1295400" cy="685800"/>
          </a:xfrm>
        </p:grpSpPr>
        <p:sp>
          <p:nvSpPr>
            <p:cNvPr id="28" name="node12.text"/>
            <p:cNvSpPr/>
            <p:nvPr/>
          </p:nvSpPr>
          <p:spPr>
            <a:xfrm>
              <a:off x="3924300" y="2895600"/>
              <a:ext cx="1295400" cy="685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Move infrastructure; limit change</a:t>
              </a:r>
              <a:endParaRPr lang="en-US" sz="1200" spc="0" kern="0" b="0" i="0" dirty="0">
                <a:solidFill>
                  <a:srgbClr val="070154"/>
                </a:solidFill>
                <a:latin typeface="IBM Plex Sans"/>
                <a:ea typeface="IBM Plex Sans"/>
                <a:cs typeface="IBM Plex Sans"/>
              </a:endParaRPr>
            </a:p>
          </p:txBody>
        </p:sp>
      </p:grpSp>
      <p:grpSp>
        <p:nvGrpSpPr>
          <p:cNvPr id="74" name="node13"/>
          <p:cNvGrpSpPr/>
          <p:nvPr/>
        </p:nvGrpSpPr>
        <p:grpSpPr>
          <a:xfrm>
            <a:off x="3924300" y="4343400"/>
            <a:ext cx="1295400" cy="1143000"/>
            <a:chOff x="3924300" y="4343400"/>
            <a:chExt cx="1295400" cy="1143000"/>
          </a:xfrm>
        </p:grpSpPr>
        <p:sp>
          <p:nvSpPr>
            <p:cNvPr id="29" name="node13.container"/>
            <p:cNvSpPr/>
            <p:nvPr/>
          </p:nvSpPr>
          <p:spPr>
            <a:xfrm>
              <a:off x="3924300" y="4343400"/>
              <a:ext cx="1295400" cy="1143000"/>
            </a:xfrm>
            <a:prstGeom prst="rect">
              <a:avLst/>
            </a:prstGeom>
            <a:solidFill>
              <a:srgbClr val="E8EEF8"/>
            </a:solidFill>
            <a:ln>
              <a:noFill/>
            </a:ln>
          </p:spPr>
        </p:sp>
        <p:sp>
          <p:nvSpPr>
            <p:cNvPr id="30" name="node13.edge"/>
            <p:cNvSpPr/>
            <p:nvPr/>
          </p:nvSpPr>
          <p:spPr>
            <a:xfrm>
              <a:off x="3924300" y="4343400"/>
              <a:ext cx="1295400" cy="38100"/>
            </a:xfrm>
            <a:prstGeom prst="rect">
              <a:avLst/>
            </a:prstGeom>
            <a:solidFill>
              <a:srgbClr val="F900D3"/>
            </a:solidFill>
            <a:ln>
              <a:noFill/>
            </a:ln>
          </p:spPr>
        </p:sp>
        <p:sp>
          <p:nvSpPr>
            <p:cNvPr id="31" name="node13.body.item-001.paragraph"/>
            <p:cNvSpPr/>
            <p:nvPr/>
          </p:nvSpPr>
          <p:spPr>
            <a:xfrm>
              <a:off x="4000500" y="4457700"/>
              <a:ext cx="1143000" cy="9144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Maps dependencies and plans the move</a:t>
              </a:r>
              <a:endParaRPr lang="en-US" sz="1200" spc="0" kern="0" b="0" i="0" dirty="0">
                <a:solidFill>
                  <a:srgbClr val="50658E"/>
                </a:solidFill>
                <a:latin typeface="IBM Plex Sans"/>
                <a:ea typeface="IBM Plex Sans"/>
                <a:cs typeface="IBM Plex Sans"/>
              </a:endParaRPr>
            </a:p>
          </p:txBody>
        </p:sp>
      </p:grpSp>
      <p:grpSp>
        <p:nvGrpSpPr>
          <p:cNvPr id="75" name="node14"/>
          <p:cNvGrpSpPr/>
          <p:nvPr/>
        </p:nvGrpSpPr>
        <p:grpSpPr>
          <a:xfrm>
            <a:off x="5295900" y="2057400"/>
            <a:ext cx="1447800" cy="685800"/>
            <a:chOff x="5295900" y="2057400"/>
            <a:chExt cx="1447800" cy="685800"/>
          </a:xfrm>
        </p:grpSpPr>
        <p:sp>
          <p:nvSpPr>
            <p:cNvPr id="32" name="node14.surface"/>
            <p:cNvSpPr/>
            <p:nvPr/>
          </p:nvSpPr>
          <p:spPr>
            <a:xfrm>
              <a:off x="5295900" y="2057400"/>
              <a:ext cx="1447800" cy="685800"/>
            </a:xfrm>
            <a:custGeom>
              <a:avLst/>
              <a:gdLst/>
              <a:ahLst/>
              <a:cxnLst/>
              <a:rect l="l" t="t" r="r" b="b"/>
              <a:pathLst>
                <a:path w="1447800" h="685800">
                  <a:moveTo>
                    <a:pt x="0" y="0"/>
                  </a:moveTo>
                  <a:lnTo>
                    <a:pt x="1219200" y="0"/>
                  </a:lnTo>
                  <a:lnTo>
                    <a:pt x="1447800" y="342900"/>
                  </a:lnTo>
                  <a:lnTo>
                    <a:pt x="1219200" y="685800"/>
                  </a:lnTo>
                  <a:lnTo>
                    <a:pt x="0" y="685800"/>
                  </a:lnTo>
                  <a:lnTo>
                    <a:pt x="228600" y="342900"/>
                  </a:lnTo>
                  <a:close/>
                </a:path>
              </a:pathLst>
            </a:custGeom>
            <a:solidFill>
              <a:srgbClr val="070154"/>
            </a:solidFill>
            <a:ln>
              <a:noFill/>
            </a:ln>
          </p:spPr>
        </p:sp>
        <p:sp>
          <p:nvSpPr>
            <p:cNvPr id="33" name="node14.number"/>
            <p:cNvSpPr/>
            <p:nvPr/>
          </p:nvSpPr>
          <p:spPr>
            <a:xfrm>
              <a:off x="5600700" y="2133600"/>
              <a:ext cx="838200" cy="304800"/>
            </a:xfrm>
            <a:prstGeom prst="rect">
              <a:avLst/>
            </a:prstGeom>
            <a:noFill/>
            <a:ln/>
          </p:spPr>
          <p:txBody>
            <a:bodyPr wrap="square" lIns="0" tIns="0" rIns="0" bIns="0" rtlCol="0" anchor="t"/>
            <a:lstStyle/>
            <a:p>
              <a:pPr algn="ctr" indent="0" marL="0">
                <a:lnSpc>
                  <a:spcPts val="2400"/>
                </a:lnSpc>
                <a:buNone/>
              </a:pPr>
              <a:r>
                <a:rPr lang="en-US" sz="1800" spc="0" kern="0" b="0" i="0" dirty="0">
                  <a:solidFill>
                    <a:srgbClr val="F900D3"/>
                  </a:solidFill>
                  <a:latin typeface="IBM Plex Mono SemiBold"/>
                  <a:ea typeface="IBM Plex Mono SemiBold"/>
                  <a:cs typeface="IBM Plex Mono SemiBold"/>
                </a:rPr>
                <a:t>4</a:t>
              </a:r>
              <a:endParaRPr lang="en-US" sz="1800" spc="0" kern="0" b="0" i="0" dirty="0">
                <a:solidFill>
                  <a:srgbClr val="F900D3"/>
                </a:solidFill>
                <a:latin typeface="IBM Plex Mono SemiBold"/>
                <a:ea typeface="IBM Plex Mono SemiBold"/>
                <a:cs typeface="IBM Plex Mono SemiBold"/>
              </a:endParaRPr>
            </a:p>
          </p:txBody>
        </p:sp>
        <p:sp>
          <p:nvSpPr>
            <p:cNvPr id="34" name="node14.text"/>
            <p:cNvSpPr/>
            <p:nvPr/>
          </p:nvSpPr>
          <p:spPr>
            <a:xfrm>
              <a:off x="5600700" y="2438400"/>
              <a:ext cx="8382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SemiBold"/>
                  <a:ea typeface="IBM Plex Sans SemiBold"/>
                  <a:cs typeface="IBM Plex Sans SemiBold"/>
                </a:rPr>
                <a:t>Replatform</a:t>
              </a:r>
              <a:endParaRPr lang="en-US" sz="1200" spc="0" kern="0" b="0" i="0" dirty="0">
                <a:solidFill>
                  <a:srgbClr val="FFFFFF"/>
                </a:solidFill>
                <a:latin typeface="IBM Plex Sans SemiBold"/>
                <a:ea typeface="IBM Plex Sans SemiBold"/>
                <a:cs typeface="IBM Plex Sans SemiBold"/>
              </a:endParaRPr>
            </a:p>
          </p:txBody>
        </p:sp>
      </p:grpSp>
      <p:grpSp>
        <p:nvGrpSpPr>
          <p:cNvPr id="76" name="node15"/>
          <p:cNvGrpSpPr/>
          <p:nvPr/>
        </p:nvGrpSpPr>
        <p:grpSpPr>
          <a:xfrm>
            <a:off x="5295900" y="2895600"/>
            <a:ext cx="1295400" cy="685800"/>
            <a:chOff x="5295900" y="2895600"/>
            <a:chExt cx="1295400" cy="685800"/>
          </a:xfrm>
        </p:grpSpPr>
        <p:sp>
          <p:nvSpPr>
            <p:cNvPr id="35" name="node15.text"/>
            <p:cNvSpPr/>
            <p:nvPr/>
          </p:nvSpPr>
          <p:spPr>
            <a:xfrm>
              <a:off x="5295900" y="2895600"/>
              <a:ext cx="1295400" cy="685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Change the runtime; keep behavior</a:t>
              </a:r>
              <a:endParaRPr lang="en-US" sz="1200" spc="0" kern="0" b="0" i="0" dirty="0">
                <a:solidFill>
                  <a:srgbClr val="070154"/>
                </a:solidFill>
                <a:latin typeface="IBM Plex Sans"/>
                <a:ea typeface="IBM Plex Sans"/>
                <a:cs typeface="IBM Plex Sans"/>
              </a:endParaRPr>
            </a:p>
          </p:txBody>
        </p:sp>
      </p:grpSp>
      <p:grpSp>
        <p:nvGrpSpPr>
          <p:cNvPr id="77" name="node16"/>
          <p:cNvGrpSpPr/>
          <p:nvPr/>
        </p:nvGrpSpPr>
        <p:grpSpPr>
          <a:xfrm>
            <a:off x="5295900" y="4343400"/>
            <a:ext cx="1295400" cy="1143000"/>
            <a:chOff x="5295900" y="4343400"/>
            <a:chExt cx="1295400" cy="1143000"/>
          </a:xfrm>
        </p:grpSpPr>
        <p:sp>
          <p:nvSpPr>
            <p:cNvPr id="36" name="node16.container"/>
            <p:cNvSpPr/>
            <p:nvPr/>
          </p:nvSpPr>
          <p:spPr>
            <a:xfrm>
              <a:off x="5295900" y="4343400"/>
              <a:ext cx="1295400" cy="1143000"/>
            </a:xfrm>
            <a:prstGeom prst="rect">
              <a:avLst/>
            </a:prstGeom>
            <a:solidFill>
              <a:srgbClr val="E8EEF8"/>
            </a:solidFill>
            <a:ln>
              <a:noFill/>
            </a:ln>
          </p:spPr>
        </p:sp>
        <p:sp>
          <p:nvSpPr>
            <p:cNvPr id="37" name="node16.edge"/>
            <p:cNvSpPr/>
            <p:nvPr/>
          </p:nvSpPr>
          <p:spPr>
            <a:xfrm>
              <a:off x="5295900" y="4343400"/>
              <a:ext cx="1295400" cy="38100"/>
            </a:xfrm>
            <a:prstGeom prst="rect">
              <a:avLst/>
            </a:prstGeom>
            <a:solidFill>
              <a:srgbClr val="F900D3"/>
            </a:solidFill>
            <a:ln>
              <a:noFill/>
            </a:ln>
          </p:spPr>
        </p:sp>
        <p:sp>
          <p:nvSpPr>
            <p:cNvPr id="38" name="node16.body.item-001.paragraph"/>
            <p:cNvSpPr/>
            <p:nvPr/>
          </p:nvSpPr>
          <p:spPr>
            <a:xfrm>
              <a:off x="5372100" y="4457700"/>
              <a:ext cx="1143000" cy="685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Tests runtime changes against behavior</a:t>
              </a:r>
              <a:endParaRPr lang="en-US" sz="1200" spc="0" kern="0" b="0" i="0" dirty="0">
                <a:solidFill>
                  <a:srgbClr val="50658E"/>
                </a:solidFill>
                <a:latin typeface="IBM Plex Sans"/>
                <a:ea typeface="IBM Plex Sans"/>
                <a:cs typeface="IBM Plex Sans"/>
              </a:endParaRPr>
            </a:p>
          </p:txBody>
        </p:sp>
      </p:grpSp>
      <p:grpSp>
        <p:nvGrpSpPr>
          <p:cNvPr id="78" name="node17"/>
          <p:cNvGrpSpPr/>
          <p:nvPr/>
        </p:nvGrpSpPr>
        <p:grpSpPr>
          <a:xfrm>
            <a:off x="6667500" y="2057400"/>
            <a:ext cx="1371600" cy="685800"/>
            <a:chOff x="6667500" y="2057400"/>
            <a:chExt cx="1371600" cy="685800"/>
          </a:xfrm>
        </p:grpSpPr>
        <p:sp>
          <p:nvSpPr>
            <p:cNvPr id="39" name="node17.surface"/>
            <p:cNvSpPr/>
            <p:nvPr/>
          </p:nvSpPr>
          <p:spPr>
            <a:xfrm>
              <a:off x="6667500" y="2057400"/>
              <a:ext cx="1371600" cy="685800"/>
            </a:xfrm>
            <a:custGeom>
              <a:avLst/>
              <a:gdLst/>
              <a:ahLst/>
              <a:cxnLst/>
              <a:rect l="l" t="t" r="r" b="b"/>
              <a:pathLst>
                <a:path w="1371600" h="685800">
                  <a:moveTo>
                    <a:pt x="0" y="0"/>
                  </a:moveTo>
                  <a:lnTo>
                    <a:pt x="1143000" y="0"/>
                  </a:lnTo>
                  <a:lnTo>
                    <a:pt x="1371600" y="342900"/>
                  </a:lnTo>
                  <a:lnTo>
                    <a:pt x="1143000" y="685800"/>
                  </a:lnTo>
                  <a:lnTo>
                    <a:pt x="0" y="685800"/>
                  </a:lnTo>
                  <a:lnTo>
                    <a:pt x="228600" y="342900"/>
                  </a:lnTo>
                  <a:close/>
                </a:path>
              </a:pathLst>
            </a:custGeom>
            <a:solidFill>
              <a:srgbClr val="070154"/>
            </a:solidFill>
            <a:ln>
              <a:noFill/>
            </a:ln>
          </p:spPr>
        </p:sp>
        <p:sp>
          <p:nvSpPr>
            <p:cNvPr id="40" name="node17.number"/>
            <p:cNvSpPr/>
            <p:nvPr/>
          </p:nvSpPr>
          <p:spPr>
            <a:xfrm>
              <a:off x="6972300" y="2133600"/>
              <a:ext cx="762000" cy="304800"/>
            </a:xfrm>
            <a:prstGeom prst="rect">
              <a:avLst/>
            </a:prstGeom>
            <a:noFill/>
            <a:ln/>
          </p:spPr>
          <p:txBody>
            <a:bodyPr wrap="square" lIns="0" tIns="0" rIns="0" bIns="0" rtlCol="0" anchor="t"/>
            <a:lstStyle/>
            <a:p>
              <a:pPr algn="ctr" indent="0" marL="0">
                <a:lnSpc>
                  <a:spcPts val="2400"/>
                </a:lnSpc>
                <a:buNone/>
              </a:pPr>
              <a:r>
                <a:rPr lang="en-US" sz="1800" spc="0" kern="0" b="0" i="0" dirty="0">
                  <a:solidFill>
                    <a:srgbClr val="F900D3"/>
                  </a:solidFill>
                  <a:latin typeface="IBM Plex Mono SemiBold"/>
                  <a:ea typeface="IBM Plex Mono SemiBold"/>
                  <a:cs typeface="IBM Plex Mono SemiBold"/>
                </a:rPr>
                <a:t>5</a:t>
              </a:r>
              <a:endParaRPr lang="en-US" sz="1800" spc="0" kern="0" b="0" i="0" dirty="0">
                <a:solidFill>
                  <a:srgbClr val="F900D3"/>
                </a:solidFill>
                <a:latin typeface="IBM Plex Mono SemiBold"/>
                <a:ea typeface="IBM Plex Mono SemiBold"/>
                <a:cs typeface="IBM Plex Mono SemiBold"/>
              </a:endParaRPr>
            </a:p>
          </p:txBody>
        </p:sp>
        <p:sp>
          <p:nvSpPr>
            <p:cNvPr id="41" name="node17.text"/>
            <p:cNvSpPr/>
            <p:nvPr/>
          </p:nvSpPr>
          <p:spPr>
            <a:xfrm>
              <a:off x="6972300" y="2438400"/>
              <a:ext cx="7620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SemiBold"/>
                  <a:ea typeface="IBM Plex Sans SemiBold"/>
                  <a:cs typeface="IBM Plex Sans SemiBold"/>
                </a:rPr>
                <a:t>Refactor</a:t>
              </a:r>
              <a:endParaRPr lang="en-US" sz="1200" spc="0" kern="0" b="0" i="0" dirty="0">
                <a:solidFill>
                  <a:srgbClr val="FFFFFF"/>
                </a:solidFill>
                <a:latin typeface="IBM Plex Sans SemiBold"/>
                <a:ea typeface="IBM Plex Sans SemiBold"/>
                <a:cs typeface="IBM Plex Sans SemiBold"/>
              </a:endParaRPr>
            </a:p>
          </p:txBody>
        </p:sp>
      </p:grpSp>
      <p:grpSp>
        <p:nvGrpSpPr>
          <p:cNvPr id="79" name="node18"/>
          <p:cNvGrpSpPr/>
          <p:nvPr/>
        </p:nvGrpSpPr>
        <p:grpSpPr>
          <a:xfrm>
            <a:off x="6667500" y="2895600"/>
            <a:ext cx="1295400" cy="457200"/>
            <a:chOff x="6667500" y="2895600"/>
            <a:chExt cx="1295400" cy="457200"/>
          </a:xfrm>
        </p:grpSpPr>
        <p:sp>
          <p:nvSpPr>
            <p:cNvPr id="42" name="node18.text"/>
            <p:cNvSpPr/>
            <p:nvPr/>
          </p:nvSpPr>
          <p:spPr>
            <a:xfrm>
              <a:off x="6667500" y="2895600"/>
              <a:ext cx="12954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Improve structure; keep function</a:t>
              </a:r>
              <a:endParaRPr lang="en-US" sz="1200" spc="0" kern="0" b="0" i="0" dirty="0">
                <a:solidFill>
                  <a:srgbClr val="070154"/>
                </a:solidFill>
                <a:latin typeface="IBM Plex Sans"/>
                <a:ea typeface="IBM Plex Sans"/>
                <a:cs typeface="IBM Plex Sans"/>
              </a:endParaRPr>
            </a:p>
          </p:txBody>
        </p:sp>
      </p:grpSp>
      <p:grpSp>
        <p:nvGrpSpPr>
          <p:cNvPr id="80" name="node19"/>
          <p:cNvGrpSpPr/>
          <p:nvPr/>
        </p:nvGrpSpPr>
        <p:grpSpPr>
          <a:xfrm>
            <a:off x="6667500" y="4343400"/>
            <a:ext cx="1295400" cy="1143000"/>
            <a:chOff x="6667500" y="4343400"/>
            <a:chExt cx="1295400" cy="1143000"/>
          </a:xfrm>
        </p:grpSpPr>
        <p:sp>
          <p:nvSpPr>
            <p:cNvPr id="43" name="node19.container"/>
            <p:cNvSpPr/>
            <p:nvPr/>
          </p:nvSpPr>
          <p:spPr>
            <a:xfrm>
              <a:off x="6667500" y="4343400"/>
              <a:ext cx="1295400" cy="1143000"/>
            </a:xfrm>
            <a:prstGeom prst="rect">
              <a:avLst/>
            </a:prstGeom>
            <a:solidFill>
              <a:srgbClr val="E8EEF8"/>
            </a:solidFill>
            <a:ln>
              <a:noFill/>
            </a:ln>
          </p:spPr>
        </p:sp>
        <p:sp>
          <p:nvSpPr>
            <p:cNvPr id="44" name="node19.edge"/>
            <p:cNvSpPr/>
            <p:nvPr/>
          </p:nvSpPr>
          <p:spPr>
            <a:xfrm>
              <a:off x="6667500" y="4343400"/>
              <a:ext cx="1295400" cy="38100"/>
            </a:xfrm>
            <a:prstGeom prst="rect">
              <a:avLst/>
            </a:prstGeom>
            <a:solidFill>
              <a:srgbClr val="F900D3"/>
            </a:solidFill>
            <a:ln>
              <a:noFill/>
            </a:ln>
          </p:spPr>
        </p:sp>
        <p:sp>
          <p:nvSpPr>
            <p:cNvPr id="45" name="node19.body.item-001.paragraph"/>
            <p:cNvSpPr/>
            <p:nvPr/>
          </p:nvSpPr>
          <p:spPr>
            <a:xfrm>
              <a:off x="6743700" y="4457700"/>
              <a:ext cx="1143000" cy="685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Refactors in bulk with generated tests</a:t>
              </a:r>
              <a:endParaRPr lang="en-US" sz="1200" spc="0" kern="0" b="0" i="0" dirty="0">
                <a:solidFill>
                  <a:srgbClr val="50658E"/>
                </a:solidFill>
                <a:latin typeface="IBM Plex Sans"/>
                <a:ea typeface="IBM Plex Sans"/>
                <a:cs typeface="IBM Plex Sans"/>
              </a:endParaRPr>
            </a:p>
          </p:txBody>
        </p:sp>
      </p:grpSp>
      <p:grpSp>
        <p:nvGrpSpPr>
          <p:cNvPr id="81" name="node20"/>
          <p:cNvGrpSpPr/>
          <p:nvPr/>
        </p:nvGrpSpPr>
        <p:grpSpPr>
          <a:xfrm>
            <a:off x="8496300" y="1600200"/>
            <a:ext cx="2971800" cy="152400"/>
            <a:chOff x="8496300" y="1600200"/>
            <a:chExt cx="2971800" cy="152400"/>
          </a:xfrm>
        </p:grpSpPr>
        <p:sp>
          <p:nvSpPr>
            <p:cNvPr id="46" name="node20.text"/>
            <p:cNvSpPr/>
            <p:nvPr/>
          </p:nvSpPr>
          <p:spPr>
            <a:xfrm>
              <a:off x="8496300" y="1600200"/>
              <a:ext cx="2971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REBUILD THE DESIGN</a:t>
              </a:r>
              <a:endParaRPr lang="en-US" sz="900" spc="54" kern="0" b="0" i="0" dirty="0">
                <a:solidFill>
                  <a:srgbClr val="50658E"/>
                </a:solidFill>
                <a:latin typeface="IBM Plex Mono Medium"/>
                <a:ea typeface="IBM Plex Mono Medium"/>
                <a:cs typeface="IBM Plex Mono Medium"/>
              </a:endParaRPr>
            </a:p>
          </p:txBody>
        </p:sp>
      </p:grpSp>
      <p:sp>
        <p:nvSpPr>
          <p:cNvPr id="47" name="node21"/>
          <p:cNvSpPr/>
          <p:nvPr/>
        </p:nvSpPr>
        <p:spPr>
          <a:xfrm>
            <a:off x="8496300" y="1905000"/>
            <a:ext cx="2971800" cy="38100"/>
          </a:xfrm>
          <a:prstGeom prst="rect">
            <a:avLst/>
          </a:prstGeom>
          <a:solidFill>
            <a:srgbClr val="070154"/>
          </a:solidFill>
          <a:ln>
            <a:noFill/>
          </a:ln>
        </p:spPr>
      </p:sp>
      <p:grpSp>
        <p:nvGrpSpPr>
          <p:cNvPr id="82" name="node22"/>
          <p:cNvGrpSpPr/>
          <p:nvPr/>
        </p:nvGrpSpPr>
        <p:grpSpPr>
          <a:xfrm>
            <a:off x="8496300" y="2057400"/>
            <a:ext cx="1447800" cy="685800"/>
            <a:chOff x="8496300" y="2057400"/>
            <a:chExt cx="1447800" cy="685800"/>
          </a:xfrm>
        </p:grpSpPr>
        <p:sp>
          <p:nvSpPr>
            <p:cNvPr id="48" name="node22.surface"/>
            <p:cNvSpPr/>
            <p:nvPr/>
          </p:nvSpPr>
          <p:spPr>
            <a:xfrm>
              <a:off x="8496300" y="2057400"/>
              <a:ext cx="1447800" cy="685800"/>
            </a:xfrm>
            <a:custGeom>
              <a:avLst/>
              <a:gdLst/>
              <a:ahLst/>
              <a:cxnLst/>
              <a:rect l="l" t="t" r="r" b="b"/>
              <a:pathLst>
                <a:path w="1447800" h="685800">
                  <a:moveTo>
                    <a:pt x="0" y="0"/>
                  </a:moveTo>
                  <a:lnTo>
                    <a:pt x="1219200" y="0"/>
                  </a:lnTo>
                  <a:lnTo>
                    <a:pt x="1447800" y="342900"/>
                  </a:lnTo>
                  <a:lnTo>
                    <a:pt x="1219200" y="685800"/>
                  </a:lnTo>
                  <a:lnTo>
                    <a:pt x="0" y="685800"/>
                  </a:lnTo>
                  <a:close/>
                </a:path>
              </a:pathLst>
            </a:custGeom>
            <a:solidFill>
              <a:srgbClr val="070154"/>
            </a:solidFill>
            <a:ln>
              <a:noFill/>
            </a:ln>
          </p:spPr>
        </p:sp>
        <p:sp>
          <p:nvSpPr>
            <p:cNvPr id="49" name="node22.number"/>
            <p:cNvSpPr/>
            <p:nvPr/>
          </p:nvSpPr>
          <p:spPr>
            <a:xfrm>
              <a:off x="8648700" y="2133600"/>
              <a:ext cx="990600" cy="304800"/>
            </a:xfrm>
            <a:prstGeom prst="rect">
              <a:avLst/>
            </a:prstGeom>
            <a:noFill/>
            <a:ln/>
          </p:spPr>
          <p:txBody>
            <a:bodyPr wrap="square" lIns="0" tIns="0" rIns="0" bIns="0" rtlCol="0" anchor="t"/>
            <a:lstStyle/>
            <a:p>
              <a:pPr algn="ctr" indent="0" marL="0">
                <a:lnSpc>
                  <a:spcPts val="2400"/>
                </a:lnSpc>
                <a:buNone/>
              </a:pPr>
              <a:r>
                <a:rPr lang="en-US" sz="1800" spc="0" kern="0" b="0" i="0" dirty="0">
                  <a:solidFill>
                    <a:srgbClr val="F900D3"/>
                  </a:solidFill>
                  <a:latin typeface="IBM Plex Mono SemiBold"/>
                  <a:ea typeface="IBM Plex Mono SemiBold"/>
                  <a:cs typeface="IBM Plex Mono SemiBold"/>
                </a:rPr>
                <a:t>6</a:t>
              </a:r>
              <a:endParaRPr lang="en-US" sz="1800" spc="0" kern="0" b="0" i="0" dirty="0">
                <a:solidFill>
                  <a:srgbClr val="F900D3"/>
                </a:solidFill>
                <a:latin typeface="IBM Plex Mono SemiBold"/>
                <a:ea typeface="IBM Plex Mono SemiBold"/>
                <a:cs typeface="IBM Plex Mono SemiBold"/>
              </a:endParaRPr>
            </a:p>
          </p:txBody>
        </p:sp>
        <p:sp>
          <p:nvSpPr>
            <p:cNvPr id="50" name="node22.text"/>
            <p:cNvSpPr/>
            <p:nvPr/>
          </p:nvSpPr>
          <p:spPr>
            <a:xfrm>
              <a:off x="8648700" y="2438400"/>
              <a:ext cx="9906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SemiBold"/>
                  <a:ea typeface="IBM Plex Sans SemiBold"/>
                  <a:cs typeface="IBM Plex Sans SemiBold"/>
                </a:rPr>
                <a:t>Rearchitect</a:t>
              </a:r>
              <a:endParaRPr lang="en-US" sz="1200" spc="0" kern="0" b="0" i="0" dirty="0">
                <a:solidFill>
                  <a:srgbClr val="FFFFFF"/>
                </a:solidFill>
                <a:latin typeface="IBM Plex Sans SemiBold"/>
                <a:ea typeface="IBM Plex Sans SemiBold"/>
                <a:cs typeface="IBM Plex Sans SemiBold"/>
              </a:endParaRPr>
            </a:p>
          </p:txBody>
        </p:sp>
      </p:grpSp>
      <p:grpSp>
        <p:nvGrpSpPr>
          <p:cNvPr id="83" name="node23"/>
          <p:cNvGrpSpPr/>
          <p:nvPr/>
        </p:nvGrpSpPr>
        <p:grpSpPr>
          <a:xfrm>
            <a:off x="8496300" y="2895600"/>
            <a:ext cx="1295400" cy="457200"/>
            <a:chOff x="8496300" y="2895600"/>
            <a:chExt cx="1295400" cy="457200"/>
          </a:xfrm>
        </p:grpSpPr>
        <p:sp>
          <p:nvSpPr>
            <p:cNvPr id="51" name="node23.text"/>
            <p:cNvSpPr/>
            <p:nvPr/>
          </p:nvSpPr>
          <p:spPr>
            <a:xfrm>
              <a:off x="8496300" y="2895600"/>
              <a:ext cx="12954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Change structure and boundaries</a:t>
              </a:r>
              <a:endParaRPr lang="en-US" sz="1200" spc="0" kern="0" b="0" i="0" dirty="0">
                <a:solidFill>
                  <a:srgbClr val="070154"/>
                </a:solidFill>
                <a:latin typeface="IBM Plex Sans"/>
                <a:ea typeface="IBM Plex Sans"/>
                <a:cs typeface="IBM Plex Sans"/>
              </a:endParaRPr>
            </a:p>
          </p:txBody>
        </p:sp>
      </p:grpSp>
      <p:grpSp>
        <p:nvGrpSpPr>
          <p:cNvPr id="84" name="node24"/>
          <p:cNvGrpSpPr/>
          <p:nvPr/>
        </p:nvGrpSpPr>
        <p:grpSpPr>
          <a:xfrm>
            <a:off x="8496300" y="4343400"/>
            <a:ext cx="1295400" cy="1143000"/>
            <a:chOff x="8496300" y="4343400"/>
            <a:chExt cx="1295400" cy="1143000"/>
          </a:xfrm>
        </p:grpSpPr>
        <p:sp>
          <p:nvSpPr>
            <p:cNvPr id="52" name="node24.container"/>
            <p:cNvSpPr/>
            <p:nvPr/>
          </p:nvSpPr>
          <p:spPr>
            <a:xfrm>
              <a:off x="8496300" y="4343400"/>
              <a:ext cx="1295400" cy="1143000"/>
            </a:xfrm>
            <a:prstGeom prst="rect">
              <a:avLst/>
            </a:prstGeom>
            <a:solidFill>
              <a:srgbClr val="E8EEF8"/>
            </a:solidFill>
            <a:ln>
              <a:noFill/>
            </a:ln>
          </p:spPr>
        </p:sp>
        <p:sp>
          <p:nvSpPr>
            <p:cNvPr id="53" name="node24.edge"/>
            <p:cNvSpPr/>
            <p:nvPr/>
          </p:nvSpPr>
          <p:spPr>
            <a:xfrm>
              <a:off x="8496300" y="4343400"/>
              <a:ext cx="1295400" cy="38100"/>
            </a:xfrm>
            <a:prstGeom prst="rect">
              <a:avLst/>
            </a:prstGeom>
            <a:solidFill>
              <a:srgbClr val="070154"/>
            </a:solidFill>
            <a:ln>
              <a:noFill/>
            </a:ln>
          </p:spPr>
        </p:sp>
        <p:sp>
          <p:nvSpPr>
            <p:cNvPr id="54" name="node24.body.item-001.paragraph"/>
            <p:cNvSpPr/>
            <p:nvPr/>
          </p:nvSpPr>
          <p:spPr>
            <a:xfrm>
              <a:off x="8572500" y="4457700"/>
              <a:ext cx="1143000" cy="9144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Recovers the design from code and evidence</a:t>
              </a:r>
              <a:endParaRPr lang="en-US" sz="1200" spc="0" kern="0" b="0" i="0" dirty="0">
                <a:solidFill>
                  <a:srgbClr val="50658E"/>
                </a:solidFill>
                <a:latin typeface="IBM Plex Sans"/>
                <a:ea typeface="IBM Plex Sans"/>
                <a:cs typeface="IBM Plex Sans"/>
              </a:endParaRPr>
            </a:p>
          </p:txBody>
        </p:sp>
      </p:grpSp>
      <p:grpSp>
        <p:nvGrpSpPr>
          <p:cNvPr id="85" name="node25"/>
          <p:cNvGrpSpPr/>
          <p:nvPr/>
        </p:nvGrpSpPr>
        <p:grpSpPr>
          <a:xfrm>
            <a:off x="9867900" y="2057400"/>
            <a:ext cx="1600200" cy="685800"/>
            <a:chOff x="9867900" y="2057400"/>
            <a:chExt cx="1600200" cy="685800"/>
          </a:xfrm>
        </p:grpSpPr>
        <p:sp>
          <p:nvSpPr>
            <p:cNvPr id="55" name="node25.surface"/>
            <p:cNvSpPr/>
            <p:nvPr/>
          </p:nvSpPr>
          <p:spPr>
            <a:xfrm>
              <a:off x="9867900" y="2057400"/>
              <a:ext cx="1600200" cy="685800"/>
            </a:xfrm>
            <a:custGeom>
              <a:avLst/>
              <a:gdLst/>
              <a:ahLst/>
              <a:cxnLst/>
              <a:rect l="l" t="t" r="r" b="b"/>
              <a:pathLst>
                <a:path w="1600200" h="685800">
                  <a:moveTo>
                    <a:pt x="0" y="0"/>
                  </a:moveTo>
                  <a:lnTo>
                    <a:pt x="1371600" y="0"/>
                  </a:lnTo>
                  <a:lnTo>
                    <a:pt x="1600200" y="342900"/>
                  </a:lnTo>
                  <a:lnTo>
                    <a:pt x="1371600" y="685800"/>
                  </a:lnTo>
                  <a:lnTo>
                    <a:pt x="0" y="685800"/>
                  </a:lnTo>
                  <a:lnTo>
                    <a:pt x="228600" y="342900"/>
                  </a:lnTo>
                  <a:close/>
                </a:path>
              </a:pathLst>
            </a:custGeom>
            <a:solidFill>
              <a:srgbClr val="070154"/>
            </a:solidFill>
            <a:ln>
              <a:noFill/>
            </a:ln>
          </p:spPr>
        </p:sp>
        <p:sp>
          <p:nvSpPr>
            <p:cNvPr id="56" name="node25.number"/>
            <p:cNvSpPr/>
            <p:nvPr/>
          </p:nvSpPr>
          <p:spPr>
            <a:xfrm>
              <a:off x="10172700" y="2133600"/>
              <a:ext cx="990600" cy="304800"/>
            </a:xfrm>
            <a:prstGeom prst="rect">
              <a:avLst/>
            </a:prstGeom>
            <a:noFill/>
            <a:ln/>
          </p:spPr>
          <p:txBody>
            <a:bodyPr wrap="square" lIns="0" tIns="0" rIns="0" bIns="0" rtlCol="0" anchor="t"/>
            <a:lstStyle/>
            <a:p>
              <a:pPr algn="ctr" indent="0" marL="0">
                <a:lnSpc>
                  <a:spcPts val="2400"/>
                </a:lnSpc>
                <a:buNone/>
              </a:pPr>
              <a:r>
                <a:rPr lang="en-US" sz="1800" spc="0" kern="0" b="0" i="0" dirty="0">
                  <a:solidFill>
                    <a:srgbClr val="F900D3"/>
                  </a:solidFill>
                  <a:latin typeface="IBM Plex Mono SemiBold"/>
                  <a:ea typeface="IBM Plex Mono SemiBold"/>
                  <a:cs typeface="IBM Plex Mono SemiBold"/>
                </a:rPr>
                <a:t>7</a:t>
              </a:r>
              <a:endParaRPr lang="en-US" sz="1800" spc="0" kern="0" b="0" i="0" dirty="0">
                <a:solidFill>
                  <a:srgbClr val="F900D3"/>
                </a:solidFill>
                <a:latin typeface="IBM Plex Mono SemiBold"/>
                <a:ea typeface="IBM Plex Mono SemiBold"/>
                <a:cs typeface="IBM Plex Mono SemiBold"/>
              </a:endParaRPr>
            </a:p>
          </p:txBody>
        </p:sp>
        <p:sp>
          <p:nvSpPr>
            <p:cNvPr id="57" name="node25.text"/>
            <p:cNvSpPr/>
            <p:nvPr/>
          </p:nvSpPr>
          <p:spPr>
            <a:xfrm>
              <a:off x="10172700" y="2438400"/>
              <a:ext cx="9906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SemiBold"/>
                  <a:ea typeface="IBM Plex Sans SemiBold"/>
                  <a:cs typeface="IBM Plex Sans SemiBold"/>
                </a:rPr>
                <a:t>Rebuild</a:t>
              </a:r>
              <a:endParaRPr lang="en-US" sz="1200" spc="0" kern="0" b="0" i="0" dirty="0">
                <a:solidFill>
                  <a:srgbClr val="FFFFFF"/>
                </a:solidFill>
                <a:latin typeface="IBM Plex Sans SemiBold"/>
                <a:ea typeface="IBM Plex Sans SemiBold"/>
                <a:cs typeface="IBM Plex Sans SemiBold"/>
              </a:endParaRPr>
            </a:p>
          </p:txBody>
        </p:sp>
      </p:grpSp>
      <p:grpSp>
        <p:nvGrpSpPr>
          <p:cNvPr id="86" name="node26"/>
          <p:cNvGrpSpPr/>
          <p:nvPr/>
        </p:nvGrpSpPr>
        <p:grpSpPr>
          <a:xfrm>
            <a:off x="9867900" y="2895600"/>
            <a:ext cx="1295400" cy="685800"/>
            <a:chOff x="9867900" y="2895600"/>
            <a:chExt cx="1295400" cy="685800"/>
          </a:xfrm>
        </p:grpSpPr>
        <p:sp>
          <p:nvSpPr>
            <p:cNvPr id="58" name="node26.text"/>
            <p:cNvSpPr/>
            <p:nvPr/>
          </p:nvSpPr>
          <p:spPr>
            <a:xfrm>
              <a:off x="9867900" y="2895600"/>
              <a:ext cx="1295400" cy="685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Redesign and rewrite the capability</a:t>
              </a:r>
              <a:endParaRPr lang="en-US" sz="1200" spc="0" kern="0" b="0" i="0" dirty="0">
                <a:solidFill>
                  <a:srgbClr val="070154"/>
                </a:solidFill>
                <a:latin typeface="IBM Plex Sans"/>
                <a:ea typeface="IBM Plex Sans"/>
                <a:cs typeface="IBM Plex Sans"/>
              </a:endParaRPr>
            </a:p>
          </p:txBody>
        </p:sp>
      </p:grpSp>
      <p:grpSp>
        <p:nvGrpSpPr>
          <p:cNvPr id="87" name="node27"/>
          <p:cNvGrpSpPr/>
          <p:nvPr/>
        </p:nvGrpSpPr>
        <p:grpSpPr>
          <a:xfrm>
            <a:off x="9867900" y="4343400"/>
            <a:ext cx="1600200" cy="1143000"/>
            <a:chOff x="9867900" y="4343400"/>
            <a:chExt cx="1600200" cy="1143000"/>
          </a:xfrm>
        </p:grpSpPr>
        <p:sp>
          <p:nvSpPr>
            <p:cNvPr id="59" name="node27.container"/>
            <p:cNvSpPr/>
            <p:nvPr/>
          </p:nvSpPr>
          <p:spPr>
            <a:xfrm>
              <a:off x="9867900" y="4343400"/>
              <a:ext cx="1600200" cy="1143000"/>
            </a:xfrm>
            <a:prstGeom prst="rect">
              <a:avLst/>
            </a:prstGeom>
            <a:solidFill>
              <a:srgbClr val="E8EEF8"/>
            </a:solidFill>
            <a:ln>
              <a:noFill/>
            </a:ln>
          </p:spPr>
        </p:sp>
        <p:sp>
          <p:nvSpPr>
            <p:cNvPr id="60" name="node27.edge"/>
            <p:cNvSpPr/>
            <p:nvPr/>
          </p:nvSpPr>
          <p:spPr>
            <a:xfrm>
              <a:off x="9867900" y="4343400"/>
              <a:ext cx="1600200" cy="38100"/>
            </a:xfrm>
            <a:prstGeom prst="rect">
              <a:avLst/>
            </a:prstGeom>
            <a:solidFill>
              <a:srgbClr val="070154"/>
            </a:solidFill>
            <a:ln>
              <a:noFill/>
            </a:ln>
          </p:spPr>
        </p:sp>
        <p:sp>
          <p:nvSpPr>
            <p:cNvPr id="61" name="node27.body.item-001.paragraph"/>
            <p:cNvSpPr/>
            <p:nvPr/>
          </p:nvSpPr>
          <p:spPr>
            <a:xfrm>
              <a:off x="9944100" y="4457700"/>
              <a:ext cx="1447800" cy="685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Generates code, tests and documentation</a:t>
              </a:r>
              <a:endParaRPr lang="en-US" sz="1200" spc="0" kern="0" b="0" i="0" dirty="0">
                <a:solidFill>
                  <a:srgbClr val="50658E"/>
                </a:solidFill>
                <a:latin typeface="IBM Plex Sans"/>
                <a:ea typeface="IBM Plex Sans"/>
                <a:cs typeface="IBM Plex Sans"/>
              </a:endParaRPr>
            </a:p>
          </p:txBody>
        </p:sp>
      </p:grpSp>
      <p:grpSp>
        <p:nvGrpSpPr>
          <p:cNvPr id="88" name="node28"/>
          <p:cNvGrpSpPr/>
          <p:nvPr/>
        </p:nvGrpSpPr>
        <p:grpSpPr>
          <a:xfrm>
            <a:off x="723900" y="3886200"/>
            <a:ext cx="10744200" cy="304800"/>
            <a:chOff x="723900" y="3886200"/>
            <a:chExt cx="10744200" cy="304800"/>
          </a:xfrm>
        </p:grpSpPr>
        <p:sp>
          <p:nvSpPr>
            <p:cNvPr id="62" name="node28.text"/>
            <p:cNvSpPr/>
            <p:nvPr/>
          </p:nvSpPr>
          <p:spPr>
            <a:xfrm>
              <a:off x="723900" y="3886200"/>
              <a:ext cx="107442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Where AI accelerates each option</a:t>
              </a:r>
              <a:endParaRPr lang="en-US" sz="1800" spc="-18" kern="0" b="0" i="0" dirty="0">
                <a:solidFill>
                  <a:srgbClr val="070154"/>
                </a:solidFill>
                <a:latin typeface="IBM Plex Sans SemiBold"/>
                <a:ea typeface="IBM Plex Sans SemiBold"/>
                <a:cs typeface="IBM Plex Sans SemiBold"/>
              </a:endParaRPr>
            </a:p>
          </p:txBody>
        </p:sp>
      </p:grpSp>
      <p:grpSp>
        <p:nvGrpSpPr>
          <p:cNvPr id="89" name="node29"/>
          <p:cNvGrpSpPr/>
          <p:nvPr/>
        </p:nvGrpSpPr>
        <p:grpSpPr>
          <a:xfrm>
            <a:off x="723900" y="5638800"/>
            <a:ext cx="10744200" cy="228600"/>
            <a:chOff x="723900" y="5638800"/>
            <a:chExt cx="10744200" cy="228600"/>
          </a:xfrm>
        </p:grpSpPr>
        <p:sp>
          <p:nvSpPr>
            <p:cNvPr id="63" name="node29.text"/>
            <p:cNvSpPr/>
            <p:nvPr/>
          </p:nvSpPr>
          <p:spPr>
            <a:xfrm>
              <a:off x="723900" y="5638800"/>
              <a:ext cx="10744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The framework still guides the decision; AI broadens the feasible set, and leaders remain accountable for the choice.</a:t>
              </a:r>
              <a:endParaRPr lang="en-US" sz="1200" spc="0" kern="0" b="0" i="0" dirty="0">
                <a:solidFill>
                  <a:srgbClr val="50658E"/>
                </a:solidFill>
                <a:latin typeface="IBM Plex Sans"/>
                <a:ea typeface="IBM Plex Sans"/>
                <a:cs typeface="IBM Plex Sans"/>
              </a:endParaRPr>
            </a:p>
          </p:txBody>
        </p:sp>
      </p:gr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name="source-501">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SESSION EXPERIENCE</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Expect a facilitated build, not a passive demo</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162</a:t>
            </a:fld>
            <a:endParaRPr lang="en-US" sz="700" spc="0" kern="0" b="0" i="0" dirty="0">
              <a:solidFill>
                <a:srgbClr val="070154"/>
              </a:solidFill>
              <a:latin typeface="IBM Plex Mono SemiBold"/>
              <a:ea typeface="IBM Plex Mono SemiBold"/>
              <a:cs typeface="IBM Plex Mono SemiBold"/>
            </a:endParaRPr>
          </a:p>
        </p:txBody>
      </p:sp>
      <p:grpSp>
        <p:nvGrpSpPr>
          <p:cNvPr id="42" name="node01"/>
          <p:cNvGrpSpPr/>
          <p:nvPr/>
        </p:nvGrpSpPr>
        <p:grpSpPr>
          <a:xfrm>
            <a:off x="723900" y="1600200"/>
            <a:ext cx="7086600" cy="152400"/>
            <a:chOff x="723900" y="1600200"/>
            <a:chExt cx="7086600" cy="152400"/>
          </a:xfrm>
        </p:grpSpPr>
        <p:sp>
          <p:nvSpPr>
            <p:cNvPr id="6" name="node01.text"/>
            <p:cNvSpPr/>
            <p:nvPr/>
          </p:nvSpPr>
          <p:spPr>
            <a:xfrm>
              <a:off x="723900" y="1600200"/>
              <a:ext cx="7086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HOW THE SESSION RUNS</a:t>
              </a:r>
              <a:endParaRPr lang="en-US" sz="900" spc="54" kern="0" b="0" i="0" dirty="0">
                <a:solidFill>
                  <a:srgbClr val="50658E"/>
                </a:solidFill>
                <a:latin typeface="IBM Plex Mono Medium"/>
                <a:ea typeface="IBM Plex Mono Medium"/>
                <a:cs typeface="IBM Plex Mono Medium"/>
              </a:endParaRPr>
            </a:p>
          </p:txBody>
        </p:sp>
      </p:grpSp>
      <p:grpSp>
        <p:nvGrpSpPr>
          <p:cNvPr id="43" name="node02"/>
          <p:cNvGrpSpPr/>
          <p:nvPr/>
        </p:nvGrpSpPr>
        <p:grpSpPr>
          <a:xfrm>
            <a:off x="723900" y="1943100"/>
            <a:ext cx="7086600" cy="3048000"/>
            <a:chOff x="723900" y="1943100"/>
            <a:chExt cx="7086600" cy="3048000"/>
          </a:xfrm>
        </p:grpSpPr>
        <p:sp>
          <p:nvSpPr>
            <p:cNvPr id="7" name="node02.base"/>
            <p:cNvSpPr/>
            <p:nvPr/>
          </p:nvSpPr>
          <p:spPr>
            <a:xfrm>
              <a:off x="838200" y="2057400"/>
              <a:ext cx="0" cy="2514600"/>
            </a:xfrm>
            <a:custGeom>
              <a:avLst/>
              <a:gdLst/>
              <a:ahLst/>
              <a:cxnLst/>
              <a:rect l="l" t="t" r="r" b="b"/>
              <a:pathLst>
                <a:path h="2514600">
                  <a:moveTo>
                    <a:pt x="0" y="0"/>
                  </a:moveTo>
                  <a:lnTo>
                    <a:pt x="0" y="2514600"/>
                  </a:lnTo>
                </a:path>
              </a:pathLst>
            </a:custGeom>
            <a:ln w="25400">
              <a:solidFill>
                <a:srgbClr val="CED7E6"/>
              </a:solidFill>
              <a:prstDash val="solid"/>
            </a:ln>
          </p:spPr>
        </p:sp>
        <p:sp>
          <p:nvSpPr>
            <p:cNvPr id="8" name="node02.done"/>
            <p:cNvSpPr/>
            <p:nvPr/>
          </p:nvSpPr>
          <p:spPr>
            <a:xfrm>
              <a:off x="838200" y="2057400"/>
              <a:ext cx="0" cy="1676400"/>
            </a:xfrm>
            <a:custGeom>
              <a:avLst/>
              <a:gdLst/>
              <a:ahLst/>
              <a:cxnLst/>
              <a:rect l="l" t="t" r="r" b="b"/>
              <a:pathLst>
                <a:path h="1676400">
                  <a:moveTo>
                    <a:pt x="0" y="0"/>
                  </a:moveTo>
                  <a:lnTo>
                    <a:pt x="0" y="1676400"/>
                  </a:lnTo>
                </a:path>
              </a:pathLst>
            </a:custGeom>
            <a:ln w="25400">
              <a:solidFill>
                <a:srgbClr val="070154"/>
              </a:solidFill>
              <a:prstDash val="solid"/>
            </a:ln>
          </p:spPr>
        </p:sp>
        <p:sp>
          <p:nvSpPr>
            <p:cNvPr id="9" name="node02.steps.slot-001.marker"/>
            <p:cNvSpPr/>
            <p:nvPr/>
          </p:nvSpPr>
          <p:spPr>
            <a:xfrm>
              <a:off x="762000" y="1981200"/>
              <a:ext cx="152400" cy="152400"/>
            </a:xfrm>
            <a:prstGeom prst="rect">
              <a:avLst/>
            </a:prstGeom>
            <a:solidFill>
              <a:srgbClr val="070154"/>
            </a:solidFill>
            <a:ln>
              <a:noFill/>
            </a:ln>
          </p:spPr>
        </p:sp>
        <p:sp>
          <p:nvSpPr>
            <p:cNvPr id="10" name="node02.steps.slot-001.title"/>
            <p:cNvSpPr/>
            <p:nvPr/>
          </p:nvSpPr>
          <p:spPr>
            <a:xfrm>
              <a:off x="1181100" y="1943100"/>
              <a:ext cx="1322388"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Frame together</a:t>
              </a:r>
              <a:endParaRPr lang="en-US" sz="1400" spc="0" kern="0" b="0" i="0" dirty="0">
                <a:solidFill>
                  <a:srgbClr val="070154"/>
                </a:solidFill>
                <a:latin typeface="IBM Plex Sans SemiBold"/>
                <a:ea typeface="IBM Plex Sans SemiBold"/>
                <a:cs typeface="IBM Plex Sans SemiBold"/>
              </a:endParaRPr>
            </a:p>
          </p:txBody>
        </p:sp>
        <p:sp>
          <p:nvSpPr>
            <p:cNvPr id="11" name="node02.steps.slot-001.label"/>
            <p:cNvSpPr/>
            <p:nvPr/>
          </p:nvSpPr>
          <p:spPr>
            <a:xfrm>
              <a:off x="2655888" y="2030349"/>
              <a:ext cx="476126"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15 MIN</a:t>
              </a:r>
              <a:endParaRPr lang="en-US" sz="900" spc="54" kern="0" b="0" i="0" dirty="0">
                <a:solidFill>
                  <a:srgbClr val="0047FF"/>
                </a:solidFill>
                <a:latin typeface="IBM Plex Mono Medium"/>
                <a:ea typeface="IBM Plex Mono Medium"/>
                <a:cs typeface="IBM Plex Mono Medium"/>
              </a:endParaRPr>
            </a:p>
          </p:txBody>
        </p:sp>
        <p:sp>
          <p:nvSpPr>
            <p:cNvPr id="12" name="node02.steps.slot-001.description.part-0"/>
            <p:cNvSpPr/>
            <p:nvPr/>
          </p:nvSpPr>
          <p:spPr>
            <a:xfrm>
              <a:off x="1181100" y="2247900"/>
              <a:ext cx="66294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Facilitators set the objective and decision criteria; teams bring their own context and constraints.</a:t>
              </a:r>
              <a:endParaRPr lang="en-US" sz="1200" spc="0" kern="0" b="0" i="0" dirty="0">
                <a:solidFill>
                  <a:srgbClr val="50658E"/>
                </a:solidFill>
                <a:latin typeface="IBM Plex Sans"/>
                <a:ea typeface="IBM Plex Sans"/>
                <a:cs typeface="IBM Plex Sans"/>
              </a:endParaRPr>
            </a:p>
          </p:txBody>
        </p:sp>
        <p:sp>
          <p:nvSpPr>
            <p:cNvPr id="13" name="node02.steps.slot-002.marker"/>
            <p:cNvSpPr/>
            <p:nvPr/>
          </p:nvSpPr>
          <p:spPr>
            <a:xfrm>
              <a:off x="762000" y="2819400"/>
              <a:ext cx="152400" cy="152400"/>
            </a:xfrm>
            <a:prstGeom prst="rect">
              <a:avLst/>
            </a:prstGeom>
            <a:solidFill>
              <a:srgbClr val="070154"/>
            </a:solidFill>
            <a:ln>
              <a:noFill/>
            </a:ln>
          </p:spPr>
        </p:sp>
        <p:sp>
          <p:nvSpPr>
            <p:cNvPr id="14" name="node02.steps.slot-002.title"/>
            <p:cNvSpPr/>
            <p:nvPr/>
          </p:nvSpPr>
          <p:spPr>
            <a:xfrm>
              <a:off x="1181100" y="2781300"/>
              <a:ext cx="1046163"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Work in role</a:t>
              </a:r>
              <a:endParaRPr lang="en-US" sz="1400" spc="0" kern="0" b="0" i="0" dirty="0">
                <a:solidFill>
                  <a:srgbClr val="070154"/>
                </a:solidFill>
                <a:latin typeface="IBM Plex Sans SemiBold"/>
                <a:ea typeface="IBM Plex Sans SemiBold"/>
                <a:cs typeface="IBM Plex Sans SemiBold"/>
              </a:endParaRPr>
            </a:p>
          </p:txBody>
        </p:sp>
        <p:sp>
          <p:nvSpPr>
            <p:cNvPr id="15" name="node02.steps.slot-002.label"/>
            <p:cNvSpPr/>
            <p:nvPr/>
          </p:nvSpPr>
          <p:spPr>
            <a:xfrm>
              <a:off x="2379663" y="2868549"/>
              <a:ext cx="476126"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30 MIN</a:t>
              </a:r>
              <a:endParaRPr lang="en-US" sz="900" spc="54" kern="0" b="0" i="0" dirty="0">
                <a:solidFill>
                  <a:srgbClr val="0047FF"/>
                </a:solidFill>
                <a:latin typeface="IBM Plex Mono Medium"/>
                <a:ea typeface="IBM Plex Mono Medium"/>
                <a:cs typeface="IBM Plex Mono Medium"/>
              </a:endParaRPr>
            </a:p>
          </p:txBody>
        </p:sp>
        <p:sp>
          <p:nvSpPr>
            <p:cNvPr id="16" name="node02.steps.slot-002.description.part-0"/>
            <p:cNvSpPr/>
            <p:nvPr/>
          </p:nvSpPr>
          <p:spPr>
            <a:xfrm>
              <a:off x="1181100" y="3086100"/>
              <a:ext cx="662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Product and engineering build in focused tracks; facilitators keep time.</a:t>
              </a:r>
              <a:endParaRPr lang="en-US" sz="1200" spc="0" kern="0" b="0" i="0" dirty="0">
                <a:solidFill>
                  <a:srgbClr val="50658E"/>
                </a:solidFill>
                <a:latin typeface="IBM Plex Sans"/>
                <a:ea typeface="IBM Plex Sans"/>
                <a:cs typeface="IBM Plex Sans"/>
              </a:endParaRPr>
            </a:p>
          </p:txBody>
        </p:sp>
        <p:sp>
          <p:nvSpPr>
            <p:cNvPr id="17" name="node02.steps.slot-003.marker"/>
            <p:cNvSpPr/>
            <p:nvPr/>
          </p:nvSpPr>
          <p:spPr>
            <a:xfrm>
              <a:off x="723900" y="3619500"/>
              <a:ext cx="228600" cy="228600"/>
            </a:xfrm>
            <a:prstGeom prst="rect">
              <a:avLst/>
            </a:prstGeom>
            <a:solidFill>
              <a:srgbClr val="F900D3"/>
            </a:solidFill>
            <a:ln>
              <a:noFill/>
            </a:ln>
          </p:spPr>
        </p:sp>
        <p:sp>
          <p:nvSpPr>
            <p:cNvPr id="18" name="node02.steps.slot-003.title"/>
            <p:cNvSpPr/>
            <p:nvPr/>
          </p:nvSpPr>
          <p:spPr>
            <a:xfrm>
              <a:off x="1181100" y="3619500"/>
              <a:ext cx="1622425"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Reconnect at gates</a:t>
              </a:r>
              <a:endParaRPr lang="en-US" sz="1400" spc="0" kern="0" b="0" i="0" dirty="0">
                <a:solidFill>
                  <a:srgbClr val="070154"/>
                </a:solidFill>
                <a:latin typeface="IBM Plex Sans SemiBold"/>
                <a:ea typeface="IBM Plex Sans SemiBold"/>
                <a:cs typeface="IBM Plex Sans SemiBold"/>
              </a:endParaRPr>
            </a:p>
          </p:txBody>
        </p:sp>
        <p:sp>
          <p:nvSpPr>
            <p:cNvPr id="19" name="node02.steps.slot-003.label"/>
            <p:cNvSpPr/>
            <p:nvPr/>
          </p:nvSpPr>
          <p:spPr>
            <a:xfrm>
              <a:off x="2955925" y="3706749"/>
              <a:ext cx="476126"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30 MIN</a:t>
              </a:r>
              <a:endParaRPr lang="en-US" sz="900" spc="54" kern="0" b="0" i="0" dirty="0">
                <a:solidFill>
                  <a:srgbClr val="0047FF"/>
                </a:solidFill>
                <a:latin typeface="IBM Plex Mono Medium"/>
                <a:ea typeface="IBM Plex Mono Medium"/>
                <a:cs typeface="IBM Plex Mono Medium"/>
              </a:endParaRPr>
            </a:p>
          </p:txBody>
        </p:sp>
        <p:sp>
          <p:nvSpPr>
            <p:cNvPr id="20" name="node02.steps.slot-003.description.part-0"/>
            <p:cNvSpPr/>
            <p:nvPr/>
          </p:nvSpPr>
          <p:spPr>
            <a:xfrm>
              <a:off x="1181100" y="3924300"/>
              <a:ext cx="662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Teams share artifacts, challenge ambiguity and agree what is ready before the next block.</a:t>
              </a:r>
              <a:endParaRPr lang="en-US" sz="1200" spc="0" kern="0" b="0" i="0" dirty="0">
                <a:solidFill>
                  <a:srgbClr val="50658E"/>
                </a:solidFill>
                <a:latin typeface="IBM Plex Sans"/>
                <a:ea typeface="IBM Plex Sans"/>
                <a:cs typeface="IBM Plex Sans"/>
              </a:endParaRPr>
            </a:p>
          </p:txBody>
        </p:sp>
        <p:sp>
          <p:nvSpPr>
            <p:cNvPr id="21" name="node02.steps.slot-004.marker"/>
            <p:cNvSpPr/>
            <p:nvPr/>
          </p:nvSpPr>
          <p:spPr>
            <a:xfrm>
              <a:off x="762000" y="4495800"/>
              <a:ext cx="152400" cy="152400"/>
            </a:xfrm>
            <a:prstGeom prst="rect">
              <a:avLst/>
            </a:prstGeom>
            <a:solidFill>
              <a:srgbClr val="FFFFFF"/>
            </a:solidFill>
            <a:ln w="12700">
              <a:solidFill>
                <a:srgbClr val="070154"/>
              </a:solidFill>
              <a:prstDash val="solid"/>
            </a:ln>
          </p:spPr>
        </p:sp>
        <p:sp>
          <p:nvSpPr>
            <p:cNvPr id="22" name="node02.steps.slot-004.title"/>
            <p:cNvSpPr/>
            <p:nvPr/>
          </p:nvSpPr>
          <p:spPr>
            <a:xfrm>
              <a:off x="1181100" y="4457700"/>
              <a:ext cx="1449388"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Iterate and close</a:t>
              </a:r>
              <a:endParaRPr lang="en-US" sz="1400" spc="0" kern="0" b="0" i="0" dirty="0">
                <a:solidFill>
                  <a:srgbClr val="070154"/>
                </a:solidFill>
                <a:latin typeface="IBM Plex Sans SemiBold"/>
                <a:ea typeface="IBM Plex Sans SemiBold"/>
                <a:cs typeface="IBM Plex Sans SemiBold"/>
              </a:endParaRPr>
            </a:p>
          </p:txBody>
        </p:sp>
        <p:sp>
          <p:nvSpPr>
            <p:cNvPr id="23" name="node02.steps.slot-004.label"/>
            <p:cNvSpPr/>
            <p:nvPr/>
          </p:nvSpPr>
          <p:spPr>
            <a:xfrm>
              <a:off x="2782888" y="4544949"/>
              <a:ext cx="476126"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15 MIN</a:t>
              </a:r>
              <a:endParaRPr lang="en-US" sz="900" spc="54" kern="0" b="0" i="0" dirty="0">
                <a:solidFill>
                  <a:srgbClr val="0047FF"/>
                </a:solidFill>
                <a:latin typeface="IBM Plex Mono Medium"/>
                <a:ea typeface="IBM Plex Mono Medium"/>
                <a:cs typeface="IBM Plex Mono Medium"/>
              </a:endParaRPr>
            </a:p>
          </p:txBody>
        </p:sp>
        <p:sp>
          <p:nvSpPr>
            <p:cNvPr id="24" name="node02.steps.slot-004.description.part-0"/>
            <p:cNvSpPr/>
            <p:nvPr/>
          </p:nvSpPr>
          <p:spPr>
            <a:xfrm>
              <a:off x="1181100" y="4762500"/>
              <a:ext cx="662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The group reviews evidence, records limits and turns learning into owned next actions.</a:t>
              </a:r>
              <a:endParaRPr lang="en-US" sz="1200" spc="0" kern="0" b="0" i="0" dirty="0">
                <a:solidFill>
                  <a:srgbClr val="50658E"/>
                </a:solidFill>
                <a:latin typeface="IBM Plex Sans"/>
                <a:ea typeface="IBM Plex Sans"/>
                <a:cs typeface="IBM Plex Sans"/>
              </a:endParaRPr>
            </a:p>
          </p:txBody>
        </p:sp>
      </p:grpSp>
      <p:grpSp>
        <p:nvGrpSpPr>
          <p:cNvPr id="44" name="node03"/>
          <p:cNvGrpSpPr/>
          <p:nvPr/>
        </p:nvGrpSpPr>
        <p:grpSpPr>
          <a:xfrm>
            <a:off x="8039100" y="1600200"/>
            <a:ext cx="3429000" cy="3657600"/>
            <a:chOff x="8039100" y="1600200"/>
            <a:chExt cx="3429000" cy="3657600"/>
          </a:xfrm>
        </p:grpSpPr>
        <p:sp>
          <p:nvSpPr>
            <p:cNvPr id="25" name="node03.container"/>
            <p:cNvSpPr/>
            <p:nvPr/>
          </p:nvSpPr>
          <p:spPr>
            <a:xfrm>
              <a:off x="8039100" y="1600200"/>
              <a:ext cx="3429000" cy="3657600"/>
            </a:xfrm>
            <a:prstGeom prst="rect">
              <a:avLst/>
            </a:prstGeom>
            <a:solidFill>
              <a:srgbClr val="070154"/>
            </a:solidFill>
            <a:ln>
              <a:noFill/>
            </a:ln>
          </p:spPr>
        </p:sp>
        <p:sp>
          <p:nvSpPr>
            <p:cNvPr id="26" name="node03.edge"/>
            <p:cNvSpPr/>
            <p:nvPr/>
          </p:nvSpPr>
          <p:spPr>
            <a:xfrm>
              <a:off x="8039100" y="1600200"/>
              <a:ext cx="3429000" cy="76200"/>
            </a:xfrm>
            <a:prstGeom prst="rect">
              <a:avLst/>
            </a:prstGeom>
            <a:solidFill>
              <a:srgbClr val="F900D3"/>
            </a:solidFill>
            <a:ln>
              <a:noFill/>
            </a:ln>
          </p:spPr>
        </p:sp>
        <p:sp>
          <p:nvSpPr>
            <p:cNvPr id="27" name="node03.label"/>
            <p:cNvSpPr/>
            <p:nvPr/>
          </p:nvSpPr>
          <p:spPr>
            <a:xfrm>
              <a:off x="8267700" y="1905000"/>
              <a:ext cx="2971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900D3"/>
                  </a:solidFill>
                  <a:latin typeface="IBM Plex Mono Medium"/>
                  <a:ea typeface="IBM Plex Mono Medium"/>
                  <a:cs typeface="IBM Plex Mono Medium"/>
                </a:rPr>
                <a:t>HOW FACILITATION WORKS</a:t>
              </a:r>
              <a:endParaRPr lang="en-US" sz="900" spc="54" kern="0" b="0" i="0" dirty="0">
                <a:solidFill>
                  <a:srgbClr val="F900D3"/>
                </a:solidFill>
                <a:latin typeface="IBM Plex Mono Medium"/>
                <a:ea typeface="IBM Plex Mono Medium"/>
                <a:cs typeface="IBM Plex Mono Medium"/>
              </a:endParaRPr>
            </a:p>
          </p:txBody>
        </p:sp>
        <p:sp>
          <p:nvSpPr>
            <p:cNvPr id="28" name="node03.title"/>
            <p:cNvSpPr/>
            <p:nvPr/>
          </p:nvSpPr>
          <p:spPr>
            <a:xfrm>
              <a:off x="8267700" y="2095500"/>
              <a:ext cx="2971800" cy="6096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FFFFFF"/>
                  </a:solidFill>
                  <a:latin typeface="IBM Plex Sans SemiBold"/>
                  <a:ea typeface="IBM Plex Sans SemiBold"/>
                  <a:cs typeface="IBM Plex Sans SemiBold"/>
                </a:rPr>
                <a:t>Guide the process without taking over the work</a:t>
              </a:r>
              <a:endParaRPr lang="en-US" sz="1800" spc="-18" kern="0" b="0" i="0" dirty="0">
                <a:solidFill>
                  <a:srgbClr val="FFFFFF"/>
                </a:solidFill>
                <a:latin typeface="IBM Plex Sans SemiBold"/>
                <a:ea typeface="IBM Plex Sans SemiBold"/>
                <a:cs typeface="IBM Plex Sans SemiBold"/>
              </a:endParaRPr>
            </a:p>
          </p:txBody>
        </p:sp>
        <p:sp>
          <p:nvSpPr>
            <p:cNvPr id="29" name="node03.body.item-001.bullets.item-001.marker"/>
            <p:cNvSpPr/>
            <p:nvPr/>
          </p:nvSpPr>
          <p:spPr>
            <a:xfrm>
              <a:off x="8267700" y="2908300"/>
              <a:ext cx="38100" cy="38100"/>
            </a:xfrm>
            <a:prstGeom prst="rect">
              <a:avLst/>
            </a:prstGeom>
            <a:solidFill>
              <a:srgbClr val="FFFFFF"/>
            </a:solidFill>
            <a:ln>
              <a:noFill/>
            </a:ln>
          </p:spPr>
        </p:sp>
        <p:sp>
          <p:nvSpPr>
            <p:cNvPr id="30" name="node03.body.item-001.bullets.item-001.text"/>
            <p:cNvSpPr/>
            <p:nvPr/>
          </p:nvSpPr>
          <p:spPr>
            <a:xfrm>
              <a:off x="8420100" y="2819400"/>
              <a:ext cx="281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Short prompts, then participant work</a:t>
              </a:r>
              <a:endParaRPr lang="en-US" sz="1200" spc="0" kern="0" b="0" i="0" dirty="0">
                <a:solidFill>
                  <a:srgbClr val="FFFFFF"/>
                </a:solidFill>
                <a:latin typeface="IBM Plex Sans"/>
                <a:ea typeface="IBM Plex Sans"/>
                <a:cs typeface="IBM Plex Sans"/>
              </a:endParaRPr>
            </a:p>
          </p:txBody>
        </p:sp>
        <p:sp>
          <p:nvSpPr>
            <p:cNvPr id="31" name="node03.body.item-001.bullets.item-002.marker"/>
            <p:cNvSpPr/>
            <p:nvPr/>
          </p:nvSpPr>
          <p:spPr>
            <a:xfrm>
              <a:off x="8267700" y="3175000"/>
              <a:ext cx="38100" cy="38100"/>
            </a:xfrm>
            <a:prstGeom prst="rect">
              <a:avLst/>
            </a:prstGeom>
            <a:solidFill>
              <a:srgbClr val="FFFFFF"/>
            </a:solidFill>
            <a:ln>
              <a:noFill/>
            </a:ln>
          </p:spPr>
        </p:sp>
        <p:sp>
          <p:nvSpPr>
            <p:cNvPr id="32" name="node03.body.item-001.bullets.item-002.text"/>
            <p:cNvSpPr/>
            <p:nvPr/>
          </p:nvSpPr>
          <p:spPr>
            <a:xfrm>
              <a:off x="8420100" y="3086100"/>
              <a:ext cx="281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Named checkpoints and timeboxes</a:t>
              </a:r>
              <a:endParaRPr lang="en-US" sz="1200" spc="0" kern="0" b="0" i="0" dirty="0">
                <a:solidFill>
                  <a:srgbClr val="FFFFFF"/>
                </a:solidFill>
                <a:latin typeface="IBM Plex Sans"/>
                <a:ea typeface="IBM Plex Sans"/>
                <a:cs typeface="IBM Plex Sans"/>
              </a:endParaRPr>
            </a:p>
          </p:txBody>
        </p:sp>
        <p:sp>
          <p:nvSpPr>
            <p:cNvPr id="33" name="node03.body.item-001.bullets.item-003.marker"/>
            <p:cNvSpPr/>
            <p:nvPr/>
          </p:nvSpPr>
          <p:spPr>
            <a:xfrm>
              <a:off x="8267700" y="3441700"/>
              <a:ext cx="38100" cy="38100"/>
            </a:xfrm>
            <a:prstGeom prst="rect">
              <a:avLst/>
            </a:prstGeom>
            <a:solidFill>
              <a:srgbClr val="FFFFFF"/>
            </a:solidFill>
            <a:ln>
              <a:noFill/>
            </a:ln>
          </p:spPr>
        </p:sp>
        <p:sp>
          <p:nvSpPr>
            <p:cNvPr id="34" name="node03.body.item-001.bullets.item-003.text"/>
            <p:cNvSpPr/>
            <p:nvPr/>
          </p:nvSpPr>
          <p:spPr>
            <a:xfrm>
              <a:off x="8420100" y="3352800"/>
              <a:ext cx="281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Active coaching and unblocking</a:t>
              </a:r>
              <a:endParaRPr lang="en-US" sz="1200" spc="0" kern="0" b="0" i="0" dirty="0">
                <a:solidFill>
                  <a:srgbClr val="FFFFFF"/>
                </a:solidFill>
                <a:latin typeface="IBM Plex Sans"/>
                <a:ea typeface="IBM Plex Sans"/>
                <a:cs typeface="IBM Plex Sans"/>
              </a:endParaRPr>
            </a:p>
          </p:txBody>
        </p:sp>
        <p:sp>
          <p:nvSpPr>
            <p:cNvPr id="35" name="node03.body.item-001.bullets.item-004.marker"/>
            <p:cNvSpPr/>
            <p:nvPr/>
          </p:nvSpPr>
          <p:spPr>
            <a:xfrm>
              <a:off x="8267700" y="3708400"/>
              <a:ext cx="38100" cy="38100"/>
            </a:xfrm>
            <a:prstGeom prst="rect">
              <a:avLst/>
            </a:prstGeom>
            <a:solidFill>
              <a:srgbClr val="FFFFFF"/>
            </a:solidFill>
            <a:ln>
              <a:noFill/>
            </a:ln>
          </p:spPr>
        </p:sp>
        <p:sp>
          <p:nvSpPr>
            <p:cNvPr id="36" name="node03.body.item-001.bullets.item-004.text"/>
            <p:cNvSpPr/>
            <p:nvPr/>
          </p:nvSpPr>
          <p:spPr>
            <a:xfrm>
              <a:off x="8420100" y="3619500"/>
              <a:ext cx="281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Human approval at every gate</a:t>
              </a:r>
              <a:endParaRPr lang="en-US" sz="1200" spc="0" kern="0" b="0" i="0" dirty="0">
                <a:solidFill>
                  <a:srgbClr val="FFFFFF"/>
                </a:solidFill>
                <a:latin typeface="IBM Plex Sans"/>
                <a:ea typeface="IBM Plex Sans"/>
                <a:cs typeface="IBM Plex Sans"/>
              </a:endParaRPr>
            </a:p>
          </p:txBody>
        </p:sp>
        <p:sp>
          <p:nvSpPr>
            <p:cNvPr id="37" name="node03.body.item-001.bullets.item-005.marker"/>
            <p:cNvSpPr/>
            <p:nvPr/>
          </p:nvSpPr>
          <p:spPr>
            <a:xfrm>
              <a:off x="8267700" y="3975100"/>
              <a:ext cx="38100" cy="38100"/>
            </a:xfrm>
            <a:prstGeom prst="rect">
              <a:avLst/>
            </a:prstGeom>
            <a:solidFill>
              <a:srgbClr val="FFFFFF"/>
            </a:solidFill>
            <a:ln>
              <a:noFill/>
            </a:ln>
          </p:spPr>
        </p:sp>
        <p:sp>
          <p:nvSpPr>
            <p:cNvPr id="38" name="node03.body.item-001.bullets.item-005.text"/>
            <p:cNvSpPr/>
            <p:nvPr/>
          </p:nvSpPr>
          <p:spPr>
            <a:xfrm>
              <a:off x="8420100" y="3886200"/>
              <a:ext cx="281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Shared notes captured live</a:t>
              </a:r>
              <a:endParaRPr lang="en-US" sz="1200" spc="0" kern="0" b="0" i="0" dirty="0">
                <a:solidFill>
                  <a:srgbClr val="FFFFFF"/>
                </a:solidFill>
                <a:latin typeface="IBM Plex Sans"/>
                <a:ea typeface="IBM Plex Sans"/>
                <a:cs typeface="IBM Plex Sans"/>
              </a:endParaRPr>
            </a:p>
          </p:txBody>
        </p:sp>
        <p:sp>
          <p:nvSpPr>
            <p:cNvPr id="39" name="node03.body.item-001.bullets.item-006.marker"/>
            <p:cNvSpPr/>
            <p:nvPr/>
          </p:nvSpPr>
          <p:spPr>
            <a:xfrm>
              <a:off x="8267700" y="4241800"/>
              <a:ext cx="38100" cy="38100"/>
            </a:xfrm>
            <a:prstGeom prst="rect">
              <a:avLst/>
            </a:prstGeom>
            <a:solidFill>
              <a:srgbClr val="FFFFFF"/>
            </a:solidFill>
            <a:ln>
              <a:noFill/>
            </a:ln>
          </p:spPr>
        </p:sp>
        <p:sp>
          <p:nvSpPr>
            <p:cNvPr id="40" name="node03.body.item-001.bullets.item-006.text"/>
            <p:cNvSpPr/>
            <p:nvPr/>
          </p:nvSpPr>
          <p:spPr>
            <a:xfrm>
              <a:off x="8420100" y="4152900"/>
              <a:ext cx="281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Open risks logged for follow-up</a:t>
              </a:r>
              <a:endParaRPr lang="en-US" sz="1200" spc="0" kern="0" b="0" i="0" dirty="0">
                <a:solidFill>
                  <a:srgbClr val="FFFFFF"/>
                </a:solidFill>
                <a:latin typeface="IBM Plex Sans"/>
                <a:ea typeface="IBM Plex Sans"/>
                <a:cs typeface="IBM Plex Sans"/>
              </a:endParaRPr>
            </a:p>
          </p:txBody>
        </p:sp>
      </p:grpSp>
      <p:grpSp>
        <p:nvGrpSpPr>
          <p:cNvPr id="45" name="node04"/>
          <p:cNvGrpSpPr/>
          <p:nvPr/>
        </p:nvGrpSpPr>
        <p:grpSpPr>
          <a:xfrm>
            <a:off x="723900" y="5638800"/>
            <a:ext cx="10744200" cy="266700"/>
            <a:chOff x="723900" y="5638800"/>
            <a:chExt cx="10744200" cy="266700"/>
          </a:xfrm>
        </p:grpSpPr>
        <p:sp>
          <p:nvSpPr>
            <p:cNvPr id="41" name="node04.text"/>
            <p:cNvSpPr/>
            <p:nvPr/>
          </p:nvSpPr>
          <p:spPr>
            <a:xfrm>
              <a:off x="723900" y="5638800"/>
              <a:ext cx="107442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What we need from participants: real context, active decisions, work in progress shared and candor about constraints.</a:t>
              </a:r>
              <a:endParaRPr lang="en-US" sz="1400" spc="0" kern="0" b="0" i="0" dirty="0">
                <a:solidFill>
                  <a:srgbClr val="070154"/>
                </a:solidFill>
                <a:latin typeface="IBM Plex Sans"/>
                <a:ea typeface="IBM Plex Sans"/>
                <a:cs typeface="IBM Plex Sans"/>
              </a:endParaRPr>
            </a:p>
          </p:txBody>
        </p:sp>
      </p:gr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name="source-502">
    <p:spTree>
      <p:nvGrpSpPr>
        <p:cNvPr id="1" name=""/>
        <p:cNvGrpSpPr/>
        <p:nvPr/>
      </p:nvGrpSpPr>
      <p:grpSpPr>
        <a:xfrm>
          <a:off x="0" y="0"/>
          <a:ext cx="0" cy="0"/>
          <a:chOff x="0" y="0"/>
          <a:chExt cx="0" cy="0"/>
        </a:xfrm>
      </p:grpSpPr>
      <p:sp>
        <p:nvSpPr>
          <p:cNvPr id="3" name="eyebrow"/>
          <p:cNvSpPr/>
          <p:nvPr/>
        </p:nvSpPr>
        <p:spPr>
          <a:xfrm>
            <a:off x="723900" y="457200"/>
            <a:ext cx="70866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SESSION EXPERIENCE</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7086600" cy="11430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Expect a facilitated build, not a passive demo</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163</a:t>
            </a:fld>
            <a:endParaRPr lang="en-US" sz="700" spc="0" kern="0" b="0" i="0" dirty="0">
              <a:solidFill>
                <a:srgbClr val="070154"/>
              </a:solidFill>
              <a:latin typeface="IBM Plex Mono SemiBold"/>
              <a:ea typeface="IBM Plex Mono SemiBold"/>
              <a:cs typeface="IBM Plex Mono SemiBold"/>
            </a:endParaRPr>
          </a:p>
        </p:txBody>
      </p:sp>
      <p:grpSp>
        <p:nvGrpSpPr>
          <p:cNvPr id="42" name="node01"/>
          <p:cNvGrpSpPr/>
          <p:nvPr/>
        </p:nvGrpSpPr>
        <p:grpSpPr>
          <a:xfrm>
            <a:off x="723900" y="2057400"/>
            <a:ext cx="7086600" cy="152400"/>
            <a:chOff x="723900" y="2057400"/>
            <a:chExt cx="7086600" cy="152400"/>
          </a:xfrm>
        </p:grpSpPr>
        <p:sp>
          <p:nvSpPr>
            <p:cNvPr id="6" name="node01.text"/>
            <p:cNvSpPr/>
            <p:nvPr/>
          </p:nvSpPr>
          <p:spPr>
            <a:xfrm>
              <a:off x="723900" y="2057400"/>
              <a:ext cx="7086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HOW THE SESSION RUNS</a:t>
              </a:r>
              <a:endParaRPr lang="en-US" sz="900" spc="54" kern="0" b="0" i="0" dirty="0">
                <a:solidFill>
                  <a:srgbClr val="50658E"/>
                </a:solidFill>
                <a:latin typeface="IBM Plex Mono Medium"/>
                <a:ea typeface="IBM Plex Mono Medium"/>
                <a:cs typeface="IBM Plex Mono Medium"/>
              </a:endParaRPr>
            </a:p>
          </p:txBody>
        </p:sp>
      </p:grpSp>
      <p:grpSp>
        <p:nvGrpSpPr>
          <p:cNvPr id="43" name="node02"/>
          <p:cNvGrpSpPr/>
          <p:nvPr/>
        </p:nvGrpSpPr>
        <p:grpSpPr>
          <a:xfrm>
            <a:off x="723900" y="2400300"/>
            <a:ext cx="7086600" cy="3048000"/>
            <a:chOff x="723900" y="2400300"/>
            <a:chExt cx="7086600" cy="3048000"/>
          </a:xfrm>
        </p:grpSpPr>
        <p:sp>
          <p:nvSpPr>
            <p:cNvPr id="7" name="node02.base"/>
            <p:cNvSpPr/>
            <p:nvPr/>
          </p:nvSpPr>
          <p:spPr>
            <a:xfrm>
              <a:off x="838200" y="2514600"/>
              <a:ext cx="0" cy="2514600"/>
            </a:xfrm>
            <a:custGeom>
              <a:avLst/>
              <a:gdLst/>
              <a:ahLst/>
              <a:cxnLst/>
              <a:rect l="l" t="t" r="r" b="b"/>
              <a:pathLst>
                <a:path h="2514600">
                  <a:moveTo>
                    <a:pt x="0" y="0"/>
                  </a:moveTo>
                  <a:lnTo>
                    <a:pt x="0" y="2514600"/>
                  </a:lnTo>
                </a:path>
              </a:pathLst>
            </a:custGeom>
            <a:ln w="25400">
              <a:solidFill>
                <a:srgbClr val="CED7E6"/>
              </a:solidFill>
              <a:prstDash val="solid"/>
            </a:ln>
          </p:spPr>
        </p:sp>
        <p:sp>
          <p:nvSpPr>
            <p:cNvPr id="8" name="node02.done"/>
            <p:cNvSpPr/>
            <p:nvPr/>
          </p:nvSpPr>
          <p:spPr>
            <a:xfrm>
              <a:off x="838200" y="2514600"/>
              <a:ext cx="0" cy="1676400"/>
            </a:xfrm>
            <a:custGeom>
              <a:avLst/>
              <a:gdLst/>
              <a:ahLst/>
              <a:cxnLst/>
              <a:rect l="l" t="t" r="r" b="b"/>
              <a:pathLst>
                <a:path h="1676400">
                  <a:moveTo>
                    <a:pt x="0" y="0"/>
                  </a:moveTo>
                  <a:lnTo>
                    <a:pt x="0" y="1676400"/>
                  </a:lnTo>
                </a:path>
              </a:pathLst>
            </a:custGeom>
            <a:ln w="25400">
              <a:solidFill>
                <a:srgbClr val="070154"/>
              </a:solidFill>
              <a:prstDash val="solid"/>
            </a:ln>
          </p:spPr>
        </p:sp>
        <p:sp>
          <p:nvSpPr>
            <p:cNvPr id="9" name="node02.steps.slot-001.marker"/>
            <p:cNvSpPr/>
            <p:nvPr/>
          </p:nvSpPr>
          <p:spPr>
            <a:xfrm>
              <a:off x="762000" y="2438400"/>
              <a:ext cx="152400" cy="152400"/>
            </a:xfrm>
            <a:prstGeom prst="rect">
              <a:avLst/>
            </a:prstGeom>
            <a:solidFill>
              <a:srgbClr val="070154"/>
            </a:solidFill>
            <a:ln>
              <a:noFill/>
            </a:ln>
          </p:spPr>
        </p:sp>
        <p:sp>
          <p:nvSpPr>
            <p:cNvPr id="10" name="node02.steps.slot-001.title"/>
            <p:cNvSpPr/>
            <p:nvPr/>
          </p:nvSpPr>
          <p:spPr>
            <a:xfrm>
              <a:off x="1181100" y="2400300"/>
              <a:ext cx="1322388"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Frame together</a:t>
              </a:r>
              <a:endParaRPr lang="en-US" sz="1400" spc="0" kern="0" b="0" i="0" dirty="0">
                <a:solidFill>
                  <a:srgbClr val="070154"/>
                </a:solidFill>
                <a:latin typeface="IBM Plex Sans SemiBold"/>
                <a:ea typeface="IBM Plex Sans SemiBold"/>
                <a:cs typeface="IBM Plex Sans SemiBold"/>
              </a:endParaRPr>
            </a:p>
          </p:txBody>
        </p:sp>
        <p:sp>
          <p:nvSpPr>
            <p:cNvPr id="11" name="node02.steps.slot-001.label"/>
            <p:cNvSpPr/>
            <p:nvPr/>
          </p:nvSpPr>
          <p:spPr>
            <a:xfrm>
              <a:off x="2655888" y="2487549"/>
              <a:ext cx="476126"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15 MIN</a:t>
              </a:r>
              <a:endParaRPr lang="en-US" sz="900" spc="54" kern="0" b="0" i="0" dirty="0">
                <a:solidFill>
                  <a:srgbClr val="0047FF"/>
                </a:solidFill>
                <a:latin typeface="IBM Plex Mono Medium"/>
                <a:ea typeface="IBM Plex Mono Medium"/>
                <a:cs typeface="IBM Plex Mono Medium"/>
              </a:endParaRPr>
            </a:p>
          </p:txBody>
        </p:sp>
        <p:sp>
          <p:nvSpPr>
            <p:cNvPr id="12" name="node02.steps.slot-001.description.part-0"/>
            <p:cNvSpPr/>
            <p:nvPr/>
          </p:nvSpPr>
          <p:spPr>
            <a:xfrm>
              <a:off x="1181100" y="2705100"/>
              <a:ext cx="66294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Facilitators set the objective and decision criteria; teams bring their own context and constraints.</a:t>
              </a:r>
              <a:endParaRPr lang="en-US" sz="1200" spc="0" kern="0" b="0" i="0" dirty="0">
                <a:solidFill>
                  <a:srgbClr val="50658E"/>
                </a:solidFill>
                <a:latin typeface="IBM Plex Sans"/>
                <a:ea typeface="IBM Plex Sans"/>
                <a:cs typeface="IBM Plex Sans"/>
              </a:endParaRPr>
            </a:p>
          </p:txBody>
        </p:sp>
        <p:sp>
          <p:nvSpPr>
            <p:cNvPr id="13" name="node02.steps.slot-002.marker"/>
            <p:cNvSpPr/>
            <p:nvPr/>
          </p:nvSpPr>
          <p:spPr>
            <a:xfrm>
              <a:off x="762000" y="3276600"/>
              <a:ext cx="152400" cy="152400"/>
            </a:xfrm>
            <a:prstGeom prst="rect">
              <a:avLst/>
            </a:prstGeom>
            <a:solidFill>
              <a:srgbClr val="070154"/>
            </a:solidFill>
            <a:ln>
              <a:noFill/>
            </a:ln>
          </p:spPr>
        </p:sp>
        <p:sp>
          <p:nvSpPr>
            <p:cNvPr id="14" name="node02.steps.slot-002.title"/>
            <p:cNvSpPr/>
            <p:nvPr/>
          </p:nvSpPr>
          <p:spPr>
            <a:xfrm>
              <a:off x="1181100" y="3238500"/>
              <a:ext cx="1046163"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Work in role</a:t>
              </a:r>
              <a:endParaRPr lang="en-US" sz="1400" spc="0" kern="0" b="0" i="0" dirty="0">
                <a:solidFill>
                  <a:srgbClr val="070154"/>
                </a:solidFill>
                <a:latin typeface="IBM Plex Sans SemiBold"/>
                <a:ea typeface="IBM Plex Sans SemiBold"/>
                <a:cs typeface="IBM Plex Sans SemiBold"/>
              </a:endParaRPr>
            </a:p>
          </p:txBody>
        </p:sp>
        <p:sp>
          <p:nvSpPr>
            <p:cNvPr id="15" name="node02.steps.slot-002.label"/>
            <p:cNvSpPr/>
            <p:nvPr/>
          </p:nvSpPr>
          <p:spPr>
            <a:xfrm>
              <a:off x="2379663" y="3325749"/>
              <a:ext cx="476126"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30 MIN</a:t>
              </a:r>
              <a:endParaRPr lang="en-US" sz="900" spc="54" kern="0" b="0" i="0" dirty="0">
                <a:solidFill>
                  <a:srgbClr val="0047FF"/>
                </a:solidFill>
                <a:latin typeface="IBM Plex Mono Medium"/>
                <a:ea typeface="IBM Plex Mono Medium"/>
                <a:cs typeface="IBM Plex Mono Medium"/>
              </a:endParaRPr>
            </a:p>
          </p:txBody>
        </p:sp>
        <p:sp>
          <p:nvSpPr>
            <p:cNvPr id="16" name="node02.steps.slot-002.description.part-0"/>
            <p:cNvSpPr/>
            <p:nvPr/>
          </p:nvSpPr>
          <p:spPr>
            <a:xfrm>
              <a:off x="1181100" y="3543300"/>
              <a:ext cx="662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Product and engineering build in focused tracks; facilitators keep time.</a:t>
              </a:r>
              <a:endParaRPr lang="en-US" sz="1200" spc="0" kern="0" b="0" i="0" dirty="0">
                <a:solidFill>
                  <a:srgbClr val="50658E"/>
                </a:solidFill>
                <a:latin typeface="IBM Plex Sans"/>
                <a:ea typeface="IBM Plex Sans"/>
                <a:cs typeface="IBM Plex Sans"/>
              </a:endParaRPr>
            </a:p>
          </p:txBody>
        </p:sp>
        <p:sp>
          <p:nvSpPr>
            <p:cNvPr id="17" name="node02.steps.slot-003.marker"/>
            <p:cNvSpPr/>
            <p:nvPr/>
          </p:nvSpPr>
          <p:spPr>
            <a:xfrm>
              <a:off x="723900" y="4076700"/>
              <a:ext cx="228600" cy="228600"/>
            </a:xfrm>
            <a:prstGeom prst="rect">
              <a:avLst/>
            </a:prstGeom>
            <a:solidFill>
              <a:srgbClr val="F900D3"/>
            </a:solidFill>
            <a:ln>
              <a:noFill/>
            </a:ln>
          </p:spPr>
        </p:sp>
        <p:sp>
          <p:nvSpPr>
            <p:cNvPr id="18" name="node02.steps.slot-003.title"/>
            <p:cNvSpPr/>
            <p:nvPr/>
          </p:nvSpPr>
          <p:spPr>
            <a:xfrm>
              <a:off x="1181100" y="4076700"/>
              <a:ext cx="1622425"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Reconnect at gates</a:t>
              </a:r>
              <a:endParaRPr lang="en-US" sz="1400" spc="0" kern="0" b="0" i="0" dirty="0">
                <a:solidFill>
                  <a:srgbClr val="070154"/>
                </a:solidFill>
                <a:latin typeface="IBM Plex Sans SemiBold"/>
                <a:ea typeface="IBM Plex Sans SemiBold"/>
                <a:cs typeface="IBM Plex Sans SemiBold"/>
              </a:endParaRPr>
            </a:p>
          </p:txBody>
        </p:sp>
        <p:sp>
          <p:nvSpPr>
            <p:cNvPr id="19" name="node02.steps.slot-003.label"/>
            <p:cNvSpPr/>
            <p:nvPr/>
          </p:nvSpPr>
          <p:spPr>
            <a:xfrm>
              <a:off x="2955925" y="4163949"/>
              <a:ext cx="476126"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30 MIN</a:t>
              </a:r>
              <a:endParaRPr lang="en-US" sz="900" spc="54" kern="0" b="0" i="0" dirty="0">
                <a:solidFill>
                  <a:srgbClr val="0047FF"/>
                </a:solidFill>
                <a:latin typeface="IBM Plex Mono Medium"/>
                <a:ea typeface="IBM Plex Mono Medium"/>
                <a:cs typeface="IBM Plex Mono Medium"/>
              </a:endParaRPr>
            </a:p>
          </p:txBody>
        </p:sp>
        <p:sp>
          <p:nvSpPr>
            <p:cNvPr id="20" name="node02.steps.slot-003.description.part-0"/>
            <p:cNvSpPr/>
            <p:nvPr/>
          </p:nvSpPr>
          <p:spPr>
            <a:xfrm>
              <a:off x="1181100" y="4381500"/>
              <a:ext cx="662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Teams share artifacts, challenge ambiguity and agree what is ready before the next block.</a:t>
              </a:r>
              <a:endParaRPr lang="en-US" sz="1200" spc="0" kern="0" b="0" i="0" dirty="0">
                <a:solidFill>
                  <a:srgbClr val="50658E"/>
                </a:solidFill>
                <a:latin typeface="IBM Plex Sans"/>
                <a:ea typeface="IBM Plex Sans"/>
                <a:cs typeface="IBM Plex Sans"/>
              </a:endParaRPr>
            </a:p>
          </p:txBody>
        </p:sp>
        <p:sp>
          <p:nvSpPr>
            <p:cNvPr id="21" name="node02.steps.slot-004.marker"/>
            <p:cNvSpPr/>
            <p:nvPr/>
          </p:nvSpPr>
          <p:spPr>
            <a:xfrm>
              <a:off x="762000" y="4953000"/>
              <a:ext cx="152400" cy="152400"/>
            </a:xfrm>
            <a:prstGeom prst="rect">
              <a:avLst/>
            </a:prstGeom>
            <a:solidFill>
              <a:srgbClr val="FFFFFF"/>
            </a:solidFill>
            <a:ln w="12700">
              <a:solidFill>
                <a:srgbClr val="070154"/>
              </a:solidFill>
              <a:prstDash val="solid"/>
            </a:ln>
          </p:spPr>
        </p:sp>
        <p:sp>
          <p:nvSpPr>
            <p:cNvPr id="22" name="node02.steps.slot-004.title"/>
            <p:cNvSpPr/>
            <p:nvPr/>
          </p:nvSpPr>
          <p:spPr>
            <a:xfrm>
              <a:off x="1181100" y="4914900"/>
              <a:ext cx="1449388"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Iterate and close</a:t>
              </a:r>
              <a:endParaRPr lang="en-US" sz="1400" spc="0" kern="0" b="0" i="0" dirty="0">
                <a:solidFill>
                  <a:srgbClr val="070154"/>
                </a:solidFill>
                <a:latin typeface="IBM Plex Sans SemiBold"/>
                <a:ea typeface="IBM Plex Sans SemiBold"/>
                <a:cs typeface="IBM Plex Sans SemiBold"/>
              </a:endParaRPr>
            </a:p>
          </p:txBody>
        </p:sp>
        <p:sp>
          <p:nvSpPr>
            <p:cNvPr id="23" name="node02.steps.slot-004.label"/>
            <p:cNvSpPr/>
            <p:nvPr/>
          </p:nvSpPr>
          <p:spPr>
            <a:xfrm>
              <a:off x="2782888" y="5002149"/>
              <a:ext cx="476126"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15 MIN</a:t>
              </a:r>
              <a:endParaRPr lang="en-US" sz="900" spc="54" kern="0" b="0" i="0" dirty="0">
                <a:solidFill>
                  <a:srgbClr val="0047FF"/>
                </a:solidFill>
                <a:latin typeface="IBM Plex Mono Medium"/>
                <a:ea typeface="IBM Plex Mono Medium"/>
                <a:cs typeface="IBM Plex Mono Medium"/>
              </a:endParaRPr>
            </a:p>
          </p:txBody>
        </p:sp>
        <p:sp>
          <p:nvSpPr>
            <p:cNvPr id="24" name="node02.steps.slot-004.description.part-0"/>
            <p:cNvSpPr/>
            <p:nvPr/>
          </p:nvSpPr>
          <p:spPr>
            <a:xfrm>
              <a:off x="1181100" y="5219700"/>
              <a:ext cx="662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The group reviews evidence, records limits and turns learning into owned next actions.</a:t>
              </a:r>
              <a:endParaRPr lang="en-US" sz="1200" spc="0" kern="0" b="0" i="0" dirty="0">
                <a:solidFill>
                  <a:srgbClr val="50658E"/>
                </a:solidFill>
                <a:latin typeface="IBM Plex Sans"/>
                <a:ea typeface="IBM Plex Sans"/>
                <a:cs typeface="IBM Plex Sans"/>
              </a:endParaRPr>
            </a:p>
          </p:txBody>
        </p:sp>
      </p:grpSp>
      <p:grpSp>
        <p:nvGrpSpPr>
          <p:cNvPr id="44" name="node03"/>
          <p:cNvGrpSpPr/>
          <p:nvPr/>
        </p:nvGrpSpPr>
        <p:grpSpPr>
          <a:xfrm>
            <a:off x="8039100" y="457200"/>
            <a:ext cx="3429000" cy="3429000"/>
            <a:chOff x="8039100" y="457200"/>
            <a:chExt cx="3429000" cy="3429000"/>
          </a:xfrm>
        </p:grpSpPr>
        <p:sp>
          <p:nvSpPr>
            <p:cNvPr id="25" name="node03.container"/>
            <p:cNvSpPr/>
            <p:nvPr/>
          </p:nvSpPr>
          <p:spPr>
            <a:xfrm>
              <a:off x="8039100" y="457200"/>
              <a:ext cx="3429000" cy="3429000"/>
            </a:xfrm>
            <a:prstGeom prst="rect">
              <a:avLst/>
            </a:prstGeom>
            <a:solidFill>
              <a:srgbClr val="070154"/>
            </a:solidFill>
            <a:ln>
              <a:noFill/>
            </a:ln>
          </p:spPr>
        </p:sp>
        <p:sp>
          <p:nvSpPr>
            <p:cNvPr id="26" name="node03.edge"/>
            <p:cNvSpPr/>
            <p:nvPr/>
          </p:nvSpPr>
          <p:spPr>
            <a:xfrm>
              <a:off x="8039100" y="457200"/>
              <a:ext cx="3429000" cy="76200"/>
            </a:xfrm>
            <a:prstGeom prst="rect">
              <a:avLst/>
            </a:prstGeom>
            <a:solidFill>
              <a:srgbClr val="F900D3"/>
            </a:solidFill>
            <a:ln>
              <a:noFill/>
            </a:ln>
          </p:spPr>
        </p:sp>
        <p:sp>
          <p:nvSpPr>
            <p:cNvPr id="27" name="node03.label"/>
            <p:cNvSpPr/>
            <p:nvPr/>
          </p:nvSpPr>
          <p:spPr>
            <a:xfrm>
              <a:off x="8267700" y="762000"/>
              <a:ext cx="2971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900D3"/>
                  </a:solidFill>
                  <a:latin typeface="IBM Plex Mono Medium"/>
                  <a:ea typeface="IBM Plex Mono Medium"/>
                  <a:cs typeface="IBM Plex Mono Medium"/>
                </a:rPr>
                <a:t>HOW FACILITATION WORKS</a:t>
              </a:r>
              <a:endParaRPr lang="en-US" sz="900" spc="54" kern="0" b="0" i="0" dirty="0">
                <a:solidFill>
                  <a:srgbClr val="F900D3"/>
                </a:solidFill>
                <a:latin typeface="IBM Plex Mono Medium"/>
                <a:ea typeface="IBM Plex Mono Medium"/>
                <a:cs typeface="IBM Plex Mono Medium"/>
              </a:endParaRPr>
            </a:p>
          </p:txBody>
        </p:sp>
        <p:sp>
          <p:nvSpPr>
            <p:cNvPr id="28" name="node03.title"/>
            <p:cNvSpPr/>
            <p:nvPr/>
          </p:nvSpPr>
          <p:spPr>
            <a:xfrm>
              <a:off x="8267700" y="952500"/>
              <a:ext cx="2971800" cy="6096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FFFFFF"/>
                  </a:solidFill>
                  <a:latin typeface="IBM Plex Sans SemiBold"/>
                  <a:ea typeface="IBM Plex Sans SemiBold"/>
                  <a:cs typeface="IBM Plex Sans SemiBold"/>
                </a:rPr>
                <a:t>Guide the process without taking over the work</a:t>
              </a:r>
              <a:endParaRPr lang="en-US" sz="1800" spc="-18" kern="0" b="0" i="0" dirty="0">
                <a:solidFill>
                  <a:srgbClr val="FFFFFF"/>
                </a:solidFill>
                <a:latin typeface="IBM Plex Sans SemiBold"/>
                <a:ea typeface="IBM Plex Sans SemiBold"/>
                <a:cs typeface="IBM Plex Sans SemiBold"/>
              </a:endParaRPr>
            </a:p>
          </p:txBody>
        </p:sp>
        <p:sp>
          <p:nvSpPr>
            <p:cNvPr id="29" name="node03.body.item-001.bullets.item-001.marker"/>
            <p:cNvSpPr/>
            <p:nvPr/>
          </p:nvSpPr>
          <p:spPr>
            <a:xfrm>
              <a:off x="8267700" y="1765300"/>
              <a:ext cx="38100" cy="38100"/>
            </a:xfrm>
            <a:prstGeom prst="rect">
              <a:avLst/>
            </a:prstGeom>
            <a:solidFill>
              <a:srgbClr val="FFFFFF"/>
            </a:solidFill>
            <a:ln>
              <a:noFill/>
            </a:ln>
          </p:spPr>
        </p:sp>
        <p:sp>
          <p:nvSpPr>
            <p:cNvPr id="30" name="node03.body.item-001.bullets.item-001.text"/>
            <p:cNvSpPr/>
            <p:nvPr/>
          </p:nvSpPr>
          <p:spPr>
            <a:xfrm>
              <a:off x="8420100" y="1676400"/>
              <a:ext cx="281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Short prompts, then participant work</a:t>
              </a:r>
              <a:endParaRPr lang="en-US" sz="1200" spc="0" kern="0" b="0" i="0" dirty="0">
                <a:solidFill>
                  <a:srgbClr val="FFFFFF"/>
                </a:solidFill>
                <a:latin typeface="IBM Plex Sans"/>
                <a:ea typeface="IBM Plex Sans"/>
                <a:cs typeface="IBM Plex Sans"/>
              </a:endParaRPr>
            </a:p>
          </p:txBody>
        </p:sp>
        <p:sp>
          <p:nvSpPr>
            <p:cNvPr id="31" name="node03.body.item-001.bullets.item-002.marker"/>
            <p:cNvSpPr/>
            <p:nvPr/>
          </p:nvSpPr>
          <p:spPr>
            <a:xfrm>
              <a:off x="8267700" y="2032000"/>
              <a:ext cx="38100" cy="38100"/>
            </a:xfrm>
            <a:prstGeom prst="rect">
              <a:avLst/>
            </a:prstGeom>
            <a:solidFill>
              <a:srgbClr val="FFFFFF"/>
            </a:solidFill>
            <a:ln>
              <a:noFill/>
            </a:ln>
          </p:spPr>
        </p:sp>
        <p:sp>
          <p:nvSpPr>
            <p:cNvPr id="32" name="node03.body.item-001.bullets.item-002.text"/>
            <p:cNvSpPr/>
            <p:nvPr/>
          </p:nvSpPr>
          <p:spPr>
            <a:xfrm>
              <a:off x="8420100" y="1943100"/>
              <a:ext cx="281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Named checkpoints and timeboxes</a:t>
              </a:r>
              <a:endParaRPr lang="en-US" sz="1200" spc="0" kern="0" b="0" i="0" dirty="0">
                <a:solidFill>
                  <a:srgbClr val="FFFFFF"/>
                </a:solidFill>
                <a:latin typeface="IBM Plex Sans"/>
                <a:ea typeface="IBM Plex Sans"/>
                <a:cs typeface="IBM Plex Sans"/>
              </a:endParaRPr>
            </a:p>
          </p:txBody>
        </p:sp>
        <p:sp>
          <p:nvSpPr>
            <p:cNvPr id="33" name="node03.body.item-001.bullets.item-003.marker"/>
            <p:cNvSpPr/>
            <p:nvPr/>
          </p:nvSpPr>
          <p:spPr>
            <a:xfrm>
              <a:off x="8267700" y="2298700"/>
              <a:ext cx="38100" cy="38100"/>
            </a:xfrm>
            <a:prstGeom prst="rect">
              <a:avLst/>
            </a:prstGeom>
            <a:solidFill>
              <a:srgbClr val="FFFFFF"/>
            </a:solidFill>
            <a:ln>
              <a:noFill/>
            </a:ln>
          </p:spPr>
        </p:sp>
        <p:sp>
          <p:nvSpPr>
            <p:cNvPr id="34" name="node03.body.item-001.bullets.item-003.text"/>
            <p:cNvSpPr/>
            <p:nvPr/>
          </p:nvSpPr>
          <p:spPr>
            <a:xfrm>
              <a:off x="8420100" y="2209800"/>
              <a:ext cx="281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Active coaching and unblocking</a:t>
              </a:r>
              <a:endParaRPr lang="en-US" sz="1200" spc="0" kern="0" b="0" i="0" dirty="0">
                <a:solidFill>
                  <a:srgbClr val="FFFFFF"/>
                </a:solidFill>
                <a:latin typeface="IBM Plex Sans"/>
                <a:ea typeface="IBM Plex Sans"/>
                <a:cs typeface="IBM Plex Sans"/>
              </a:endParaRPr>
            </a:p>
          </p:txBody>
        </p:sp>
        <p:sp>
          <p:nvSpPr>
            <p:cNvPr id="35" name="node03.body.item-001.bullets.item-004.marker"/>
            <p:cNvSpPr/>
            <p:nvPr/>
          </p:nvSpPr>
          <p:spPr>
            <a:xfrm>
              <a:off x="8267700" y="2565400"/>
              <a:ext cx="38100" cy="38100"/>
            </a:xfrm>
            <a:prstGeom prst="rect">
              <a:avLst/>
            </a:prstGeom>
            <a:solidFill>
              <a:srgbClr val="FFFFFF"/>
            </a:solidFill>
            <a:ln>
              <a:noFill/>
            </a:ln>
          </p:spPr>
        </p:sp>
        <p:sp>
          <p:nvSpPr>
            <p:cNvPr id="36" name="node03.body.item-001.bullets.item-004.text"/>
            <p:cNvSpPr/>
            <p:nvPr/>
          </p:nvSpPr>
          <p:spPr>
            <a:xfrm>
              <a:off x="8420100" y="2476500"/>
              <a:ext cx="281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Human approval at every gate</a:t>
              </a:r>
              <a:endParaRPr lang="en-US" sz="1200" spc="0" kern="0" b="0" i="0" dirty="0">
                <a:solidFill>
                  <a:srgbClr val="FFFFFF"/>
                </a:solidFill>
                <a:latin typeface="IBM Plex Sans"/>
                <a:ea typeface="IBM Plex Sans"/>
                <a:cs typeface="IBM Plex Sans"/>
              </a:endParaRPr>
            </a:p>
          </p:txBody>
        </p:sp>
        <p:sp>
          <p:nvSpPr>
            <p:cNvPr id="37" name="node03.body.item-001.bullets.item-005.marker"/>
            <p:cNvSpPr/>
            <p:nvPr/>
          </p:nvSpPr>
          <p:spPr>
            <a:xfrm>
              <a:off x="8267700" y="2832100"/>
              <a:ext cx="38100" cy="38100"/>
            </a:xfrm>
            <a:prstGeom prst="rect">
              <a:avLst/>
            </a:prstGeom>
            <a:solidFill>
              <a:srgbClr val="FFFFFF"/>
            </a:solidFill>
            <a:ln>
              <a:noFill/>
            </a:ln>
          </p:spPr>
        </p:sp>
        <p:sp>
          <p:nvSpPr>
            <p:cNvPr id="38" name="node03.body.item-001.bullets.item-005.text"/>
            <p:cNvSpPr/>
            <p:nvPr/>
          </p:nvSpPr>
          <p:spPr>
            <a:xfrm>
              <a:off x="8420100" y="2743200"/>
              <a:ext cx="281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Shared notes captured live</a:t>
              </a:r>
              <a:endParaRPr lang="en-US" sz="1200" spc="0" kern="0" b="0" i="0" dirty="0">
                <a:solidFill>
                  <a:srgbClr val="FFFFFF"/>
                </a:solidFill>
                <a:latin typeface="IBM Plex Sans"/>
                <a:ea typeface="IBM Plex Sans"/>
                <a:cs typeface="IBM Plex Sans"/>
              </a:endParaRPr>
            </a:p>
          </p:txBody>
        </p:sp>
        <p:sp>
          <p:nvSpPr>
            <p:cNvPr id="39" name="node03.body.item-001.bullets.item-006.marker"/>
            <p:cNvSpPr/>
            <p:nvPr/>
          </p:nvSpPr>
          <p:spPr>
            <a:xfrm>
              <a:off x="8267700" y="3098800"/>
              <a:ext cx="38100" cy="38100"/>
            </a:xfrm>
            <a:prstGeom prst="rect">
              <a:avLst/>
            </a:prstGeom>
            <a:solidFill>
              <a:srgbClr val="FFFFFF"/>
            </a:solidFill>
            <a:ln>
              <a:noFill/>
            </a:ln>
          </p:spPr>
        </p:sp>
        <p:sp>
          <p:nvSpPr>
            <p:cNvPr id="40" name="node03.body.item-001.bullets.item-006.text"/>
            <p:cNvSpPr/>
            <p:nvPr/>
          </p:nvSpPr>
          <p:spPr>
            <a:xfrm>
              <a:off x="8420100" y="3009900"/>
              <a:ext cx="281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Open risks logged for follow-up</a:t>
              </a:r>
              <a:endParaRPr lang="en-US" sz="1200" spc="0" kern="0" b="0" i="0" dirty="0">
                <a:solidFill>
                  <a:srgbClr val="FFFFFF"/>
                </a:solidFill>
                <a:latin typeface="IBM Plex Sans"/>
                <a:ea typeface="IBM Plex Sans"/>
                <a:cs typeface="IBM Plex Sans"/>
              </a:endParaRPr>
            </a:p>
          </p:txBody>
        </p:sp>
      </p:grpSp>
      <p:grpSp>
        <p:nvGrpSpPr>
          <p:cNvPr id="45" name="node04"/>
          <p:cNvGrpSpPr/>
          <p:nvPr/>
        </p:nvGrpSpPr>
        <p:grpSpPr>
          <a:xfrm>
            <a:off x="8039100" y="4114800"/>
            <a:ext cx="3429000" cy="800100"/>
            <a:chOff x="8039100" y="4114800"/>
            <a:chExt cx="3429000" cy="800100"/>
          </a:xfrm>
        </p:grpSpPr>
        <p:sp>
          <p:nvSpPr>
            <p:cNvPr id="41" name="node04.text"/>
            <p:cNvSpPr/>
            <p:nvPr/>
          </p:nvSpPr>
          <p:spPr>
            <a:xfrm>
              <a:off x="8039100" y="4114800"/>
              <a:ext cx="3429000" cy="8001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What we need from participants: real context, active decisions, work in progress shared and candor about constraints.</a:t>
              </a:r>
              <a:endParaRPr lang="en-US" sz="1400" spc="0" kern="0" b="0" i="0" dirty="0">
                <a:solidFill>
                  <a:srgbClr val="070154"/>
                </a:solidFill>
                <a:latin typeface="IBM Plex Sans"/>
                <a:ea typeface="IBM Plex Sans"/>
                <a:cs typeface="IBM Plex Sans"/>
              </a:endParaRPr>
            </a:p>
          </p:txBody>
        </p:sp>
      </p:grpSp>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name="source-503">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SESSION EXPERIENCE</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Expect a facilitated build, not a passive demo</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164</a:t>
            </a:fld>
            <a:endParaRPr lang="en-US" sz="700" spc="0" kern="0" b="0" i="0" dirty="0">
              <a:solidFill>
                <a:srgbClr val="070154"/>
              </a:solidFill>
              <a:latin typeface="IBM Plex Mono SemiBold"/>
              <a:ea typeface="IBM Plex Mono SemiBold"/>
              <a:cs typeface="IBM Plex Mono SemiBold"/>
            </a:endParaRPr>
          </a:p>
        </p:txBody>
      </p:sp>
      <p:grpSp>
        <p:nvGrpSpPr>
          <p:cNvPr id="53" name="node01"/>
          <p:cNvGrpSpPr/>
          <p:nvPr/>
        </p:nvGrpSpPr>
        <p:grpSpPr>
          <a:xfrm>
            <a:off x="723900" y="1600200"/>
            <a:ext cx="4343400" cy="152400"/>
            <a:chOff x="723900" y="1600200"/>
            <a:chExt cx="4343400" cy="152400"/>
          </a:xfrm>
        </p:grpSpPr>
        <p:sp>
          <p:nvSpPr>
            <p:cNvPr id="6" name="node01.text"/>
            <p:cNvSpPr/>
            <p:nvPr/>
          </p:nvSpPr>
          <p:spPr>
            <a:xfrm>
              <a:off x="723900" y="1600200"/>
              <a:ext cx="43434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HOW THE SESSION RUNS</a:t>
              </a:r>
              <a:endParaRPr lang="en-US" sz="900" spc="54" kern="0" b="0" i="0" dirty="0">
                <a:solidFill>
                  <a:srgbClr val="50658E"/>
                </a:solidFill>
                <a:latin typeface="IBM Plex Mono Medium"/>
                <a:ea typeface="IBM Plex Mono Medium"/>
                <a:cs typeface="IBM Plex Mono Medium"/>
              </a:endParaRPr>
            </a:p>
          </p:txBody>
        </p:sp>
      </p:grpSp>
      <p:grpSp>
        <p:nvGrpSpPr>
          <p:cNvPr id="54" name="node02"/>
          <p:cNvGrpSpPr/>
          <p:nvPr/>
        </p:nvGrpSpPr>
        <p:grpSpPr>
          <a:xfrm>
            <a:off x="723900" y="1943100"/>
            <a:ext cx="4343400" cy="3048000"/>
            <a:chOff x="723900" y="1943100"/>
            <a:chExt cx="4343400" cy="3048000"/>
          </a:xfrm>
        </p:grpSpPr>
        <p:sp>
          <p:nvSpPr>
            <p:cNvPr id="7" name="node02.base"/>
            <p:cNvSpPr/>
            <p:nvPr/>
          </p:nvSpPr>
          <p:spPr>
            <a:xfrm>
              <a:off x="838200" y="2057400"/>
              <a:ext cx="0" cy="2514600"/>
            </a:xfrm>
            <a:custGeom>
              <a:avLst/>
              <a:gdLst/>
              <a:ahLst/>
              <a:cxnLst/>
              <a:rect l="l" t="t" r="r" b="b"/>
              <a:pathLst>
                <a:path h="2514600">
                  <a:moveTo>
                    <a:pt x="0" y="0"/>
                  </a:moveTo>
                  <a:lnTo>
                    <a:pt x="0" y="2514600"/>
                  </a:lnTo>
                </a:path>
              </a:pathLst>
            </a:custGeom>
            <a:ln w="25400">
              <a:solidFill>
                <a:srgbClr val="CED7E6"/>
              </a:solidFill>
              <a:prstDash val="solid"/>
            </a:ln>
          </p:spPr>
        </p:sp>
        <p:sp>
          <p:nvSpPr>
            <p:cNvPr id="8" name="node02.done"/>
            <p:cNvSpPr/>
            <p:nvPr/>
          </p:nvSpPr>
          <p:spPr>
            <a:xfrm>
              <a:off x="838200" y="2057400"/>
              <a:ext cx="0" cy="1676400"/>
            </a:xfrm>
            <a:custGeom>
              <a:avLst/>
              <a:gdLst/>
              <a:ahLst/>
              <a:cxnLst/>
              <a:rect l="l" t="t" r="r" b="b"/>
              <a:pathLst>
                <a:path h="1676400">
                  <a:moveTo>
                    <a:pt x="0" y="0"/>
                  </a:moveTo>
                  <a:lnTo>
                    <a:pt x="0" y="1676400"/>
                  </a:lnTo>
                </a:path>
              </a:pathLst>
            </a:custGeom>
            <a:ln w="25400">
              <a:solidFill>
                <a:srgbClr val="070154"/>
              </a:solidFill>
              <a:prstDash val="solid"/>
            </a:ln>
          </p:spPr>
        </p:sp>
        <p:sp>
          <p:nvSpPr>
            <p:cNvPr id="9" name="node02.steps.slot-001.marker"/>
            <p:cNvSpPr/>
            <p:nvPr/>
          </p:nvSpPr>
          <p:spPr>
            <a:xfrm>
              <a:off x="762000" y="1981200"/>
              <a:ext cx="152400" cy="152400"/>
            </a:xfrm>
            <a:prstGeom prst="rect">
              <a:avLst/>
            </a:prstGeom>
            <a:solidFill>
              <a:srgbClr val="070154"/>
            </a:solidFill>
            <a:ln>
              <a:noFill/>
            </a:ln>
          </p:spPr>
        </p:sp>
        <p:sp>
          <p:nvSpPr>
            <p:cNvPr id="10" name="node02.steps.slot-001.title"/>
            <p:cNvSpPr/>
            <p:nvPr/>
          </p:nvSpPr>
          <p:spPr>
            <a:xfrm>
              <a:off x="1181100" y="1943100"/>
              <a:ext cx="1322388"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Frame together</a:t>
              </a:r>
              <a:endParaRPr lang="en-US" sz="1400" spc="0" kern="0" b="0" i="0" dirty="0">
                <a:solidFill>
                  <a:srgbClr val="070154"/>
                </a:solidFill>
                <a:latin typeface="IBM Plex Sans SemiBold"/>
                <a:ea typeface="IBM Plex Sans SemiBold"/>
                <a:cs typeface="IBM Plex Sans SemiBold"/>
              </a:endParaRPr>
            </a:p>
          </p:txBody>
        </p:sp>
        <p:sp>
          <p:nvSpPr>
            <p:cNvPr id="11" name="node02.steps.slot-001.label"/>
            <p:cNvSpPr/>
            <p:nvPr/>
          </p:nvSpPr>
          <p:spPr>
            <a:xfrm>
              <a:off x="2655888" y="2030349"/>
              <a:ext cx="476126"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15 MIN</a:t>
              </a:r>
              <a:endParaRPr lang="en-US" sz="900" spc="54" kern="0" b="0" i="0" dirty="0">
                <a:solidFill>
                  <a:srgbClr val="0047FF"/>
                </a:solidFill>
                <a:latin typeface="IBM Plex Mono Medium"/>
                <a:ea typeface="IBM Plex Mono Medium"/>
                <a:cs typeface="IBM Plex Mono Medium"/>
              </a:endParaRPr>
            </a:p>
          </p:txBody>
        </p:sp>
        <p:sp>
          <p:nvSpPr>
            <p:cNvPr id="12" name="node02.steps.slot-001.description.part-0"/>
            <p:cNvSpPr/>
            <p:nvPr/>
          </p:nvSpPr>
          <p:spPr>
            <a:xfrm>
              <a:off x="1181100" y="2247900"/>
              <a:ext cx="3886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Set the objective and criteria; teams bring context.</a:t>
              </a:r>
              <a:endParaRPr lang="en-US" sz="1200" spc="0" kern="0" b="0" i="0" dirty="0">
                <a:solidFill>
                  <a:srgbClr val="50658E"/>
                </a:solidFill>
                <a:latin typeface="IBM Plex Sans"/>
                <a:ea typeface="IBM Plex Sans"/>
                <a:cs typeface="IBM Plex Sans"/>
              </a:endParaRPr>
            </a:p>
          </p:txBody>
        </p:sp>
        <p:sp>
          <p:nvSpPr>
            <p:cNvPr id="13" name="node02.steps.slot-002.marker"/>
            <p:cNvSpPr/>
            <p:nvPr/>
          </p:nvSpPr>
          <p:spPr>
            <a:xfrm>
              <a:off x="762000" y="2819400"/>
              <a:ext cx="152400" cy="152400"/>
            </a:xfrm>
            <a:prstGeom prst="rect">
              <a:avLst/>
            </a:prstGeom>
            <a:solidFill>
              <a:srgbClr val="070154"/>
            </a:solidFill>
            <a:ln>
              <a:noFill/>
            </a:ln>
          </p:spPr>
        </p:sp>
        <p:sp>
          <p:nvSpPr>
            <p:cNvPr id="14" name="node02.steps.slot-002.title"/>
            <p:cNvSpPr/>
            <p:nvPr/>
          </p:nvSpPr>
          <p:spPr>
            <a:xfrm>
              <a:off x="1181100" y="2781300"/>
              <a:ext cx="1046163"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Work in role</a:t>
              </a:r>
              <a:endParaRPr lang="en-US" sz="1400" spc="0" kern="0" b="0" i="0" dirty="0">
                <a:solidFill>
                  <a:srgbClr val="070154"/>
                </a:solidFill>
                <a:latin typeface="IBM Plex Sans SemiBold"/>
                <a:ea typeface="IBM Plex Sans SemiBold"/>
                <a:cs typeface="IBM Plex Sans SemiBold"/>
              </a:endParaRPr>
            </a:p>
          </p:txBody>
        </p:sp>
        <p:sp>
          <p:nvSpPr>
            <p:cNvPr id="15" name="node02.steps.slot-002.label"/>
            <p:cNvSpPr/>
            <p:nvPr/>
          </p:nvSpPr>
          <p:spPr>
            <a:xfrm>
              <a:off x="2379663" y="2868549"/>
              <a:ext cx="476126"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30 MIN</a:t>
              </a:r>
              <a:endParaRPr lang="en-US" sz="900" spc="54" kern="0" b="0" i="0" dirty="0">
                <a:solidFill>
                  <a:srgbClr val="0047FF"/>
                </a:solidFill>
                <a:latin typeface="IBM Plex Mono Medium"/>
                <a:ea typeface="IBM Plex Mono Medium"/>
                <a:cs typeface="IBM Plex Mono Medium"/>
              </a:endParaRPr>
            </a:p>
          </p:txBody>
        </p:sp>
        <p:sp>
          <p:nvSpPr>
            <p:cNvPr id="16" name="node02.steps.slot-002.description.part-0"/>
            <p:cNvSpPr/>
            <p:nvPr/>
          </p:nvSpPr>
          <p:spPr>
            <a:xfrm>
              <a:off x="1181100" y="3086100"/>
              <a:ext cx="3886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Product and engineering build in focused tracks.</a:t>
              </a:r>
              <a:endParaRPr lang="en-US" sz="1200" spc="0" kern="0" b="0" i="0" dirty="0">
                <a:solidFill>
                  <a:srgbClr val="50658E"/>
                </a:solidFill>
                <a:latin typeface="IBM Plex Sans"/>
                <a:ea typeface="IBM Plex Sans"/>
                <a:cs typeface="IBM Plex Sans"/>
              </a:endParaRPr>
            </a:p>
          </p:txBody>
        </p:sp>
        <p:sp>
          <p:nvSpPr>
            <p:cNvPr id="17" name="node02.steps.slot-003.marker"/>
            <p:cNvSpPr/>
            <p:nvPr/>
          </p:nvSpPr>
          <p:spPr>
            <a:xfrm>
              <a:off x="723900" y="3619500"/>
              <a:ext cx="228600" cy="228600"/>
            </a:xfrm>
            <a:prstGeom prst="rect">
              <a:avLst/>
            </a:prstGeom>
            <a:solidFill>
              <a:srgbClr val="F900D3"/>
            </a:solidFill>
            <a:ln>
              <a:noFill/>
            </a:ln>
          </p:spPr>
        </p:sp>
        <p:sp>
          <p:nvSpPr>
            <p:cNvPr id="18" name="node02.steps.slot-003.title"/>
            <p:cNvSpPr/>
            <p:nvPr/>
          </p:nvSpPr>
          <p:spPr>
            <a:xfrm>
              <a:off x="1181100" y="3619500"/>
              <a:ext cx="1622425"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Reconnect at gates</a:t>
              </a:r>
              <a:endParaRPr lang="en-US" sz="1400" spc="0" kern="0" b="0" i="0" dirty="0">
                <a:solidFill>
                  <a:srgbClr val="070154"/>
                </a:solidFill>
                <a:latin typeface="IBM Plex Sans SemiBold"/>
                <a:ea typeface="IBM Plex Sans SemiBold"/>
                <a:cs typeface="IBM Plex Sans SemiBold"/>
              </a:endParaRPr>
            </a:p>
          </p:txBody>
        </p:sp>
        <p:sp>
          <p:nvSpPr>
            <p:cNvPr id="19" name="node02.steps.slot-003.label"/>
            <p:cNvSpPr/>
            <p:nvPr/>
          </p:nvSpPr>
          <p:spPr>
            <a:xfrm>
              <a:off x="2955925" y="3706749"/>
              <a:ext cx="476126"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30 MIN</a:t>
              </a:r>
              <a:endParaRPr lang="en-US" sz="900" spc="54" kern="0" b="0" i="0" dirty="0">
                <a:solidFill>
                  <a:srgbClr val="0047FF"/>
                </a:solidFill>
                <a:latin typeface="IBM Plex Mono Medium"/>
                <a:ea typeface="IBM Plex Mono Medium"/>
                <a:cs typeface="IBM Plex Mono Medium"/>
              </a:endParaRPr>
            </a:p>
          </p:txBody>
        </p:sp>
        <p:sp>
          <p:nvSpPr>
            <p:cNvPr id="20" name="node02.steps.slot-003.description.part-0"/>
            <p:cNvSpPr/>
            <p:nvPr/>
          </p:nvSpPr>
          <p:spPr>
            <a:xfrm>
              <a:off x="1181100" y="3924300"/>
              <a:ext cx="38862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Share artifacts, challenge ambiguity, agree what is ready.</a:t>
              </a:r>
              <a:endParaRPr lang="en-US" sz="1200" spc="0" kern="0" b="0" i="0" dirty="0">
                <a:solidFill>
                  <a:srgbClr val="50658E"/>
                </a:solidFill>
                <a:latin typeface="IBM Plex Sans"/>
                <a:ea typeface="IBM Plex Sans"/>
                <a:cs typeface="IBM Plex Sans"/>
              </a:endParaRPr>
            </a:p>
          </p:txBody>
        </p:sp>
        <p:sp>
          <p:nvSpPr>
            <p:cNvPr id="21" name="node02.steps.slot-004.marker"/>
            <p:cNvSpPr/>
            <p:nvPr/>
          </p:nvSpPr>
          <p:spPr>
            <a:xfrm>
              <a:off x="762000" y="4495800"/>
              <a:ext cx="152400" cy="152400"/>
            </a:xfrm>
            <a:prstGeom prst="rect">
              <a:avLst/>
            </a:prstGeom>
            <a:solidFill>
              <a:srgbClr val="FFFFFF"/>
            </a:solidFill>
            <a:ln w="12700">
              <a:solidFill>
                <a:srgbClr val="070154"/>
              </a:solidFill>
              <a:prstDash val="solid"/>
            </a:ln>
          </p:spPr>
        </p:sp>
        <p:sp>
          <p:nvSpPr>
            <p:cNvPr id="22" name="node02.steps.slot-004.title"/>
            <p:cNvSpPr/>
            <p:nvPr/>
          </p:nvSpPr>
          <p:spPr>
            <a:xfrm>
              <a:off x="1181100" y="4457700"/>
              <a:ext cx="1449388"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Iterate and close</a:t>
              </a:r>
              <a:endParaRPr lang="en-US" sz="1400" spc="0" kern="0" b="0" i="0" dirty="0">
                <a:solidFill>
                  <a:srgbClr val="070154"/>
                </a:solidFill>
                <a:latin typeface="IBM Plex Sans SemiBold"/>
                <a:ea typeface="IBM Plex Sans SemiBold"/>
                <a:cs typeface="IBM Plex Sans SemiBold"/>
              </a:endParaRPr>
            </a:p>
          </p:txBody>
        </p:sp>
        <p:sp>
          <p:nvSpPr>
            <p:cNvPr id="23" name="node02.steps.slot-004.label"/>
            <p:cNvSpPr/>
            <p:nvPr/>
          </p:nvSpPr>
          <p:spPr>
            <a:xfrm>
              <a:off x="2782888" y="4544949"/>
              <a:ext cx="476126"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15 MIN</a:t>
              </a:r>
              <a:endParaRPr lang="en-US" sz="900" spc="54" kern="0" b="0" i="0" dirty="0">
                <a:solidFill>
                  <a:srgbClr val="0047FF"/>
                </a:solidFill>
                <a:latin typeface="IBM Plex Mono Medium"/>
                <a:ea typeface="IBM Plex Mono Medium"/>
                <a:cs typeface="IBM Plex Mono Medium"/>
              </a:endParaRPr>
            </a:p>
          </p:txBody>
        </p:sp>
        <p:sp>
          <p:nvSpPr>
            <p:cNvPr id="24" name="node02.steps.slot-004.description.part-0"/>
            <p:cNvSpPr/>
            <p:nvPr/>
          </p:nvSpPr>
          <p:spPr>
            <a:xfrm>
              <a:off x="1181100" y="4762500"/>
              <a:ext cx="3886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Review evidence and turn learning into owned actions.</a:t>
              </a:r>
              <a:endParaRPr lang="en-US" sz="1200" spc="0" kern="0" b="0" i="0" dirty="0">
                <a:solidFill>
                  <a:srgbClr val="50658E"/>
                </a:solidFill>
                <a:latin typeface="IBM Plex Sans"/>
                <a:ea typeface="IBM Plex Sans"/>
                <a:cs typeface="IBM Plex Sans"/>
              </a:endParaRPr>
            </a:p>
          </p:txBody>
        </p:sp>
      </p:grpSp>
      <p:grpSp>
        <p:nvGrpSpPr>
          <p:cNvPr id="55" name="node03"/>
          <p:cNvGrpSpPr/>
          <p:nvPr/>
        </p:nvGrpSpPr>
        <p:grpSpPr>
          <a:xfrm>
            <a:off x="723900" y="5410200"/>
            <a:ext cx="4343400" cy="266700"/>
            <a:chOff x="723900" y="5410200"/>
            <a:chExt cx="4343400" cy="266700"/>
          </a:xfrm>
        </p:grpSpPr>
        <p:sp>
          <p:nvSpPr>
            <p:cNvPr id="25" name="node03.text"/>
            <p:cNvSpPr/>
            <p:nvPr/>
          </p:nvSpPr>
          <p:spPr>
            <a:xfrm>
              <a:off x="723900" y="5410200"/>
              <a:ext cx="43434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Bring real context and share work in progress.</a:t>
              </a:r>
              <a:endParaRPr lang="en-US" sz="1400" spc="0" kern="0" b="0" i="0" dirty="0">
                <a:solidFill>
                  <a:srgbClr val="070154"/>
                </a:solidFill>
                <a:latin typeface="IBM Plex Sans"/>
                <a:ea typeface="IBM Plex Sans"/>
                <a:cs typeface="IBM Plex Sans"/>
              </a:endParaRPr>
            </a:p>
          </p:txBody>
        </p:sp>
      </p:grpSp>
      <p:grpSp>
        <p:nvGrpSpPr>
          <p:cNvPr id="56" name="node04"/>
          <p:cNvGrpSpPr/>
          <p:nvPr/>
        </p:nvGrpSpPr>
        <p:grpSpPr>
          <a:xfrm>
            <a:off x="5295900" y="1600200"/>
            <a:ext cx="6172200" cy="4343400"/>
            <a:chOff x="5295900" y="1600200"/>
            <a:chExt cx="6172200" cy="4343400"/>
          </a:xfrm>
        </p:grpSpPr>
        <p:sp>
          <p:nvSpPr>
            <p:cNvPr id="26" name="node04.surface"/>
            <p:cNvSpPr/>
            <p:nvPr/>
          </p:nvSpPr>
          <p:spPr>
            <a:xfrm>
              <a:off x="5295900" y="1600200"/>
              <a:ext cx="6172200" cy="4343400"/>
            </a:xfrm>
            <a:prstGeom prst="rect">
              <a:avLst/>
            </a:prstGeom>
            <a:solidFill>
              <a:srgbClr val="070154"/>
            </a:solidFill>
            <a:ln>
              <a:noFill/>
            </a:ln>
          </p:spPr>
        </p:sp>
      </p:grpSp>
      <p:grpSp>
        <p:nvGrpSpPr>
          <p:cNvPr id="57" name="node05"/>
          <p:cNvGrpSpPr/>
          <p:nvPr/>
        </p:nvGrpSpPr>
        <p:grpSpPr>
          <a:xfrm>
            <a:off x="5524500" y="1828800"/>
            <a:ext cx="5715000" cy="152400"/>
            <a:chOff x="5524500" y="1828800"/>
            <a:chExt cx="5715000" cy="152400"/>
          </a:xfrm>
        </p:grpSpPr>
        <p:sp>
          <p:nvSpPr>
            <p:cNvPr id="27" name="node05.text"/>
            <p:cNvSpPr/>
            <p:nvPr/>
          </p:nvSpPr>
          <p:spPr>
            <a:xfrm>
              <a:off x="5524500" y="1828800"/>
              <a:ext cx="5715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900D3"/>
                  </a:solidFill>
                  <a:latin typeface="IBM Plex Mono Medium"/>
                  <a:ea typeface="IBM Plex Mono Medium"/>
                  <a:cs typeface="IBM Plex Mono Medium"/>
                </a:rPr>
                <a:t>WHAT PARTICIPANTS WILL LEAVE WITH</a:t>
              </a:r>
              <a:endParaRPr lang="en-US" sz="900" spc="54" kern="0" b="0" i="0" dirty="0">
                <a:solidFill>
                  <a:srgbClr val="F900D3"/>
                </a:solidFill>
                <a:latin typeface="IBM Plex Mono Medium"/>
                <a:ea typeface="IBM Plex Mono Medium"/>
                <a:cs typeface="IBM Plex Mono Medium"/>
              </a:endParaRPr>
            </a:p>
          </p:txBody>
        </p:sp>
      </p:grpSp>
      <p:grpSp>
        <p:nvGrpSpPr>
          <p:cNvPr id="58" name="node06"/>
          <p:cNvGrpSpPr/>
          <p:nvPr/>
        </p:nvGrpSpPr>
        <p:grpSpPr>
          <a:xfrm>
            <a:off x="5524500" y="2057400"/>
            <a:ext cx="5715000" cy="381000"/>
            <a:chOff x="5524500" y="2057400"/>
            <a:chExt cx="5715000" cy="381000"/>
          </a:xfrm>
        </p:grpSpPr>
        <p:sp>
          <p:nvSpPr>
            <p:cNvPr id="28" name="node06.text"/>
            <p:cNvSpPr/>
            <p:nvPr/>
          </p:nvSpPr>
          <p:spPr>
            <a:xfrm>
              <a:off x="5524500" y="2057400"/>
              <a:ext cx="5715000" cy="3810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FFFFFF"/>
                  </a:solidFill>
                  <a:latin typeface="IBM Plex Sans SemiBold"/>
                  <a:ea typeface="IBM Plex Sans SemiBold"/>
                  <a:cs typeface="IBM Plex Sans SemiBold"/>
                </a:rPr>
                <a:t>Six outcomes define the session</a:t>
              </a:r>
              <a:endParaRPr lang="en-US" sz="2400" spc="-36" kern="0" b="0" i="0" dirty="0">
                <a:solidFill>
                  <a:srgbClr val="FFFFFF"/>
                </a:solidFill>
                <a:latin typeface="IBM Plex Sans SemiBold"/>
                <a:ea typeface="IBM Plex Sans SemiBold"/>
                <a:cs typeface="IBM Plex Sans SemiBold"/>
              </a:endParaRPr>
            </a:p>
          </p:txBody>
        </p:sp>
      </p:grpSp>
      <p:grpSp>
        <p:nvGrpSpPr>
          <p:cNvPr id="59" name="node07"/>
          <p:cNvGrpSpPr/>
          <p:nvPr/>
        </p:nvGrpSpPr>
        <p:grpSpPr>
          <a:xfrm>
            <a:off x="5524500" y="2514600"/>
            <a:ext cx="2743200" cy="990600"/>
            <a:chOff x="5524500" y="2514600"/>
            <a:chExt cx="2743200" cy="990600"/>
          </a:xfrm>
        </p:grpSpPr>
        <p:sp>
          <p:nvSpPr>
            <p:cNvPr id="29" name="node07.container"/>
            <p:cNvSpPr/>
            <p:nvPr/>
          </p:nvSpPr>
          <p:spPr>
            <a:xfrm>
              <a:off x="5524500" y="2514600"/>
              <a:ext cx="2743200" cy="990600"/>
            </a:xfrm>
            <a:prstGeom prst="rect">
              <a:avLst/>
            </a:prstGeom>
            <a:solidFill>
              <a:srgbClr val="05013F"/>
            </a:solidFill>
            <a:ln>
              <a:noFill/>
            </a:ln>
          </p:spPr>
        </p:sp>
        <p:sp>
          <p:nvSpPr>
            <p:cNvPr id="30" name="node07.edge"/>
            <p:cNvSpPr/>
            <p:nvPr/>
          </p:nvSpPr>
          <p:spPr>
            <a:xfrm>
              <a:off x="5524500" y="2514600"/>
              <a:ext cx="38100" cy="990600"/>
            </a:xfrm>
            <a:prstGeom prst="rect">
              <a:avLst/>
            </a:prstGeom>
            <a:solidFill>
              <a:srgbClr val="F900D3"/>
            </a:solidFill>
            <a:ln>
              <a:noFill/>
            </a:ln>
          </p:spPr>
        </p:sp>
        <p:sp>
          <p:nvSpPr>
            <p:cNvPr id="31" name="node07.title"/>
            <p:cNvSpPr/>
            <p:nvPr/>
          </p:nvSpPr>
          <p:spPr>
            <a:xfrm>
              <a:off x="5676900" y="2628900"/>
              <a:ext cx="24765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FFFFFF"/>
                  </a:solidFill>
                  <a:latin typeface="IBM Plex Sans"/>
                  <a:ea typeface="IBM Plex Sans"/>
                  <a:cs typeface="IBM Plex Sans"/>
                </a:rPr>
                <a:t>Frame the right opportunity</a:t>
              </a:r>
              <a:endParaRPr lang="en-US" sz="1400" spc="0" kern="0" b="0" i="0" dirty="0">
                <a:solidFill>
                  <a:srgbClr val="FFFFFF"/>
                </a:solidFill>
                <a:latin typeface="IBM Plex Sans"/>
                <a:ea typeface="IBM Plex Sans"/>
                <a:cs typeface="IBM Plex Sans"/>
              </a:endParaRPr>
            </a:p>
          </p:txBody>
        </p:sp>
        <p:sp>
          <p:nvSpPr>
            <p:cNvPr id="32" name="node07.body.item-001.paragraph"/>
            <p:cNvSpPr/>
            <p:nvPr/>
          </p:nvSpPr>
          <p:spPr>
            <a:xfrm>
              <a:off x="5676900" y="2971800"/>
              <a:ext cx="24765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CED7E6"/>
                  </a:solidFill>
                  <a:latin typeface="IBM Plex Sans"/>
                  <a:ea typeface="IBM Plex Sans"/>
                  <a:cs typeface="IBM Plex Sans"/>
                </a:rPr>
                <a:t>Pick a feasible problem</a:t>
              </a:r>
              <a:endParaRPr lang="en-US" sz="1200" spc="0" kern="0" b="0" i="0" dirty="0">
                <a:solidFill>
                  <a:srgbClr val="CED7E6"/>
                </a:solidFill>
                <a:latin typeface="IBM Plex Sans"/>
                <a:ea typeface="IBM Plex Sans"/>
                <a:cs typeface="IBM Plex Sans"/>
              </a:endParaRPr>
            </a:p>
          </p:txBody>
        </p:sp>
      </p:grpSp>
      <p:grpSp>
        <p:nvGrpSpPr>
          <p:cNvPr id="60" name="node08"/>
          <p:cNvGrpSpPr/>
          <p:nvPr/>
        </p:nvGrpSpPr>
        <p:grpSpPr>
          <a:xfrm>
            <a:off x="8496300" y="2514600"/>
            <a:ext cx="2743200" cy="990600"/>
            <a:chOff x="8496300" y="2514600"/>
            <a:chExt cx="2743200" cy="990600"/>
          </a:xfrm>
        </p:grpSpPr>
        <p:sp>
          <p:nvSpPr>
            <p:cNvPr id="33" name="node08.container"/>
            <p:cNvSpPr/>
            <p:nvPr/>
          </p:nvSpPr>
          <p:spPr>
            <a:xfrm>
              <a:off x="8496300" y="2514600"/>
              <a:ext cx="2743200" cy="990600"/>
            </a:xfrm>
            <a:prstGeom prst="rect">
              <a:avLst/>
            </a:prstGeom>
            <a:solidFill>
              <a:srgbClr val="05013F"/>
            </a:solidFill>
            <a:ln>
              <a:noFill/>
            </a:ln>
          </p:spPr>
        </p:sp>
        <p:sp>
          <p:nvSpPr>
            <p:cNvPr id="34" name="node08.edge"/>
            <p:cNvSpPr/>
            <p:nvPr/>
          </p:nvSpPr>
          <p:spPr>
            <a:xfrm>
              <a:off x="8496300" y="2514600"/>
              <a:ext cx="38100" cy="990600"/>
            </a:xfrm>
            <a:prstGeom prst="rect">
              <a:avLst/>
            </a:prstGeom>
            <a:solidFill>
              <a:srgbClr val="F900D3"/>
            </a:solidFill>
            <a:ln>
              <a:noFill/>
            </a:ln>
          </p:spPr>
        </p:sp>
        <p:sp>
          <p:nvSpPr>
            <p:cNvPr id="35" name="node08.title"/>
            <p:cNvSpPr/>
            <p:nvPr/>
          </p:nvSpPr>
          <p:spPr>
            <a:xfrm>
              <a:off x="8648700" y="2628900"/>
              <a:ext cx="24765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FFFFFF"/>
                  </a:solidFill>
                  <a:latin typeface="IBM Plex Sans"/>
                  <a:ea typeface="IBM Plex Sans"/>
                  <a:cs typeface="IBM Plex Sans"/>
                </a:rPr>
                <a:t>Turn evidence into intent</a:t>
              </a:r>
              <a:endParaRPr lang="en-US" sz="1400" spc="0" kern="0" b="0" i="0" dirty="0">
                <a:solidFill>
                  <a:srgbClr val="FFFFFF"/>
                </a:solidFill>
                <a:latin typeface="IBM Plex Sans"/>
                <a:ea typeface="IBM Plex Sans"/>
                <a:cs typeface="IBM Plex Sans"/>
              </a:endParaRPr>
            </a:p>
          </p:txBody>
        </p:sp>
        <p:sp>
          <p:nvSpPr>
            <p:cNvPr id="36" name="node08.body.item-001.paragraph"/>
            <p:cNvSpPr/>
            <p:nvPr/>
          </p:nvSpPr>
          <p:spPr>
            <a:xfrm>
              <a:off x="8648700" y="2971800"/>
              <a:ext cx="24765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CED7E6"/>
                  </a:solidFill>
                  <a:latin typeface="IBM Plex Sans"/>
                  <a:ea typeface="IBM Plex Sans"/>
                  <a:cs typeface="IBM Plex Sans"/>
                </a:rPr>
                <a:t>Stories and criteria</a:t>
              </a:r>
              <a:endParaRPr lang="en-US" sz="1200" spc="0" kern="0" b="0" i="0" dirty="0">
                <a:solidFill>
                  <a:srgbClr val="CED7E6"/>
                </a:solidFill>
                <a:latin typeface="IBM Plex Sans"/>
                <a:ea typeface="IBM Plex Sans"/>
                <a:cs typeface="IBM Plex Sans"/>
              </a:endParaRPr>
            </a:p>
          </p:txBody>
        </p:sp>
      </p:grpSp>
      <p:grpSp>
        <p:nvGrpSpPr>
          <p:cNvPr id="61" name="node09"/>
          <p:cNvGrpSpPr/>
          <p:nvPr/>
        </p:nvGrpSpPr>
        <p:grpSpPr>
          <a:xfrm>
            <a:off x="5524500" y="3657600"/>
            <a:ext cx="2743200" cy="990600"/>
            <a:chOff x="5524500" y="3657600"/>
            <a:chExt cx="2743200" cy="990600"/>
          </a:xfrm>
        </p:grpSpPr>
        <p:sp>
          <p:nvSpPr>
            <p:cNvPr id="37" name="node09.container"/>
            <p:cNvSpPr/>
            <p:nvPr/>
          </p:nvSpPr>
          <p:spPr>
            <a:xfrm>
              <a:off x="5524500" y="3657600"/>
              <a:ext cx="2743200" cy="990600"/>
            </a:xfrm>
            <a:prstGeom prst="rect">
              <a:avLst/>
            </a:prstGeom>
            <a:solidFill>
              <a:srgbClr val="05013F"/>
            </a:solidFill>
            <a:ln>
              <a:noFill/>
            </a:ln>
          </p:spPr>
        </p:sp>
        <p:sp>
          <p:nvSpPr>
            <p:cNvPr id="38" name="node09.edge"/>
            <p:cNvSpPr/>
            <p:nvPr/>
          </p:nvSpPr>
          <p:spPr>
            <a:xfrm>
              <a:off x="5524500" y="3657600"/>
              <a:ext cx="38100" cy="990600"/>
            </a:xfrm>
            <a:prstGeom prst="rect">
              <a:avLst/>
            </a:prstGeom>
            <a:solidFill>
              <a:srgbClr val="F900D3"/>
            </a:solidFill>
            <a:ln>
              <a:noFill/>
            </a:ln>
          </p:spPr>
        </p:sp>
        <p:sp>
          <p:nvSpPr>
            <p:cNvPr id="39" name="node09.title"/>
            <p:cNvSpPr/>
            <p:nvPr/>
          </p:nvSpPr>
          <p:spPr>
            <a:xfrm>
              <a:off x="5676900" y="3771900"/>
              <a:ext cx="24765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FFFFFF"/>
                  </a:solidFill>
                  <a:latin typeface="IBM Plex Sans"/>
                  <a:ea typeface="IBM Plex Sans"/>
                  <a:cs typeface="IBM Plex Sans"/>
                </a:rPr>
                <a:t>Agents across the SDLC</a:t>
              </a:r>
              <a:endParaRPr lang="en-US" sz="1400" spc="0" kern="0" b="0" i="0" dirty="0">
                <a:solidFill>
                  <a:srgbClr val="FFFFFF"/>
                </a:solidFill>
                <a:latin typeface="IBM Plex Sans"/>
                <a:ea typeface="IBM Plex Sans"/>
                <a:cs typeface="IBM Plex Sans"/>
              </a:endParaRPr>
            </a:p>
          </p:txBody>
        </p:sp>
        <p:sp>
          <p:nvSpPr>
            <p:cNvPr id="40" name="node09.body.item-001.paragraph"/>
            <p:cNvSpPr/>
            <p:nvPr/>
          </p:nvSpPr>
          <p:spPr>
            <a:xfrm>
              <a:off x="5676900" y="4114800"/>
              <a:ext cx="24765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CED7E6"/>
                  </a:solidFill>
                  <a:latin typeface="IBM Plex Sans"/>
                  <a:ea typeface="IBM Plex Sans"/>
                  <a:cs typeface="IBM Plex Sans"/>
                </a:rPr>
                <a:t>Plan, code, test, release</a:t>
              </a:r>
              <a:endParaRPr lang="en-US" sz="1200" spc="0" kern="0" b="0" i="0" dirty="0">
                <a:solidFill>
                  <a:srgbClr val="CED7E6"/>
                </a:solidFill>
                <a:latin typeface="IBM Plex Sans"/>
                <a:ea typeface="IBM Plex Sans"/>
                <a:cs typeface="IBM Plex Sans"/>
              </a:endParaRPr>
            </a:p>
          </p:txBody>
        </p:sp>
      </p:grpSp>
      <p:grpSp>
        <p:nvGrpSpPr>
          <p:cNvPr id="62" name="node10"/>
          <p:cNvGrpSpPr/>
          <p:nvPr/>
        </p:nvGrpSpPr>
        <p:grpSpPr>
          <a:xfrm>
            <a:off x="8496300" y="3657600"/>
            <a:ext cx="2743200" cy="990600"/>
            <a:chOff x="8496300" y="3657600"/>
            <a:chExt cx="2743200" cy="990600"/>
          </a:xfrm>
        </p:grpSpPr>
        <p:sp>
          <p:nvSpPr>
            <p:cNvPr id="41" name="node10.container"/>
            <p:cNvSpPr/>
            <p:nvPr/>
          </p:nvSpPr>
          <p:spPr>
            <a:xfrm>
              <a:off x="8496300" y="3657600"/>
              <a:ext cx="2743200" cy="990600"/>
            </a:xfrm>
            <a:prstGeom prst="rect">
              <a:avLst/>
            </a:prstGeom>
            <a:solidFill>
              <a:srgbClr val="05013F"/>
            </a:solidFill>
            <a:ln>
              <a:noFill/>
            </a:ln>
          </p:spPr>
        </p:sp>
        <p:sp>
          <p:nvSpPr>
            <p:cNvPr id="42" name="node10.edge"/>
            <p:cNvSpPr/>
            <p:nvPr/>
          </p:nvSpPr>
          <p:spPr>
            <a:xfrm>
              <a:off x="8496300" y="3657600"/>
              <a:ext cx="38100" cy="990600"/>
            </a:xfrm>
            <a:prstGeom prst="rect">
              <a:avLst/>
            </a:prstGeom>
            <a:solidFill>
              <a:srgbClr val="F900D3"/>
            </a:solidFill>
            <a:ln>
              <a:noFill/>
            </a:ln>
          </p:spPr>
        </p:sp>
        <p:sp>
          <p:nvSpPr>
            <p:cNvPr id="43" name="node10.title"/>
            <p:cNvSpPr/>
            <p:nvPr/>
          </p:nvSpPr>
          <p:spPr>
            <a:xfrm>
              <a:off x="8648700" y="3771900"/>
              <a:ext cx="24765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FFFFFF"/>
                  </a:solidFill>
                  <a:latin typeface="IBM Plex Sans"/>
                  <a:ea typeface="IBM Plex Sans"/>
                  <a:cs typeface="IBM Plex Sans"/>
                </a:rPr>
                <a:t>Product-to-R&amp;D interface</a:t>
              </a:r>
              <a:endParaRPr lang="en-US" sz="1400" spc="0" kern="0" b="0" i="0" dirty="0">
                <a:solidFill>
                  <a:srgbClr val="FFFFFF"/>
                </a:solidFill>
                <a:latin typeface="IBM Plex Sans"/>
                <a:ea typeface="IBM Plex Sans"/>
                <a:cs typeface="IBM Plex Sans"/>
              </a:endParaRPr>
            </a:p>
          </p:txBody>
        </p:sp>
        <p:sp>
          <p:nvSpPr>
            <p:cNvPr id="44" name="node10.body.item-001.paragraph"/>
            <p:cNvSpPr/>
            <p:nvPr/>
          </p:nvSpPr>
          <p:spPr>
            <a:xfrm>
              <a:off x="8648700" y="4114800"/>
              <a:ext cx="24765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CED7E6"/>
                  </a:solidFill>
                  <a:latin typeface="IBM Plex Sans"/>
                  <a:ea typeface="IBM Plex Sans"/>
                  <a:cs typeface="IBM Plex Sans"/>
                </a:rPr>
                <a:t>Agree a demonstrable slice</a:t>
              </a:r>
              <a:endParaRPr lang="en-US" sz="1200" spc="0" kern="0" b="0" i="0" dirty="0">
                <a:solidFill>
                  <a:srgbClr val="CED7E6"/>
                </a:solidFill>
                <a:latin typeface="IBM Plex Sans"/>
                <a:ea typeface="IBM Plex Sans"/>
                <a:cs typeface="IBM Plex Sans"/>
              </a:endParaRPr>
            </a:p>
          </p:txBody>
        </p:sp>
      </p:grpSp>
      <p:grpSp>
        <p:nvGrpSpPr>
          <p:cNvPr id="63" name="node11"/>
          <p:cNvGrpSpPr/>
          <p:nvPr/>
        </p:nvGrpSpPr>
        <p:grpSpPr>
          <a:xfrm>
            <a:off x="5524500" y="4800600"/>
            <a:ext cx="2743200" cy="990600"/>
            <a:chOff x="5524500" y="4800600"/>
            <a:chExt cx="2743200" cy="990600"/>
          </a:xfrm>
        </p:grpSpPr>
        <p:sp>
          <p:nvSpPr>
            <p:cNvPr id="45" name="node11.container"/>
            <p:cNvSpPr/>
            <p:nvPr/>
          </p:nvSpPr>
          <p:spPr>
            <a:xfrm>
              <a:off x="5524500" y="4800600"/>
              <a:ext cx="2743200" cy="990600"/>
            </a:xfrm>
            <a:prstGeom prst="rect">
              <a:avLst/>
            </a:prstGeom>
            <a:solidFill>
              <a:srgbClr val="05013F"/>
            </a:solidFill>
            <a:ln>
              <a:noFill/>
            </a:ln>
          </p:spPr>
        </p:sp>
        <p:sp>
          <p:nvSpPr>
            <p:cNvPr id="46" name="node11.edge"/>
            <p:cNvSpPr/>
            <p:nvPr/>
          </p:nvSpPr>
          <p:spPr>
            <a:xfrm>
              <a:off x="5524500" y="4800600"/>
              <a:ext cx="38100" cy="990600"/>
            </a:xfrm>
            <a:prstGeom prst="rect">
              <a:avLst/>
            </a:prstGeom>
            <a:solidFill>
              <a:srgbClr val="F900D3"/>
            </a:solidFill>
            <a:ln>
              <a:noFill/>
            </a:ln>
          </p:spPr>
        </p:sp>
        <p:sp>
          <p:nvSpPr>
            <p:cNvPr id="47" name="node11.title"/>
            <p:cNvSpPr/>
            <p:nvPr/>
          </p:nvSpPr>
          <p:spPr>
            <a:xfrm>
              <a:off x="5676900" y="4914900"/>
              <a:ext cx="24765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FFFFFF"/>
                  </a:solidFill>
                  <a:latin typeface="IBM Plex Sans"/>
                  <a:ea typeface="IBM Plex Sans"/>
                  <a:cs typeface="IBM Plex Sans"/>
                </a:rPr>
                <a:t>Compress feedback loops</a:t>
              </a:r>
              <a:endParaRPr lang="en-US" sz="1400" spc="0" kern="0" b="0" i="0" dirty="0">
                <a:solidFill>
                  <a:srgbClr val="FFFFFF"/>
                </a:solidFill>
                <a:latin typeface="IBM Plex Sans"/>
                <a:ea typeface="IBM Plex Sans"/>
                <a:cs typeface="IBM Plex Sans"/>
              </a:endParaRPr>
            </a:p>
          </p:txBody>
        </p:sp>
        <p:sp>
          <p:nvSpPr>
            <p:cNvPr id="48" name="node11.body.item-001.paragraph"/>
            <p:cNvSpPr/>
            <p:nvPr/>
          </p:nvSpPr>
          <p:spPr>
            <a:xfrm>
              <a:off x="5676900" y="5257800"/>
              <a:ext cx="24765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CED7E6"/>
                  </a:solidFill>
                  <a:latin typeface="IBM Plex Sans"/>
                  <a:ea typeface="IBM Plex Sans"/>
                  <a:cs typeface="IBM Plex Sans"/>
                </a:rPr>
                <a:t>Prototype in parallel</a:t>
              </a:r>
              <a:endParaRPr lang="en-US" sz="1200" spc="0" kern="0" b="0" i="0" dirty="0">
                <a:solidFill>
                  <a:srgbClr val="CED7E6"/>
                </a:solidFill>
                <a:latin typeface="IBM Plex Sans"/>
                <a:ea typeface="IBM Plex Sans"/>
                <a:cs typeface="IBM Plex Sans"/>
              </a:endParaRPr>
            </a:p>
          </p:txBody>
        </p:sp>
      </p:grpSp>
      <p:grpSp>
        <p:nvGrpSpPr>
          <p:cNvPr id="64" name="node12"/>
          <p:cNvGrpSpPr/>
          <p:nvPr/>
        </p:nvGrpSpPr>
        <p:grpSpPr>
          <a:xfrm>
            <a:off x="8496300" y="4800600"/>
            <a:ext cx="2743200" cy="990600"/>
            <a:chOff x="8496300" y="4800600"/>
            <a:chExt cx="2743200" cy="990600"/>
          </a:xfrm>
        </p:grpSpPr>
        <p:sp>
          <p:nvSpPr>
            <p:cNvPr id="49" name="node12.container"/>
            <p:cNvSpPr/>
            <p:nvPr/>
          </p:nvSpPr>
          <p:spPr>
            <a:xfrm>
              <a:off x="8496300" y="4800600"/>
              <a:ext cx="2743200" cy="990600"/>
            </a:xfrm>
            <a:prstGeom prst="rect">
              <a:avLst/>
            </a:prstGeom>
            <a:solidFill>
              <a:srgbClr val="05013F"/>
            </a:solidFill>
            <a:ln>
              <a:noFill/>
            </a:ln>
          </p:spPr>
        </p:sp>
        <p:sp>
          <p:nvSpPr>
            <p:cNvPr id="50" name="node12.edge"/>
            <p:cNvSpPr/>
            <p:nvPr/>
          </p:nvSpPr>
          <p:spPr>
            <a:xfrm>
              <a:off x="8496300" y="4800600"/>
              <a:ext cx="38100" cy="990600"/>
            </a:xfrm>
            <a:prstGeom prst="rect">
              <a:avLst/>
            </a:prstGeom>
            <a:solidFill>
              <a:srgbClr val="F900D3"/>
            </a:solidFill>
            <a:ln>
              <a:noFill/>
            </a:ln>
          </p:spPr>
        </p:sp>
        <p:sp>
          <p:nvSpPr>
            <p:cNvPr id="51" name="node12.title"/>
            <p:cNvSpPr/>
            <p:nvPr/>
          </p:nvSpPr>
          <p:spPr>
            <a:xfrm>
              <a:off x="8648700" y="4914900"/>
              <a:ext cx="24765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FFFFFF"/>
                  </a:solidFill>
                  <a:latin typeface="IBM Plex Sans"/>
                  <a:ea typeface="IBM Plex Sans"/>
                  <a:cs typeface="IBM Plex Sans"/>
                </a:rPr>
                <a:t>Scale AI-enabled delivery</a:t>
              </a:r>
              <a:endParaRPr lang="en-US" sz="1400" spc="0" kern="0" b="0" i="0" dirty="0">
                <a:solidFill>
                  <a:srgbClr val="FFFFFF"/>
                </a:solidFill>
                <a:latin typeface="IBM Plex Sans"/>
                <a:ea typeface="IBM Plex Sans"/>
                <a:cs typeface="IBM Plex Sans"/>
              </a:endParaRPr>
            </a:p>
          </p:txBody>
        </p:sp>
        <p:sp>
          <p:nvSpPr>
            <p:cNvPr id="52" name="node12.body.item-001.paragraph"/>
            <p:cNvSpPr/>
            <p:nvPr/>
          </p:nvSpPr>
          <p:spPr>
            <a:xfrm>
              <a:off x="8648700" y="5257800"/>
              <a:ext cx="24765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CED7E6"/>
                  </a:solidFill>
                  <a:latin typeface="IBM Plex Sans"/>
                  <a:ea typeface="IBM Plex Sans"/>
                  <a:cs typeface="IBM Plex Sans"/>
                </a:rPr>
                <a:t>Adoption and governance</a:t>
              </a:r>
              <a:endParaRPr lang="en-US" sz="1200" spc="0" kern="0" b="0" i="0" dirty="0">
                <a:solidFill>
                  <a:srgbClr val="CED7E6"/>
                </a:solidFill>
                <a:latin typeface="IBM Plex Sans"/>
                <a:ea typeface="IBM Plex Sans"/>
                <a:cs typeface="IBM Plex Sans"/>
              </a:endParaRPr>
            </a:p>
          </p:txBody>
        </p:sp>
      </p:grpSp>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name="source-504">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STAKEHOLDER MAP</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Seven stakeholders need active engagement before go-live</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Northfield Health System stakeholder interviews, Sep 2026.</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165</a:t>
            </a:fld>
            <a:endParaRPr lang="en-US" sz="700" spc="0" kern="0" b="0" i="0" dirty="0">
              <a:solidFill>
                <a:srgbClr val="070154"/>
              </a:solidFill>
              <a:latin typeface="IBM Plex Mono SemiBold"/>
              <a:ea typeface="IBM Plex Mono SemiBold"/>
              <a:cs typeface="IBM Plex Mono SemiBold"/>
            </a:endParaRPr>
          </a:p>
        </p:txBody>
      </p:sp>
      <p:grpSp>
        <p:nvGrpSpPr>
          <p:cNvPr id="86" name="node01"/>
          <p:cNvGrpSpPr/>
          <p:nvPr/>
        </p:nvGrpSpPr>
        <p:grpSpPr>
          <a:xfrm>
            <a:off x="723900" y="1600200"/>
            <a:ext cx="7239000" cy="3860800"/>
            <a:chOff x="723900" y="1600200"/>
            <a:chExt cx="7239000" cy="3860800"/>
          </a:xfrm>
        </p:grpSpPr>
        <p:sp>
          <p:nvSpPr>
            <p:cNvPr id="7" name="node01.title"/>
            <p:cNvSpPr/>
            <p:nvPr/>
          </p:nvSpPr>
          <p:spPr>
            <a:xfrm>
              <a:off x="723900" y="1600200"/>
              <a:ext cx="72390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Influence over adoption and degree of impact</a:t>
              </a:r>
              <a:endParaRPr lang="en-US" sz="1800" spc="-18" kern="0" b="0" i="0" dirty="0">
                <a:solidFill>
                  <a:srgbClr val="070154"/>
                </a:solidFill>
                <a:latin typeface="IBM Plex Sans SemiBold"/>
                <a:ea typeface="IBM Plex Sans SemiBold"/>
                <a:cs typeface="IBM Plex Sans SemiBold"/>
              </a:endParaRPr>
            </a:p>
          </p:txBody>
        </p:sp>
        <p:sp>
          <p:nvSpPr>
            <p:cNvPr id="8" name="node01.quadrant.tl"/>
            <p:cNvSpPr/>
            <p:nvPr/>
          </p:nvSpPr>
          <p:spPr>
            <a:xfrm>
              <a:off x="1028700" y="1905000"/>
              <a:ext cx="1676400" cy="1676400"/>
            </a:xfrm>
            <a:prstGeom prst="rect">
              <a:avLst/>
            </a:prstGeom>
            <a:solidFill>
              <a:srgbClr val="FFFFFF"/>
            </a:solidFill>
            <a:ln>
              <a:noFill/>
            </a:ln>
          </p:spPr>
        </p:sp>
        <p:sp>
          <p:nvSpPr>
            <p:cNvPr id="9" name="node01.name.tl"/>
            <p:cNvSpPr/>
            <p:nvPr/>
          </p:nvSpPr>
          <p:spPr>
            <a:xfrm>
              <a:off x="1143000" y="1981200"/>
              <a:ext cx="1447800" cy="171450"/>
            </a:xfrm>
            <a:prstGeom prst="rect">
              <a:avLst/>
            </a:prstGeom>
            <a:noFill/>
            <a:ln/>
          </p:spPr>
          <p:txBody>
            <a:bodyPr wrap="square" lIns="0" tIns="0" rIns="0" bIns="0" rtlCol="0" anchor="t"/>
            <a:lstStyle/>
            <a:p>
              <a:pPr algn="l" indent="0" marL="0">
                <a:lnSpc>
                  <a:spcPts val="1200"/>
                </a:lnSpc>
                <a:buNone/>
              </a:pPr>
              <a:r>
                <a:rPr lang="en-US" sz="900" spc="60" kern="0" b="0" i="0" dirty="0">
                  <a:solidFill>
                    <a:srgbClr val="070154"/>
                  </a:solidFill>
                  <a:latin typeface="IBM Plex Mono SemiBold"/>
                  <a:ea typeface="IBM Plex Mono SemiBold"/>
                  <a:cs typeface="IBM Plex Mono SemiBold"/>
                </a:rPr>
                <a:t>SUPPORT CLOSELY</a:t>
              </a:r>
              <a:endParaRPr lang="en-US" sz="900" spc="60" kern="0" b="0" i="0" dirty="0">
                <a:solidFill>
                  <a:srgbClr val="070154"/>
                </a:solidFill>
                <a:latin typeface="IBM Plex Mono SemiBold"/>
                <a:ea typeface="IBM Plex Mono SemiBold"/>
                <a:cs typeface="IBM Plex Mono SemiBold"/>
              </a:endParaRPr>
            </a:p>
          </p:txBody>
        </p:sp>
        <p:sp>
          <p:nvSpPr>
            <p:cNvPr id="10" name="node01.quadrant.tr"/>
            <p:cNvSpPr/>
            <p:nvPr/>
          </p:nvSpPr>
          <p:spPr>
            <a:xfrm>
              <a:off x="2705100" y="1905000"/>
              <a:ext cx="1676400" cy="1676400"/>
            </a:xfrm>
            <a:prstGeom prst="rect">
              <a:avLst/>
            </a:prstGeom>
            <a:solidFill>
              <a:srgbClr val="E8EEF8"/>
            </a:solidFill>
            <a:ln>
              <a:noFill/>
            </a:ln>
          </p:spPr>
        </p:sp>
        <p:sp>
          <p:nvSpPr>
            <p:cNvPr id="11" name="node01.name.tr"/>
            <p:cNvSpPr/>
            <p:nvPr/>
          </p:nvSpPr>
          <p:spPr>
            <a:xfrm>
              <a:off x="2819400" y="1981200"/>
              <a:ext cx="1447800" cy="323850"/>
            </a:xfrm>
            <a:prstGeom prst="rect">
              <a:avLst/>
            </a:prstGeom>
            <a:noFill/>
            <a:ln/>
          </p:spPr>
          <p:txBody>
            <a:bodyPr wrap="square" lIns="0" tIns="0" rIns="0" bIns="0" rtlCol="0" anchor="t"/>
            <a:lstStyle/>
            <a:p>
              <a:pPr algn="r" indent="0" marL="0">
                <a:lnSpc>
                  <a:spcPts val="1200"/>
                </a:lnSpc>
                <a:buNone/>
              </a:pPr>
              <a:r>
                <a:rPr lang="en-US" sz="900" spc="60" kern="0" b="0" i="0" dirty="0">
                  <a:solidFill>
                    <a:srgbClr val="070154"/>
                  </a:solidFill>
                  <a:latin typeface="IBM Plex Mono SemiBold"/>
                  <a:ea typeface="IBM Plex Mono SemiBold"/>
                  <a:cs typeface="IBM Plex Mono SemiBold"/>
                </a:rPr>
                <a:t>PARTNER AND CO-DESIGN</a:t>
              </a:r>
              <a:endParaRPr lang="en-US" sz="900" spc="60" kern="0" b="0" i="0" dirty="0">
                <a:solidFill>
                  <a:srgbClr val="070154"/>
                </a:solidFill>
                <a:latin typeface="IBM Plex Mono SemiBold"/>
                <a:ea typeface="IBM Plex Mono SemiBold"/>
                <a:cs typeface="IBM Plex Mono SemiBold"/>
              </a:endParaRPr>
            </a:p>
          </p:txBody>
        </p:sp>
        <p:sp>
          <p:nvSpPr>
            <p:cNvPr id="12" name="node01.tag-bg.tr"/>
            <p:cNvSpPr/>
            <p:nvPr/>
          </p:nvSpPr>
          <p:spPr>
            <a:xfrm>
              <a:off x="3507730" y="2355850"/>
              <a:ext cx="759470" cy="203200"/>
            </a:xfrm>
            <a:prstGeom prst="rect">
              <a:avLst/>
            </a:prstGeom>
            <a:solidFill>
              <a:srgbClr val="05013F"/>
            </a:solidFill>
            <a:ln>
              <a:noFill/>
            </a:ln>
          </p:spPr>
        </p:sp>
        <p:sp>
          <p:nvSpPr>
            <p:cNvPr id="13" name="node01.tag.tr"/>
            <p:cNvSpPr/>
            <p:nvPr/>
          </p:nvSpPr>
          <p:spPr>
            <a:xfrm>
              <a:off x="3583930" y="2368550"/>
              <a:ext cx="607070" cy="177800"/>
            </a:xfrm>
            <a:prstGeom prst="rect">
              <a:avLst/>
            </a:prstGeom>
            <a:noFill/>
            <a:ln/>
          </p:spPr>
          <p:txBody>
            <a:bodyPr wrap="square" lIns="0" tIns="0" rIns="0" bIns="0" rtlCol="0" anchor="t"/>
            <a:lstStyle/>
            <a:p>
              <a:pPr algn="l" indent="0" marL="0">
                <a:lnSpc>
                  <a:spcPts val="1200"/>
                </a:lnSpc>
                <a:buNone/>
              </a:pPr>
              <a:r>
                <a:rPr lang="en-US" sz="850" spc="60" kern="0" b="0" i="0" dirty="0">
                  <a:solidFill>
                    <a:srgbClr val="FFFFFF"/>
                  </a:solidFill>
                  <a:latin typeface="IBM Plex Mono SemiBold"/>
                  <a:ea typeface="IBM Plex Mono SemiBold"/>
                  <a:cs typeface="IBM Plex Mono SemiBold"/>
                </a:rPr>
                <a:t>PRIORITY</a:t>
              </a:r>
              <a:endParaRPr lang="en-US" sz="850" spc="60" kern="0" b="0" i="0" dirty="0">
                <a:solidFill>
                  <a:srgbClr val="FFFFFF"/>
                </a:solidFill>
                <a:latin typeface="IBM Plex Mono SemiBold"/>
                <a:ea typeface="IBM Plex Mono SemiBold"/>
                <a:cs typeface="IBM Plex Mono SemiBold"/>
              </a:endParaRPr>
            </a:p>
          </p:txBody>
        </p:sp>
        <p:sp>
          <p:nvSpPr>
            <p:cNvPr id="14" name="node01.quadrant.bl"/>
            <p:cNvSpPr/>
            <p:nvPr/>
          </p:nvSpPr>
          <p:spPr>
            <a:xfrm>
              <a:off x="1028700" y="3581400"/>
              <a:ext cx="1676400" cy="1676400"/>
            </a:xfrm>
            <a:prstGeom prst="rect">
              <a:avLst/>
            </a:prstGeom>
            <a:solidFill>
              <a:srgbClr val="FFFFFF"/>
            </a:solidFill>
            <a:ln>
              <a:noFill/>
            </a:ln>
          </p:spPr>
        </p:sp>
        <p:sp>
          <p:nvSpPr>
            <p:cNvPr id="15" name="node01.name.bl"/>
            <p:cNvSpPr/>
            <p:nvPr/>
          </p:nvSpPr>
          <p:spPr>
            <a:xfrm>
              <a:off x="1143000" y="4953000"/>
              <a:ext cx="1447800" cy="171450"/>
            </a:xfrm>
            <a:prstGeom prst="rect">
              <a:avLst/>
            </a:prstGeom>
            <a:noFill/>
            <a:ln/>
          </p:spPr>
          <p:txBody>
            <a:bodyPr wrap="square" lIns="0" tIns="0" rIns="0" bIns="0" rtlCol="0" anchor="t"/>
            <a:lstStyle/>
            <a:p>
              <a:pPr algn="l" indent="0" marL="0">
                <a:lnSpc>
                  <a:spcPts val="1200"/>
                </a:lnSpc>
                <a:buNone/>
              </a:pPr>
              <a:r>
                <a:rPr lang="en-US" sz="900" spc="60" kern="0" b="0" i="0" dirty="0">
                  <a:solidFill>
                    <a:srgbClr val="070154"/>
                  </a:solidFill>
                  <a:latin typeface="IBM Plex Mono SemiBold"/>
                  <a:ea typeface="IBM Plex Mono SemiBold"/>
                  <a:cs typeface="IBM Plex Mono SemiBold"/>
                </a:rPr>
                <a:t>INFORM</a:t>
              </a:r>
              <a:endParaRPr lang="en-US" sz="900" spc="60" kern="0" b="0" i="0" dirty="0">
                <a:solidFill>
                  <a:srgbClr val="070154"/>
                </a:solidFill>
                <a:latin typeface="IBM Plex Mono SemiBold"/>
                <a:ea typeface="IBM Plex Mono SemiBold"/>
                <a:cs typeface="IBM Plex Mono SemiBold"/>
              </a:endParaRPr>
            </a:p>
          </p:txBody>
        </p:sp>
        <p:sp>
          <p:nvSpPr>
            <p:cNvPr id="16" name="node01.quadrant.br"/>
            <p:cNvSpPr/>
            <p:nvPr/>
          </p:nvSpPr>
          <p:spPr>
            <a:xfrm>
              <a:off x="2705100" y="3581400"/>
              <a:ext cx="1676400" cy="1676400"/>
            </a:xfrm>
            <a:prstGeom prst="rect">
              <a:avLst/>
            </a:prstGeom>
            <a:solidFill>
              <a:srgbClr val="FFFFFF"/>
            </a:solidFill>
            <a:ln>
              <a:noFill/>
            </a:ln>
          </p:spPr>
        </p:sp>
        <p:sp>
          <p:nvSpPr>
            <p:cNvPr id="17" name="node01.name.br"/>
            <p:cNvSpPr/>
            <p:nvPr/>
          </p:nvSpPr>
          <p:spPr>
            <a:xfrm>
              <a:off x="2819400" y="4953000"/>
              <a:ext cx="1447800" cy="171450"/>
            </a:xfrm>
            <a:prstGeom prst="rect">
              <a:avLst/>
            </a:prstGeom>
            <a:noFill/>
            <a:ln/>
          </p:spPr>
          <p:txBody>
            <a:bodyPr wrap="square" lIns="0" tIns="0" rIns="0" bIns="0" rtlCol="0" anchor="t"/>
            <a:lstStyle/>
            <a:p>
              <a:pPr algn="r" indent="0" marL="0">
                <a:lnSpc>
                  <a:spcPts val="1200"/>
                </a:lnSpc>
                <a:buNone/>
              </a:pPr>
              <a:r>
                <a:rPr lang="en-US" sz="900" spc="60" kern="0" b="0" i="0" dirty="0">
                  <a:solidFill>
                    <a:srgbClr val="070154"/>
                  </a:solidFill>
                  <a:latin typeface="IBM Plex Mono SemiBold"/>
                  <a:ea typeface="IBM Plex Mono SemiBold"/>
                  <a:cs typeface="IBM Plex Mono SemiBold"/>
                </a:rPr>
                <a:t>KEEP SATISFIED</a:t>
              </a:r>
              <a:endParaRPr lang="en-US" sz="900" spc="60" kern="0" b="0" i="0" dirty="0">
                <a:solidFill>
                  <a:srgbClr val="070154"/>
                </a:solidFill>
                <a:latin typeface="IBM Plex Mono SemiBold"/>
                <a:ea typeface="IBM Plex Mono SemiBold"/>
                <a:cs typeface="IBM Plex Mono SemiBold"/>
              </a:endParaRPr>
            </a:p>
          </p:txBody>
        </p:sp>
        <p:sp>
          <p:nvSpPr>
            <p:cNvPr id="18" name="node01.axis-1"/>
            <p:cNvSpPr/>
            <p:nvPr/>
          </p:nvSpPr>
          <p:spPr>
            <a:xfrm>
              <a:off x="1028700" y="1905000"/>
              <a:ext cx="3352800" cy="3352800"/>
            </a:xfrm>
            <a:custGeom>
              <a:avLst/>
              <a:gdLst/>
              <a:ahLst/>
              <a:cxnLst/>
              <a:rect l="l" t="t" r="r" b="b"/>
              <a:pathLst>
                <a:path w="3352800" h="3352800">
                  <a:moveTo>
                    <a:pt x="0" y="0"/>
                  </a:moveTo>
                  <a:lnTo>
                    <a:pt x="3352800" y="0"/>
                  </a:lnTo>
                  <a:lnTo>
                    <a:pt x="3352800" y="3352800"/>
                  </a:lnTo>
                  <a:lnTo>
                    <a:pt x="0" y="3352800"/>
                  </a:lnTo>
                  <a:lnTo>
                    <a:pt x="0" y="0"/>
                  </a:lnTo>
                </a:path>
              </a:pathLst>
            </a:custGeom>
            <a:ln w="12700">
              <a:solidFill>
                <a:srgbClr val="070154"/>
              </a:solidFill>
              <a:prstDash val="solid"/>
            </a:ln>
          </p:spPr>
        </p:sp>
        <p:sp>
          <p:nvSpPr>
            <p:cNvPr id="19" name="node01.axis-2"/>
            <p:cNvSpPr/>
            <p:nvPr/>
          </p:nvSpPr>
          <p:spPr>
            <a:xfrm>
              <a:off x="2705100" y="1905000"/>
              <a:ext cx="127" cy="3352800"/>
            </a:xfrm>
            <a:custGeom>
              <a:avLst/>
              <a:gdLst/>
              <a:ahLst/>
              <a:cxnLst/>
              <a:rect l="l" t="t" r="r" b="b"/>
              <a:pathLst>
                <a:path w="127" h="3352800">
                  <a:moveTo>
                    <a:pt x="0" y="0"/>
                  </a:moveTo>
                  <a:lnTo>
                    <a:pt x="0" y="3352800"/>
                  </a:lnTo>
                </a:path>
              </a:pathLst>
            </a:custGeom>
            <a:ln w="9525">
              <a:solidFill>
                <a:srgbClr val="070154"/>
              </a:solidFill>
              <a:prstDash val="solid"/>
            </a:ln>
          </p:spPr>
        </p:sp>
        <p:sp>
          <p:nvSpPr>
            <p:cNvPr id="20" name="node01.axis-3"/>
            <p:cNvSpPr/>
            <p:nvPr/>
          </p:nvSpPr>
          <p:spPr>
            <a:xfrm>
              <a:off x="1028700" y="3581400"/>
              <a:ext cx="3352800" cy="127"/>
            </a:xfrm>
            <a:custGeom>
              <a:avLst/>
              <a:gdLst/>
              <a:ahLst/>
              <a:cxnLst/>
              <a:rect l="l" t="t" r="r" b="b"/>
              <a:pathLst>
                <a:path w="3352800" h="127">
                  <a:moveTo>
                    <a:pt x="0" y="0"/>
                  </a:moveTo>
                  <a:lnTo>
                    <a:pt x="3352800" y="0"/>
                  </a:lnTo>
                </a:path>
              </a:pathLst>
            </a:custGeom>
            <a:ln w="9525">
              <a:solidFill>
                <a:srgbClr val="070154"/>
              </a:solidFill>
              <a:prstDash val="solid"/>
            </a:ln>
          </p:spPr>
        </p:sp>
        <p:sp>
          <p:nvSpPr>
            <p:cNvPr id="21" name="node01.x.low"/>
            <p:cNvSpPr/>
            <p:nvPr/>
          </p:nvSpPr>
          <p:spPr>
            <a:xfrm>
              <a:off x="1028700" y="5283200"/>
              <a:ext cx="457200" cy="177800"/>
            </a:xfrm>
            <a:prstGeom prst="rect">
              <a:avLst/>
            </a:prstGeom>
            <a:noFill/>
            <a:ln/>
          </p:spPr>
          <p:txBody>
            <a:bodyPr wrap="square" lIns="0" tIns="0" rIns="0" bIns="0" rtlCol="0" anchor="t"/>
            <a:lstStyle/>
            <a:p>
              <a:pPr algn="l" indent="0" marL="0">
                <a:lnSpc>
                  <a:spcPts val="1200"/>
                </a:lnSpc>
                <a:buNone/>
              </a:pPr>
              <a:r>
                <a:rPr lang="en-US" sz="900" spc="60" kern="0" b="0" i="0" dirty="0">
                  <a:solidFill>
                    <a:srgbClr val="070154"/>
                  </a:solidFill>
                  <a:latin typeface="IBM Plex Mono SemiBold"/>
                  <a:ea typeface="IBM Plex Mono SemiBold"/>
                  <a:cs typeface="IBM Plex Mono SemiBold"/>
                </a:rPr>
                <a:t>LOW</a:t>
              </a:r>
              <a:endParaRPr lang="en-US" sz="900" spc="60" kern="0" b="0" i="0" dirty="0">
                <a:solidFill>
                  <a:srgbClr val="070154"/>
                </a:solidFill>
                <a:latin typeface="IBM Plex Mono SemiBold"/>
                <a:ea typeface="IBM Plex Mono SemiBold"/>
                <a:cs typeface="IBM Plex Mono SemiBold"/>
              </a:endParaRPr>
            </a:p>
          </p:txBody>
        </p:sp>
        <p:sp>
          <p:nvSpPr>
            <p:cNvPr id="22" name="node01.x.high"/>
            <p:cNvSpPr/>
            <p:nvPr/>
          </p:nvSpPr>
          <p:spPr>
            <a:xfrm>
              <a:off x="3924300" y="5283200"/>
              <a:ext cx="457200" cy="177800"/>
            </a:xfrm>
            <a:prstGeom prst="rect">
              <a:avLst/>
            </a:prstGeom>
            <a:noFill/>
            <a:ln/>
          </p:spPr>
          <p:txBody>
            <a:bodyPr wrap="square" lIns="0" tIns="0" rIns="0" bIns="0" rtlCol="0" anchor="t"/>
            <a:lstStyle/>
            <a:p>
              <a:pPr algn="r" indent="0" marL="0">
                <a:lnSpc>
                  <a:spcPts val="1200"/>
                </a:lnSpc>
                <a:buNone/>
              </a:pPr>
              <a:r>
                <a:rPr lang="en-US" sz="900" spc="60" kern="0" b="0" i="0" dirty="0">
                  <a:solidFill>
                    <a:srgbClr val="070154"/>
                  </a:solidFill>
                  <a:latin typeface="IBM Plex Mono SemiBold"/>
                  <a:ea typeface="IBM Plex Mono SemiBold"/>
                  <a:cs typeface="IBM Plex Mono SemiBold"/>
                </a:rPr>
                <a:t>HIGH</a:t>
              </a:r>
              <a:endParaRPr lang="en-US" sz="900" spc="60" kern="0" b="0" i="0" dirty="0">
                <a:solidFill>
                  <a:srgbClr val="070154"/>
                </a:solidFill>
                <a:latin typeface="IBM Plex Mono SemiBold"/>
                <a:ea typeface="IBM Plex Mono SemiBold"/>
                <a:cs typeface="IBM Plex Mono SemiBold"/>
              </a:endParaRPr>
            </a:p>
          </p:txBody>
        </p:sp>
        <p:sp>
          <p:nvSpPr>
            <p:cNvPr id="23" name="node01.x.title"/>
            <p:cNvSpPr/>
            <p:nvPr/>
          </p:nvSpPr>
          <p:spPr>
            <a:xfrm>
              <a:off x="1485900" y="5283200"/>
              <a:ext cx="2438400" cy="177800"/>
            </a:xfrm>
            <a:prstGeom prst="rect">
              <a:avLst/>
            </a:prstGeom>
            <a:noFill/>
            <a:ln/>
          </p:spPr>
          <p:txBody>
            <a:bodyPr wrap="square" lIns="0" tIns="0" rIns="0" bIns="0" rtlCol="0" anchor="t"/>
            <a:lstStyle/>
            <a:p>
              <a:pPr algn="ctr" indent="0" marL="0">
                <a:lnSpc>
                  <a:spcPts val="1200"/>
                </a:lnSpc>
                <a:buNone/>
              </a:pPr>
              <a:r>
                <a:rPr lang="en-US" sz="900" spc="60" kern="0" b="0" i="0" dirty="0">
                  <a:solidFill>
                    <a:srgbClr val="070154"/>
                  </a:solidFill>
                  <a:latin typeface="IBM Plex Mono SemiBold"/>
                  <a:ea typeface="IBM Plex Mono SemiBold"/>
                  <a:cs typeface="IBM Plex Mono SemiBold"/>
                </a:rPr>
                <a:t>INFLUENCE OVER ADOPTION →</a:t>
              </a:r>
              <a:endParaRPr lang="en-US" sz="900" spc="60" kern="0" b="0" i="0" dirty="0">
                <a:solidFill>
                  <a:srgbClr val="070154"/>
                </a:solidFill>
                <a:latin typeface="IBM Plex Mono SemiBold"/>
                <a:ea typeface="IBM Plex Mono SemiBold"/>
                <a:cs typeface="IBM Plex Mono SemiBold"/>
              </a:endParaRPr>
            </a:p>
          </p:txBody>
        </p:sp>
        <p:sp>
          <p:nvSpPr>
            <p:cNvPr id="24" name="node01.y-0"/>
            <p:cNvSpPr/>
            <p:nvPr/>
          </p:nvSpPr>
          <p:spPr>
            <a:xfrm rot="-5400000">
              <a:off x="745108" y="2044700"/>
              <a:ext cx="313184" cy="1778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Medium"/>
                  <a:ea typeface="IBM Plex Mono Medium"/>
                  <a:cs typeface="IBM Plex Mono Medium"/>
                </a:rPr>
                <a:t>HIGH</a:t>
              </a:r>
              <a:endParaRPr lang="en-US" sz="900" spc="54" kern="0" b="0" i="0" dirty="0">
                <a:solidFill>
                  <a:srgbClr val="50658E"/>
                </a:solidFill>
                <a:latin typeface="IBM Plex Mono Medium"/>
                <a:ea typeface="IBM Plex Mono Medium"/>
                <a:cs typeface="IBM Plex Mono Medium"/>
              </a:endParaRPr>
            </a:p>
          </p:txBody>
        </p:sp>
        <p:sp>
          <p:nvSpPr>
            <p:cNvPr id="25" name="node01.y-1"/>
            <p:cNvSpPr/>
            <p:nvPr/>
          </p:nvSpPr>
          <p:spPr>
            <a:xfrm rot="-5400000">
              <a:off x="782669" y="4940300"/>
              <a:ext cx="238063" cy="1778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Medium"/>
                  <a:ea typeface="IBM Plex Mono Medium"/>
                  <a:cs typeface="IBM Plex Mono Medium"/>
                </a:rPr>
                <a:t>LOW</a:t>
              </a:r>
              <a:endParaRPr lang="en-US" sz="900" spc="54" kern="0" b="0" i="0" dirty="0">
                <a:solidFill>
                  <a:srgbClr val="50658E"/>
                </a:solidFill>
                <a:latin typeface="IBM Plex Mono Medium"/>
                <a:ea typeface="IBM Plex Mono Medium"/>
                <a:cs typeface="IBM Plex Mono Medium"/>
              </a:endParaRPr>
            </a:p>
          </p:txBody>
        </p:sp>
        <p:sp>
          <p:nvSpPr>
            <p:cNvPr id="26" name="node01.y-2"/>
            <p:cNvSpPr/>
            <p:nvPr/>
          </p:nvSpPr>
          <p:spPr>
            <a:xfrm rot="-5400000">
              <a:off x="219261" y="3492500"/>
              <a:ext cx="1364878" cy="1778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Medium"/>
                  <a:ea typeface="IBM Plex Mono Medium"/>
                  <a:cs typeface="IBM Plex Mono Medium"/>
                </a:rPr>
                <a:t>DEGREE OF IMPACT →</a:t>
              </a:r>
              <a:endParaRPr lang="en-US" sz="900" spc="54" kern="0" b="0" i="0" dirty="0">
                <a:solidFill>
                  <a:srgbClr val="50658E"/>
                </a:solidFill>
                <a:latin typeface="IBM Plex Mono Medium"/>
                <a:ea typeface="IBM Plex Mono Medium"/>
                <a:cs typeface="IBM Plex Mono Medium"/>
              </a:endParaRPr>
            </a:p>
          </p:txBody>
        </p:sp>
        <p:sp>
          <p:nvSpPr>
            <p:cNvPr id="27" name="node01.item.item-001.point"/>
            <p:cNvSpPr/>
            <p:nvPr/>
          </p:nvSpPr>
          <p:spPr>
            <a:xfrm>
              <a:off x="3944620" y="2809240"/>
              <a:ext cx="203200" cy="203200"/>
            </a:xfrm>
            <a:prstGeom prst="ellipse">
              <a:avLst/>
            </a:prstGeom>
            <a:solidFill>
              <a:srgbClr val="070154"/>
            </a:solidFill>
            <a:ln>
              <a:noFill/>
            </a:ln>
          </p:spPr>
        </p:sp>
        <p:sp>
          <p:nvSpPr>
            <p:cNvPr id="28" name="node01.item.item-001.number"/>
            <p:cNvSpPr/>
            <p:nvPr/>
          </p:nvSpPr>
          <p:spPr>
            <a:xfrm>
              <a:off x="3957320" y="2821940"/>
              <a:ext cx="177800" cy="1778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FFFFFF"/>
                  </a:solidFill>
                  <a:latin typeface="IBM Plex Mono SemiBold"/>
                  <a:ea typeface="IBM Plex Mono SemiBold"/>
                  <a:cs typeface="IBM Plex Mono SemiBold"/>
                </a:rPr>
                <a:t>1</a:t>
              </a:r>
              <a:endParaRPr lang="en-US" sz="900" spc="54" kern="0" b="0" i="0" dirty="0">
                <a:solidFill>
                  <a:srgbClr val="FFFFFF"/>
                </a:solidFill>
                <a:latin typeface="IBM Plex Mono SemiBold"/>
                <a:ea typeface="IBM Plex Mono SemiBold"/>
                <a:cs typeface="IBM Plex Mono SemiBold"/>
              </a:endParaRPr>
            </a:p>
          </p:txBody>
        </p:sp>
        <p:sp>
          <p:nvSpPr>
            <p:cNvPr id="29" name="node01.item.item-001.key-point"/>
            <p:cNvSpPr/>
            <p:nvPr/>
          </p:nvSpPr>
          <p:spPr>
            <a:xfrm>
              <a:off x="4838700" y="1981200"/>
              <a:ext cx="203200" cy="203200"/>
            </a:xfrm>
            <a:prstGeom prst="ellipse">
              <a:avLst/>
            </a:prstGeom>
            <a:solidFill>
              <a:srgbClr val="070154"/>
            </a:solidFill>
            <a:ln>
              <a:noFill/>
            </a:ln>
          </p:spPr>
        </p:sp>
        <p:sp>
          <p:nvSpPr>
            <p:cNvPr id="30" name="node01.item.item-001.key-number"/>
            <p:cNvSpPr/>
            <p:nvPr/>
          </p:nvSpPr>
          <p:spPr>
            <a:xfrm>
              <a:off x="4851400" y="1993900"/>
              <a:ext cx="177800" cy="1778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FFFFFF"/>
                  </a:solidFill>
                  <a:latin typeface="IBM Plex Mono SemiBold"/>
                  <a:ea typeface="IBM Plex Mono SemiBold"/>
                  <a:cs typeface="IBM Plex Mono SemiBold"/>
                </a:rPr>
                <a:t>1</a:t>
              </a:r>
              <a:endParaRPr lang="en-US" sz="900" spc="54" kern="0" b="0" i="0" dirty="0">
                <a:solidFill>
                  <a:srgbClr val="FFFFFF"/>
                </a:solidFill>
                <a:latin typeface="IBM Plex Mono SemiBold"/>
                <a:ea typeface="IBM Plex Mono SemiBold"/>
                <a:cs typeface="IBM Plex Mono SemiBold"/>
              </a:endParaRPr>
            </a:p>
          </p:txBody>
        </p:sp>
        <p:sp>
          <p:nvSpPr>
            <p:cNvPr id="31" name="node01.item.item-001.key-label"/>
            <p:cNvSpPr/>
            <p:nvPr/>
          </p:nvSpPr>
          <p:spPr>
            <a:xfrm>
              <a:off x="5143500" y="1968500"/>
              <a:ext cx="281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Chief medical officer</a:t>
              </a:r>
              <a:endParaRPr lang="en-US" sz="1200" spc="0" kern="0" b="0" i="0" dirty="0">
                <a:solidFill>
                  <a:srgbClr val="070154"/>
                </a:solidFill>
                <a:latin typeface="IBM Plex Sans"/>
                <a:ea typeface="IBM Plex Sans"/>
                <a:cs typeface="IBM Plex Sans"/>
              </a:endParaRPr>
            </a:p>
          </p:txBody>
        </p:sp>
        <p:sp>
          <p:nvSpPr>
            <p:cNvPr id="32" name="node01.item.item-002.point"/>
            <p:cNvSpPr/>
            <p:nvPr/>
          </p:nvSpPr>
          <p:spPr>
            <a:xfrm>
              <a:off x="3005836" y="2473960"/>
              <a:ext cx="203200" cy="203200"/>
            </a:xfrm>
            <a:prstGeom prst="ellipse">
              <a:avLst/>
            </a:prstGeom>
            <a:solidFill>
              <a:srgbClr val="070154"/>
            </a:solidFill>
            <a:ln>
              <a:noFill/>
            </a:ln>
          </p:spPr>
        </p:sp>
        <p:sp>
          <p:nvSpPr>
            <p:cNvPr id="33" name="node01.item.item-002.number"/>
            <p:cNvSpPr/>
            <p:nvPr/>
          </p:nvSpPr>
          <p:spPr>
            <a:xfrm>
              <a:off x="3018536" y="2486660"/>
              <a:ext cx="177800" cy="1778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FFFFFF"/>
                  </a:solidFill>
                  <a:latin typeface="IBM Plex Mono SemiBold"/>
                  <a:ea typeface="IBM Plex Mono SemiBold"/>
                  <a:cs typeface="IBM Plex Mono SemiBold"/>
                </a:rPr>
                <a:t>2</a:t>
              </a:r>
              <a:endParaRPr lang="en-US" sz="900" spc="54" kern="0" b="0" i="0" dirty="0">
                <a:solidFill>
                  <a:srgbClr val="FFFFFF"/>
                </a:solidFill>
                <a:latin typeface="IBM Plex Mono SemiBold"/>
                <a:ea typeface="IBM Plex Mono SemiBold"/>
                <a:cs typeface="IBM Plex Mono SemiBold"/>
              </a:endParaRPr>
            </a:p>
          </p:txBody>
        </p:sp>
        <p:sp>
          <p:nvSpPr>
            <p:cNvPr id="34" name="node01.item.item-002.key-point"/>
            <p:cNvSpPr/>
            <p:nvPr/>
          </p:nvSpPr>
          <p:spPr>
            <a:xfrm>
              <a:off x="4838700" y="2286000"/>
              <a:ext cx="203200" cy="203200"/>
            </a:xfrm>
            <a:prstGeom prst="ellipse">
              <a:avLst/>
            </a:prstGeom>
            <a:solidFill>
              <a:srgbClr val="070154"/>
            </a:solidFill>
            <a:ln>
              <a:noFill/>
            </a:ln>
          </p:spPr>
        </p:sp>
        <p:sp>
          <p:nvSpPr>
            <p:cNvPr id="35" name="node01.item.item-002.key-number"/>
            <p:cNvSpPr/>
            <p:nvPr/>
          </p:nvSpPr>
          <p:spPr>
            <a:xfrm>
              <a:off x="4851400" y="2298700"/>
              <a:ext cx="177800" cy="1778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FFFFFF"/>
                  </a:solidFill>
                  <a:latin typeface="IBM Plex Mono SemiBold"/>
                  <a:ea typeface="IBM Plex Mono SemiBold"/>
                  <a:cs typeface="IBM Plex Mono SemiBold"/>
                </a:rPr>
                <a:t>2</a:t>
              </a:r>
              <a:endParaRPr lang="en-US" sz="900" spc="54" kern="0" b="0" i="0" dirty="0">
                <a:solidFill>
                  <a:srgbClr val="FFFFFF"/>
                </a:solidFill>
                <a:latin typeface="IBM Plex Mono SemiBold"/>
                <a:ea typeface="IBM Plex Mono SemiBold"/>
                <a:cs typeface="IBM Plex Mono SemiBold"/>
              </a:endParaRPr>
            </a:p>
          </p:txBody>
        </p:sp>
        <p:sp>
          <p:nvSpPr>
            <p:cNvPr id="36" name="node01.item.item-002.key-label"/>
            <p:cNvSpPr/>
            <p:nvPr/>
          </p:nvSpPr>
          <p:spPr>
            <a:xfrm>
              <a:off x="5143500" y="2273300"/>
              <a:ext cx="281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Clinic nurse leads</a:t>
              </a:r>
              <a:endParaRPr lang="en-US" sz="1200" spc="0" kern="0" b="0" i="0" dirty="0">
                <a:solidFill>
                  <a:srgbClr val="070154"/>
                </a:solidFill>
                <a:latin typeface="IBM Plex Sans"/>
                <a:ea typeface="IBM Plex Sans"/>
                <a:cs typeface="IBM Plex Sans"/>
              </a:endParaRPr>
            </a:p>
          </p:txBody>
        </p:sp>
        <p:sp>
          <p:nvSpPr>
            <p:cNvPr id="37" name="node01.item.item-003.point"/>
            <p:cNvSpPr/>
            <p:nvPr/>
          </p:nvSpPr>
          <p:spPr>
            <a:xfrm>
              <a:off x="3274060" y="2473960"/>
              <a:ext cx="203200" cy="203200"/>
            </a:xfrm>
            <a:prstGeom prst="ellipse">
              <a:avLst/>
            </a:prstGeom>
            <a:solidFill>
              <a:srgbClr val="070154"/>
            </a:solidFill>
            <a:ln>
              <a:noFill/>
            </a:ln>
          </p:spPr>
        </p:sp>
        <p:sp>
          <p:nvSpPr>
            <p:cNvPr id="38" name="node01.item.item-003.number"/>
            <p:cNvSpPr/>
            <p:nvPr/>
          </p:nvSpPr>
          <p:spPr>
            <a:xfrm>
              <a:off x="3286760" y="2486660"/>
              <a:ext cx="177800" cy="1778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FFFFFF"/>
                  </a:solidFill>
                  <a:latin typeface="IBM Plex Mono SemiBold"/>
                  <a:ea typeface="IBM Plex Mono SemiBold"/>
                  <a:cs typeface="IBM Plex Mono SemiBold"/>
                </a:rPr>
                <a:t>3</a:t>
              </a:r>
              <a:endParaRPr lang="en-US" sz="900" spc="54" kern="0" b="0" i="0" dirty="0">
                <a:solidFill>
                  <a:srgbClr val="FFFFFF"/>
                </a:solidFill>
                <a:latin typeface="IBM Plex Mono SemiBold"/>
                <a:ea typeface="IBM Plex Mono SemiBold"/>
                <a:cs typeface="IBM Plex Mono SemiBold"/>
              </a:endParaRPr>
            </a:p>
          </p:txBody>
        </p:sp>
        <p:sp>
          <p:nvSpPr>
            <p:cNvPr id="39" name="node01.item.item-003.key-point"/>
            <p:cNvSpPr/>
            <p:nvPr/>
          </p:nvSpPr>
          <p:spPr>
            <a:xfrm>
              <a:off x="4838700" y="2590800"/>
              <a:ext cx="203200" cy="203200"/>
            </a:xfrm>
            <a:prstGeom prst="ellipse">
              <a:avLst/>
            </a:prstGeom>
            <a:solidFill>
              <a:srgbClr val="070154"/>
            </a:solidFill>
            <a:ln>
              <a:noFill/>
            </a:ln>
          </p:spPr>
        </p:sp>
        <p:sp>
          <p:nvSpPr>
            <p:cNvPr id="40" name="node01.item.item-003.key-number"/>
            <p:cNvSpPr/>
            <p:nvPr/>
          </p:nvSpPr>
          <p:spPr>
            <a:xfrm>
              <a:off x="4851400" y="2603500"/>
              <a:ext cx="177800" cy="1778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FFFFFF"/>
                  </a:solidFill>
                  <a:latin typeface="IBM Plex Mono SemiBold"/>
                  <a:ea typeface="IBM Plex Mono SemiBold"/>
                  <a:cs typeface="IBM Plex Mono SemiBold"/>
                </a:rPr>
                <a:t>3</a:t>
              </a:r>
              <a:endParaRPr lang="en-US" sz="900" spc="54" kern="0" b="0" i="0" dirty="0">
                <a:solidFill>
                  <a:srgbClr val="FFFFFF"/>
                </a:solidFill>
                <a:latin typeface="IBM Plex Mono SemiBold"/>
                <a:ea typeface="IBM Plex Mono SemiBold"/>
                <a:cs typeface="IBM Plex Mono SemiBold"/>
              </a:endParaRPr>
            </a:p>
          </p:txBody>
        </p:sp>
        <p:sp>
          <p:nvSpPr>
            <p:cNvPr id="41" name="node01.item.item-003.key-label"/>
            <p:cNvSpPr/>
            <p:nvPr/>
          </p:nvSpPr>
          <p:spPr>
            <a:xfrm>
              <a:off x="5143500" y="2578100"/>
              <a:ext cx="281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Practice managers</a:t>
              </a:r>
              <a:endParaRPr lang="en-US" sz="1200" spc="0" kern="0" b="0" i="0" dirty="0">
                <a:solidFill>
                  <a:srgbClr val="070154"/>
                </a:solidFill>
                <a:latin typeface="IBM Plex Sans"/>
                <a:ea typeface="IBM Plex Sans"/>
                <a:cs typeface="IBM Plex Sans"/>
              </a:endParaRPr>
            </a:p>
          </p:txBody>
        </p:sp>
        <p:sp>
          <p:nvSpPr>
            <p:cNvPr id="42" name="node01.item.item-004.point"/>
            <p:cNvSpPr/>
            <p:nvPr/>
          </p:nvSpPr>
          <p:spPr>
            <a:xfrm>
              <a:off x="1932940" y="2473960"/>
              <a:ext cx="203200" cy="203200"/>
            </a:xfrm>
            <a:prstGeom prst="ellipse">
              <a:avLst/>
            </a:prstGeom>
            <a:solidFill>
              <a:srgbClr val="070154"/>
            </a:solidFill>
            <a:ln>
              <a:noFill/>
            </a:ln>
          </p:spPr>
        </p:sp>
        <p:sp>
          <p:nvSpPr>
            <p:cNvPr id="43" name="node01.item.item-004.number"/>
            <p:cNvSpPr/>
            <p:nvPr/>
          </p:nvSpPr>
          <p:spPr>
            <a:xfrm>
              <a:off x="1945640" y="2486660"/>
              <a:ext cx="177800" cy="1778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FFFFFF"/>
                  </a:solidFill>
                  <a:latin typeface="IBM Plex Mono SemiBold"/>
                  <a:ea typeface="IBM Plex Mono SemiBold"/>
                  <a:cs typeface="IBM Plex Mono SemiBold"/>
                </a:rPr>
                <a:t>4</a:t>
              </a:r>
              <a:endParaRPr lang="en-US" sz="900" spc="54" kern="0" b="0" i="0" dirty="0">
                <a:solidFill>
                  <a:srgbClr val="FFFFFF"/>
                </a:solidFill>
                <a:latin typeface="IBM Plex Mono SemiBold"/>
                <a:ea typeface="IBM Plex Mono SemiBold"/>
                <a:cs typeface="IBM Plex Mono SemiBold"/>
              </a:endParaRPr>
            </a:p>
          </p:txBody>
        </p:sp>
        <p:sp>
          <p:nvSpPr>
            <p:cNvPr id="44" name="node01.item.item-004.key-point"/>
            <p:cNvSpPr/>
            <p:nvPr/>
          </p:nvSpPr>
          <p:spPr>
            <a:xfrm>
              <a:off x="4838700" y="2895600"/>
              <a:ext cx="203200" cy="203200"/>
            </a:xfrm>
            <a:prstGeom prst="ellipse">
              <a:avLst/>
            </a:prstGeom>
            <a:solidFill>
              <a:srgbClr val="070154"/>
            </a:solidFill>
            <a:ln>
              <a:noFill/>
            </a:ln>
          </p:spPr>
        </p:sp>
        <p:sp>
          <p:nvSpPr>
            <p:cNvPr id="45" name="node01.item.item-004.key-number"/>
            <p:cNvSpPr/>
            <p:nvPr/>
          </p:nvSpPr>
          <p:spPr>
            <a:xfrm>
              <a:off x="4851400" y="2908300"/>
              <a:ext cx="177800" cy="1778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FFFFFF"/>
                  </a:solidFill>
                  <a:latin typeface="IBM Plex Mono SemiBold"/>
                  <a:ea typeface="IBM Plex Mono SemiBold"/>
                  <a:cs typeface="IBM Plex Mono SemiBold"/>
                </a:rPr>
                <a:t>4</a:t>
              </a:r>
              <a:endParaRPr lang="en-US" sz="900" spc="54" kern="0" b="0" i="0" dirty="0">
                <a:solidFill>
                  <a:srgbClr val="FFFFFF"/>
                </a:solidFill>
                <a:latin typeface="IBM Plex Mono SemiBold"/>
                <a:ea typeface="IBM Plex Mono SemiBold"/>
                <a:cs typeface="IBM Plex Mono SemiBold"/>
              </a:endParaRPr>
            </a:p>
          </p:txBody>
        </p:sp>
        <p:sp>
          <p:nvSpPr>
            <p:cNvPr id="46" name="node01.item.item-004.key-label"/>
            <p:cNvSpPr/>
            <p:nvPr/>
          </p:nvSpPr>
          <p:spPr>
            <a:xfrm>
              <a:off x="5143500" y="2882900"/>
              <a:ext cx="281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Call-center agents</a:t>
              </a:r>
              <a:endParaRPr lang="en-US" sz="1200" spc="0" kern="0" b="0" i="0" dirty="0">
                <a:solidFill>
                  <a:srgbClr val="070154"/>
                </a:solidFill>
                <a:latin typeface="IBM Plex Sans"/>
                <a:ea typeface="IBM Plex Sans"/>
                <a:cs typeface="IBM Plex Sans"/>
              </a:endParaRPr>
            </a:p>
          </p:txBody>
        </p:sp>
        <p:sp>
          <p:nvSpPr>
            <p:cNvPr id="47" name="node01.item.item-005.point"/>
            <p:cNvSpPr/>
            <p:nvPr/>
          </p:nvSpPr>
          <p:spPr>
            <a:xfrm>
              <a:off x="1396492" y="2339848"/>
              <a:ext cx="203200" cy="203200"/>
            </a:xfrm>
            <a:prstGeom prst="ellipse">
              <a:avLst/>
            </a:prstGeom>
            <a:solidFill>
              <a:srgbClr val="070154"/>
            </a:solidFill>
            <a:ln>
              <a:noFill/>
            </a:ln>
          </p:spPr>
        </p:sp>
        <p:sp>
          <p:nvSpPr>
            <p:cNvPr id="48" name="node01.item.item-005.number"/>
            <p:cNvSpPr/>
            <p:nvPr/>
          </p:nvSpPr>
          <p:spPr>
            <a:xfrm>
              <a:off x="1409192" y="2352548"/>
              <a:ext cx="177800" cy="1778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FFFFFF"/>
                  </a:solidFill>
                  <a:latin typeface="IBM Plex Mono SemiBold"/>
                  <a:ea typeface="IBM Plex Mono SemiBold"/>
                  <a:cs typeface="IBM Plex Mono SemiBold"/>
                </a:rPr>
                <a:t>5</a:t>
              </a:r>
              <a:endParaRPr lang="en-US" sz="900" spc="54" kern="0" b="0" i="0" dirty="0">
                <a:solidFill>
                  <a:srgbClr val="FFFFFF"/>
                </a:solidFill>
                <a:latin typeface="IBM Plex Mono SemiBold"/>
                <a:ea typeface="IBM Plex Mono SemiBold"/>
                <a:cs typeface="IBM Plex Mono SemiBold"/>
              </a:endParaRPr>
            </a:p>
          </p:txBody>
        </p:sp>
        <p:sp>
          <p:nvSpPr>
            <p:cNvPr id="49" name="node01.item.item-005.key-point"/>
            <p:cNvSpPr/>
            <p:nvPr/>
          </p:nvSpPr>
          <p:spPr>
            <a:xfrm>
              <a:off x="4838700" y="3200400"/>
              <a:ext cx="203200" cy="203200"/>
            </a:xfrm>
            <a:prstGeom prst="ellipse">
              <a:avLst/>
            </a:prstGeom>
            <a:solidFill>
              <a:srgbClr val="070154"/>
            </a:solidFill>
            <a:ln>
              <a:noFill/>
            </a:ln>
          </p:spPr>
        </p:sp>
        <p:sp>
          <p:nvSpPr>
            <p:cNvPr id="50" name="node01.item.item-005.key-number"/>
            <p:cNvSpPr/>
            <p:nvPr/>
          </p:nvSpPr>
          <p:spPr>
            <a:xfrm>
              <a:off x="4851400" y="3213100"/>
              <a:ext cx="177800" cy="1778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FFFFFF"/>
                  </a:solidFill>
                  <a:latin typeface="IBM Plex Mono SemiBold"/>
                  <a:ea typeface="IBM Plex Mono SemiBold"/>
                  <a:cs typeface="IBM Plex Mono SemiBold"/>
                </a:rPr>
                <a:t>5</a:t>
              </a:r>
              <a:endParaRPr lang="en-US" sz="900" spc="54" kern="0" b="0" i="0" dirty="0">
                <a:solidFill>
                  <a:srgbClr val="FFFFFF"/>
                </a:solidFill>
                <a:latin typeface="IBM Plex Mono SemiBold"/>
                <a:ea typeface="IBM Plex Mono SemiBold"/>
                <a:cs typeface="IBM Plex Mono SemiBold"/>
              </a:endParaRPr>
            </a:p>
          </p:txBody>
        </p:sp>
        <p:sp>
          <p:nvSpPr>
            <p:cNvPr id="51" name="node01.item.item-005.key-label"/>
            <p:cNvSpPr/>
            <p:nvPr/>
          </p:nvSpPr>
          <p:spPr>
            <a:xfrm>
              <a:off x="5143500" y="3187700"/>
              <a:ext cx="281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Front-desk schedulers</a:t>
              </a:r>
              <a:endParaRPr lang="en-US" sz="1200" spc="0" kern="0" b="0" i="0" dirty="0">
                <a:solidFill>
                  <a:srgbClr val="070154"/>
                </a:solidFill>
                <a:latin typeface="IBM Plex Sans"/>
                <a:ea typeface="IBM Plex Sans"/>
                <a:cs typeface="IBM Plex Sans"/>
              </a:endParaRPr>
            </a:p>
          </p:txBody>
        </p:sp>
        <p:sp>
          <p:nvSpPr>
            <p:cNvPr id="52" name="node01.item.item-006.point"/>
            <p:cNvSpPr/>
            <p:nvPr/>
          </p:nvSpPr>
          <p:spPr>
            <a:xfrm>
              <a:off x="3877564" y="3077464"/>
              <a:ext cx="203200" cy="203200"/>
            </a:xfrm>
            <a:prstGeom prst="ellipse">
              <a:avLst/>
            </a:prstGeom>
            <a:solidFill>
              <a:srgbClr val="070154"/>
            </a:solidFill>
            <a:ln>
              <a:noFill/>
            </a:ln>
          </p:spPr>
        </p:sp>
        <p:sp>
          <p:nvSpPr>
            <p:cNvPr id="53" name="node01.item.item-006.number"/>
            <p:cNvSpPr/>
            <p:nvPr/>
          </p:nvSpPr>
          <p:spPr>
            <a:xfrm>
              <a:off x="3890264" y="3090164"/>
              <a:ext cx="177800" cy="1778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FFFFFF"/>
                  </a:solidFill>
                  <a:latin typeface="IBM Plex Mono SemiBold"/>
                  <a:ea typeface="IBM Plex Mono SemiBold"/>
                  <a:cs typeface="IBM Plex Mono SemiBold"/>
                </a:rPr>
                <a:t>6</a:t>
              </a:r>
              <a:endParaRPr lang="en-US" sz="900" spc="54" kern="0" b="0" i="0" dirty="0">
                <a:solidFill>
                  <a:srgbClr val="FFFFFF"/>
                </a:solidFill>
                <a:latin typeface="IBM Plex Mono SemiBold"/>
                <a:ea typeface="IBM Plex Mono SemiBold"/>
                <a:cs typeface="IBM Plex Mono SemiBold"/>
              </a:endParaRPr>
            </a:p>
          </p:txBody>
        </p:sp>
        <p:sp>
          <p:nvSpPr>
            <p:cNvPr id="54" name="node01.item.item-006.key-point"/>
            <p:cNvSpPr/>
            <p:nvPr/>
          </p:nvSpPr>
          <p:spPr>
            <a:xfrm>
              <a:off x="4838700" y="3505200"/>
              <a:ext cx="203200" cy="203200"/>
            </a:xfrm>
            <a:prstGeom prst="ellipse">
              <a:avLst/>
            </a:prstGeom>
            <a:solidFill>
              <a:srgbClr val="070154"/>
            </a:solidFill>
            <a:ln>
              <a:noFill/>
            </a:ln>
          </p:spPr>
        </p:sp>
        <p:sp>
          <p:nvSpPr>
            <p:cNvPr id="55" name="node01.item.item-006.key-number"/>
            <p:cNvSpPr/>
            <p:nvPr/>
          </p:nvSpPr>
          <p:spPr>
            <a:xfrm>
              <a:off x="4851400" y="3517900"/>
              <a:ext cx="177800" cy="1778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FFFFFF"/>
                  </a:solidFill>
                  <a:latin typeface="IBM Plex Mono SemiBold"/>
                  <a:ea typeface="IBM Plex Mono SemiBold"/>
                  <a:cs typeface="IBM Plex Mono SemiBold"/>
                </a:rPr>
                <a:t>6</a:t>
              </a:r>
              <a:endParaRPr lang="en-US" sz="900" spc="54" kern="0" b="0" i="0" dirty="0">
                <a:solidFill>
                  <a:srgbClr val="FFFFFF"/>
                </a:solidFill>
                <a:latin typeface="IBM Plex Mono SemiBold"/>
                <a:ea typeface="IBM Plex Mono SemiBold"/>
                <a:cs typeface="IBM Plex Mono SemiBold"/>
              </a:endParaRPr>
            </a:p>
          </p:txBody>
        </p:sp>
        <p:sp>
          <p:nvSpPr>
            <p:cNvPr id="56" name="node01.item.item-006.key-label"/>
            <p:cNvSpPr/>
            <p:nvPr/>
          </p:nvSpPr>
          <p:spPr>
            <a:xfrm>
              <a:off x="5143500" y="3492500"/>
              <a:ext cx="281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Physician group</a:t>
              </a:r>
              <a:endParaRPr lang="en-US" sz="1200" spc="0" kern="0" b="0" i="0" dirty="0">
                <a:solidFill>
                  <a:srgbClr val="070154"/>
                </a:solidFill>
                <a:latin typeface="IBM Plex Sans"/>
                <a:ea typeface="IBM Plex Sans"/>
                <a:cs typeface="IBM Plex Sans"/>
              </a:endParaRPr>
            </a:p>
          </p:txBody>
        </p:sp>
        <p:sp>
          <p:nvSpPr>
            <p:cNvPr id="57" name="node01.item.item-007.point"/>
            <p:cNvSpPr/>
            <p:nvPr/>
          </p:nvSpPr>
          <p:spPr>
            <a:xfrm>
              <a:off x="1999996" y="3077464"/>
              <a:ext cx="203200" cy="203200"/>
            </a:xfrm>
            <a:prstGeom prst="ellipse">
              <a:avLst/>
            </a:prstGeom>
            <a:solidFill>
              <a:srgbClr val="070154"/>
            </a:solidFill>
            <a:ln>
              <a:noFill/>
            </a:ln>
          </p:spPr>
        </p:sp>
        <p:sp>
          <p:nvSpPr>
            <p:cNvPr id="58" name="node01.item.item-007.number"/>
            <p:cNvSpPr/>
            <p:nvPr/>
          </p:nvSpPr>
          <p:spPr>
            <a:xfrm>
              <a:off x="2012696" y="3090164"/>
              <a:ext cx="177800" cy="1778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FFFFFF"/>
                  </a:solidFill>
                  <a:latin typeface="IBM Plex Mono SemiBold"/>
                  <a:ea typeface="IBM Plex Mono SemiBold"/>
                  <a:cs typeface="IBM Plex Mono SemiBold"/>
                </a:rPr>
                <a:t>7</a:t>
              </a:r>
              <a:endParaRPr lang="en-US" sz="900" spc="54" kern="0" b="0" i="0" dirty="0">
                <a:solidFill>
                  <a:srgbClr val="FFFFFF"/>
                </a:solidFill>
                <a:latin typeface="IBM Plex Mono SemiBold"/>
                <a:ea typeface="IBM Plex Mono SemiBold"/>
                <a:cs typeface="IBM Plex Mono SemiBold"/>
              </a:endParaRPr>
            </a:p>
          </p:txBody>
        </p:sp>
        <p:sp>
          <p:nvSpPr>
            <p:cNvPr id="59" name="node01.item.item-007.key-point"/>
            <p:cNvSpPr/>
            <p:nvPr/>
          </p:nvSpPr>
          <p:spPr>
            <a:xfrm>
              <a:off x="4838700" y="3810000"/>
              <a:ext cx="203200" cy="203200"/>
            </a:xfrm>
            <a:prstGeom prst="ellipse">
              <a:avLst/>
            </a:prstGeom>
            <a:solidFill>
              <a:srgbClr val="070154"/>
            </a:solidFill>
            <a:ln>
              <a:noFill/>
            </a:ln>
          </p:spPr>
        </p:sp>
        <p:sp>
          <p:nvSpPr>
            <p:cNvPr id="60" name="node01.item.item-007.key-number"/>
            <p:cNvSpPr/>
            <p:nvPr/>
          </p:nvSpPr>
          <p:spPr>
            <a:xfrm>
              <a:off x="4851400" y="3822700"/>
              <a:ext cx="177800" cy="1778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FFFFFF"/>
                  </a:solidFill>
                  <a:latin typeface="IBM Plex Mono SemiBold"/>
                  <a:ea typeface="IBM Plex Mono SemiBold"/>
                  <a:cs typeface="IBM Plex Mono SemiBold"/>
                </a:rPr>
                <a:t>7</a:t>
              </a:r>
              <a:endParaRPr lang="en-US" sz="900" spc="54" kern="0" b="0" i="0" dirty="0">
                <a:solidFill>
                  <a:srgbClr val="FFFFFF"/>
                </a:solidFill>
                <a:latin typeface="IBM Plex Mono SemiBold"/>
                <a:ea typeface="IBM Plex Mono SemiBold"/>
                <a:cs typeface="IBM Plex Mono SemiBold"/>
              </a:endParaRPr>
            </a:p>
          </p:txBody>
        </p:sp>
        <p:sp>
          <p:nvSpPr>
            <p:cNvPr id="61" name="node01.item.item-007.key-label"/>
            <p:cNvSpPr/>
            <p:nvPr/>
          </p:nvSpPr>
          <p:spPr>
            <a:xfrm>
              <a:off x="5143500" y="3797300"/>
              <a:ext cx="281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IT service desk</a:t>
              </a:r>
              <a:endParaRPr lang="en-US" sz="1200" spc="0" kern="0" b="0" i="0" dirty="0">
                <a:solidFill>
                  <a:srgbClr val="070154"/>
                </a:solidFill>
                <a:latin typeface="IBM Plex Sans"/>
                <a:ea typeface="IBM Plex Sans"/>
                <a:cs typeface="IBM Plex Sans"/>
              </a:endParaRPr>
            </a:p>
          </p:txBody>
        </p:sp>
        <p:sp>
          <p:nvSpPr>
            <p:cNvPr id="62" name="node01.item.item-008.point"/>
            <p:cNvSpPr/>
            <p:nvPr/>
          </p:nvSpPr>
          <p:spPr>
            <a:xfrm>
              <a:off x="3542284" y="4016248"/>
              <a:ext cx="203200" cy="203200"/>
            </a:xfrm>
            <a:prstGeom prst="ellipse">
              <a:avLst/>
            </a:prstGeom>
            <a:solidFill>
              <a:srgbClr val="070154"/>
            </a:solidFill>
            <a:ln>
              <a:noFill/>
            </a:ln>
          </p:spPr>
        </p:sp>
        <p:sp>
          <p:nvSpPr>
            <p:cNvPr id="63" name="node01.item.item-008.number"/>
            <p:cNvSpPr/>
            <p:nvPr/>
          </p:nvSpPr>
          <p:spPr>
            <a:xfrm>
              <a:off x="3554984" y="4028948"/>
              <a:ext cx="177800" cy="1778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FFFFFF"/>
                  </a:solidFill>
                  <a:latin typeface="IBM Plex Mono SemiBold"/>
                  <a:ea typeface="IBM Plex Mono SemiBold"/>
                  <a:cs typeface="IBM Plex Mono SemiBold"/>
                </a:rPr>
                <a:t>8</a:t>
              </a:r>
              <a:endParaRPr lang="en-US" sz="900" spc="54" kern="0" b="0" i="0" dirty="0">
                <a:solidFill>
                  <a:srgbClr val="FFFFFF"/>
                </a:solidFill>
                <a:latin typeface="IBM Plex Mono SemiBold"/>
                <a:ea typeface="IBM Plex Mono SemiBold"/>
                <a:cs typeface="IBM Plex Mono SemiBold"/>
              </a:endParaRPr>
            </a:p>
          </p:txBody>
        </p:sp>
        <p:sp>
          <p:nvSpPr>
            <p:cNvPr id="64" name="node01.item.item-008.key-point"/>
            <p:cNvSpPr/>
            <p:nvPr/>
          </p:nvSpPr>
          <p:spPr>
            <a:xfrm>
              <a:off x="4838700" y="4114800"/>
              <a:ext cx="203200" cy="203200"/>
            </a:xfrm>
            <a:prstGeom prst="ellipse">
              <a:avLst/>
            </a:prstGeom>
            <a:solidFill>
              <a:srgbClr val="070154"/>
            </a:solidFill>
            <a:ln>
              <a:noFill/>
            </a:ln>
          </p:spPr>
        </p:sp>
        <p:sp>
          <p:nvSpPr>
            <p:cNvPr id="65" name="node01.item.item-008.key-number"/>
            <p:cNvSpPr/>
            <p:nvPr/>
          </p:nvSpPr>
          <p:spPr>
            <a:xfrm>
              <a:off x="4851400" y="4127500"/>
              <a:ext cx="177800" cy="1778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FFFFFF"/>
                  </a:solidFill>
                  <a:latin typeface="IBM Plex Mono SemiBold"/>
                  <a:ea typeface="IBM Plex Mono SemiBold"/>
                  <a:cs typeface="IBM Plex Mono SemiBold"/>
                </a:rPr>
                <a:t>8</a:t>
              </a:r>
              <a:endParaRPr lang="en-US" sz="900" spc="54" kern="0" b="0" i="0" dirty="0">
                <a:solidFill>
                  <a:srgbClr val="FFFFFF"/>
                </a:solidFill>
                <a:latin typeface="IBM Plex Mono SemiBold"/>
                <a:ea typeface="IBM Plex Mono SemiBold"/>
                <a:cs typeface="IBM Plex Mono SemiBold"/>
              </a:endParaRPr>
            </a:p>
          </p:txBody>
        </p:sp>
        <p:sp>
          <p:nvSpPr>
            <p:cNvPr id="66" name="node01.item.item-008.key-label"/>
            <p:cNvSpPr/>
            <p:nvPr/>
          </p:nvSpPr>
          <p:spPr>
            <a:xfrm>
              <a:off x="5143500" y="4102100"/>
              <a:ext cx="281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Union representatives</a:t>
              </a:r>
              <a:endParaRPr lang="en-US" sz="1200" spc="0" kern="0" b="0" i="0" dirty="0">
                <a:solidFill>
                  <a:srgbClr val="070154"/>
                </a:solidFill>
                <a:latin typeface="IBM Plex Sans"/>
                <a:ea typeface="IBM Plex Sans"/>
                <a:cs typeface="IBM Plex Sans"/>
              </a:endParaRPr>
            </a:p>
          </p:txBody>
        </p:sp>
        <p:sp>
          <p:nvSpPr>
            <p:cNvPr id="67" name="node01.item.item-009.point"/>
            <p:cNvSpPr/>
            <p:nvPr/>
          </p:nvSpPr>
          <p:spPr>
            <a:xfrm>
              <a:off x="2335276" y="4217416"/>
              <a:ext cx="203200" cy="203200"/>
            </a:xfrm>
            <a:prstGeom prst="ellipse">
              <a:avLst/>
            </a:prstGeom>
            <a:solidFill>
              <a:srgbClr val="070154"/>
            </a:solidFill>
            <a:ln>
              <a:noFill/>
            </a:ln>
          </p:spPr>
        </p:sp>
        <p:sp>
          <p:nvSpPr>
            <p:cNvPr id="68" name="node01.item.item-009.number"/>
            <p:cNvSpPr/>
            <p:nvPr/>
          </p:nvSpPr>
          <p:spPr>
            <a:xfrm>
              <a:off x="2347976" y="4230116"/>
              <a:ext cx="177800" cy="1778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FFFFFF"/>
                  </a:solidFill>
                  <a:latin typeface="IBM Plex Mono SemiBold"/>
                  <a:ea typeface="IBM Plex Mono SemiBold"/>
                  <a:cs typeface="IBM Plex Mono SemiBold"/>
                </a:rPr>
                <a:t>9</a:t>
              </a:r>
              <a:endParaRPr lang="en-US" sz="900" spc="54" kern="0" b="0" i="0" dirty="0">
                <a:solidFill>
                  <a:srgbClr val="FFFFFF"/>
                </a:solidFill>
                <a:latin typeface="IBM Plex Mono SemiBold"/>
                <a:ea typeface="IBM Plex Mono SemiBold"/>
                <a:cs typeface="IBM Plex Mono SemiBold"/>
              </a:endParaRPr>
            </a:p>
          </p:txBody>
        </p:sp>
        <p:sp>
          <p:nvSpPr>
            <p:cNvPr id="69" name="node01.item.item-009.key-point"/>
            <p:cNvSpPr/>
            <p:nvPr/>
          </p:nvSpPr>
          <p:spPr>
            <a:xfrm>
              <a:off x="4838700" y="4419600"/>
              <a:ext cx="203200" cy="203200"/>
            </a:xfrm>
            <a:prstGeom prst="ellipse">
              <a:avLst/>
            </a:prstGeom>
            <a:solidFill>
              <a:srgbClr val="070154"/>
            </a:solidFill>
            <a:ln>
              <a:noFill/>
            </a:ln>
          </p:spPr>
        </p:sp>
        <p:sp>
          <p:nvSpPr>
            <p:cNvPr id="70" name="node01.item.item-009.key-number"/>
            <p:cNvSpPr/>
            <p:nvPr/>
          </p:nvSpPr>
          <p:spPr>
            <a:xfrm>
              <a:off x="4851400" y="4432300"/>
              <a:ext cx="177800" cy="1778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FFFFFF"/>
                  </a:solidFill>
                  <a:latin typeface="IBM Plex Mono SemiBold"/>
                  <a:ea typeface="IBM Plex Mono SemiBold"/>
                  <a:cs typeface="IBM Plex Mono SemiBold"/>
                </a:rPr>
                <a:t>9</a:t>
              </a:r>
              <a:endParaRPr lang="en-US" sz="900" spc="54" kern="0" b="0" i="0" dirty="0">
                <a:solidFill>
                  <a:srgbClr val="FFFFFF"/>
                </a:solidFill>
                <a:latin typeface="IBM Plex Mono SemiBold"/>
                <a:ea typeface="IBM Plex Mono SemiBold"/>
                <a:cs typeface="IBM Plex Mono SemiBold"/>
              </a:endParaRPr>
            </a:p>
          </p:txBody>
        </p:sp>
        <p:sp>
          <p:nvSpPr>
            <p:cNvPr id="71" name="node01.item.item-009.key-label"/>
            <p:cNvSpPr/>
            <p:nvPr/>
          </p:nvSpPr>
          <p:spPr>
            <a:xfrm>
              <a:off x="5143500" y="4406900"/>
              <a:ext cx="281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Patient advisory council</a:t>
              </a:r>
              <a:endParaRPr lang="en-US" sz="1200" spc="0" kern="0" b="0" i="0" dirty="0">
                <a:solidFill>
                  <a:srgbClr val="070154"/>
                </a:solidFill>
                <a:latin typeface="IBM Plex Sans"/>
                <a:ea typeface="IBM Plex Sans"/>
                <a:cs typeface="IBM Plex Sans"/>
              </a:endParaRPr>
            </a:p>
          </p:txBody>
        </p:sp>
        <p:sp>
          <p:nvSpPr>
            <p:cNvPr id="72" name="node01.item.item-010.point"/>
            <p:cNvSpPr/>
            <p:nvPr/>
          </p:nvSpPr>
          <p:spPr>
            <a:xfrm>
              <a:off x="1396492" y="4552696"/>
              <a:ext cx="203200" cy="203200"/>
            </a:xfrm>
            <a:prstGeom prst="ellipse">
              <a:avLst/>
            </a:prstGeom>
            <a:solidFill>
              <a:srgbClr val="070154"/>
            </a:solidFill>
            <a:ln>
              <a:noFill/>
            </a:ln>
          </p:spPr>
        </p:sp>
        <p:sp>
          <p:nvSpPr>
            <p:cNvPr id="73" name="node01.item.item-010.number"/>
            <p:cNvSpPr/>
            <p:nvPr/>
          </p:nvSpPr>
          <p:spPr>
            <a:xfrm>
              <a:off x="1409192" y="4565396"/>
              <a:ext cx="177800" cy="1778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FFFFFF"/>
                  </a:solidFill>
                  <a:latin typeface="IBM Plex Mono SemiBold"/>
                  <a:ea typeface="IBM Plex Mono SemiBold"/>
                  <a:cs typeface="IBM Plex Mono SemiBold"/>
                </a:rPr>
                <a:t>10</a:t>
              </a:r>
              <a:endParaRPr lang="en-US" sz="900" spc="54" kern="0" b="0" i="0" dirty="0">
                <a:solidFill>
                  <a:srgbClr val="FFFFFF"/>
                </a:solidFill>
                <a:latin typeface="IBM Plex Mono SemiBold"/>
                <a:ea typeface="IBM Plex Mono SemiBold"/>
                <a:cs typeface="IBM Plex Mono SemiBold"/>
              </a:endParaRPr>
            </a:p>
          </p:txBody>
        </p:sp>
        <p:sp>
          <p:nvSpPr>
            <p:cNvPr id="74" name="node01.item.item-010.key-point"/>
            <p:cNvSpPr/>
            <p:nvPr/>
          </p:nvSpPr>
          <p:spPr>
            <a:xfrm>
              <a:off x="4838700" y="4724400"/>
              <a:ext cx="203200" cy="203200"/>
            </a:xfrm>
            <a:prstGeom prst="ellipse">
              <a:avLst/>
            </a:prstGeom>
            <a:solidFill>
              <a:srgbClr val="070154"/>
            </a:solidFill>
            <a:ln>
              <a:noFill/>
            </a:ln>
          </p:spPr>
        </p:sp>
        <p:sp>
          <p:nvSpPr>
            <p:cNvPr id="75" name="node01.item.item-010.key-number"/>
            <p:cNvSpPr/>
            <p:nvPr/>
          </p:nvSpPr>
          <p:spPr>
            <a:xfrm>
              <a:off x="4851400" y="4737100"/>
              <a:ext cx="177800" cy="1778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FFFFFF"/>
                  </a:solidFill>
                  <a:latin typeface="IBM Plex Mono SemiBold"/>
                  <a:ea typeface="IBM Plex Mono SemiBold"/>
                  <a:cs typeface="IBM Plex Mono SemiBold"/>
                </a:rPr>
                <a:t>10</a:t>
              </a:r>
              <a:endParaRPr lang="en-US" sz="900" spc="54" kern="0" b="0" i="0" dirty="0">
                <a:solidFill>
                  <a:srgbClr val="FFFFFF"/>
                </a:solidFill>
                <a:latin typeface="IBM Plex Mono SemiBold"/>
                <a:ea typeface="IBM Plex Mono SemiBold"/>
                <a:cs typeface="IBM Plex Mono SemiBold"/>
              </a:endParaRPr>
            </a:p>
          </p:txBody>
        </p:sp>
        <p:sp>
          <p:nvSpPr>
            <p:cNvPr id="76" name="node01.item.item-010.key-label"/>
            <p:cNvSpPr/>
            <p:nvPr/>
          </p:nvSpPr>
          <p:spPr>
            <a:xfrm>
              <a:off x="5143500" y="4711700"/>
              <a:ext cx="281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Payer relations</a:t>
              </a:r>
              <a:endParaRPr lang="en-US" sz="1200" spc="0" kern="0" b="0" i="0" dirty="0">
                <a:solidFill>
                  <a:srgbClr val="070154"/>
                </a:solidFill>
                <a:latin typeface="IBM Plex Sans"/>
                <a:ea typeface="IBM Plex Sans"/>
                <a:cs typeface="IBM Plex Sans"/>
              </a:endParaRPr>
            </a:p>
          </p:txBody>
        </p:sp>
      </p:grpSp>
      <p:grpSp>
        <p:nvGrpSpPr>
          <p:cNvPr id="87" name="node02"/>
          <p:cNvGrpSpPr/>
          <p:nvPr/>
        </p:nvGrpSpPr>
        <p:grpSpPr>
          <a:xfrm>
            <a:off x="8420100" y="1600200"/>
            <a:ext cx="3048000" cy="2590800"/>
            <a:chOff x="8420100" y="1600200"/>
            <a:chExt cx="3048000" cy="2590800"/>
          </a:xfrm>
        </p:grpSpPr>
        <p:sp>
          <p:nvSpPr>
            <p:cNvPr id="77" name="node02.source-001.number"/>
            <p:cNvSpPr/>
            <p:nvPr/>
          </p:nvSpPr>
          <p:spPr>
            <a:xfrm>
              <a:off x="8420100" y="1600200"/>
              <a:ext cx="381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047FF"/>
                  </a:solidFill>
                  <a:latin typeface="IBM Plex Mono SemiBold"/>
                  <a:ea typeface="IBM Plex Mono SemiBold"/>
                  <a:cs typeface="IBM Plex Mono SemiBold"/>
                </a:rPr>
                <a:t>01</a:t>
              </a:r>
              <a:endParaRPr lang="en-US" sz="1200" spc="0" kern="0" b="0" i="0" dirty="0">
                <a:solidFill>
                  <a:srgbClr val="0047FF"/>
                </a:solidFill>
                <a:latin typeface="IBM Plex Mono SemiBold"/>
                <a:ea typeface="IBM Plex Mono SemiBold"/>
                <a:cs typeface="IBM Plex Mono SemiBold"/>
              </a:endParaRPr>
            </a:p>
          </p:txBody>
        </p:sp>
        <p:sp>
          <p:nvSpPr>
            <p:cNvPr id="78" name="node02.source-001.title"/>
            <p:cNvSpPr/>
            <p:nvPr/>
          </p:nvSpPr>
          <p:spPr>
            <a:xfrm>
              <a:off x="8953500" y="1600200"/>
              <a:ext cx="2514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Partner</a:t>
              </a:r>
              <a:endParaRPr lang="en-US" sz="1200" spc="0" kern="0" b="0" i="0" dirty="0">
                <a:solidFill>
                  <a:srgbClr val="070154"/>
                </a:solidFill>
                <a:latin typeface="IBM Plex Sans SemiBold"/>
                <a:ea typeface="IBM Plex Sans SemiBold"/>
                <a:cs typeface="IBM Plex Sans SemiBold"/>
              </a:endParaRPr>
            </a:p>
          </p:txBody>
        </p:sp>
        <p:sp>
          <p:nvSpPr>
            <p:cNvPr id="79" name="node02.source-001.text"/>
            <p:cNvSpPr/>
            <p:nvPr/>
          </p:nvSpPr>
          <p:spPr>
            <a:xfrm>
              <a:off x="8953500" y="1828800"/>
              <a:ext cx="2514600" cy="685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Chief medical officer, physician group and practice managers co-design the rollout.</a:t>
              </a:r>
              <a:endParaRPr lang="en-US" sz="1200" spc="0" kern="0" b="0" i="0" dirty="0">
                <a:solidFill>
                  <a:srgbClr val="50658E"/>
                </a:solidFill>
                <a:latin typeface="IBM Plex Sans"/>
                <a:ea typeface="IBM Plex Sans"/>
                <a:cs typeface="IBM Plex Sans"/>
              </a:endParaRPr>
            </a:p>
          </p:txBody>
        </p:sp>
        <p:sp>
          <p:nvSpPr>
            <p:cNvPr id="80" name="node02.source-002.number"/>
            <p:cNvSpPr/>
            <p:nvPr/>
          </p:nvSpPr>
          <p:spPr>
            <a:xfrm>
              <a:off x="8420100" y="2667000"/>
              <a:ext cx="381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047FF"/>
                  </a:solidFill>
                  <a:latin typeface="IBM Plex Mono SemiBold"/>
                  <a:ea typeface="IBM Plex Mono SemiBold"/>
                  <a:cs typeface="IBM Plex Mono SemiBold"/>
                </a:rPr>
                <a:t>02</a:t>
              </a:r>
              <a:endParaRPr lang="en-US" sz="1200" spc="0" kern="0" b="0" i="0" dirty="0">
                <a:solidFill>
                  <a:srgbClr val="0047FF"/>
                </a:solidFill>
                <a:latin typeface="IBM Plex Mono SemiBold"/>
                <a:ea typeface="IBM Plex Mono SemiBold"/>
                <a:cs typeface="IBM Plex Mono SemiBold"/>
              </a:endParaRPr>
            </a:p>
          </p:txBody>
        </p:sp>
        <p:sp>
          <p:nvSpPr>
            <p:cNvPr id="81" name="node02.source-002.title"/>
            <p:cNvSpPr/>
            <p:nvPr/>
          </p:nvSpPr>
          <p:spPr>
            <a:xfrm>
              <a:off x="8953500" y="2667000"/>
              <a:ext cx="2514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Support</a:t>
              </a:r>
              <a:endParaRPr lang="en-US" sz="1200" spc="0" kern="0" b="0" i="0" dirty="0">
                <a:solidFill>
                  <a:srgbClr val="070154"/>
                </a:solidFill>
                <a:latin typeface="IBM Plex Sans SemiBold"/>
                <a:ea typeface="IBM Plex Sans SemiBold"/>
                <a:cs typeface="IBM Plex Sans SemiBold"/>
              </a:endParaRPr>
            </a:p>
          </p:txBody>
        </p:sp>
        <p:sp>
          <p:nvSpPr>
            <p:cNvPr id="82" name="node02.source-002.text"/>
            <p:cNvSpPr/>
            <p:nvPr/>
          </p:nvSpPr>
          <p:spPr>
            <a:xfrm>
              <a:off x="8953500" y="2895600"/>
              <a:ext cx="25146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Schedulers and agents get coaching and a named champion.</a:t>
              </a:r>
              <a:endParaRPr lang="en-US" sz="1200" spc="0" kern="0" b="0" i="0" dirty="0">
                <a:solidFill>
                  <a:srgbClr val="50658E"/>
                </a:solidFill>
                <a:latin typeface="IBM Plex Sans"/>
                <a:ea typeface="IBM Plex Sans"/>
                <a:cs typeface="IBM Plex Sans"/>
              </a:endParaRPr>
            </a:p>
          </p:txBody>
        </p:sp>
        <p:sp>
          <p:nvSpPr>
            <p:cNvPr id="83" name="node02.source-003.number"/>
            <p:cNvSpPr/>
            <p:nvPr/>
          </p:nvSpPr>
          <p:spPr>
            <a:xfrm>
              <a:off x="8420100" y="3505200"/>
              <a:ext cx="381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047FF"/>
                  </a:solidFill>
                  <a:latin typeface="IBM Plex Mono SemiBold"/>
                  <a:ea typeface="IBM Plex Mono SemiBold"/>
                  <a:cs typeface="IBM Plex Mono SemiBold"/>
                </a:rPr>
                <a:t>03</a:t>
              </a:r>
              <a:endParaRPr lang="en-US" sz="1200" spc="0" kern="0" b="0" i="0" dirty="0">
                <a:solidFill>
                  <a:srgbClr val="0047FF"/>
                </a:solidFill>
                <a:latin typeface="IBM Plex Mono SemiBold"/>
                <a:ea typeface="IBM Plex Mono SemiBold"/>
                <a:cs typeface="IBM Plex Mono SemiBold"/>
              </a:endParaRPr>
            </a:p>
          </p:txBody>
        </p:sp>
        <p:sp>
          <p:nvSpPr>
            <p:cNvPr id="84" name="node02.source-003.title"/>
            <p:cNvSpPr/>
            <p:nvPr/>
          </p:nvSpPr>
          <p:spPr>
            <a:xfrm>
              <a:off x="8953500" y="3505200"/>
              <a:ext cx="2514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Inform</a:t>
              </a:r>
              <a:endParaRPr lang="en-US" sz="1200" spc="0" kern="0" b="0" i="0" dirty="0">
                <a:solidFill>
                  <a:srgbClr val="070154"/>
                </a:solidFill>
                <a:latin typeface="IBM Plex Sans SemiBold"/>
                <a:ea typeface="IBM Plex Sans SemiBold"/>
                <a:cs typeface="IBM Plex Sans SemiBold"/>
              </a:endParaRPr>
            </a:p>
          </p:txBody>
        </p:sp>
        <p:sp>
          <p:nvSpPr>
            <p:cNvPr id="85" name="node02.source-003.text"/>
            <p:cNvSpPr/>
            <p:nvPr/>
          </p:nvSpPr>
          <p:spPr>
            <a:xfrm>
              <a:off x="8953500" y="3733800"/>
              <a:ext cx="25146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Union and payer contacts get briefings ahead of each wave.</a:t>
              </a:r>
              <a:endParaRPr lang="en-US" sz="1200" spc="0" kern="0" b="0" i="0" dirty="0">
                <a:solidFill>
                  <a:srgbClr val="50658E"/>
                </a:solidFill>
                <a:latin typeface="IBM Plex Sans"/>
                <a:ea typeface="IBM Plex Sans"/>
                <a:cs typeface="IBM Plex Sans"/>
              </a:endParaRPr>
            </a:p>
          </p:txBody>
        </p:sp>
      </p:gr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name="source-510">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PROGRAM STATUS · SEP 2026</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One schedule slip puts the program at risk</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Northfield program office status report, 30 Sep 2026.</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166</a:t>
            </a:fld>
            <a:endParaRPr lang="en-US" sz="700" spc="0" kern="0" b="0" i="0" dirty="0">
              <a:solidFill>
                <a:srgbClr val="070154"/>
              </a:solidFill>
              <a:latin typeface="IBM Plex Mono SemiBold"/>
              <a:ea typeface="IBM Plex Mono SemiBold"/>
              <a:cs typeface="IBM Plex Mono SemiBold"/>
            </a:endParaRPr>
          </a:p>
        </p:txBody>
      </p:sp>
      <p:grpSp>
        <p:nvGrpSpPr>
          <p:cNvPr id="48" name="node01"/>
          <p:cNvGrpSpPr/>
          <p:nvPr/>
        </p:nvGrpSpPr>
        <p:grpSpPr>
          <a:xfrm>
            <a:off x="8953500" y="457200"/>
            <a:ext cx="2514600" cy="711200"/>
            <a:chOff x="8953500" y="457200"/>
            <a:chExt cx="2514600" cy="711200"/>
          </a:xfrm>
        </p:grpSpPr>
        <p:graphicFrame>
          <p:nvGraphicFramePr>
            <p:cNvPr id="7" name="node01.native"/>
            <p:cNvGraphicFramePr>
              <a:graphicFrameLocks noGrp="1"/>
            </p:cNvGraphicFramePr>
            <p:nvPr>
              <p:extLst>
                <p:ext uri="{D42A27DB-BD31-4B8C-83A1-F6EECF244321}">
                  <p14:modId xmlns:p14="http://schemas.microsoft.com/office/powerpoint/2010/main" val="1579011935"/>
                </p:ext>
              </p:extLst>
            </p:nvPr>
          </p:nvGraphicFramePr>
          <p:xfrm>
            <a:off x="8953500" y="457200"/>
            <a:ext cx="2514600" cy="711200"/>
          </p:xfrm>
          <a:graphic>
            <a:graphicData uri="http://schemas.openxmlformats.org/drawingml/2006/table">
              <a:tbl>
                <a:tblPr/>
                <a:tblGrid>
                  <a:gridCol w="2514600"/>
                </a:tblGrid>
                <a:tr h="355600">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OVERALL STATUS</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r>
                <a:tr h="3556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At risk</a:t>
                        </a:r>
                        <a:endParaRPr lang="en-US" sz="1200" spc="0" kern="0" b="0" i="0" dirty="0">
                          <a:solidFill>
                            <a:srgbClr val="070154"/>
                          </a:solidFill>
                          <a:latin typeface="IBM Plex Sans"/>
                          <a:ea typeface="IBM Plex Sans"/>
                          <a:cs typeface="IBM Plex Sans"/>
                        </a:endParaRPr>
                      </a:p>
                    </a:txBody>
                    <a:tcPr marL="330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bl>
            </a:graphicData>
          </a:graphic>
        </p:graphicFrame>
        <p:sp>
          <p:nvSpPr>
            <p:cNvPr id="8" name="node01.row.item-001.s.status-mark"/>
            <p:cNvSpPr/>
            <p:nvPr/>
          </p:nvSpPr>
          <p:spPr>
            <a:xfrm>
              <a:off x="9112250" y="946150"/>
              <a:ext cx="88900" cy="88900"/>
            </a:xfrm>
            <a:prstGeom prst="rect">
              <a:avLst/>
            </a:prstGeom>
            <a:solidFill>
              <a:srgbClr val="FFC700"/>
            </a:solidFill>
            <a:ln w="12700">
              <a:solidFill>
                <a:srgbClr val="070154"/>
              </a:solidFill>
              <a:prstDash val="solid"/>
            </a:ln>
          </p:spPr>
        </p:sp>
      </p:grpSp>
      <p:grpSp>
        <p:nvGrpSpPr>
          <p:cNvPr id="49" name="node02"/>
          <p:cNvGrpSpPr/>
          <p:nvPr/>
        </p:nvGrpSpPr>
        <p:grpSpPr>
          <a:xfrm>
            <a:off x="723900" y="1600200"/>
            <a:ext cx="5257800" cy="2082800"/>
            <a:chOff x="723900" y="1600200"/>
            <a:chExt cx="5257800" cy="2082800"/>
          </a:xfrm>
        </p:grpSpPr>
        <p:graphicFrame>
          <p:nvGraphicFramePr>
            <p:cNvPr id="9" name="node02.native"/>
            <p:cNvGraphicFramePr>
              <a:graphicFrameLocks noGrp="1"/>
            </p:cNvGraphicFramePr>
            <p:nvPr>
              <p:extLst>
                <p:ext uri="{D42A27DB-BD31-4B8C-83A1-F6EECF244321}">
                  <p14:modId xmlns:p14="http://schemas.microsoft.com/office/powerpoint/2010/main" val="1579011935"/>
                </p:ext>
              </p:extLst>
            </p:nvPr>
          </p:nvGraphicFramePr>
          <p:xfrm>
            <a:off x="723900" y="1600200"/>
            <a:ext cx="5257800" cy="2082800"/>
          </p:xfrm>
          <a:graphic>
            <a:graphicData uri="http://schemas.openxmlformats.org/drawingml/2006/table">
              <a:tbl>
                <a:tblPr/>
                <a:tblGrid>
                  <a:gridCol w="990600"/>
                  <a:gridCol w="1371600"/>
                  <a:gridCol w="2895600"/>
                </a:tblGrid>
                <a:tr h="304800">
                  <a:tc gridSpan="3">
                    <a:txBody>
                      <a:bodyPr wrap="square" anchor="ctr" lIns="0" rIns="0" tIns="0" bIns="0">
                        <a:noAutofit/>
                      </a:bodyPr>
                      <a:lstStyle/>
                      <a:p>
                        <a:pPr algn="ctr"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STATUS BY AREA</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2700" cap="flat" cmpd="sng" algn="ctr">
                        <a:solidFill>
                          <a:srgbClr val="070154"/>
                        </a:solidFill>
                        <a:prstDash val="solid"/>
                        <a:round/>
                        <a:headEnd type="none" w="med" len="med"/>
                        <a:tailEnd type="none" w="med" len="med"/>
                      </a:lnB>
                      <a:solidFill>
                        <a:srgbClr val="FFFFFF"/>
                      </a:solidFill>
                    </a:tcPr>
                  </a:tc>
                  <a:tc hMerge="1">
                    <a:txBody>
                      <a:bodyPr wrap="square" anchor="ctr" lIns="0" rIns="0" tIns="0" bIns="0">
                        <a:noAutofit/>
                      </a:bodyPr>
                      <a:lstStyle/>
                      <a:p>
                        <a:pPr algn="ctr"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endParaRPr lang="en-US" sz="900" spc="54" kern="0" b="0" i="0" dirty="0">
                          <a:solidFill>
                            <a:srgbClr val="070154"/>
                          </a:solidFill>
                          <a:latin typeface="IBM Plex Mono SemiBold"/>
                          <a:ea typeface="IBM Plex Mono SemiBold"/>
                          <a:cs typeface="IBM Plex Mono SemiBold"/>
                        </a:endParaRPr>
                      </a:p>
                    </a:txBody>
                    <a:tcPr/>
                  </a:tc>
                  <a:tc hMerge="1">
                    <a:txBody>
                      <a:bodyPr wrap="square" anchor="ctr" lIns="0" rIns="0" tIns="0" bIns="0">
                        <a:noAutofit/>
                      </a:bodyPr>
                      <a:lstStyle/>
                      <a:p>
                        <a:pPr algn="ctr"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endParaRPr lang="en-US" sz="900" spc="54" kern="0" b="0" i="0" dirty="0">
                          <a:solidFill>
                            <a:srgbClr val="070154"/>
                          </a:solidFill>
                          <a:latin typeface="IBM Plex Mono SemiBold"/>
                          <a:ea typeface="IBM Plex Mono SemiBold"/>
                          <a:cs typeface="IBM Plex Mono SemiBold"/>
                        </a:endParaRPr>
                      </a:p>
                    </a:txBody>
                    <a:tcPr/>
                  </a:tc>
                </a:tr>
                <a:tr h="355600">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AREA</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STATUS</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THIS PERIOD</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r>
                <a:tr h="3556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Scope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On track</a:t>
                        </a:r>
                        <a:endParaRPr lang="en-US" sz="1200" spc="0" kern="0" b="0" i="0" dirty="0">
                          <a:solidFill>
                            <a:srgbClr val="070154"/>
                          </a:solidFill>
                          <a:latin typeface="IBM Plex Sans"/>
                          <a:ea typeface="IBM Plex Sans"/>
                          <a:cs typeface="IBM Plex Sans"/>
                        </a:endParaRPr>
                      </a:p>
                    </a:txBody>
                    <a:tcPr marL="330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Two change requests approved</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556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Schedule</a:t>
                        </a:r>
                        <a:endParaRPr lang="en-US" sz="1200" spc="0" kern="0" b="0" i="0" dirty="0">
                          <a:solidFill>
                            <a:srgbClr val="070154"/>
                          </a:solidFill>
                          <a:latin typeface="IBM Plex Sans"/>
                          <a:ea typeface="IBM Plex Sans"/>
                          <a:cs typeface="IBM Plex Sans"/>
                        </a:endParaRPr>
                      </a:p>
                    </a:txBody>
                    <a:tcPr marL="76200" marR="762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At risk</a:t>
                        </a:r>
                        <a:endParaRPr lang="en-US" sz="1200" spc="0" kern="0" b="0" i="0" dirty="0">
                          <a:solidFill>
                            <a:srgbClr val="070154"/>
                          </a:solidFill>
                          <a:latin typeface="IBM Plex Sans"/>
                          <a:ea typeface="IBM Plex Sans"/>
                          <a:cs typeface="IBM Plex Sans"/>
                        </a:endParaRPr>
                      </a:p>
                    </a:txBody>
                    <a:tcPr marL="330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Wave 2 cutover slips six days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556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Budget</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On track</a:t>
                        </a:r>
                        <a:endParaRPr lang="en-US" sz="1200" spc="0" kern="0" b="0" i="0" dirty="0">
                          <a:solidFill>
                            <a:srgbClr val="070154"/>
                          </a:solidFill>
                          <a:latin typeface="IBM Plex Sans"/>
                          <a:ea typeface="IBM Plex Sans"/>
                          <a:cs typeface="IBM Plex Sans"/>
                        </a:endParaRPr>
                      </a:p>
                    </a:txBody>
                    <a:tcPr marL="330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$0.2M under plan to date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556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Risks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At risk</a:t>
                        </a:r>
                        <a:endParaRPr lang="en-US" sz="1200" spc="0" kern="0" b="0" i="0" dirty="0">
                          <a:solidFill>
                            <a:srgbClr val="070154"/>
                          </a:solidFill>
                          <a:latin typeface="IBM Plex Sans"/>
                          <a:ea typeface="IBM Plex Sans"/>
                          <a:cs typeface="IBM Plex Sans"/>
                        </a:endParaRPr>
                      </a:p>
                    </a:txBody>
                    <a:tcPr marL="330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Two high risks, both owned</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bl>
            </a:graphicData>
          </a:graphic>
        </p:graphicFrame>
        <p:sp>
          <p:nvSpPr>
            <p:cNvPr id="10" name="node02.row.item-001.st.status-mark"/>
            <p:cNvSpPr/>
            <p:nvPr/>
          </p:nvSpPr>
          <p:spPr>
            <a:xfrm>
              <a:off x="1873250" y="2393950"/>
              <a:ext cx="88900" cy="88900"/>
            </a:xfrm>
            <a:prstGeom prst="rect">
              <a:avLst/>
            </a:prstGeom>
            <a:solidFill>
              <a:srgbClr val="1DD566"/>
            </a:solidFill>
            <a:ln w="12700">
              <a:solidFill>
                <a:srgbClr val="070154"/>
              </a:solidFill>
              <a:prstDash val="solid"/>
            </a:ln>
          </p:spPr>
        </p:sp>
        <p:sp>
          <p:nvSpPr>
            <p:cNvPr id="11" name="node02.row.item-002.st.status-mark"/>
            <p:cNvSpPr/>
            <p:nvPr/>
          </p:nvSpPr>
          <p:spPr>
            <a:xfrm>
              <a:off x="1873250" y="2749550"/>
              <a:ext cx="88900" cy="88900"/>
            </a:xfrm>
            <a:prstGeom prst="rect">
              <a:avLst/>
            </a:prstGeom>
            <a:solidFill>
              <a:srgbClr val="FFC700"/>
            </a:solidFill>
            <a:ln w="12700">
              <a:solidFill>
                <a:srgbClr val="070154"/>
              </a:solidFill>
              <a:prstDash val="solid"/>
            </a:ln>
          </p:spPr>
        </p:sp>
        <p:sp>
          <p:nvSpPr>
            <p:cNvPr id="12" name="node02.row.item-003.st.status-mark"/>
            <p:cNvSpPr/>
            <p:nvPr/>
          </p:nvSpPr>
          <p:spPr>
            <a:xfrm>
              <a:off x="1873250" y="3105150"/>
              <a:ext cx="88900" cy="88900"/>
            </a:xfrm>
            <a:prstGeom prst="rect">
              <a:avLst/>
            </a:prstGeom>
            <a:solidFill>
              <a:srgbClr val="1DD566"/>
            </a:solidFill>
            <a:ln w="12700">
              <a:solidFill>
                <a:srgbClr val="070154"/>
              </a:solidFill>
              <a:prstDash val="solid"/>
            </a:ln>
          </p:spPr>
        </p:sp>
        <p:sp>
          <p:nvSpPr>
            <p:cNvPr id="13" name="node02.row.item-004.st.status-mark"/>
            <p:cNvSpPr/>
            <p:nvPr/>
          </p:nvSpPr>
          <p:spPr>
            <a:xfrm>
              <a:off x="1873250" y="3460750"/>
              <a:ext cx="88900" cy="88900"/>
            </a:xfrm>
            <a:prstGeom prst="rect">
              <a:avLst/>
            </a:prstGeom>
            <a:solidFill>
              <a:srgbClr val="FFC700"/>
            </a:solidFill>
            <a:ln w="12700">
              <a:solidFill>
                <a:srgbClr val="070154"/>
              </a:solidFill>
              <a:prstDash val="solid"/>
            </a:ln>
          </p:spPr>
        </p:sp>
      </p:grpSp>
      <p:grpSp>
        <p:nvGrpSpPr>
          <p:cNvPr id="50" name="node03"/>
          <p:cNvGrpSpPr/>
          <p:nvPr/>
        </p:nvGrpSpPr>
        <p:grpSpPr>
          <a:xfrm>
            <a:off x="6210300" y="1600200"/>
            <a:ext cx="2514600" cy="228600"/>
            <a:chOff x="6210300" y="1600200"/>
            <a:chExt cx="2514600" cy="228600"/>
          </a:xfrm>
        </p:grpSpPr>
        <p:sp>
          <p:nvSpPr>
            <p:cNvPr id="14" name="node03.label"/>
            <p:cNvSpPr/>
            <p:nvPr/>
          </p:nvSpPr>
          <p:spPr>
            <a:xfrm>
              <a:off x="6210300" y="1600200"/>
              <a:ext cx="1602941"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COMPLETED THIS PERIOD</a:t>
              </a:r>
              <a:endParaRPr lang="en-US" sz="900" spc="54" kern="0" b="0" i="0" dirty="0">
                <a:solidFill>
                  <a:srgbClr val="50658E"/>
                </a:solidFill>
                <a:latin typeface="IBM Plex Mono Medium"/>
                <a:ea typeface="IBM Plex Mono Medium"/>
                <a:cs typeface="IBM Plex Mono Medium"/>
              </a:endParaRPr>
            </a:p>
          </p:txBody>
        </p:sp>
        <p:sp>
          <p:nvSpPr>
            <p:cNvPr id="15" name="node03.rule"/>
            <p:cNvSpPr/>
            <p:nvPr/>
          </p:nvSpPr>
          <p:spPr>
            <a:xfrm>
              <a:off x="7940241" y="1709738"/>
              <a:ext cx="784659" cy="9525"/>
            </a:xfrm>
            <a:prstGeom prst="rect">
              <a:avLst/>
            </a:prstGeom>
            <a:solidFill>
              <a:srgbClr val="CED7E6"/>
            </a:solidFill>
            <a:ln>
              <a:noFill/>
            </a:ln>
          </p:spPr>
        </p:sp>
      </p:grpSp>
      <p:grpSp>
        <p:nvGrpSpPr>
          <p:cNvPr id="51" name="node04"/>
          <p:cNvGrpSpPr/>
          <p:nvPr/>
        </p:nvGrpSpPr>
        <p:grpSpPr>
          <a:xfrm>
            <a:off x="6210300" y="1981200"/>
            <a:ext cx="2514600" cy="1028700"/>
            <a:chOff x="6210300" y="1981200"/>
            <a:chExt cx="2514600" cy="1028700"/>
          </a:xfrm>
        </p:grpSpPr>
        <p:sp>
          <p:nvSpPr>
            <p:cNvPr id="16" name="node04.source-001.bullet"/>
            <p:cNvSpPr/>
            <p:nvPr/>
          </p:nvSpPr>
          <p:spPr>
            <a:xfrm>
              <a:off x="6210300" y="2070100"/>
              <a:ext cx="38100" cy="38100"/>
            </a:xfrm>
            <a:prstGeom prst="rect">
              <a:avLst/>
            </a:prstGeom>
            <a:solidFill>
              <a:srgbClr val="070154"/>
            </a:solidFill>
            <a:ln>
              <a:noFill/>
            </a:ln>
          </p:spPr>
        </p:sp>
        <p:sp>
          <p:nvSpPr>
            <p:cNvPr id="17" name="node04.source-001.text"/>
            <p:cNvSpPr/>
            <p:nvPr/>
          </p:nvSpPr>
          <p:spPr>
            <a:xfrm>
              <a:off x="6362700" y="19812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Wave 1 entities live</a:t>
              </a:r>
              <a:endParaRPr lang="en-US" sz="1200" spc="0" kern="0" b="0" i="0" dirty="0">
                <a:solidFill>
                  <a:srgbClr val="070154"/>
                </a:solidFill>
                <a:latin typeface="IBM Plex Sans"/>
                <a:ea typeface="IBM Plex Sans"/>
                <a:cs typeface="IBM Plex Sans"/>
              </a:endParaRPr>
            </a:p>
          </p:txBody>
        </p:sp>
        <p:sp>
          <p:nvSpPr>
            <p:cNvPr id="18" name="node04.source-002.bullet"/>
            <p:cNvSpPr/>
            <p:nvPr/>
          </p:nvSpPr>
          <p:spPr>
            <a:xfrm>
              <a:off x="6210300" y="2336800"/>
              <a:ext cx="38100" cy="38100"/>
            </a:xfrm>
            <a:prstGeom prst="rect">
              <a:avLst/>
            </a:prstGeom>
            <a:solidFill>
              <a:srgbClr val="070154"/>
            </a:solidFill>
            <a:ln>
              <a:noFill/>
            </a:ln>
          </p:spPr>
        </p:sp>
        <p:sp>
          <p:nvSpPr>
            <p:cNvPr id="19" name="node04.source-002.text"/>
            <p:cNvSpPr/>
            <p:nvPr/>
          </p:nvSpPr>
          <p:spPr>
            <a:xfrm>
              <a:off x="6362700" y="22479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Journal rules signed off</a:t>
              </a:r>
              <a:endParaRPr lang="en-US" sz="1200" spc="0" kern="0" b="0" i="0" dirty="0">
                <a:solidFill>
                  <a:srgbClr val="070154"/>
                </a:solidFill>
                <a:latin typeface="IBM Plex Sans"/>
                <a:ea typeface="IBM Plex Sans"/>
                <a:cs typeface="IBM Plex Sans"/>
              </a:endParaRPr>
            </a:p>
          </p:txBody>
        </p:sp>
        <p:sp>
          <p:nvSpPr>
            <p:cNvPr id="20" name="node04.source-003.bullet"/>
            <p:cNvSpPr/>
            <p:nvPr/>
          </p:nvSpPr>
          <p:spPr>
            <a:xfrm>
              <a:off x="6210300" y="2603500"/>
              <a:ext cx="38100" cy="38100"/>
            </a:xfrm>
            <a:prstGeom prst="rect">
              <a:avLst/>
            </a:prstGeom>
            <a:solidFill>
              <a:srgbClr val="070154"/>
            </a:solidFill>
            <a:ln>
              <a:noFill/>
            </a:ln>
          </p:spPr>
        </p:sp>
        <p:sp>
          <p:nvSpPr>
            <p:cNvPr id="21" name="node04.source-003.text"/>
            <p:cNvSpPr/>
            <p:nvPr/>
          </p:nvSpPr>
          <p:spPr>
            <a:xfrm>
              <a:off x="6362700" y="25146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Close calendar published</a:t>
              </a:r>
              <a:endParaRPr lang="en-US" sz="1200" spc="0" kern="0" b="0" i="0" dirty="0">
                <a:solidFill>
                  <a:srgbClr val="070154"/>
                </a:solidFill>
                <a:latin typeface="IBM Plex Sans"/>
                <a:ea typeface="IBM Plex Sans"/>
                <a:cs typeface="IBM Plex Sans"/>
              </a:endParaRPr>
            </a:p>
          </p:txBody>
        </p:sp>
        <p:sp>
          <p:nvSpPr>
            <p:cNvPr id="22" name="node04.source-004.bullet"/>
            <p:cNvSpPr/>
            <p:nvPr/>
          </p:nvSpPr>
          <p:spPr>
            <a:xfrm>
              <a:off x="6210300" y="2870200"/>
              <a:ext cx="38100" cy="38100"/>
            </a:xfrm>
            <a:prstGeom prst="rect">
              <a:avLst/>
            </a:prstGeom>
            <a:solidFill>
              <a:srgbClr val="070154"/>
            </a:solidFill>
            <a:ln>
              <a:noFill/>
            </a:ln>
          </p:spPr>
        </p:sp>
        <p:sp>
          <p:nvSpPr>
            <p:cNvPr id="23" name="node04.source-004.text"/>
            <p:cNvSpPr/>
            <p:nvPr/>
          </p:nvSpPr>
          <p:spPr>
            <a:xfrm>
              <a:off x="6362700" y="27813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Training cohort one done</a:t>
              </a:r>
              <a:endParaRPr lang="en-US" sz="1200" spc="0" kern="0" b="0" i="0" dirty="0">
                <a:solidFill>
                  <a:srgbClr val="070154"/>
                </a:solidFill>
                <a:latin typeface="IBM Plex Sans"/>
                <a:ea typeface="IBM Plex Sans"/>
                <a:cs typeface="IBM Plex Sans"/>
              </a:endParaRPr>
            </a:p>
          </p:txBody>
        </p:sp>
      </p:grpSp>
      <p:grpSp>
        <p:nvGrpSpPr>
          <p:cNvPr id="52" name="node05"/>
          <p:cNvGrpSpPr/>
          <p:nvPr/>
        </p:nvGrpSpPr>
        <p:grpSpPr>
          <a:xfrm>
            <a:off x="8953500" y="1600200"/>
            <a:ext cx="2514600" cy="228600"/>
            <a:chOff x="8953500" y="1600200"/>
            <a:chExt cx="2514600" cy="228600"/>
          </a:xfrm>
        </p:grpSpPr>
        <p:sp>
          <p:nvSpPr>
            <p:cNvPr id="24" name="node05.label"/>
            <p:cNvSpPr/>
            <p:nvPr/>
          </p:nvSpPr>
          <p:spPr>
            <a:xfrm>
              <a:off x="8953500" y="1600200"/>
              <a:ext cx="1452699"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PLANNED NEXT PERIOD</a:t>
              </a:r>
              <a:endParaRPr lang="en-US" sz="900" spc="54" kern="0" b="0" i="0" dirty="0">
                <a:solidFill>
                  <a:srgbClr val="50658E"/>
                </a:solidFill>
                <a:latin typeface="IBM Plex Mono Medium"/>
                <a:ea typeface="IBM Plex Mono Medium"/>
                <a:cs typeface="IBM Plex Mono Medium"/>
              </a:endParaRPr>
            </a:p>
          </p:txBody>
        </p:sp>
        <p:sp>
          <p:nvSpPr>
            <p:cNvPr id="25" name="node05.rule"/>
            <p:cNvSpPr/>
            <p:nvPr/>
          </p:nvSpPr>
          <p:spPr>
            <a:xfrm>
              <a:off x="10533199" y="1709738"/>
              <a:ext cx="934901" cy="9525"/>
            </a:xfrm>
            <a:prstGeom prst="rect">
              <a:avLst/>
            </a:prstGeom>
            <a:solidFill>
              <a:srgbClr val="CED7E6"/>
            </a:solidFill>
            <a:ln>
              <a:noFill/>
            </a:ln>
          </p:spPr>
        </p:sp>
      </p:grpSp>
      <p:grpSp>
        <p:nvGrpSpPr>
          <p:cNvPr id="53" name="node06"/>
          <p:cNvGrpSpPr/>
          <p:nvPr/>
        </p:nvGrpSpPr>
        <p:grpSpPr>
          <a:xfrm>
            <a:off x="8953500" y="1981200"/>
            <a:ext cx="2514600" cy="1028700"/>
            <a:chOff x="8953500" y="1981200"/>
            <a:chExt cx="2514600" cy="1028700"/>
          </a:xfrm>
        </p:grpSpPr>
        <p:sp>
          <p:nvSpPr>
            <p:cNvPr id="26" name="node06.source-001.bullet"/>
            <p:cNvSpPr/>
            <p:nvPr/>
          </p:nvSpPr>
          <p:spPr>
            <a:xfrm>
              <a:off x="8953500" y="2070100"/>
              <a:ext cx="38100" cy="38100"/>
            </a:xfrm>
            <a:prstGeom prst="rect">
              <a:avLst/>
            </a:prstGeom>
            <a:solidFill>
              <a:srgbClr val="070154"/>
            </a:solidFill>
            <a:ln>
              <a:noFill/>
            </a:ln>
          </p:spPr>
        </p:sp>
        <p:sp>
          <p:nvSpPr>
            <p:cNvPr id="27" name="node06.source-001.text"/>
            <p:cNvSpPr/>
            <p:nvPr/>
          </p:nvSpPr>
          <p:spPr>
            <a:xfrm>
              <a:off x="9105900" y="19812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Wave 2 data migration</a:t>
              </a:r>
              <a:endParaRPr lang="en-US" sz="1200" spc="0" kern="0" b="0" i="0" dirty="0">
                <a:solidFill>
                  <a:srgbClr val="070154"/>
                </a:solidFill>
                <a:latin typeface="IBM Plex Sans"/>
                <a:ea typeface="IBM Plex Sans"/>
                <a:cs typeface="IBM Plex Sans"/>
              </a:endParaRPr>
            </a:p>
          </p:txBody>
        </p:sp>
        <p:sp>
          <p:nvSpPr>
            <p:cNvPr id="28" name="node06.source-002.bullet"/>
            <p:cNvSpPr/>
            <p:nvPr/>
          </p:nvSpPr>
          <p:spPr>
            <a:xfrm>
              <a:off x="8953500" y="2336800"/>
              <a:ext cx="38100" cy="38100"/>
            </a:xfrm>
            <a:prstGeom prst="rect">
              <a:avLst/>
            </a:prstGeom>
            <a:solidFill>
              <a:srgbClr val="070154"/>
            </a:solidFill>
            <a:ln>
              <a:noFill/>
            </a:ln>
          </p:spPr>
        </p:sp>
        <p:sp>
          <p:nvSpPr>
            <p:cNvPr id="29" name="node06.source-002.text"/>
            <p:cNvSpPr/>
            <p:nvPr/>
          </p:nvSpPr>
          <p:spPr>
            <a:xfrm>
              <a:off x="9105900" y="22479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User acceptance testing</a:t>
              </a:r>
              <a:endParaRPr lang="en-US" sz="1200" spc="0" kern="0" b="0" i="0" dirty="0">
                <a:solidFill>
                  <a:srgbClr val="070154"/>
                </a:solidFill>
                <a:latin typeface="IBM Plex Sans"/>
                <a:ea typeface="IBM Plex Sans"/>
                <a:cs typeface="IBM Plex Sans"/>
              </a:endParaRPr>
            </a:p>
          </p:txBody>
        </p:sp>
        <p:sp>
          <p:nvSpPr>
            <p:cNvPr id="30" name="node06.source-003.bullet"/>
            <p:cNvSpPr/>
            <p:nvPr/>
          </p:nvSpPr>
          <p:spPr>
            <a:xfrm>
              <a:off x="8953500" y="2603500"/>
              <a:ext cx="38100" cy="38100"/>
            </a:xfrm>
            <a:prstGeom prst="rect">
              <a:avLst/>
            </a:prstGeom>
            <a:solidFill>
              <a:srgbClr val="070154"/>
            </a:solidFill>
            <a:ln>
              <a:noFill/>
            </a:ln>
          </p:spPr>
        </p:sp>
        <p:sp>
          <p:nvSpPr>
            <p:cNvPr id="31" name="node06.source-003.text"/>
            <p:cNvSpPr/>
            <p:nvPr/>
          </p:nvSpPr>
          <p:spPr>
            <a:xfrm>
              <a:off x="9105900" y="25146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Cutover go or no-go</a:t>
              </a:r>
              <a:endParaRPr lang="en-US" sz="1200" spc="0" kern="0" b="0" i="0" dirty="0">
                <a:solidFill>
                  <a:srgbClr val="070154"/>
                </a:solidFill>
                <a:latin typeface="IBM Plex Sans"/>
                <a:ea typeface="IBM Plex Sans"/>
                <a:cs typeface="IBM Plex Sans"/>
              </a:endParaRPr>
            </a:p>
          </p:txBody>
        </p:sp>
        <p:sp>
          <p:nvSpPr>
            <p:cNvPr id="32" name="node06.source-004.bullet"/>
            <p:cNvSpPr/>
            <p:nvPr/>
          </p:nvSpPr>
          <p:spPr>
            <a:xfrm>
              <a:off x="8953500" y="2870200"/>
              <a:ext cx="38100" cy="38100"/>
            </a:xfrm>
            <a:prstGeom prst="rect">
              <a:avLst/>
            </a:prstGeom>
            <a:solidFill>
              <a:srgbClr val="070154"/>
            </a:solidFill>
            <a:ln>
              <a:noFill/>
            </a:ln>
          </p:spPr>
        </p:sp>
        <p:sp>
          <p:nvSpPr>
            <p:cNvPr id="33" name="node06.source-004.text"/>
            <p:cNvSpPr/>
            <p:nvPr/>
          </p:nvSpPr>
          <p:spPr>
            <a:xfrm>
              <a:off x="9105900" y="27813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Cockpit design review</a:t>
              </a:r>
              <a:endParaRPr lang="en-US" sz="1200" spc="0" kern="0" b="0" i="0" dirty="0">
                <a:solidFill>
                  <a:srgbClr val="070154"/>
                </a:solidFill>
                <a:latin typeface="IBM Plex Sans"/>
                <a:ea typeface="IBM Plex Sans"/>
                <a:cs typeface="IBM Plex Sans"/>
              </a:endParaRPr>
            </a:p>
          </p:txBody>
        </p:sp>
      </p:grpSp>
      <p:grpSp>
        <p:nvGrpSpPr>
          <p:cNvPr id="54" name="node07"/>
          <p:cNvGrpSpPr/>
          <p:nvPr/>
        </p:nvGrpSpPr>
        <p:grpSpPr>
          <a:xfrm>
            <a:off x="723900" y="3886200"/>
            <a:ext cx="7086600" cy="1727200"/>
            <a:chOff x="723900" y="3886200"/>
            <a:chExt cx="7086600" cy="1727200"/>
          </a:xfrm>
        </p:grpSpPr>
        <p:graphicFrame>
          <p:nvGraphicFramePr>
            <p:cNvPr id="34" name="node07.native"/>
            <p:cNvGraphicFramePr>
              <a:graphicFrameLocks noGrp="1"/>
            </p:cNvGraphicFramePr>
            <p:nvPr>
              <p:extLst>
                <p:ext uri="{D42A27DB-BD31-4B8C-83A1-F6EECF244321}">
                  <p14:modId xmlns:p14="http://schemas.microsoft.com/office/powerpoint/2010/main" val="1579011935"/>
                </p:ext>
              </p:extLst>
            </p:nvPr>
          </p:nvGraphicFramePr>
          <p:xfrm>
            <a:off x="723900" y="3886200"/>
            <a:ext cx="7086600" cy="1727200"/>
          </p:xfrm>
          <a:graphic>
            <a:graphicData uri="http://schemas.openxmlformats.org/drawingml/2006/table">
              <a:tbl>
                <a:tblPr/>
                <a:tblGrid>
                  <a:gridCol w="1828800"/>
                  <a:gridCol w="1066800"/>
                  <a:gridCol w="1219200"/>
                  <a:gridCol w="1828800"/>
                  <a:gridCol w="1143000"/>
                </a:tblGrid>
                <a:tr h="304800">
                  <a:tc gridSpan="5">
                    <a:txBody>
                      <a:bodyPr wrap="square" anchor="ctr" lIns="0" rIns="0" tIns="0" bIns="0">
                        <a:noAutofit/>
                      </a:bodyPr>
                      <a:lstStyle/>
                      <a:p>
                        <a:pPr algn="ctr"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RISK REGISTER</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2700" cap="flat" cmpd="sng" algn="ctr">
                        <a:solidFill>
                          <a:srgbClr val="070154"/>
                        </a:solidFill>
                        <a:prstDash val="solid"/>
                        <a:round/>
                        <a:headEnd type="none" w="med" len="med"/>
                        <a:tailEnd type="none" w="med" len="med"/>
                      </a:lnB>
                      <a:solidFill>
                        <a:srgbClr val="FFFFFF"/>
                      </a:solidFill>
                    </a:tcPr>
                  </a:tc>
                  <a:tc hMerge="1">
                    <a:txBody>
                      <a:bodyPr wrap="square" anchor="ctr" lIns="0" rIns="0" tIns="0" bIns="0">
                        <a:noAutofit/>
                      </a:bodyPr>
                      <a:lstStyle/>
                      <a:p>
                        <a:pPr algn="ctr"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endParaRPr lang="en-US" sz="900" spc="54" kern="0" b="0" i="0" dirty="0">
                          <a:solidFill>
                            <a:srgbClr val="070154"/>
                          </a:solidFill>
                          <a:latin typeface="IBM Plex Mono SemiBold"/>
                          <a:ea typeface="IBM Plex Mono SemiBold"/>
                          <a:cs typeface="IBM Plex Mono SemiBold"/>
                        </a:endParaRPr>
                      </a:p>
                    </a:txBody>
                    <a:tcPr/>
                  </a:tc>
                  <a:tc hMerge="1">
                    <a:txBody>
                      <a:bodyPr wrap="square" anchor="ctr" lIns="0" rIns="0" tIns="0" bIns="0">
                        <a:noAutofit/>
                      </a:bodyPr>
                      <a:lstStyle/>
                      <a:p>
                        <a:pPr algn="ctr"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endParaRPr lang="en-US" sz="900" spc="54" kern="0" b="0" i="0" dirty="0">
                          <a:solidFill>
                            <a:srgbClr val="070154"/>
                          </a:solidFill>
                          <a:latin typeface="IBM Plex Mono SemiBold"/>
                          <a:ea typeface="IBM Plex Mono SemiBold"/>
                          <a:cs typeface="IBM Plex Mono SemiBold"/>
                        </a:endParaRPr>
                      </a:p>
                    </a:txBody>
                    <a:tcPr/>
                  </a:tc>
                  <a:tc hMerge="1">
                    <a:txBody>
                      <a:bodyPr wrap="square" anchor="ctr" lIns="0" rIns="0" tIns="0" bIns="0">
                        <a:noAutofit/>
                      </a:bodyPr>
                      <a:lstStyle/>
                      <a:p>
                        <a:pPr algn="ctr"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endParaRPr lang="en-US" sz="900" spc="54" kern="0" b="0" i="0" dirty="0">
                          <a:solidFill>
                            <a:srgbClr val="070154"/>
                          </a:solidFill>
                          <a:latin typeface="IBM Plex Mono SemiBold"/>
                          <a:ea typeface="IBM Plex Mono SemiBold"/>
                          <a:cs typeface="IBM Plex Mono SemiBold"/>
                        </a:endParaRPr>
                      </a:p>
                    </a:txBody>
                    <a:tcPr/>
                  </a:tc>
                  <a:tc hMerge="1">
                    <a:txBody>
                      <a:bodyPr wrap="square" anchor="ctr" lIns="0" rIns="0" tIns="0" bIns="0">
                        <a:noAutofit/>
                      </a:bodyPr>
                      <a:lstStyle/>
                      <a:p>
                        <a:pPr algn="ctr"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endParaRPr lang="en-US" sz="900" spc="54" kern="0" b="0" i="0" dirty="0">
                          <a:solidFill>
                            <a:srgbClr val="070154"/>
                          </a:solidFill>
                          <a:latin typeface="IBM Plex Mono SemiBold"/>
                          <a:ea typeface="IBM Plex Mono SemiBold"/>
                          <a:cs typeface="IBM Plex Mono SemiBold"/>
                        </a:endParaRPr>
                      </a:p>
                    </a:txBody>
                    <a:tcPr/>
                  </a:tc>
                </a:tr>
                <a:tr h="355600">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RISK</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LIKELIHOOD</a:t>
                        </a:r>
                        <a:endParaRPr lang="en-US" sz="900" spc="54" kern="0" b="0" i="0" dirty="0">
                          <a:solidFill>
                            <a:srgbClr val="070154"/>
                          </a:solidFill>
                          <a:latin typeface="IBM Plex Mono SemiBold"/>
                          <a:ea typeface="IBM Plex Mono SemiBold"/>
                          <a:cs typeface="IBM Plex Mono SemiBold"/>
                        </a:endParaRPr>
                      </a:p>
                    </a:txBody>
                    <a:tcPr marL="76200" marR="762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OWNER</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MITIGATION</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STATUS</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r>
                <a:tr h="3556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Late data extracts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High</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Finance IT</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Daily extract check</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At risk</a:t>
                        </a:r>
                        <a:endParaRPr lang="en-US" sz="1200" spc="0" kern="0" b="0" i="0" dirty="0">
                          <a:solidFill>
                            <a:srgbClr val="070154"/>
                          </a:solidFill>
                          <a:latin typeface="IBM Plex Sans"/>
                          <a:ea typeface="IBM Plex Sans"/>
                          <a:cs typeface="IBM Plex Sans"/>
                        </a:endParaRPr>
                      </a:p>
                    </a:txBody>
                    <a:tcPr marL="330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556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Reviewer capacity</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Medium</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Controller</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Add two reviewers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On track</a:t>
                        </a:r>
                        <a:endParaRPr lang="en-US" sz="1200" spc="0" kern="0" b="0" i="0" dirty="0">
                          <a:solidFill>
                            <a:srgbClr val="070154"/>
                          </a:solidFill>
                          <a:latin typeface="IBM Plex Sans"/>
                          <a:ea typeface="IBM Plex Sans"/>
                          <a:cs typeface="IBM Plex Sans"/>
                        </a:endParaRPr>
                      </a:p>
                    </a:txBody>
                    <a:tcPr marL="330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556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Cutover freeze clash</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Medium</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PMO lead</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Reset freeze date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At risk</a:t>
                        </a:r>
                        <a:endParaRPr lang="en-US" sz="1200" spc="0" kern="0" b="0" i="0" dirty="0">
                          <a:solidFill>
                            <a:srgbClr val="070154"/>
                          </a:solidFill>
                          <a:latin typeface="IBM Plex Sans"/>
                          <a:ea typeface="IBM Plex Sans"/>
                          <a:cs typeface="IBM Plex Sans"/>
                        </a:endParaRPr>
                      </a:p>
                    </a:txBody>
                    <a:tcPr marL="330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bl>
            </a:graphicData>
          </a:graphic>
        </p:graphicFrame>
        <p:sp>
          <p:nvSpPr>
            <p:cNvPr id="35" name="node07.row.item-001.st.status-mark"/>
            <p:cNvSpPr/>
            <p:nvPr/>
          </p:nvSpPr>
          <p:spPr>
            <a:xfrm>
              <a:off x="6826250" y="4679950"/>
              <a:ext cx="88900" cy="88900"/>
            </a:xfrm>
            <a:prstGeom prst="rect">
              <a:avLst/>
            </a:prstGeom>
            <a:solidFill>
              <a:srgbClr val="FFC700"/>
            </a:solidFill>
            <a:ln w="12700">
              <a:solidFill>
                <a:srgbClr val="070154"/>
              </a:solidFill>
              <a:prstDash val="solid"/>
            </a:ln>
          </p:spPr>
        </p:sp>
        <p:sp>
          <p:nvSpPr>
            <p:cNvPr id="36" name="node07.row.item-002.st.status-mark"/>
            <p:cNvSpPr/>
            <p:nvPr/>
          </p:nvSpPr>
          <p:spPr>
            <a:xfrm>
              <a:off x="6826250" y="5035550"/>
              <a:ext cx="88900" cy="88900"/>
            </a:xfrm>
            <a:prstGeom prst="rect">
              <a:avLst/>
            </a:prstGeom>
            <a:solidFill>
              <a:srgbClr val="1DD566"/>
            </a:solidFill>
            <a:ln w="12700">
              <a:solidFill>
                <a:srgbClr val="070154"/>
              </a:solidFill>
              <a:prstDash val="solid"/>
            </a:ln>
          </p:spPr>
        </p:sp>
        <p:sp>
          <p:nvSpPr>
            <p:cNvPr id="37" name="node07.row.item-003.st.status-mark"/>
            <p:cNvSpPr/>
            <p:nvPr/>
          </p:nvSpPr>
          <p:spPr>
            <a:xfrm>
              <a:off x="6826250" y="5391150"/>
              <a:ext cx="88900" cy="88900"/>
            </a:xfrm>
            <a:prstGeom prst="rect">
              <a:avLst/>
            </a:prstGeom>
            <a:solidFill>
              <a:srgbClr val="FFC700"/>
            </a:solidFill>
            <a:ln w="12700">
              <a:solidFill>
                <a:srgbClr val="070154"/>
              </a:solidFill>
              <a:prstDash val="solid"/>
            </a:ln>
          </p:spPr>
        </p:sp>
      </p:grpSp>
      <p:grpSp>
        <p:nvGrpSpPr>
          <p:cNvPr id="55" name="node08"/>
          <p:cNvGrpSpPr/>
          <p:nvPr/>
        </p:nvGrpSpPr>
        <p:grpSpPr>
          <a:xfrm>
            <a:off x="8039100" y="3886200"/>
            <a:ext cx="3429000" cy="228600"/>
            <a:chOff x="8039100" y="3886200"/>
            <a:chExt cx="3429000" cy="228600"/>
          </a:xfrm>
        </p:grpSpPr>
        <p:sp>
          <p:nvSpPr>
            <p:cNvPr id="38" name="node08.label"/>
            <p:cNvSpPr/>
            <p:nvPr/>
          </p:nvSpPr>
          <p:spPr>
            <a:xfrm>
              <a:off x="8039100" y="3886200"/>
              <a:ext cx="1227336"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DECISIONS NEEDED</a:t>
              </a:r>
              <a:endParaRPr lang="en-US" sz="900" spc="54" kern="0" b="0" i="0" dirty="0">
                <a:solidFill>
                  <a:srgbClr val="50658E"/>
                </a:solidFill>
                <a:latin typeface="IBM Plex Mono Medium"/>
                <a:ea typeface="IBM Plex Mono Medium"/>
                <a:cs typeface="IBM Plex Mono Medium"/>
              </a:endParaRPr>
            </a:p>
          </p:txBody>
        </p:sp>
        <p:sp>
          <p:nvSpPr>
            <p:cNvPr id="39" name="node08.rule"/>
            <p:cNvSpPr/>
            <p:nvPr/>
          </p:nvSpPr>
          <p:spPr>
            <a:xfrm>
              <a:off x="9393436" y="3995738"/>
              <a:ext cx="2074664" cy="9525"/>
            </a:xfrm>
            <a:prstGeom prst="rect">
              <a:avLst/>
            </a:prstGeom>
            <a:solidFill>
              <a:srgbClr val="CED7E6"/>
            </a:solidFill>
            <a:ln>
              <a:noFill/>
            </a:ln>
          </p:spPr>
        </p:sp>
      </p:grpSp>
      <p:grpSp>
        <p:nvGrpSpPr>
          <p:cNvPr id="56" name="node09"/>
          <p:cNvGrpSpPr/>
          <p:nvPr/>
        </p:nvGrpSpPr>
        <p:grpSpPr>
          <a:xfrm>
            <a:off x="8039100" y="4267200"/>
            <a:ext cx="3429000" cy="1028700"/>
            <a:chOff x="8039100" y="4267200"/>
            <a:chExt cx="3429000" cy="1028700"/>
          </a:xfrm>
        </p:grpSpPr>
        <p:sp>
          <p:nvSpPr>
            <p:cNvPr id="40" name="node09.source-001.bullet"/>
            <p:cNvSpPr/>
            <p:nvPr/>
          </p:nvSpPr>
          <p:spPr>
            <a:xfrm>
              <a:off x="8039100" y="4356100"/>
              <a:ext cx="38100" cy="38100"/>
            </a:xfrm>
            <a:prstGeom prst="rect">
              <a:avLst/>
            </a:prstGeom>
            <a:solidFill>
              <a:srgbClr val="070154"/>
            </a:solidFill>
            <a:ln>
              <a:noFill/>
            </a:ln>
          </p:spPr>
        </p:sp>
        <p:sp>
          <p:nvSpPr>
            <p:cNvPr id="41" name="node09.source-001.text"/>
            <p:cNvSpPr/>
            <p:nvPr/>
          </p:nvSpPr>
          <p:spPr>
            <a:xfrm>
              <a:off x="8191500" y="42672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 xml:space="preserve">Approve new cutover date</a:t>
              </a:r>
              <a:r>
                <a:rPr lang="en-US" sz="1200" spc="0" kern="0" b="0" i="0" dirty="0">
                  <a:solidFill>
                    <a:srgbClr val="50658E"/>
                  </a:solidFill>
                  <a:latin typeface="IBM Plex Sans"/>
                  <a:ea typeface="IBM Plex Sans"/>
                  <a:cs typeface="IBM Plex Sans"/>
                </a:rPr>
                <a:t xml:space="preserve"> CFO, by 9 Oct</a:t>
              </a:r>
              <a:endParaRPr lang="en-US" sz="1200" spc="0" kern="0" b="0" i="0" dirty="0">
                <a:solidFill>
                  <a:srgbClr val="070154"/>
                </a:solidFill>
                <a:latin typeface="IBM Plex Sans"/>
                <a:ea typeface="IBM Plex Sans"/>
                <a:cs typeface="IBM Plex Sans"/>
              </a:endParaRPr>
            </a:p>
          </p:txBody>
        </p:sp>
        <p:sp>
          <p:nvSpPr>
            <p:cNvPr id="42" name="node09.source-002.bullet"/>
            <p:cNvSpPr/>
            <p:nvPr/>
          </p:nvSpPr>
          <p:spPr>
            <a:xfrm>
              <a:off x="8039100" y="4622800"/>
              <a:ext cx="38100" cy="38100"/>
            </a:xfrm>
            <a:prstGeom prst="rect">
              <a:avLst/>
            </a:prstGeom>
            <a:solidFill>
              <a:srgbClr val="070154"/>
            </a:solidFill>
            <a:ln>
              <a:noFill/>
            </a:ln>
          </p:spPr>
        </p:sp>
        <p:sp>
          <p:nvSpPr>
            <p:cNvPr id="43" name="node09.source-002.text"/>
            <p:cNvSpPr/>
            <p:nvPr/>
          </p:nvSpPr>
          <p:spPr>
            <a:xfrm>
              <a:off x="8191500" y="45339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 xml:space="preserve">Fund two extra reviewers</a:t>
              </a:r>
              <a:r>
                <a:rPr lang="en-US" sz="1200" spc="0" kern="0" b="0" i="0" dirty="0">
                  <a:solidFill>
                    <a:srgbClr val="50658E"/>
                  </a:solidFill>
                  <a:latin typeface="IBM Plex Sans"/>
                  <a:ea typeface="IBM Plex Sans"/>
                  <a:cs typeface="IBM Plex Sans"/>
                </a:rPr>
                <a:t xml:space="preserve"> Controller, by 16 Oct</a:t>
              </a:r>
              <a:endParaRPr lang="en-US" sz="1200" spc="0" kern="0" b="0" i="0" dirty="0">
                <a:solidFill>
                  <a:srgbClr val="070154"/>
                </a:solidFill>
                <a:latin typeface="IBM Plex Sans"/>
                <a:ea typeface="IBM Plex Sans"/>
                <a:cs typeface="IBM Plex Sans"/>
              </a:endParaRPr>
            </a:p>
          </p:txBody>
        </p:sp>
        <p:sp>
          <p:nvSpPr>
            <p:cNvPr id="44" name="node09.source-003.bullet"/>
            <p:cNvSpPr/>
            <p:nvPr/>
          </p:nvSpPr>
          <p:spPr>
            <a:xfrm>
              <a:off x="8039100" y="4889500"/>
              <a:ext cx="38100" cy="38100"/>
            </a:xfrm>
            <a:prstGeom prst="rect">
              <a:avLst/>
            </a:prstGeom>
            <a:solidFill>
              <a:srgbClr val="070154"/>
            </a:solidFill>
            <a:ln>
              <a:noFill/>
            </a:ln>
          </p:spPr>
        </p:sp>
        <p:sp>
          <p:nvSpPr>
            <p:cNvPr id="45" name="node09.source-003.text"/>
            <p:cNvSpPr/>
            <p:nvPr/>
          </p:nvSpPr>
          <p:spPr>
            <a:xfrm>
              <a:off x="8191500" y="48006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 xml:space="preserve">Confirm freeze window</a:t>
              </a:r>
              <a:r>
                <a:rPr lang="en-US" sz="1200" spc="0" kern="0" b="0" i="0" dirty="0">
                  <a:solidFill>
                    <a:srgbClr val="50658E"/>
                  </a:solidFill>
                  <a:latin typeface="IBM Plex Sans"/>
                  <a:ea typeface="IBM Plex Sans"/>
                  <a:cs typeface="IBM Plex Sans"/>
                </a:rPr>
                <a:t xml:space="preserve"> CIO, by 16 Oct</a:t>
              </a:r>
              <a:endParaRPr lang="en-US" sz="1200" spc="0" kern="0" b="0" i="0" dirty="0">
                <a:solidFill>
                  <a:srgbClr val="070154"/>
                </a:solidFill>
                <a:latin typeface="IBM Plex Sans"/>
                <a:ea typeface="IBM Plex Sans"/>
                <a:cs typeface="IBM Plex Sans"/>
              </a:endParaRPr>
            </a:p>
          </p:txBody>
        </p:sp>
        <p:sp>
          <p:nvSpPr>
            <p:cNvPr id="46" name="node09.source-004.bullet"/>
            <p:cNvSpPr/>
            <p:nvPr/>
          </p:nvSpPr>
          <p:spPr>
            <a:xfrm>
              <a:off x="8039100" y="5156200"/>
              <a:ext cx="38100" cy="38100"/>
            </a:xfrm>
            <a:prstGeom prst="rect">
              <a:avLst/>
            </a:prstGeom>
            <a:solidFill>
              <a:srgbClr val="070154"/>
            </a:solidFill>
            <a:ln>
              <a:noFill/>
            </a:ln>
          </p:spPr>
        </p:sp>
        <p:sp>
          <p:nvSpPr>
            <p:cNvPr id="47" name="node09.source-004.text"/>
            <p:cNvSpPr/>
            <p:nvPr/>
          </p:nvSpPr>
          <p:spPr>
            <a:xfrm>
              <a:off x="8191500" y="50673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 xml:space="preserve">Release Wave 3 budget</a:t>
              </a:r>
              <a:r>
                <a:rPr lang="en-US" sz="1200" spc="0" kern="0" b="0" i="0" dirty="0">
                  <a:solidFill>
                    <a:srgbClr val="50658E"/>
                  </a:solidFill>
                  <a:latin typeface="IBM Plex Sans"/>
                  <a:ea typeface="IBM Plex Sans"/>
                  <a:cs typeface="IBM Plex Sans"/>
                </a:rPr>
                <a:t xml:space="preserve"> CFO, by 30 Oct</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name="source-517">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SUPERSEDED DECISION</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ADR-014 replaces the 2024 choice of point-to-point feeds</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167</a:t>
            </a:fld>
            <a:endParaRPr lang="en-US" sz="700" spc="0" kern="0" b="0" i="0" dirty="0">
              <a:solidFill>
                <a:srgbClr val="070154"/>
              </a:solidFill>
              <a:latin typeface="IBM Plex Mono SemiBold"/>
              <a:ea typeface="IBM Plex Mono SemiBold"/>
              <a:cs typeface="IBM Plex Mono SemiBold"/>
            </a:endParaRPr>
          </a:p>
        </p:txBody>
      </p:sp>
      <p:grpSp>
        <p:nvGrpSpPr>
          <p:cNvPr id="33" name="node01"/>
          <p:cNvGrpSpPr/>
          <p:nvPr/>
        </p:nvGrpSpPr>
        <p:grpSpPr>
          <a:xfrm>
            <a:off x="723900" y="1600200"/>
            <a:ext cx="4800600" cy="2286000"/>
            <a:chOff x="723900" y="1600200"/>
            <a:chExt cx="4800600" cy="2286000"/>
          </a:xfrm>
        </p:grpSpPr>
        <p:sp>
          <p:nvSpPr>
            <p:cNvPr id="6" name="node01.container"/>
            <p:cNvSpPr/>
            <p:nvPr/>
          </p:nvSpPr>
          <p:spPr>
            <a:xfrm>
              <a:off x="723900" y="1600200"/>
              <a:ext cx="4800600" cy="2286000"/>
            </a:xfrm>
            <a:prstGeom prst="rect">
              <a:avLst/>
            </a:prstGeom>
            <a:solidFill>
              <a:srgbClr val="E8EEF8"/>
            </a:solidFill>
            <a:ln>
              <a:noFill/>
            </a:ln>
          </p:spPr>
        </p:sp>
        <p:sp>
          <p:nvSpPr>
            <p:cNvPr id="7" name="node01.label"/>
            <p:cNvSpPr/>
            <p:nvPr/>
          </p:nvSpPr>
          <p:spPr>
            <a:xfrm>
              <a:off x="952500" y="1828800"/>
              <a:ext cx="43434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SUPERSEDED · ADR-009 · MAR 2024</a:t>
              </a:r>
              <a:endParaRPr lang="en-US" sz="900" spc="54" kern="0" b="0" i="0" dirty="0">
                <a:solidFill>
                  <a:srgbClr val="0047FF"/>
                </a:solidFill>
                <a:latin typeface="IBM Plex Mono Medium"/>
                <a:ea typeface="IBM Plex Mono Medium"/>
                <a:cs typeface="IBM Plex Mono Medium"/>
              </a:endParaRPr>
            </a:p>
          </p:txBody>
        </p:sp>
        <p:sp>
          <p:nvSpPr>
            <p:cNvPr id="8" name="node01.title"/>
            <p:cNvSpPr/>
            <p:nvPr/>
          </p:nvSpPr>
          <p:spPr>
            <a:xfrm>
              <a:off x="952500" y="2019300"/>
              <a:ext cx="43434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Point-to-point HL7 feeds</a:t>
              </a:r>
              <a:endParaRPr lang="en-US" sz="1800" spc="-18" kern="0" b="0" i="0" dirty="0">
                <a:solidFill>
                  <a:srgbClr val="070154"/>
                </a:solidFill>
                <a:latin typeface="IBM Plex Sans SemiBold"/>
                <a:ea typeface="IBM Plex Sans SemiBold"/>
                <a:cs typeface="IBM Plex Sans SemiBold"/>
              </a:endParaRPr>
            </a:p>
          </p:txBody>
        </p:sp>
        <p:sp>
          <p:nvSpPr>
            <p:cNvPr id="9" name="node01.body.item-001.bullets.item-001.marker"/>
            <p:cNvSpPr/>
            <p:nvPr/>
          </p:nvSpPr>
          <p:spPr>
            <a:xfrm>
              <a:off x="952500" y="2527300"/>
              <a:ext cx="38100" cy="38100"/>
            </a:xfrm>
            <a:prstGeom prst="rect">
              <a:avLst/>
            </a:prstGeom>
            <a:solidFill>
              <a:srgbClr val="070154"/>
            </a:solidFill>
            <a:ln>
              <a:noFill/>
            </a:ln>
          </p:spPr>
        </p:sp>
        <p:sp>
          <p:nvSpPr>
            <p:cNvPr id="10" name="node01.body.item-001.bullets.item-001.text"/>
            <p:cNvSpPr/>
            <p:nvPr/>
          </p:nvSpPr>
          <p:spPr>
            <a:xfrm>
              <a:off x="1104900" y="2438400"/>
              <a:ext cx="4191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Each system connects directly to the others</a:t>
              </a:r>
              <a:endParaRPr lang="en-US" sz="1200" spc="0" kern="0" b="0" i="0" dirty="0">
                <a:solidFill>
                  <a:srgbClr val="070154"/>
                </a:solidFill>
                <a:latin typeface="IBM Plex Sans"/>
                <a:ea typeface="IBM Plex Sans"/>
                <a:cs typeface="IBM Plex Sans"/>
              </a:endParaRPr>
            </a:p>
          </p:txBody>
        </p:sp>
        <p:sp>
          <p:nvSpPr>
            <p:cNvPr id="11" name="node01.body.item-001.bullets.item-002.marker"/>
            <p:cNvSpPr/>
            <p:nvPr/>
          </p:nvSpPr>
          <p:spPr>
            <a:xfrm>
              <a:off x="952500" y="2794000"/>
              <a:ext cx="38100" cy="38100"/>
            </a:xfrm>
            <a:prstGeom prst="rect">
              <a:avLst/>
            </a:prstGeom>
            <a:solidFill>
              <a:srgbClr val="070154"/>
            </a:solidFill>
            <a:ln>
              <a:noFill/>
            </a:ln>
          </p:spPr>
        </p:sp>
        <p:sp>
          <p:nvSpPr>
            <p:cNvPr id="12" name="node01.body.item-001.bullets.item-002.text"/>
            <p:cNvSpPr/>
            <p:nvPr/>
          </p:nvSpPr>
          <p:spPr>
            <a:xfrm>
              <a:off x="1104900" y="2705100"/>
              <a:ext cx="4191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Chosen when Northfield ran 6 systems</a:t>
              </a:r>
              <a:endParaRPr lang="en-US" sz="1200" spc="0" kern="0" b="0" i="0" dirty="0">
                <a:solidFill>
                  <a:srgbClr val="070154"/>
                </a:solidFill>
                <a:latin typeface="IBM Plex Sans"/>
                <a:ea typeface="IBM Plex Sans"/>
                <a:cs typeface="IBM Plex Sans"/>
              </a:endParaRPr>
            </a:p>
          </p:txBody>
        </p:sp>
        <p:sp>
          <p:nvSpPr>
            <p:cNvPr id="13" name="node01.body.item-001.bullets.item-003.marker"/>
            <p:cNvSpPr/>
            <p:nvPr/>
          </p:nvSpPr>
          <p:spPr>
            <a:xfrm>
              <a:off x="952500" y="3060700"/>
              <a:ext cx="38100" cy="38100"/>
            </a:xfrm>
            <a:prstGeom prst="rect">
              <a:avLst/>
            </a:prstGeom>
            <a:solidFill>
              <a:srgbClr val="070154"/>
            </a:solidFill>
            <a:ln>
              <a:noFill/>
            </a:ln>
          </p:spPr>
        </p:sp>
        <p:sp>
          <p:nvSpPr>
            <p:cNvPr id="14" name="node01.body.item-001.bullets.item-003.text"/>
            <p:cNvSpPr/>
            <p:nvPr/>
          </p:nvSpPr>
          <p:spPr>
            <a:xfrm>
              <a:off x="1104900" y="2971800"/>
              <a:ext cx="4191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Retired in 3 waves from Q1 2027</a:t>
              </a:r>
              <a:endParaRPr lang="en-US" sz="1200" spc="0" kern="0" b="0" i="0" dirty="0">
                <a:solidFill>
                  <a:srgbClr val="070154"/>
                </a:solidFill>
                <a:latin typeface="IBM Plex Sans"/>
                <a:ea typeface="IBM Plex Sans"/>
                <a:cs typeface="IBM Plex Sans"/>
              </a:endParaRPr>
            </a:p>
          </p:txBody>
        </p:sp>
      </p:grpSp>
      <p:grpSp>
        <p:nvGrpSpPr>
          <p:cNvPr id="34" name="node02"/>
          <p:cNvGrpSpPr/>
          <p:nvPr/>
        </p:nvGrpSpPr>
        <p:grpSpPr>
          <a:xfrm>
            <a:off x="5753100" y="2628900"/>
            <a:ext cx="685800" cy="129674"/>
            <a:chOff x="5753100" y="2628900"/>
            <a:chExt cx="685800" cy="129674"/>
          </a:xfrm>
        </p:grpSpPr>
        <p:pic>
          <p:nvPicPr>
            <p:cNvPr id="15" name="node02.mark" descr="arrow-straight; canonical SHA256=115a8f5079b158c346e9f9ca6c6eeecb7567bbab70f4cd058c365f09ed10290e; resolved ink=070154">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753100" y="2628900"/>
              <a:ext cx="685800" cy="129674"/>
            </a:xfrm>
            <a:prstGeom prst="rect">
              <a:avLst/>
            </a:prstGeom>
          </p:spPr>
        </p:pic>
      </p:grpSp>
      <p:grpSp>
        <p:nvGrpSpPr>
          <p:cNvPr id="35" name="node03"/>
          <p:cNvGrpSpPr/>
          <p:nvPr/>
        </p:nvGrpSpPr>
        <p:grpSpPr>
          <a:xfrm>
            <a:off x="6667500" y="1600200"/>
            <a:ext cx="4800600" cy="2286000"/>
            <a:chOff x="6667500" y="1600200"/>
            <a:chExt cx="4800600" cy="2286000"/>
          </a:xfrm>
        </p:grpSpPr>
        <p:sp>
          <p:nvSpPr>
            <p:cNvPr id="16" name="node03.container"/>
            <p:cNvSpPr/>
            <p:nvPr/>
          </p:nvSpPr>
          <p:spPr>
            <a:xfrm>
              <a:off x="6667500" y="1600200"/>
              <a:ext cx="4800600" cy="2286000"/>
            </a:xfrm>
            <a:prstGeom prst="rect">
              <a:avLst/>
            </a:prstGeom>
            <a:solidFill>
              <a:srgbClr val="070154"/>
            </a:solidFill>
            <a:ln>
              <a:noFill/>
            </a:ln>
          </p:spPr>
        </p:sp>
        <p:sp>
          <p:nvSpPr>
            <p:cNvPr id="17" name="node03.label"/>
            <p:cNvSpPr/>
            <p:nvPr/>
          </p:nvSpPr>
          <p:spPr>
            <a:xfrm>
              <a:off x="6896100" y="1828800"/>
              <a:ext cx="43434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900D3"/>
                  </a:solidFill>
                  <a:latin typeface="IBM Plex Mono Medium"/>
                  <a:ea typeface="IBM Plex Mono Medium"/>
                  <a:cs typeface="IBM Plex Mono Medium"/>
                </a:rPr>
                <a:t>CURRENT · ADR-014 · SEP 2026</a:t>
              </a:r>
              <a:endParaRPr lang="en-US" sz="900" spc="54" kern="0" b="0" i="0" dirty="0">
                <a:solidFill>
                  <a:srgbClr val="F900D3"/>
                </a:solidFill>
                <a:latin typeface="IBM Plex Mono Medium"/>
                <a:ea typeface="IBM Plex Mono Medium"/>
                <a:cs typeface="IBM Plex Mono Medium"/>
              </a:endParaRPr>
            </a:p>
          </p:txBody>
        </p:sp>
        <p:sp>
          <p:nvSpPr>
            <p:cNvPr id="18" name="node03.title"/>
            <p:cNvSpPr/>
            <p:nvPr/>
          </p:nvSpPr>
          <p:spPr>
            <a:xfrm>
              <a:off x="6896100" y="2019300"/>
              <a:ext cx="43434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FFFFFF"/>
                  </a:solidFill>
                  <a:latin typeface="IBM Plex Sans SemiBold"/>
                  <a:ea typeface="IBM Plex Sans SemiBold"/>
                  <a:cs typeface="IBM Plex Sans SemiBold"/>
                </a:rPr>
                <a:t>Shared event bus</a:t>
              </a:r>
              <a:endParaRPr lang="en-US" sz="1800" spc="-18" kern="0" b="0" i="0" dirty="0">
                <a:solidFill>
                  <a:srgbClr val="FFFFFF"/>
                </a:solidFill>
                <a:latin typeface="IBM Plex Sans SemiBold"/>
                <a:ea typeface="IBM Plex Sans SemiBold"/>
                <a:cs typeface="IBM Plex Sans SemiBold"/>
              </a:endParaRPr>
            </a:p>
          </p:txBody>
        </p:sp>
        <p:sp>
          <p:nvSpPr>
            <p:cNvPr id="19" name="node03.body.item-001.bullets.item-001.marker"/>
            <p:cNvSpPr/>
            <p:nvPr/>
          </p:nvSpPr>
          <p:spPr>
            <a:xfrm>
              <a:off x="6896100" y="2527300"/>
              <a:ext cx="38100" cy="38100"/>
            </a:xfrm>
            <a:prstGeom prst="rect">
              <a:avLst/>
            </a:prstGeom>
            <a:solidFill>
              <a:srgbClr val="FFFFFF"/>
            </a:solidFill>
            <a:ln>
              <a:noFill/>
            </a:ln>
          </p:spPr>
        </p:sp>
        <p:sp>
          <p:nvSpPr>
            <p:cNvPr id="20" name="node03.body.item-001.bullets.item-001.text"/>
            <p:cNvSpPr/>
            <p:nvPr/>
          </p:nvSpPr>
          <p:spPr>
            <a:xfrm>
              <a:off x="7048500" y="2438400"/>
              <a:ext cx="4191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Systems publish and subscribe to events</a:t>
              </a:r>
              <a:endParaRPr lang="en-US" sz="1200" spc="0" kern="0" b="0" i="0" dirty="0">
                <a:solidFill>
                  <a:srgbClr val="FFFFFF"/>
                </a:solidFill>
                <a:latin typeface="IBM Plex Sans"/>
                <a:ea typeface="IBM Plex Sans"/>
                <a:cs typeface="IBM Plex Sans"/>
              </a:endParaRPr>
            </a:p>
          </p:txBody>
        </p:sp>
        <p:sp>
          <p:nvSpPr>
            <p:cNvPr id="21" name="node03.body.item-001.bullets.item-002.marker"/>
            <p:cNvSpPr/>
            <p:nvPr/>
          </p:nvSpPr>
          <p:spPr>
            <a:xfrm>
              <a:off x="6896100" y="2794000"/>
              <a:ext cx="38100" cy="38100"/>
            </a:xfrm>
            <a:prstGeom prst="rect">
              <a:avLst/>
            </a:prstGeom>
            <a:solidFill>
              <a:srgbClr val="FFFFFF"/>
            </a:solidFill>
            <a:ln>
              <a:noFill/>
            </a:ln>
          </p:spPr>
        </p:sp>
        <p:sp>
          <p:nvSpPr>
            <p:cNvPr id="22" name="node03.body.item-001.bullets.item-002.text"/>
            <p:cNvSpPr/>
            <p:nvPr/>
          </p:nvSpPr>
          <p:spPr>
            <a:xfrm>
              <a:off x="7048500" y="2705100"/>
              <a:ext cx="4191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Fits 14 systems and growing</a:t>
              </a:r>
              <a:endParaRPr lang="en-US" sz="1200" spc="0" kern="0" b="0" i="0" dirty="0">
                <a:solidFill>
                  <a:srgbClr val="FFFFFF"/>
                </a:solidFill>
                <a:latin typeface="IBM Plex Sans"/>
                <a:ea typeface="IBM Plex Sans"/>
                <a:cs typeface="IBM Plex Sans"/>
              </a:endParaRPr>
            </a:p>
          </p:txBody>
        </p:sp>
        <p:sp>
          <p:nvSpPr>
            <p:cNvPr id="23" name="node03.body.item-001.bullets.item-003.marker"/>
            <p:cNvSpPr/>
            <p:nvPr/>
          </p:nvSpPr>
          <p:spPr>
            <a:xfrm>
              <a:off x="6896100" y="3060700"/>
              <a:ext cx="38100" cy="38100"/>
            </a:xfrm>
            <a:prstGeom prst="rect">
              <a:avLst/>
            </a:prstGeom>
            <a:solidFill>
              <a:srgbClr val="FFFFFF"/>
            </a:solidFill>
            <a:ln>
              <a:noFill/>
            </a:ln>
          </p:spPr>
        </p:sp>
        <p:sp>
          <p:nvSpPr>
            <p:cNvPr id="24" name="node03.body.item-001.bullets.item-003.text"/>
            <p:cNvSpPr/>
            <p:nvPr/>
          </p:nvSpPr>
          <p:spPr>
            <a:xfrm>
              <a:off x="7048500" y="2971800"/>
              <a:ext cx="4191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Owned by the platform team</a:t>
              </a:r>
              <a:endParaRPr lang="en-US" sz="1200" spc="0" kern="0" b="0" i="0" dirty="0">
                <a:solidFill>
                  <a:srgbClr val="FFFFFF"/>
                </a:solidFill>
                <a:latin typeface="IBM Plex Sans"/>
                <a:ea typeface="IBM Plex Sans"/>
                <a:cs typeface="IBM Plex Sans"/>
              </a:endParaRPr>
            </a:p>
          </p:txBody>
        </p:sp>
      </p:grpSp>
      <p:sp>
        <p:nvSpPr>
          <p:cNvPr id="25" name="node04"/>
          <p:cNvSpPr/>
          <p:nvPr/>
        </p:nvSpPr>
        <p:spPr>
          <a:xfrm>
            <a:off x="723900" y="4114800"/>
            <a:ext cx="10744200" cy="9525"/>
          </a:xfrm>
          <a:prstGeom prst="rect">
            <a:avLst/>
          </a:prstGeom>
          <a:solidFill>
            <a:srgbClr val="CED7E6"/>
          </a:solidFill>
          <a:ln>
            <a:noFill/>
          </a:ln>
        </p:spPr>
      </p:sp>
      <p:grpSp>
        <p:nvGrpSpPr>
          <p:cNvPr id="36" name="node05"/>
          <p:cNvGrpSpPr/>
          <p:nvPr/>
        </p:nvGrpSpPr>
        <p:grpSpPr>
          <a:xfrm>
            <a:off x="723900" y="4343400"/>
            <a:ext cx="10744200" cy="152400"/>
            <a:chOff x="723900" y="4343400"/>
            <a:chExt cx="10744200" cy="152400"/>
          </a:xfrm>
        </p:grpSpPr>
        <p:sp>
          <p:nvSpPr>
            <p:cNvPr id="26" name="node05.text"/>
            <p:cNvSpPr/>
            <p:nvPr/>
          </p:nvSpPr>
          <p:spPr>
            <a:xfrm>
              <a:off x="723900" y="4343400"/>
              <a:ext cx="10744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WHY IT CHANGED</a:t>
              </a:r>
              <a:endParaRPr lang="en-US" sz="900" spc="54" kern="0" b="0" i="0" dirty="0">
                <a:solidFill>
                  <a:srgbClr val="50658E"/>
                </a:solidFill>
                <a:latin typeface="IBM Plex Mono Medium"/>
                <a:ea typeface="IBM Plex Mono Medium"/>
                <a:cs typeface="IBM Plex Mono Medium"/>
              </a:endParaRPr>
            </a:p>
          </p:txBody>
        </p:sp>
      </p:grpSp>
      <p:grpSp>
        <p:nvGrpSpPr>
          <p:cNvPr id="37" name="node06"/>
          <p:cNvGrpSpPr/>
          <p:nvPr/>
        </p:nvGrpSpPr>
        <p:grpSpPr>
          <a:xfrm>
            <a:off x="723900" y="4572000"/>
            <a:ext cx="3429000" cy="914400"/>
            <a:chOff x="723900" y="4572000"/>
            <a:chExt cx="3429000" cy="914400"/>
          </a:xfrm>
        </p:grpSpPr>
        <p:sp>
          <p:nvSpPr>
            <p:cNvPr id="27" name="node06.title"/>
            <p:cNvSpPr/>
            <p:nvPr/>
          </p:nvSpPr>
          <p:spPr>
            <a:xfrm>
              <a:off x="723900" y="4572000"/>
              <a:ext cx="34290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The estate outgrew it</a:t>
              </a:r>
              <a:endParaRPr lang="en-US" sz="1800" spc="-18" kern="0" b="0" i="0" dirty="0">
                <a:solidFill>
                  <a:srgbClr val="070154"/>
                </a:solidFill>
                <a:latin typeface="IBM Plex Sans SemiBold"/>
                <a:ea typeface="IBM Plex Sans SemiBold"/>
                <a:cs typeface="IBM Plex Sans SemiBold"/>
              </a:endParaRPr>
            </a:p>
          </p:txBody>
        </p:sp>
        <p:sp>
          <p:nvSpPr>
            <p:cNvPr id="28" name="node06.body"/>
            <p:cNvSpPr/>
            <p:nvPr/>
          </p:nvSpPr>
          <p:spPr>
            <a:xfrm>
              <a:off x="723900" y="4953000"/>
              <a:ext cx="34290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Systems grew from 6 to 14 and feeds from 9 to 61.</a:t>
              </a:r>
              <a:endParaRPr lang="en-US" sz="1400" spc="0" kern="0" b="0" i="0" dirty="0">
                <a:solidFill>
                  <a:srgbClr val="50658E"/>
                </a:solidFill>
                <a:latin typeface="IBM Plex Sans"/>
                <a:ea typeface="IBM Plex Sans"/>
                <a:cs typeface="IBM Plex Sans"/>
              </a:endParaRPr>
            </a:p>
          </p:txBody>
        </p:sp>
      </p:grpSp>
      <p:grpSp>
        <p:nvGrpSpPr>
          <p:cNvPr id="38" name="node07"/>
          <p:cNvGrpSpPr/>
          <p:nvPr/>
        </p:nvGrpSpPr>
        <p:grpSpPr>
          <a:xfrm>
            <a:off x="4381500" y="4572000"/>
            <a:ext cx="3429000" cy="914400"/>
            <a:chOff x="4381500" y="4572000"/>
            <a:chExt cx="3429000" cy="914400"/>
          </a:xfrm>
        </p:grpSpPr>
        <p:sp>
          <p:nvSpPr>
            <p:cNvPr id="29" name="node07.title"/>
            <p:cNvSpPr/>
            <p:nvPr/>
          </p:nvSpPr>
          <p:spPr>
            <a:xfrm>
              <a:off x="4381500" y="4572000"/>
              <a:ext cx="34290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Incidents followed feeds</a:t>
              </a:r>
              <a:endParaRPr lang="en-US" sz="1800" spc="-18" kern="0" b="0" i="0" dirty="0">
                <a:solidFill>
                  <a:srgbClr val="070154"/>
                </a:solidFill>
                <a:latin typeface="IBM Plex Sans SemiBold"/>
                <a:ea typeface="IBM Plex Sans SemiBold"/>
                <a:cs typeface="IBM Plex Sans SemiBold"/>
              </a:endParaRPr>
            </a:p>
          </p:txBody>
        </p:sp>
        <p:sp>
          <p:nvSpPr>
            <p:cNvPr id="30" name="node07.body"/>
            <p:cNvSpPr/>
            <p:nvPr/>
          </p:nvSpPr>
          <p:spPr>
            <a:xfrm>
              <a:off x="4381500" y="4953000"/>
              <a:ext cx="34290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Most clinical interface incidents traced to one broken feed.</a:t>
              </a:r>
              <a:endParaRPr lang="en-US" sz="1400" spc="0" kern="0" b="0" i="0" dirty="0">
                <a:solidFill>
                  <a:srgbClr val="50658E"/>
                </a:solidFill>
                <a:latin typeface="IBM Plex Sans"/>
                <a:ea typeface="IBM Plex Sans"/>
                <a:cs typeface="IBM Plex Sans"/>
              </a:endParaRPr>
            </a:p>
          </p:txBody>
        </p:sp>
      </p:grpSp>
      <p:grpSp>
        <p:nvGrpSpPr>
          <p:cNvPr id="39" name="node08"/>
          <p:cNvGrpSpPr/>
          <p:nvPr/>
        </p:nvGrpSpPr>
        <p:grpSpPr>
          <a:xfrm>
            <a:off x="8039100" y="4572000"/>
            <a:ext cx="3429000" cy="914400"/>
            <a:chOff x="8039100" y="4572000"/>
            <a:chExt cx="3429000" cy="914400"/>
          </a:xfrm>
        </p:grpSpPr>
        <p:sp>
          <p:nvSpPr>
            <p:cNvPr id="31" name="node08.title"/>
            <p:cNvSpPr/>
            <p:nvPr/>
          </p:nvSpPr>
          <p:spPr>
            <a:xfrm>
              <a:off x="8039100" y="4572000"/>
              <a:ext cx="34290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Cost per feed rose</a:t>
              </a:r>
              <a:endParaRPr lang="en-US" sz="1800" spc="-18" kern="0" b="0" i="0" dirty="0">
                <a:solidFill>
                  <a:srgbClr val="070154"/>
                </a:solidFill>
                <a:latin typeface="IBM Plex Sans SemiBold"/>
                <a:ea typeface="IBM Plex Sans SemiBold"/>
                <a:cs typeface="IBM Plex Sans SemiBold"/>
              </a:endParaRPr>
            </a:p>
          </p:txBody>
        </p:sp>
        <p:sp>
          <p:nvSpPr>
            <p:cNvPr id="32" name="node08.body"/>
            <p:cNvSpPr/>
            <p:nvPr/>
          </p:nvSpPr>
          <p:spPr>
            <a:xfrm>
              <a:off x="8039100" y="4953000"/>
              <a:ext cx="34290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Each new feed took a quarter and a test cycle across teams.</a:t>
              </a:r>
              <a:endParaRPr lang="en-US" sz="1400" spc="0" kern="0" b="0" i="0" dirty="0">
                <a:solidFill>
                  <a:srgbClr val="50658E"/>
                </a:solidFill>
                <a:latin typeface="IBM Plex Sans"/>
                <a:ea typeface="IBM Plex Sans"/>
                <a:cs typeface="IBM Plex Sans"/>
              </a:endParaRPr>
            </a:p>
          </p:txBody>
        </p:sp>
      </p:grpSp>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name="source-519">
    <p:spTree>
      <p:nvGrpSpPr>
        <p:cNvPr id="1" name=""/>
        <p:cNvGrpSpPr/>
        <p:nvPr/>
      </p:nvGrpSpPr>
      <p:grpSpPr>
        <a:xfrm>
          <a:off x="0" y="0"/>
          <a:ext cx="0" cy="0"/>
          <a:chOff x="0" y="0"/>
          <a:chExt cx="0" cy="0"/>
        </a:xfrm>
      </p:grpSpPr>
      <p:sp>
        <p:nvSpPr>
          <p:cNvPr id="3" name="eyebrow"/>
          <p:cNvSpPr/>
          <p:nvPr/>
        </p:nvSpPr>
        <p:spPr>
          <a:xfrm>
            <a:off x="723900" y="457200"/>
            <a:ext cx="34290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PULSE SURVEY</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3429000" cy="13716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Clinicians rate the new system lowest</a:t>
            </a:r>
            <a:endParaRPr lang="en-US" sz="2400" spc="-36"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34290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Northfield go-live pulse survey, n = 412, Sep 2026.</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168</a:t>
            </a:fld>
            <a:endParaRPr lang="en-US" sz="700" spc="0" kern="0" b="0" i="0" dirty="0">
              <a:solidFill>
                <a:srgbClr val="070154"/>
              </a:solidFill>
              <a:latin typeface="IBM Plex Mono SemiBold"/>
              <a:ea typeface="IBM Plex Mono SemiBold"/>
              <a:cs typeface="IBM Plex Mono SemiBold"/>
            </a:endParaRPr>
          </a:p>
        </p:txBody>
      </p:sp>
      <p:grpSp>
        <p:nvGrpSpPr>
          <p:cNvPr id="104" name="node01"/>
          <p:cNvGrpSpPr/>
          <p:nvPr/>
        </p:nvGrpSpPr>
        <p:grpSpPr>
          <a:xfrm>
            <a:off x="4381500" y="457200"/>
            <a:ext cx="7086600" cy="4927600"/>
            <a:chOff x="4381500" y="457200"/>
            <a:chExt cx="7086600" cy="4927600"/>
          </a:xfrm>
        </p:grpSpPr>
        <p:sp>
          <p:nvSpPr>
            <p:cNvPr id="7" name="node01.row.item-001.c1.heat-gap"/>
            <p:cNvSpPr/>
            <p:nvPr/>
          </p:nvSpPr>
          <p:spPr>
            <a:xfrm>
              <a:off x="6438900" y="812800"/>
              <a:ext cx="1257300" cy="457200"/>
            </a:xfrm>
            <a:prstGeom prst="rect">
              <a:avLst/>
            </a:prstGeom>
            <a:solidFill>
              <a:srgbClr val="FFFFFF"/>
            </a:solidFill>
            <a:ln>
              <a:noFill/>
            </a:ln>
          </p:spPr>
        </p:sp>
        <p:sp>
          <p:nvSpPr>
            <p:cNvPr id="8" name="node01.row.item-001.c1.heat"/>
            <p:cNvSpPr/>
            <p:nvPr/>
          </p:nvSpPr>
          <p:spPr>
            <a:xfrm>
              <a:off x="6457950" y="831850"/>
              <a:ext cx="1219200" cy="419100"/>
            </a:xfrm>
            <a:prstGeom prst="rect">
              <a:avLst/>
            </a:prstGeom>
            <a:solidFill>
              <a:srgbClr val="CED7E6"/>
            </a:solidFill>
            <a:ln>
              <a:noFill/>
            </a:ln>
          </p:spPr>
        </p:sp>
        <p:sp>
          <p:nvSpPr>
            <p:cNvPr id="9" name="node01.row.item-001.c2.heat-gap"/>
            <p:cNvSpPr/>
            <p:nvPr/>
          </p:nvSpPr>
          <p:spPr>
            <a:xfrm>
              <a:off x="7696200" y="812800"/>
              <a:ext cx="1257300" cy="457200"/>
            </a:xfrm>
            <a:prstGeom prst="rect">
              <a:avLst/>
            </a:prstGeom>
            <a:solidFill>
              <a:srgbClr val="FFFFFF"/>
            </a:solidFill>
            <a:ln>
              <a:noFill/>
            </a:ln>
          </p:spPr>
        </p:sp>
        <p:sp>
          <p:nvSpPr>
            <p:cNvPr id="10" name="node01.row.item-001.c2.heat"/>
            <p:cNvSpPr/>
            <p:nvPr/>
          </p:nvSpPr>
          <p:spPr>
            <a:xfrm>
              <a:off x="7715250" y="831850"/>
              <a:ext cx="1219200" cy="419100"/>
            </a:xfrm>
            <a:prstGeom prst="rect">
              <a:avLst/>
            </a:prstGeom>
            <a:solidFill>
              <a:srgbClr val="CED7E6"/>
            </a:solidFill>
            <a:ln>
              <a:noFill/>
            </a:ln>
          </p:spPr>
        </p:sp>
        <p:sp>
          <p:nvSpPr>
            <p:cNvPr id="11" name="node01.row.item-001.c3.heat-gap"/>
            <p:cNvSpPr/>
            <p:nvPr/>
          </p:nvSpPr>
          <p:spPr>
            <a:xfrm>
              <a:off x="8953500" y="812800"/>
              <a:ext cx="1257300" cy="457200"/>
            </a:xfrm>
            <a:prstGeom prst="rect">
              <a:avLst/>
            </a:prstGeom>
            <a:solidFill>
              <a:srgbClr val="FFFFFF"/>
            </a:solidFill>
            <a:ln>
              <a:noFill/>
            </a:ln>
          </p:spPr>
        </p:sp>
        <p:sp>
          <p:nvSpPr>
            <p:cNvPr id="12" name="node01.row.item-001.c3.heat"/>
            <p:cNvSpPr/>
            <p:nvPr/>
          </p:nvSpPr>
          <p:spPr>
            <a:xfrm>
              <a:off x="8972550" y="831850"/>
              <a:ext cx="1219200" cy="419100"/>
            </a:xfrm>
            <a:prstGeom prst="rect">
              <a:avLst/>
            </a:prstGeom>
            <a:solidFill>
              <a:srgbClr val="CED7E6"/>
            </a:solidFill>
            <a:ln>
              <a:noFill/>
            </a:ln>
          </p:spPr>
        </p:sp>
        <p:sp>
          <p:nvSpPr>
            <p:cNvPr id="13" name="node01.row.item-001.c4.heat-gap"/>
            <p:cNvSpPr/>
            <p:nvPr/>
          </p:nvSpPr>
          <p:spPr>
            <a:xfrm>
              <a:off x="10210800" y="812800"/>
              <a:ext cx="1257300" cy="457200"/>
            </a:xfrm>
            <a:prstGeom prst="rect">
              <a:avLst/>
            </a:prstGeom>
            <a:solidFill>
              <a:srgbClr val="FFFFFF"/>
            </a:solidFill>
            <a:ln>
              <a:noFill/>
            </a:ln>
          </p:spPr>
        </p:sp>
        <p:sp>
          <p:nvSpPr>
            <p:cNvPr id="14" name="node01.row.item-001.c4.heat"/>
            <p:cNvSpPr/>
            <p:nvPr/>
          </p:nvSpPr>
          <p:spPr>
            <a:xfrm>
              <a:off x="10229850" y="831850"/>
              <a:ext cx="1219200" cy="419100"/>
            </a:xfrm>
            <a:prstGeom prst="rect">
              <a:avLst/>
            </a:prstGeom>
            <a:solidFill>
              <a:srgbClr val="E8EEF8"/>
            </a:solidFill>
            <a:ln>
              <a:noFill/>
            </a:ln>
          </p:spPr>
        </p:sp>
        <p:sp>
          <p:nvSpPr>
            <p:cNvPr id="15" name="node01.row.item-002.c1.heat-gap"/>
            <p:cNvSpPr/>
            <p:nvPr/>
          </p:nvSpPr>
          <p:spPr>
            <a:xfrm>
              <a:off x="6438900" y="1270000"/>
              <a:ext cx="1257300" cy="457200"/>
            </a:xfrm>
            <a:prstGeom prst="rect">
              <a:avLst/>
            </a:prstGeom>
            <a:solidFill>
              <a:srgbClr val="FFFFFF"/>
            </a:solidFill>
            <a:ln>
              <a:noFill/>
            </a:ln>
          </p:spPr>
        </p:sp>
        <p:sp>
          <p:nvSpPr>
            <p:cNvPr id="16" name="node01.row.item-002.c1.heat"/>
            <p:cNvSpPr/>
            <p:nvPr/>
          </p:nvSpPr>
          <p:spPr>
            <a:xfrm>
              <a:off x="6457950" y="1289050"/>
              <a:ext cx="1219200" cy="419100"/>
            </a:xfrm>
            <a:prstGeom prst="rect">
              <a:avLst/>
            </a:prstGeom>
            <a:solidFill>
              <a:srgbClr val="F3D6EE"/>
            </a:solidFill>
            <a:ln>
              <a:noFill/>
            </a:ln>
          </p:spPr>
        </p:sp>
        <p:sp>
          <p:nvSpPr>
            <p:cNvPr id="17" name="node01.row.item-002.c2.heat-gap"/>
            <p:cNvSpPr/>
            <p:nvPr/>
          </p:nvSpPr>
          <p:spPr>
            <a:xfrm>
              <a:off x="7696200" y="1270000"/>
              <a:ext cx="1257300" cy="457200"/>
            </a:xfrm>
            <a:prstGeom prst="rect">
              <a:avLst/>
            </a:prstGeom>
            <a:solidFill>
              <a:srgbClr val="FFFFFF"/>
            </a:solidFill>
            <a:ln>
              <a:noFill/>
            </a:ln>
          </p:spPr>
        </p:sp>
        <p:sp>
          <p:nvSpPr>
            <p:cNvPr id="18" name="node01.row.item-002.c2.heat"/>
            <p:cNvSpPr/>
            <p:nvPr/>
          </p:nvSpPr>
          <p:spPr>
            <a:xfrm>
              <a:off x="7715250" y="1289050"/>
              <a:ext cx="1219200" cy="419100"/>
            </a:xfrm>
            <a:prstGeom prst="rect">
              <a:avLst/>
            </a:prstGeom>
            <a:solidFill>
              <a:srgbClr val="F3D6EE"/>
            </a:solidFill>
            <a:ln>
              <a:noFill/>
            </a:ln>
          </p:spPr>
        </p:sp>
        <p:sp>
          <p:nvSpPr>
            <p:cNvPr id="19" name="node01.row.item-002.c3.heat-gap"/>
            <p:cNvSpPr/>
            <p:nvPr/>
          </p:nvSpPr>
          <p:spPr>
            <a:xfrm>
              <a:off x="8953500" y="1270000"/>
              <a:ext cx="1257300" cy="457200"/>
            </a:xfrm>
            <a:prstGeom prst="rect">
              <a:avLst/>
            </a:prstGeom>
            <a:solidFill>
              <a:srgbClr val="FFFFFF"/>
            </a:solidFill>
            <a:ln>
              <a:noFill/>
            </a:ln>
          </p:spPr>
        </p:sp>
        <p:sp>
          <p:nvSpPr>
            <p:cNvPr id="20" name="node01.row.item-002.c3.heat"/>
            <p:cNvSpPr/>
            <p:nvPr/>
          </p:nvSpPr>
          <p:spPr>
            <a:xfrm>
              <a:off x="8972550" y="1289050"/>
              <a:ext cx="1219200" cy="419100"/>
            </a:xfrm>
            <a:prstGeom prst="rect">
              <a:avLst/>
            </a:prstGeom>
            <a:solidFill>
              <a:srgbClr val="F3D6EE"/>
            </a:solidFill>
            <a:ln>
              <a:noFill/>
            </a:ln>
          </p:spPr>
        </p:sp>
        <p:sp>
          <p:nvSpPr>
            <p:cNvPr id="21" name="node01.row.item-002.c4.heat-gap"/>
            <p:cNvSpPr/>
            <p:nvPr/>
          </p:nvSpPr>
          <p:spPr>
            <a:xfrm>
              <a:off x="10210800" y="1270000"/>
              <a:ext cx="1257300" cy="457200"/>
            </a:xfrm>
            <a:prstGeom prst="rect">
              <a:avLst/>
            </a:prstGeom>
            <a:solidFill>
              <a:srgbClr val="FFFFFF"/>
            </a:solidFill>
            <a:ln>
              <a:noFill/>
            </a:ln>
          </p:spPr>
        </p:sp>
        <p:sp>
          <p:nvSpPr>
            <p:cNvPr id="22" name="node01.row.item-002.c4.heat"/>
            <p:cNvSpPr/>
            <p:nvPr/>
          </p:nvSpPr>
          <p:spPr>
            <a:xfrm>
              <a:off x="10229850" y="1289050"/>
              <a:ext cx="1219200" cy="419100"/>
            </a:xfrm>
            <a:prstGeom prst="rect">
              <a:avLst/>
            </a:prstGeom>
            <a:solidFill>
              <a:srgbClr val="CED7E6"/>
            </a:solidFill>
            <a:ln>
              <a:noFill/>
            </a:ln>
          </p:spPr>
        </p:sp>
        <p:sp>
          <p:nvSpPr>
            <p:cNvPr id="23" name="node01.row.item-003.c1.heat-gap"/>
            <p:cNvSpPr/>
            <p:nvPr/>
          </p:nvSpPr>
          <p:spPr>
            <a:xfrm>
              <a:off x="6438900" y="1727200"/>
              <a:ext cx="1257300" cy="457200"/>
            </a:xfrm>
            <a:prstGeom prst="rect">
              <a:avLst/>
            </a:prstGeom>
            <a:solidFill>
              <a:srgbClr val="FFFFFF"/>
            </a:solidFill>
            <a:ln>
              <a:noFill/>
            </a:ln>
          </p:spPr>
        </p:sp>
        <p:sp>
          <p:nvSpPr>
            <p:cNvPr id="24" name="node01.row.item-003.c1.heat"/>
            <p:cNvSpPr/>
            <p:nvPr/>
          </p:nvSpPr>
          <p:spPr>
            <a:xfrm>
              <a:off x="6457950" y="1746250"/>
              <a:ext cx="1219200" cy="419100"/>
            </a:xfrm>
            <a:prstGeom prst="rect">
              <a:avLst/>
            </a:prstGeom>
            <a:solidFill>
              <a:srgbClr val="FB7FE8"/>
            </a:solidFill>
            <a:ln>
              <a:noFill/>
            </a:ln>
          </p:spPr>
        </p:sp>
        <p:sp>
          <p:nvSpPr>
            <p:cNvPr id="25" name="node01.row.item-003.c2.heat-gap"/>
            <p:cNvSpPr/>
            <p:nvPr/>
          </p:nvSpPr>
          <p:spPr>
            <a:xfrm>
              <a:off x="7696200" y="1727200"/>
              <a:ext cx="1257300" cy="457200"/>
            </a:xfrm>
            <a:prstGeom prst="rect">
              <a:avLst/>
            </a:prstGeom>
            <a:solidFill>
              <a:srgbClr val="FFFFFF"/>
            </a:solidFill>
            <a:ln>
              <a:noFill/>
            </a:ln>
          </p:spPr>
        </p:sp>
        <p:sp>
          <p:nvSpPr>
            <p:cNvPr id="26" name="node01.row.item-003.c2.heat"/>
            <p:cNvSpPr/>
            <p:nvPr/>
          </p:nvSpPr>
          <p:spPr>
            <a:xfrm>
              <a:off x="7715250" y="1746250"/>
              <a:ext cx="1219200" cy="419100"/>
            </a:xfrm>
            <a:prstGeom prst="rect">
              <a:avLst/>
            </a:prstGeom>
            <a:solidFill>
              <a:srgbClr val="F3D6EE"/>
            </a:solidFill>
            <a:ln>
              <a:noFill/>
            </a:ln>
          </p:spPr>
        </p:sp>
        <p:sp>
          <p:nvSpPr>
            <p:cNvPr id="27" name="node01.row.item-003.c3.heat-gap"/>
            <p:cNvSpPr/>
            <p:nvPr/>
          </p:nvSpPr>
          <p:spPr>
            <a:xfrm>
              <a:off x="8953500" y="1727200"/>
              <a:ext cx="1257300" cy="457200"/>
            </a:xfrm>
            <a:prstGeom prst="rect">
              <a:avLst/>
            </a:prstGeom>
            <a:solidFill>
              <a:srgbClr val="FFFFFF"/>
            </a:solidFill>
            <a:ln>
              <a:noFill/>
            </a:ln>
          </p:spPr>
        </p:sp>
        <p:sp>
          <p:nvSpPr>
            <p:cNvPr id="28" name="node01.row.item-003.c3.heat"/>
            <p:cNvSpPr/>
            <p:nvPr/>
          </p:nvSpPr>
          <p:spPr>
            <a:xfrm>
              <a:off x="8972550" y="1746250"/>
              <a:ext cx="1219200" cy="419100"/>
            </a:xfrm>
            <a:prstGeom prst="rect">
              <a:avLst/>
            </a:prstGeom>
            <a:solidFill>
              <a:srgbClr val="F3D6EE"/>
            </a:solidFill>
            <a:ln>
              <a:noFill/>
            </a:ln>
          </p:spPr>
        </p:sp>
        <p:sp>
          <p:nvSpPr>
            <p:cNvPr id="29" name="node01.row.item-003.c4.heat-gap"/>
            <p:cNvSpPr/>
            <p:nvPr/>
          </p:nvSpPr>
          <p:spPr>
            <a:xfrm>
              <a:off x="10210800" y="1727200"/>
              <a:ext cx="1257300" cy="457200"/>
            </a:xfrm>
            <a:prstGeom prst="rect">
              <a:avLst/>
            </a:prstGeom>
            <a:solidFill>
              <a:srgbClr val="FFFFFF"/>
            </a:solidFill>
            <a:ln>
              <a:noFill/>
            </a:ln>
          </p:spPr>
        </p:sp>
        <p:sp>
          <p:nvSpPr>
            <p:cNvPr id="30" name="node01.row.item-003.c4.heat"/>
            <p:cNvSpPr/>
            <p:nvPr/>
          </p:nvSpPr>
          <p:spPr>
            <a:xfrm>
              <a:off x="10229850" y="1746250"/>
              <a:ext cx="1219200" cy="419100"/>
            </a:xfrm>
            <a:prstGeom prst="rect">
              <a:avLst/>
            </a:prstGeom>
            <a:solidFill>
              <a:srgbClr val="CED7E6"/>
            </a:solidFill>
            <a:ln>
              <a:noFill/>
            </a:ln>
          </p:spPr>
        </p:sp>
        <p:sp>
          <p:nvSpPr>
            <p:cNvPr id="31" name="node01.row.item-004.c1.heat-gap"/>
            <p:cNvSpPr/>
            <p:nvPr/>
          </p:nvSpPr>
          <p:spPr>
            <a:xfrm>
              <a:off x="6438900" y="2184400"/>
              <a:ext cx="1257300" cy="457200"/>
            </a:xfrm>
            <a:prstGeom prst="rect">
              <a:avLst/>
            </a:prstGeom>
            <a:solidFill>
              <a:srgbClr val="FFFFFF"/>
            </a:solidFill>
            <a:ln>
              <a:noFill/>
            </a:ln>
          </p:spPr>
        </p:sp>
        <p:sp>
          <p:nvSpPr>
            <p:cNvPr id="32" name="node01.row.item-004.c1.heat"/>
            <p:cNvSpPr/>
            <p:nvPr/>
          </p:nvSpPr>
          <p:spPr>
            <a:xfrm>
              <a:off x="6457950" y="2203450"/>
              <a:ext cx="1219200" cy="419100"/>
            </a:xfrm>
            <a:prstGeom prst="rect">
              <a:avLst/>
            </a:prstGeom>
            <a:solidFill>
              <a:srgbClr val="F3D6EE"/>
            </a:solidFill>
            <a:ln>
              <a:noFill/>
            </a:ln>
          </p:spPr>
        </p:sp>
        <p:sp>
          <p:nvSpPr>
            <p:cNvPr id="33" name="node01.row.item-004.c2.heat-gap"/>
            <p:cNvSpPr/>
            <p:nvPr/>
          </p:nvSpPr>
          <p:spPr>
            <a:xfrm>
              <a:off x="7696200" y="2184400"/>
              <a:ext cx="1257300" cy="457200"/>
            </a:xfrm>
            <a:prstGeom prst="rect">
              <a:avLst/>
            </a:prstGeom>
            <a:solidFill>
              <a:srgbClr val="FFFFFF"/>
            </a:solidFill>
            <a:ln>
              <a:noFill/>
            </a:ln>
          </p:spPr>
        </p:sp>
        <p:sp>
          <p:nvSpPr>
            <p:cNvPr id="34" name="node01.row.item-004.c2.heat"/>
            <p:cNvSpPr/>
            <p:nvPr/>
          </p:nvSpPr>
          <p:spPr>
            <a:xfrm>
              <a:off x="7715250" y="2203450"/>
              <a:ext cx="1219200" cy="419100"/>
            </a:xfrm>
            <a:prstGeom prst="rect">
              <a:avLst/>
            </a:prstGeom>
            <a:solidFill>
              <a:srgbClr val="CED7E6"/>
            </a:solidFill>
            <a:ln>
              <a:noFill/>
            </a:ln>
          </p:spPr>
        </p:sp>
        <p:sp>
          <p:nvSpPr>
            <p:cNvPr id="35" name="node01.row.item-004.c3.heat-gap"/>
            <p:cNvSpPr/>
            <p:nvPr/>
          </p:nvSpPr>
          <p:spPr>
            <a:xfrm>
              <a:off x="8953500" y="2184400"/>
              <a:ext cx="1257300" cy="457200"/>
            </a:xfrm>
            <a:prstGeom prst="rect">
              <a:avLst/>
            </a:prstGeom>
            <a:solidFill>
              <a:srgbClr val="FFFFFF"/>
            </a:solidFill>
            <a:ln>
              <a:noFill/>
            </a:ln>
          </p:spPr>
        </p:sp>
        <p:sp>
          <p:nvSpPr>
            <p:cNvPr id="36" name="node01.row.item-004.c3.heat"/>
            <p:cNvSpPr/>
            <p:nvPr/>
          </p:nvSpPr>
          <p:spPr>
            <a:xfrm>
              <a:off x="8972550" y="2203450"/>
              <a:ext cx="1219200" cy="419100"/>
            </a:xfrm>
            <a:prstGeom prst="rect">
              <a:avLst/>
            </a:prstGeom>
            <a:solidFill>
              <a:srgbClr val="F3D6EE"/>
            </a:solidFill>
            <a:ln>
              <a:noFill/>
            </a:ln>
          </p:spPr>
        </p:sp>
        <p:sp>
          <p:nvSpPr>
            <p:cNvPr id="37" name="node01.row.item-004.c4.heat-gap"/>
            <p:cNvSpPr/>
            <p:nvPr/>
          </p:nvSpPr>
          <p:spPr>
            <a:xfrm>
              <a:off x="10210800" y="2184400"/>
              <a:ext cx="1257300" cy="457200"/>
            </a:xfrm>
            <a:prstGeom prst="rect">
              <a:avLst/>
            </a:prstGeom>
            <a:solidFill>
              <a:srgbClr val="FFFFFF"/>
            </a:solidFill>
            <a:ln>
              <a:noFill/>
            </a:ln>
          </p:spPr>
        </p:sp>
        <p:sp>
          <p:nvSpPr>
            <p:cNvPr id="38" name="node01.row.item-004.c4.heat"/>
            <p:cNvSpPr/>
            <p:nvPr/>
          </p:nvSpPr>
          <p:spPr>
            <a:xfrm>
              <a:off x="10229850" y="2203450"/>
              <a:ext cx="1219200" cy="419100"/>
            </a:xfrm>
            <a:prstGeom prst="rect">
              <a:avLst/>
            </a:prstGeom>
            <a:solidFill>
              <a:srgbClr val="E8EEF8"/>
            </a:solidFill>
            <a:ln>
              <a:noFill/>
            </a:ln>
          </p:spPr>
        </p:sp>
        <p:sp>
          <p:nvSpPr>
            <p:cNvPr id="39" name="node01.row.item-005.c1.heat-gap"/>
            <p:cNvSpPr/>
            <p:nvPr/>
          </p:nvSpPr>
          <p:spPr>
            <a:xfrm>
              <a:off x="6438900" y="2641600"/>
              <a:ext cx="1257300" cy="457200"/>
            </a:xfrm>
            <a:prstGeom prst="rect">
              <a:avLst/>
            </a:prstGeom>
            <a:solidFill>
              <a:srgbClr val="FFFFFF"/>
            </a:solidFill>
            <a:ln>
              <a:noFill/>
            </a:ln>
          </p:spPr>
        </p:sp>
        <p:sp>
          <p:nvSpPr>
            <p:cNvPr id="40" name="node01.row.item-005.c1.heat"/>
            <p:cNvSpPr/>
            <p:nvPr/>
          </p:nvSpPr>
          <p:spPr>
            <a:xfrm>
              <a:off x="6457950" y="2660650"/>
              <a:ext cx="1219200" cy="419100"/>
            </a:xfrm>
            <a:prstGeom prst="rect">
              <a:avLst/>
            </a:prstGeom>
            <a:solidFill>
              <a:srgbClr val="F3D6EE"/>
            </a:solidFill>
            <a:ln>
              <a:noFill/>
            </a:ln>
          </p:spPr>
        </p:sp>
        <p:sp>
          <p:nvSpPr>
            <p:cNvPr id="41" name="node01.row.item-005.c2.heat-gap"/>
            <p:cNvSpPr/>
            <p:nvPr/>
          </p:nvSpPr>
          <p:spPr>
            <a:xfrm>
              <a:off x="7696200" y="2641600"/>
              <a:ext cx="1257300" cy="457200"/>
            </a:xfrm>
            <a:prstGeom prst="rect">
              <a:avLst/>
            </a:prstGeom>
            <a:solidFill>
              <a:srgbClr val="FFFFFF"/>
            </a:solidFill>
            <a:ln>
              <a:noFill/>
            </a:ln>
          </p:spPr>
        </p:sp>
        <p:sp>
          <p:nvSpPr>
            <p:cNvPr id="42" name="node01.row.item-005.c2.heat"/>
            <p:cNvSpPr/>
            <p:nvPr/>
          </p:nvSpPr>
          <p:spPr>
            <a:xfrm>
              <a:off x="7715250" y="2660650"/>
              <a:ext cx="1219200" cy="419100"/>
            </a:xfrm>
            <a:prstGeom prst="rect">
              <a:avLst/>
            </a:prstGeom>
            <a:solidFill>
              <a:srgbClr val="CED7E6"/>
            </a:solidFill>
            <a:ln>
              <a:noFill/>
            </a:ln>
          </p:spPr>
        </p:sp>
        <p:sp>
          <p:nvSpPr>
            <p:cNvPr id="43" name="node01.row.item-005.c3.heat-gap"/>
            <p:cNvSpPr/>
            <p:nvPr/>
          </p:nvSpPr>
          <p:spPr>
            <a:xfrm>
              <a:off x="8953500" y="2641600"/>
              <a:ext cx="1257300" cy="457200"/>
            </a:xfrm>
            <a:prstGeom prst="rect">
              <a:avLst/>
            </a:prstGeom>
            <a:solidFill>
              <a:srgbClr val="FFFFFF"/>
            </a:solidFill>
            <a:ln>
              <a:noFill/>
            </a:ln>
          </p:spPr>
        </p:sp>
        <p:sp>
          <p:nvSpPr>
            <p:cNvPr id="44" name="node01.row.item-005.c3.heat"/>
            <p:cNvSpPr/>
            <p:nvPr/>
          </p:nvSpPr>
          <p:spPr>
            <a:xfrm>
              <a:off x="8972550" y="2660650"/>
              <a:ext cx="1219200" cy="419100"/>
            </a:xfrm>
            <a:prstGeom prst="rect">
              <a:avLst/>
            </a:prstGeom>
            <a:solidFill>
              <a:srgbClr val="F3D6EE"/>
            </a:solidFill>
            <a:ln>
              <a:noFill/>
            </a:ln>
          </p:spPr>
        </p:sp>
        <p:sp>
          <p:nvSpPr>
            <p:cNvPr id="45" name="node01.row.item-005.c4.heat-gap"/>
            <p:cNvSpPr/>
            <p:nvPr/>
          </p:nvSpPr>
          <p:spPr>
            <a:xfrm>
              <a:off x="10210800" y="2641600"/>
              <a:ext cx="1257300" cy="457200"/>
            </a:xfrm>
            <a:prstGeom prst="rect">
              <a:avLst/>
            </a:prstGeom>
            <a:solidFill>
              <a:srgbClr val="FFFFFF"/>
            </a:solidFill>
            <a:ln>
              <a:noFill/>
            </a:ln>
          </p:spPr>
        </p:sp>
        <p:sp>
          <p:nvSpPr>
            <p:cNvPr id="46" name="node01.row.item-005.c4.heat"/>
            <p:cNvSpPr/>
            <p:nvPr/>
          </p:nvSpPr>
          <p:spPr>
            <a:xfrm>
              <a:off x="10229850" y="2660650"/>
              <a:ext cx="1219200" cy="419100"/>
            </a:xfrm>
            <a:prstGeom prst="rect">
              <a:avLst/>
            </a:prstGeom>
            <a:solidFill>
              <a:srgbClr val="CED7E6"/>
            </a:solidFill>
            <a:ln>
              <a:noFill/>
            </a:ln>
          </p:spPr>
        </p:sp>
        <p:sp>
          <p:nvSpPr>
            <p:cNvPr id="47" name="node01.row.item-006.c1.heat-gap"/>
            <p:cNvSpPr/>
            <p:nvPr/>
          </p:nvSpPr>
          <p:spPr>
            <a:xfrm>
              <a:off x="6438900" y="3098800"/>
              <a:ext cx="1257300" cy="457200"/>
            </a:xfrm>
            <a:prstGeom prst="rect">
              <a:avLst/>
            </a:prstGeom>
            <a:solidFill>
              <a:srgbClr val="FFFFFF"/>
            </a:solidFill>
            <a:ln>
              <a:noFill/>
            </a:ln>
          </p:spPr>
        </p:sp>
        <p:sp>
          <p:nvSpPr>
            <p:cNvPr id="48" name="node01.row.item-006.c1.heat"/>
            <p:cNvSpPr/>
            <p:nvPr/>
          </p:nvSpPr>
          <p:spPr>
            <a:xfrm>
              <a:off x="6457950" y="3117850"/>
              <a:ext cx="1219200" cy="419100"/>
            </a:xfrm>
            <a:prstGeom prst="rect">
              <a:avLst/>
            </a:prstGeom>
            <a:solidFill>
              <a:srgbClr val="FB7FE8"/>
            </a:solidFill>
            <a:ln>
              <a:noFill/>
            </a:ln>
          </p:spPr>
        </p:sp>
        <p:sp>
          <p:nvSpPr>
            <p:cNvPr id="49" name="node01.row.item-006.c2.heat-gap"/>
            <p:cNvSpPr/>
            <p:nvPr/>
          </p:nvSpPr>
          <p:spPr>
            <a:xfrm>
              <a:off x="7696200" y="3098800"/>
              <a:ext cx="1257300" cy="457200"/>
            </a:xfrm>
            <a:prstGeom prst="rect">
              <a:avLst/>
            </a:prstGeom>
            <a:solidFill>
              <a:srgbClr val="FFFFFF"/>
            </a:solidFill>
            <a:ln>
              <a:noFill/>
            </a:ln>
          </p:spPr>
        </p:sp>
        <p:sp>
          <p:nvSpPr>
            <p:cNvPr id="50" name="node01.row.item-006.c2.heat"/>
            <p:cNvSpPr/>
            <p:nvPr/>
          </p:nvSpPr>
          <p:spPr>
            <a:xfrm>
              <a:off x="7715250" y="3117850"/>
              <a:ext cx="1219200" cy="419100"/>
            </a:xfrm>
            <a:prstGeom prst="rect">
              <a:avLst/>
            </a:prstGeom>
            <a:solidFill>
              <a:srgbClr val="FB7FE8"/>
            </a:solidFill>
            <a:ln>
              <a:noFill/>
            </a:ln>
          </p:spPr>
        </p:sp>
        <p:sp>
          <p:nvSpPr>
            <p:cNvPr id="51" name="node01.row.item-006.c3.heat-gap"/>
            <p:cNvSpPr/>
            <p:nvPr/>
          </p:nvSpPr>
          <p:spPr>
            <a:xfrm>
              <a:off x="8953500" y="3098800"/>
              <a:ext cx="1257300" cy="457200"/>
            </a:xfrm>
            <a:prstGeom prst="rect">
              <a:avLst/>
            </a:prstGeom>
            <a:solidFill>
              <a:srgbClr val="FFFFFF"/>
            </a:solidFill>
            <a:ln>
              <a:noFill/>
            </a:ln>
          </p:spPr>
        </p:sp>
        <p:sp>
          <p:nvSpPr>
            <p:cNvPr id="52" name="node01.row.item-006.c3.heat"/>
            <p:cNvSpPr/>
            <p:nvPr/>
          </p:nvSpPr>
          <p:spPr>
            <a:xfrm>
              <a:off x="8972550" y="3117850"/>
              <a:ext cx="1219200" cy="419100"/>
            </a:xfrm>
            <a:prstGeom prst="rect">
              <a:avLst/>
            </a:prstGeom>
            <a:solidFill>
              <a:srgbClr val="F3D6EE"/>
            </a:solidFill>
            <a:ln>
              <a:noFill/>
            </a:ln>
          </p:spPr>
        </p:sp>
        <p:sp>
          <p:nvSpPr>
            <p:cNvPr id="53" name="node01.row.item-006.c4.heat-gap"/>
            <p:cNvSpPr/>
            <p:nvPr/>
          </p:nvSpPr>
          <p:spPr>
            <a:xfrm>
              <a:off x="10210800" y="3098800"/>
              <a:ext cx="1257300" cy="457200"/>
            </a:xfrm>
            <a:prstGeom prst="rect">
              <a:avLst/>
            </a:prstGeom>
            <a:solidFill>
              <a:srgbClr val="FFFFFF"/>
            </a:solidFill>
            <a:ln>
              <a:noFill/>
            </a:ln>
          </p:spPr>
        </p:sp>
        <p:sp>
          <p:nvSpPr>
            <p:cNvPr id="54" name="node01.row.item-006.c4.heat"/>
            <p:cNvSpPr/>
            <p:nvPr/>
          </p:nvSpPr>
          <p:spPr>
            <a:xfrm>
              <a:off x="10229850" y="3117850"/>
              <a:ext cx="1219200" cy="419100"/>
            </a:xfrm>
            <a:prstGeom prst="rect">
              <a:avLst/>
            </a:prstGeom>
            <a:solidFill>
              <a:srgbClr val="F3D6EE"/>
            </a:solidFill>
            <a:ln>
              <a:noFill/>
            </a:ln>
          </p:spPr>
        </p:sp>
        <p:sp>
          <p:nvSpPr>
            <p:cNvPr id="55" name="node01.row.item-007.c1.heat-gap"/>
            <p:cNvSpPr/>
            <p:nvPr/>
          </p:nvSpPr>
          <p:spPr>
            <a:xfrm>
              <a:off x="6438900" y="3556000"/>
              <a:ext cx="1257300" cy="457200"/>
            </a:xfrm>
            <a:prstGeom prst="rect">
              <a:avLst/>
            </a:prstGeom>
            <a:solidFill>
              <a:srgbClr val="FFFFFF"/>
            </a:solidFill>
            <a:ln>
              <a:noFill/>
            </a:ln>
          </p:spPr>
        </p:sp>
        <p:sp>
          <p:nvSpPr>
            <p:cNvPr id="56" name="node01.row.item-007.c1.heat"/>
            <p:cNvSpPr/>
            <p:nvPr/>
          </p:nvSpPr>
          <p:spPr>
            <a:xfrm>
              <a:off x="6457950" y="3575050"/>
              <a:ext cx="1219200" cy="419100"/>
            </a:xfrm>
            <a:prstGeom prst="rect">
              <a:avLst/>
            </a:prstGeom>
            <a:solidFill>
              <a:srgbClr val="F3D6EE"/>
            </a:solidFill>
            <a:ln>
              <a:noFill/>
            </a:ln>
          </p:spPr>
        </p:sp>
        <p:sp>
          <p:nvSpPr>
            <p:cNvPr id="57" name="node01.row.item-007.c2.heat-gap"/>
            <p:cNvSpPr/>
            <p:nvPr/>
          </p:nvSpPr>
          <p:spPr>
            <a:xfrm>
              <a:off x="7696200" y="3556000"/>
              <a:ext cx="1257300" cy="457200"/>
            </a:xfrm>
            <a:prstGeom prst="rect">
              <a:avLst/>
            </a:prstGeom>
            <a:solidFill>
              <a:srgbClr val="FFFFFF"/>
            </a:solidFill>
            <a:ln>
              <a:noFill/>
            </a:ln>
          </p:spPr>
        </p:sp>
        <p:sp>
          <p:nvSpPr>
            <p:cNvPr id="58" name="node01.row.item-007.c2.heat"/>
            <p:cNvSpPr/>
            <p:nvPr/>
          </p:nvSpPr>
          <p:spPr>
            <a:xfrm>
              <a:off x="7715250" y="3575050"/>
              <a:ext cx="1219200" cy="419100"/>
            </a:xfrm>
            <a:prstGeom prst="rect">
              <a:avLst/>
            </a:prstGeom>
            <a:solidFill>
              <a:srgbClr val="F3D6EE"/>
            </a:solidFill>
            <a:ln>
              <a:noFill/>
            </a:ln>
          </p:spPr>
        </p:sp>
        <p:sp>
          <p:nvSpPr>
            <p:cNvPr id="59" name="node01.row.item-007.c3.heat-gap"/>
            <p:cNvSpPr/>
            <p:nvPr/>
          </p:nvSpPr>
          <p:spPr>
            <a:xfrm>
              <a:off x="8953500" y="3556000"/>
              <a:ext cx="1257300" cy="457200"/>
            </a:xfrm>
            <a:prstGeom prst="rect">
              <a:avLst/>
            </a:prstGeom>
            <a:solidFill>
              <a:srgbClr val="FFFFFF"/>
            </a:solidFill>
            <a:ln>
              <a:noFill/>
            </a:ln>
          </p:spPr>
        </p:sp>
        <p:sp>
          <p:nvSpPr>
            <p:cNvPr id="60" name="node01.row.item-007.c3.heat"/>
            <p:cNvSpPr/>
            <p:nvPr/>
          </p:nvSpPr>
          <p:spPr>
            <a:xfrm>
              <a:off x="8972550" y="3575050"/>
              <a:ext cx="1219200" cy="419100"/>
            </a:xfrm>
            <a:prstGeom prst="rect">
              <a:avLst/>
            </a:prstGeom>
            <a:solidFill>
              <a:srgbClr val="F3D6EE"/>
            </a:solidFill>
            <a:ln>
              <a:noFill/>
            </a:ln>
          </p:spPr>
        </p:sp>
        <p:sp>
          <p:nvSpPr>
            <p:cNvPr id="61" name="node01.row.item-007.c4.heat-gap"/>
            <p:cNvSpPr/>
            <p:nvPr/>
          </p:nvSpPr>
          <p:spPr>
            <a:xfrm>
              <a:off x="10210800" y="3556000"/>
              <a:ext cx="1257300" cy="457200"/>
            </a:xfrm>
            <a:prstGeom prst="rect">
              <a:avLst/>
            </a:prstGeom>
            <a:solidFill>
              <a:srgbClr val="FFFFFF"/>
            </a:solidFill>
            <a:ln>
              <a:noFill/>
            </a:ln>
          </p:spPr>
        </p:sp>
        <p:sp>
          <p:nvSpPr>
            <p:cNvPr id="62" name="node01.row.item-007.c4.heat"/>
            <p:cNvSpPr/>
            <p:nvPr/>
          </p:nvSpPr>
          <p:spPr>
            <a:xfrm>
              <a:off x="10229850" y="3575050"/>
              <a:ext cx="1219200" cy="419100"/>
            </a:xfrm>
            <a:prstGeom prst="rect">
              <a:avLst/>
            </a:prstGeom>
            <a:solidFill>
              <a:srgbClr val="CED7E6"/>
            </a:solidFill>
            <a:ln>
              <a:noFill/>
            </a:ln>
          </p:spPr>
        </p:sp>
        <p:sp>
          <p:nvSpPr>
            <p:cNvPr id="63" name="node01.row.item-008.c1.heat-gap"/>
            <p:cNvSpPr/>
            <p:nvPr/>
          </p:nvSpPr>
          <p:spPr>
            <a:xfrm>
              <a:off x="6438900" y="4013200"/>
              <a:ext cx="1257300" cy="457200"/>
            </a:xfrm>
            <a:prstGeom prst="rect">
              <a:avLst/>
            </a:prstGeom>
            <a:solidFill>
              <a:srgbClr val="FFFFFF"/>
            </a:solidFill>
            <a:ln>
              <a:noFill/>
            </a:ln>
          </p:spPr>
        </p:sp>
        <p:sp>
          <p:nvSpPr>
            <p:cNvPr id="64" name="node01.row.item-008.c1.heat"/>
            <p:cNvSpPr/>
            <p:nvPr/>
          </p:nvSpPr>
          <p:spPr>
            <a:xfrm>
              <a:off x="6457950" y="4032250"/>
              <a:ext cx="1219200" cy="419100"/>
            </a:xfrm>
            <a:prstGeom prst="rect">
              <a:avLst/>
            </a:prstGeom>
            <a:solidFill>
              <a:srgbClr val="F3D6EE"/>
            </a:solidFill>
            <a:ln>
              <a:noFill/>
            </a:ln>
          </p:spPr>
        </p:sp>
        <p:sp>
          <p:nvSpPr>
            <p:cNvPr id="65" name="node01.row.item-008.c2.heat-gap"/>
            <p:cNvSpPr/>
            <p:nvPr/>
          </p:nvSpPr>
          <p:spPr>
            <a:xfrm>
              <a:off x="7696200" y="4013200"/>
              <a:ext cx="1257300" cy="457200"/>
            </a:xfrm>
            <a:prstGeom prst="rect">
              <a:avLst/>
            </a:prstGeom>
            <a:solidFill>
              <a:srgbClr val="FFFFFF"/>
            </a:solidFill>
            <a:ln>
              <a:noFill/>
            </a:ln>
          </p:spPr>
        </p:sp>
        <p:sp>
          <p:nvSpPr>
            <p:cNvPr id="66" name="node01.row.item-008.c2.heat"/>
            <p:cNvSpPr/>
            <p:nvPr/>
          </p:nvSpPr>
          <p:spPr>
            <a:xfrm>
              <a:off x="7715250" y="4032250"/>
              <a:ext cx="1219200" cy="419100"/>
            </a:xfrm>
            <a:prstGeom prst="rect">
              <a:avLst/>
            </a:prstGeom>
            <a:solidFill>
              <a:srgbClr val="F3D6EE"/>
            </a:solidFill>
            <a:ln>
              <a:noFill/>
            </a:ln>
          </p:spPr>
        </p:sp>
        <p:sp>
          <p:nvSpPr>
            <p:cNvPr id="67" name="node01.row.item-008.c3.heat-gap"/>
            <p:cNvSpPr/>
            <p:nvPr/>
          </p:nvSpPr>
          <p:spPr>
            <a:xfrm>
              <a:off x="8953500" y="4013200"/>
              <a:ext cx="1257300" cy="457200"/>
            </a:xfrm>
            <a:prstGeom prst="rect">
              <a:avLst/>
            </a:prstGeom>
            <a:solidFill>
              <a:srgbClr val="FFFFFF"/>
            </a:solidFill>
            <a:ln>
              <a:noFill/>
            </a:ln>
          </p:spPr>
        </p:sp>
        <p:sp>
          <p:nvSpPr>
            <p:cNvPr id="68" name="node01.row.item-008.c3.heat"/>
            <p:cNvSpPr/>
            <p:nvPr/>
          </p:nvSpPr>
          <p:spPr>
            <a:xfrm>
              <a:off x="8972550" y="4032250"/>
              <a:ext cx="1219200" cy="419100"/>
            </a:xfrm>
            <a:prstGeom prst="rect">
              <a:avLst/>
            </a:prstGeom>
            <a:solidFill>
              <a:srgbClr val="F3D6EE"/>
            </a:solidFill>
            <a:ln>
              <a:noFill/>
            </a:ln>
          </p:spPr>
        </p:sp>
        <p:sp>
          <p:nvSpPr>
            <p:cNvPr id="69" name="node01.row.item-008.c4.heat-gap"/>
            <p:cNvSpPr/>
            <p:nvPr/>
          </p:nvSpPr>
          <p:spPr>
            <a:xfrm>
              <a:off x="10210800" y="4013200"/>
              <a:ext cx="1257300" cy="457200"/>
            </a:xfrm>
            <a:prstGeom prst="rect">
              <a:avLst/>
            </a:prstGeom>
            <a:solidFill>
              <a:srgbClr val="FFFFFF"/>
            </a:solidFill>
            <a:ln>
              <a:noFill/>
            </a:ln>
          </p:spPr>
        </p:sp>
        <p:sp>
          <p:nvSpPr>
            <p:cNvPr id="70" name="node01.row.item-008.c4.heat"/>
            <p:cNvSpPr/>
            <p:nvPr/>
          </p:nvSpPr>
          <p:spPr>
            <a:xfrm>
              <a:off x="10229850" y="4032250"/>
              <a:ext cx="1219200" cy="419100"/>
            </a:xfrm>
            <a:prstGeom prst="rect">
              <a:avLst/>
            </a:prstGeom>
            <a:solidFill>
              <a:srgbClr val="CED7E6"/>
            </a:solidFill>
            <a:ln>
              <a:noFill/>
            </a:ln>
          </p:spPr>
        </p:sp>
        <p:sp>
          <p:nvSpPr>
            <p:cNvPr id="71" name="node01.row.item-009.c1.heat-gap"/>
            <p:cNvSpPr/>
            <p:nvPr/>
          </p:nvSpPr>
          <p:spPr>
            <a:xfrm>
              <a:off x="6438900" y="4470400"/>
              <a:ext cx="1257300" cy="457200"/>
            </a:xfrm>
            <a:prstGeom prst="rect">
              <a:avLst/>
            </a:prstGeom>
            <a:solidFill>
              <a:srgbClr val="FFFFFF"/>
            </a:solidFill>
            <a:ln>
              <a:noFill/>
            </a:ln>
          </p:spPr>
        </p:sp>
        <p:sp>
          <p:nvSpPr>
            <p:cNvPr id="72" name="node01.row.item-009.c1.heat"/>
            <p:cNvSpPr/>
            <p:nvPr/>
          </p:nvSpPr>
          <p:spPr>
            <a:xfrm>
              <a:off x="6457950" y="4489450"/>
              <a:ext cx="1219200" cy="419100"/>
            </a:xfrm>
            <a:prstGeom prst="rect">
              <a:avLst/>
            </a:prstGeom>
            <a:solidFill>
              <a:srgbClr val="FB7FE8"/>
            </a:solidFill>
            <a:ln>
              <a:noFill/>
            </a:ln>
          </p:spPr>
        </p:sp>
        <p:sp>
          <p:nvSpPr>
            <p:cNvPr id="73" name="node01.row.item-009.c2.heat-gap"/>
            <p:cNvSpPr/>
            <p:nvPr/>
          </p:nvSpPr>
          <p:spPr>
            <a:xfrm>
              <a:off x="7696200" y="4470400"/>
              <a:ext cx="1257300" cy="457200"/>
            </a:xfrm>
            <a:prstGeom prst="rect">
              <a:avLst/>
            </a:prstGeom>
            <a:solidFill>
              <a:srgbClr val="FFFFFF"/>
            </a:solidFill>
            <a:ln>
              <a:noFill/>
            </a:ln>
          </p:spPr>
        </p:sp>
        <p:sp>
          <p:nvSpPr>
            <p:cNvPr id="74" name="node01.row.item-009.c2.heat"/>
            <p:cNvSpPr/>
            <p:nvPr/>
          </p:nvSpPr>
          <p:spPr>
            <a:xfrm>
              <a:off x="7715250" y="4489450"/>
              <a:ext cx="1219200" cy="419100"/>
            </a:xfrm>
            <a:prstGeom prst="rect">
              <a:avLst/>
            </a:prstGeom>
            <a:solidFill>
              <a:srgbClr val="FB7FE8"/>
            </a:solidFill>
            <a:ln>
              <a:noFill/>
            </a:ln>
          </p:spPr>
        </p:sp>
        <p:sp>
          <p:nvSpPr>
            <p:cNvPr id="75" name="node01.row.item-009.c3.heat-gap"/>
            <p:cNvSpPr/>
            <p:nvPr/>
          </p:nvSpPr>
          <p:spPr>
            <a:xfrm>
              <a:off x="8953500" y="4470400"/>
              <a:ext cx="1257300" cy="457200"/>
            </a:xfrm>
            <a:prstGeom prst="rect">
              <a:avLst/>
            </a:prstGeom>
            <a:solidFill>
              <a:srgbClr val="FFFFFF"/>
            </a:solidFill>
            <a:ln>
              <a:noFill/>
            </a:ln>
          </p:spPr>
        </p:sp>
        <p:sp>
          <p:nvSpPr>
            <p:cNvPr id="76" name="node01.row.item-009.c3.heat"/>
            <p:cNvSpPr/>
            <p:nvPr/>
          </p:nvSpPr>
          <p:spPr>
            <a:xfrm>
              <a:off x="8972550" y="4489450"/>
              <a:ext cx="1219200" cy="419100"/>
            </a:xfrm>
            <a:prstGeom prst="rect">
              <a:avLst/>
            </a:prstGeom>
            <a:solidFill>
              <a:srgbClr val="F3D6EE"/>
            </a:solidFill>
            <a:ln>
              <a:noFill/>
            </a:ln>
          </p:spPr>
        </p:sp>
        <p:sp>
          <p:nvSpPr>
            <p:cNvPr id="77" name="node01.row.item-009.c4.heat-gap"/>
            <p:cNvSpPr/>
            <p:nvPr/>
          </p:nvSpPr>
          <p:spPr>
            <a:xfrm>
              <a:off x="10210800" y="4470400"/>
              <a:ext cx="1257300" cy="457200"/>
            </a:xfrm>
            <a:prstGeom prst="rect">
              <a:avLst/>
            </a:prstGeom>
            <a:solidFill>
              <a:srgbClr val="FFFFFF"/>
            </a:solidFill>
            <a:ln>
              <a:noFill/>
            </a:ln>
          </p:spPr>
        </p:sp>
        <p:sp>
          <p:nvSpPr>
            <p:cNvPr id="78" name="node01.row.item-009.c4.heat"/>
            <p:cNvSpPr/>
            <p:nvPr/>
          </p:nvSpPr>
          <p:spPr>
            <a:xfrm>
              <a:off x="10229850" y="4489450"/>
              <a:ext cx="1219200" cy="419100"/>
            </a:xfrm>
            <a:prstGeom prst="rect">
              <a:avLst/>
            </a:prstGeom>
            <a:solidFill>
              <a:srgbClr val="CED7E6"/>
            </a:solidFill>
            <a:ln>
              <a:noFill/>
            </a:ln>
          </p:spPr>
        </p:sp>
        <p:sp>
          <p:nvSpPr>
            <p:cNvPr id="79" name="node01.row.item-010.c1.heat-gap"/>
            <p:cNvSpPr/>
            <p:nvPr/>
          </p:nvSpPr>
          <p:spPr>
            <a:xfrm>
              <a:off x="6438900" y="4927600"/>
              <a:ext cx="1257300" cy="457200"/>
            </a:xfrm>
            <a:prstGeom prst="rect">
              <a:avLst/>
            </a:prstGeom>
            <a:solidFill>
              <a:srgbClr val="FFFFFF"/>
            </a:solidFill>
            <a:ln>
              <a:noFill/>
            </a:ln>
          </p:spPr>
        </p:sp>
        <p:sp>
          <p:nvSpPr>
            <p:cNvPr id="80" name="node01.row.item-010.c1.heat"/>
            <p:cNvSpPr/>
            <p:nvPr/>
          </p:nvSpPr>
          <p:spPr>
            <a:xfrm>
              <a:off x="6457950" y="4946650"/>
              <a:ext cx="1219200" cy="419100"/>
            </a:xfrm>
            <a:prstGeom prst="rect">
              <a:avLst/>
            </a:prstGeom>
            <a:solidFill>
              <a:srgbClr val="F3D6EE"/>
            </a:solidFill>
            <a:ln>
              <a:noFill/>
            </a:ln>
          </p:spPr>
        </p:sp>
        <p:sp>
          <p:nvSpPr>
            <p:cNvPr id="81" name="node01.row.item-010.c2.heat-gap"/>
            <p:cNvSpPr/>
            <p:nvPr/>
          </p:nvSpPr>
          <p:spPr>
            <a:xfrm>
              <a:off x="7696200" y="4927600"/>
              <a:ext cx="1257300" cy="457200"/>
            </a:xfrm>
            <a:prstGeom prst="rect">
              <a:avLst/>
            </a:prstGeom>
            <a:solidFill>
              <a:srgbClr val="FFFFFF"/>
            </a:solidFill>
            <a:ln>
              <a:noFill/>
            </a:ln>
          </p:spPr>
        </p:sp>
        <p:sp>
          <p:nvSpPr>
            <p:cNvPr id="82" name="node01.row.item-010.c2.heat"/>
            <p:cNvSpPr/>
            <p:nvPr/>
          </p:nvSpPr>
          <p:spPr>
            <a:xfrm>
              <a:off x="7715250" y="4946650"/>
              <a:ext cx="1219200" cy="419100"/>
            </a:xfrm>
            <a:prstGeom prst="rect">
              <a:avLst/>
            </a:prstGeom>
            <a:solidFill>
              <a:srgbClr val="F3D6EE"/>
            </a:solidFill>
            <a:ln>
              <a:noFill/>
            </a:ln>
          </p:spPr>
        </p:sp>
        <p:sp>
          <p:nvSpPr>
            <p:cNvPr id="83" name="node01.row.item-010.c3.heat-gap"/>
            <p:cNvSpPr/>
            <p:nvPr/>
          </p:nvSpPr>
          <p:spPr>
            <a:xfrm>
              <a:off x="8953500" y="4927600"/>
              <a:ext cx="1257300" cy="457200"/>
            </a:xfrm>
            <a:prstGeom prst="rect">
              <a:avLst/>
            </a:prstGeom>
            <a:solidFill>
              <a:srgbClr val="FFFFFF"/>
            </a:solidFill>
            <a:ln>
              <a:noFill/>
            </a:ln>
          </p:spPr>
        </p:sp>
        <p:sp>
          <p:nvSpPr>
            <p:cNvPr id="84" name="node01.row.item-010.c3.heat"/>
            <p:cNvSpPr/>
            <p:nvPr/>
          </p:nvSpPr>
          <p:spPr>
            <a:xfrm>
              <a:off x="8972550" y="4946650"/>
              <a:ext cx="1219200" cy="419100"/>
            </a:xfrm>
            <a:prstGeom prst="rect">
              <a:avLst/>
            </a:prstGeom>
            <a:solidFill>
              <a:srgbClr val="F3D6EE"/>
            </a:solidFill>
            <a:ln>
              <a:noFill/>
            </a:ln>
          </p:spPr>
        </p:sp>
        <p:sp>
          <p:nvSpPr>
            <p:cNvPr id="85" name="node01.row.item-010.c4.heat-gap"/>
            <p:cNvSpPr/>
            <p:nvPr/>
          </p:nvSpPr>
          <p:spPr>
            <a:xfrm>
              <a:off x="10210800" y="4927600"/>
              <a:ext cx="1257300" cy="457200"/>
            </a:xfrm>
            <a:prstGeom prst="rect">
              <a:avLst/>
            </a:prstGeom>
            <a:solidFill>
              <a:srgbClr val="FFFFFF"/>
            </a:solidFill>
            <a:ln>
              <a:noFill/>
            </a:ln>
          </p:spPr>
        </p:sp>
        <p:sp>
          <p:nvSpPr>
            <p:cNvPr id="86" name="node01.row.item-010.c4.heat"/>
            <p:cNvSpPr/>
            <p:nvPr/>
          </p:nvSpPr>
          <p:spPr>
            <a:xfrm>
              <a:off x="10229850" y="4946650"/>
              <a:ext cx="1219200" cy="419100"/>
            </a:xfrm>
            <a:prstGeom prst="rect">
              <a:avLst/>
            </a:prstGeom>
            <a:solidFill>
              <a:srgbClr val="CED7E6"/>
            </a:solidFill>
            <a:ln>
              <a:noFill/>
            </a:ln>
          </p:spPr>
        </p:sp>
        <p:graphicFrame>
          <p:nvGraphicFramePr>
            <p:cNvPr id="87" name="node01.native"/>
            <p:cNvGraphicFramePr>
              <a:graphicFrameLocks noGrp="1"/>
            </p:cNvGraphicFramePr>
            <p:nvPr>
              <p:extLst>
                <p:ext uri="{D42A27DB-BD31-4B8C-83A1-F6EECF244321}">
                  <p14:modId xmlns:p14="http://schemas.microsoft.com/office/powerpoint/2010/main" val="1579011935"/>
                </p:ext>
              </p:extLst>
            </p:nvPr>
          </p:nvGraphicFramePr>
          <p:xfrm>
            <a:off x="4381500" y="457200"/>
            <a:ext cx="7086600" cy="4927600"/>
          </p:xfrm>
          <a:graphic>
            <a:graphicData uri="http://schemas.openxmlformats.org/drawingml/2006/table">
              <a:tbl>
                <a:tblPr/>
                <a:tblGrid>
                  <a:gridCol w="2057400"/>
                  <a:gridCol w="1257300"/>
                  <a:gridCol w="1257300"/>
                  <a:gridCol w="1257300"/>
                  <a:gridCol w="1257300"/>
                </a:tblGrid>
                <a:tr h="355600">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STATEMENT</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PHYSICIANS</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NURSES</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FRONT DESK</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LEADERS</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r>
                <a:tr h="4572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I understand why we change</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4.1</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3.9</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3.6</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4.6</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r h="4572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I have the training I need</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3.2</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2.8</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3.0</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3.9</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r h="4572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The system saves me time</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2.4</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2.6</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2.9</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3.8</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r h="4572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Leaders support the change</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3.5</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3.7</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3.4</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4.7</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r h="4572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I know who to ask for help</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3.3</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3.8</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3.1</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4.2</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r h="4572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Workflows fit how I work</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2.1</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2.5</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3.2</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3.5</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r h="4572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Data in the system is trusted</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3.1</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3.2</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3.0</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4.0</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r h="4572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I would recommend it to a peer</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2.9</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3.1</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3.3</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4.4</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r h="4572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Alerts help more than they interrupt</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2.2</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2.4</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3.4</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3.6</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r h="4572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Reports meet my needs</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3.0</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3.3</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2.8</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4.1</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alpha val="0"/>
                        </a:srgbClr>
                      </a:solidFill>
                    </a:tcPr>
                  </a:tc>
                </a:tr>
              </a:tbl>
            </a:graphicData>
          </a:graphic>
        </p:graphicFrame>
      </p:grpSp>
      <p:grpSp>
        <p:nvGrpSpPr>
          <p:cNvPr id="105" name="node02"/>
          <p:cNvGrpSpPr/>
          <p:nvPr/>
        </p:nvGrpSpPr>
        <p:grpSpPr>
          <a:xfrm>
            <a:off x="4381500" y="5486400"/>
            <a:ext cx="5468938" cy="228600"/>
            <a:chOff x="4381500" y="5486400"/>
            <a:chExt cx="5468938" cy="228600"/>
          </a:xfrm>
        </p:grpSpPr>
        <p:sp>
          <p:nvSpPr>
            <p:cNvPr id="88" name="node02.items.slot-001.swatch"/>
            <p:cNvSpPr/>
            <p:nvPr/>
          </p:nvSpPr>
          <p:spPr>
            <a:xfrm>
              <a:off x="4381500" y="5537200"/>
              <a:ext cx="228600" cy="127000"/>
            </a:xfrm>
            <a:prstGeom prst="rect">
              <a:avLst/>
            </a:prstGeom>
            <a:solidFill>
              <a:srgbClr val="E8EEF8"/>
            </a:solidFill>
            <a:ln>
              <a:noFill/>
            </a:ln>
          </p:spPr>
        </p:sp>
        <p:sp>
          <p:nvSpPr>
            <p:cNvPr id="89" name="node02.items.slot-001.text"/>
            <p:cNvSpPr/>
            <p:nvPr/>
          </p:nvSpPr>
          <p:spPr>
            <a:xfrm>
              <a:off x="4673600" y="5486400"/>
              <a:ext cx="59055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4.5–5.0</a:t>
              </a:r>
              <a:endParaRPr lang="en-US" sz="1200" spc="0" kern="0" b="0" i="0" dirty="0">
                <a:solidFill>
                  <a:srgbClr val="070154"/>
                </a:solidFill>
                <a:latin typeface="IBM Plex Sans"/>
                <a:ea typeface="IBM Plex Sans"/>
                <a:cs typeface="IBM Plex Sans"/>
              </a:endParaRPr>
            </a:p>
          </p:txBody>
        </p:sp>
        <p:sp>
          <p:nvSpPr>
            <p:cNvPr id="90" name="node02.items.slot-002.swatch"/>
            <p:cNvSpPr/>
            <p:nvPr/>
          </p:nvSpPr>
          <p:spPr>
            <a:xfrm>
              <a:off x="5492750" y="5537200"/>
              <a:ext cx="228600" cy="127000"/>
            </a:xfrm>
            <a:prstGeom prst="rect">
              <a:avLst/>
            </a:prstGeom>
            <a:solidFill>
              <a:srgbClr val="CED7E6"/>
            </a:solidFill>
            <a:ln>
              <a:noFill/>
            </a:ln>
          </p:spPr>
        </p:sp>
        <p:sp>
          <p:nvSpPr>
            <p:cNvPr id="91" name="node02.items.slot-002.text"/>
            <p:cNvSpPr/>
            <p:nvPr/>
          </p:nvSpPr>
          <p:spPr>
            <a:xfrm>
              <a:off x="5784850" y="5486400"/>
              <a:ext cx="59055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3.5–4.4</a:t>
              </a:r>
              <a:endParaRPr lang="en-US" sz="1200" spc="0" kern="0" b="0" i="0" dirty="0">
                <a:solidFill>
                  <a:srgbClr val="070154"/>
                </a:solidFill>
                <a:latin typeface="IBM Plex Sans"/>
                <a:ea typeface="IBM Plex Sans"/>
                <a:cs typeface="IBM Plex Sans"/>
              </a:endParaRPr>
            </a:p>
          </p:txBody>
        </p:sp>
        <p:sp>
          <p:nvSpPr>
            <p:cNvPr id="92" name="node02.items.slot-003.swatch"/>
            <p:cNvSpPr/>
            <p:nvPr/>
          </p:nvSpPr>
          <p:spPr>
            <a:xfrm>
              <a:off x="6604000" y="5537200"/>
              <a:ext cx="228600" cy="127000"/>
            </a:xfrm>
            <a:prstGeom prst="rect">
              <a:avLst/>
            </a:prstGeom>
            <a:solidFill>
              <a:srgbClr val="F3D6EE"/>
            </a:solidFill>
            <a:ln>
              <a:noFill/>
            </a:ln>
          </p:spPr>
        </p:sp>
        <p:sp>
          <p:nvSpPr>
            <p:cNvPr id="93" name="node02.items.slot-003.text"/>
            <p:cNvSpPr/>
            <p:nvPr/>
          </p:nvSpPr>
          <p:spPr>
            <a:xfrm>
              <a:off x="6896100" y="5486400"/>
              <a:ext cx="59055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2.5–3.4</a:t>
              </a:r>
              <a:endParaRPr lang="en-US" sz="1200" spc="0" kern="0" b="0" i="0" dirty="0">
                <a:solidFill>
                  <a:srgbClr val="070154"/>
                </a:solidFill>
                <a:latin typeface="IBM Plex Sans"/>
                <a:ea typeface="IBM Plex Sans"/>
                <a:cs typeface="IBM Plex Sans"/>
              </a:endParaRPr>
            </a:p>
          </p:txBody>
        </p:sp>
        <p:sp>
          <p:nvSpPr>
            <p:cNvPr id="94" name="node02.items.slot-004.swatch"/>
            <p:cNvSpPr/>
            <p:nvPr/>
          </p:nvSpPr>
          <p:spPr>
            <a:xfrm>
              <a:off x="7715250" y="5537200"/>
              <a:ext cx="228600" cy="127000"/>
            </a:xfrm>
            <a:prstGeom prst="rect">
              <a:avLst/>
            </a:prstGeom>
            <a:solidFill>
              <a:srgbClr val="FB7FE8"/>
            </a:solidFill>
            <a:ln>
              <a:noFill/>
            </a:ln>
          </p:spPr>
        </p:sp>
        <p:sp>
          <p:nvSpPr>
            <p:cNvPr id="95" name="node02.items.slot-004.text"/>
            <p:cNvSpPr/>
            <p:nvPr/>
          </p:nvSpPr>
          <p:spPr>
            <a:xfrm>
              <a:off x="8007350" y="5486400"/>
              <a:ext cx="59055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1.5–2.4</a:t>
              </a:r>
              <a:endParaRPr lang="en-US" sz="1200" spc="0" kern="0" b="0" i="0" dirty="0">
                <a:solidFill>
                  <a:srgbClr val="070154"/>
                </a:solidFill>
                <a:latin typeface="IBM Plex Sans"/>
                <a:ea typeface="IBM Plex Sans"/>
                <a:cs typeface="IBM Plex Sans"/>
              </a:endParaRPr>
            </a:p>
          </p:txBody>
        </p:sp>
        <p:sp>
          <p:nvSpPr>
            <p:cNvPr id="96" name="node02.items.slot-005.swatch"/>
            <p:cNvSpPr/>
            <p:nvPr/>
          </p:nvSpPr>
          <p:spPr>
            <a:xfrm>
              <a:off x="8826500" y="5537200"/>
              <a:ext cx="228600" cy="127000"/>
            </a:xfrm>
            <a:prstGeom prst="rect">
              <a:avLst/>
            </a:prstGeom>
            <a:solidFill>
              <a:srgbClr val="F900D3"/>
            </a:solidFill>
            <a:ln>
              <a:noFill/>
            </a:ln>
          </p:spPr>
        </p:sp>
        <p:sp>
          <p:nvSpPr>
            <p:cNvPr id="97" name="node02.items.slot-005.text"/>
            <p:cNvSpPr/>
            <p:nvPr/>
          </p:nvSpPr>
          <p:spPr>
            <a:xfrm>
              <a:off x="9118600" y="5486400"/>
              <a:ext cx="731838"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Under 1.5</a:t>
              </a:r>
              <a:endParaRPr lang="en-US" sz="1200" spc="0" kern="0" b="0" i="0" dirty="0">
                <a:solidFill>
                  <a:srgbClr val="070154"/>
                </a:solidFill>
                <a:latin typeface="IBM Plex Sans"/>
                <a:ea typeface="IBM Plex Sans"/>
                <a:cs typeface="IBM Plex Sans"/>
              </a:endParaRPr>
            </a:p>
          </p:txBody>
        </p:sp>
      </p:grpSp>
      <p:grpSp>
        <p:nvGrpSpPr>
          <p:cNvPr id="106" name="node03"/>
          <p:cNvGrpSpPr/>
          <p:nvPr/>
        </p:nvGrpSpPr>
        <p:grpSpPr>
          <a:xfrm>
            <a:off x="723900" y="2286000"/>
            <a:ext cx="3429000" cy="1676400"/>
            <a:chOff x="723900" y="2286000"/>
            <a:chExt cx="3429000" cy="1676400"/>
          </a:xfrm>
        </p:grpSpPr>
        <p:sp>
          <p:nvSpPr>
            <p:cNvPr id="98" name="node03.source-001.bullet"/>
            <p:cNvSpPr/>
            <p:nvPr/>
          </p:nvSpPr>
          <p:spPr>
            <a:xfrm>
              <a:off x="723900" y="2374900"/>
              <a:ext cx="38100" cy="38100"/>
            </a:xfrm>
            <a:prstGeom prst="rect">
              <a:avLst/>
            </a:prstGeom>
            <a:solidFill>
              <a:srgbClr val="070154"/>
            </a:solidFill>
            <a:ln>
              <a:noFill/>
            </a:ln>
          </p:spPr>
        </p:sp>
        <p:sp>
          <p:nvSpPr>
            <p:cNvPr id="99" name="node03.source-001.text"/>
            <p:cNvSpPr/>
            <p:nvPr/>
          </p:nvSpPr>
          <p:spPr>
            <a:xfrm>
              <a:off x="876300" y="2286000"/>
              <a:ext cx="3276600" cy="685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 xml:space="preserve">Clinicians struggle most.</a:t>
              </a:r>
              <a:r>
                <a:rPr lang="en-US" sz="1200" spc="0" kern="0" b="0" i="0" dirty="0">
                  <a:solidFill>
                    <a:srgbClr val="50658E"/>
                  </a:solidFill>
                  <a:latin typeface="IBM Plex Sans"/>
                  <a:ea typeface="IBM Plex Sans"/>
                  <a:cs typeface="IBM Plex Sans"/>
                </a:rPr>
                <a:t xml:space="preserve"> Physicians and nurses rate time savings, workflow fit and alerts lowest.</a:t>
              </a:r>
              <a:endParaRPr lang="en-US" sz="1200" spc="0" kern="0" b="0" i="0" dirty="0">
                <a:solidFill>
                  <a:srgbClr val="070154"/>
                </a:solidFill>
                <a:latin typeface="IBM Plex Sans"/>
                <a:ea typeface="IBM Plex Sans"/>
                <a:cs typeface="IBM Plex Sans"/>
              </a:endParaRPr>
            </a:p>
          </p:txBody>
        </p:sp>
        <p:sp>
          <p:nvSpPr>
            <p:cNvPr id="100" name="node03.source-002.bullet"/>
            <p:cNvSpPr/>
            <p:nvPr/>
          </p:nvSpPr>
          <p:spPr>
            <a:xfrm>
              <a:off x="723900" y="3098800"/>
              <a:ext cx="38100" cy="38100"/>
            </a:xfrm>
            <a:prstGeom prst="rect">
              <a:avLst/>
            </a:prstGeom>
            <a:solidFill>
              <a:srgbClr val="070154"/>
            </a:solidFill>
            <a:ln>
              <a:noFill/>
            </a:ln>
          </p:spPr>
        </p:sp>
        <p:sp>
          <p:nvSpPr>
            <p:cNvPr id="101" name="node03.source-002.text"/>
            <p:cNvSpPr/>
            <p:nvPr/>
          </p:nvSpPr>
          <p:spPr>
            <a:xfrm>
              <a:off x="876300" y="3009900"/>
              <a:ext cx="32766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 xml:space="preserve">Leaders are upbeat.</a:t>
              </a:r>
              <a:r>
                <a:rPr lang="en-US" sz="1200" spc="0" kern="0" b="0" i="0" dirty="0">
                  <a:solidFill>
                    <a:srgbClr val="50658E"/>
                  </a:solidFill>
                  <a:latin typeface="IBM Plex Sans"/>
                  <a:ea typeface="IBM Plex Sans"/>
                  <a:cs typeface="IBM Plex Sans"/>
                </a:rPr>
                <a:t xml:space="preserve"> Their scores run well above those of the people doing the work.</a:t>
              </a:r>
              <a:endParaRPr lang="en-US" sz="1200" spc="0" kern="0" b="0" i="0" dirty="0">
                <a:solidFill>
                  <a:srgbClr val="070154"/>
                </a:solidFill>
                <a:latin typeface="IBM Plex Sans"/>
                <a:ea typeface="IBM Plex Sans"/>
                <a:cs typeface="IBM Plex Sans"/>
              </a:endParaRPr>
            </a:p>
          </p:txBody>
        </p:sp>
        <p:sp>
          <p:nvSpPr>
            <p:cNvPr id="102" name="node03.source-003.bullet"/>
            <p:cNvSpPr/>
            <p:nvPr/>
          </p:nvSpPr>
          <p:spPr>
            <a:xfrm>
              <a:off x="723900" y="3594100"/>
              <a:ext cx="38100" cy="38100"/>
            </a:xfrm>
            <a:prstGeom prst="rect">
              <a:avLst/>
            </a:prstGeom>
            <a:solidFill>
              <a:srgbClr val="070154"/>
            </a:solidFill>
            <a:ln>
              <a:noFill/>
            </a:ln>
          </p:spPr>
        </p:sp>
        <p:sp>
          <p:nvSpPr>
            <p:cNvPr id="103" name="node03.source-003.text"/>
            <p:cNvSpPr/>
            <p:nvPr/>
          </p:nvSpPr>
          <p:spPr>
            <a:xfrm>
              <a:off x="876300" y="3505200"/>
              <a:ext cx="32766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 xml:space="preserve">Act on the gap.</a:t>
              </a:r>
              <a:r>
                <a:rPr lang="en-US" sz="1200" spc="0" kern="0" b="0" i="0" dirty="0">
                  <a:solidFill>
                    <a:srgbClr val="50658E"/>
                  </a:solidFill>
                  <a:latin typeface="IBM Plex Sans"/>
                  <a:ea typeface="IBM Plex Sans"/>
                  <a:cs typeface="IBM Plex Sans"/>
                </a:rPr>
                <a:t xml:space="preserve"> Fix alert noise and order-set layout first; both are configuration, not build.</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name="source-521">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OUR APPROACH</a:t>
            </a:r>
            <a:endParaRPr lang="en-US" sz="1000" spc="80" kern="0" b="0" i="0" dirty="0">
              <a:solidFill>
                <a:srgbClr val="0047FF"/>
              </a:solidFill>
              <a:latin typeface="IBM Plex Mono SemiBold"/>
              <a:ea typeface="IBM Plex Mono SemiBold"/>
              <a:cs typeface="IBM Plex Mono SemiBold"/>
            </a:endParaRPr>
          </a:p>
        </p:txBody>
      </p:sp>
      <p:pic>
        <p:nvPicPr>
          <p:cNvPr id="4" name="title.mark-002-001" descr="highlight-1; canonical SHA256=b0048aa39744978d339a9910f5cc1482814a8a0eae4c5a63e1f80d6a2885b314">    </p:cNvPr>
          <p:cNvPicPr>
            <a:picLocks noChangeAspect="1"/>
          </p:cNvPicPr>
          <p:nvPr/>
        </p:nvPicPr>
        <p:blipFill>
          <a:blip r:embed="rId1"/>
          <a:stretch>
            <a:fillRect/>
          </a:stretch>
        </p:blipFill>
        <p:spPr>
          <a:xfrm>
            <a:off x="5188808" y="733532"/>
            <a:ext cx="4694651" cy="374904"/>
          </a:xfrm>
          <a:prstGeom prst="rect">
            <a:avLst/>
          </a:prstGeom>
        </p:spPr>
      </p:pic>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 xml:space="preserve">Agents cut our team and </a:t>
            </a:r>
            <a:r>
              <a:rPr lang="en-US" sz="3200" spc="-590" kern="0" b="0" i="0" dirty="0">
                <a:solidFill>
                  <a:srgbClr val="070154"/>
                </a:solidFill>
                <a:latin typeface="IBM Plex Sans SemiBold"/>
                <a:ea typeface="IBM Plex Sans SemiBold"/>
                <a:cs typeface="IBM Plex Sans SemiBold"/>
              </a:rPr>
              <a:t xml:space="preserve"> </a:t>
            </a:r>
            <a:r>
              <a:rPr lang="en-US" sz="3200" spc="-64" kern="0" b="0" i="0" dirty="0">
                <a:solidFill>
                  <a:srgbClr val="070154"/>
                </a:solidFill>
                <a:latin typeface="IBM Plex Sans SemiBold"/>
                <a:ea typeface="IBM Plex Sans SemiBold"/>
                <a:cs typeface="IBM Plex Sans SemiBold"/>
              </a:rPr>
              <a:t xml:space="preserve">Northfield's maintenance</a:t>
            </a:r>
            <a:r>
              <a:rPr lang="en-US" sz="3200" spc="-590" kern="0" b="0" i="0" dirty="0">
                <a:solidFill>
                  <a:srgbClr val="070154"/>
                </a:solidFill>
                <a:latin typeface="IBM Plex Sans SemiBold"/>
                <a:ea typeface="IBM Plex Sans SemiBold"/>
                <a:cs typeface="IBM Plex Sans SemiBold"/>
              </a:rPr>
              <a:t xml:space="preserve"> </a:t>
            </a:r>
            <a:endParaRPr lang="en-US" sz="3200" spc="-64" kern="0" b="0" i="0" dirty="0">
              <a:solidFill>
                <a:srgbClr val="070154"/>
              </a:solidFill>
              <a:latin typeface="IBM Plex Sans SemiBold"/>
              <a:ea typeface="IBM Plex Sans SemiBold"/>
              <a:cs typeface="IBM Plex Sans SemiBold"/>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169</a:t>
            </a:fld>
            <a:endParaRPr lang="en-US" sz="700" spc="0" kern="0" b="0" i="0" dirty="0">
              <a:solidFill>
                <a:srgbClr val="070154"/>
              </a:solidFill>
              <a:latin typeface="IBM Plex Mono SemiBold"/>
              <a:ea typeface="IBM Plex Mono SemiBold"/>
              <a:cs typeface="IBM Plex Mono SemiBold"/>
            </a:endParaRPr>
          </a:p>
        </p:txBody>
      </p:sp>
      <p:grpSp>
        <p:nvGrpSpPr>
          <p:cNvPr id="34" name="node01"/>
          <p:cNvGrpSpPr/>
          <p:nvPr/>
        </p:nvGrpSpPr>
        <p:grpSpPr>
          <a:xfrm>
            <a:off x="723900" y="1600200"/>
            <a:ext cx="10744200" cy="4343400"/>
            <a:chOff x="723900" y="1600200"/>
            <a:chExt cx="10744200" cy="4343400"/>
          </a:xfrm>
        </p:grpSpPr>
        <p:sp>
          <p:nvSpPr>
            <p:cNvPr id="7" name="node01.series.source-001"/>
            <p:cNvSpPr/>
            <p:nvPr/>
          </p:nvSpPr>
          <p:spPr>
            <a:xfrm>
              <a:off x="723900" y="1600200"/>
              <a:ext cx="10744200" cy="3429000"/>
            </a:xfrm>
            <a:custGeom>
              <a:avLst/>
              <a:gdLst/>
              <a:ahLst/>
              <a:cxnLst/>
              <a:rect l="l" t="t" r="r" b="b"/>
              <a:pathLst>
                <a:path w="10744200" h="3429000">
                  <a:moveTo>
                    <a:pt x="0" y="3105786"/>
                  </a:moveTo>
                  <a:lnTo>
                    <a:pt x="44768" y="3104326"/>
                  </a:lnTo>
                  <a:lnTo>
                    <a:pt x="89535" y="3102785"/>
                  </a:lnTo>
                  <a:lnTo>
                    <a:pt x="134303" y="3101160"/>
                  </a:lnTo>
                  <a:lnTo>
                    <a:pt x="179070" y="3099453"/>
                  </a:lnTo>
                  <a:lnTo>
                    <a:pt x="223838" y="3097661"/>
                  </a:lnTo>
                  <a:lnTo>
                    <a:pt x="268605" y="3095787"/>
                  </a:lnTo>
                  <a:lnTo>
                    <a:pt x="313373" y="3093830"/>
                  </a:lnTo>
                  <a:lnTo>
                    <a:pt x="358140" y="3091792"/>
                  </a:lnTo>
                  <a:lnTo>
                    <a:pt x="402908" y="3089674"/>
                  </a:lnTo>
                  <a:lnTo>
                    <a:pt x="447675" y="3087478"/>
                  </a:lnTo>
                  <a:lnTo>
                    <a:pt x="492443" y="3085205"/>
                  </a:lnTo>
                  <a:lnTo>
                    <a:pt x="537210" y="3082858"/>
                  </a:lnTo>
                  <a:lnTo>
                    <a:pt x="581978" y="3080440"/>
                  </a:lnTo>
                  <a:lnTo>
                    <a:pt x="626745" y="3077954"/>
                  </a:lnTo>
                  <a:lnTo>
                    <a:pt x="671513" y="3075403"/>
                  </a:lnTo>
                  <a:lnTo>
                    <a:pt x="716280" y="3072791"/>
                  </a:lnTo>
                  <a:lnTo>
                    <a:pt x="761048" y="3070121"/>
                  </a:lnTo>
                  <a:lnTo>
                    <a:pt x="805815" y="3067398"/>
                  </a:lnTo>
                  <a:lnTo>
                    <a:pt x="850583" y="3064626"/>
                  </a:lnTo>
                  <a:lnTo>
                    <a:pt x="895350" y="3061809"/>
                  </a:lnTo>
                  <a:lnTo>
                    <a:pt x="940118" y="3058950"/>
                  </a:lnTo>
                  <a:lnTo>
                    <a:pt x="984885" y="3056056"/>
                  </a:lnTo>
                  <a:lnTo>
                    <a:pt x="1029653" y="3053129"/>
                  </a:lnTo>
                  <a:lnTo>
                    <a:pt x="1074420" y="3050174"/>
                  </a:lnTo>
                  <a:lnTo>
                    <a:pt x="1119188" y="3047196"/>
                  </a:lnTo>
                  <a:lnTo>
                    <a:pt x="1163955" y="3044198"/>
                  </a:lnTo>
                  <a:lnTo>
                    <a:pt x="1208723" y="3041184"/>
                  </a:lnTo>
                  <a:lnTo>
                    <a:pt x="1253490" y="3038157"/>
                  </a:lnTo>
                  <a:lnTo>
                    <a:pt x="1298258" y="3035121"/>
                  </a:lnTo>
                  <a:lnTo>
                    <a:pt x="1343025" y="3032080"/>
                  </a:lnTo>
                  <a:lnTo>
                    <a:pt x="1387793" y="3029035"/>
                  </a:lnTo>
                  <a:lnTo>
                    <a:pt x="1432560" y="3025989"/>
                  </a:lnTo>
                  <a:lnTo>
                    <a:pt x="1477328" y="3022945"/>
                  </a:lnTo>
                  <a:lnTo>
                    <a:pt x="1522095" y="3019903"/>
                  </a:lnTo>
                  <a:lnTo>
                    <a:pt x="1566863" y="3016865"/>
                  </a:lnTo>
                  <a:lnTo>
                    <a:pt x="1611630" y="3013831"/>
                  </a:lnTo>
                  <a:lnTo>
                    <a:pt x="1656398" y="3010803"/>
                  </a:lnTo>
                  <a:lnTo>
                    <a:pt x="1701165" y="3007779"/>
                  </a:lnTo>
                  <a:lnTo>
                    <a:pt x="1745932" y="3004760"/>
                  </a:lnTo>
                  <a:lnTo>
                    <a:pt x="1790700" y="3001746"/>
                  </a:lnTo>
                  <a:lnTo>
                    <a:pt x="1835468" y="2998735"/>
                  </a:lnTo>
                  <a:lnTo>
                    <a:pt x="1880235" y="2995726"/>
                  </a:lnTo>
                  <a:lnTo>
                    <a:pt x="1925002" y="2992718"/>
                  </a:lnTo>
                  <a:lnTo>
                    <a:pt x="1969770" y="2989708"/>
                  </a:lnTo>
                  <a:lnTo>
                    <a:pt x="2014538" y="2986696"/>
                  </a:lnTo>
                  <a:lnTo>
                    <a:pt x="2059305" y="2983678"/>
                  </a:lnTo>
                  <a:lnTo>
                    <a:pt x="2104073" y="2980652"/>
                  </a:lnTo>
                  <a:lnTo>
                    <a:pt x="2148840" y="2977616"/>
                  </a:lnTo>
                  <a:lnTo>
                    <a:pt x="2193608" y="2974569"/>
                  </a:lnTo>
                  <a:lnTo>
                    <a:pt x="2238375" y="2971506"/>
                  </a:lnTo>
                  <a:lnTo>
                    <a:pt x="2283143" y="2968428"/>
                  </a:lnTo>
                  <a:lnTo>
                    <a:pt x="2327910" y="2965331"/>
                  </a:lnTo>
                  <a:lnTo>
                    <a:pt x="2372678" y="2962215"/>
                  </a:lnTo>
                  <a:lnTo>
                    <a:pt x="2417445" y="2959077"/>
                  </a:lnTo>
                  <a:lnTo>
                    <a:pt x="2462213" y="2955917"/>
                  </a:lnTo>
                  <a:lnTo>
                    <a:pt x="2506980" y="2952733"/>
                  </a:lnTo>
                  <a:lnTo>
                    <a:pt x="2551748" y="2949525"/>
                  </a:lnTo>
                  <a:lnTo>
                    <a:pt x="2596515" y="2946292"/>
                  </a:lnTo>
                  <a:lnTo>
                    <a:pt x="2641283" y="2943035"/>
                  </a:lnTo>
                  <a:lnTo>
                    <a:pt x="2686050" y="2939755"/>
                  </a:lnTo>
                  <a:lnTo>
                    <a:pt x="2730818" y="2936452"/>
                  </a:lnTo>
                  <a:lnTo>
                    <a:pt x="2775585" y="2933128"/>
                  </a:lnTo>
                  <a:lnTo>
                    <a:pt x="2820353" y="2929786"/>
                  </a:lnTo>
                  <a:lnTo>
                    <a:pt x="2865120" y="2926427"/>
                  </a:lnTo>
                  <a:lnTo>
                    <a:pt x="2909887" y="2923055"/>
                  </a:lnTo>
                  <a:lnTo>
                    <a:pt x="2954655" y="2919672"/>
                  </a:lnTo>
                  <a:lnTo>
                    <a:pt x="2999423" y="2916283"/>
                  </a:lnTo>
                  <a:lnTo>
                    <a:pt x="3044190" y="2912890"/>
                  </a:lnTo>
                  <a:lnTo>
                    <a:pt x="3088958" y="2909499"/>
                  </a:lnTo>
                  <a:lnTo>
                    <a:pt x="3133725" y="2906114"/>
                  </a:lnTo>
                  <a:lnTo>
                    <a:pt x="3178493" y="2902740"/>
                  </a:lnTo>
                  <a:lnTo>
                    <a:pt x="3223260" y="2899381"/>
                  </a:lnTo>
                  <a:lnTo>
                    <a:pt x="3268028" y="2896044"/>
                  </a:lnTo>
                  <a:lnTo>
                    <a:pt x="3312795" y="2892734"/>
                  </a:lnTo>
                  <a:lnTo>
                    <a:pt x="3357563" y="2889455"/>
                  </a:lnTo>
                  <a:lnTo>
                    <a:pt x="3402330" y="2886214"/>
                  </a:lnTo>
                  <a:lnTo>
                    <a:pt x="3447098" y="2883016"/>
                  </a:lnTo>
                  <a:lnTo>
                    <a:pt x="3491865" y="2879866"/>
                  </a:lnTo>
                  <a:lnTo>
                    <a:pt x="3536633" y="2876769"/>
                  </a:lnTo>
                  <a:lnTo>
                    <a:pt x="3581400" y="2873731"/>
                  </a:lnTo>
                  <a:lnTo>
                    <a:pt x="3626168" y="2870757"/>
                  </a:lnTo>
                  <a:lnTo>
                    <a:pt x="3670935" y="2867851"/>
                  </a:lnTo>
                  <a:lnTo>
                    <a:pt x="3715703" y="2865017"/>
                  </a:lnTo>
                  <a:lnTo>
                    <a:pt x="3760470" y="2862260"/>
                  </a:lnTo>
                  <a:lnTo>
                    <a:pt x="3805237" y="2859583"/>
                  </a:lnTo>
                  <a:lnTo>
                    <a:pt x="3850005" y="2856989"/>
                  </a:lnTo>
                  <a:lnTo>
                    <a:pt x="3894773" y="2854482"/>
                  </a:lnTo>
                  <a:lnTo>
                    <a:pt x="3939540" y="2852064"/>
                  </a:lnTo>
                  <a:lnTo>
                    <a:pt x="3984308" y="2849737"/>
                  </a:lnTo>
                  <a:lnTo>
                    <a:pt x="4029075" y="2847504"/>
                  </a:lnTo>
                  <a:lnTo>
                    <a:pt x="4073843" y="2845365"/>
                  </a:lnTo>
                  <a:lnTo>
                    <a:pt x="4118610" y="2843321"/>
                  </a:lnTo>
                  <a:lnTo>
                    <a:pt x="4163377" y="2841372"/>
                  </a:lnTo>
                  <a:lnTo>
                    <a:pt x="4208145" y="2839518"/>
                  </a:lnTo>
                  <a:lnTo>
                    <a:pt x="4252913" y="2837759"/>
                  </a:lnTo>
                  <a:lnTo>
                    <a:pt x="4297680" y="2836095"/>
                  </a:lnTo>
                  <a:lnTo>
                    <a:pt x="4342448" y="2834523"/>
                  </a:lnTo>
                  <a:lnTo>
                    <a:pt x="4387215" y="2833044"/>
                  </a:lnTo>
                  <a:lnTo>
                    <a:pt x="4431983" y="2831654"/>
                  </a:lnTo>
                  <a:lnTo>
                    <a:pt x="4476750" y="2830352"/>
                  </a:lnTo>
                  <a:lnTo>
                    <a:pt x="4521518" y="2829136"/>
                  </a:lnTo>
                  <a:lnTo>
                    <a:pt x="4566285" y="2828004"/>
                  </a:lnTo>
                  <a:lnTo>
                    <a:pt x="4611053" y="2826953"/>
                  </a:lnTo>
                  <a:lnTo>
                    <a:pt x="4655820" y="2825980"/>
                  </a:lnTo>
                  <a:lnTo>
                    <a:pt x="4700588" y="2825082"/>
                  </a:lnTo>
                  <a:lnTo>
                    <a:pt x="4745355" y="2824257"/>
                  </a:lnTo>
                  <a:lnTo>
                    <a:pt x="4790123" y="2823501"/>
                  </a:lnTo>
                  <a:lnTo>
                    <a:pt x="4834890" y="2822810"/>
                  </a:lnTo>
                  <a:lnTo>
                    <a:pt x="4879658" y="2822183"/>
                  </a:lnTo>
                  <a:lnTo>
                    <a:pt x="4924425" y="2821615"/>
                  </a:lnTo>
                  <a:lnTo>
                    <a:pt x="4969193" y="2821105"/>
                  </a:lnTo>
                  <a:lnTo>
                    <a:pt x="5013960" y="2820649"/>
                  </a:lnTo>
                  <a:lnTo>
                    <a:pt x="5058728" y="2820245"/>
                  </a:lnTo>
                  <a:lnTo>
                    <a:pt x="5103495" y="2819890"/>
                  </a:lnTo>
                  <a:lnTo>
                    <a:pt x="5148263" y="2819582"/>
                  </a:lnTo>
                  <a:lnTo>
                    <a:pt x="5193030" y="2819319"/>
                  </a:lnTo>
                  <a:lnTo>
                    <a:pt x="5237798" y="2819098"/>
                  </a:lnTo>
                  <a:lnTo>
                    <a:pt x="5282565" y="2818917"/>
                  </a:lnTo>
                  <a:lnTo>
                    <a:pt x="5327333" y="2818776"/>
                  </a:lnTo>
                  <a:lnTo>
                    <a:pt x="5372100" y="2818672"/>
                  </a:lnTo>
                  <a:lnTo>
                    <a:pt x="5416868" y="2818605"/>
                  </a:lnTo>
                  <a:lnTo>
                    <a:pt x="5461635" y="2818573"/>
                  </a:lnTo>
                  <a:lnTo>
                    <a:pt x="5506403" y="2818576"/>
                  </a:lnTo>
                  <a:lnTo>
                    <a:pt x="5551170" y="2818614"/>
                  </a:lnTo>
                  <a:lnTo>
                    <a:pt x="5595938" y="2818685"/>
                  </a:lnTo>
                  <a:lnTo>
                    <a:pt x="5640705" y="2818791"/>
                  </a:lnTo>
                  <a:lnTo>
                    <a:pt x="5685473" y="2818930"/>
                  </a:lnTo>
                  <a:lnTo>
                    <a:pt x="5730240" y="2819105"/>
                  </a:lnTo>
                  <a:lnTo>
                    <a:pt x="5775008" y="2819314"/>
                  </a:lnTo>
                  <a:lnTo>
                    <a:pt x="5819775" y="2819559"/>
                  </a:lnTo>
                  <a:lnTo>
                    <a:pt x="5864543" y="2819841"/>
                  </a:lnTo>
                  <a:lnTo>
                    <a:pt x="5909310" y="2820160"/>
                  </a:lnTo>
                  <a:lnTo>
                    <a:pt x="5954078" y="2820517"/>
                  </a:lnTo>
                  <a:lnTo>
                    <a:pt x="5998845" y="2820914"/>
                  </a:lnTo>
                  <a:lnTo>
                    <a:pt x="6043613" y="2821352"/>
                  </a:lnTo>
                  <a:lnTo>
                    <a:pt x="6088380" y="2821832"/>
                  </a:lnTo>
                  <a:lnTo>
                    <a:pt x="6133148" y="2822355"/>
                  </a:lnTo>
                  <a:lnTo>
                    <a:pt x="6177915" y="2822924"/>
                  </a:lnTo>
                  <a:lnTo>
                    <a:pt x="6222683" y="2823539"/>
                  </a:lnTo>
                  <a:lnTo>
                    <a:pt x="6267450" y="2824202"/>
                  </a:lnTo>
                  <a:lnTo>
                    <a:pt x="6312218" y="2824914"/>
                  </a:lnTo>
                  <a:lnTo>
                    <a:pt x="6356985" y="2825676"/>
                  </a:lnTo>
                  <a:lnTo>
                    <a:pt x="6401753" y="2826489"/>
                  </a:lnTo>
                  <a:lnTo>
                    <a:pt x="6446520" y="2827354"/>
                  </a:lnTo>
                  <a:lnTo>
                    <a:pt x="6491287" y="2828272"/>
                  </a:lnTo>
                  <a:lnTo>
                    <a:pt x="6536055" y="2829243"/>
                  </a:lnTo>
                  <a:lnTo>
                    <a:pt x="6580823" y="2830270"/>
                  </a:lnTo>
                  <a:lnTo>
                    <a:pt x="6625590" y="2831351"/>
                  </a:lnTo>
                  <a:lnTo>
                    <a:pt x="6670358" y="2832487"/>
                  </a:lnTo>
                  <a:lnTo>
                    <a:pt x="6715125" y="2833680"/>
                  </a:lnTo>
                  <a:lnTo>
                    <a:pt x="6759893" y="2834929"/>
                  </a:lnTo>
                  <a:lnTo>
                    <a:pt x="6804660" y="2836235"/>
                  </a:lnTo>
                  <a:lnTo>
                    <a:pt x="6849427" y="2837595"/>
                  </a:lnTo>
                  <a:lnTo>
                    <a:pt x="6894195" y="2839011"/>
                  </a:lnTo>
                  <a:lnTo>
                    <a:pt x="6938963" y="2840481"/>
                  </a:lnTo>
                  <a:lnTo>
                    <a:pt x="6983730" y="2842004"/>
                  </a:lnTo>
                  <a:lnTo>
                    <a:pt x="7028497" y="2843580"/>
                  </a:lnTo>
                  <a:lnTo>
                    <a:pt x="7073265" y="2845206"/>
                  </a:lnTo>
                  <a:lnTo>
                    <a:pt x="7118033" y="2846882"/>
                  </a:lnTo>
                  <a:lnTo>
                    <a:pt x="7162800" y="2848606"/>
                  </a:lnTo>
                  <a:lnTo>
                    <a:pt x="7207568" y="2850376"/>
                  </a:lnTo>
                  <a:lnTo>
                    <a:pt x="7252335" y="2852192"/>
                  </a:lnTo>
                  <a:lnTo>
                    <a:pt x="7297103" y="2854050"/>
                  </a:lnTo>
                  <a:lnTo>
                    <a:pt x="7341870" y="2855950"/>
                  </a:lnTo>
                  <a:lnTo>
                    <a:pt x="7386638" y="2857889"/>
                  </a:lnTo>
                  <a:lnTo>
                    <a:pt x="7431405" y="2859865"/>
                  </a:lnTo>
                  <a:lnTo>
                    <a:pt x="7476173" y="2861877"/>
                  </a:lnTo>
                  <a:lnTo>
                    <a:pt x="7520940" y="2863923"/>
                  </a:lnTo>
                  <a:lnTo>
                    <a:pt x="7565708" y="2866000"/>
                  </a:lnTo>
                  <a:lnTo>
                    <a:pt x="7610475" y="2868108"/>
                  </a:lnTo>
                  <a:lnTo>
                    <a:pt x="7655242" y="2870244"/>
                  </a:lnTo>
                  <a:lnTo>
                    <a:pt x="7700010" y="2872408"/>
                  </a:lnTo>
                  <a:lnTo>
                    <a:pt x="7744778" y="2874598"/>
                  </a:lnTo>
                  <a:lnTo>
                    <a:pt x="7789545" y="2876814"/>
                  </a:lnTo>
                  <a:lnTo>
                    <a:pt x="7834313" y="2879055"/>
                  </a:lnTo>
                  <a:lnTo>
                    <a:pt x="7879080" y="2881321"/>
                  </a:lnTo>
                  <a:lnTo>
                    <a:pt x="7923848" y="2883612"/>
                  </a:lnTo>
                  <a:lnTo>
                    <a:pt x="7968615" y="2885928"/>
                  </a:lnTo>
                  <a:lnTo>
                    <a:pt x="8013383" y="2888269"/>
                  </a:lnTo>
                  <a:lnTo>
                    <a:pt x="8058150" y="2890637"/>
                  </a:lnTo>
                  <a:lnTo>
                    <a:pt x="8102918" y="2893032"/>
                  </a:lnTo>
                  <a:lnTo>
                    <a:pt x="8147685" y="2895456"/>
                  </a:lnTo>
                  <a:lnTo>
                    <a:pt x="8192453" y="2897910"/>
                  </a:lnTo>
                  <a:lnTo>
                    <a:pt x="8237220" y="2900397"/>
                  </a:lnTo>
                  <a:lnTo>
                    <a:pt x="8281987" y="2902919"/>
                  </a:lnTo>
                  <a:lnTo>
                    <a:pt x="8326755" y="2905479"/>
                  </a:lnTo>
                  <a:lnTo>
                    <a:pt x="8371522" y="2908079"/>
                  </a:lnTo>
                  <a:lnTo>
                    <a:pt x="8416290" y="2910723"/>
                  </a:lnTo>
                  <a:lnTo>
                    <a:pt x="8461058" y="2913413"/>
                  </a:lnTo>
                  <a:lnTo>
                    <a:pt x="8505825" y="2916152"/>
                  </a:lnTo>
                  <a:lnTo>
                    <a:pt x="8550593" y="2918944"/>
                  </a:lnTo>
                  <a:lnTo>
                    <a:pt x="8595360" y="2921791"/>
                  </a:lnTo>
                  <a:lnTo>
                    <a:pt x="8640128" y="2924696"/>
                  </a:lnTo>
                  <a:lnTo>
                    <a:pt x="8684895" y="2927663"/>
                  </a:lnTo>
                  <a:lnTo>
                    <a:pt x="8729663" y="2930694"/>
                  </a:lnTo>
                  <a:lnTo>
                    <a:pt x="8774430" y="2933792"/>
                  </a:lnTo>
                  <a:lnTo>
                    <a:pt x="8819198" y="2936958"/>
                  </a:lnTo>
                  <a:lnTo>
                    <a:pt x="8863965" y="2940196"/>
                  </a:lnTo>
                  <a:lnTo>
                    <a:pt x="8908733" y="2943505"/>
                  </a:lnTo>
                  <a:lnTo>
                    <a:pt x="8953500" y="2946888"/>
                  </a:lnTo>
                  <a:lnTo>
                    <a:pt x="8998268" y="2950345"/>
                  </a:lnTo>
                  <a:lnTo>
                    <a:pt x="9043035" y="2953876"/>
                  </a:lnTo>
                  <a:lnTo>
                    <a:pt x="9087803" y="2957480"/>
                  </a:lnTo>
                  <a:lnTo>
                    <a:pt x="9132570" y="2961155"/>
                  </a:lnTo>
                  <a:lnTo>
                    <a:pt x="9177338" y="2964902"/>
                  </a:lnTo>
                  <a:lnTo>
                    <a:pt x="9222105" y="2968716"/>
                  </a:lnTo>
                  <a:lnTo>
                    <a:pt x="9266873" y="2972595"/>
                  </a:lnTo>
                  <a:lnTo>
                    <a:pt x="9311640" y="2976536"/>
                  </a:lnTo>
                  <a:lnTo>
                    <a:pt x="9356408" y="2980534"/>
                  </a:lnTo>
                  <a:lnTo>
                    <a:pt x="9401175" y="2984585"/>
                  </a:lnTo>
                  <a:lnTo>
                    <a:pt x="9445943" y="2988682"/>
                  </a:lnTo>
                  <a:lnTo>
                    <a:pt x="9490710" y="2992821"/>
                  </a:lnTo>
                  <a:lnTo>
                    <a:pt x="9535478" y="2996993"/>
                  </a:lnTo>
                  <a:lnTo>
                    <a:pt x="9580245" y="3001194"/>
                  </a:lnTo>
                  <a:lnTo>
                    <a:pt x="9625013" y="3005414"/>
                  </a:lnTo>
                  <a:lnTo>
                    <a:pt x="9669780" y="3009646"/>
                  </a:lnTo>
                  <a:lnTo>
                    <a:pt x="9714548" y="3013883"/>
                  </a:lnTo>
                  <a:lnTo>
                    <a:pt x="9759315" y="3018116"/>
                  </a:lnTo>
                  <a:lnTo>
                    <a:pt x="9804083" y="3022336"/>
                  </a:lnTo>
                  <a:lnTo>
                    <a:pt x="9848850" y="3026535"/>
                  </a:lnTo>
                  <a:lnTo>
                    <a:pt x="9893618" y="3030704"/>
                  </a:lnTo>
                  <a:lnTo>
                    <a:pt x="9938385" y="3034835"/>
                  </a:lnTo>
                  <a:lnTo>
                    <a:pt x="9983153" y="3038918"/>
                  </a:lnTo>
                  <a:lnTo>
                    <a:pt x="10027920" y="3042947"/>
                  </a:lnTo>
                  <a:lnTo>
                    <a:pt x="10072688" y="3046912"/>
                  </a:lnTo>
                  <a:lnTo>
                    <a:pt x="10117455" y="3050806"/>
                  </a:lnTo>
                  <a:lnTo>
                    <a:pt x="10162223" y="3054622"/>
                  </a:lnTo>
                  <a:lnTo>
                    <a:pt x="10206990" y="3058352"/>
                  </a:lnTo>
                  <a:lnTo>
                    <a:pt x="10251758" y="3061990"/>
                  </a:lnTo>
                  <a:lnTo>
                    <a:pt x="10296525" y="3065530"/>
                  </a:lnTo>
                  <a:lnTo>
                    <a:pt x="10341293" y="3068966"/>
                  </a:lnTo>
                  <a:lnTo>
                    <a:pt x="10386060" y="3072293"/>
                  </a:lnTo>
                  <a:lnTo>
                    <a:pt x="10430828" y="3075508"/>
                  </a:lnTo>
                  <a:lnTo>
                    <a:pt x="10475595" y="3078607"/>
                  </a:lnTo>
                  <a:lnTo>
                    <a:pt x="10520363" y="3081586"/>
                  </a:lnTo>
                  <a:lnTo>
                    <a:pt x="10565130" y="3084443"/>
                  </a:lnTo>
                  <a:lnTo>
                    <a:pt x="10609898" y="3087176"/>
                  </a:lnTo>
                  <a:lnTo>
                    <a:pt x="10654665" y="3089785"/>
                  </a:lnTo>
                  <a:lnTo>
                    <a:pt x="10699433" y="3092268"/>
                  </a:lnTo>
                  <a:lnTo>
                    <a:pt x="10744200" y="3094626"/>
                  </a:lnTo>
                  <a:lnTo>
                    <a:pt x="10744200" y="3429000"/>
                  </a:lnTo>
                  <a:lnTo>
                    <a:pt x="10699433" y="3429000"/>
                  </a:lnTo>
                  <a:lnTo>
                    <a:pt x="10654665" y="3429000"/>
                  </a:lnTo>
                  <a:lnTo>
                    <a:pt x="10609898" y="3429000"/>
                  </a:lnTo>
                  <a:lnTo>
                    <a:pt x="10565130" y="3429000"/>
                  </a:lnTo>
                  <a:lnTo>
                    <a:pt x="10520363" y="3429000"/>
                  </a:lnTo>
                  <a:lnTo>
                    <a:pt x="10475595" y="3429000"/>
                  </a:lnTo>
                  <a:lnTo>
                    <a:pt x="10430828" y="3429000"/>
                  </a:lnTo>
                  <a:lnTo>
                    <a:pt x="10386060" y="3429000"/>
                  </a:lnTo>
                  <a:lnTo>
                    <a:pt x="10341293" y="3429000"/>
                  </a:lnTo>
                  <a:lnTo>
                    <a:pt x="10296525" y="3429000"/>
                  </a:lnTo>
                  <a:lnTo>
                    <a:pt x="10251758" y="3429000"/>
                  </a:lnTo>
                  <a:lnTo>
                    <a:pt x="10206990" y="3429000"/>
                  </a:lnTo>
                  <a:lnTo>
                    <a:pt x="10162223" y="3429000"/>
                  </a:lnTo>
                  <a:lnTo>
                    <a:pt x="10117455" y="3429000"/>
                  </a:lnTo>
                  <a:lnTo>
                    <a:pt x="10072688" y="3429000"/>
                  </a:lnTo>
                  <a:lnTo>
                    <a:pt x="10027920" y="3429000"/>
                  </a:lnTo>
                  <a:lnTo>
                    <a:pt x="9983153" y="3429000"/>
                  </a:lnTo>
                  <a:lnTo>
                    <a:pt x="9938385" y="3429000"/>
                  </a:lnTo>
                  <a:lnTo>
                    <a:pt x="9893618" y="3429000"/>
                  </a:lnTo>
                  <a:lnTo>
                    <a:pt x="9848850" y="3429000"/>
                  </a:lnTo>
                  <a:lnTo>
                    <a:pt x="9804083" y="3429000"/>
                  </a:lnTo>
                  <a:lnTo>
                    <a:pt x="9759315" y="3429000"/>
                  </a:lnTo>
                  <a:lnTo>
                    <a:pt x="9714548" y="3429000"/>
                  </a:lnTo>
                  <a:lnTo>
                    <a:pt x="9669780" y="3429000"/>
                  </a:lnTo>
                  <a:lnTo>
                    <a:pt x="9625013" y="3429000"/>
                  </a:lnTo>
                  <a:lnTo>
                    <a:pt x="9580245" y="3429000"/>
                  </a:lnTo>
                  <a:lnTo>
                    <a:pt x="9535478" y="3429000"/>
                  </a:lnTo>
                  <a:lnTo>
                    <a:pt x="9490710" y="3429000"/>
                  </a:lnTo>
                  <a:lnTo>
                    <a:pt x="9445943" y="3429000"/>
                  </a:lnTo>
                  <a:lnTo>
                    <a:pt x="9401175" y="3429000"/>
                  </a:lnTo>
                  <a:lnTo>
                    <a:pt x="9356408" y="3429000"/>
                  </a:lnTo>
                  <a:lnTo>
                    <a:pt x="9311640" y="3429000"/>
                  </a:lnTo>
                  <a:lnTo>
                    <a:pt x="9266873" y="3429000"/>
                  </a:lnTo>
                  <a:lnTo>
                    <a:pt x="9222105" y="3429000"/>
                  </a:lnTo>
                  <a:lnTo>
                    <a:pt x="9177338" y="3429000"/>
                  </a:lnTo>
                  <a:lnTo>
                    <a:pt x="9132570" y="3429000"/>
                  </a:lnTo>
                  <a:lnTo>
                    <a:pt x="9087803" y="3429000"/>
                  </a:lnTo>
                  <a:lnTo>
                    <a:pt x="9043035" y="3429000"/>
                  </a:lnTo>
                  <a:lnTo>
                    <a:pt x="8998268" y="3429000"/>
                  </a:lnTo>
                  <a:lnTo>
                    <a:pt x="8953500" y="3429000"/>
                  </a:lnTo>
                  <a:lnTo>
                    <a:pt x="8908733" y="3429000"/>
                  </a:lnTo>
                  <a:lnTo>
                    <a:pt x="8863965" y="3429000"/>
                  </a:lnTo>
                  <a:lnTo>
                    <a:pt x="8819198" y="3429000"/>
                  </a:lnTo>
                  <a:lnTo>
                    <a:pt x="8774430" y="3429000"/>
                  </a:lnTo>
                  <a:lnTo>
                    <a:pt x="8729663" y="3429000"/>
                  </a:lnTo>
                  <a:lnTo>
                    <a:pt x="8684895" y="3429000"/>
                  </a:lnTo>
                  <a:lnTo>
                    <a:pt x="8640128" y="3429000"/>
                  </a:lnTo>
                  <a:lnTo>
                    <a:pt x="8595360" y="3429000"/>
                  </a:lnTo>
                  <a:lnTo>
                    <a:pt x="8550593" y="3429000"/>
                  </a:lnTo>
                  <a:lnTo>
                    <a:pt x="8505825" y="3429000"/>
                  </a:lnTo>
                  <a:lnTo>
                    <a:pt x="8461058" y="3429000"/>
                  </a:lnTo>
                  <a:lnTo>
                    <a:pt x="8416290" y="3429000"/>
                  </a:lnTo>
                  <a:lnTo>
                    <a:pt x="8371522" y="3429000"/>
                  </a:lnTo>
                  <a:lnTo>
                    <a:pt x="8326755" y="3429000"/>
                  </a:lnTo>
                  <a:lnTo>
                    <a:pt x="8281987" y="3429000"/>
                  </a:lnTo>
                  <a:lnTo>
                    <a:pt x="8237220" y="3429000"/>
                  </a:lnTo>
                  <a:lnTo>
                    <a:pt x="8192453" y="3429000"/>
                  </a:lnTo>
                  <a:lnTo>
                    <a:pt x="8147685" y="3429000"/>
                  </a:lnTo>
                  <a:lnTo>
                    <a:pt x="8102918" y="3429000"/>
                  </a:lnTo>
                  <a:lnTo>
                    <a:pt x="8058150" y="3429000"/>
                  </a:lnTo>
                  <a:lnTo>
                    <a:pt x="8013383" y="3429000"/>
                  </a:lnTo>
                  <a:lnTo>
                    <a:pt x="7968615" y="3429000"/>
                  </a:lnTo>
                  <a:lnTo>
                    <a:pt x="7923848" y="3429000"/>
                  </a:lnTo>
                  <a:lnTo>
                    <a:pt x="7879080" y="3429000"/>
                  </a:lnTo>
                  <a:lnTo>
                    <a:pt x="7834313" y="3429000"/>
                  </a:lnTo>
                  <a:lnTo>
                    <a:pt x="7789545" y="3429000"/>
                  </a:lnTo>
                  <a:lnTo>
                    <a:pt x="7744778" y="3429000"/>
                  </a:lnTo>
                  <a:lnTo>
                    <a:pt x="7700010" y="3429000"/>
                  </a:lnTo>
                  <a:lnTo>
                    <a:pt x="7655242" y="3429000"/>
                  </a:lnTo>
                  <a:lnTo>
                    <a:pt x="7610475" y="3429000"/>
                  </a:lnTo>
                  <a:lnTo>
                    <a:pt x="7565708" y="3429000"/>
                  </a:lnTo>
                  <a:lnTo>
                    <a:pt x="7520940" y="3429000"/>
                  </a:lnTo>
                  <a:lnTo>
                    <a:pt x="7476173" y="3429000"/>
                  </a:lnTo>
                  <a:lnTo>
                    <a:pt x="7431405" y="3429000"/>
                  </a:lnTo>
                  <a:lnTo>
                    <a:pt x="7386638" y="3429000"/>
                  </a:lnTo>
                  <a:lnTo>
                    <a:pt x="7341870" y="3429000"/>
                  </a:lnTo>
                  <a:lnTo>
                    <a:pt x="7297103" y="3429000"/>
                  </a:lnTo>
                  <a:lnTo>
                    <a:pt x="7252335" y="3429000"/>
                  </a:lnTo>
                  <a:lnTo>
                    <a:pt x="7207568" y="3429000"/>
                  </a:lnTo>
                  <a:lnTo>
                    <a:pt x="7162800" y="3429000"/>
                  </a:lnTo>
                  <a:lnTo>
                    <a:pt x="7118033" y="3429000"/>
                  </a:lnTo>
                  <a:lnTo>
                    <a:pt x="7073265" y="3429000"/>
                  </a:lnTo>
                  <a:lnTo>
                    <a:pt x="7028497" y="3429000"/>
                  </a:lnTo>
                  <a:lnTo>
                    <a:pt x="6983730" y="3429000"/>
                  </a:lnTo>
                  <a:lnTo>
                    <a:pt x="6938963" y="3429000"/>
                  </a:lnTo>
                  <a:lnTo>
                    <a:pt x="6894195" y="3429000"/>
                  </a:lnTo>
                  <a:lnTo>
                    <a:pt x="6849427" y="3429000"/>
                  </a:lnTo>
                  <a:lnTo>
                    <a:pt x="6804660" y="3429000"/>
                  </a:lnTo>
                  <a:lnTo>
                    <a:pt x="6759893" y="3429000"/>
                  </a:lnTo>
                  <a:lnTo>
                    <a:pt x="6715125" y="3429000"/>
                  </a:lnTo>
                  <a:lnTo>
                    <a:pt x="6670358" y="3429000"/>
                  </a:lnTo>
                  <a:lnTo>
                    <a:pt x="6625590" y="3429000"/>
                  </a:lnTo>
                  <a:lnTo>
                    <a:pt x="6580823" y="3429000"/>
                  </a:lnTo>
                  <a:lnTo>
                    <a:pt x="6536055" y="3429000"/>
                  </a:lnTo>
                  <a:lnTo>
                    <a:pt x="6491287" y="3429000"/>
                  </a:lnTo>
                  <a:lnTo>
                    <a:pt x="6446520" y="3429000"/>
                  </a:lnTo>
                  <a:lnTo>
                    <a:pt x="6401753" y="3429000"/>
                  </a:lnTo>
                  <a:lnTo>
                    <a:pt x="6356985" y="3429000"/>
                  </a:lnTo>
                  <a:lnTo>
                    <a:pt x="6312218" y="3429000"/>
                  </a:lnTo>
                  <a:lnTo>
                    <a:pt x="6267450" y="3429000"/>
                  </a:lnTo>
                  <a:lnTo>
                    <a:pt x="6222683" y="3429000"/>
                  </a:lnTo>
                  <a:lnTo>
                    <a:pt x="6177915" y="3429000"/>
                  </a:lnTo>
                  <a:lnTo>
                    <a:pt x="6133148" y="3429000"/>
                  </a:lnTo>
                  <a:lnTo>
                    <a:pt x="6088380" y="3429000"/>
                  </a:lnTo>
                  <a:lnTo>
                    <a:pt x="6043613" y="3429000"/>
                  </a:lnTo>
                  <a:lnTo>
                    <a:pt x="5998845" y="3429000"/>
                  </a:lnTo>
                  <a:lnTo>
                    <a:pt x="5954078" y="3429000"/>
                  </a:lnTo>
                  <a:lnTo>
                    <a:pt x="5909310" y="3429000"/>
                  </a:lnTo>
                  <a:lnTo>
                    <a:pt x="5864543" y="3429000"/>
                  </a:lnTo>
                  <a:lnTo>
                    <a:pt x="5819775" y="3429000"/>
                  </a:lnTo>
                  <a:lnTo>
                    <a:pt x="5775008" y="3429000"/>
                  </a:lnTo>
                  <a:lnTo>
                    <a:pt x="5730240" y="3429000"/>
                  </a:lnTo>
                  <a:lnTo>
                    <a:pt x="5685473" y="3429000"/>
                  </a:lnTo>
                  <a:lnTo>
                    <a:pt x="5640705" y="3429000"/>
                  </a:lnTo>
                  <a:lnTo>
                    <a:pt x="5595938" y="3429000"/>
                  </a:lnTo>
                  <a:lnTo>
                    <a:pt x="5551170" y="3429000"/>
                  </a:lnTo>
                  <a:lnTo>
                    <a:pt x="5506403" y="3429000"/>
                  </a:lnTo>
                  <a:lnTo>
                    <a:pt x="5461635" y="3429000"/>
                  </a:lnTo>
                  <a:lnTo>
                    <a:pt x="5416868" y="3429000"/>
                  </a:lnTo>
                  <a:lnTo>
                    <a:pt x="5372100" y="3429000"/>
                  </a:lnTo>
                  <a:lnTo>
                    <a:pt x="5327333" y="3429000"/>
                  </a:lnTo>
                  <a:lnTo>
                    <a:pt x="5282565" y="3429000"/>
                  </a:lnTo>
                  <a:lnTo>
                    <a:pt x="5237798" y="3429000"/>
                  </a:lnTo>
                  <a:lnTo>
                    <a:pt x="5193030" y="3429000"/>
                  </a:lnTo>
                  <a:lnTo>
                    <a:pt x="5148263" y="3429000"/>
                  </a:lnTo>
                  <a:lnTo>
                    <a:pt x="5103495" y="3429000"/>
                  </a:lnTo>
                  <a:lnTo>
                    <a:pt x="5058728" y="3429000"/>
                  </a:lnTo>
                  <a:lnTo>
                    <a:pt x="5013960" y="3429000"/>
                  </a:lnTo>
                  <a:lnTo>
                    <a:pt x="4969193" y="3429000"/>
                  </a:lnTo>
                  <a:lnTo>
                    <a:pt x="4924425" y="3429000"/>
                  </a:lnTo>
                  <a:lnTo>
                    <a:pt x="4879658" y="3429000"/>
                  </a:lnTo>
                  <a:lnTo>
                    <a:pt x="4834890" y="3429000"/>
                  </a:lnTo>
                  <a:lnTo>
                    <a:pt x="4790123" y="3429000"/>
                  </a:lnTo>
                  <a:lnTo>
                    <a:pt x="4745355" y="3429000"/>
                  </a:lnTo>
                  <a:lnTo>
                    <a:pt x="4700588" y="3429000"/>
                  </a:lnTo>
                  <a:lnTo>
                    <a:pt x="4655820" y="3429000"/>
                  </a:lnTo>
                  <a:lnTo>
                    <a:pt x="4611053" y="3429000"/>
                  </a:lnTo>
                  <a:lnTo>
                    <a:pt x="4566285" y="3429000"/>
                  </a:lnTo>
                  <a:lnTo>
                    <a:pt x="4521518" y="3429000"/>
                  </a:lnTo>
                  <a:lnTo>
                    <a:pt x="4476750" y="3429000"/>
                  </a:lnTo>
                  <a:lnTo>
                    <a:pt x="4431983" y="3429000"/>
                  </a:lnTo>
                  <a:lnTo>
                    <a:pt x="4387215" y="3429000"/>
                  </a:lnTo>
                  <a:lnTo>
                    <a:pt x="4342448" y="3429000"/>
                  </a:lnTo>
                  <a:lnTo>
                    <a:pt x="4297680" y="3429000"/>
                  </a:lnTo>
                  <a:lnTo>
                    <a:pt x="4252913" y="3429000"/>
                  </a:lnTo>
                  <a:lnTo>
                    <a:pt x="4208145" y="3429000"/>
                  </a:lnTo>
                  <a:lnTo>
                    <a:pt x="4163377" y="3429000"/>
                  </a:lnTo>
                  <a:lnTo>
                    <a:pt x="4118610" y="3429000"/>
                  </a:lnTo>
                  <a:lnTo>
                    <a:pt x="4073843" y="3429000"/>
                  </a:lnTo>
                  <a:lnTo>
                    <a:pt x="4029075" y="3429000"/>
                  </a:lnTo>
                  <a:lnTo>
                    <a:pt x="3984308" y="3429000"/>
                  </a:lnTo>
                  <a:lnTo>
                    <a:pt x="3939540" y="3429000"/>
                  </a:lnTo>
                  <a:lnTo>
                    <a:pt x="3894773" y="3429000"/>
                  </a:lnTo>
                  <a:lnTo>
                    <a:pt x="3850005" y="3429000"/>
                  </a:lnTo>
                  <a:lnTo>
                    <a:pt x="3805237" y="3429000"/>
                  </a:lnTo>
                  <a:lnTo>
                    <a:pt x="3760470" y="3429000"/>
                  </a:lnTo>
                  <a:lnTo>
                    <a:pt x="3715703" y="3429000"/>
                  </a:lnTo>
                  <a:lnTo>
                    <a:pt x="3670935" y="3429000"/>
                  </a:lnTo>
                  <a:lnTo>
                    <a:pt x="3626168" y="3429000"/>
                  </a:lnTo>
                  <a:lnTo>
                    <a:pt x="3581400" y="3429000"/>
                  </a:lnTo>
                  <a:lnTo>
                    <a:pt x="3536633" y="3429000"/>
                  </a:lnTo>
                  <a:lnTo>
                    <a:pt x="3491865" y="3429000"/>
                  </a:lnTo>
                  <a:lnTo>
                    <a:pt x="3447098" y="3429000"/>
                  </a:lnTo>
                  <a:lnTo>
                    <a:pt x="3402330" y="3429000"/>
                  </a:lnTo>
                  <a:lnTo>
                    <a:pt x="3357563" y="3429000"/>
                  </a:lnTo>
                  <a:lnTo>
                    <a:pt x="3312795" y="3429000"/>
                  </a:lnTo>
                  <a:lnTo>
                    <a:pt x="3268028" y="3429000"/>
                  </a:lnTo>
                  <a:lnTo>
                    <a:pt x="3223260" y="3429000"/>
                  </a:lnTo>
                  <a:lnTo>
                    <a:pt x="3178493" y="3429000"/>
                  </a:lnTo>
                  <a:lnTo>
                    <a:pt x="3133725" y="3429000"/>
                  </a:lnTo>
                  <a:lnTo>
                    <a:pt x="3088958" y="3429000"/>
                  </a:lnTo>
                  <a:lnTo>
                    <a:pt x="3044190" y="3429000"/>
                  </a:lnTo>
                  <a:lnTo>
                    <a:pt x="2999423" y="3429000"/>
                  </a:lnTo>
                  <a:lnTo>
                    <a:pt x="2954655" y="3429000"/>
                  </a:lnTo>
                  <a:lnTo>
                    <a:pt x="2909887" y="3429000"/>
                  </a:lnTo>
                  <a:lnTo>
                    <a:pt x="2865120" y="3429000"/>
                  </a:lnTo>
                  <a:lnTo>
                    <a:pt x="2820353" y="3429000"/>
                  </a:lnTo>
                  <a:lnTo>
                    <a:pt x="2775585" y="3429000"/>
                  </a:lnTo>
                  <a:lnTo>
                    <a:pt x="2730818" y="3429000"/>
                  </a:lnTo>
                  <a:lnTo>
                    <a:pt x="2686050" y="3429000"/>
                  </a:lnTo>
                  <a:lnTo>
                    <a:pt x="2641283" y="3429000"/>
                  </a:lnTo>
                  <a:lnTo>
                    <a:pt x="2596515" y="3429000"/>
                  </a:lnTo>
                  <a:lnTo>
                    <a:pt x="2551748" y="3429000"/>
                  </a:lnTo>
                  <a:lnTo>
                    <a:pt x="2506980" y="3429000"/>
                  </a:lnTo>
                  <a:lnTo>
                    <a:pt x="2462213" y="3429000"/>
                  </a:lnTo>
                  <a:lnTo>
                    <a:pt x="2417445" y="3429000"/>
                  </a:lnTo>
                  <a:lnTo>
                    <a:pt x="2372678" y="3429000"/>
                  </a:lnTo>
                  <a:lnTo>
                    <a:pt x="2327910" y="3429000"/>
                  </a:lnTo>
                  <a:lnTo>
                    <a:pt x="2283143" y="3429000"/>
                  </a:lnTo>
                  <a:lnTo>
                    <a:pt x="2238375" y="3429000"/>
                  </a:lnTo>
                  <a:lnTo>
                    <a:pt x="2193608" y="3429000"/>
                  </a:lnTo>
                  <a:lnTo>
                    <a:pt x="2148840" y="3429000"/>
                  </a:lnTo>
                  <a:lnTo>
                    <a:pt x="2104073" y="3429000"/>
                  </a:lnTo>
                  <a:lnTo>
                    <a:pt x="2059305" y="3429000"/>
                  </a:lnTo>
                  <a:lnTo>
                    <a:pt x="2014538" y="3429000"/>
                  </a:lnTo>
                  <a:lnTo>
                    <a:pt x="1969770" y="3429000"/>
                  </a:lnTo>
                  <a:lnTo>
                    <a:pt x="1925002" y="3429000"/>
                  </a:lnTo>
                  <a:lnTo>
                    <a:pt x="1880235" y="3429000"/>
                  </a:lnTo>
                  <a:lnTo>
                    <a:pt x="1835468" y="3429000"/>
                  </a:lnTo>
                  <a:lnTo>
                    <a:pt x="1790700" y="3429000"/>
                  </a:lnTo>
                  <a:lnTo>
                    <a:pt x="1745932" y="3429000"/>
                  </a:lnTo>
                  <a:lnTo>
                    <a:pt x="1701165" y="3429000"/>
                  </a:lnTo>
                  <a:lnTo>
                    <a:pt x="1656398" y="3429000"/>
                  </a:lnTo>
                  <a:lnTo>
                    <a:pt x="1611630" y="3429000"/>
                  </a:lnTo>
                  <a:lnTo>
                    <a:pt x="1566863" y="3429000"/>
                  </a:lnTo>
                  <a:lnTo>
                    <a:pt x="1522095" y="3429000"/>
                  </a:lnTo>
                  <a:lnTo>
                    <a:pt x="1477328" y="3429000"/>
                  </a:lnTo>
                  <a:lnTo>
                    <a:pt x="1432560" y="3429000"/>
                  </a:lnTo>
                  <a:lnTo>
                    <a:pt x="1387793" y="3429000"/>
                  </a:lnTo>
                  <a:lnTo>
                    <a:pt x="1343025" y="3429000"/>
                  </a:lnTo>
                  <a:lnTo>
                    <a:pt x="1298258" y="3429000"/>
                  </a:lnTo>
                  <a:lnTo>
                    <a:pt x="1253490" y="3429000"/>
                  </a:lnTo>
                  <a:lnTo>
                    <a:pt x="1208723" y="3429000"/>
                  </a:lnTo>
                  <a:lnTo>
                    <a:pt x="1163955" y="3429000"/>
                  </a:lnTo>
                  <a:lnTo>
                    <a:pt x="1119188" y="3429000"/>
                  </a:lnTo>
                  <a:lnTo>
                    <a:pt x="1074420" y="3429000"/>
                  </a:lnTo>
                  <a:lnTo>
                    <a:pt x="1029653" y="3429000"/>
                  </a:lnTo>
                  <a:lnTo>
                    <a:pt x="984885" y="3429000"/>
                  </a:lnTo>
                  <a:lnTo>
                    <a:pt x="940118" y="3429000"/>
                  </a:lnTo>
                  <a:lnTo>
                    <a:pt x="895350" y="3429000"/>
                  </a:lnTo>
                  <a:lnTo>
                    <a:pt x="850583" y="3429000"/>
                  </a:lnTo>
                  <a:lnTo>
                    <a:pt x="805815" y="3429000"/>
                  </a:lnTo>
                  <a:lnTo>
                    <a:pt x="761048" y="3429000"/>
                  </a:lnTo>
                  <a:lnTo>
                    <a:pt x="716280" y="3429000"/>
                  </a:lnTo>
                  <a:lnTo>
                    <a:pt x="671513" y="3429000"/>
                  </a:lnTo>
                  <a:lnTo>
                    <a:pt x="626745" y="3429000"/>
                  </a:lnTo>
                  <a:lnTo>
                    <a:pt x="581978" y="3429000"/>
                  </a:lnTo>
                  <a:lnTo>
                    <a:pt x="537210" y="3429000"/>
                  </a:lnTo>
                  <a:lnTo>
                    <a:pt x="492443" y="3429000"/>
                  </a:lnTo>
                  <a:lnTo>
                    <a:pt x="447675" y="3429000"/>
                  </a:lnTo>
                  <a:lnTo>
                    <a:pt x="402908" y="3429000"/>
                  </a:lnTo>
                  <a:lnTo>
                    <a:pt x="358140" y="3429000"/>
                  </a:lnTo>
                  <a:lnTo>
                    <a:pt x="313373" y="3429000"/>
                  </a:lnTo>
                  <a:lnTo>
                    <a:pt x="268605" y="3429000"/>
                  </a:lnTo>
                  <a:lnTo>
                    <a:pt x="223838" y="3429000"/>
                  </a:lnTo>
                  <a:lnTo>
                    <a:pt x="179070" y="3429000"/>
                  </a:lnTo>
                  <a:lnTo>
                    <a:pt x="134303" y="3429000"/>
                  </a:lnTo>
                  <a:lnTo>
                    <a:pt x="89535" y="3429000"/>
                  </a:lnTo>
                  <a:lnTo>
                    <a:pt x="44768" y="3429000"/>
                  </a:lnTo>
                  <a:lnTo>
                    <a:pt x="0" y="3429000"/>
                  </a:lnTo>
                  <a:close/>
                </a:path>
              </a:pathLst>
            </a:custGeom>
            <a:solidFill>
              <a:srgbClr val="CED7E6"/>
            </a:solidFill>
            <a:ln>
              <a:noFill/>
            </a:ln>
          </p:spPr>
        </p:sp>
        <p:sp>
          <p:nvSpPr>
            <p:cNvPr id="8" name="node01.series.source-002"/>
            <p:cNvSpPr/>
            <p:nvPr/>
          </p:nvSpPr>
          <p:spPr>
            <a:xfrm>
              <a:off x="723900" y="1600200"/>
              <a:ext cx="10744200" cy="3429000"/>
            </a:xfrm>
            <a:custGeom>
              <a:avLst/>
              <a:gdLst/>
              <a:ahLst/>
              <a:cxnLst/>
              <a:rect l="l" t="t" r="r" b="b"/>
              <a:pathLst>
                <a:path w="10744200" h="3429000">
                  <a:moveTo>
                    <a:pt x="0" y="2736669"/>
                  </a:moveTo>
                  <a:lnTo>
                    <a:pt x="44768" y="2729493"/>
                  </a:lnTo>
                  <a:lnTo>
                    <a:pt x="89535" y="2721838"/>
                  </a:lnTo>
                  <a:lnTo>
                    <a:pt x="134303" y="2713685"/>
                  </a:lnTo>
                  <a:lnTo>
                    <a:pt x="179070" y="2705018"/>
                  </a:lnTo>
                  <a:lnTo>
                    <a:pt x="223838" y="2695817"/>
                  </a:lnTo>
                  <a:lnTo>
                    <a:pt x="268605" y="2686067"/>
                  </a:lnTo>
                  <a:lnTo>
                    <a:pt x="313373" y="2675748"/>
                  </a:lnTo>
                  <a:lnTo>
                    <a:pt x="358140" y="2664846"/>
                  </a:lnTo>
                  <a:lnTo>
                    <a:pt x="402908" y="2653345"/>
                  </a:lnTo>
                  <a:lnTo>
                    <a:pt x="447675" y="2641231"/>
                  </a:lnTo>
                  <a:lnTo>
                    <a:pt x="492443" y="2628491"/>
                  </a:lnTo>
                  <a:lnTo>
                    <a:pt x="537210" y="2615113"/>
                  </a:lnTo>
                  <a:lnTo>
                    <a:pt x="581978" y="2601083"/>
                  </a:lnTo>
                  <a:lnTo>
                    <a:pt x="626745" y="2586393"/>
                  </a:lnTo>
                  <a:lnTo>
                    <a:pt x="671513" y="2571032"/>
                  </a:lnTo>
                  <a:lnTo>
                    <a:pt x="716280" y="2554993"/>
                  </a:lnTo>
                  <a:lnTo>
                    <a:pt x="761048" y="2538270"/>
                  </a:lnTo>
                  <a:lnTo>
                    <a:pt x="805815" y="2520857"/>
                  </a:lnTo>
                  <a:lnTo>
                    <a:pt x="850583" y="2502753"/>
                  </a:lnTo>
                  <a:lnTo>
                    <a:pt x="895350" y="2483958"/>
                  </a:lnTo>
                  <a:lnTo>
                    <a:pt x="940118" y="2464475"/>
                  </a:lnTo>
                  <a:lnTo>
                    <a:pt x="984885" y="2444307"/>
                  </a:lnTo>
                  <a:lnTo>
                    <a:pt x="1029653" y="2423458"/>
                  </a:lnTo>
                  <a:lnTo>
                    <a:pt x="1074420" y="2401938"/>
                  </a:lnTo>
                  <a:lnTo>
                    <a:pt x="1119188" y="2379754"/>
                  </a:lnTo>
                  <a:lnTo>
                    <a:pt x="1163955" y="2356919"/>
                  </a:lnTo>
                  <a:lnTo>
                    <a:pt x="1208723" y="2333447"/>
                  </a:lnTo>
                  <a:lnTo>
                    <a:pt x="1253490" y="2309355"/>
                  </a:lnTo>
                  <a:lnTo>
                    <a:pt x="1298258" y="2284660"/>
                  </a:lnTo>
                  <a:lnTo>
                    <a:pt x="1343025" y="2259384"/>
                  </a:lnTo>
                  <a:lnTo>
                    <a:pt x="1387793" y="2233552"/>
                  </a:lnTo>
                  <a:lnTo>
                    <a:pt x="1432560" y="2207187"/>
                  </a:lnTo>
                  <a:lnTo>
                    <a:pt x="1477328" y="2180319"/>
                  </a:lnTo>
                  <a:lnTo>
                    <a:pt x="1522095" y="2152974"/>
                  </a:lnTo>
                  <a:lnTo>
                    <a:pt x="1566863" y="2125186"/>
                  </a:lnTo>
                  <a:lnTo>
                    <a:pt x="1611630" y="2096988"/>
                  </a:lnTo>
                  <a:lnTo>
                    <a:pt x="1656398" y="2068413"/>
                  </a:lnTo>
                  <a:lnTo>
                    <a:pt x="1701165" y="2039499"/>
                  </a:lnTo>
                  <a:lnTo>
                    <a:pt x="1745932" y="2010283"/>
                  </a:lnTo>
                  <a:lnTo>
                    <a:pt x="1790700" y="1980806"/>
                  </a:lnTo>
                  <a:lnTo>
                    <a:pt x="1835468" y="1951108"/>
                  </a:lnTo>
                  <a:lnTo>
                    <a:pt x="1880235" y="1921230"/>
                  </a:lnTo>
                  <a:lnTo>
                    <a:pt x="1925002" y="1891214"/>
                  </a:lnTo>
                  <a:lnTo>
                    <a:pt x="1969770" y="1861105"/>
                  </a:lnTo>
                  <a:lnTo>
                    <a:pt x="2014538" y="1830946"/>
                  </a:lnTo>
                  <a:lnTo>
                    <a:pt x="2059305" y="1800780"/>
                  </a:lnTo>
                  <a:lnTo>
                    <a:pt x="2104073" y="1770653"/>
                  </a:lnTo>
                  <a:lnTo>
                    <a:pt x="2148840" y="1740607"/>
                  </a:lnTo>
                  <a:lnTo>
                    <a:pt x="2193608" y="1710688"/>
                  </a:lnTo>
                  <a:lnTo>
                    <a:pt x="2238375" y="1680938"/>
                  </a:lnTo>
                  <a:lnTo>
                    <a:pt x="2283143" y="1651402"/>
                  </a:lnTo>
                  <a:lnTo>
                    <a:pt x="2327910" y="1622121"/>
                  </a:lnTo>
                  <a:lnTo>
                    <a:pt x="2372678" y="1593139"/>
                  </a:lnTo>
                  <a:lnTo>
                    <a:pt x="2417445" y="1564497"/>
                  </a:lnTo>
                  <a:lnTo>
                    <a:pt x="2462213" y="1536232"/>
                  </a:lnTo>
                  <a:lnTo>
                    <a:pt x="2506980" y="1508383"/>
                  </a:lnTo>
                  <a:lnTo>
                    <a:pt x="2551748" y="1480986"/>
                  </a:lnTo>
                  <a:lnTo>
                    <a:pt x="2596515" y="1454075"/>
                  </a:lnTo>
                  <a:lnTo>
                    <a:pt x="2641283" y="1427683"/>
                  </a:lnTo>
                  <a:lnTo>
                    <a:pt x="2686050" y="1401841"/>
                  </a:lnTo>
                  <a:lnTo>
                    <a:pt x="2730818" y="1376577"/>
                  </a:lnTo>
                  <a:lnTo>
                    <a:pt x="2775585" y="1351918"/>
                  </a:lnTo>
                  <a:lnTo>
                    <a:pt x="2820353" y="1327888"/>
                  </a:lnTo>
                  <a:lnTo>
                    <a:pt x="2865120" y="1304509"/>
                  </a:lnTo>
                  <a:lnTo>
                    <a:pt x="2909887" y="1281801"/>
                  </a:lnTo>
                  <a:lnTo>
                    <a:pt x="2954655" y="1259780"/>
                  </a:lnTo>
                  <a:lnTo>
                    <a:pt x="2999423" y="1238462"/>
                  </a:lnTo>
                  <a:lnTo>
                    <a:pt x="3044190" y="1217858"/>
                  </a:lnTo>
                  <a:lnTo>
                    <a:pt x="3088958" y="1197977"/>
                  </a:lnTo>
                  <a:lnTo>
                    <a:pt x="3133725" y="1178828"/>
                  </a:lnTo>
                  <a:lnTo>
                    <a:pt x="3178493" y="1160414"/>
                  </a:lnTo>
                  <a:lnTo>
                    <a:pt x="3223260" y="1142737"/>
                  </a:lnTo>
                  <a:lnTo>
                    <a:pt x="3268028" y="1125801"/>
                  </a:lnTo>
                  <a:lnTo>
                    <a:pt x="3312795" y="1109602"/>
                  </a:lnTo>
                  <a:lnTo>
                    <a:pt x="3357563" y="1094135"/>
                  </a:lnTo>
                  <a:lnTo>
                    <a:pt x="3402330" y="1079392"/>
                  </a:lnTo>
                  <a:lnTo>
                    <a:pt x="3447098" y="1065365"/>
                  </a:lnTo>
                  <a:lnTo>
                    <a:pt x="3491865" y="1052042"/>
                  </a:lnTo>
                  <a:lnTo>
                    <a:pt x="3536633" y="1039411"/>
                  </a:lnTo>
                  <a:lnTo>
                    <a:pt x="3581400" y="1027456"/>
                  </a:lnTo>
                  <a:lnTo>
                    <a:pt x="3626168" y="1016162"/>
                  </a:lnTo>
                  <a:lnTo>
                    <a:pt x="3670935" y="1005512"/>
                  </a:lnTo>
                  <a:lnTo>
                    <a:pt x="3715703" y="995489"/>
                  </a:lnTo>
                  <a:lnTo>
                    <a:pt x="3760470" y="986073"/>
                  </a:lnTo>
                  <a:lnTo>
                    <a:pt x="3805237" y="977244"/>
                  </a:lnTo>
                  <a:lnTo>
                    <a:pt x="3850005" y="968980"/>
                  </a:lnTo>
                  <a:lnTo>
                    <a:pt x="3894773" y="961260"/>
                  </a:lnTo>
                  <a:lnTo>
                    <a:pt x="3939540" y="954061"/>
                  </a:lnTo>
                  <a:lnTo>
                    <a:pt x="3984308" y="947360"/>
                  </a:lnTo>
                  <a:lnTo>
                    <a:pt x="4029075" y="941136"/>
                  </a:lnTo>
                  <a:lnTo>
                    <a:pt x="4073843" y="935367"/>
                  </a:lnTo>
                  <a:lnTo>
                    <a:pt x="4118610" y="930030"/>
                  </a:lnTo>
                  <a:lnTo>
                    <a:pt x="4163377" y="925102"/>
                  </a:lnTo>
                  <a:lnTo>
                    <a:pt x="4208145" y="920563"/>
                  </a:lnTo>
                  <a:lnTo>
                    <a:pt x="4252913" y="916391"/>
                  </a:lnTo>
                  <a:lnTo>
                    <a:pt x="4297680" y="912564"/>
                  </a:lnTo>
                  <a:lnTo>
                    <a:pt x="4342448" y="909064"/>
                  </a:lnTo>
                  <a:lnTo>
                    <a:pt x="4387215" y="905869"/>
                  </a:lnTo>
                  <a:lnTo>
                    <a:pt x="4431983" y="902961"/>
                  </a:lnTo>
                  <a:lnTo>
                    <a:pt x="4476750" y="900328"/>
                  </a:lnTo>
                  <a:lnTo>
                    <a:pt x="4521518" y="897954"/>
                  </a:lnTo>
                  <a:lnTo>
                    <a:pt x="4566285" y="895824"/>
                  </a:lnTo>
                  <a:lnTo>
                    <a:pt x="4611053" y="893923"/>
                  </a:lnTo>
                  <a:lnTo>
                    <a:pt x="4655820" y="892240"/>
                  </a:lnTo>
                  <a:lnTo>
                    <a:pt x="4700588" y="890762"/>
                  </a:lnTo>
                  <a:lnTo>
                    <a:pt x="4745355" y="889481"/>
                  </a:lnTo>
                  <a:lnTo>
                    <a:pt x="4790123" y="888387"/>
                  </a:lnTo>
                  <a:lnTo>
                    <a:pt x="4834890" y="887473"/>
                  </a:lnTo>
                  <a:lnTo>
                    <a:pt x="4879658" y="886733"/>
                  </a:lnTo>
                  <a:lnTo>
                    <a:pt x="4924425" y="886166"/>
                  </a:lnTo>
                  <a:lnTo>
                    <a:pt x="4969193" y="885769"/>
                  </a:lnTo>
                  <a:lnTo>
                    <a:pt x="5013960" y="885543"/>
                  </a:lnTo>
                  <a:lnTo>
                    <a:pt x="5058728" y="885487"/>
                  </a:lnTo>
                  <a:lnTo>
                    <a:pt x="5103495" y="885602"/>
                  </a:lnTo>
                  <a:lnTo>
                    <a:pt x="5148263" y="885894"/>
                  </a:lnTo>
                  <a:lnTo>
                    <a:pt x="5193030" y="886369"/>
                  </a:lnTo>
                  <a:lnTo>
                    <a:pt x="5237798" y="887035"/>
                  </a:lnTo>
                  <a:lnTo>
                    <a:pt x="5282565" y="887903"/>
                  </a:lnTo>
                  <a:lnTo>
                    <a:pt x="5327333" y="888982"/>
                  </a:lnTo>
                  <a:lnTo>
                    <a:pt x="5372100" y="890287"/>
                  </a:lnTo>
                  <a:lnTo>
                    <a:pt x="5416868" y="891832"/>
                  </a:lnTo>
                  <a:lnTo>
                    <a:pt x="5461635" y="893636"/>
                  </a:lnTo>
                  <a:lnTo>
                    <a:pt x="5506403" y="895711"/>
                  </a:lnTo>
                  <a:lnTo>
                    <a:pt x="5551170" y="898080"/>
                  </a:lnTo>
                  <a:lnTo>
                    <a:pt x="5595938" y="900764"/>
                  </a:lnTo>
                  <a:lnTo>
                    <a:pt x="5640705" y="903788"/>
                  </a:lnTo>
                  <a:lnTo>
                    <a:pt x="5685473" y="907176"/>
                  </a:lnTo>
                  <a:lnTo>
                    <a:pt x="5730240" y="910954"/>
                  </a:lnTo>
                  <a:lnTo>
                    <a:pt x="5775008" y="915150"/>
                  </a:lnTo>
                  <a:lnTo>
                    <a:pt x="5819775" y="919791"/>
                  </a:lnTo>
                  <a:lnTo>
                    <a:pt x="5864543" y="924904"/>
                  </a:lnTo>
                  <a:lnTo>
                    <a:pt x="5909310" y="930520"/>
                  </a:lnTo>
                  <a:lnTo>
                    <a:pt x="5954078" y="936668"/>
                  </a:lnTo>
                  <a:lnTo>
                    <a:pt x="5998845" y="943380"/>
                  </a:lnTo>
                  <a:lnTo>
                    <a:pt x="6043613" y="950685"/>
                  </a:lnTo>
                  <a:lnTo>
                    <a:pt x="6088380" y="958615"/>
                  </a:lnTo>
                  <a:lnTo>
                    <a:pt x="6133148" y="967200"/>
                  </a:lnTo>
                  <a:lnTo>
                    <a:pt x="6177915" y="976471"/>
                  </a:lnTo>
                  <a:lnTo>
                    <a:pt x="6222683" y="986457"/>
                  </a:lnTo>
                  <a:lnTo>
                    <a:pt x="6267450" y="997180"/>
                  </a:lnTo>
                  <a:lnTo>
                    <a:pt x="6312218" y="1008666"/>
                  </a:lnTo>
                  <a:lnTo>
                    <a:pt x="6356985" y="1020939"/>
                  </a:lnTo>
                  <a:lnTo>
                    <a:pt x="6401753" y="1034020"/>
                  </a:lnTo>
                  <a:lnTo>
                    <a:pt x="6446520" y="1047928"/>
                  </a:lnTo>
                  <a:lnTo>
                    <a:pt x="6491287" y="1062682"/>
                  </a:lnTo>
                  <a:lnTo>
                    <a:pt x="6536055" y="1078294"/>
                  </a:lnTo>
                  <a:lnTo>
                    <a:pt x="6580823" y="1094777"/>
                  </a:lnTo>
                  <a:lnTo>
                    <a:pt x="6625590" y="1112138"/>
                  </a:lnTo>
                  <a:lnTo>
                    <a:pt x="6670358" y="1130381"/>
                  </a:lnTo>
                  <a:lnTo>
                    <a:pt x="6715125" y="1149507"/>
                  </a:lnTo>
                  <a:lnTo>
                    <a:pt x="6759893" y="1169513"/>
                  </a:lnTo>
                  <a:lnTo>
                    <a:pt x="6804660" y="1190393"/>
                  </a:lnTo>
                  <a:lnTo>
                    <a:pt x="6849427" y="1212133"/>
                  </a:lnTo>
                  <a:lnTo>
                    <a:pt x="6894195" y="1234721"/>
                  </a:lnTo>
                  <a:lnTo>
                    <a:pt x="6938963" y="1258136"/>
                  </a:lnTo>
                  <a:lnTo>
                    <a:pt x="6983730" y="1282355"/>
                  </a:lnTo>
                  <a:lnTo>
                    <a:pt x="7028497" y="1307350"/>
                  </a:lnTo>
                  <a:lnTo>
                    <a:pt x="7073265" y="1333091"/>
                  </a:lnTo>
                  <a:lnTo>
                    <a:pt x="7118033" y="1359542"/>
                  </a:lnTo>
                  <a:lnTo>
                    <a:pt x="7162800" y="1386665"/>
                  </a:lnTo>
                  <a:lnTo>
                    <a:pt x="7207568" y="1414419"/>
                  </a:lnTo>
                  <a:lnTo>
                    <a:pt x="7252335" y="1442758"/>
                  </a:lnTo>
                  <a:lnTo>
                    <a:pt x="7297103" y="1471634"/>
                  </a:lnTo>
                  <a:lnTo>
                    <a:pt x="7341870" y="1500995"/>
                  </a:lnTo>
                  <a:lnTo>
                    <a:pt x="7386638" y="1530788"/>
                  </a:lnTo>
                  <a:lnTo>
                    <a:pt x="7431405" y="1560957"/>
                  </a:lnTo>
                  <a:lnTo>
                    <a:pt x="7476173" y="1591446"/>
                  </a:lnTo>
                  <a:lnTo>
                    <a:pt x="7520940" y="1622194"/>
                  </a:lnTo>
                  <a:lnTo>
                    <a:pt x="7565708" y="1653144"/>
                  </a:lnTo>
                  <a:lnTo>
                    <a:pt x="7610475" y="1684234"/>
                  </a:lnTo>
                  <a:lnTo>
                    <a:pt x="7655242" y="1715403"/>
                  </a:lnTo>
                  <a:lnTo>
                    <a:pt x="7700010" y="1746593"/>
                  </a:lnTo>
                  <a:lnTo>
                    <a:pt x="7744778" y="1777742"/>
                  </a:lnTo>
                  <a:lnTo>
                    <a:pt x="7789545" y="1808793"/>
                  </a:lnTo>
                  <a:lnTo>
                    <a:pt x="7834313" y="1839688"/>
                  </a:lnTo>
                  <a:lnTo>
                    <a:pt x="7879080" y="1870373"/>
                  </a:lnTo>
                  <a:lnTo>
                    <a:pt x="7923848" y="1900794"/>
                  </a:lnTo>
                  <a:lnTo>
                    <a:pt x="7968615" y="1930900"/>
                  </a:lnTo>
                  <a:lnTo>
                    <a:pt x="8013383" y="1960644"/>
                  </a:lnTo>
                  <a:lnTo>
                    <a:pt x="8058150" y="1989980"/>
                  </a:lnTo>
                  <a:lnTo>
                    <a:pt x="8102918" y="2018866"/>
                  </a:lnTo>
                  <a:lnTo>
                    <a:pt x="8147685" y="2047263"/>
                  </a:lnTo>
                  <a:lnTo>
                    <a:pt x="8192453" y="2075138"/>
                  </a:lnTo>
                  <a:lnTo>
                    <a:pt x="8237220" y="2102460"/>
                  </a:lnTo>
                  <a:lnTo>
                    <a:pt x="8281987" y="2129202"/>
                  </a:lnTo>
                  <a:lnTo>
                    <a:pt x="8326755" y="2155341"/>
                  </a:lnTo>
                  <a:lnTo>
                    <a:pt x="8371522" y="2180860"/>
                  </a:lnTo>
                  <a:lnTo>
                    <a:pt x="8416290" y="2205743"/>
                  </a:lnTo>
                  <a:lnTo>
                    <a:pt x="8461058" y="2229980"/>
                  </a:lnTo>
                  <a:lnTo>
                    <a:pt x="8505825" y="2253562"/>
                  </a:lnTo>
                  <a:lnTo>
                    <a:pt x="8550593" y="2276488"/>
                  </a:lnTo>
                  <a:lnTo>
                    <a:pt x="8595360" y="2298757"/>
                  </a:lnTo>
                  <a:lnTo>
                    <a:pt x="8640128" y="2320371"/>
                  </a:lnTo>
                  <a:lnTo>
                    <a:pt x="8684895" y="2341337"/>
                  </a:lnTo>
                  <a:lnTo>
                    <a:pt x="8729663" y="2361667"/>
                  </a:lnTo>
                  <a:lnTo>
                    <a:pt x="8774430" y="2381371"/>
                  </a:lnTo>
                  <a:lnTo>
                    <a:pt x="8819198" y="2400465"/>
                  </a:lnTo>
                  <a:lnTo>
                    <a:pt x="8863965" y="2418965"/>
                  </a:lnTo>
                  <a:lnTo>
                    <a:pt x="8908733" y="2436890"/>
                  </a:lnTo>
                  <a:lnTo>
                    <a:pt x="8953500" y="2454259"/>
                  </a:lnTo>
                  <a:lnTo>
                    <a:pt x="8998268" y="2471093"/>
                  </a:lnTo>
                  <a:lnTo>
                    <a:pt x="9043035" y="2487414"/>
                  </a:lnTo>
                  <a:lnTo>
                    <a:pt x="9087803" y="2503239"/>
                  </a:lnTo>
                  <a:lnTo>
                    <a:pt x="9132570" y="2518591"/>
                  </a:lnTo>
                  <a:lnTo>
                    <a:pt x="9177338" y="2533491"/>
                  </a:lnTo>
                  <a:lnTo>
                    <a:pt x="9222105" y="2547963"/>
                  </a:lnTo>
                  <a:lnTo>
                    <a:pt x="9266873" y="2562027"/>
                  </a:lnTo>
                  <a:lnTo>
                    <a:pt x="9311640" y="2575705"/>
                  </a:lnTo>
                  <a:lnTo>
                    <a:pt x="9356408" y="2589014"/>
                  </a:lnTo>
                  <a:lnTo>
                    <a:pt x="9401175" y="2601973"/>
                  </a:lnTo>
                  <a:lnTo>
                    <a:pt x="9445943" y="2614599"/>
                  </a:lnTo>
                  <a:lnTo>
                    <a:pt x="9490710" y="2626906"/>
                  </a:lnTo>
                  <a:lnTo>
                    <a:pt x="9535478" y="2638905"/>
                  </a:lnTo>
                  <a:lnTo>
                    <a:pt x="9580245" y="2650609"/>
                  </a:lnTo>
                  <a:lnTo>
                    <a:pt x="9625013" y="2662029"/>
                  </a:lnTo>
                  <a:lnTo>
                    <a:pt x="9669780" y="2673172"/>
                  </a:lnTo>
                  <a:lnTo>
                    <a:pt x="9714548" y="2684048"/>
                  </a:lnTo>
                  <a:lnTo>
                    <a:pt x="9759315" y="2694660"/>
                  </a:lnTo>
                  <a:lnTo>
                    <a:pt x="9804083" y="2705015"/>
                  </a:lnTo>
                  <a:lnTo>
                    <a:pt x="9848850" y="2715114"/>
                  </a:lnTo>
                  <a:lnTo>
                    <a:pt x="9893618" y="2724959"/>
                  </a:lnTo>
                  <a:lnTo>
                    <a:pt x="9938385" y="2734552"/>
                  </a:lnTo>
                  <a:lnTo>
                    <a:pt x="9983153" y="2743892"/>
                  </a:lnTo>
                  <a:lnTo>
                    <a:pt x="10027920" y="2752977"/>
                  </a:lnTo>
                  <a:lnTo>
                    <a:pt x="10072688" y="2761806"/>
                  </a:lnTo>
                  <a:lnTo>
                    <a:pt x="10117455" y="2770377"/>
                  </a:lnTo>
                  <a:lnTo>
                    <a:pt x="10162223" y="2778687"/>
                  </a:lnTo>
                  <a:lnTo>
                    <a:pt x="10206990" y="2786733"/>
                  </a:lnTo>
                  <a:lnTo>
                    <a:pt x="10251758" y="2794514"/>
                  </a:lnTo>
                  <a:lnTo>
                    <a:pt x="10296525" y="2802025"/>
                  </a:lnTo>
                  <a:lnTo>
                    <a:pt x="10341293" y="2809264"/>
                  </a:lnTo>
                  <a:lnTo>
                    <a:pt x="10386060" y="2816231"/>
                  </a:lnTo>
                  <a:lnTo>
                    <a:pt x="10430828" y="2822924"/>
                  </a:lnTo>
                  <a:lnTo>
                    <a:pt x="10475595" y="2829343"/>
                  </a:lnTo>
                  <a:lnTo>
                    <a:pt x="10520363" y="2835487"/>
                  </a:lnTo>
                  <a:lnTo>
                    <a:pt x="10565130" y="2841355"/>
                  </a:lnTo>
                  <a:lnTo>
                    <a:pt x="10609898" y="2846949"/>
                  </a:lnTo>
                  <a:lnTo>
                    <a:pt x="10654665" y="2852269"/>
                  </a:lnTo>
                  <a:lnTo>
                    <a:pt x="10699433" y="2857318"/>
                  </a:lnTo>
                  <a:lnTo>
                    <a:pt x="10744200" y="2862099"/>
                  </a:lnTo>
                  <a:lnTo>
                    <a:pt x="10744200" y="3094626"/>
                  </a:lnTo>
                  <a:lnTo>
                    <a:pt x="10699433" y="3092268"/>
                  </a:lnTo>
                  <a:lnTo>
                    <a:pt x="10654665" y="3089785"/>
                  </a:lnTo>
                  <a:lnTo>
                    <a:pt x="10609898" y="3087176"/>
                  </a:lnTo>
                  <a:lnTo>
                    <a:pt x="10565130" y="3084443"/>
                  </a:lnTo>
                  <a:lnTo>
                    <a:pt x="10520363" y="3081586"/>
                  </a:lnTo>
                  <a:lnTo>
                    <a:pt x="10475595" y="3078607"/>
                  </a:lnTo>
                  <a:lnTo>
                    <a:pt x="10430828" y="3075508"/>
                  </a:lnTo>
                  <a:lnTo>
                    <a:pt x="10386060" y="3072293"/>
                  </a:lnTo>
                  <a:lnTo>
                    <a:pt x="10341293" y="3068966"/>
                  </a:lnTo>
                  <a:lnTo>
                    <a:pt x="10296525" y="3065530"/>
                  </a:lnTo>
                  <a:lnTo>
                    <a:pt x="10251758" y="3061990"/>
                  </a:lnTo>
                  <a:lnTo>
                    <a:pt x="10206990" y="3058352"/>
                  </a:lnTo>
                  <a:lnTo>
                    <a:pt x="10162223" y="3054622"/>
                  </a:lnTo>
                  <a:lnTo>
                    <a:pt x="10117455" y="3050806"/>
                  </a:lnTo>
                  <a:lnTo>
                    <a:pt x="10072688" y="3046912"/>
                  </a:lnTo>
                  <a:lnTo>
                    <a:pt x="10027920" y="3042947"/>
                  </a:lnTo>
                  <a:lnTo>
                    <a:pt x="9983153" y="3038918"/>
                  </a:lnTo>
                  <a:lnTo>
                    <a:pt x="9938385" y="3034835"/>
                  </a:lnTo>
                  <a:lnTo>
                    <a:pt x="9893618" y="3030704"/>
                  </a:lnTo>
                  <a:lnTo>
                    <a:pt x="9848850" y="3026535"/>
                  </a:lnTo>
                  <a:lnTo>
                    <a:pt x="9804083" y="3022336"/>
                  </a:lnTo>
                  <a:lnTo>
                    <a:pt x="9759315" y="3018116"/>
                  </a:lnTo>
                  <a:lnTo>
                    <a:pt x="9714548" y="3013883"/>
                  </a:lnTo>
                  <a:lnTo>
                    <a:pt x="9669780" y="3009646"/>
                  </a:lnTo>
                  <a:lnTo>
                    <a:pt x="9625013" y="3005414"/>
                  </a:lnTo>
                  <a:lnTo>
                    <a:pt x="9580245" y="3001194"/>
                  </a:lnTo>
                  <a:lnTo>
                    <a:pt x="9535478" y="2996993"/>
                  </a:lnTo>
                  <a:lnTo>
                    <a:pt x="9490710" y="2992821"/>
                  </a:lnTo>
                  <a:lnTo>
                    <a:pt x="9445943" y="2988682"/>
                  </a:lnTo>
                  <a:lnTo>
                    <a:pt x="9401175" y="2984585"/>
                  </a:lnTo>
                  <a:lnTo>
                    <a:pt x="9356408" y="2980534"/>
                  </a:lnTo>
                  <a:lnTo>
                    <a:pt x="9311640" y="2976536"/>
                  </a:lnTo>
                  <a:lnTo>
                    <a:pt x="9266873" y="2972595"/>
                  </a:lnTo>
                  <a:lnTo>
                    <a:pt x="9222105" y="2968716"/>
                  </a:lnTo>
                  <a:lnTo>
                    <a:pt x="9177338" y="2964902"/>
                  </a:lnTo>
                  <a:lnTo>
                    <a:pt x="9132570" y="2961155"/>
                  </a:lnTo>
                  <a:lnTo>
                    <a:pt x="9087803" y="2957480"/>
                  </a:lnTo>
                  <a:lnTo>
                    <a:pt x="9043035" y="2953876"/>
                  </a:lnTo>
                  <a:lnTo>
                    <a:pt x="8998268" y="2950345"/>
                  </a:lnTo>
                  <a:lnTo>
                    <a:pt x="8953500" y="2946888"/>
                  </a:lnTo>
                  <a:lnTo>
                    <a:pt x="8908733" y="2943505"/>
                  </a:lnTo>
                  <a:lnTo>
                    <a:pt x="8863965" y="2940196"/>
                  </a:lnTo>
                  <a:lnTo>
                    <a:pt x="8819198" y="2936958"/>
                  </a:lnTo>
                  <a:lnTo>
                    <a:pt x="8774430" y="2933792"/>
                  </a:lnTo>
                  <a:lnTo>
                    <a:pt x="8729663" y="2930694"/>
                  </a:lnTo>
                  <a:lnTo>
                    <a:pt x="8684895" y="2927663"/>
                  </a:lnTo>
                  <a:lnTo>
                    <a:pt x="8640128" y="2924696"/>
                  </a:lnTo>
                  <a:lnTo>
                    <a:pt x="8595360" y="2921791"/>
                  </a:lnTo>
                  <a:lnTo>
                    <a:pt x="8550593" y="2918944"/>
                  </a:lnTo>
                  <a:lnTo>
                    <a:pt x="8505825" y="2916152"/>
                  </a:lnTo>
                  <a:lnTo>
                    <a:pt x="8461058" y="2913413"/>
                  </a:lnTo>
                  <a:lnTo>
                    <a:pt x="8416290" y="2910723"/>
                  </a:lnTo>
                  <a:lnTo>
                    <a:pt x="8371522" y="2908079"/>
                  </a:lnTo>
                  <a:lnTo>
                    <a:pt x="8326755" y="2905479"/>
                  </a:lnTo>
                  <a:lnTo>
                    <a:pt x="8281987" y="2902919"/>
                  </a:lnTo>
                  <a:lnTo>
                    <a:pt x="8237220" y="2900397"/>
                  </a:lnTo>
                  <a:lnTo>
                    <a:pt x="8192453" y="2897910"/>
                  </a:lnTo>
                  <a:lnTo>
                    <a:pt x="8147685" y="2895456"/>
                  </a:lnTo>
                  <a:lnTo>
                    <a:pt x="8102918" y="2893032"/>
                  </a:lnTo>
                  <a:lnTo>
                    <a:pt x="8058150" y="2890637"/>
                  </a:lnTo>
                  <a:lnTo>
                    <a:pt x="8013383" y="2888269"/>
                  </a:lnTo>
                  <a:lnTo>
                    <a:pt x="7968615" y="2885928"/>
                  </a:lnTo>
                  <a:lnTo>
                    <a:pt x="7923848" y="2883612"/>
                  </a:lnTo>
                  <a:lnTo>
                    <a:pt x="7879080" y="2881321"/>
                  </a:lnTo>
                  <a:lnTo>
                    <a:pt x="7834313" y="2879055"/>
                  </a:lnTo>
                  <a:lnTo>
                    <a:pt x="7789545" y="2876814"/>
                  </a:lnTo>
                  <a:lnTo>
                    <a:pt x="7744778" y="2874598"/>
                  </a:lnTo>
                  <a:lnTo>
                    <a:pt x="7700010" y="2872408"/>
                  </a:lnTo>
                  <a:lnTo>
                    <a:pt x="7655242" y="2870244"/>
                  </a:lnTo>
                  <a:lnTo>
                    <a:pt x="7610475" y="2868108"/>
                  </a:lnTo>
                  <a:lnTo>
                    <a:pt x="7565708" y="2866000"/>
                  </a:lnTo>
                  <a:lnTo>
                    <a:pt x="7520940" y="2863923"/>
                  </a:lnTo>
                  <a:lnTo>
                    <a:pt x="7476173" y="2861877"/>
                  </a:lnTo>
                  <a:lnTo>
                    <a:pt x="7431405" y="2859865"/>
                  </a:lnTo>
                  <a:lnTo>
                    <a:pt x="7386638" y="2857889"/>
                  </a:lnTo>
                  <a:lnTo>
                    <a:pt x="7341870" y="2855950"/>
                  </a:lnTo>
                  <a:lnTo>
                    <a:pt x="7297103" y="2854050"/>
                  </a:lnTo>
                  <a:lnTo>
                    <a:pt x="7252335" y="2852192"/>
                  </a:lnTo>
                  <a:lnTo>
                    <a:pt x="7207568" y="2850376"/>
                  </a:lnTo>
                  <a:lnTo>
                    <a:pt x="7162800" y="2848606"/>
                  </a:lnTo>
                  <a:lnTo>
                    <a:pt x="7118033" y="2846882"/>
                  </a:lnTo>
                  <a:lnTo>
                    <a:pt x="7073265" y="2845206"/>
                  </a:lnTo>
                  <a:lnTo>
                    <a:pt x="7028497" y="2843580"/>
                  </a:lnTo>
                  <a:lnTo>
                    <a:pt x="6983730" y="2842004"/>
                  </a:lnTo>
                  <a:lnTo>
                    <a:pt x="6938963" y="2840481"/>
                  </a:lnTo>
                  <a:lnTo>
                    <a:pt x="6894195" y="2839011"/>
                  </a:lnTo>
                  <a:lnTo>
                    <a:pt x="6849427" y="2837595"/>
                  </a:lnTo>
                  <a:lnTo>
                    <a:pt x="6804660" y="2836235"/>
                  </a:lnTo>
                  <a:lnTo>
                    <a:pt x="6759893" y="2834929"/>
                  </a:lnTo>
                  <a:lnTo>
                    <a:pt x="6715125" y="2833680"/>
                  </a:lnTo>
                  <a:lnTo>
                    <a:pt x="6670358" y="2832487"/>
                  </a:lnTo>
                  <a:lnTo>
                    <a:pt x="6625590" y="2831351"/>
                  </a:lnTo>
                  <a:lnTo>
                    <a:pt x="6580823" y="2830270"/>
                  </a:lnTo>
                  <a:lnTo>
                    <a:pt x="6536055" y="2829243"/>
                  </a:lnTo>
                  <a:lnTo>
                    <a:pt x="6491287" y="2828272"/>
                  </a:lnTo>
                  <a:lnTo>
                    <a:pt x="6446520" y="2827354"/>
                  </a:lnTo>
                  <a:lnTo>
                    <a:pt x="6401753" y="2826489"/>
                  </a:lnTo>
                  <a:lnTo>
                    <a:pt x="6356985" y="2825676"/>
                  </a:lnTo>
                  <a:lnTo>
                    <a:pt x="6312218" y="2824914"/>
                  </a:lnTo>
                  <a:lnTo>
                    <a:pt x="6267450" y="2824202"/>
                  </a:lnTo>
                  <a:lnTo>
                    <a:pt x="6222683" y="2823539"/>
                  </a:lnTo>
                  <a:lnTo>
                    <a:pt x="6177915" y="2822924"/>
                  </a:lnTo>
                  <a:lnTo>
                    <a:pt x="6133148" y="2822355"/>
                  </a:lnTo>
                  <a:lnTo>
                    <a:pt x="6088380" y="2821832"/>
                  </a:lnTo>
                  <a:lnTo>
                    <a:pt x="6043613" y="2821352"/>
                  </a:lnTo>
                  <a:lnTo>
                    <a:pt x="5998845" y="2820914"/>
                  </a:lnTo>
                  <a:lnTo>
                    <a:pt x="5954078" y="2820517"/>
                  </a:lnTo>
                  <a:lnTo>
                    <a:pt x="5909310" y="2820160"/>
                  </a:lnTo>
                  <a:lnTo>
                    <a:pt x="5864543" y="2819841"/>
                  </a:lnTo>
                  <a:lnTo>
                    <a:pt x="5819775" y="2819559"/>
                  </a:lnTo>
                  <a:lnTo>
                    <a:pt x="5775008" y="2819314"/>
                  </a:lnTo>
                  <a:lnTo>
                    <a:pt x="5730240" y="2819105"/>
                  </a:lnTo>
                  <a:lnTo>
                    <a:pt x="5685473" y="2818930"/>
                  </a:lnTo>
                  <a:lnTo>
                    <a:pt x="5640705" y="2818791"/>
                  </a:lnTo>
                  <a:lnTo>
                    <a:pt x="5595938" y="2818685"/>
                  </a:lnTo>
                  <a:lnTo>
                    <a:pt x="5551170" y="2818614"/>
                  </a:lnTo>
                  <a:lnTo>
                    <a:pt x="5506403" y="2818576"/>
                  </a:lnTo>
                  <a:lnTo>
                    <a:pt x="5461635" y="2818573"/>
                  </a:lnTo>
                  <a:lnTo>
                    <a:pt x="5416868" y="2818605"/>
                  </a:lnTo>
                  <a:lnTo>
                    <a:pt x="5372100" y="2818672"/>
                  </a:lnTo>
                  <a:lnTo>
                    <a:pt x="5327333" y="2818776"/>
                  </a:lnTo>
                  <a:lnTo>
                    <a:pt x="5282565" y="2818917"/>
                  </a:lnTo>
                  <a:lnTo>
                    <a:pt x="5237798" y="2819098"/>
                  </a:lnTo>
                  <a:lnTo>
                    <a:pt x="5193030" y="2819319"/>
                  </a:lnTo>
                  <a:lnTo>
                    <a:pt x="5148263" y="2819582"/>
                  </a:lnTo>
                  <a:lnTo>
                    <a:pt x="5103495" y="2819890"/>
                  </a:lnTo>
                  <a:lnTo>
                    <a:pt x="5058728" y="2820245"/>
                  </a:lnTo>
                  <a:lnTo>
                    <a:pt x="5013960" y="2820649"/>
                  </a:lnTo>
                  <a:lnTo>
                    <a:pt x="4969193" y="2821105"/>
                  </a:lnTo>
                  <a:lnTo>
                    <a:pt x="4924425" y="2821615"/>
                  </a:lnTo>
                  <a:lnTo>
                    <a:pt x="4879658" y="2822183"/>
                  </a:lnTo>
                  <a:lnTo>
                    <a:pt x="4834890" y="2822810"/>
                  </a:lnTo>
                  <a:lnTo>
                    <a:pt x="4790123" y="2823501"/>
                  </a:lnTo>
                  <a:lnTo>
                    <a:pt x="4745355" y="2824257"/>
                  </a:lnTo>
                  <a:lnTo>
                    <a:pt x="4700588" y="2825082"/>
                  </a:lnTo>
                  <a:lnTo>
                    <a:pt x="4655820" y="2825980"/>
                  </a:lnTo>
                  <a:lnTo>
                    <a:pt x="4611053" y="2826953"/>
                  </a:lnTo>
                  <a:lnTo>
                    <a:pt x="4566285" y="2828004"/>
                  </a:lnTo>
                  <a:lnTo>
                    <a:pt x="4521518" y="2829136"/>
                  </a:lnTo>
                  <a:lnTo>
                    <a:pt x="4476750" y="2830352"/>
                  </a:lnTo>
                  <a:lnTo>
                    <a:pt x="4431983" y="2831654"/>
                  </a:lnTo>
                  <a:lnTo>
                    <a:pt x="4387215" y="2833044"/>
                  </a:lnTo>
                  <a:lnTo>
                    <a:pt x="4342448" y="2834523"/>
                  </a:lnTo>
                  <a:lnTo>
                    <a:pt x="4297680" y="2836095"/>
                  </a:lnTo>
                  <a:lnTo>
                    <a:pt x="4252913" y="2837759"/>
                  </a:lnTo>
                  <a:lnTo>
                    <a:pt x="4208145" y="2839518"/>
                  </a:lnTo>
                  <a:lnTo>
                    <a:pt x="4163377" y="2841372"/>
                  </a:lnTo>
                  <a:lnTo>
                    <a:pt x="4118610" y="2843321"/>
                  </a:lnTo>
                  <a:lnTo>
                    <a:pt x="4073843" y="2845365"/>
                  </a:lnTo>
                  <a:lnTo>
                    <a:pt x="4029075" y="2847504"/>
                  </a:lnTo>
                  <a:lnTo>
                    <a:pt x="3984308" y="2849737"/>
                  </a:lnTo>
                  <a:lnTo>
                    <a:pt x="3939540" y="2852064"/>
                  </a:lnTo>
                  <a:lnTo>
                    <a:pt x="3894773" y="2854482"/>
                  </a:lnTo>
                  <a:lnTo>
                    <a:pt x="3850005" y="2856989"/>
                  </a:lnTo>
                  <a:lnTo>
                    <a:pt x="3805237" y="2859583"/>
                  </a:lnTo>
                  <a:lnTo>
                    <a:pt x="3760470" y="2862260"/>
                  </a:lnTo>
                  <a:lnTo>
                    <a:pt x="3715703" y="2865017"/>
                  </a:lnTo>
                  <a:lnTo>
                    <a:pt x="3670935" y="2867851"/>
                  </a:lnTo>
                  <a:lnTo>
                    <a:pt x="3626168" y="2870757"/>
                  </a:lnTo>
                  <a:lnTo>
                    <a:pt x="3581400" y="2873731"/>
                  </a:lnTo>
                  <a:lnTo>
                    <a:pt x="3536633" y="2876769"/>
                  </a:lnTo>
                  <a:lnTo>
                    <a:pt x="3491865" y="2879866"/>
                  </a:lnTo>
                  <a:lnTo>
                    <a:pt x="3447098" y="2883016"/>
                  </a:lnTo>
                  <a:lnTo>
                    <a:pt x="3402330" y="2886214"/>
                  </a:lnTo>
                  <a:lnTo>
                    <a:pt x="3357563" y="2889455"/>
                  </a:lnTo>
                  <a:lnTo>
                    <a:pt x="3312795" y="2892734"/>
                  </a:lnTo>
                  <a:lnTo>
                    <a:pt x="3268028" y="2896044"/>
                  </a:lnTo>
                  <a:lnTo>
                    <a:pt x="3223260" y="2899381"/>
                  </a:lnTo>
                  <a:lnTo>
                    <a:pt x="3178493" y="2902740"/>
                  </a:lnTo>
                  <a:lnTo>
                    <a:pt x="3133725" y="2906114"/>
                  </a:lnTo>
                  <a:lnTo>
                    <a:pt x="3088958" y="2909499"/>
                  </a:lnTo>
                  <a:lnTo>
                    <a:pt x="3044190" y="2912890"/>
                  </a:lnTo>
                  <a:lnTo>
                    <a:pt x="2999423" y="2916283"/>
                  </a:lnTo>
                  <a:lnTo>
                    <a:pt x="2954655" y="2919672"/>
                  </a:lnTo>
                  <a:lnTo>
                    <a:pt x="2909887" y="2923055"/>
                  </a:lnTo>
                  <a:lnTo>
                    <a:pt x="2865120" y="2926427"/>
                  </a:lnTo>
                  <a:lnTo>
                    <a:pt x="2820353" y="2929786"/>
                  </a:lnTo>
                  <a:lnTo>
                    <a:pt x="2775585" y="2933128"/>
                  </a:lnTo>
                  <a:lnTo>
                    <a:pt x="2730818" y="2936452"/>
                  </a:lnTo>
                  <a:lnTo>
                    <a:pt x="2686050" y="2939755"/>
                  </a:lnTo>
                  <a:lnTo>
                    <a:pt x="2641283" y="2943035"/>
                  </a:lnTo>
                  <a:lnTo>
                    <a:pt x="2596515" y="2946292"/>
                  </a:lnTo>
                  <a:lnTo>
                    <a:pt x="2551748" y="2949525"/>
                  </a:lnTo>
                  <a:lnTo>
                    <a:pt x="2506980" y="2952733"/>
                  </a:lnTo>
                  <a:lnTo>
                    <a:pt x="2462213" y="2955917"/>
                  </a:lnTo>
                  <a:lnTo>
                    <a:pt x="2417445" y="2959077"/>
                  </a:lnTo>
                  <a:lnTo>
                    <a:pt x="2372678" y="2962215"/>
                  </a:lnTo>
                  <a:lnTo>
                    <a:pt x="2327910" y="2965331"/>
                  </a:lnTo>
                  <a:lnTo>
                    <a:pt x="2283143" y="2968428"/>
                  </a:lnTo>
                  <a:lnTo>
                    <a:pt x="2238375" y="2971506"/>
                  </a:lnTo>
                  <a:lnTo>
                    <a:pt x="2193608" y="2974569"/>
                  </a:lnTo>
                  <a:lnTo>
                    <a:pt x="2148840" y="2977616"/>
                  </a:lnTo>
                  <a:lnTo>
                    <a:pt x="2104073" y="2980652"/>
                  </a:lnTo>
                  <a:lnTo>
                    <a:pt x="2059305" y="2983678"/>
                  </a:lnTo>
                  <a:lnTo>
                    <a:pt x="2014538" y="2986696"/>
                  </a:lnTo>
                  <a:lnTo>
                    <a:pt x="1969770" y="2989708"/>
                  </a:lnTo>
                  <a:lnTo>
                    <a:pt x="1925002" y="2992718"/>
                  </a:lnTo>
                  <a:lnTo>
                    <a:pt x="1880235" y="2995726"/>
                  </a:lnTo>
                  <a:lnTo>
                    <a:pt x="1835468" y="2998735"/>
                  </a:lnTo>
                  <a:lnTo>
                    <a:pt x="1790700" y="3001746"/>
                  </a:lnTo>
                  <a:lnTo>
                    <a:pt x="1745932" y="3004760"/>
                  </a:lnTo>
                  <a:lnTo>
                    <a:pt x="1701165" y="3007779"/>
                  </a:lnTo>
                  <a:lnTo>
                    <a:pt x="1656398" y="3010803"/>
                  </a:lnTo>
                  <a:lnTo>
                    <a:pt x="1611630" y="3013831"/>
                  </a:lnTo>
                  <a:lnTo>
                    <a:pt x="1566863" y="3016865"/>
                  </a:lnTo>
                  <a:lnTo>
                    <a:pt x="1522095" y="3019903"/>
                  </a:lnTo>
                  <a:lnTo>
                    <a:pt x="1477328" y="3022945"/>
                  </a:lnTo>
                  <a:lnTo>
                    <a:pt x="1432560" y="3025989"/>
                  </a:lnTo>
                  <a:lnTo>
                    <a:pt x="1387793" y="3029035"/>
                  </a:lnTo>
                  <a:lnTo>
                    <a:pt x="1343025" y="3032080"/>
                  </a:lnTo>
                  <a:lnTo>
                    <a:pt x="1298258" y="3035121"/>
                  </a:lnTo>
                  <a:lnTo>
                    <a:pt x="1253490" y="3038157"/>
                  </a:lnTo>
                  <a:lnTo>
                    <a:pt x="1208723" y="3041184"/>
                  </a:lnTo>
                  <a:lnTo>
                    <a:pt x="1163955" y="3044198"/>
                  </a:lnTo>
                  <a:lnTo>
                    <a:pt x="1119188" y="3047196"/>
                  </a:lnTo>
                  <a:lnTo>
                    <a:pt x="1074420" y="3050174"/>
                  </a:lnTo>
                  <a:lnTo>
                    <a:pt x="1029653" y="3053129"/>
                  </a:lnTo>
                  <a:lnTo>
                    <a:pt x="984885" y="3056056"/>
                  </a:lnTo>
                  <a:lnTo>
                    <a:pt x="940118" y="3058950"/>
                  </a:lnTo>
                  <a:lnTo>
                    <a:pt x="895350" y="3061809"/>
                  </a:lnTo>
                  <a:lnTo>
                    <a:pt x="850583" y="3064626"/>
                  </a:lnTo>
                  <a:lnTo>
                    <a:pt x="805815" y="3067398"/>
                  </a:lnTo>
                  <a:lnTo>
                    <a:pt x="761048" y="3070121"/>
                  </a:lnTo>
                  <a:lnTo>
                    <a:pt x="716280" y="3072791"/>
                  </a:lnTo>
                  <a:lnTo>
                    <a:pt x="671513" y="3075403"/>
                  </a:lnTo>
                  <a:lnTo>
                    <a:pt x="626745" y="3077954"/>
                  </a:lnTo>
                  <a:lnTo>
                    <a:pt x="581978" y="3080440"/>
                  </a:lnTo>
                  <a:lnTo>
                    <a:pt x="537210" y="3082858"/>
                  </a:lnTo>
                  <a:lnTo>
                    <a:pt x="492443" y="3085205"/>
                  </a:lnTo>
                  <a:lnTo>
                    <a:pt x="447675" y="3087478"/>
                  </a:lnTo>
                  <a:lnTo>
                    <a:pt x="402908" y="3089674"/>
                  </a:lnTo>
                  <a:lnTo>
                    <a:pt x="358140" y="3091792"/>
                  </a:lnTo>
                  <a:lnTo>
                    <a:pt x="313373" y="3093830"/>
                  </a:lnTo>
                  <a:lnTo>
                    <a:pt x="268605" y="3095787"/>
                  </a:lnTo>
                  <a:lnTo>
                    <a:pt x="223838" y="3097661"/>
                  </a:lnTo>
                  <a:lnTo>
                    <a:pt x="179070" y="3099453"/>
                  </a:lnTo>
                  <a:lnTo>
                    <a:pt x="134303" y="3101160"/>
                  </a:lnTo>
                  <a:lnTo>
                    <a:pt x="89535" y="3102785"/>
                  </a:lnTo>
                  <a:lnTo>
                    <a:pt x="44768" y="3104326"/>
                  </a:lnTo>
                  <a:lnTo>
                    <a:pt x="0" y="3105786"/>
                  </a:lnTo>
                  <a:close/>
                </a:path>
              </a:pathLst>
            </a:custGeom>
            <a:solidFill>
              <a:srgbClr val="070154"/>
            </a:solidFill>
            <a:ln>
              <a:noFill/>
            </a:ln>
          </p:spPr>
        </p:sp>
        <p:sp>
          <p:nvSpPr>
            <p:cNvPr id="9" name="node01.series.source-003"/>
            <p:cNvSpPr/>
            <p:nvPr/>
          </p:nvSpPr>
          <p:spPr>
            <a:xfrm>
              <a:off x="723900" y="1600200"/>
              <a:ext cx="10744200" cy="3429000"/>
            </a:xfrm>
            <a:custGeom>
              <a:avLst/>
              <a:gdLst/>
              <a:ahLst/>
              <a:cxnLst/>
              <a:rect l="l" t="t" r="r" b="b"/>
              <a:pathLst>
                <a:path w="10744200" h="3429000">
                  <a:moveTo>
                    <a:pt x="0" y="2729754"/>
                  </a:moveTo>
                  <a:lnTo>
                    <a:pt x="44768" y="2721963"/>
                  </a:lnTo>
                  <a:lnTo>
                    <a:pt x="89535" y="2713654"/>
                  </a:lnTo>
                  <a:lnTo>
                    <a:pt x="134303" y="2704810"/>
                  </a:lnTo>
                  <a:lnTo>
                    <a:pt x="179070" y="2695411"/>
                  </a:lnTo>
                  <a:lnTo>
                    <a:pt x="223838" y="2685440"/>
                  </a:lnTo>
                  <a:lnTo>
                    <a:pt x="268605" y="2674878"/>
                  </a:lnTo>
                  <a:lnTo>
                    <a:pt x="313373" y="2663708"/>
                  </a:lnTo>
                  <a:lnTo>
                    <a:pt x="358140" y="2651914"/>
                  </a:lnTo>
                  <a:lnTo>
                    <a:pt x="402908" y="2639481"/>
                  </a:lnTo>
                  <a:lnTo>
                    <a:pt x="447675" y="2626394"/>
                  </a:lnTo>
                  <a:lnTo>
                    <a:pt x="492443" y="2612641"/>
                  </a:lnTo>
                  <a:lnTo>
                    <a:pt x="537210" y="2598209"/>
                  </a:lnTo>
                  <a:lnTo>
                    <a:pt x="581978" y="2583088"/>
                  </a:lnTo>
                  <a:lnTo>
                    <a:pt x="626745" y="2567267"/>
                  </a:lnTo>
                  <a:lnTo>
                    <a:pt x="671513" y="2550738"/>
                  </a:lnTo>
                  <a:lnTo>
                    <a:pt x="716280" y="2533495"/>
                  </a:lnTo>
                  <a:lnTo>
                    <a:pt x="761048" y="2515532"/>
                  </a:lnTo>
                  <a:lnTo>
                    <a:pt x="805815" y="2496845"/>
                  </a:lnTo>
                  <a:lnTo>
                    <a:pt x="850583" y="2477434"/>
                  </a:lnTo>
                  <a:lnTo>
                    <a:pt x="895350" y="2457301"/>
                  </a:lnTo>
                  <a:lnTo>
                    <a:pt x="940118" y="2436450"/>
                  </a:lnTo>
                  <a:lnTo>
                    <a:pt x="984885" y="2414883"/>
                  </a:lnTo>
                  <a:lnTo>
                    <a:pt x="1029653" y="2392610"/>
                  </a:lnTo>
                  <a:lnTo>
                    <a:pt x="1074420" y="2369638"/>
                  </a:lnTo>
                  <a:lnTo>
                    <a:pt x="1119188" y="2345979"/>
                  </a:lnTo>
                  <a:lnTo>
                    <a:pt x="1163955" y="2321646"/>
                  </a:lnTo>
                  <a:lnTo>
                    <a:pt x="1208723" y="2296655"/>
                  </a:lnTo>
                  <a:lnTo>
                    <a:pt x="1253490" y="2271022"/>
                  </a:lnTo>
                  <a:lnTo>
                    <a:pt x="1298258" y="2244768"/>
                  </a:lnTo>
                  <a:lnTo>
                    <a:pt x="1343025" y="2217916"/>
                  </a:lnTo>
                  <a:lnTo>
                    <a:pt x="1387793" y="2190490"/>
                  </a:lnTo>
                  <a:lnTo>
                    <a:pt x="1432560" y="2162516"/>
                  </a:lnTo>
                  <a:lnTo>
                    <a:pt x="1477328" y="2134022"/>
                  </a:lnTo>
                  <a:lnTo>
                    <a:pt x="1522095" y="2105037"/>
                  </a:lnTo>
                  <a:lnTo>
                    <a:pt x="1566863" y="2075593"/>
                  </a:lnTo>
                  <a:lnTo>
                    <a:pt x="1611630" y="2045723"/>
                  </a:lnTo>
                  <a:lnTo>
                    <a:pt x="1656398" y="2015461"/>
                  </a:lnTo>
                  <a:lnTo>
                    <a:pt x="1701165" y="1984843"/>
                  </a:lnTo>
                  <a:lnTo>
                    <a:pt x="1745932" y="1953906"/>
                  </a:lnTo>
                  <a:lnTo>
                    <a:pt x="1790700" y="1922688"/>
                  </a:lnTo>
                  <a:lnTo>
                    <a:pt x="1835468" y="1891229"/>
                  </a:lnTo>
                  <a:lnTo>
                    <a:pt x="1880235" y="1859567"/>
                  </a:lnTo>
                  <a:lnTo>
                    <a:pt x="1925002" y="1827744"/>
                  </a:lnTo>
                  <a:lnTo>
                    <a:pt x="1969770" y="1795800"/>
                  </a:lnTo>
                  <a:lnTo>
                    <a:pt x="2014538" y="1763775"/>
                  </a:lnTo>
                  <a:lnTo>
                    <a:pt x="2059305" y="1731710"/>
                  </a:lnTo>
                  <a:lnTo>
                    <a:pt x="2104073" y="1699647"/>
                  </a:lnTo>
                  <a:lnTo>
                    <a:pt x="2148840" y="1667625"/>
                  </a:lnTo>
                  <a:lnTo>
                    <a:pt x="2193608" y="1635685"/>
                  </a:lnTo>
                  <a:lnTo>
                    <a:pt x="2238375" y="1603867"/>
                  </a:lnTo>
                  <a:lnTo>
                    <a:pt x="2283143" y="1572211"/>
                  </a:lnTo>
                  <a:lnTo>
                    <a:pt x="2327910" y="1540754"/>
                  </a:lnTo>
                  <a:lnTo>
                    <a:pt x="2372678" y="1509536"/>
                  </a:lnTo>
                  <a:lnTo>
                    <a:pt x="2417445" y="1478592"/>
                  </a:lnTo>
                  <a:lnTo>
                    <a:pt x="2462213" y="1447958"/>
                  </a:lnTo>
                  <a:lnTo>
                    <a:pt x="2506980" y="1417667"/>
                  </a:lnTo>
                  <a:lnTo>
                    <a:pt x="2551748" y="1387751"/>
                  </a:lnTo>
                  <a:lnTo>
                    <a:pt x="2596515" y="1358241"/>
                  </a:lnTo>
                  <a:lnTo>
                    <a:pt x="2641283" y="1329165"/>
                  </a:lnTo>
                  <a:lnTo>
                    <a:pt x="2686050" y="1300550"/>
                  </a:lnTo>
                  <a:lnTo>
                    <a:pt x="2730818" y="1272421"/>
                  </a:lnTo>
                  <a:lnTo>
                    <a:pt x="2775585" y="1244802"/>
                  </a:lnTo>
                  <a:lnTo>
                    <a:pt x="2820353" y="1217715"/>
                  </a:lnTo>
                  <a:lnTo>
                    <a:pt x="2865120" y="1191180"/>
                  </a:lnTo>
                  <a:lnTo>
                    <a:pt x="2909887" y="1165214"/>
                  </a:lnTo>
                  <a:lnTo>
                    <a:pt x="2954655" y="1139833"/>
                  </a:lnTo>
                  <a:lnTo>
                    <a:pt x="2999423" y="1115051"/>
                  </a:lnTo>
                  <a:lnTo>
                    <a:pt x="3044190" y="1090880"/>
                  </a:lnTo>
                  <a:lnTo>
                    <a:pt x="3088958" y="1067330"/>
                  </a:lnTo>
                  <a:lnTo>
                    <a:pt x="3133725" y="1044408"/>
                  </a:lnTo>
                  <a:lnTo>
                    <a:pt x="3178493" y="1022118"/>
                  </a:lnTo>
                  <a:lnTo>
                    <a:pt x="3223260" y="1000466"/>
                  </a:lnTo>
                  <a:lnTo>
                    <a:pt x="3268028" y="979455"/>
                  </a:lnTo>
                  <a:lnTo>
                    <a:pt x="3312795" y="959084"/>
                  </a:lnTo>
                  <a:lnTo>
                    <a:pt x="3357563" y="939352"/>
                  </a:lnTo>
                  <a:lnTo>
                    <a:pt x="3402330" y="920253"/>
                  </a:lnTo>
                  <a:lnTo>
                    <a:pt x="3447098" y="901782"/>
                  </a:lnTo>
                  <a:lnTo>
                    <a:pt x="3491865" y="883931"/>
                  </a:lnTo>
                  <a:lnTo>
                    <a:pt x="3536633" y="866690"/>
                  </a:lnTo>
                  <a:lnTo>
                    <a:pt x="3581400" y="850050"/>
                  </a:lnTo>
                  <a:lnTo>
                    <a:pt x="3626168" y="833997"/>
                  </a:lnTo>
                  <a:lnTo>
                    <a:pt x="3670935" y="818519"/>
                  </a:lnTo>
                  <a:lnTo>
                    <a:pt x="3715703" y="803602"/>
                  </a:lnTo>
                  <a:lnTo>
                    <a:pt x="3760470" y="789231"/>
                  </a:lnTo>
                  <a:lnTo>
                    <a:pt x="3805237" y="775386"/>
                  </a:lnTo>
                  <a:lnTo>
                    <a:pt x="3850005" y="762051"/>
                  </a:lnTo>
                  <a:lnTo>
                    <a:pt x="3894773" y="749205"/>
                  </a:lnTo>
                  <a:lnTo>
                    <a:pt x="3939540" y="736829"/>
                  </a:lnTo>
                  <a:lnTo>
                    <a:pt x="3984308" y="724900"/>
                  </a:lnTo>
                  <a:lnTo>
                    <a:pt x="4029075" y="713399"/>
                  </a:lnTo>
                  <a:lnTo>
                    <a:pt x="4073843" y="702305"/>
                  </a:lnTo>
                  <a:lnTo>
                    <a:pt x="4118610" y="691594"/>
                  </a:lnTo>
                  <a:lnTo>
                    <a:pt x="4163377" y="681245"/>
                  </a:lnTo>
                  <a:lnTo>
                    <a:pt x="4208145" y="671235"/>
                  </a:lnTo>
                  <a:lnTo>
                    <a:pt x="4252913" y="661541"/>
                  </a:lnTo>
                  <a:lnTo>
                    <a:pt x="4297680" y="652139"/>
                  </a:lnTo>
                  <a:lnTo>
                    <a:pt x="4342448" y="643008"/>
                  </a:lnTo>
                  <a:lnTo>
                    <a:pt x="4387215" y="634124"/>
                  </a:lnTo>
                  <a:lnTo>
                    <a:pt x="4431983" y="625466"/>
                  </a:lnTo>
                  <a:lnTo>
                    <a:pt x="4476750" y="617012"/>
                  </a:lnTo>
                  <a:lnTo>
                    <a:pt x="4521518" y="608740"/>
                  </a:lnTo>
                  <a:lnTo>
                    <a:pt x="4566285" y="600632"/>
                  </a:lnTo>
                  <a:lnTo>
                    <a:pt x="4611053" y="592666"/>
                  </a:lnTo>
                  <a:lnTo>
                    <a:pt x="4655820" y="584824"/>
                  </a:lnTo>
                  <a:lnTo>
                    <a:pt x="4700588" y="577090"/>
                  </a:lnTo>
                  <a:lnTo>
                    <a:pt x="4745355" y="569446"/>
                  </a:lnTo>
                  <a:lnTo>
                    <a:pt x="4790123" y="561877"/>
                  </a:lnTo>
                  <a:lnTo>
                    <a:pt x="4834890" y="554370"/>
                  </a:lnTo>
                  <a:lnTo>
                    <a:pt x="4879658" y="546913"/>
                  </a:lnTo>
                  <a:lnTo>
                    <a:pt x="4924425" y="539494"/>
                  </a:lnTo>
                  <a:lnTo>
                    <a:pt x="4969193" y="532103"/>
                  </a:lnTo>
                  <a:lnTo>
                    <a:pt x="5013960" y="524734"/>
                  </a:lnTo>
                  <a:lnTo>
                    <a:pt x="5058728" y="517378"/>
                  </a:lnTo>
                  <a:lnTo>
                    <a:pt x="5103495" y="510031"/>
                  </a:lnTo>
                  <a:lnTo>
                    <a:pt x="5148263" y="502690"/>
                  </a:lnTo>
                  <a:lnTo>
                    <a:pt x="5193030" y="495352"/>
                  </a:lnTo>
                  <a:lnTo>
                    <a:pt x="5237798" y="488020"/>
                  </a:lnTo>
                  <a:lnTo>
                    <a:pt x="5282565" y="480693"/>
                  </a:lnTo>
                  <a:lnTo>
                    <a:pt x="5327333" y="473375"/>
                  </a:lnTo>
                  <a:lnTo>
                    <a:pt x="5372100" y="466070"/>
                  </a:lnTo>
                  <a:lnTo>
                    <a:pt x="5416868" y="458785"/>
                  </a:lnTo>
                  <a:lnTo>
                    <a:pt x="5461635" y="451525"/>
                  </a:lnTo>
                  <a:lnTo>
                    <a:pt x="5506403" y="444295"/>
                  </a:lnTo>
                  <a:lnTo>
                    <a:pt x="5551170" y="437106"/>
                  </a:lnTo>
                  <a:lnTo>
                    <a:pt x="5595938" y="429967"/>
                  </a:lnTo>
                  <a:lnTo>
                    <a:pt x="5640705" y="422888"/>
                  </a:lnTo>
                  <a:lnTo>
                    <a:pt x="5685473" y="415881"/>
                  </a:lnTo>
                  <a:lnTo>
                    <a:pt x="5730240" y="408957"/>
                  </a:lnTo>
                  <a:lnTo>
                    <a:pt x="5775008" y="402127"/>
                  </a:lnTo>
                  <a:lnTo>
                    <a:pt x="5819775" y="395403"/>
                  </a:lnTo>
                  <a:lnTo>
                    <a:pt x="5864543" y="388796"/>
                  </a:lnTo>
                  <a:lnTo>
                    <a:pt x="5909310" y="382319"/>
                  </a:lnTo>
                  <a:lnTo>
                    <a:pt x="5954078" y="375980"/>
                  </a:lnTo>
                  <a:lnTo>
                    <a:pt x="5998845" y="369790"/>
                  </a:lnTo>
                  <a:lnTo>
                    <a:pt x="6043613" y="363761"/>
                  </a:lnTo>
                  <a:lnTo>
                    <a:pt x="6088380" y="357900"/>
                  </a:lnTo>
                  <a:lnTo>
                    <a:pt x="6133148" y="352216"/>
                  </a:lnTo>
                  <a:lnTo>
                    <a:pt x="6177915" y="346718"/>
                  </a:lnTo>
                  <a:lnTo>
                    <a:pt x="6222683" y="341412"/>
                  </a:lnTo>
                  <a:lnTo>
                    <a:pt x="6267450" y="336304"/>
                  </a:lnTo>
                  <a:lnTo>
                    <a:pt x="6312218" y="331399"/>
                  </a:lnTo>
                  <a:lnTo>
                    <a:pt x="6356985" y="326700"/>
                  </a:lnTo>
                  <a:lnTo>
                    <a:pt x="6401753" y="322210"/>
                  </a:lnTo>
                  <a:lnTo>
                    <a:pt x="6446520" y="317930"/>
                  </a:lnTo>
                  <a:lnTo>
                    <a:pt x="6491287" y="313861"/>
                  </a:lnTo>
                  <a:lnTo>
                    <a:pt x="6536055" y="310002"/>
                  </a:lnTo>
                  <a:lnTo>
                    <a:pt x="6580823" y="306353"/>
                  </a:lnTo>
                  <a:lnTo>
                    <a:pt x="6625590" y="302910"/>
                  </a:lnTo>
                  <a:lnTo>
                    <a:pt x="6670358" y="299672"/>
                  </a:lnTo>
                  <a:lnTo>
                    <a:pt x="6715125" y="296634"/>
                  </a:lnTo>
                  <a:lnTo>
                    <a:pt x="6759893" y="293792"/>
                  </a:lnTo>
                  <a:lnTo>
                    <a:pt x="6804660" y="291139"/>
                  </a:lnTo>
                  <a:lnTo>
                    <a:pt x="6849427" y="288670"/>
                  </a:lnTo>
                  <a:lnTo>
                    <a:pt x="6894195" y="286378"/>
                  </a:lnTo>
                  <a:lnTo>
                    <a:pt x="6938963" y="284256"/>
                  </a:lnTo>
                  <a:lnTo>
                    <a:pt x="6983730" y="282297"/>
                  </a:lnTo>
                  <a:lnTo>
                    <a:pt x="7028497" y="280494"/>
                  </a:lnTo>
                  <a:lnTo>
                    <a:pt x="7073265" y="278839"/>
                  </a:lnTo>
                  <a:lnTo>
                    <a:pt x="7118033" y="277324"/>
                  </a:lnTo>
                  <a:lnTo>
                    <a:pt x="7162800" y="275942"/>
                  </a:lnTo>
                  <a:lnTo>
                    <a:pt x="7207568" y="274684"/>
                  </a:lnTo>
                  <a:lnTo>
                    <a:pt x="7252335" y="273544"/>
                  </a:lnTo>
                  <a:lnTo>
                    <a:pt x="7297103" y="272514"/>
                  </a:lnTo>
                  <a:lnTo>
                    <a:pt x="7341870" y="271587"/>
                  </a:lnTo>
                  <a:lnTo>
                    <a:pt x="7386638" y="270755"/>
                  </a:lnTo>
                  <a:lnTo>
                    <a:pt x="7431405" y="270011"/>
                  </a:lnTo>
                  <a:lnTo>
                    <a:pt x="7476173" y="269349"/>
                  </a:lnTo>
                  <a:lnTo>
                    <a:pt x="7520940" y="268761"/>
                  </a:lnTo>
                  <a:lnTo>
                    <a:pt x="7565708" y="268242"/>
                  </a:lnTo>
                  <a:lnTo>
                    <a:pt x="7610475" y="267785"/>
                  </a:lnTo>
                  <a:lnTo>
                    <a:pt x="7655242" y="267384"/>
                  </a:lnTo>
                  <a:lnTo>
                    <a:pt x="7700010" y="267035"/>
                  </a:lnTo>
                  <a:lnTo>
                    <a:pt x="7744778" y="266733"/>
                  </a:lnTo>
                  <a:lnTo>
                    <a:pt x="7789545" y="266473"/>
                  </a:lnTo>
                  <a:lnTo>
                    <a:pt x="7834313" y="266252"/>
                  </a:lnTo>
                  <a:lnTo>
                    <a:pt x="7879080" y="266064"/>
                  </a:lnTo>
                  <a:lnTo>
                    <a:pt x="7923848" y="265906"/>
                  </a:lnTo>
                  <a:lnTo>
                    <a:pt x="7968615" y="265775"/>
                  </a:lnTo>
                  <a:lnTo>
                    <a:pt x="8013383" y="265667"/>
                  </a:lnTo>
                  <a:lnTo>
                    <a:pt x="8058150" y="265580"/>
                  </a:lnTo>
                  <a:lnTo>
                    <a:pt x="8102918" y="265511"/>
                  </a:lnTo>
                  <a:lnTo>
                    <a:pt x="8147685" y="265458"/>
                  </a:lnTo>
                  <a:lnTo>
                    <a:pt x="8192453" y="265417"/>
                  </a:lnTo>
                  <a:lnTo>
                    <a:pt x="8237220" y="265388"/>
                  </a:lnTo>
                  <a:lnTo>
                    <a:pt x="8281987" y="265367"/>
                  </a:lnTo>
                  <a:lnTo>
                    <a:pt x="8326755" y="265355"/>
                  </a:lnTo>
                  <a:lnTo>
                    <a:pt x="8371522" y="265350"/>
                  </a:lnTo>
                  <a:lnTo>
                    <a:pt x="8416290" y="265349"/>
                  </a:lnTo>
                  <a:lnTo>
                    <a:pt x="8461058" y="265353"/>
                  </a:lnTo>
                  <a:lnTo>
                    <a:pt x="8505825" y="265361"/>
                  </a:lnTo>
                  <a:lnTo>
                    <a:pt x="8550593" y="265371"/>
                  </a:lnTo>
                  <a:lnTo>
                    <a:pt x="8595360" y="265382"/>
                  </a:lnTo>
                  <a:lnTo>
                    <a:pt x="8640128" y="265394"/>
                  </a:lnTo>
                  <a:lnTo>
                    <a:pt x="8684895" y="265404"/>
                  </a:lnTo>
                  <a:lnTo>
                    <a:pt x="8729663" y="265414"/>
                  </a:lnTo>
                  <a:lnTo>
                    <a:pt x="8774430" y="265423"/>
                  </a:lnTo>
                  <a:lnTo>
                    <a:pt x="8819198" y="265430"/>
                  </a:lnTo>
                  <a:lnTo>
                    <a:pt x="8863965" y="265437"/>
                  </a:lnTo>
                  <a:lnTo>
                    <a:pt x="8908733" y="265441"/>
                  </a:lnTo>
                  <a:lnTo>
                    <a:pt x="8953500" y="265445"/>
                  </a:lnTo>
                  <a:lnTo>
                    <a:pt x="8998268" y="265446"/>
                  </a:lnTo>
                  <a:lnTo>
                    <a:pt x="9043035" y="265446"/>
                  </a:lnTo>
                  <a:lnTo>
                    <a:pt x="9087803" y="265445"/>
                  </a:lnTo>
                  <a:lnTo>
                    <a:pt x="9132570" y="265441"/>
                  </a:lnTo>
                  <a:lnTo>
                    <a:pt x="9177338" y="265437"/>
                  </a:lnTo>
                  <a:lnTo>
                    <a:pt x="9222105" y="265430"/>
                  </a:lnTo>
                  <a:lnTo>
                    <a:pt x="9266873" y="265422"/>
                  </a:lnTo>
                  <a:lnTo>
                    <a:pt x="9311640" y="265413"/>
                  </a:lnTo>
                  <a:lnTo>
                    <a:pt x="9356408" y="265403"/>
                  </a:lnTo>
                  <a:lnTo>
                    <a:pt x="9401175" y="265392"/>
                  </a:lnTo>
                  <a:lnTo>
                    <a:pt x="9445943" y="265379"/>
                  </a:lnTo>
                  <a:lnTo>
                    <a:pt x="9490710" y="265366"/>
                  </a:lnTo>
                  <a:lnTo>
                    <a:pt x="9535478" y="265353"/>
                  </a:lnTo>
                  <a:lnTo>
                    <a:pt x="9580245" y="265338"/>
                  </a:lnTo>
                  <a:lnTo>
                    <a:pt x="9625013" y="265324"/>
                  </a:lnTo>
                  <a:lnTo>
                    <a:pt x="9669780" y="265309"/>
                  </a:lnTo>
                  <a:lnTo>
                    <a:pt x="9714548" y="265293"/>
                  </a:lnTo>
                  <a:lnTo>
                    <a:pt x="9759315" y="265278"/>
                  </a:lnTo>
                  <a:lnTo>
                    <a:pt x="9804083" y="265263"/>
                  </a:lnTo>
                  <a:lnTo>
                    <a:pt x="9848850" y="265248"/>
                  </a:lnTo>
                  <a:lnTo>
                    <a:pt x="9893618" y="265234"/>
                  </a:lnTo>
                  <a:lnTo>
                    <a:pt x="9938385" y="265219"/>
                  </a:lnTo>
                  <a:lnTo>
                    <a:pt x="9983153" y="265206"/>
                  </a:lnTo>
                  <a:lnTo>
                    <a:pt x="10027920" y="265192"/>
                  </a:lnTo>
                  <a:lnTo>
                    <a:pt x="10072688" y="265180"/>
                  </a:lnTo>
                  <a:lnTo>
                    <a:pt x="10117455" y="265168"/>
                  </a:lnTo>
                  <a:lnTo>
                    <a:pt x="10162223" y="265157"/>
                  </a:lnTo>
                  <a:lnTo>
                    <a:pt x="10206990" y="265147"/>
                  </a:lnTo>
                  <a:lnTo>
                    <a:pt x="10251758" y="265138"/>
                  </a:lnTo>
                  <a:lnTo>
                    <a:pt x="10296525" y="265130"/>
                  </a:lnTo>
                  <a:lnTo>
                    <a:pt x="10341293" y="265122"/>
                  </a:lnTo>
                  <a:lnTo>
                    <a:pt x="10386060" y="265116"/>
                  </a:lnTo>
                  <a:lnTo>
                    <a:pt x="10430828" y="265112"/>
                  </a:lnTo>
                  <a:lnTo>
                    <a:pt x="10475595" y="265108"/>
                  </a:lnTo>
                  <a:lnTo>
                    <a:pt x="10520363" y="265105"/>
                  </a:lnTo>
                  <a:lnTo>
                    <a:pt x="10565130" y="265104"/>
                  </a:lnTo>
                  <a:lnTo>
                    <a:pt x="10609898" y="265104"/>
                  </a:lnTo>
                  <a:lnTo>
                    <a:pt x="10654665" y="265105"/>
                  </a:lnTo>
                  <a:lnTo>
                    <a:pt x="10699433" y="265107"/>
                  </a:lnTo>
                  <a:lnTo>
                    <a:pt x="10744200" y="265109"/>
                  </a:lnTo>
                  <a:lnTo>
                    <a:pt x="10744200" y="2862099"/>
                  </a:lnTo>
                  <a:lnTo>
                    <a:pt x="10699433" y="2857318"/>
                  </a:lnTo>
                  <a:lnTo>
                    <a:pt x="10654665" y="2852269"/>
                  </a:lnTo>
                  <a:lnTo>
                    <a:pt x="10609898" y="2846949"/>
                  </a:lnTo>
                  <a:lnTo>
                    <a:pt x="10565130" y="2841355"/>
                  </a:lnTo>
                  <a:lnTo>
                    <a:pt x="10520363" y="2835487"/>
                  </a:lnTo>
                  <a:lnTo>
                    <a:pt x="10475595" y="2829343"/>
                  </a:lnTo>
                  <a:lnTo>
                    <a:pt x="10430828" y="2822924"/>
                  </a:lnTo>
                  <a:lnTo>
                    <a:pt x="10386060" y="2816231"/>
                  </a:lnTo>
                  <a:lnTo>
                    <a:pt x="10341293" y="2809264"/>
                  </a:lnTo>
                  <a:lnTo>
                    <a:pt x="10296525" y="2802025"/>
                  </a:lnTo>
                  <a:lnTo>
                    <a:pt x="10251758" y="2794514"/>
                  </a:lnTo>
                  <a:lnTo>
                    <a:pt x="10206990" y="2786733"/>
                  </a:lnTo>
                  <a:lnTo>
                    <a:pt x="10162223" y="2778687"/>
                  </a:lnTo>
                  <a:lnTo>
                    <a:pt x="10117455" y="2770377"/>
                  </a:lnTo>
                  <a:lnTo>
                    <a:pt x="10072688" y="2761806"/>
                  </a:lnTo>
                  <a:lnTo>
                    <a:pt x="10027920" y="2752977"/>
                  </a:lnTo>
                  <a:lnTo>
                    <a:pt x="9983153" y="2743892"/>
                  </a:lnTo>
                  <a:lnTo>
                    <a:pt x="9938385" y="2734552"/>
                  </a:lnTo>
                  <a:lnTo>
                    <a:pt x="9893618" y="2724959"/>
                  </a:lnTo>
                  <a:lnTo>
                    <a:pt x="9848850" y="2715114"/>
                  </a:lnTo>
                  <a:lnTo>
                    <a:pt x="9804083" y="2705015"/>
                  </a:lnTo>
                  <a:lnTo>
                    <a:pt x="9759315" y="2694660"/>
                  </a:lnTo>
                  <a:lnTo>
                    <a:pt x="9714548" y="2684048"/>
                  </a:lnTo>
                  <a:lnTo>
                    <a:pt x="9669780" y="2673172"/>
                  </a:lnTo>
                  <a:lnTo>
                    <a:pt x="9625013" y="2662029"/>
                  </a:lnTo>
                  <a:lnTo>
                    <a:pt x="9580245" y="2650609"/>
                  </a:lnTo>
                  <a:lnTo>
                    <a:pt x="9535478" y="2638905"/>
                  </a:lnTo>
                  <a:lnTo>
                    <a:pt x="9490710" y="2626906"/>
                  </a:lnTo>
                  <a:lnTo>
                    <a:pt x="9445943" y="2614599"/>
                  </a:lnTo>
                  <a:lnTo>
                    <a:pt x="9401175" y="2601973"/>
                  </a:lnTo>
                  <a:lnTo>
                    <a:pt x="9356408" y="2589014"/>
                  </a:lnTo>
                  <a:lnTo>
                    <a:pt x="9311640" y="2575705"/>
                  </a:lnTo>
                  <a:lnTo>
                    <a:pt x="9266873" y="2562027"/>
                  </a:lnTo>
                  <a:lnTo>
                    <a:pt x="9222105" y="2547963"/>
                  </a:lnTo>
                  <a:lnTo>
                    <a:pt x="9177338" y="2533491"/>
                  </a:lnTo>
                  <a:lnTo>
                    <a:pt x="9132570" y="2518591"/>
                  </a:lnTo>
                  <a:lnTo>
                    <a:pt x="9087803" y="2503239"/>
                  </a:lnTo>
                  <a:lnTo>
                    <a:pt x="9043035" y="2487414"/>
                  </a:lnTo>
                  <a:lnTo>
                    <a:pt x="8998268" y="2471093"/>
                  </a:lnTo>
                  <a:lnTo>
                    <a:pt x="8953500" y="2454259"/>
                  </a:lnTo>
                  <a:lnTo>
                    <a:pt x="8908733" y="2436890"/>
                  </a:lnTo>
                  <a:lnTo>
                    <a:pt x="8863965" y="2418965"/>
                  </a:lnTo>
                  <a:lnTo>
                    <a:pt x="8819198" y="2400465"/>
                  </a:lnTo>
                  <a:lnTo>
                    <a:pt x="8774430" y="2381371"/>
                  </a:lnTo>
                  <a:lnTo>
                    <a:pt x="8729663" y="2361667"/>
                  </a:lnTo>
                  <a:lnTo>
                    <a:pt x="8684895" y="2341337"/>
                  </a:lnTo>
                  <a:lnTo>
                    <a:pt x="8640128" y="2320371"/>
                  </a:lnTo>
                  <a:lnTo>
                    <a:pt x="8595360" y="2298757"/>
                  </a:lnTo>
                  <a:lnTo>
                    <a:pt x="8550593" y="2276488"/>
                  </a:lnTo>
                  <a:lnTo>
                    <a:pt x="8505825" y="2253562"/>
                  </a:lnTo>
                  <a:lnTo>
                    <a:pt x="8461058" y="2229980"/>
                  </a:lnTo>
                  <a:lnTo>
                    <a:pt x="8416290" y="2205743"/>
                  </a:lnTo>
                  <a:lnTo>
                    <a:pt x="8371522" y="2180860"/>
                  </a:lnTo>
                  <a:lnTo>
                    <a:pt x="8326755" y="2155341"/>
                  </a:lnTo>
                  <a:lnTo>
                    <a:pt x="8281987" y="2129202"/>
                  </a:lnTo>
                  <a:lnTo>
                    <a:pt x="8237220" y="2102460"/>
                  </a:lnTo>
                  <a:lnTo>
                    <a:pt x="8192453" y="2075138"/>
                  </a:lnTo>
                  <a:lnTo>
                    <a:pt x="8147685" y="2047263"/>
                  </a:lnTo>
                  <a:lnTo>
                    <a:pt x="8102918" y="2018866"/>
                  </a:lnTo>
                  <a:lnTo>
                    <a:pt x="8058150" y="1989980"/>
                  </a:lnTo>
                  <a:lnTo>
                    <a:pt x="8013383" y="1960644"/>
                  </a:lnTo>
                  <a:lnTo>
                    <a:pt x="7968615" y="1930900"/>
                  </a:lnTo>
                  <a:lnTo>
                    <a:pt x="7923848" y="1900794"/>
                  </a:lnTo>
                  <a:lnTo>
                    <a:pt x="7879080" y="1870373"/>
                  </a:lnTo>
                  <a:lnTo>
                    <a:pt x="7834313" y="1839688"/>
                  </a:lnTo>
                  <a:lnTo>
                    <a:pt x="7789545" y="1808793"/>
                  </a:lnTo>
                  <a:lnTo>
                    <a:pt x="7744778" y="1777742"/>
                  </a:lnTo>
                  <a:lnTo>
                    <a:pt x="7700010" y="1746593"/>
                  </a:lnTo>
                  <a:lnTo>
                    <a:pt x="7655242" y="1715403"/>
                  </a:lnTo>
                  <a:lnTo>
                    <a:pt x="7610475" y="1684234"/>
                  </a:lnTo>
                  <a:lnTo>
                    <a:pt x="7565708" y="1653144"/>
                  </a:lnTo>
                  <a:lnTo>
                    <a:pt x="7520940" y="1622194"/>
                  </a:lnTo>
                  <a:lnTo>
                    <a:pt x="7476173" y="1591446"/>
                  </a:lnTo>
                  <a:lnTo>
                    <a:pt x="7431405" y="1560957"/>
                  </a:lnTo>
                  <a:lnTo>
                    <a:pt x="7386638" y="1530788"/>
                  </a:lnTo>
                  <a:lnTo>
                    <a:pt x="7341870" y="1500995"/>
                  </a:lnTo>
                  <a:lnTo>
                    <a:pt x="7297103" y="1471634"/>
                  </a:lnTo>
                  <a:lnTo>
                    <a:pt x="7252335" y="1442758"/>
                  </a:lnTo>
                  <a:lnTo>
                    <a:pt x="7207568" y="1414419"/>
                  </a:lnTo>
                  <a:lnTo>
                    <a:pt x="7162800" y="1386665"/>
                  </a:lnTo>
                  <a:lnTo>
                    <a:pt x="7118033" y="1359542"/>
                  </a:lnTo>
                  <a:lnTo>
                    <a:pt x="7073265" y="1333091"/>
                  </a:lnTo>
                  <a:lnTo>
                    <a:pt x="7028497" y="1307350"/>
                  </a:lnTo>
                  <a:lnTo>
                    <a:pt x="6983730" y="1282355"/>
                  </a:lnTo>
                  <a:lnTo>
                    <a:pt x="6938963" y="1258136"/>
                  </a:lnTo>
                  <a:lnTo>
                    <a:pt x="6894195" y="1234721"/>
                  </a:lnTo>
                  <a:lnTo>
                    <a:pt x="6849427" y="1212133"/>
                  </a:lnTo>
                  <a:lnTo>
                    <a:pt x="6804660" y="1190393"/>
                  </a:lnTo>
                  <a:lnTo>
                    <a:pt x="6759893" y="1169513"/>
                  </a:lnTo>
                  <a:lnTo>
                    <a:pt x="6715125" y="1149507"/>
                  </a:lnTo>
                  <a:lnTo>
                    <a:pt x="6670358" y="1130381"/>
                  </a:lnTo>
                  <a:lnTo>
                    <a:pt x="6625590" y="1112138"/>
                  </a:lnTo>
                  <a:lnTo>
                    <a:pt x="6580823" y="1094777"/>
                  </a:lnTo>
                  <a:lnTo>
                    <a:pt x="6536055" y="1078294"/>
                  </a:lnTo>
                  <a:lnTo>
                    <a:pt x="6491287" y="1062682"/>
                  </a:lnTo>
                  <a:lnTo>
                    <a:pt x="6446520" y="1047928"/>
                  </a:lnTo>
                  <a:lnTo>
                    <a:pt x="6401753" y="1034020"/>
                  </a:lnTo>
                  <a:lnTo>
                    <a:pt x="6356985" y="1020939"/>
                  </a:lnTo>
                  <a:lnTo>
                    <a:pt x="6312218" y="1008666"/>
                  </a:lnTo>
                  <a:lnTo>
                    <a:pt x="6267450" y="997180"/>
                  </a:lnTo>
                  <a:lnTo>
                    <a:pt x="6222683" y="986457"/>
                  </a:lnTo>
                  <a:lnTo>
                    <a:pt x="6177915" y="976471"/>
                  </a:lnTo>
                  <a:lnTo>
                    <a:pt x="6133148" y="967200"/>
                  </a:lnTo>
                  <a:lnTo>
                    <a:pt x="6088380" y="958615"/>
                  </a:lnTo>
                  <a:lnTo>
                    <a:pt x="6043613" y="950685"/>
                  </a:lnTo>
                  <a:lnTo>
                    <a:pt x="5998845" y="943380"/>
                  </a:lnTo>
                  <a:lnTo>
                    <a:pt x="5954078" y="936668"/>
                  </a:lnTo>
                  <a:lnTo>
                    <a:pt x="5909310" y="930520"/>
                  </a:lnTo>
                  <a:lnTo>
                    <a:pt x="5864543" y="924904"/>
                  </a:lnTo>
                  <a:lnTo>
                    <a:pt x="5819775" y="919791"/>
                  </a:lnTo>
                  <a:lnTo>
                    <a:pt x="5775008" y="915150"/>
                  </a:lnTo>
                  <a:lnTo>
                    <a:pt x="5730240" y="910954"/>
                  </a:lnTo>
                  <a:lnTo>
                    <a:pt x="5685473" y="907176"/>
                  </a:lnTo>
                  <a:lnTo>
                    <a:pt x="5640705" y="903788"/>
                  </a:lnTo>
                  <a:lnTo>
                    <a:pt x="5595938" y="900764"/>
                  </a:lnTo>
                  <a:lnTo>
                    <a:pt x="5551170" y="898080"/>
                  </a:lnTo>
                  <a:lnTo>
                    <a:pt x="5506403" y="895711"/>
                  </a:lnTo>
                  <a:lnTo>
                    <a:pt x="5461635" y="893636"/>
                  </a:lnTo>
                  <a:lnTo>
                    <a:pt x="5416868" y="891832"/>
                  </a:lnTo>
                  <a:lnTo>
                    <a:pt x="5372100" y="890287"/>
                  </a:lnTo>
                  <a:lnTo>
                    <a:pt x="5327333" y="888982"/>
                  </a:lnTo>
                  <a:lnTo>
                    <a:pt x="5282565" y="887903"/>
                  </a:lnTo>
                  <a:lnTo>
                    <a:pt x="5237798" y="887035"/>
                  </a:lnTo>
                  <a:lnTo>
                    <a:pt x="5193030" y="886369"/>
                  </a:lnTo>
                  <a:lnTo>
                    <a:pt x="5148263" y="885894"/>
                  </a:lnTo>
                  <a:lnTo>
                    <a:pt x="5103495" y="885602"/>
                  </a:lnTo>
                  <a:lnTo>
                    <a:pt x="5058728" y="885487"/>
                  </a:lnTo>
                  <a:lnTo>
                    <a:pt x="5013960" y="885543"/>
                  </a:lnTo>
                  <a:lnTo>
                    <a:pt x="4969193" y="885769"/>
                  </a:lnTo>
                  <a:lnTo>
                    <a:pt x="4924425" y="886166"/>
                  </a:lnTo>
                  <a:lnTo>
                    <a:pt x="4879658" y="886733"/>
                  </a:lnTo>
                  <a:lnTo>
                    <a:pt x="4834890" y="887473"/>
                  </a:lnTo>
                  <a:lnTo>
                    <a:pt x="4790123" y="888387"/>
                  </a:lnTo>
                  <a:lnTo>
                    <a:pt x="4745355" y="889481"/>
                  </a:lnTo>
                  <a:lnTo>
                    <a:pt x="4700588" y="890762"/>
                  </a:lnTo>
                  <a:lnTo>
                    <a:pt x="4655820" y="892240"/>
                  </a:lnTo>
                  <a:lnTo>
                    <a:pt x="4611053" y="893923"/>
                  </a:lnTo>
                  <a:lnTo>
                    <a:pt x="4566285" y="895824"/>
                  </a:lnTo>
                  <a:lnTo>
                    <a:pt x="4521518" y="897954"/>
                  </a:lnTo>
                  <a:lnTo>
                    <a:pt x="4476750" y="900328"/>
                  </a:lnTo>
                  <a:lnTo>
                    <a:pt x="4431983" y="902961"/>
                  </a:lnTo>
                  <a:lnTo>
                    <a:pt x="4387215" y="905869"/>
                  </a:lnTo>
                  <a:lnTo>
                    <a:pt x="4342448" y="909064"/>
                  </a:lnTo>
                  <a:lnTo>
                    <a:pt x="4297680" y="912564"/>
                  </a:lnTo>
                  <a:lnTo>
                    <a:pt x="4252913" y="916391"/>
                  </a:lnTo>
                  <a:lnTo>
                    <a:pt x="4208145" y="920563"/>
                  </a:lnTo>
                  <a:lnTo>
                    <a:pt x="4163377" y="925102"/>
                  </a:lnTo>
                  <a:lnTo>
                    <a:pt x="4118610" y="930030"/>
                  </a:lnTo>
                  <a:lnTo>
                    <a:pt x="4073843" y="935367"/>
                  </a:lnTo>
                  <a:lnTo>
                    <a:pt x="4029075" y="941136"/>
                  </a:lnTo>
                  <a:lnTo>
                    <a:pt x="3984308" y="947360"/>
                  </a:lnTo>
                  <a:lnTo>
                    <a:pt x="3939540" y="954061"/>
                  </a:lnTo>
                  <a:lnTo>
                    <a:pt x="3894773" y="961260"/>
                  </a:lnTo>
                  <a:lnTo>
                    <a:pt x="3850005" y="968980"/>
                  </a:lnTo>
                  <a:lnTo>
                    <a:pt x="3805237" y="977244"/>
                  </a:lnTo>
                  <a:lnTo>
                    <a:pt x="3760470" y="986073"/>
                  </a:lnTo>
                  <a:lnTo>
                    <a:pt x="3715703" y="995489"/>
                  </a:lnTo>
                  <a:lnTo>
                    <a:pt x="3670935" y="1005512"/>
                  </a:lnTo>
                  <a:lnTo>
                    <a:pt x="3626168" y="1016162"/>
                  </a:lnTo>
                  <a:lnTo>
                    <a:pt x="3581400" y="1027456"/>
                  </a:lnTo>
                  <a:lnTo>
                    <a:pt x="3536633" y="1039411"/>
                  </a:lnTo>
                  <a:lnTo>
                    <a:pt x="3491865" y="1052042"/>
                  </a:lnTo>
                  <a:lnTo>
                    <a:pt x="3447098" y="1065365"/>
                  </a:lnTo>
                  <a:lnTo>
                    <a:pt x="3402330" y="1079392"/>
                  </a:lnTo>
                  <a:lnTo>
                    <a:pt x="3357563" y="1094135"/>
                  </a:lnTo>
                  <a:lnTo>
                    <a:pt x="3312795" y="1109602"/>
                  </a:lnTo>
                  <a:lnTo>
                    <a:pt x="3268028" y="1125801"/>
                  </a:lnTo>
                  <a:lnTo>
                    <a:pt x="3223260" y="1142737"/>
                  </a:lnTo>
                  <a:lnTo>
                    <a:pt x="3178493" y="1160414"/>
                  </a:lnTo>
                  <a:lnTo>
                    <a:pt x="3133725" y="1178828"/>
                  </a:lnTo>
                  <a:lnTo>
                    <a:pt x="3088958" y="1197977"/>
                  </a:lnTo>
                  <a:lnTo>
                    <a:pt x="3044190" y="1217858"/>
                  </a:lnTo>
                  <a:lnTo>
                    <a:pt x="2999423" y="1238462"/>
                  </a:lnTo>
                  <a:lnTo>
                    <a:pt x="2954655" y="1259780"/>
                  </a:lnTo>
                  <a:lnTo>
                    <a:pt x="2909887" y="1281801"/>
                  </a:lnTo>
                  <a:lnTo>
                    <a:pt x="2865120" y="1304509"/>
                  </a:lnTo>
                  <a:lnTo>
                    <a:pt x="2820353" y="1327888"/>
                  </a:lnTo>
                  <a:lnTo>
                    <a:pt x="2775585" y="1351918"/>
                  </a:lnTo>
                  <a:lnTo>
                    <a:pt x="2730818" y="1376577"/>
                  </a:lnTo>
                  <a:lnTo>
                    <a:pt x="2686050" y="1401841"/>
                  </a:lnTo>
                  <a:lnTo>
                    <a:pt x="2641283" y="1427683"/>
                  </a:lnTo>
                  <a:lnTo>
                    <a:pt x="2596515" y="1454075"/>
                  </a:lnTo>
                  <a:lnTo>
                    <a:pt x="2551748" y="1480986"/>
                  </a:lnTo>
                  <a:lnTo>
                    <a:pt x="2506980" y="1508383"/>
                  </a:lnTo>
                  <a:lnTo>
                    <a:pt x="2462213" y="1536232"/>
                  </a:lnTo>
                  <a:lnTo>
                    <a:pt x="2417445" y="1564497"/>
                  </a:lnTo>
                  <a:lnTo>
                    <a:pt x="2372678" y="1593139"/>
                  </a:lnTo>
                  <a:lnTo>
                    <a:pt x="2327910" y="1622121"/>
                  </a:lnTo>
                  <a:lnTo>
                    <a:pt x="2283143" y="1651402"/>
                  </a:lnTo>
                  <a:lnTo>
                    <a:pt x="2238375" y="1680938"/>
                  </a:lnTo>
                  <a:lnTo>
                    <a:pt x="2193608" y="1710688"/>
                  </a:lnTo>
                  <a:lnTo>
                    <a:pt x="2148840" y="1740607"/>
                  </a:lnTo>
                  <a:lnTo>
                    <a:pt x="2104073" y="1770653"/>
                  </a:lnTo>
                  <a:lnTo>
                    <a:pt x="2059305" y="1800780"/>
                  </a:lnTo>
                  <a:lnTo>
                    <a:pt x="2014538" y="1830946"/>
                  </a:lnTo>
                  <a:lnTo>
                    <a:pt x="1969770" y="1861105"/>
                  </a:lnTo>
                  <a:lnTo>
                    <a:pt x="1925002" y="1891214"/>
                  </a:lnTo>
                  <a:lnTo>
                    <a:pt x="1880235" y="1921230"/>
                  </a:lnTo>
                  <a:lnTo>
                    <a:pt x="1835468" y="1951108"/>
                  </a:lnTo>
                  <a:lnTo>
                    <a:pt x="1790700" y="1980806"/>
                  </a:lnTo>
                  <a:lnTo>
                    <a:pt x="1745932" y="2010283"/>
                  </a:lnTo>
                  <a:lnTo>
                    <a:pt x="1701165" y="2039499"/>
                  </a:lnTo>
                  <a:lnTo>
                    <a:pt x="1656398" y="2068413"/>
                  </a:lnTo>
                  <a:lnTo>
                    <a:pt x="1611630" y="2096988"/>
                  </a:lnTo>
                  <a:lnTo>
                    <a:pt x="1566863" y="2125186"/>
                  </a:lnTo>
                  <a:lnTo>
                    <a:pt x="1522095" y="2152974"/>
                  </a:lnTo>
                  <a:lnTo>
                    <a:pt x="1477328" y="2180319"/>
                  </a:lnTo>
                  <a:lnTo>
                    <a:pt x="1432560" y="2207187"/>
                  </a:lnTo>
                  <a:lnTo>
                    <a:pt x="1387793" y="2233552"/>
                  </a:lnTo>
                  <a:lnTo>
                    <a:pt x="1343025" y="2259384"/>
                  </a:lnTo>
                  <a:lnTo>
                    <a:pt x="1298258" y="2284660"/>
                  </a:lnTo>
                  <a:lnTo>
                    <a:pt x="1253490" y="2309355"/>
                  </a:lnTo>
                  <a:lnTo>
                    <a:pt x="1208723" y="2333447"/>
                  </a:lnTo>
                  <a:lnTo>
                    <a:pt x="1163955" y="2356919"/>
                  </a:lnTo>
                  <a:lnTo>
                    <a:pt x="1119188" y="2379754"/>
                  </a:lnTo>
                  <a:lnTo>
                    <a:pt x="1074420" y="2401938"/>
                  </a:lnTo>
                  <a:lnTo>
                    <a:pt x="1029653" y="2423458"/>
                  </a:lnTo>
                  <a:lnTo>
                    <a:pt x="984885" y="2444307"/>
                  </a:lnTo>
                  <a:lnTo>
                    <a:pt x="940118" y="2464475"/>
                  </a:lnTo>
                  <a:lnTo>
                    <a:pt x="895350" y="2483958"/>
                  </a:lnTo>
                  <a:lnTo>
                    <a:pt x="850583" y="2502753"/>
                  </a:lnTo>
                  <a:lnTo>
                    <a:pt x="805815" y="2520857"/>
                  </a:lnTo>
                  <a:lnTo>
                    <a:pt x="761048" y="2538270"/>
                  </a:lnTo>
                  <a:lnTo>
                    <a:pt x="716280" y="2554993"/>
                  </a:lnTo>
                  <a:lnTo>
                    <a:pt x="671513" y="2571032"/>
                  </a:lnTo>
                  <a:lnTo>
                    <a:pt x="626745" y="2586393"/>
                  </a:lnTo>
                  <a:lnTo>
                    <a:pt x="581978" y="2601083"/>
                  </a:lnTo>
                  <a:lnTo>
                    <a:pt x="537210" y="2615113"/>
                  </a:lnTo>
                  <a:lnTo>
                    <a:pt x="492443" y="2628491"/>
                  </a:lnTo>
                  <a:lnTo>
                    <a:pt x="447675" y="2641231"/>
                  </a:lnTo>
                  <a:lnTo>
                    <a:pt x="402908" y="2653345"/>
                  </a:lnTo>
                  <a:lnTo>
                    <a:pt x="358140" y="2664846"/>
                  </a:lnTo>
                  <a:lnTo>
                    <a:pt x="313373" y="2675748"/>
                  </a:lnTo>
                  <a:lnTo>
                    <a:pt x="268605" y="2686067"/>
                  </a:lnTo>
                  <a:lnTo>
                    <a:pt x="223838" y="2695817"/>
                  </a:lnTo>
                  <a:lnTo>
                    <a:pt x="179070" y="2705018"/>
                  </a:lnTo>
                  <a:lnTo>
                    <a:pt x="134303" y="2713685"/>
                  </a:lnTo>
                  <a:lnTo>
                    <a:pt x="89535" y="2721838"/>
                  </a:lnTo>
                  <a:lnTo>
                    <a:pt x="44768" y="2729493"/>
                  </a:lnTo>
                  <a:lnTo>
                    <a:pt x="0" y="2736669"/>
                  </a:lnTo>
                  <a:close/>
                </a:path>
              </a:pathLst>
            </a:custGeom>
            <a:solidFill>
              <a:srgbClr val="0047FF"/>
            </a:solidFill>
            <a:ln>
              <a:noFill/>
            </a:ln>
          </p:spPr>
        </p:sp>
        <p:sp>
          <p:nvSpPr>
            <p:cNvPr id="10" name="node01.phases.source-001.label"/>
            <p:cNvSpPr/>
            <p:nvPr/>
          </p:nvSpPr>
          <p:spPr>
            <a:xfrm>
              <a:off x="838200" y="5143500"/>
              <a:ext cx="3352800" cy="8001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FORMING</a:t>
              </a:r>
              <a:endParaRPr lang="en-US" sz="1000" spc="80" kern="0" b="0" i="0" dirty="0">
                <a:solidFill>
                  <a:srgbClr val="0047FF"/>
                </a:solidFill>
                <a:latin typeface="IBM Plex Mono SemiBold"/>
                <a:ea typeface="IBM Plex Mono SemiBold"/>
                <a:cs typeface="IBM Plex Mono SemiBold"/>
              </a:endParaRPr>
            </a:p>
          </p:txBody>
        </p:sp>
        <p:sp>
          <p:nvSpPr>
            <p:cNvPr id="11" name="node01.phases.source-001.sub"/>
            <p:cNvSpPr/>
            <p:nvPr/>
          </p:nvSpPr>
          <p:spPr>
            <a:xfrm>
              <a:off x="838200" y="5321300"/>
              <a:ext cx="3352800" cy="6223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Diagnose the estate and benchmark the baseline.</a:t>
              </a:r>
              <a:endParaRPr lang="en-US" sz="1200" spc="0" kern="0" b="0" i="0" dirty="0">
                <a:solidFill>
                  <a:srgbClr val="50658E"/>
                </a:solidFill>
                <a:latin typeface="IBM Plex Sans"/>
                <a:ea typeface="IBM Plex Sans"/>
                <a:cs typeface="IBM Plex Sans"/>
              </a:endParaRPr>
            </a:p>
          </p:txBody>
        </p:sp>
        <p:sp>
          <p:nvSpPr>
            <p:cNvPr id="12" name="node01.phases.source-002.rule"/>
            <p:cNvSpPr/>
            <p:nvPr/>
          </p:nvSpPr>
          <p:spPr>
            <a:xfrm>
              <a:off x="4305300" y="1600200"/>
              <a:ext cx="0" cy="4343400"/>
            </a:xfrm>
            <a:prstGeom prst="line">
              <a:avLst/>
            </a:prstGeom>
            <a:noFill/>
            <a:ln w="9525">
              <a:solidFill>
                <a:srgbClr val="97A4BA"/>
              </a:solidFill>
              <a:prstDash val="solid"/>
            </a:ln>
          </p:spPr>
        </p:sp>
        <p:sp>
          <p:nvSpPr>
            <p:cNvPr id="13" name="node01.phases.source-002.label"/>
            <p:cNvSpPr/>
            <p:nvPr/>
          </p:nvSpPr>
          <p:spPr>
            <a:xfrm>
              <a:off x="4419600" y="5143500"/>
              <a:ext cx="3352800" cy="8001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NORMING AND PERFORMING</a:t>
              </a:r>
              <a:endParaRPr lang="en-US" sz="1000" spc="80" kern="0" b="0" i="0" dirty="0">
                <a:solidFill>
                  <a:srgbClr val="0047FF"/>
                </a:solidFill>
                <a:latin typeface="IBM Plex Mono SemiBold"/>
                <a:ea typeface="IBM Plex Mono SemiBold"/>
                <a:cs typeface="IBM Plex Mono SemiBold"/>
              </a:endParaRPr>
            </a:p>
          </p:txBody>
        </p:sp>
        <p:sp>
          <p:nvSpPr>
            <p:cNvPr id="14" name="node01.phases.source-002.sub"/>
            <p:cNvSpPr/>
            <p:nvPr/>
          </p:nvSpPr>
          <p:spPr>
            <a:xfrm>
              <a:off x="4419600" y="5321300"/>
              <a:ext cx="3352800" cy="6223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Establish the standard we all build to.</a:t>
              </a:r>
              <a:endParaRPr lang="en-US" sz="1200" spc="0" kern="0" b="0" i="0" dirty="0">
                <a:solidFill>
                  <a:srgbClr val="50658E"/>
                </a:solidFill>
                <a:latin typeface="IBM Plex Sans"/>
                <a:ea typeface="IBM Plex Sans"/>
                <a:cs typeface="IBM Plex Sans"/>
              </a:endParaRPr>
            </a:p>
          </p:txBody>
        </p:sp>
        <p:sp>
          <p:nvSpPr>
            <p:cNvPr id="15" name="node01.phases.source-003.rule"/>
            <p:cNvSpPr/>
            <p:nvPr/>
          </p:nvSpPr>
          <p:spPr>
            <a:xfrm>
              <a:off x="7886700" y="1600200"/>
              <a:ext cx="0" cy="4343400"/>
            </a:xfrm>
            <a:prstGeom prst="line">
              <a:avLst/>
            </a:prstGeom>
            <a:noFill/>
            <a:ln w="9525">
              <a:solidFill>
                <a:srgbClr val="97A4BA"/>
              </a:solidFill>
              <a:prstDash val="solid"/>
            </a:ln>
          </p:spPr>
        </p:sp>
        <p:sp>
          <p:nvSpPr>
            <p:cNvPr id="16" name="node01.phases.source-003.label"/>
            <p:cNvSpPr/>
            <p:nvPr/>
          </p:nvSpPr>
          <p:spPr>
            <a:xfrm>
              <a:off x="8001000" y="5143500"/>
              <a:ext cx="3352800" cy="8001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OPTIMIZING AND SUSTAINING</a:t>
              </a:r>
              <a:endParaRPr lang="en-US" sz="1000" spc="80" kern="0" b="0" i="0" dirty="0">
                <a:solidFill>
                  <a:srgbClr val="0047FF"/>
                </a:solidFill>
                <a:latin typeface="IBM Plex Mono SemiBold"/>
                <a:ea typeface="IBM Plex Mono SemiBold"/>
                <a:cs typeface="IBM Plex Mono SemiBold"/>
              </a:endParaRPr>
            </a:p>
          </p:txBody>
        </p:sp>
        <p:sp>
          <p:nvSpPr>
            <p:cNvPr id="17" name="node01.phases.source-003.sub"/>
            <p:cNvSpPr/>
            <p:nvPr/>
          </p:nvSpPr>
          <p:spPr>
            <a:xfrm>
              <a:off x="8001000" y="5321300"/>
              <a:ext cx="3352800" cy="6223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Scale the model and hand over the run.</a:t>
              </a:r>
              <a:endParaRPr lang="en-US" sz="1200" spc="0" kern="0" b="0" i="0" dirty="0">
                <a:solidFill>
                  <a:srgbClr val="50658E"/>
                </a:solidFill>
                <a:latin typeface="IBM Plex Sans"/>
                <a:ea typeface="IBM Plex Sans"/>
                <a:cs typeface="IBM Plex Sans"/>
              </a:endParaRPr>
            </a:p>
          </p:txBody>
        </p:sp>
        <p:sp>
          <p:nvSpPr>
            <p:cNvPr id="18" name="node01.series.source-001.label"/>
            <p:cNvSpPr/>
            <p:nvPr/>
          </p:nvSpPr>
          <p:spPr>
            <a:xfrm>
              <a:off x="1752600" y="4713973"/>
              <a:ext cx="2286000" cy="17145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SemiBold"/>
                  <a:ea typeface="IBM Plex Mono SemiBold"/>
                  <a:cs typeface="IBM Plex Mono SemiBold"/>
                </a:rPr>
                <a:t>NORTHFIELD TEAM</a:t>
              </a:r>
              <a:endParaRPr lang="en-US" sz="900" spc="54" kern="0" b="0" i="0" dirty="0">
                <a:solidFill>
                  <a:srgbClr val="070154"/>
                </a:solidFill>
                <a:latin typeface="IBM Plex Mono SemiBold"/>
                <a:ea typeface="IBM Plex Mono SemiBold"/>
                <a:cs typeface="IBM Plex Mono SemiBold"/>
              </a:endParaRPr>
            </a:p>
          </p:txBody>
        </p:sp>
      </p:grpSp>
      <p:grpSp>
        <p:nvGrpSpPr>
          <p:cNvPr id="35" name="node02"/>
          <p:cNvGrpSpPr/>
          <p:nvPr/>
        </p:nvGrpSpPr>
        <p:grpSpPr>
          <a:xfrm>
            <a:off x="723900" y="1600200"/>
            <a:ext cx="3200400" cy="1066800"/>
            <a:chOff x="723900" y="1600200"/>
            <a:chExt cx="3200400" cy="1066800"/>
          </a:xfrm>
        </p:grpSpPr>
        <p:sp>
          <p:nvSpPr>
            <p:cNvPr id="19" name="node02.text"/>
            <p:cNvSpPr/>
            <p:nvPr/>
          </p:nvSpPr>
          <p:spPr>
            <a:xfrm>
              <a:off x="723900" y="1600200"/>
              <a:ext cx="3200400" cy="10668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Our team and Northfield's work side by side. We diagnose the estate and benchmark the baseline. Agents are not yet in the loop.</a:t>
              </a:r>
              <a:endParaRPr lang="en-US" sz="1400" spc="0" kern="0" b="0" i="0" dirty="0">
                <a:solidFill>
                  <a:srgbClr val="070154"/>
                </a:solidFill>
                <a:latin typeface="IBM Plex Sans"/>
                <a:ea typeface="IBM Plex Sans"/>
                <a:cs typeface="IBM Plex Sans"/>
              </a:endParaRPr>
            </a:p>
          </p:txBody>
        </p:sp>
      </p:grpSp>
      <p:grpSp>
        <p:nvGrpSpPr>
          <p:cNvPr id="36" name="node03"/>
          <p:cNvGrpSpPr/>
          <p:nvPr/>
        </p:nvGrpSpPr>
        <p:grpSpPr>
          <a:xfrm>
            <a:off x="4457700" y="2667000"/>
            <a:ext cx="3200400" cy="152400"/>
            <a:chOff x="4457700" y="2667000"/>
            <a:chExt cx="3200400" cy="152400"/>
          </a:xfrm>
        </p:grpSpPr>
        <p:sp>
          <p:nvSpPr>
            <p:cNvPr id="20" name="node03.text"/>
            <p:cNvSpPr/>
            <p:nvPr/>
          </p:nvSpPr>
          <p:spPr>
            <a:xfrm>
              <a:off x="4457700" y="2667000"/>
              <a:ext cx="32004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FFFFF"/>
                  </a:solidFill>
                  <a:latin typeface="IBM Plex Mono Medium"/>
                  <a:ea typeface="IBM Plex Mono Medium"/>
                  <a:cs typeface="IBM Plex Mono Medium"/>
                </a:rPr>
                <a:t>WEST MONROE</a:t>
              </a:r>
              <a:endParaRPr lang="en-US" sz="900" spc="54" kern="0" b="0" i="0" dirty="0">
                <a:solidFill>
                  <a:srgbClr val="FFFFFF"/>
                </a:solidFill>
                <a:latin typeface="IBM Plex Mono Medium"/>
                <a:ea typeface="IBM Plex Mono Medium"/>
                <a:cs typeface="IBM Plex Mono Medium"/>
              </a:endParaRPr>
            </a:p>
          </p:txBody>
        </p:sp>
      </p:grpSp>
      <p:grpSp>
        <p:nvGrpSpPr>
          <p:cNvPr id="37" name="node04"/>
          <p:cNvGrpSpPr/>
          <p:nvPr/>
        </p:nvGrpSpPr>
        <p:grpSpPr>
          <a:xfrm>
            <a:off x="4457700" y="2895600"/>
            <a:ext cx="2743200" cy="1219200"/>
            <a:chOff x="4457700" y="2895600"/>
            <a:chExt cx="2743200" cy="1219200"/>
          </a:xfrm>
        </p:grpSpPr>
        <p:sp>
          <p:nvSpPr>
            <p:cNvPr id="21" name="node04.source-001.bullet"/>
            <p:cNvSpPr/>
            <p:nvPr/>
          </p:nvSpPr>
          <p:spPr>
            <a:xfrm>
              <a:off x="4457700" y="2984500"/>
              <a:ext cx="38100" cy="38100"/>
            </a:xfrm>
            <a:prstGeom prst="rect">
              <a:avLst/>
            </a:prstGeom>
            <a:solidFill>
              <a:srgbClr val="FFFFFF"/>
            </a:solidFill>
            <a:ln>
              <a:noFill/>
            </a:ln>
          </p:spPr>
        </p:sp>
        <p:sp>
          <p:nvSpPr>
            <p:cNvPr id="22" name="node04.source-001.text"/>
            <p:cNvSpPr/>
            <p:nvPr/>
          </p:nvSpPr>
          <p:spPr>
            <a:xfrm>
              <a:off x="4610100" y="2895600"/>
              <a:ext cx="25908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We build and set the standard together</a:t>
              </a:r>
              <a:endParaRPr lang="en-US" sz="1200" spc="0" kern="0" b="0" i="0" dirty="0">
                <a:solidFill>
                  <a:srgbClr val="FFFFFF"/>
                </a:solidFill>
                <a:latin typeface="IBM Plex Sans"/>
                <a:ea typeface="IBM Plex Sans"/>
                <a:cs typeface="IBM Plex Sans"/>
              </a:endParaRPr>
            </a:p>
          </p:txBody>
        </p:sp>
        <p:sp>
          <p:nvSpPr>
            <p:cNvPr id="23" name="node04.source-002.bullet"/>
            <p:cNvSpPr/>
            <p:nvPr/>
          </p:nvSpPr>
          <p:spPr>
            <a:xfrm>
              <a:off x="4457700" y="3479800"/>
              <a:ext cx="38100" cy="38100"/>
            </a:xfrm>
            <a:prstGeom prst="rect">
              <a:avLst/>
            </a:prstGeom>
            <a:solidFill>
              <a:srgbClr val="FFFFFF"/>
            </a:solidFill>
            <a:ln>
              <a:noFill/>
            </a:ln>
          </p:spPr>
        </p:sp>
        <p:sp>
          <p:nvSpPr>
            <p:cNvPr id="24" name="node04.source-002.text"/>
            <p:cNvSpPr/>
            <p:nvPr/>
          </p:nvSpPr>
          <p:spPr>
            <a:xfrm>
              <a:off x="4610100" y="3390900"/>
              <a:ext cx="25908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Maintenance agents take on routine work</a:t>
              </a:r>
              <a:endParaRPr lang="en-US" sz="1200" spc="0" kern="0" b="0" i="0" dirty="0">
                <a:solidFill>
                  <a:srgbClr val="FFFFFF"/>
                </a:solidFill>
                <a:latin typeface="IBM Plex Sans"/>
                <a:ea typeface="IBM Plex Sans"/>
                <a:cs typeface="IBM Plex Sans"/>
              </a:endParaRPr>
            </a:p>
          </p:txBody>
        </p:sp>
        <p:sp>
          <p:nvSpPr>
            <p:cNvPr id="25" name="node04.source-003.bullet"/>
            <p:cNvSpPr/>
            <p:nvPr/>
          </p:nvSpPr>
          <p:spPr>
            <a:xfrm>
              <a:off x="4457700" y="3975100"/>
              <a:ext cx="38100" cy="38100"/>
            </a:xfrm>
            <a:prstGeom prst="rect">
              <a:avLst/>
            </a:prstGeom>
            <a:solidFill>
              <a:srgbClr val="FFFFFF"/>
            </a:solidFill>
            <a:ln>
              <a:noFill/>
            </a:ln>
          </p:spPr>
        </p:sp>
        <p:sp>
          <p:nvSpPr>
            <p:cNvPr id="26" name="node04.source-003.text"/>
            <p:cNvSpPr/>
            <p:nvPr/>
          </p:nvSpPr>
          <p:spPr>
            <a:xfrm>
              <a:off x="4610100" y="3886200"/>
              <a:ext cx="2590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Both teams reach their peak size</a:t>
              </a:r>
              <a:endParaRPr lang="en-US" sz="1200" spc="0" kern="0" b="0" i="0" dirty="0">
                <a:solidFill>
                  <a:srgbClr val="FFFFFF"/>
                </a:solidFill>
                <a:latin typeface="IBM Plex Sans"/>
                <a:ea typeface="IBM Plex Sans"/>
                <a:cs typeface="IBM Plex Sans"/>
              </a:endParaRPr>
            </a:p>
          </p:txBody>
        </p:sp>
      </p:grpSp>
      <p:grpSp>
        <p:nvGrpSpPr>
          <p:cNvPr id="38" name="node05"/>
          <p:cNvGrpSpPr/>
          <p:nvPr/>
        </p:nvGrpSpPr>
        <p:grpSpPr>
          <a:xfrm>
            <a:off x="8572500" y="1905000"/>
            <a:ext cx="3200400" cy="152400"/>
            <a:chOff x="8572500" y="1905000"/>
            <a:chExt cx="3200400" cy="152400"/>
          </a:xfrm>
        </p:grpSpPr>
        <p:sp>
          <p:nvSpPr>
            <p:cNvPr id="27" name="node05.text"/>
            <p:cNvSpPr/>
            <p:nvPr/>
          </p:nvSpPr>
          <p:spPr>
            <a:xfrm>
              <a:off x="8572500" y="1905000"/>
              <a:ext cx="32004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FFFFF"/>
                  </a:solidFill>
                  <a:latin typeface="IBM Plex Mono Medium"/>
                  <a:ea typeface="IBM Plex Mono Medium"/>
                  <a:cs typeface="IBM Plex Mono Medium"/>
                </a:rPr>
                <a:t>AI AGENTS</a:t>
              </a:r>
              <a:endParaRPr lang="en-US" sz="900" spc="54" kern="0" b="0" i="0" dirty="0">
                <a:solidFill>
                  <a:srgbClr val="FFFFFF"/>
                </a:solidFill>
                <a:latin typeface="IBM Plex Mono Medium"/>
                <a:ea typeface="IBM Plex Mono Medium"/>
                <a:cs typeface="IBM Plex Mono Medium"/>
              </a:endParaRPr>
            </a:p>
          </p:txBody>
        </p:sp>
      </p:grpSp>
      <p:grpSp>
        <p:nvGrpSpPr>
          <p:cNvPr id="39" name="node06"/>
          <p:cNvGrpSpPr/>
          <p:nvPr/>
        </p:nvGrpSpPr>
        <p:grpSpPr>
          <a:xfrm>
            <a:off x="8572500" y="2133600"/>
            <a:ext cx="2819400" cy="1219200"/>
            <a:chOff x="8572500" y="2133600"/>
            <a:chExt cx="2819400" cy="1219200"/>
          </a:xfrm>
        </p:grpSpPr>
        <p:sp>
          <p:nvSpPr>
            <p:cNvPr id="28" name="node06.source-001.bullet"/>
            <p:cNvSpPr/>
            <p:nvPr/>
          </p:nvSpPr>
          <p:spPr>
            <a:xfrm>
              <a:off x="8572500" y="2222500"/>
              <a:ext cx="38100" cy="38100"/>
            </a:xfrm>
            <a:prstGeom prst="rect">
              <a:avLst/>
            </a:prstGeom>
            <a:solidFill>
              <a:srgbClr val="FFFFFF"/>
            </a:solidFill>
            <a:ln>
              <a:noFill/>
            </a:ln>
          </p:spPr>
        </p:sp>
        <p:sp>
          <p:nvSpPr>
            <p:cNvPr id="29" name="node06.source-001.text"/>
            <p:cNvSpPr/>
            <p:nvPr/>
          </p:nvSpPr>
          <p:spPr>
            <a:xfrm>
              <a:off x="8724900" y="2133600"/>
              <a:ext cx="26670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Agents run maintenance and optimization</a:t>
              </a:r>
              <a:endParaRPr lang="en-US" sz="1200" spc="0" kern="0" b="0" i="0" dirty="0">
                <a:solidFill>
                  <a:srgbClr val="FFFFFF"/>
                </a:solidFill>
                <a:latin typeface="IBM Plex Sans"/>
                <a:ea typeface="IBM Plex Sans"/>
                <a:cs typeface="IBM Plex Sans"/>
              </a:endParaRPr>
            </a:p>
          </p:txBody>
        </p:sp>
        <p:sp>
          <p:nvSpPr>
            <p:cNvPr id="30" name="node06.source-002.bullet"/>
            <p:cNvSpPr/>
            <p:nvPr/>
          </p:nvSpPr>
          <p:spPr>
            <a:xfrm>
              <a:off x="8572500" y="2717800"/>
              <a:ext cx="38100" cy="38100"/>
            </a:xfrm>
            <a:prstGeom prst="rect">
              <a:avLst/>
            </a:prstGeom>
            <a:solidFill>
              <a:srgbClr val="FFFFFF"/>
            </a:solidFill>
            <a:ln>
              <a:noFill/>
            </a:ln>
          </p:spPr>
        </p:sp>
        <p:sp>
          <p:nvSpPr>
            <p:cNvPr id="31" name="node06.source-002.text"/>
            <p:cNvSpPr/>
            <p:nvPr/>
          </p:nvSpPr>
          <p:spPr>
            <a:xfrm>
              <a:off x="8724900" y="2628900"/>
              <a:ext cx="2667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Our team shrinks to a small group</a:t>
              </a:r>
              <a:endParaRPr lang="en-US" sz="1200" spc="0" kern="0" b="0" i="0" dirty="0">
                <a:solidFill>
                  <a:srgbClr val="FFFFFF"/>
                </a:solidFill>
                <a:latin typeface="IBM Plex Sans"/>
                <a:ea typeface="IBM Plex Sans"/>
                <a:cs typeface="IBM Plex Sans"/>
              </a:endParaRPr>
            </a:p>
          </p:txBody>
        </p:sp>
        <p:sp>
          <p:nvSpPr>
            <p:cNvPr id="32" name="node06.source-003.bullet"/>
            <p:cNvSpPr/>
            <p:nvPr/>
          </p:nvSpPr>
          <p:spPr>
            <a:xfrm>
              <a:off x="8572500" y="2984500"/>
              <a:ext cx="38100" cy="38100"/>
            </a:xfrm>
            <a:prstGeom prst="rect">
              <a:avLst/>
            </a:prstGeom>
            <a:solidFill>
              <a:srgbClr val="FFFFFF"/>
            </a:solidFill>
            <a:ln>
              <a:noFill/>
            </a:ln>
          </p:spPr>
        </p:sp>
        <p:sp>
          <p:nvSpPr>
            <p:cNvPr id="33" name="node06.source-003.text"/>
            <p:cNvSpPr/>
            <p:nvPr/>
          </p:nvSpPr>
          <p:spPr>
            <a:xfrm>
              <a:off x="8724900" y="2895600"/>
              <a:ext cx="26670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Northfield's maintenance load drops sharply</a:t>
              </a:r>
              <a:endParaRPr lang="en-US" sz="1200" spc="0" kern="0" b="0" i="0" dirty="0">
                <a:solidFill>
                  <a:srgbClr val="FFFFFF"/>
                </a:solidFill>
                <a:latin typeface="IBM Plex Sans"/>
                <a:ea typeface="IBM Plex Sans"/>
                <a:cs typeface="IBM Plex Sans"/>
              </a:endParaRPr>
            </a:p>
          </p:txBody>
        </p:sp>
      </p:grpSp>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name="source-523">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OUR APPROACH</a:t>
            </a:r>
            <a:endParaRPr lang="en-US" sz="1000" spc="80" kern="0" b="0" i="0" dirty="0">
              <a:solidFill>
                <a:srgbClr val="0047FF"/>
              </a:solidFill>
              <a:latin typeface="IBM Plex Mono SemiBold"/>
              <a:ea typeface="IBM Plex Mono SemiBold"/>
              <a:cs typeface="IBM Plex Mono SemiBold"/>
            </a:endParaRPr>
          </a:p>
        </p:txBody>
      </p:sp>
      <p:pic>
        <p:nvPicPr>
          <p:cNvPr id="4" name="title.mark-002-001" descr="highlight-1; canonical SHA256=b0048aa39744978d339a9910f5cc1482814a8a0eae4c5a63e1f80d6a2885b314">    </p:cNvPr>
          <p:cNvPicPr>
            <a:picLocks noChangeAspect="1"/>
          </p:cNvPicPr>
          <p:nvPr/>
        </p:nvPicPr>
        <p:blipFill>
          <a:blip r:embed="rId1"/>
          <a:stretch>
            <a:fillRect/>
          </a:stretch>
        </p:blipFill>
        <p:spPr>
          <a:xfrm>
            <a:off x="5188808" y="733532"/>
            <a:ext cx="4694651" cy="374904"/>
          </a:xfrm>
          <a:prstGeom prst="rect">
            <a:avLst/>
          </a:prstGeom>
        </p:spPr>
      </p:pic>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 xml:space="preserve">Agents cut our team and </a:t>
            </a:r>
            <a:r>
              <a:rPr lang="en-US" sz="3200" spc="-590" kern="0" b="0" i="0" dirty="0">
                <a:solidFill>
                  <a:srgbClr val="070154"/>
                </a:solidFill>
                <a:latin typeface="IBM Plex Sans SemiBold"/>
                <a:ea typeface="IBM Plex Sans SemiBold"/>
                <a:cs typeface="IBM Plex Sans SemiBold"/>
              </a:rPr>
              <a:t xml:space="preserve"> </a:t>
            </a:r>
            <a:r>
              <a:rPr lang="en-US" sz="3200" spc="-64" kern="0" b="0" i="0" dirty="0">
                <a:solidFill>
                  <a:srgbClr val="070154"/>
                </a:solidFill>
                <a:latin typeface="IBM Plex Sans SemiBold"/>
                <a:ea typeface="IBM Plex Sans SemiBold"/>
                <a:cs typeface="IBM Plex Sans SemiBold"/>
              </a:rPr>
              <a:t xml:space="preserve">Northfield's maintenance</a:t>
            </a:r>
            <a:r>
              <a:rPr lang="en-US" sz="3200" spc="-590" kern="0" b="0" i="0" dirty="0">
                <a:solidFill>
                  <a:srgbClr val="070154"/>
                </a:solidFill>
                <a:latin typeface="IBM Plex Sans SemiBold"/>
                <a:ea typeface="IBM Plex Sans SemiBold"/>
                <a:cs typeface="IBM Plex Sans SemiBold"/>
              </a:rPr>
              <a:t xml:space="preserve"> </a:t>
            </a:r>
            <a:endParaRPr lang="en-US" sz="3200" spc="-64" kern="0" b="0" i="0" dirty="0">
              <a:solidFill>
                <a:srgbClr val="070154"/>
              </a:solidFill>
              <a:latin typeface="IBM Plex Sans SemiBold"/>
              <a:ea typeface="IBM Plex Sans SemiBold"/>
              <a:cs typeface="IBM Plex Sans SemiBold"/>
            </a:endParaRPr>
          </a:p>
        </p:txBody>
      </p:sp>
      <p:sp>
        <p:nvSpPr>
          <p:cNvPr id="6" name="nav.section-01"/>
          <p:cNvSpPr/>
          <p:nvPr/>
        </p:nvSpPr>
        <p:spPr>
          <a:xfrm>
            <a:off x="266700" y="457200"/>
            <a:ext cx="228600" cy="1257300"/>
          </a:xfrm>
          <a:prstGeom prst="rect">
            <a:avLst/>
          </a:prstGeom>
          <a:solidFill>
            <a:srgbClr val="E8EEF8"/>
          </a:solidFill>
          <a:ln>
            <a:noFill/>
          </a:ln>
        </p:spPr>
      </p:sp>
      <p:sp>
        <p:nvSpPr>
          <p:cNvPr id="7" name="nav.label.section-01"/>
          <p:cNvSpPr/>
          <p:nvPr/>
        </p:nvSpPr>
        <p:spPr>
          <a:xfrm>
            <a:off x="266700" y="457200"/>
            <a:ext cx="228600" cy="125730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50658E"/>
                </a:solidFill>
                <a:latin typeface="IBM Plex Mono SemiBold"/>
                <a:ea typeface="IBM Plex Mono SemiBold"/>
                <a:cs typeface="IBM Plex Mono SemiBold"/>
              </a:rPr>
              <a:t>CONTEXT</a:t>
            </a:r>
            <a:endParaRPr lang="en-US" sz="800" spc="80" kern="0" b="0" i="0" dirty="0">
              <a:solidFill>
                <a:srgbClr val="50658E"/>
              </a:solidFill>
              <a:latin typeface="IBM Plex Mono SemiBold"/>
              <a:ea typeface="IBM Plex Mono SemiBold"/>
              <a:cs typeface="IBM Plex Mono SemiBold"/>
            </a:endParaRPr>
          </a:p>
        </p:txBody>
      </p:sp>
      <p:sp>
        <p:nvSpPr>
          <p:cNvPr id="8" name="nav.section-02"/>
          <p:cNvSpPr/>
          <p:nvPr/>
        </p:nvSpPr>
        <p:spPr>
          <a:xfrm>
            <a:off x="266700" y="1790700"/>
            <a:ext cx="228600" cy="1257300"/>
          </a:xfrm>
          <a:prstGeom prst="rect">
            <a:avLst/>
          </a:prstGeom>
          <a:solidFill>
            <a:srgbClr val="070154"/>
          </a:solidFill>
          <a:ln>
            <a:noFill/>
          </a:ln>
        </p:spPr>
      </p:sp>
      <p:sp>
        <p:nvSpPr>
          <p:cNvPr id="9" name="nav.label.section-02"/>
          <p:cNvSpPr/>
          <p:nvPr/>
        </p:nvSpPr>
        <p:spPr>
          <a:xfrm>
            <a:off x="266700" y="1790700"/>
            <a:ext cx="228600" cy="125730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FFFFFF"/>
                </a:solidFill>
                <a:latin typeface="IBM Plex Mono SemiBold"/>
                <a:ea typeface="IBM Plex Mono SemiBold"/>
                <a:cs typeface="IBM Plex Mono SemiBold"/>
              </a:rPr>
              <a:t>APPROACH</a:t>
            </a:r>
            <a:endParaRPr lang="en-US" sz="800" spc="80" kern="0" b="0" i="0" dirty="0">
              <a:solidFill>
                <a:srgbClr val="FFFFFF"/>
              </a:solidFill>
              <a:latin typeface="IBM Plex Mono SemiBold"/>
              <a:ea typeface="IBM Plex Mono SemiBold"/>
              <a:cs typeface="IBM Plex Mono SemiBold"/>
            </a:endParaRPr>
          </a:p>
        </p:txBody>
      </p:sp>
      <p:sp>
        <p:nvSpPr>
          <p:cNvPr id="10" name="nav.section-03"/>
          <p:cNvSpPr/>
          <p:nvPr/>
        </p:nvSpPr>
        <p:spPr>
          <a:xfrm>
            <a:off x="266700" y="3124200"/>
            <a:ext cx="228600" cy="1257300"/>
          </a:xfrm>
          <a:prstGeom prst="rect">
            <a:avLst/>
          </a:prstGeom>
          <a:solidFill>
            <a:srgbClr val="E8EEF8"/>
          </a:solidFill>
          <a:ln>
            <a:noFill/>
          </a:ln>
        </p:spPr>
      </p:sp>
      <p:sp>
        <p:nvSpPr>
          <p:cNvPr id="11" name="nav.label.section-03"/>
          <p:cNvSpPr/>
          <p:nvPr/>
        </p:nvSpPr>
        <p:spPr>
          <a:xfrm>
            <a:off x="266700" y="3124200"/>
            <a:ext cx="228600" cy="125730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50658E"/>
                </a:solidFill>
                <a:latin typeface="IBM Plex Mono SemiBold"/>
                <a:ea typeface="IBM Plex Mono SemiBold"/>
                <a:cs typeface="IBM Plex Mono SemiBold"/>
              </a:rPr>
              <a:t>COMMERCIALS</a:t>
            </a:r>
            <a:endParaRPr lang="en-US" sz="800" spc="80" kern="0" b="0" i="0" dirty="0">
              <a:solidFill>
                <a:srgbClr val="50658E"/>
              </a:solidFill>
              <a:latin typeface="IBM Plex Mono SemiBold"/>
              <a:ea typeface="IBM Plex Mono SemiBold"/>
              <a:cs typeface="IBM Plex Mono SemiBold"/>
            </a:endParaRPr>
          </a:p>
        </p:txBody>
      </p:sp>
      <p:sp>
        <p:nvSpPr>
          <p:cNvPr id="12" name="nav.section-04"/>
          <p:cNvSpPr/>
          <p:nvPr/>
        </p:nvSpPr>
        <p:spPr>
          <a:xfrm>
            <a:off x="266700" y="4457700"/>
            <a:ext cx="228600" cy="1257300"/>
          </a:xfrm>
          <a:prstGeom prst="rect">
            <a:avLst/>
          </a:prstGeom>
          <a:solidFill>
            <a:srgbClr val="E8EEF8"/>
          </a:solidFill>
          <a:ln>
            <a:noFill/>
          </a:ln>
        </p:spPr>
      </p:sp>
      <p:sp>
        <p:nvSpPr>
          <p:cNvPr id="13" name="nav.label.section-04"/>
          <p:cNvSpPr/>
          <p:nvPr/>
        </p:nvSpPr>
        <p:spPr>
          <a:xfrm>
            <a:off x="266700" y="4457700"/>
            <a:ext cx="228600" cy="125730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50658E"/>
                </a:solidFill>
                <a:latin typeface="IBM Plex Mono SemiBold"/>
                <a:ea typeface="IBM Plex Mono SemiBold"/>
                <a:cs typeface="IBM Plex Mono SemiBold"/>
              </a:rPr>
              <a:t>TEAM</a:t>
            </a:r>
            <a:endParaRPr lang="en-US" sz="800" spc="80" kern="0" b="0" i="0" dirty="0">
              <a:solidFill>
                <a:srgbClr val="50658E"/>
              </a:solidFill>
              <a:latin typeface="IBM Plex Mono SemiBold"/>
              <a:ea typeface="IBM Plex Mono SemiBold"/>
              <a:cs typeface="IBM Plex Mono SemiBold"/>
            </a:endParaRPr>
          </a:p>
        </p:txBody>
      </p:sp>
      <p:sp>
        <p:nvSpPr>
          <p:cNvPr id="14" name="wm.page"/>
          <p:cNvSpPr/>
          <p:nvPr/>
        </p:nvSpPr>
        <p:spPr>
          <a:xfrm>
            <a:off x="11163300" y="64008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170</a:t>
            </a:fld>
            <a:endParaRPr lang="en-US" sz="700" spc="0" kern="0" b="0" i="0" dirty="0">
              <a:solidFill>
                <a:srgbClr val="070154"/>
              </a:solidFill>
              <a:latin typeface="IBM Plex Mono SemiBold"/>
              <a:ea typeface="IBM Plex Mono SemiBold"/>
              <a:cs typeface="IBM Plex Mono SemiBold"/>
            </a:endParaRPr>
          </a:p>
        </p:txBody>
      </p:sp>
      <p:grpSp>
        <p:nvGrpSpPr>
          <p:cNvPr id="42" name="node01"/>
          <p:cNvGrpSpPr/>
          <p:nvPr/>
        </p:nvGrpSpPr>
        <p:grpSpPr>
          <a:xfrm>
            <a:off x="723900" y="1600200"/>
            <a:ext cx="10744200" cy="4114800"/>
            <a:chOff x="723900" y="1600200"/>
            <a:chExt cx="10744200" cy="4114800"/>
          </a:xfrm>
        </p:grpSpPr>
        <p:sp>
          <p:nvSpPr>
            <p:cNvPr id="15" name="node01.series.source-001"/>
            <p:cNvSpPr/>
            <p:nvPr/>
          </p:nvSpPr>
          <p:spPr>
            <a:xfrm>
              <a:off x="723900" y="1600200"/>
              <a:ext cx="10744200" cy="3200400"/>
            </a:xfrm>
            <a:custGeom>
              <a:avLst/>
              <a:gdLst/>
              <a:ahLst/>
              <a:cxnLst/>
              <a:rect l="l" t="t" r="r" b="b"/>
              <a:pathLst>
                <a:path w="10744200" h="3200400">
                  <a:moveTo>
                    <a:pt x="0" y="2898733"/>
                  </a:moveTo>
                  <a:lnTo>
                    <a:pt x="44768" y="2897371"/>
                  </a:lnTo>
                  <a:lnTo>
                    <a:pt x="89535" y="2895933"/>
                  </a:lnTo>
                  <a:lnTo>
                    <a:pt x="134303" y="2894416"/>
                  </a:lnTo>
                  <a:lnTo>
                    <a:pt x="179070" y="2892822"/>
                  </a:lnTo>
                  <a:lnTo>
                    <a:pt x="223838" y="2891151"/>
                  </a:lnTo>
                  <a:lnTo>
                    <a:pt x="268605" y="2889401"/>
                  </a:lnTo>
                  <a:lnTo>
                    <a:pt x="313373" y="2887575"/>
                  </a:lnTo>
                  <a:lnTo>
                    <a:pt x="358140" y="2885673"/>
                  </a:lnTo>
                  <a:lnTo>
                    <a:pt x="402908" y="2883696"/>
                  </a:lnTo>
                  <a:lnTo>
                    <a:pt x="447675" y="2881646"/>
                  </a:lnTo>
                  <a:lnTo>
                    <a:pt x="492443" y="2879525"/>
                  </a:lnTo>
                  <a:lnTo>
                    <a:pt x="537210" y="2877334"/>
                  </a:lnTo>
                  <a:lnTo>
                    <a:pt x="581978" y="2875078"/>
                  </a:lnTo>
                  <a:lnTo>
                    <a:pt x="626745" y="2872757"/>
                  </a:lnTo>
                  <a:lnTo>
                    <a:pt x="671513" y="2870376"/>
                  </a:lnTo>
                  <a:lnTo>
                    <a:pt x="716280" y="2867938"/>
                  </a:lnTo>
                  <a:lnTo>
                    <a:pt x="761048" y="2865447"/>
                  </a:lnTo>
                  <a:lnTo>
                    <a:pt x="805815" y="2862905"/>
                  </a:lnTo>
                  <a:lnTo>
                    <a:pt x="850583" y="2860318"/>
                  </a:lnTo>
                  <a:lnTo>
                    <a:pt x="895350" y="2857688"/>
                  </a:lnTo>
                  <a:lnTo>
                    <a:pt x="940118" y="2855020"/>
                  </a:lnTo>
                  <a:lnTo>
                    <a:pt x="984885" y="2852319"/>
                  </a:lnTo>
                  <a:lnTo>
                    <a:pt x="1029653" y="2849587"/>
                  </a:lnTo>
                  <a:lnTo>
                    <a:pt x="1074420" y="2846829"/>
                  </a:lnTo>
                  <a:lnTo>
                    <a:pt x="1119188" y="2844050"/>
                  </a:lnTo>
                  <a:lnTo>
                    <a:pt x="1163955" y="2841251"/>
                  </a:lnTo>
                  <a:lnTo>
                    <a:pt x="1208723" y="2838438"/>
                  </a:lnTo>
                  <a:lnTo>
                    <a:pt x="1253490" y="2835613"/>
                  </a:lnTo>
                  <a:lnTo>
                    <a:pt x="1298258" y="2832780"/>
                  </a:lnTo>
                  <a:lnTo>
                    <a:pt x="1343025" y="2829941"/>
                  </a:lnTo>
                  <a:lnTo>
                    <a:pt x="1387793" y="2827099"/>
                  </a:lnTo>
                  <a:lnTo>
                    <a:pt x="1432560" y="2824257"/>
                  </a:lnTo>
                  <a:lnTo>
                    <a:pt x="1477328" y="2821415"/>
                  </a:lnTo>
                  <a:lnTo>
                    <a:pt x="1522095" y="2818576"/>
                  </a:lnTo>
                  <a:lnTo>
                    <a:pt x="1566863" y="2815740"/>
                  </a:lnTo>
                  <a:lnTo>
                    <a:pt x="1611630" y="2812909"/>
                  </a:lnTo>
                  <a:lnTo>
                    <a:pt x="1656398" y="2810083"/>
                  </a:lnTo>
                  <a:lnTo>
                    <a:pt x="1701165" y="2807261"/>
                  </a:lnTo>
                  <a:lnTo>
                    <a:pt x="1745932" y="2804443"/>
                  </a:lnTo>
                  <a:lnTo>
                    <a:pt x="1790700" y="2801630"/>
                  </a:lnTo>
                  <a:lnTo>
                    <a:pt x="1835468" y="2798819"/>
                  </a:lnTo>
                  <a:lnTo>
                    <a:pt x="1880235" y="2796011"/>
                  </a:lnTo>
                  <a:lnTo>
                    <a:pt x="1925002" y="2793203"/>
                  </a:lnTo>
                  <a:lnTo>
                    <a:pt x="1969770" y="2790394"/>
                  </a:lnTo>
                  <a:lnTo>
                    <a:pt x="2014538" y="2787583"/>
                  </a:lnTo>
                  <a:lnTo>
                    <a:pt x="2059305" y="2784766"/>
                  </a:lnTo>
                  <a:lnTo>
                    <a:pt x="2104073" y="2781942"/>
                  </a:lnTo>
                  <a:lnTo>
                    <a:pt x="2148840" y="2779108"/>
                  </a:lnTo>
                  <a:lnTo>
                    <a:pt x="2193608" y="2776264"/>
                  </a:lnTo>
                  <a:lnTo>
                    <a:pt x="2238375" y="2773406"/>
                  </a:lnTo>
                  <a:lnTo>
                    <a:pt x="2283143" y="2770533"/>
                  </a:lnTo>
                  <a:lnTo>
                    <a:pt x="2327910" y="2767643"/>
                  </a:lnTo>
                  <a:lnTo>
                    <a:pt x="2372678" y="2764734"/>
                  </a:lnTo>
                  <a:lnTo>
                    <a:pt x="2417445" y="2761805"/>
                  </a:lnTo>
                  <a:lnTo>
                    <a:pt x="2462213" y="2758856"/>
                  </a:lnTo>
                  <a:lnTo>
                    <a:pt x="2506980" y="2755884"/>
                  </a:lnTo>
                  <a:lnTo>
                    <a:pt x="2551748" y="2752890"/>
                  </a:lnTo>
                  <a:lnTo>
                    <a:pt x="2596515" y="2749873"/>
                  </a:lnTo>
                  <a:lnTo>
                    <a:pt x="2641283" y="2746833"/>
                  </a:lnTo>
                  <a:lnTo>
                    <a:pt x="2686050" y="2743771"/>
                  </a:lnTo>
                  <a:lnTo>
                    <a:pt x="2730818" y="2740689"/>
                  </a:lnTo>
                  <a:lnTo>
                    <a:pt x="2775585" y="2737587"/>
                  </a:lnTo>
                  <a:lnTo>
                    <a:pt x="2820353" y="2734467"/>
                  </a:lnTo>
                  <a:lnTo>
                    <a:pt x="2865120" y="2731332"/>
                  </a:lnTo>
                  <a:lnTo>
                    <a:pt x="2909887" y="2728185"/>
                  </a:lnTo>
                  <a:lnTo>
                    <a:pt x="2954655" y="2725027"/>
                  </a:lnTo>
                  <a:lnTo>
                    <a:pt x="2999423" y="2721864"/>
                  </a:lnTo>
                  <a:lnTo>
                    <a:pt x="3044190" y="2718697"/>
                  </a:lnTo>
                  <a:lnTo>
                    <a:pt x="3088958" y="2715533"/>
                  </a:lnTo>
                  <a:lnTo>
                    <a:pt x="3133725" y="2712373"/>
                  </a:lnTo>
                  <a:lnTo>
                    <a:pt x="3178493" y="2709224"/>
                  </a:lnTo>
                  <a:lnTo>
                    <a:pt x="3223260" y="2706089"/>
                  </a:lnTo>
                  <a:lnTo>
                    <a:pt x="3268028" y="2702975"/>
                  </a:lnTo>
                  <a:lnTo>
                    <a:pt x="3312795" y="2699885"/>
                  </a:lnTo>
                  <a:lnTo>
                    <a:pt x="3357563" y="2696825"/>
                  </a:lnTo>
                  <a:lnTo>
                    <a:pt x="3402330" y="2693800"/>
                  </a:lnTo>
                  <a:lnTo>
                    <a:pt x="3447098" y="2690815"/>
                  </a:lnTo>
                  <a:lnTo>
                    <a:pt x="3491865" y="2687875"/>
                  </a:lnTo>
                  <a:lnTo>
                    <a:pt x="3536633" y="2684985"/>
                  </a:lnTo>
                  <a:lnTo>
                    <a:pt x="3581400" y="2682149"/>
                  </a:lnTo>
                  <a:lnTo>
                    <a:pt x="3626168" y="2679373"/>
                  </a:lnTo>
                  <a:lnTo>
                    <a:pt x="3670935" y="2676661"/>
                  </a:lnTo>
                  <a:lnTo>
                    <a:pt x="3715703" y="2674016"/>
                  </a:lnTo>
                  <a:lnTo>
                    <a:pt x="3760470" y="2671442"/>
                  </a:lnTo>
                  <a:lnTo>
                    <a:pt x="3805237" y="2668944"/>
                  </a:lnTo>
                  <a:lnTo>
                    <a:pt x="3850005" y="2666523"/>
                  </a:lnTo>
                  <a:lnTo>
                    <a:pt x="3894773" y="2664183"/>
                  </a:lnTo>
                  <a:lnTo>
                    <a:pt x="3939540" y="2661927"/>
                  </a:lnTo>
                  <a:lnTo>
                    <a:pt x="3984308" y="2659755"/>
                  </a:lnTo>
                  <a:lnTo>
                    <a:pt x="4029075" y="2657670"/>
                  </a:lnTo>
                  <a:lnTo>
                    <a:pt x="4073843" y="2655674"/>
                  </a:lnTo>
                  <a:lnTo>
                    <a:pt x="4118610" y="2653766"/>
                  </a:lnTo>
                  <a:lnTo>
                    <a:pt x="4163377" y="2651947"/>
                  </a:lnTo>
                  <a:lnTo>
                    <a:pt x="4208145" y="2650217"/>
                  </a:lnTo>
                  <a:lnTo>
                    <a:pt x="4252913" y="2648575"/>
                  </a:lnTo>
                  <a:lnTo>
                    <a:pt x="4297680" y="2647022"/>
                  </a:lnTo>
                  <a:lnTo>
                    <a:pt x="4342448" y="2645555"/>
                  </a:lnTo>
                  <a:lnTo>
                    <a:pt x="4387215" y="2644174"/>
                  </a:lnTo>
                  <a:lnTo>
                    <a:pt x="4431983" y="2642877"/>
                  </a:lnTo>
                  <a:lnTo>
                    <a:pt x="4476750" y="2641662"/>
                  </a:lnTo>
                  <a:lnTo>
                    <a:pt x="4521518" y="2640527"/>
                  </a:lnTo>
                  <a:lnTo>
                    <a:pt x="4566285" y="2639471"/>
                  </a:lnTo>
                  <a:lnTo>
                    <a:pt x="4611053" y="2638489"/>
                  </a:lnTo>
                  <a:lnTo>
                    <a:pt x="4655820" y="2637581"/>
                  </a:lnTo>
                  <a:lnTo>
                    <a:pt x="4700588" y="2636744"/>
                  </a:lnTo>
                  <a:lnTo>
                    <a:pt x="4745355" y="2635973"/>
                  </a:lnTo>
                  <a:lnTo>
                    <a:pt x="4790123" y="2635267"/>
                  </a:lnTo>
                  <a:lnTo>
                    <a:pt x="4834890" y="2634623"/>
                  </a:lnTo>
                  <a:lnTo>
                    <a:pt x="4879658" y="2634037"/>
                  </a:lnTo>
                  <a:lnTo>
                    <a:pt x="4924425" y="2633508"/>
                  </a:lnTo>
                  <a:lnTo>
                    <a:pt x="4969193" y="2633031"/>
                  </a:lnTo>
                  <a:lnTo>
                    <a:pt x="5013960" y="2632606"/>
                  </a:lnTo>
                  <a:lnTo>
                    <a:pt x="5058728" y="2632229"/>
                  </a:lnTo>
                  <a:lnTo>
                    <a:pt x="5103495" y="2631897"/>
                  </a:lnTo>
                  <a:lnTo>
                    <a:pt x="5148263" y="2631610"/>
                  </a:lnTo>
                  <a:lnTo>
                    <a:pt x="5193030" y="2631364"/>
                  </a:lnTo>
                  <a:lnTo>
                    <a:pt x="5237798" y="2631158"/>
                  </a:lnTo>
                  <a:lnTo>
                    <a:pt x="5282565" y="2630989"/>
                  </a:lnTo>
                  <a:lnTo>
                    <a:pt x="5327333" y="2630857"/>
                  </a:lnTo>
                  <a:lnTo>
                    <a:pt x="5372100" y="2630761"/>
                  </a:lnTo>
                  <a:lnTo>
                    <a:pt x="5416868" y="2630698"/>
                  </a:lnTo>
                  <a:lnTo>
                    <a:pt x="5461635" y="2630668"/>
                  </a:lnTo>
                  <a:lnTo>
                    <a:pt x="5506403" y="2630671"/>
                  </a:lnTo>
                  <a:lnTo>
                    <a:pt x="5551170" y="2630706"/>
                  </a:lnTo>
                  <a:lnTo>
                    <a:pt x="5595938" y="2630773"/>
                  </a:lnTo>
                  <a:lnTo>
                    <a:pt x="5640705" y="2630871"/>
                  </a:lnTo>
                  <a:lnTo>
                    <a:pt x="5685473" y="2631002"/>
                  </a:lnTo>
                  <a:lnTo>
                    <a:pt x="5730240" y="2631165"/>
                  </a:lnTo>
                  <a:lnTo>
                    <a:pt x="5775008" y="2631360"/>
                  </a:lnTo>
                  <a:lnTo>
                    <a:pt x="5819775" y="2631589"/>
                  </a:lnTo>
                  <a:lnTo>
                    <a:pt x="5864543" y="2631852"/>
                  </a:lnTo>
                  <a:lnTo>
                    <a:pt x="5909310" y="2632149"/>
                  </a:lnTo>
                  <a:lnTo>
                    <a:pt x="5954078" y="2632483"/>
                  </a:lnTo>
                  <a:lnTo>
                    <a:pt x="5998845" y="2632853"/>
                  </a:lnTo>
                  <a:lnTo>
                    <a:pt x="6043613" y="2633262"/>
                  </a:lnTo>
                  <a:lnTo>
                    <a:pt x="6088380" y="2633710"/>
                  </a:lnTo>
                  <a:lnTo>
                    <a:pt x="6133148" y="2634198"/>
                  </a:lnTo>
                  <a:lnTo>
                    <a:pt x="6177915" y="2634729"/>
                  </a:lnTo>
                  <a:lnTo>
                    <a:pt x="6222683" y="2635303"/>
                  </a:lnTo>
                  <a:lnTo>
                    <a:pt x="6267450" y="2635922"/>
                  </a:lnTo>
                  <a:lnTo>
                    <a:pt x="6312218" y="2636586"/>
                  </a:lnTo>
                  <a:lnTo>
                    <a:pt x="6356985" y="2637298"/>
                  </a:lnTo>
                  <a:lnTo>
                    <a:pt x="6401753" y="2638056"/>
                  </a:lnTo>
                  <a:lnTo>
                    <a:pt x="6446520" y="2638864"/>
                  </a:lnTo>
                  <a:lnTo>
                    <a:pt x="6491287" y="2639720"/>
                  </a:lnTo>
                  <a:lnTo>
                    <a:pt x="6536055" y="2640627"/>
                  </a:lnTo>
                  <a:lnTo>
                    <a:pt x="6580823" y="2641585"/>
                  </a:lnTo>
                  <a:lnTo>
                    <a:pt x="6625590" y="2642594"/>
                  </a:lnTo>
                  <a:lnTo>
                    <a:pt x="6670358" y="2643655"/>
                  </a:lnTo>
                  <a:lnTo>
                    <a:pt x="6715125" y="2644768"/>
                  </a:lnTo>
                  <a:lnTo>
                    <a:pt x="6759893" y="2645934"/>
                  </a:lnTo>
                  <a:lnTo>
                    <a:pt x="6804660" y="2647152"/>
                  </a:lnTo>
                  <a:lnTo>
                    <a:pt x="6849427" y="2648422"/>
                  </a:lnTo>
                  <a:lnTo>
                    <a:pt x="6894195" y="2649744"/>
                  </a:lnTo>
                  <a:lnTo>
                    <a:pt x="6938963" y="2651116"/>
                  </a:lnTo>
                  <a:lnTo>
                    <a:pt x="6983730" y="2652537"/>
                  </a:lnTo>
                  <a:lnTo>
                    <a:pt x="7028497" y="2654008"/>
                  </a:lnTo>
                  <a:lnTo>
                    <a:pt x="7073265" y="2655526"/>
                  </a:lnTo>
                  <a:lnTo>
                    <a:pt x="7118033" y="2657090"/>
                  </a:lnTo>
                  <a:lnTo>
                    <a:pt x="7162800" y="2658699"/>
                  </a:lnTo>
                  <a:lnTo>
                    <a:pt x="7207568" y="2660351"/>
                  </a:lnTo>
                  <a:lnTo>
                    <a:pt x="7252335" y="2662046"/>
                  </a:lnTo>
                  <a:lnTo>
                    <a:pt x="7297103" y="2663780"/>
                  </a:lnTo>
                  <a:lnTo>
                    <a:pt x="7341870" y="2665553"/>
                  </a:lnTo>
                  <a:lnTo>
                    <a:pt x="7386638" y="2667363"/>
                  </a:lnTo>
                  <a:lnTo>
                    <a:pt x="7431405" y="2669208"/>
                  </a:lnTo>
                  <a:lnTo>
                    <a:pt x="7476173" y="2671085"/>
                  </a:lnTo>
                  <a:lnTo>
                    <a:pt x="7520940" y="2672994"/>
                  </a:lnTo>
                  <a:lnTo>
                    <a:pt x="7565708" y="2674933"/>
                  </a:lnTo>
                  <a:lnTo>
                    <a:pt x="7610475" y="2676900"/>
                  </a:lnTo>
                  <a:lnTo>
                    <a:pt x="7655242" y="2678894"/>
                  </a:lnTo>
                  <a:lnTo>
                    <a:pt x="7700010" y="2680914"/>
                  </a:lnTo>
                  <a:lnTo>
                    <a:pt x="7744778" y="2682958"/>
                  </a:lnTo>
                  <a:lnTo>
                    <a:pt x="7789545" y="2685027"/>
                  </a:lnTo>
                  <a:lnTo>
                    <a:pt x="7834313" y="2687118"/>
                  </a:lnTo>
                  <a:lnTo>
                    <a:pt x="7879080" y="2689233"/>
                  </a:lnTo>
                  <a:lnTo>
                    <a:pt x="7923848" y="2691371"/>
                  </a:lnTo>
                  <a:lnTo>
                    <a:pt x="7968615" y="2693533"/>
                  </a:lnTo>
                  <a:lnTo>
                    <a:pt x="8013383" y="2695718"/>
                  </a:lnTo>
                  <a:lnTo>
                    <a:pt x="8058150" y="2697928"/>
                  </a:lnTo>
                  <a:lnTo>
                    <a:pt x="8102918" y="2700163"/>
                  </a:lnTo>
                  <a:lnTo>
                    <a:pt x="8147685" y="2702426"/>
                  </a:lnTo>
                  <a:lnTo>
                    <a:pt x="8192453" y="2704716"/>
                  </a:lnTo>
                  <a:lnTo>
                    <a:pt x="8237220" y="2707037"/>
                  </a:lnTo>
                  <a:lnTo>
                    <a:pt x="8281987" y="2709391"/>
                  </a:lnTo>
                  <a:lnTo>
                    <a:pt x="8326755" y="2711780"/>
                  </a:lnTo>
                  <a:lnTo>
                    <a:pt x="8371522" y="2714207"/>
                  </a:lnTo>
                  <a:lnTo>
                    <a:pt x="8416290" y="2716675"/>
                  </a:lnTo>
                  <a:lnTo>
                    <a:pt x="8461058" y="2719186"/>
                  </a:lnTo>
                  <a:lnTo>
                    <a:pt x="8505825" y="2721742"/>
                  </a:lnTo>
                  <a:lnTo>
                    <a:pt x="8550593" y="2724348"/>
                  </a:lnTo>
                  <a:lnTo>
                    <a:pt x="8595360" y="2727005"/>
                  </a:lnTo>
                  <a:lnTo>
                    <a:pt x="8640128" y="2729717"/>
                  </a:lnTo>
                  <a:lnTo>
                    <a:pt x="8684895" y="2732486"/>
                  </a:lnTo>
                  <a:lnTo>
                    <a:pt x="8729663" y="2735315"/>
                  </a:lnTo>
                  <a:lnTo>
                    <a:pt x="8774430" y="2738206"/>
                  </a:lnTo>
                  <a:lnTo>
                    <a:pt x="8819198" y="2741161"/>
                  </a:lnTo>
                  <a:lnTo>
                    <a:pt x="8863965" y="2744183"/>
                  </a:lnTo>
                  <a:lnTo>
                    <a:pt x="8908733" y="2747272"/>
                  </a:lnTo>
                  <a:lnTo>
                    <a:pt x="8953500" y="2750429"/>
                  </a:lnTo>
                  <a:lnTo>
                    <a:pt x="8998268" y="2753655"/>
                  </a:lnTo>
                  <a:lnTo>
                    <a:pt x="9043035" y="2756951"/>
                  </a:lnTo>
                  <a:lnTo>
                    <a:pt x="9087803" y="2760314"/>
                  </a:lnTo>
                  <a:lnTo>
                    <a:pt x="9132570" y="2763745"/>
                  </a:lnTo>
                  <a:lnTo>
                    <a:pt x="9177338" y="2767242"/>
                  </a:lnTo>
                  <a:lnTo>
                    <a:pt x="9222105" y="2770802"/>
                  </a:lnTo>
                  <a:lnTo>
                    <a:pt x="9266873" y="2774422"/>
                  </a:lnTo>
                  <a:lnTo>
                    <a:pt x="9311640" y="2778100"/>
                  </a:lnTo>
                  <a:lnTo>
                    <a:pt x="9356408" y="2781832"/>
                  </a:lnTo>
                  <a:lnTo>
                    <a:pt x="9401175" y="2785612"/>
                  </a:lnTo>
                  <a:lnTo>
                    <a:pt x="9445943" y="2789437"/>
                  </a:lnTo>
                  <a:lnTo>
                    <a:pt x="9490710" y="2793299"/>
                  </a:lnTo>
                  <a:lnTo>
                    <a:pt x="9535478" y="2797194"/>
                  </a:lnTo>
                  <a:lnTo>
                    <a:pt x="9580245" y="2801114"/>
                  </a:lnTo>
                  <a:lnTo>
                    <a:pt x="9625013" y="2805053"/>
                  </a:lnTo>
                  <a:lnTo>
                    <a:pt x="9669780" y="2809003"/>
                  </a:lnTo>
                  <a:lnTo>
                    <a:pt x="9714548" y="2812957"/>
                  </a:lnTo>
                  <a:lnTo>
                    <a:pt x="9759315" y="2816908"/>
                  </a:lnTo>
                  <a:lnTo>
                    <a:pt x="9804083" y="2820847"/>
                  </a:lnTo>
                  <a:lnTo>
                    <a:pt x="9848850" y="2824766"/>
                  </a:lnTo>
                  <a:lnTo>
                    <a:pt x="9893618" y="2828657"/>
                  </a:lnTo>
                  <a:lnTo>
                    <a:pt x="9938385" y="2832512"/>
                  </a:lnTo>
                  <a:lnTo>
                    <a:pt x="9983153" y="2836324"/>
                  </a:lnTo>
                  <a:lnTo>
                    <a:pt x="10027920" y="2840084"/>
                  </a:lnTo>
                  <a:lnTo>
                    <a:pt x="10072688" y="2843785"/>
                  </a:lnTo>
                  <a:lnTo>
                    <a:pt x="10117455" y="2847419"/>
                  </a:lnTo>
                  <a:lnTo>
                    <a:pt x="10162223" y="2850981"/>
                  </a:lnTo>
                  <a:lnTo>
                    <a:pt x="10206990" y="2854462"/>
                  </a:lnTo>
                  <a:lnTo>
                    <a:pt x="10251758" y="2857857"/>
                  </a:lnTo>
                  <a:lnTo>
                    <a:pt x="10296525" y="2861161"/>
                  </a:lnTo>
                  <a:lnTo>
                    <a:pt x="10341293" y="2864368"/>
                  </a:lnTo>
                  <a:lnTo>
                    <a:pt x="10386060" y="2867474"/>
                  </a:lnTo>
                  <a:lnTo>
                    <a:pt x="10430828" y="2870474"/>
                  </a:lnTo>
                  <a:lnTo>
                    <a:pt x="10475595" y="2873366"/>
                  </a:lnTo>
                  <a:lnTo>
                    <a:pt x="10520363" y="2876147"/>
                  </a:lnTo>
                  <a:lnTo>
                    <a:pt x="10565130" y="2878813"/>
                  </a:lnTo>
                  <a:lnTo>
                    <a:pt x="10609898" y="2881364"/>
                  </a:lnTo>
                  <a:lnTo>
                    <a:pt x="10654665" y="2883799"/>
                  </a:lnTo>
                  <a:lnTo>
                    <a:pt x="10699433" y="2886117"/>
                  </a:lnTo>
                  <a:lnTo>
                    <a:pt x="10744200" y="2888317"/>
                  </a:lnTo>
                  <a:lnTo>
                    <a:pt x="10744200" y="3200400"/>
                  </a:lnTo>
                  <a:lnTo>
                    <a:pt x="10699433" y="3200400"/>
                  </a:lnTo>
                  <a:lnTo>
                    <a:pt x="10654665" y="3200400"/>
                  </a:lnTo>
                  <a:lnTo>
                    <a:pt x="10609898" y="3200400"/>
                  </a:lnTo>
                  <a:lnTo>
                    <a:pt x="10565130" y="3200400"/>
                  </a:lnTo>
                  <a:lnTo>
                    <a:pt x="10520363" y="3200400"/>
                  </a:lnTo>
                  <a:lnTo>
                    <a:pt x="10475595" y="3200400"/>
                  </a:lnTo>
                  <a:lnTo>
                    <a:pt x="10430828" y="3200400"/>
                  </a:lnTo>
                  <a:lnTo>
                    <a:pt x="10386060" y="3200400"/>
                  </a:lnTo>
                  <a:lnTo>
                    <a:pt x="10341293" y="3200400"/>
                  </a:lnTo>
                  <a:lnTo>
                    <a:pt x="10296525" y="3200400"/>
                  </a:lnTo>
                  <a:lnTo>
                    <a:pt x="10251758" y="3200400"/>
                  </a:lnTo>
                  <a:lnTo>
                    <a:pt x="10206990" y="3200400"/>
                  </a:lnTo>
                  <a:lnTo>
                    <a:pt x="10162223" y="3200400"/>
                  </a:lnTo>
                  <a:lnTo>
                    <a:pt x="10117455" y="3200400"/>
                  </a:lnTo>
                  <a:lnTo>
                    <a:pt x="10072688" y="3200400"/>
                  </a:lnTo>
                  <a:lnTo>
                    <a:pt x="10027920" y="3200400"/>
                  </a:lnTo>
                  <a:lnTo>
                    <a:pt x="9983153" y="3200400"/>
                  </a:lnTo>
                  <a:lnTo>
                    <a:pt x="9938385" y="3200400"/>
                  </a:lnTo>
                  <a:lnTo>
                    <a:pt x="9893618" y="3200400"/>
                  </a:lnTo>
                  <a:lnTo>
                    <a:pt x="9848850" y="3200400"/>
                  </a:lnTo>
                  <a:lnTo>
                    <a:pt x="9804083" y="3200400"/>
                  </a:lnTo>
                  <a:lnTo>
                    <a:pt x="9759315" y="3200400"/>
                  </a:lnTo>
                  <a:lnTo>
                    <a:pt x="9714548" y="3200400"/>
                  </a:lnTo>
                  <a:lnTo>
                    <a:pt x="9669780" y="3200400"/>
                  </a:lnTo>
                  <a:lnTo>
                    <a:pt x="9625013" y="3200400"/>
                  </a:lnTo>
                  <a:lnTo>
                    <a:pt x="9580245" y="3200400"/>
                  </a:lnTo>
                  <a:lnTo>
                    <a:pt x="9535478" y="3200400"/>
                  </a:lnTo>
                  <a:lnTo>
                    <a:pt x="9490710" y="3200400"/>
                  </a:lnTo>
                  <a:lnTo>
                    <a:pt x="9445943" y="3200400"/>
                  </a:lnTo>
                  <a:lnTo>
                    <a:pt x="9401175" y="3200400"/>
                  </a:lnTo>
                  <a:lnTo>
                    <a:pt x="9356408" y="3200400"/>
                  </a:lnTo>
                  <a:lnTo>
                    <a:pt x="9311640" y="3200400"/>
                  </a:lnTo>
                  <a:lnTo>
                    <a:pt x="9266873" y="3200400"/>
                  </a:lnTo>
                  <a:lnTo>
                    <a:pt x="9222105" y="3200400"/>
                  </a:lnTo>
                  <a:lnTo>
                    <a:pt x="9177338" y="3200400"/>
                  </a:lnTo>
                  <a:lnTo>
                    <a:pt x="9132570" y="3200400"/>
                  </a:lnTo>
                  <a:lnTo>
                    <a:pt x="9087803" y="3200400"/>
                  </a:lnTo>
                  <a:lnTo>
                    <a:pt x="9043035" y="3200400"/>
                  </a:lnTo>
                  <a:lnTo>
                    <a:pt x="8998268" y="3200400"/>
                  </a:lnTo>
                  <a:lnTo>
                    <a:pt x="8953500" y="3200400"/>
                  </a:lnTo>
                  <a:lnTo>
                    <a:pt x="8908733" y="3200400"/>
                  </a:lnTo>
                  <a:lnTo>
                    <a:pt x="8863965" y="3200400"/>
                  </a:lnTo>
                  <a:lnTo>
                    <a:pt x="8819198" y="3200400"/>
                  </a:lnTo>
                  <a:lnTo>
                    <a:pt x="8774430" y="3200400"/>
                  </a:lnTo>
                  <a:lnTo>
                    <a:pt x="8729663" y="3200400"/>
                  </a:lnTo>
                  <a:lnTo>
                    <a:pt x="8684895" y="3200400"/>
                  </a:lnTo>
                  <a:lnTo>
                    <a:pt x="8640128" y="3200400"/>
                  </a:lnTo>
                  <a:lnTo>
                    <a:pt x="8595360" y="3200400"/>
                  </a:lnTo>
                  <a:lnTo>
                    <a:pt x="8550593" y="3200400"/>
                  </a:lnTo>
                  <a:lnTo>
                    <a:pt x="8505825" y="3200400"/>
                  </a:lnTo>
                  <a:lnTo>
                    <a:pt x="8461058" y="3200400"/>
                  </a:lnTo>
                  <a:lnTo>
                    <a:pt x="8416290" y="3200400"/>
                  </a:lnTo>
                  <a:lnTo>
                    <a:pt x="8371522" y="3200400"/>
                  </a:lnTo>
                  <a:lnTo>
                    <a:pt x="8326755" y="3200400"/>
                  </a:lnTo>
                  <a:lnTo>
                    <a:pt x="8281987" y="3200400"/>
                  </a:lnTo>
                  <a:lnTo>
                    <a:pt x="8237220" y="3200400"/>
                  </a:lnTo>
                  <a:lnTo>
                    <a:pt x="8192453" y="3200400"/>
                  </a:lnTo>
                  <a:lnTo>
                    <a:pt x="8147685" y="3200400"/>
                  </a:lnTo>
                  <a:lnTo>
                    <a:pt x="8102918" y="3200400"/>
                  </a:lnTo>
                  <a:lnTo>
                    <a:pt x="8058150" y="3200400"/>
                  </a:lnTo>
                  <a:lnTo>
                    <a:pt x="8013383" y="3200400"/>
                  </a:lnTo>
                  <a:lnTo>
                    <a:pt x="7968615" y="3200400"/>
                  </a:lnTo>
                  <a:lnTo>
                    <a:pt x="7923848" y="3200400"/>
                  </a:lnTo>
                  <a:lnTo>
                    <a:pt x="7879080" y="3200400"/>
                  </a:lnTo>
                  <a:lnTo>
                    <a:pt x="7834313" y="3200400"/>
                  </a:lnTo>
                  <a:lnTo>
                    <a:pt x="7789545" y="3200400"/>
                  </a:lnTo>
                  <a:lnTo>
                    <a:pt x="7744778" y="3200400"/>
                  </a:lnTo>
                  <a:lnTo>
                    <a:pt x="7700010" y="3200400"/>
                  </a:lnTo>
                  <a:lnTo>
                    <a:pt x="7655242" y="3200400"/>
                  </a:lnTo>
                  <a:lnTo>
                    <a:pt x="7610475" y="3200400"/>
                  </a:lnTo>
                  <a:lnTo>
                    <a:pt x="7565708" y="3200400"/>
                  </a:lnTo>
                  <a:lnTo>
                    <a:pt x="7520940" y="3200400"/>
                  </a:lnTo>
                  <a:lnTo>
                    <a:pt x="7476173" y="3200400"/>
                  </a:lnTo>
                  <a:lnTo>
                    <a:pt x="7431405" y="3200400"/>
                  </a:lnTo>
                  <a:lnTo>
                    <a:pt x="7386638" y="3200400"/>
                  </a:lnTo>
                  <a:lnTo>
                    <a:pt x="7341870" y="3200400"/>
                  </a:lnTo>
                  <a:lnTo>
                    <a:pt x="7297103" y="3200400"/>
                  </a:lnTo>
                  <a:lnTo>
                    <a:pt x="7252335" y="3200400"/>
                  </a:lnTo>
                  <a:lnTo>
                    <a:pt x="7207568" y="3200400"/>
                  </a:lnTo>
                  <a:lnTo>
                    <a:pt x="7162800" y="3200400"/>
                  </a:lnTo>
                  <a:lnTo>
                    <a:pt x="7118033" y="3200400"/>
                  </a:lnTo>
                  <a:lnTo>
                    <a:pt x="7073265" y="3200400"/>
                  </a:lnTo>
                  <a:lnTo>
                    <a:pt x="7028497" y="3200400"/>
                  </a:lnTo>
                  <a:lnTo>
                    <a:pt x="6983730" y="3200400"/>
                  </a:lnTo>
                  <a:lnTo>
                    <a:pt x="6938963" y="3200400"/>
                  </a:lnTo>
                  <a:lnTo>
                    <a:pt x="6894195" y="3200400"/>
                  </a:lnTo>
                  <a:lnTo>
                    <a:pt x="6849427" y="3200400"/>
                  </a:lnTo>
                  <a:lnTo>
                    <a:pt x="6804660" y="3200400"/>
                  </a:lnTo>
                  <a:lnTo>
                    <a:pt x="6759893" y="3200400"/>
                  </a:lnTo>
                  <a:lnTo>
                    <a:pt x="6715125" y="3200400"/>
                  </a:lnTo>
                  <a:lnTo>
                    <a:pt x="6670358" y="3200400"/>
                  </a:lnTo>
                  <a:lnTo>
                    <a:pt x="6625590" y="3200400"/>
                  </a:lnTo>
                  <a:lnTo>
                    <a:pt x="6580823" y="3200400"/>
                  </a:lnTo>
                  <a:lnTo>
                    <a:pt x="6536055" y="3200400"/>
                  </a:lnTo>
                  <a:lnTo>
                    <a:pt x="6491287" y="3200400"/>
                  </a:lnTo>
                  <a:lnTo>
                    <a:pt x="6446520" y="3200400"/>
                  </a:lnTo>
                  <a:lnTo>
                    <a:pt x="6401753" y="3200400"/>
                  </a:lnTo>
                  <a:lnTo>
                    <a:pt x="6356985" y="3200400"/>
                  </a:lnTo>
                  <a:lnTo>
                    <a:pt x="6312218" y="3200400"/>
                  </a:lnTo>
                  <a:lnTo>
                    <a:pt x="6267450" y="3200400"/>
                  </a:lnTo>
                  <a:lnTo>
                    <a:pt x="6222683" y="3200400"/>
                  </a:lnTo>
                  <a:lnTo>
                    <a:pt x="6177915" y="3200400"/>
                  </a:lnTo>
                  <a:lnTo>
                    <a:pt x="6133148" y="3200400"/>
                  </a:lnTo>
                  <a:lnTo>
                    <a:pt x="6088380" y="3200400"/>
                  </a:lnTo>
                  <a:lnTo>
                    <a:pt x="6043613" y="3200400"/>
                  </a:lnTo>
                  <a:lnTo>
                    <a:pt x="5998845" y="3200400"/>
                  </a:lnTo>
                  <a:lnTo>
                    <a:pt x="5954078" y="3200400"/>
                  </a:lnTo>
                  <a:lnTo>
                    <a:pt x="5909310" y="3200400"/>
                  </a:lnTo>
                  <a:lnTo>
                    <a:pt x="5864543" y="3200400"/>
                  </a:lnTo>
                  <a:lnTo>
                    <a:pt x="5819775" y="3200400"/>
                  </a:lnTo>
                  <a:lnTo>
                    <a:pt x="5775008" y="3200400"/>
                  </a:lnTo>
                  <a:lnTo>
                    <a:pt x="5730240" y="3200400"/>
                  </a:lnTo>
                  <a:lnTo>
                    <a:pt x="5685473" y="3200400"/>
                  </a:lnTo>
                  <a:lnTo>
                    <a:pt x="5640705" y="3200400"/>
                  </a:lnTo>
                  <a:lnTo>
                    <a:pt x="5595938" y="3200400"/>
                  </a:lnTo>
                  <a:lnTo>
                    <a:pt x="5551170" y="3200400"/>
                  </a:lnTo>
                  <a:lnTo>
                    <a:pt x="5506403" y="3200400"/>
                  </a:lnTo>
                  <a:lnTo>
                    <a:pt x="5461635" y="3200400"/>
                  </a:lnTo>
                  <a:lnTo>
                    <a:pt x="5416868" y="3200400"/>
                  </a:lnTo>
                  <a:lnTo>
                    <a:pt x="5372100" y="3200400"/>
                  </a:lnTo>
                  <a:lnTo>
                    <a:pt x="5327333" y="3200400"/>
                  </a:lnTo>
                  <a:lnTo>
                    <a:pt x="5282565" y="3200400"/>
                  </a:lnTo>
                  <a:lnTo>
                    <a:pt x="5237798" y="3200400"/>
                  </a:lnTo>
                  <a:lnTo>
                    <a:pt x="5193030" y="3200400"/>
                  </a:lnTo>
                  <a:lnTo>
                    <a:pt x="5148263" y="3200400"/>
                  </a:lnTo>
                  <a:lnTo>
                    <a:pt x="5103495" y="3200400"/>
                  </a:lnTo>
                  <a:lnTo>
                    <a:pt x="5058728" y="3200400"/>
                  </a:lnTo>
                  <a:lnTo>
                    <a:pt x="5013960" y="3200400"/>
                  </a:lnTo>
                  <a:lnTo>
                    <a:pt x="4969193" y="3200400"/>
                  </a:lnTo>
                  <a:lnTo>
                    <a:pt x="4924425" y="3200400"/>
                  </a:lnTo>
                  <a:lnTo>
                    <a:pt x="4879658" y="3200400"/>
                  </a:lnTo>
                  <a:lnTo>
                    <a:pt x="4834890" y="3200400"/>
                  </a:lnTo>
                  <a:lnTo>
                    <a:pt x="4790123" y="3200400"/>
                  </a:lnTo>
                  <a:lnTo>
                    <a:pt x="4745355" y="3200400"/>
                  </a:lnTo>
                  <a:lnTo>
                    <a:pt x="4700588" y="3200400"/>
                  </a:lnTo>
                  <a:lnTo>
                    <a:pt x="4655820" y="3200400"/>
                  </a:lnTo>
                  <a:lnTo>
                    <a:pt x="4611053" y="3200400"/>
                  </a:lnTo>
                  <a:lnTo>
                    <a:pt x="4566285" y="3200400"/>
                  </a:lnTo>
                  <a:lnTo>
                    <a:pt x="4521518" y="3200400"/>
                  </a:lnTo>
                  <a:lnTo>
                    <a:pt x="4476750" y="3200400"/>
                  </a:lnTo>
                  <a:lnTo>
                    <a:pt x="4431983" y="3200400"/>
                  </a:lnTo>
                  <a:lnTo>
                    <a:pt x="4387215" y="3200400"/>
                  </a:lnTo>
                  <a:lnTo>
                    <a:pt x="4342448" y="3200400"/>
                  </a:lnTo>
                  <a:lnTo>
                    <a:pt x="4297680" y="3200400"/>
                  </a:lnTo>
                  <a:lnTo>
                    <a:pt x="4252913" y="3200400"/>
                  </a:lnTo>
                  <a:lnTo>
                    <a:pt x="4208145" y="3200400"/>
                  </a:lnTo>
                  <a:lnTo>
                    <a:pt x="4163377" y="3200400"/>
                  </a:lnTo>
                  <a:lnTo>
                    <a:pt x="4118610" y="3200400"/>
                  </a:lnTo>
                  <a:lnTo>
                    <a:pt x="4073843" y="3200400"/>
                  </a:lnTo>
                  <a:lnTo>
                    <a:pt x="4029075" y="3200400"/>
                  </a:lnTo>
                  <a:lnTo>
                    <a:pt x="3984308" y="3200400"/>
                  </a:lnTo>
                  <a:lnTo>
                    <a:pt x="3939540" y="3200400"/>
                  </a:lnTo>
                  <a:lnTo>
                    <a:pt x="3894773" y="3200400"/>
                  </a:lnTo>
                  <a:lnTo>
                    <a:pt x="3850005" y="3200400"/>
                  </a:lnTo>
                  <a:lnTo>
                    <a:pt x="3805237" y="3200400"/>
                  </a:lnTo>
                  <a:lnTo>
                    <a:pt x="3760470" y="3200400"/>
                  </a:lnTo>
                  <a:lnTo>
                    <a:pt x="3715703" y="3200400"/>
                  </a:lnTo>
                  <a:lnTo>
                    <a:pt x="3670935" y="3200400"/>
                  </a:lnTo>
                  <a:lnTo>
                    <a:pt x="3626168" y="3200400"/>
                  </a:lnTo>
                  <a:lnTo>
                    <a:pt x="3581400" y="3200400"/>
                  </a:lnTo>
                  <a:lnTo>
                    <a:pt x="3536633" y="3200400"/>
                  </a:lnTo>
                  <a:lnTo>
                    <a:pt x="3491865" y="3200400"/>
                  </a:lnTo>
                  <a:lnTo>
                    <a:pt x="3447098" y="3200400"/>
                  </a:lnTo>
                  <a:lnTo>
                    <a:pt x="3402330" y="3200400"/>
                  </a:lnTo>
                  <a:lnTo>
                    <a:pt x="3357563" y="3200400"/>
                  </a:lnTo>
                  <a:lnTo>
                    <a:pt x="3312795" y="3200400"/>
                  </a:lnTo>
                  <a:lnTo>
                    <a:pt x="3268028" y="3200400"/>
                  </a:lnTo>
                  <a:lnTo>
                    <a:pt x="3223260" y="3200400"/>
                  </a:lnTo>
                  <a:lnTo>
                    <a:pt x="3178493" y="3200400"/>
                  </a:lnTo>
                  <a:lnTo>
                    <a:pt x="3133725" y="3200400"/>
                  </a:lnTo>
                  <a:lnTo>
                    <a:pt x="3088958" y="3200400"/>
                  </a:lnTo>
                  <a:lnTo>
                    <a:pt x="3044190" y="3200400"/>
                  </a:lnTo>
                  <a:lnTo>
                    <a:pt x="2999423" y="3200400"/>
                  </a:lnTo>
                  <a:lnTo>
                    <a:pt x="2954655" y="3200400"/>
                  </a:lnTo>
                  <a:lnTo>
                    <a:pt x="2909887" y="3200400"/>
                  </a:lnTo>
                  <a:lnTo>
                    <a:pt x="2865120" y="3200400"/>
                  </a:lnTo>
                  <a:lnTo>
                    <a:pt x="2820353" y="3200400"/>
                  </a:lnTo>
                  <a:lnTo>
                    <a:pt x="2775585" y="3200400"/>
                  </a:lnTo>
                  <a:lnTo>
                    <a:pt x="2730818" y="3200400"/>
                  </a:lnTo>
                  <a:lnTo>
                    <a:pt x="2686050" y="3200400"/>
                  </a:lnTo>
                  <a:lnTo>
                    <a:pt x="2641283" y="3200400"/>
                  </a:lnTo>
                  <a:lnTo>
                    <a:pt x="2596515" y="3200400"/>
                  </a:lnTo>
                  <a:lnTo>
                    <a:pt x="2551748" y="3200400"/>
                  </a:lnTo>
                  <a:lnTo>
                    <a:pt x="2506980" y="3200400"/>
                  </a:lnTo>
                  <a:lnTo>
                    <a:pt x="2462213" y="3200400"/>
                  </a:lnTo>
                  <a:lnTo>
                    <a:pt x="2417445" y="3200400"/>
                  </a:lnTo>
                  <a:lnTo>
                    <a:pt x="2372678" y="3200400"/>
                  </a:lnTo>
                  <a:lnTo>
                    <a:pt x="2327910" y="3200400"/>
                  </a:lnTo>
                  <a:lnTo>
                    <a:pt x="2283143" y="3200400"/>
                  </a:lnTo>
                  <a:lnTo>
                    <a:pt x="2238375" y="3200400"/>
                  </a:lnTo>
                  <a:lnTo>
                    <a:pt x="2193608" y="3200400"/>
                  </a:lnTo>
                  <a:lnTo>
                    <a:pt x="2148840" y="3200400"/>
                  </a:lnTo>
                  <a:lnTo>
                    <a:pt x="2104073" y="3200400"/>
                  </a:lnTo>
                  <a:lnTo>
                    <a:pt x="2059305" y="3200400"/>
                  </a:lnTo>
                  <a:lnTo>
                    <a:pt x="2014538" y="3200400"/>
                  </a:lnTo>
                  <a:lnTo>
                    <a:pt x="1969770" y="3200400"/>
                  </a:lnTo>
                  <a:lnTo>
                    <a:pt x="1925002" y="3200400"/>
                  </a:lnTo>
                  <a:lnTo>
                    <a:pt x="1880235" y="3200400"/>
                  </a:lnTo>
                  <a:lnTo>
                    <a:pt x="1835468" y="3200400"/>
                  </a:lnTo>
                  <a:lnTo>
                    <a:pt x="1790700" y="3200400"/>
                  </a:lnTo>
                  <a:lnTo>
                    <a:pt x="1745932" y="3200400"/>
                  </a:lnTo>
                  <a:lnTo>
                    <a:pt x="1701165" y="3200400"/>
                  </a:lnTo>
                  <a:lnTo>
                    <a:pt x="1656398" y="3200400"/>
                  </a:lnTo>
                  <a:lnTo>
                    <a:pt x="1611630" y="3200400"/>
                  </a:lnTo>
                  <a:lnTo>
                    <a:pt x="1566863" y="3200400"/>
                  </a:lnTo>
                  <a:lnTo>
                    <a:pt x="1522095" y="3200400"/>
                  </a:lnTo>
                  <a:lnTo>
                    <a:pt x="1477328" y="3200400"/>
                  </a:lnTo>
                  <a:lnTo>
                    <a:pt x="1432560" y="3200400"/>
                  </a:lnTo>
                  <a:lnTo>
                    <a:pt x="1387793" y="3200400"/>
                  </a:lnTo>
                  <a:lnTo>
                    <a:pt x="1343025" y="3200400"/>
                  </a:lnTo>
                  <a:lnTo>
                    <a:pt x="1298258" y="3200400"/>
                  </a:lnTo>
                  <a:lnTo>
                    <a:pt x="1253490" y="3200400"/>
                  </a:lnTo>
                  <a:lnTo>
                    <a:pt x="1208723" y="3200400"/>
                  </a:lnTo>
                  <a:lnTo>
                    <a:pt x="1163955" y="3200400"/>
                  </a:lnTo>
                  <a:lnTo>
                    <a:pt x="1119188" y="3200400"/>
                  </a:lnTo>
                  <a:lnTo>
                    <a:pt x="1074420" y="3200400"/>
                  </a:lnTo>
                  <a:lnTo>
                    <a:pt x="1029653" y="3200400"/>
                  </a:lnTo>
                  <a:lnTo>
                    <a:pt x="984885" y="3200400"/>
                  </a:lnTo>
                  <a:lnTo>
                    <a:pt x="940118" y="3200400"/>
                  </a:lnTo>
                  <a:lnTo>
                    <a:pt x="895350" y="3200400"/>
                  </a:lnTo>
                  <a:lnTo>
                    <a:pt x="850583" y="3200400"/>
                  </a:lnTo>
                  <a:lnTo>
                    <a:pt x="805815" y="3200400"/>
                  </a:lnTo>
                  <a:lnTo>
                    <a:pt x="761048" y="3200400"/>
                  </a:lnTo>
                  <a:lnTo>
                    <a:pt x="716280" y="3200400"/>
                  </a:lnTo>
                  <a:lnTo>
                    <a:pt x="671513" y="3200400"/>
                  </a:lnTo>
                  <a:lnTo>
                    <a:pt x="626745" y="3200400"/>
                  </a:lnTo>
                  <a:lnTo>
                    <a:pt x="581978" y="3200400"/>
                  </a:lnTo>
                  <a:lnTo>
                    <a:pt x="537210" y="3200400"/>
                  </a:lnTo>
                  <a:lnTo>
                    <a:pt x="492443" y="3200400"/>
                  </a:lnTo>
                  <a:lnTo>
                    <a:pt x="447675" y="3200400"/>
                  </a:lnTo>
                  <a:lnTo>
                    <a:pt x="402908" y="3200400"/>
                  </a:lnTo>
                  <a:lnTo>
                    <a:pt x="358140" y="3200400"/>
                  </a:lnTo>
                  <a:lnTo>
                    <a:pt x="313373" y="3200400"/>
                  </a:lnTo>
                  <a:lnTo>
                    <a:pt x="268605" y="3200400"/>
                  </a:lnTo>
                  <a:lnTo>
                    <a:pt x="223838" y="3200400"/>
                  </a:lnTo>
                  <a:lnTo>
                    <a:pt x="179070" y="3200400"/>
                  </a:lnTo>
                  <a:lnTo>
                    <a:pt x="134303" y="3200400"/>
                  </a:lnTo>
                  <a:lnTo>
                    <a:pt x="89535" y="3200400"/>
                  </a:lnTo>
                  <a:lnTo>
                    <a:pt x="44768" y="3200400"/>
                  </a:lnTo>
                  <a:lnTo>
                    <a:pt x="0" y="3200400"/>
                  </a:lnTo>
                  <a:close/>
                </a:path>
              </a:pathLst>
            </a:custGeom>
            <a:solidFill>
              <a:srgbClr val="CED7E6"/>
            </a:solidFill>
            <a:ln>
              <a:noFill/>
            </a:ln>
          </p:spPr>
        </p:sp>
        <p:sp>
          <p:nvSpPr>
            <p:cNvPr id="16" name="node01.series.source-002"/>
            <p:cNvSpPr/>
            <p:nvPr/>
          </p:nvSpPr>
          <p:spPr>
            <a:xfrm>
              <a:off x="723900" y="1600200"/>
              <a:ext cx="10744200" cy="3200400"/>
            </a:xfrm>
            <a:custGeom>
              <a:avLst/>
              <a:gdLst/>
              <a:ahLst/>
              <a:cxnLst/>
              <a:rect l="l" t="t" r="r" b="b"/>
              <a:pathLst>
                <a:path w="10744200" h="3200400">
                  <a:moveTo>
                    <a:pt x="0" y="2554224"/>
                  </a:moveTo>
                  <a:lnTo>
                    <a:pt x="44768" y="2547526"/>
                  </a:lnTo>
                  <a:lnTo>
                    <a:pt x="89535" y="2540382"/>
                  </a:lnTo>
                  <a:lnTo>
                    <a:pt x="134303" y="2532773"/>
                  </a:lnTo>
                  <a:lnTo>
                    <a:pt x="179070" y="2524683"/>
                  </a:lnTo>
                  <a:lnTo>
                    <a:pt x="223838" y="2516096"/>
                  </a:lnTo>
                  <a:lnTo>
                    <a:pt x="268605" y="2506996"/>
                  </a:lnTo>
                  <a:lnTo>
                    <a:pt x="313373" y="2497365"/>
                  </a:lnTo>
                  <a:lnTo>
                    <a:pt x="358140" y="2487190"/>
                  </a:lnTo>
                  <a:lnTo>
                    <a:pt x="402908" y="2476455"/>
                  </a:lnTo>
                  <a:lnTo>
                    <a:pt x="447675" y="2465149"/>
                  </a:lnTo>
                  <a:lnTo>
                    <a:pt x="492443" y="2453259"/>
                  </a:lnTo>
                  <a:lnTo>
                    <a:pt x="537210" y="2440772"/>
                  </a:lnTo>
                  <a:lnTo>
                    <a:pt x="581978" y="2427678"/>
                  </a:lnTo>
                  <a:lnTo>
                    <a:pt x="626745" y="2413967"/>
                  </a:lnTo>
                  <a:lnTo>
                    <a:pt x="671513" y="2399630"/>
                  </a:lnTo>
                  <a:lnTo>
                    <a:pt x="716280" y="2384660"/>
                  </a:lnTo>
                  <a:lnTo>
                    <a:pt x="761048" y="2369052"/>
                  </a:lnTo>
                  <a:lnTo>
                    <a:pt x="805815" y="2352800"/>
                  </a:lnTo>
                  <a:lnTo>
                    <a:pt x="850583" y="2335902"/>
                  </a:lnTo>
                  <a:lnTo>
                    <a:pt x="895350" y="2318361"/>
                  </a:lnTo>
                  <a:lnTo>
                    <a:pt x="940118" y="2300177"/>
                  </a:lnTo>
                  <a:lnTo>
                    <a:pt x="984885" y="2281353"/>
                  </a:lnTo>
                  <a:lnTo>
                    <a:pt x="1029653" y="2261895"/>
                  </a:lnTo>
                  <a:lnTo>
                    <a:pt x="1074420" y="2241809"/>
                  </a:lnTo>
                  <a:lnTo>
                    <a:pt x="1119188" y="2221104"/>
                  </a:lnTo>
                  <a:lnTo>
                    <a:pt x="1163955" y="2199791"/>
                  </a:lnTo>
                  <a:lnTo>
                    <a:pt x="1208723" y="2177884"/>
                  </a:lnTo>
                  <a:lnTo>
                    <a:pt x="1253490" y="2155398"/>
                  </a:lnTo>
                  <a:lnTo>
                    <a:pt x="1298258" y="2132349"/>
                  </a:lnTo>
                  <a:lnTo>
                    <a:pt x="1343025" y="2108759"/>
                  </a:lnTo>
                  <a:lnTo>
                    <a:pt x="1387793" y="2084648"/>
                  </a:lnTo>
                  <a:lnTo>
                    <a:pt x="1432560" y="2060042"/>
                  </a:lnTo>
                  <a:lnTo>
                    <a:pt x="1477328" y="2034964"/>
                  </a:lnTo>
                  <a:lnTo>
                    <a:pt x="1522095" y="2009443"/>
                  </a:lnTo>
                  <a:lnTo>
                    <a:pt x="1566863" y="1983507"/>
                  </a:lnTo>
                  <a:lnTo>
                    <a:pt x="1611630" y="1957189"/>
                  </a:lnTo>
                  <a:lnTo>
                    <a:pt x="1656398" y="1930519"/>
                  </a:lnTo>
                  <a:lnTo>
                    <a:pt x="1701165" y="1903532"/>
                  </a:lnTo>
                  <a:lnTo>
                    <a:pt x="1745932" y="1876264"/>
                  </a:lnTo>
                  <a:lnTo>
                    <a:pt x="1790700" y="1848752"/>
                  </a:lnTo>
                  <a:lnTo>
                    <a:pt x="1835468" y="1821034"/>
                  </a:lnTo>
                  <a:lnTo>
                    <a:pt x="1880235" y="1793148"/>
                  </a:lnTo>
                  <a:lnTo>
                    <a:pt x="1925002" y="1765133"/>
                  </a:lnTo>
                  <a:lnTo>
                    <a:pt x="1969770" y="1737032"/>
                  </a:lnTo>
                  <a:lnTo>
                    <a:pt x="2014538" y="1708883"/>
                  </a:lnTo>
                  <a:lnTo>
                    <a:pt x="2059305" y="1680728"/>
                  </a:lnTo>
                  <a:lnTo>
                    <a:pt x="2104073" y="1652609"/>
                  </a:lnTo>
                  <a:lnTo>
                    <a:pt x="2148840" y="1624567"/>
                  </a:lnTo>
                  <a:lnTo>
                    <a:pt x="2193608" y="1596642"/>
                  </a:lnTo>
                  <a:lnTo>
                    <a:pt x="2238375" y="1568876"/>
                  </a:lnTo>
                  <a:lnTo>
                    <a:pt x="2283143" y="1541308"/>
                  </a:lnTo>
                  <a:lnTo>
                    <a:pt x="2327910" y="1513980"/>
                  </a:lnTo>
                  <a:lnTo>
                    <a:pt x="2372678" y="1486930"/>
                  </a:lnTo>
                  <a:lnTo>
                    <a:pt x="2417445" y="1460197"/>
                  </a:lnTo>
                  <a:lnTo>
                    <a:pt x="2462213" y="1433816"/>
                  </a:lnTo>
                  <a:lnTo>
                    <a:pt x="2506980" y="1407824"/>
                  </a:lnTo>
                  <a:lnTo>
                    <a:pt x="2551748" y="1382254"/>
                  </a:lnTo>
                  <a:lnTo>
                    <a:pt x="2596515" y="1357137"/>
                  </a:lnTo>
                  <a:lnTo>
                    <a:pt x="2641283" y="1332504"/>
                  </a:lnTo>
                  <a:lnTo>
                    <a:pt x="2686050" y="1308385"/>
                  </a:lnTo>
                  <a:lnTo>
                    <a:pt x="2730818" y="1284805"/>
                  </a:lnTo>
                  <a:lnTo>
                    <a:pt x="2775585" y="1261790"/>
                  </a:lnTo>
                  <a:lnTo>
                    <a:pt x="2820353" y="1239362"/>
                  </a:lnTo>
                  <a:lnTo>
                    <a:pt x="2865120" y="1217542"/>
                  </a:lnTo>
                  <a:lnTo>
                    <a:pt x="2909887" y="1196348"/>
                  </a:lnTo>
                  <a:lnTo>
                    <a:pt x="2954655" y="1175795"/>
                  </a:lnTo>
                  <a:lnTo>
                    <a:pt x="2999423" y="1155898"/>
                  </a:lnTo>
                  <a:lnTo>
                    <a:pt x="3044190" y="1136667"/>
                  </a:lnTo>
                  <a:lnTo>
                    <a:pt x="3088958" y="1118112"/>
                  </a:lnTo>
                  <a:lnTo>
                    <a:pt x="3133725" y="1100239"/>
                  </a:lnTo>
                  <a:lnTo>
                    <a:pt x="3178493" y="1083053"/>
                  </a:lnTo>
                  <a:lnTo>
                    <a:pt x="3223260" y="1066555"/>
                  </a:lnTo>
                  <a:lnTo>
                    <a:pt x="3268028" y="1050747"/>
                  </a:lnTo>
                  <a:lnTo>
                    <a:pt x="3312795" y="1035628"/>
                  </a:lnTo>
                  <a:lnTo>
                    <a:pt x="3357563" y="1021192"/>
                  </a:lnTo>
                  <a:lnTo>
                    <a:pt x="3402330" y="1007433"/>
                  </a:lnTo>
                  <a:lnTo>
                    <a:pt x="3447098" y="994341"/>
                  </a:lnTo>
                  <a:lnTo>
                    <a:pt x="3491865" y="981906"/>
                  </a:lnTo>
                  <a:lnTo>
                    <a:pt x="3536633" y="970116"/>
                  </a:lnTo>
                  <a:lnTo>
                    <a:pt x="3581400" y="958959"/>
                  </a:lnTo>
                  <a:lnTo>
                    <a:pt x="3626168" y="948418"/>
                  </a:lnTo>
                  <a:lnTo>
                    <a:pt x="3670935" y="938477"/>
                  </a:lnTo>
                  <a:lnTo>
                    <a:pt x="3715703" y="929123"/>
                  </a:lnTo>
                  <a:lnTo>
                    <a:pt x="3760470" y="920335"/>
                  </a:lnTo>
                  <a:lnTo>
                    <a:pt x="3805237" y="912094"/>
                  </a:lnTo>
                  <a:lnTo>
                    <a:pt x="3850005" y="904382"/>
                  </a:lnTo>
                  <a:lnTo>
                    <a:pt x="3894773" y="897176"/>
                  </a:lnTo>
                  <a:lnTo>
                    <a:pt x="3939540" y="890457"/>
                  </a:lnTo>
                  <a:lnTo>
                    <a:pt x="3984308" y="884203"/>
                  </a:lnTo>
                  <a:lnTo>
                    <a:pt x="4029075" y="878394"/>
                  </a:lnTo>
                  <a:lnTo>
                    <a:pt x="4073843" y="873009"/>
                  </a:lnTo>
                  <a:lnTo>
                    <a:pt x="4118610" y="868028"/>
                  </a:lnTo>
                  <a:lnTo>
                    <a:pt x="4163377" y="863429"/>
                  </a:lnTo>
                  <a:lnTo>
                    <a:pt x="4208145" y="859192"/>
                  </a:lnTo>
                  <a:lnTo>
                    <a:pt x="4252913" y="855298"/>
                  </a:lnTo>
                  <a:lnTo>
                    <a:pt x="4297680" y="851727"/>
                  </a:lnTo>
                  <a:lnTo>
                    <a:pt x="4342448" y="848459"/>
                  </a:lnTo>
                  <a:lnTo>
                    <a:pt x="4387215" y="845478"/>
                  </a:lnTo>
                  <a:lnTo>
                    <a:pt x="4431983" y="842764"/>
                  </a:lnTo>
                  <a:lnTo>
                    <a:pt x="4476750" y="840306"/>
                  </a:lnTo>
                  <a:lnTo>
                    <a:pt x="4521518" y="838090"/>
                  </a:lnTo>
                  <a:lnTo>
                    <a:pt x="4566285" y="836102"/>
                  </a:lnTo>
                  <a:lnTo>
                    <a:pt x="4611053" y="834328"/>
                  </a:lnTo>
                  <a:lnTo>
                    <a:pt x="4655820" y="832757"/>
                  </a:lnTo>
                  <a:lnTo>
                    <a:pt x="4700588" y="831378"/>
                  </a:lnTo>
                  <a:lnTo>
                    <a:pt x="4745355" y="830182"/>
                  </a:lnTo>
                  <a:lnTo>
                    <a:pt x="4790123" y="829161"/>
                  </a:lnTo>
                  <a:lnTo>
                    <a:pt x="4834890" y="828308"/>
                  </a:lnTo>
                  <a:lnTo>
                    <a:pt x="4879658" y="827617"/>
                  </a:lnTo>
                  <a:lnTo>
                    <a:pt x="4924425" y="827088"/>
                  </a:lnTo>
                  <a:lnTo>
                    <a:pt x="4969193" y="826718"/>
                  </a:lnTo>
                  <a:lnTo>
                    <a:pt x="5013960" y="826507"/>
                  </a:lnTo>
                  <a:lnTo>
                    <a:pt x="5058728" y="826454"/>
                  </a:lnTo>
                  <a:lnTo>
                    <a:pt x="5103495" y="826562"/>
                  </a:lnTo>
                  <a:lnTo>
                    <a:pt x="5148263" y="826834"/>
                  </a:lnTo>
                  <a:lnTo>
                    <a:pt x="5193030" y="827278"/>
                  </a:lnTo>
                  <a:lnTo>
                    <a:pt x="5237798" y="827900"/>
                  </a:lnTo>
                  <a:lnTo>
                    <a:pt x="5282565" y="828709"/>
                  </a:lnTo>
                  <a:lnTo>
                    <a:pt x="5327333" y="829716"/>
                  </a:lnTo>
                  <a:lnTo>
                    <a:pt x="5372100" y="830934"/>
                  </a:lnTo>
                  <a:lnTo>
                    <a:pt x="5416868" y="832377"/>
                  </a:lnTo>
                  <a:lnTo>
                    <a:pt x="5461635" y="834060"/>
                  </a:lnTo>
                  <a:lnTo>
                    <a:pt x="5506403" y="835997"/>
                  </a:lnTo>
                  <a:lnTo>
                    <a:pt x="5551170" y="838208"/>
                  </a:lnTo>
                  <a:lnTo>
                    <a:pt x="5595938" y="840714"/>
                  </a:lnTo>
                  <a:lnTo>
                    <a:pt x="5640705" y="843535"/>
                  </a:lnTo>
                  <a:lnTo>
                    <a:pt x="5685473" y="846697"/>
                  </a:lnTo>
                  <a:lnTo>
                    <a:pt x="5730240" y="850223"/>
                  </a:lnTo>
                  <a:lnTo>
                    <a:pt x="5775008" y="854140"/>
                  </a:lnTo>
                  <a:lnTo>
                    <a:pt x="5819775" y="858471"/>
                  </a:lnTo>
                  <a:lnTo>
                    <a:pt x="5864543" y="863244"/>
                  </a:lnTo>
                  <a:lnTo>
                    <a:pt x="5909310" y="868485"/>
                  </a:lnTo>
                  <a:lnTo>
                    <a:pt x="5954078" y="874224"/>
                  </a:lnTo>
                  <a:lnTo>
                    <a:pt x="5998845" y="880488"/>
                  </a:lnTo>
                  <a:lnTo>
                    <a:pt x="6043613" y="887306"/>
                  </a:lnTo>
                  <a:lnTo>
                    <a:pt x="6088380" y="894707"/>
                  </a:lnTo>
                  <a:lnTo>
                    <a:pt x="6133148" y="902720"/>
                  </a:lnTo>
                  <a:lnTo>
                    <a:pt x="6177915" y="911373"/>
                  </a:lnTo>
                  <a:lnTo>
                    <a:pt x="6222683" y="920693"/>
                  </a:lnTo>
                  <a:lnTo>
                    <a:pt x="6267450" y="930701"/>
                  </a:lnTo>
                  <a:lnTo>
                    <a:pt x="6312218" y="941422"/>
                  </a:lnTo>
                  <a:lnTo>
                    <a:pt x="6356985" y="952876"/>
                  </a:lnTo>
                  <a:lnTo>
                    <a:pt x="6401753" y="965085"/>
                  </a:lnTo>
                  <a:lnTo>
                    <a:pt x="6446520" y="978066"/>
                  </a:lnTo>
                  <a:lnTo>
                    <a:pt x="6491287" y="991836"/>
                  </a:lnTo>
                  <a:lnTo>
                    <a:pt x="6536055" y="1006408"/>
                  </a:lnTo>
                  <a:lnTo>
                    <a:pt x="6580823" y="1021792"/>
                  </a:lnTo>
                  <a:lnTo>
                    <a:pt x="6625590" y="1037995"/>
                  </a:lnTo>
                  <a:lnTo>
                    <a:pt x="6670358" y="1055022"/>
                  </a:lnTo>
                  <a:lnTo>
                    <a:pt x="6715125" y="1072873"/>
                  </a:lnTo>
                  <a:lnTo>
                    <a:pt x="6759893" y="1091546"/>
                  </a:lnTo>
                  <a:lnTo>
                    <a:pt x="6804660" y="1111033"/>
                  </a:lnTo>
                  <a:lnTo>
                    <a:pt x="6849427" y="1131325"/>
                  </a:lnTo>
                  <a:lnTo>
                    <a:pt x="6894195" y="1152406"/>
                  </a:lnTo>
                  <a:lnTo>
                    <a:pt x="6938963" y="1174260"/>
                  </a:lnTo>
                  <a:lnTo>
                    <a:pt x="6983730" y="1196864"/>
                  </a:lnTo>
                  <a:lnTo>
                    <a:pt x="7028497" y="1220193"/>
                  </a:lnTo>
                  <a:lnTo>
                    <a:pt x="7073265" y="1244218"/>
                  </a:lnTo>
                  <a:lnTo>
                    <a:pt x="7118033" y="1268906"/>
                  </a:lnTo>
                  <a:lnTo>
                    <a:pt x="7162800" y="1294221"/>
                  </a:lnTo>
                  <a:lnTo>
                    <a:pt x="7207568" y="1320125"/>
                  </a:lnTo>
                  <a:lnTo>
                    <a:pt x="7252335" y="1346574"/>
                  </a:lnTo>
                  <a:lnTo>
                    <a:pt x="7297103" y="1373525"/>
                  </a:lnTo>
                  <a:lnTo>
                    <a:pt x="7341870" y="1400929"/>
                  </a:lnTo>
                  <a:lnTo>
                    <a:pt x="7386638" y="1428735"/>
                  </a:lnTo>
                  <a:lnTo>
                    <a:pt x="7431405" y="1456893"/>
                  </a:lnTo>
                  <a:lnTo>
                    <a:pt x="7476173" y="1485349"/>
                  </a:lnTo>
                  <a:lnTo>
                    <a:pt x="7520940" y="1514048"/>
                  </a:lnTo>
                  <a:lnTo>
                    <a:pt x="7565708" y="1542934"/>
                  </a:lnTo>
                  <a:lnTo>
                    <a:pt x="7610475" y="1571952"/>
                  </a:lnTo>
                  <a:lnTo>
                    <a:pt x="7655242" y="1601043"/>
                  </a:lnTo>
                  <a:lnTo>
                    <a:pt x="7700010" y="1630153"/>
                  </a:lnTo>
                  <a:lnTo>
                    <a:pt x="7744778" y="1659226"/>
                  </a:lnTo>
                  <a:lnTo>
                    <a:pt x="7789545" y="1688207"/>
                  </a:lnTo>
                  <a:lnTo>
                    <a:pt x="7834313" y="1717042"/>
                  </a:lnTo>
                  <a:lnTo>
                    <a:pt x="7879080" y="1745681"/>
                  </a:lnTo>
                  <a:lnTo>
                    <a:pt x="7923848" y="1774074"/>
                  </a:lnTo>
                  <a:lnTo>
                    <a:pt x="7968615" y="1802173"/>
                  </a:lnTo>
                  <a:lnTo>
                    <a:pt x="8013383" y="1829935"/>
                  </a:lnTo>
                  <a:lnTo>
                    <a:pt x="8058150" y="1857315"/>
                  </a:lnTo>
                  <a:lnTo>
                    <a:pt x="8102918" y="1884275"/>
                  </a:lnTo>
                  <a:lnTo>
                    <a:pt x="8147685" y="1910779"/>
                  </a:lnTo>
                  <a:lnTo>
                    <a:pt x="8192453" y="1936796"/>
                  </a:lnTo>
                  <a:lnTo>
                    <a:pt x="8237220" y="1962296"/>
                  </a:lnTo>
                  <a:lnTo>
                    <a:pt x="8281987" y="1987255"/>
                  </a:lnTo>
                  <a:lnTo>
                    <a:pt x="8326755" y="2011652"/>
                  </a:lnTo>
                  <a:lnTo>
                    <a:pt x="8371522" y="2035469"/>
                  </a:lnTo>
                  <a:lnTo>
                    <a:pt x="8416290" y="2058693"/>
                  </a:lnTo>
                  <a:lnTo>
                    <a:pt x="8461058" y="2081314"/>
                  </a:lnTo>
                  <a:lnTo>
                    <a:pt x="8505825" y="2103325"/>
                  </a:lnTo>
                  <a:lnTo>
                    <a:pt x="8550593" y="2124722"/>
                  </a:lnTo>
                  <a:lnTo>
                    <a:pt x="8595360" y="2145506"/>
                  </a:lnTo>
                  <a:lnTo>
                    <a:pt x="8640128" y="2165679"/>
                  </a:lnTo>
                  <a:lnTo>
                    <a:pt x="8684895" y="2185248"/>
                  </a:lnTo>
                  <a:lnTo>
                    <a:pt x="8729663" y="2204222"/>
                  </a:lnTo>
                  <a:lnTo>
                    <a:pt x="8774430" y="2222613"/>
                  </a:lnTo>
                  <a:lnTo>
                    <a:pt x="8819198" y="2240434"/>
                  </a:lnTo>
                  <a:lnTo>
                    <a:pt x="8863965" y="2257700"/>
                  </a:lnTo>
                  <a:lnTo>
                    <a:pt x="8908733" y="2274430"/>
                  </a:lnTo>
                  <a:lnTo>
                    <a:pt x="8953500" y="2290642"/>
                  </a:lnTo>
                  <a:lnTo>
                    <a:pt x="8998268" y="2306354"/>
                  </a:lnTo>
                  <a:lnTo>
                    <a:pt x="9043035" y="2321587"/>
                  </a:lnTo>
                  <a:lnTo>
                    <a:pt x="9087803" y="2336356"/>
                  </a:lnTo>
                  <a:lnTo>
                    <a:pt x="9132570" y="2350684"/>
                  </a:lnTo>
                  <a:lnTo>
                    <a:pt x="9177338" y="2364592"/>
                  </a:lnTo>
                  <a:lnTo>
                    <a:pt x="9222105" y="2378099"/>
                  </a:lnTo>
                  <a:lnTo>
                    <a:pt x="9266873" y="2391226"/>
                  </a:lnTo>
                  <a:lnTo>
                    <a:pt x="9311640" y="2403991"/>
                  </a:lnTo>
                  <a:lnTo>
                    <a:pt x="9356408" y="2416413"/>
                  </a:lnTo>
                  <a:lnTo>
                    <a:pt x="9401175" y="2428508"/>
                  </a:lnTo>
                  <a:lnTo>
                    <a:pt x="9445943" y="2440292"/>
                  </a:lnTo>
                  <a:lnTo>
                    <a:pt x="9490710" y="2451779"/>
                  </a:lnTo>
                  <a:lnTo>
                    <a:pt x="9535478" y="2462978"/>
                  </a:lnTo>
                  <a:lnTo>
                    <a:pt x="9580245" y="2473902"/>
                  </a:lnTo>
                  <a:lnTo>
                    <a:pt x="9625013" y="2484560"/>
                  </a:lnTo>
                  <a:lnTo>
                    <a:pt x="9669780" y="2494961"/>
                  </a:lnTo>
                  <a:lnTo>
                    <a:pt x="9714548" y="2505111"/>
                  </a:lnTo>
                  <a:lnTo>
                    <a:pt x="9759315" y="2515016"/>
                  </a:lnTo>
                  <a:lnTo>
                    <a:pt x="9804083" y="2524680"/>
                  </a:lnTo>
                  <a:lnTo>
                    <a:pt x="9848850" y="2534106"/>
                  </a:lnTo>
                  <a:lnTo>
                    <a:pt x="9893618" y="2543295"/>
                  </a:lnTo>
                  <a:lnTo>
                    <a:pt x="9938385" y="2552249"/>
                  </a:lnTo>
                  <a:lnTo>
                    <a:pt x="9983153" y="2560965"/>
                  </a:lnTo>
                  <a:lnTo>
                    <a:pt x="10027920" y="2569445"/>
                  </a:lnTo>
                  <a:lnTo>
                    <a:pt x="10072688" y="2577685"/>
                  </a:lnTo>
                  <a:lnTo>
                    <a:pt x="10117455" y="2585685"/>
                  </a:lnTo>
                  <a:lnTo>
                    <a:pt x="10162223" y="2593441"/>
                  </a:lnTo>
                  <a:lnTo>
                    <a:pt x="10206990" y="2600951"/>
                  </a:lnTo>
                  <a:lnTo>
                    <a:pt x="10251758" y="2608213"/>
                  </a:lnTo>
                  <a:lnTo>
                    <a:pt x="10296525" y="2615223"/>
                  </a:lnTo>
                  <a:lnTo>
                    <a:pt x="10341293" y="2621980"/>
                  </a:lnTo>
                  <a:lnTo>
                    <a:pt x="10386060" y="2628482"/>
                  </a:lnTo>
                  <a:lnTo>
                    <a:pt x="10430828" y="2634729"/>
                  </a:lnTo>
                  <a:lnTo>
                    <a:pt x="10475595" y="2640720"/>
                  </a:lnTo>
                  <a:lnTo>
                    <a:pt x="10520363" y="2646454"/>
                  </a:lnTo>
                  <a:lnTo>
                    <a:pt x="10565130" y="2651932"/>
                  </a:lnTo>
                  <a:lnTo>
                    <a:pt x="10609898" y="2657152"/>
                  </a:lnTo>
                  <a:lnTo>
                    <a:pt x="10654665" y="2662118"/>
                  </a:lnTo>
                  <a:lnTo>
                    <a:pt x="10699433" y="2666830"/>
                  </a:lnTo>
                  <a:lnTo>
                    <a:pt x="10744200" y="2671292"/>
                  </a:lnTo>
                  <a:lnTo>
                    <a:pt x="10744200" y="2888317"/>
                  </a:lnTo>
                  <a:lnTo>
                    <a:pt x="10699433" y="2886117"/>
                  </a:lnTo>
                  <a:lnTo>
                    <a:pt x="10654665" y="2883799"/>
                  </a:lnTo>
                  <a:lnTo>
                    <a:pt x="10609898" y="2881364"/>
                  </a:lnTo>
                  <a:lnTo>
                    <a:pt x="10565130" y="2878813"/>
                  </a:lnTo>
                  <a:lnTo>
                    <a:pt x="10520363" y="2876147"/>
                  </a:lnTo>
                  <a:lnTo>
                    <a:pt x="10475595" y="2873366"/>
                  </a:lnTo>
                  <a:lnTo>
                    <a:pt x="10430828" y="2870474"/>
                  </a:lnTo>
                  <a:lnTo>
                    <a:pt x="10386060" y="2867474"/>
                  </a:lnTo>
                  <a:lnTo>
                    <a:pt x="10341293" y="2864368"/>
                  </a:lnTo>
                  <a:lnTo>
                    <a:pt x="10296525" y="2861161"/>
                  </a:lnTo>
                  <a:lnTo>
                    <a:pt x="10251758" y="2857857"/>
                  </a:lnTo>
                  <a:lnTo>
                    <a:pt x="10206990" y="2854462"/>
                  </a:lnTo>
                  <a:lnTo>
                    <a:pt x="10162223" y="2850981"/>
                  </a:lnTo>
                  <a:lnTo>
                    <a:pt x="10117455" y="2847419"/>
                  </a:lnTo>
                  <a:lnTo>
                    <a:pt x="10072688" y="2843785"/>
                  </a:lnTo>
                  <a:lnTo>
                    <a:pt x="10027920" y="2840084"/>
                  </a:lnTo>
                  <a:lnTo>
                    <a:pt x="9983153" y="2836324"/>
                  </a:lnTo>
                  <a:lnTo>
                    <a:pt x="9938385" y="2832512"/>
                  </a:lnTo>
                  <a:lnTo>
                    <a:pt x="9893618" y="2828657"/>
                  </a:lnTo>
                  <a:lnTo>
                    <a:pt x="9848850" y="2824766"/>
                  </a:lnTo>
                  <a:lnTo>
                    <a:pt x="9804083" y="2820847"/>
                  </a:lnTo>
                  <a:lnTo>
                    <a:pt x="9759315" y="2816908"/>
                  </a:lnTo>
                  <a:lnTo>
                    <a:pt x="9714548" y="2812957"/>
                  </a:lnTo>
                  <a:lnTo>
                    <a:pt x="9669780" y="2809003"/>
                  </a:lnTo>
                  <a:lnTo>
                    <a:pt x="9625013" y="2805053"/>
                  </a:lnTo>
                  <a:lnTo>
                    <a:pt x="9580245" y="2801114"/>
                  </a:lnTo>
                  <a:lnTo>
                    <a:pt x="9535478" y="2797194"/>
                  </a:lnTo>
                  <a:lnTo>
                    <a:pt x="9490710" y="2793299"/>
                  </a:lnTo>
                  <a:lnTo>
                    <a:pt x="9445943" y="2789437"/>
                  </a:lnTo>
                  <a:lnTo>
                    <a:pt x="9401175" y="2785612"/>
                  </a:lnTo>
                  <a:lnTo>
                    <a:pt x="9356408" y="2781832"/>
                  </a:lnTo>
                  <a:lnTo>
                    <a:pt x="9311640" y="2778100"/>
                  </a:lnTo>
                  <a:lnTo>
                    <a:pt x="9266873" y="2774422"/>
                  </a:lnTo>
                  <a:lnTo>
                    <a:pt x="9222105" y="2770802"/>
                  </a:lnTo>
                  <a:lnTo>
                    <a:pt x="9177338" y="2767242"/>
                  </a:lnTo>
                  <a:lnTo>
                    <a:pt x="9132570" y="2763745"/>
                  </a:lnTo>
                  <a:lnTo>
                    <a:pt x="9087803" y="2760314"/>
                  </a:lnTo>
                  <a:lnTo>
                    <a:pt x="9043035" y="2756951"/>
                  </a:lnTo>
                  <a:lnTo>
                    <a:pt x="8998268" y="2753655"/>
                  </a:lnTo>
                  <a:lnTo>
                    <a:pt x="8953500" y="2750429"/>
                  </a:lnTo>
                  <a:lnTo>
                    <a:pt x="8908733" y="2747272"/>
                  </a:lnTo>
                  <a:lnTo>
                    <a:pt x="8863965" y="2744183"/>
                  </a:lnTo>
                  <a:lnTo>
                    <a:pt x="8819198" y="2741161"/>
                  </a:lnTo>
                  <a:lnTo>
                    <a:pt x="8774430" y="2738206"/>
                  </a:lnTo>
                  <a:lnTo>
                    <a:pt x="8729663" y="2735315"/>
                  </a:lnTo>
                  <a:lnTo>
                    <a:pt x="8684895" y="2732486"/>
                  </a:lnTo>
                  <a:lnTo>
                    <a:pt x="8640128" y="2729717"/>
                  </a:lnTo>
                  <a:lnTo>
                    <a:pt x="8595360" y="2727005"/>
                  </a:lnTo>
                  <a:lnTo>
                    <a:pt x="8550593" y="2724348"/>
                  </a:lnTo>
                  <a:lnTo>
                    <a:pt x="8505825" y="2721742"/>
                  </a:lnTo>
                  <a:lnTo>
                    <a:pt x="8461058" y="2719186"/>
                  </a:lnTo>
                  <a:lnTo>
                    <a:pt x="8416290" y="2716675"/>
                  </a:lnTo>
                  <a:lnTo>
                    <a:pt x="8371522" y="2714207"/>
                  </a:lnTo>
                  <a:lnTo>
                    <a:pt x="8326755" y="2711780"/>
                  </a:lnTo>
                  <a:lnTo>
                    <a:pt x="8281987" y="2709391"/>
                  </a:lnTo>
                  <a:lnTo>
                    <a:pt x="8237220" y="2707037"/>
                  </a:lnTo>
                  <a:lnTo>
                    <a:pt x="8192453" y="2704716"/>
                  </a:lnTo>
                  <a:lnTo>
                    <a:pt x="8147685" y="2702426"/>
                  </a:lnTo>
                  <a:lnTo>
                    <a:pt x="8102918" y="2700163"/>
                  </a:lnTo>
                  <a:lnTo>
                    <a:pt x="8058150" y="2697928"/>
                  </a:lnTo>
                  <a:lnTo>
                    <a:pt x="8013383" y="2695718"/>
                  </a:lnTo>
                  <a:lnTo>
                    <a:pt x="7968615" y="2693533"/>
                  </a:lnTo>
                  <a:lnTo>
                    <a:pt x="7923848" y="2691371"/>
                  </a:lnTo>
                  <a:lnTo>
                    <a:pt x="7879080" y="2689233"/>
                  </a:lnTo>
                  <a:lnTo>
                    <a:pt x="7834313" y="2687118"/>
                  </a:lnTo>
                  <a:lnTo>
                    <a:pt x="7789545" y="2685027"/>
                  </a:lnTo>
                  <a:lnTo>
                    <a:pt x="7744778" y="2682958"/>
                  </a:lnTo>
                  <a:lnTo>
                    <a:pt x="7700010" y="2680914"/>
                  </a:lnTo>
                  <a:lnTo>
                    <a:pt x="7655242" y="2678894"/>
                  </a:lnTo>
                  <a:lnTo>
                    <a:pt x="7610475" y="2676900"/>
                  </a:lnTo>
                  <a:lnTo>
                    <a:pt x="7565708" y="2674933"/>
                  </a:lnTo>
                  <a:lnTo>
                    <a:pt x="7520940" y="2672994"/>
                  </a:lnTo>
                  <a:lnTo>
                    <a:pt x="7476173" y="2671085"/>
                  </a:lnTo>
                  <a:lnTo>
                    <a:pt x="7431405" y="2669208"/>
                  </a:lnTo>
                  <a:lnTo>
                    <a:pt x="7386638" y="2667363"/>
                  </a:lnTo>
                  <a:lnTo>
                    <a:pt x="7341870" y="2665553"/>
                  </a:lnTo>
                  <a:lnTo>
                    <a:pt x="7297103" y="2663780"/>
                  </a:lnTo>
                  <a:lnTo>
                    <a:pt x="7252335" y="2662046"/>
                  </a:lnTo>
                  <a:lnTo>
                    <a:pt x="7207568" y="2660351"/>
                  </a:lnTo>
                  <a:lnTo>
                    <a:pt x="7162800" y="2658699"/>
                  </a:lnTo>
                  <a:lnTo>
                    <a:pt x="7118033" y="2657090"/>
                  </a:lnTo>
                  <a:lnTo>
                    <a:pt x="7073265" y="2655526"/>
                  </a:lnTo>
                  <a:lnTo>
                    <a:pt x="7028497" y="2654008"/>
                  </a:lnTo>
                  <a:lnTo>
                    <a:pt x="6983730" y="2652537"/>
                  </a:lnTo>
                  <a:lnTo>
                    <a:pt x="6938963" y="2651116"/>
                  </a:lnTo>
                  <a:lnTo>
                    <a:pt x="6894195" y="2649744"/>
                  </a:lnTo>
                  <a:lnTo>
                    <a:pt x="6849427" y="2648422"/>
                  </a:lnTo>
                  <a:lnTo>
                    <a:pt x="6804660" y="2647152"/>
                  </a:lnTo>
                  <a:lnTo>
                    <a:pt x="6759893" y="2645934"/>
                  </a:lnTo>
                  <a:lnTo>
                    <a:pt x="6715125" y="2644768"/>
                  </a:lnTo>
                  <a:lnTo>
                    <a:pt x="6670358" y="2643655"/>
                  </a:lnTo>
                  <a:lnTo>
                    <a:pt x="6625590" y="2642594"/>
                  </a:lnTo>
                  <a:lnTo>
                    <a:pt x="6580823" y="2641585"/>
                  </a:lnTo>
                  <a:lnTo>
                    <a:pt x="6536055" y="2640627"/>
                  </a:lnTo>
                  <a:lnTo>
                    <a:pt x="6491287" y="2639720"/>
                  </a:lnTo>
                  <a:lnTo>
                    <a:pt x="6446520" y="2638864"/>
                  </a:lnTo>
                  <a:lnTo>
                    <a:pt x="6401753" y="2638056"/>
                  </a:lnTo>
                  <a:lnTo>
                    <a:pt x="6356985" y="2637298"/>
                  </a:lnTo>
                  <a:lnTo>
                    <a:pt x="6312218" y="2636586"/>
                  </a:lnTo>
                  <a:lnTo>
                    <a:pt x="6267450" y="2635922"/>
                  </a:lnTo>
                  <a:lnTo>
                    <a:pt x="6222683" y="2635303"/>
                  </a:lnTo>
                  <a:lnTo>
                    <a:pt x="6177915" y="2634729"/>
                  </a:lnTo>
                  <a:lnTo>
                    <a:pt x="6133148" y="2634198"/>
                  </a:lnTo>
                  <a:lnTo>
                    <a:pt x="6088380" y="2633710"/>
                  </a:lnTo>
                  <a:lnTo>
                    <a:pt x="6043613" y="2633262"/>
                  </a:lnTo>
                  <a:lnTo>
                    <a:pt x="5998845" y="2632853"/>
                  </a:lnTo>
                  <a:lnTo>
                    <a:pt x="5954078" y="2632483"/>
                  </a:lnTo>
                  <a:lnTo>
                    <a:pt x="5909310" y="2632149"/>
                  </a:lnTo>
                  <a:lnTo>
                    <a:pt x="5864543" y="2631852"/>
                  </a:lnTo>
                  <a:lnTo>
                    <a:pt x="5819775" y="2631589"/>
                  </a:lnTo>
                  <a:lnTo>
                    <a:pt x="5775008" y="2631360"/>
                  </a:lnTo>
                  <a:lnTo>
                    <a:pt x="5730240" y="2631165"/>
                  </a:lnTo>
                  <a:lnTo>
                    <a:pt x="5685473" y="2631002"/>
                  </a:lnTo>
                  <a:lnTo>
                    <a:pt x="5640705" y="2630871"/>
                  </a:lnTo>
                  <a:lnTo>
                    <a:pt x="5595938" y="2630773"/>
                  </a:lnTo>
                  <a:lnTo>
                    <a:pt x="5551170" y="2630706"/>
                  </a:lnTo>
                  <a:lnTo>
                    <a:pt x="5506403" y="2630671"/>
                  </a:lnTo>
                  <a:lnTo>
                    <a:pt x="5461635" y="2630668"/>
                  </a:lnTo>
                  <a:lnTo>
                    <a:pt x="5416868" y="2630698"/>
                  </a:lnTo>
                  <a:lnTo>
                    <a:pt x="5372100" y="2630761"/>
                  </a:lnTo>
                  <a:lnTo>
                    <a:pt x="5327333" y="2630857"/>
                  </a:lnTo>
                  <a:lnTo>
                    <a:pt x="5282565" y="2630989"/>
                  </a:lnTo>
                  <a:lnTo>
                    <a:pt x="5237798" y="2631158"/>
                  </a:lnTo>
                  <a:lnTo>
                    <a:pt x="5193030" y="2631364"/>
                  </a:lnTo>
                  <a:lnTo>
                    <a:pt x="5148263" y="2631610"/>
                  </a:lnTo>
                  <a:lnTo>
                    <a:pt x="5103495" y="2631897"/>
                  </a:lnTo>
                  <a:lnTo>
                    <a:pt x="5058728" y="2632229"/>
                  </a:lnTo>
                  <a:lnTo>
                    <a:pt x="5013960" y="2632606"/>
                  </a:lnTo>
                  <a:lnTo>
                    <a:pt x="4969193" y="2633031"/>
                  </a:lnTo>
                  <a:lnTo>
                    <a:pt x="4924425" y="2633508"/>
                  </a:lnTo>
                  <a:lnTo>
                    <a:pt x="4879658" y="2634037"/>
                  </a:lnTo>
                  <a:lnTo>
                    <a:pt x="4834890" y="2634623"/>
                  </a:lnTo>
                  <a:lnTo>
                    <a:pt x="4790123" y="2635267"/>
                  </a:lnTo>
                  <a:lnTo>
                    <a:pt x="4745355" y="2635973"/>
                  </a:lnTo>
                  <a:lnTo>
                    <a:pt x="4700588" y="2636744"/>
                  </a:lnTo>
                  <a:lnTo>
                    <a:pt x="4655820" y="2637581"/>
                  </a:lnTo>
                  <a:lnTo>
                    <a:pt x="4611053" y="2638489"/>
                  </a:lnTo>
                  <a:lnTo>
                    <a:pt x="4566285" y="2639471"/>
                  </a:lnTo>
                  <a:lnTo>
                    <a:pt x="4521518" y="2640527"/>
                  </a:lnTo>
                  <a:lnTo>
                    <a:pt x="4476750" y="2641662"/>
                  </a:lnTo>
                  <a:lnTo>
                    <a:pt x="4431983" y="2642877"/>
                  </a:lnTo>
                  <a:lnTo>
                    <a:pt x="4387215" y="2644174"/>
                  </a:lnTo>
                  <a:lnTo>
                    <a:pt x="4342448" y="2645555"/>
                  </a:lnTo>
                  <a:lnTo>
                    <a:pt x="4297680" y="2647022"/>
                  </a:lnTo>
                  <a:lnTo>
                    <a:pt x="4252913" y="2648575"/>
                  </a:lnTo>
                  <a:lnTo>
                    <a:pt x="4208145" y="2650217"/>
                  </a:lnTo>
                  <a:lnTo>
                    <a:pt x="4163377" y="2651947"/>
                  </a:lnTo>
                  <a:lnTo>
                    <a:pt x="4118610" y="2653766"/>
                  </a:lnTo>
                  <a:lnTo>
                    <a:pt x="4073843" y="2655674"/>
                  </a:lnTo>
                  <a:lnTo>
                    <a:pt x="4029075" y="2657670"/>
                  </a:lnTo>
                  <a:lnTo>
                    <a:pt x="3984308" y="2659755"/>
                  </a:lnTo>
                  <a:lnTo>
                    <a:pt x="3939540" y="2661927"/>
                  </a:lnTo>
                  <a:lnTo>
                    <a:pt x="3894773" y="2664183"/>
                  </a:lnTo>
                  <a:lnTo>
                    <a:pt x="3850005" y="2666523"/>
                  </a:lnTo>
                  <a:lnTo>
                    <a:pt x="3805237" y="2668944"/>
                  </a:lnTo>
                  <a:lnTo>
                    <a:pt x="3760470" y="2671442"/>
                  </a:lnTo>
                  <a:lnTo>
                    <a:pt x="3715703" y="2674016"/>
                  </a:lnTo>
                  <a:lnTo>
                    <a:pt x="3670935" y="2676661"/>
                  </a:lnTo>
                  <a:lnTo>
                    <a:pt x="3626168" y="2679373"/>
                  </a:lnTo>
                  <a:lnTo>
                    <a:pt x="3581400" y="2682149"/>
                  </a:lnTo>
                  <a:lnTo>
                    <a:pt x="3536633" y="2684985"/>
                  </a:lnTo>
                  <a:lnTo>
                    <a:pt x="3491865" y="2687875"/>
                  </a:lnTo>
                  <a:lnTo>
                    <a:pt x="3447098" y="2690815"/>
                  </a:lnTo>
                  <a:lnTo>
                    <a:pt x="3402330" y="2693800"/>
                  </a:lnTo>
                  <a:lnTo>
                    <a:pt x="3357563" y="2696825"/>
                  </a:lnTo>
                  <a:lnTo>
                    <a:pt x="3312795" y="2699885"/>
                  </a:lnTo>
                  <a:lnTo>
                    <a:pt x="3268028" y="2702975"/>
                  </a:lnTo>
                  <a:lnTo>
                    <a:pt x="3223260" y="2706089"/>
                  </a:lnTo>
                  <a:lnTo>
                    <a:pt x="3178493" y="2709224"/>
                  </a:lnTo>
                  <a:lnTo>
                    <a:pt x="3133725" y="2712373"/>
                  </a:lnTo>
                  <a:lnTo>
                    <a:pt x="3088958" y="2715533"/>
                  </a:lnTo>
                  <a:lnTo>
                    <a:pt x="3044190" y="2718697"/>
                  </a:lnTo>
                  <a:lnTo>
                    <a:pt x="2999423" y="2721864"/>
                  </a:lnTo>
                  <a:lnTo>
                    <a:pt x="2954655" y="2725027"/>
                  </a:lnTo>
                  <a:lnTo>
                    <a:pt x="2909887" y="2728185"/>
                  </a:lnTo>
                  <a:lnTo>
                    <a:pt x="2865120" y="2731332"/>
                  </a:lnTo>
                  <a:lnTo>
                    <a:pt x="2820353" y="2734467"/>
                  </a:lnTo>
                  <a:lnTo>
                    <a:pt x="2775585" y="2737587"/>
                  </a:lnTo>
                  <a:lnTo>
                    <a:pt x="2730818" y="2740689"/>
                  </a:lnTo>
                  <a:lnTo>
                    <a:pt x="2686050" y="2743771"/>
                  </a:lnTo>
                  <a:lnTo>
                    <a:pt x="2641283" y="2746833"/>
                  </a:lnTo>
                  <a:lnTo>
                    <a:pt x="2596515" y="2749873"/>
                  </a:lnTo>
                  <a:lnTo>
                    <a:pt x="2551748" y="2752890"/>
                  </a:lnTo>
                  <a:lnTo>
                    <a:pt x="2506980" y="2755884"/>
                  </a:lnTo>
                  <a:lnTo>
                    <a:pt x="2462213" y="2758856"/>
                  </a:lnTo>
                  <a:lnTo>
                    <a:pt x="2417445" y="2761805"/>
                  </a:lnTo>
                  <a:lnTo>
                    <a:pt x="2372678" y="2764734"/>
                  </a:lnTo>
                  <a:lnTo>
                    <a:pt x="2327910" y="2767643"/>
                  </a:lnTo>
                  <a:lnTo>
                    <a:pt x="2283143" y="2770533"/>
                  </a:lnTo>
                  <a:lnTo>
                    <a:pt x="2238375" y="2773406"/>
                  </a:lnTo>
                  <a:lnTo>
                    <a:pt x="2193608" y="2776264"/>
                  </a:lnTo>
                  <a:lnTo>
                    <a:pt x="2148840" y="2779108"/>
                  </a:lnTo>
                  <a:lnTo>
                    <a:pt x="2104073" y="2781942"/>
                  </a:lnTo>
                  <a:lnTo>
                    <a:pt x="2059305" y="2784766"/>
                  </a:lnTo>
                  <a:lnTo>
                    <a:pt x="2014538" y="2787583"/>
                  </a:lnTo>
                  <a:lnTo>
                    <a:pt x="1969770" y="2790394"/>
                  </a:lnTo>
                  <a:lnTo>
                    <a:pt x="1925002" y="2793203"/>
                  </a:lnTo>
                  <a:lnTo>
                    <a:pt x="1880235" y="2796011"/>
                  </a:lnTo>
                  <a:lnTo>
                    <a:pt x="1835468" y="2798819"/>
                  </a:lnTo>
                  <a:lnTo>
                    <a:pt x="1790700" y="2801630"/>
                  </a:lnTo>
                  <a:lnTo>
                    <a:pt x="1745932" y="2804443"/>
                  </a:lnTo>
                  <a:lnTo>
                    <a:pt x="1701165" y="2807261"/>
                  </a:lnTo>
                  <a:lnTo>
                    <a:pt x="1656398" y="2810083"/>
                  </a:lnTo>
                  <a:lnTo>
                    <a:pt x="1611630" y="2812909"/>
                  </a:lnTo>
                  <a:lnTo>
                    <a:pt x="1566863" y="2815740"/>
                  </a:lnTo>
                  <a:lnTo>
                    <a:pt x="1522095" y="2818576"/>
                  </a:lnTo>
                  <a:lnTo>
                    <a:pt x="1477328" y="2821415"/>
                  </a:lnTo>
                  <a:lnTo>
                    <a:pt x="1432560" y="2824257"/>
                  </a:lnTo>
                  <a:lnTo>
                    <a:pt x="1387793" y="2827099"/>
                  </a:lnTo>
                  <a:lnTo>
                    <a:pt x="1343025" y="2829941"/>
                  </a:lnTo>
                  <a:lnTo>
                    <a:pt x="1298258" y="2832780"/>
                  </a:lnTo>
                  <a:lnTo>
                    <a:pt x="1253490" y="2835613"/>
                  </a:lnTo>
                  <a:lnTo>
                    <a:pt x="1208723" y="2838438"/>
                  </a:lnTo>
                  <a:lnTo>
                    <a:pt x="1163955" y="2841251"/>
                  </a:lnTo>
                  <a:lnTo>
                    <a:pt x="1119188" y="2844050"/>
                  </a:lnTo>
                  <a:lnTo>
                    <a:pt x="1074420" y="2846829"/>
                  </a:lnTo>
                  <a:lnTo>
                    <a:pt x="1029653" y="2849587"/>
                  </a:lnTo>
                  <a:lnTo>
                    <a:pt x="984885" y="2852319"/>
                  </a:lnTo>
                  <a:lnTo>
                    <a:pt x="940118" y="2855020"/>
                  </a:lnTo>
                  <a:lnTo>
                    <a:pt x="895350" y="2857688"/>
                  </a:lnTo>
                  <a:lnTo>
                    <a:pt x="850583" y="2860318"/>
                  </a:lnTo>
                  <a:lnTo>
                    <a:pt x="805815" y="2862905"/>
                  </a:lnTo>
                  <a:lnTo>
                    <a:pt x="761048" y="2865447"/>
                  </a:lnTo>
                  <a:lnTo>
                    <a:pt x="716280" y="2867938"/>
                  </a:lnTo>
                  <a:lnTo>
                    <a:pt x="671513" y="2870376"/>
                  </a:lnTo>
                  <a:lnTo>
                    <a:pt x="626745" y="2872757"/>
                  </a:lnTo>
                  <a:lnTo>
                    <a:pt x="581978" y="2875078"/>
                  </a:lnTo>
                  <a:lnTo>
                    <a:pt x="537210" y="2877334"/>
                  </a:lnTo>
                  <a:lnTo>
                    <a:pt x="492443" y="2879525"/>
                  </a:lnTo>
                  <a:lnTo>
                    <a:pt x="447675" y="2881646"/>
                  </a:lnTo>
                  <a:lnTo>
                    <a:pt x="402908" y="2883696"/>
                  </a:lnTo>
                  <a:lnTo>
                    <a:pt x="358140" y="2885673"/>
                  </a:lnTo>
                  <a:lnTo>
                    <a:pt x="313373" y="2887575"/>
                  </a:lnTo>
                  <a:lnTo>
                    <a:pt x="268605" y="2889401"/>
                  </a:lnTo>
                  <a:lnTo>
                    <a:pt x="223838" y="2891151"/>
                  </a:lnTo>
                  <a:lnTo>
                    <a:pt x="179070" y="2892822"/>
                  </a:lnTo>
                  <a:lnTo>
                    <a:pt x="134303" y="2894416"/>
                  </a:lnTo>
                  <a:lnTo>
                    <a:pt x="89535" y="2895933"/>
                  </a:lnTo>
                  <a:lnTo>
                    <a:pt x="44768" y="2897371"/>
                  </a:lnTo>
                  <a:lnTo>
                    <a:pt x="0" y="2898733"/>
                  </a:lnTo>
                  <a:close/>
                </a:path>
              </a:pathLst>
            </a:custGeom>
            <a:solidFill>
              <a:srgbClr val="070154"/>
            </a:solidFill>
            <a:ln>
              <a:noFill/>
            </a:ln>
          </p:spPr>
        </p:sp>
        <p:sp>
          <p:nvSpPr>
            <p:cNvPr id="17" name="node01.series.source-003"/>
            <p:cNvSpPr/>
            <p:nvPr/>
          </p:nvSpPr>
          <p:spPr>
            <a:xfrm>
              <a:off x="723900" y="1600200"/>
              <a:ext cx="10744200" cy="3200400"/>
            </a:xfrm>
            <a:custGeom>
              <a:avLst/>
              <a:gdLst/>
              <a:ahLst/>
              <a:cxnLst/>
              <a:rect l="l" t="t" r="r" b="b"/>
              <a:pathLst>
                <a:path w="10744200" h="3200400">
                  <a:moveTo>
                    <a:pt x="0" y="2547771"/>
                  </a:moveTo>
                  <a:lnTo>
                    <a:pt x="44768" y="2540498"/>
                  </a:lnTo>
                  <a:lnTo>
                    <a:pt x="89535" y="2532744"/>
                  </a:lnTo>
                  <a:lnTo>
                    <a:pt x="134303" y="2524489"/>
                  </a:lnTo>
                  <a:lnTo>
                    <a:pt x="179070" y="2515717"/>
                  </a:lnTo>
                  <a:lnTo>
                    <a:pt x="223838" y="2506410"/>
                  </a:lnTo>
                  <a:lnTo>
                    <a:pt x="268605" y="2496553"/>
                  </a:lnTo>
                  <a:lnTo>
                    <a:pt x="313373" y="2486128"/>
                  </a:lnTo>
                  <a:lnTo>
                    <a:pt x="358140" y="2475120"/>
                  </a:lnTo>
                  <a:lnTo>
                    <a:pt x="402908" y="2463515"/>
                  </a:lnTo>
                  <a:lnTo>
                    <a:pt x="447675" y="2451301"/>
                  </a:lnTo>
                  <a:lnTo>
                    <a:pt x="492443" y="2438465"/>
                  </a:lnTo>
                  <a:lnTo>
                    <a:pt x="537210" y="2424995"/>
                  </a:lnTo>
                  <a:lnTo>
                    <a:pt x="581978" y="2410882"/>
                  </a:lnTo>
                  <a:lnTo>
                    <a:pt x="626745" y="2396116"/>
                  </a:lnTo>
                  <a:lnTo>
                    <a:pt x="671513" y="2380689"/>
                  </a:lnTo>
                  <a:lnTo>
                    <a:pt x="716280" y="2364595"/>
                  </a:lnTo>
                  <a:lnTo>
                    <a:pt x="761048" y="2347830"/>
                  </a:lnTo>
                  <a:lnTo>
                    <a:pt x="805815" y="2330389"/>
                  </a:lnTo>
                  <a:lnTo>
                    <a:pt x="850583" y="2312272"/>
                  </a:lnTo>
                  <a:lnTo>
                    <a:pt x="895350" y="2293481"/>
                  </a:lnTo>
                  <a:lnTo>
                    <a:pt x="940118" y="2274020"/>
                  </a:lnTo>
                  <a:lnTo>
                    <a:pt x="984885" y="2253891"/>
                  </a:lnTo>
                  <a:lnTo>
                    <a:pt x="1029653" y="2233103"/>
                  </a:lnTo>
                  <a:lnTo>
                    <a:pt x="1074420" y="2211662"/>
                  </a:lnTo>
                  <a:lnTo>
                    <a:pt x="1119188" y="2189581"/>
                  </a:lnTo>
                  <a:lnTo>
                    <a:pt x="1163955" y="2166870"/>
                  </a:lnTo>
                  <a:lnTo>
                    <a:pt x="1208723" y="2143544"/>
                  </a:lnTo>
                  <a:lnTo>
                    <a:pt x="1253490" y="2119621"/>
                  </a:lnTo>
                  <a:lnTo>
                    <a:pt x="1298258" y="2095117"/>
                  </a:lnTo>
                  <a:lnTo>
                    <a:pt x="1343025" y="2070055"/>
                  </a:lnTo>
                  <a:lnTo>
                    <a:pt x="1387793" y="2044458"/>
                  </a:lnTo>
                  <a:lnTo>
                    <a:pt x="1432560" y="2018349"/>
                  </a:lnTo>
                  <a:lnTo>
                    <a:pt x="1477328" y="1991754"/>
                  </a:lnTo>
                  <a:lnTo>
                    <a:pt x="1522095" y="1964701"/>
                  </a:lnTo>
                  <a:lnTo>
                    <a:pt x="1566863" y="1937220"/>
                  </a:lnTo>
                  <a:lnTo>
                    <a:pt x="1611630" y="1909342"/>
                  </a:lnTo>
                  <a:lnTo>
                    <a:pt x="1656398" y="1881097"/>
                  </a:lnTo>
                  <a:lnTo>
                    <a:pt x="1701165" y="1852520"/>
                  </a:lnTo>
                  <a:lnTo>
                    <a:pt x="1745932" y="1823645"/>
                  </a:lnTo>
                  <a:lnTo>
                    <a:pt x="1790700" y="1794509"/>
                  </a:lnTo>
                  <a:lnTo>
                    <a:pt x="1835468" y="1765147"/>
                  </a:lnTo>
                  <a:lnTo>
                    <a:pt x="1880235" y="1735596"/>
                  </a:lnTo>
                  <a:lnTo>
                    <a:pt x="1925002" y="1705895"/>
                  </a:lnTo>
                  <a:lnTo>
                    <a:pt x="1969770" y="1676080"/>
                  </a:lnTo>
                  <a:lnTo>
                    <a:pt x="2014538" y="1646190"/>
                  </a:lnTo>
                  <a:lnTo>
                    <a:pt x="2059305" y="1616263"/>
                  </a:lnTo>
                  <a:lnTo>
                    <a:pt x="2104073" y="1586337"/>
                  </a:lnTo>
                  <a:lnTo>
                    <a:pt x="2148840" y="1556450"/>
                  </a:lnTo>
                  <a:lnTo>
                    <a:pt x="2193608" y="1526640"/>
                  </a:lnTo>
                  <a:lnTo>
                    <a:pt x="2238375" y="1496943"/>
                  </a:lnTo>
                  <a:lnTo>
                    <a:pt x="2283143" y="1467397"/>
                  </a:lnTo>
                  <a:lnTo>
                    <a:pt x="2327910" y="1438037"/>
                  </a:lnTo>
                  <a:lnTo>
                    <a:pt x="2372678" y="1408900"/>
                  </a:lnTo>
                  <a:lnTo>
                    <a:pt x="2417445" y="1380020"/>
                  </a:lnTo>
                  <a:lnTo>
                    <a:pt x="2462213" y="1351428"/>
                  </a:lnTo>
                  <a:lnTo>
                    <a:pt x="2506980" y="1323156"/>
                  </a:lnTo>
                  <a:lnTo>
                    <a:pt x="2551748" y="1295234"/>
                  </a:lnTo>
                  <a:lnTo>
                    <a:pt x="2596515" y="1267691"/>
                  </a:lnTo>
                  <a:lnTo>
                    <a:pt x="2641283" y="1240554"/>
                  </a:lnTo>
                  <a:lnTo>
                    <a:pt x="2686050" y="1213847"/>
                  </a:lnTo>
                  <a:lnTo>
                    <a:pt x="2730818" y="1187593"/>
                  </a:lnTo>
                  <a:lnTo>
                    <a:pt x="2775585" y="1161816"/>
                  </a:lnTo>
                  <a:lnTo>
                    <a:pt x="2820353" y="1136534"/>
                  </a:lnTo>
                  <a:lnTo>
                    <a:pt x="2865120" y="1111768"/>
                  </a:lnTo>
                  <a:lnTo>
                    <a:pt x="2909887" y="1087533"/>
                  </a:lnTo>
                  <a:lnTo>
                    <a:pt x="2954655" y="1063844"/>
                  </a:lnTo>
                  <a:lnTo>
                    <a:pt x="2999423" y="1040714"/>
                  </a:lnTo>
                  <a:lnTo>
                    <a:pt x="3044190" y="1018155"/>
                  </a:lnTo>
                  <a:lnTo>
                    <a:pt x="3088958" y="996175"/>
                  </a:lnTo>
                  <a:lnTo>
                    <a:pt x="3133725" y="974781"/>
                  </a:lnTo>
                  <a:lnTo>
                    <a:pt x="3178493" y="953977"/>
                  </a:lnTo>
                  <a:lnTo>
                    <a:pt x="3223260" y="933768"/>
                  </a:lnTo>
                  <a:lnTo>
                    <a:pt x="3268028" y="914158"/>
                  </a:lnTo>
                  <a:lnTo>
                    <a:pt x="3312795" y="895145"/>
                  </a:lnTo>
                  <a:lnTo>
                    <a:pt x="3357563" y="876729"/>
                  </a:lnTo>
                  <a:lnTo>
                    <a:pt x="3402330" y="858903"/>
                  </a:lnTo>
                  <a:lnTo>
                    <a:pt x="3447098" y="841664"/>
                  </a:lnTo>
                  <a:lnTo>
                    <a:pt x="3491865" y="825002"/>
                  </a:lnTo>
                  <a:lnTo>
                    <a:pt x="3536633" y="808911"/>
                  </a:lnTo>
                  <a:lnTo>
                    <a:pt x="3581400" y="793380"/>
                  </a:lnTo>
                  <a:lnTo>
                    <a:pt x="3626168" y="778397"/>
                  </a:lnTo>
                  <a:lnTo>
                    <a:pt x="3670935" y="763951"/>
                  </a:lnTo>
                  <a:lnTo>
                    <a:pt x="3715703" y="750029"/>
                  </a:lnTo>
                  <a:lnTo>
                    <a:pt x="3760470" y="736615"/>
                  </a:lnTo>
                  <a:lnTo>
                    <a:pt x="3805237" y="723694"/>
                  </a:lnTo>
                  <a:lnTo>
                    <a:pt x="3850005" y="711248"/>
                  </a:lnTo>
                  <a:lnTo>
                    <a:pt x="3894773" y="699258"/>
                  </a:lnTo>
                  <a:lnTo>
                    <a:pt x="3939540" y="687707"/>
                  </a:lnTo>
                  <a:lnTo>
                    <a:pt x="3984308" y="676573"/>
                  </a:lnTo>
                  <a:lnTo>
                    <a:pt x="4029075" y="665839"/>
                  </a:lnTo>
                  <a:lnTo>
                    <a:pt x="4073843" y="655484"/>
                  </a:lnTo>
                  <a:lnTo>
                    <a:pt x="4118610" y="645488"/>
                  </a:lnTo>
                  <a:lnTo>
                    <a:pt x="4163377" y="635829"/>
                  </a:lnTo>
                  <a:lnTo>
                    <a:pt x="4208145" y="626486"/>
                  </a:lnTo>
                  <a:lnTo>
                    <a:pt x="4252913" y="617438"/>
                  </a:lnTo>
                  <a:lnTo>
                    <a:pt x="4297680" y="608664"/>
                  </a:lnTo>
                  <a:lnTo>
                    <a:pt x="4342448" y="600141"/>
                  </a:lnTo>
                  <a:lnTo>
                    <a:pt x="4387215" y="591849"/>
                  </a:lnTo>
                  <a:lnTo>
                    <a:pt x="4431983" y="583768"/>
                  </a:lnTo>
                  <a:lnTo>
                    <a:pt x="4476750" y="575877"/>
                  </a:lnTo>
                  <a:lnTo>
                    <a:pt x="4521518" y="568158"/>
                  </a:lnTo>
                  <a:lnTo>
                    <a:pt x="4566285" y="560590"/>
                  </a:lnTo>
                  <a:lnTo>
                    <a:pt x="4611053" y="553155"/>
                  </a:lnTo>
                  <a:lnTo>
                    <a:pt x="4655820" y="545836"/>
                  </a:lnTo>
                  <a:lnTo>
                    <a:pt x="4700588" y="538617"/>
                  </a:lnTo>
                  <a:lnTo>
                    <a:pt x="4745355" y="531483"/>
                  </a:lnTo>
                  <a:lnTo>
                    <a:pt x="4790123" y="524419"/>
                  </a:lnTo>
                  <a:lnTo>
                    <a:pt x="4834890" y="517412"/>
                  </a:lnTo>
                  <a:lnTo>
                    <a:pt x="4879658" y="510452"/>
                  </a:lnTo>
                  <a:lnTo>
                    <a:pt x="4924425" y="503527"/>
                  </a:lnTo>
                  <a:lnTo>
                    <a:pt x="4969193" y="496630"/>
                  </a:lnTo>
                  <a:lnTo>
                    <a:pt x="5013960" y="489752"/>
                  </a:lnTo>
                  <a:lnTo>
                    <a:pt x="5058728" y="482886"/>
                  </a:lnTo>
                  <a:lnTo>
                    <a:pt x="5103495" y="476029"/>
                  </a:lnTo>
                  <a:lnTo>
                    <a:pt x="5148263" y="469177"/>
                  </a:lnTo>
                  <a:lnTo>
                    <a:pt x="5193030" y="462329"/>
                  </a:lnTo>
                  <a:lnTo>
                    <a:pt x="5237798" y="455485"/>
                  </a:lnTo>
                  <a:lnTo>
                    <a:pt x="5282565" y="448647"/>
                  </a:lnTo>
                  <a:lnTo>
                    <a:pt x="5327333" y="441817"/>
                  </a:lnTo>
                  <a:lnTo>
                    <a:pt x="5372100" y="434999"/>
                  </a:lnTo>
                  <a:lnTo>
                    <a:pt x="5416868" y="428199"/>
                  </a:lnTo>
                  <a:lnTo>
                    <a:pt x="5461635" y="421423"/>
                  </a:lnTo>
                  <a:lnTo>
                    <a:pt x="5506403" y="414676"/>
                  </a:lnTo>
                  <a:lnTo>
                    <a:pt x="5551170" y="407966"/>
                  </a:lnTo>
                  <a:lnTo>
                    <a:pt x="5595938" y="401303"/>
                  </a:lnTo>
                  <a:lnTo>
                    <a:pt x="5640705" y="394696"/>
                  </a:lnTo>
                  <a:lnTo>
                    <a:pt x="5685473" y="388156"/>
                  </a:lnTo>
                  <a:lnTo>
                    <a:pt x="5730240" y="381693"/>
                  </a:lnTo>
                  <a:lnTo>
                    <a:pt x="5775008" y="375318"/>
                  </a:lnTo>
                  <a:lnTo>
                    <a:pt x="5819775" y="369043"/>
                  </a:lnTo>
                  <a:lnTo>
                    <a:pt x="5864543" y="362877"/>
                  </a:lnTo>
                  <a:lnTo>
                    <a:pt x="5909310" y="356831"/>
                  </a:lnTo>
                  <a:lnTo>
                    <a:pt x="5954078" y="350914"/>
                  </a:lnTo>
                  <a:lnTo>
                    <a:pt x="5998845" y="345138"/>
                  </a:lnTo>
                  <a:lnTo>
                    <a:pt x="6043613" y="339510"/>
                  </a:lnTo>
                  <a:lnTo>
                    <a:pt x="6088380" y="334040"/>
                  </a:lnTo>
                  <a:lnTo>
                    <a:pt x="6133148" y="328735"/>
                  </a:lnTo>
                  <a:lnTo>
                    <a:pt x="6177915" y="323604"/>
                  </a:lnTo>
                  <a:lnTo>
                    <a:pt x="6222683" y="318652"/>
                  </a:lnTo>
                  <a:lnTo>
                    <a:pt x="6267450" y="313884"/>
                  </a:lnTo>
                  <a:lnTo>
                    <a:pt x="6312218" y="309306"/>
                  </a:lnTo>
                  <a:lnTo>
                    <a:pt x="6356985" y="304920"/>
                  </a:lnTo>
                  <a:lnTo>
                    <a:pt x="6401753" y="300729"/>
                  </a:lnTo>
                  <a:lnTo>
                    <a:pt x="6446520" y="296735"/>
                  </a:lnTo>
                  <a:lnTo>
                    <a:pt x="6491287" y="292937"/>
                  </a:lnTo>
                  <a:lnTo>
                    <a:pt x="6536055" y="289335"/>
                  </a:lnTo>
                  <a:lnTo>
                    <a:pt x="6580823" y="285929"/>
                  </a:lnTo>
                  <a:lnTo>
                    <a:pt x="6625590" y="282716"/>
                  </a:lnTo>
                  <a:lnTo>
                    <a:pt x="6670358" y="279694"/>
                  </a:lnTo>
                  <a:lnTo>
                    <a:pt x="6715125" y="276859"/>
                  </a:lnTo>
                  <a:lnTo>
                    <a:pt x="6759893" y="274206"/>
                  </a:lnTo>
                  <a:lnTo>
                    <a:pt x="6804660" y="271730"/>
                  </a:lnTo>
                  <a:lnTo>
                    <a:pt x="6849427" y="269426"/>
                  </a:lnTo>
                  <a:lnTo>
                    <a:pt x="6894195" y="267286"/>
                  </a:lnTo>
                  <a:lnTo>
                    <a:pt x="6938963" y="265306"/>
                  </a:lnTo>
                  <a:lnTo>
                    <a:pt x="6983730" y="263477"/>
                  </a:lnTo>
                  <a:lnTo>
                    <a:pt x="7028497" y="261794"/>
                  </a:lnTo>
                  <a:lnTo>
                    <a:pt x="7073265" y="260250"/>
                  </a:lnTo>
                  <a:lnTo>
                    <a:pt x="7118033" y="258836"/>
                  </a:lnTo>
                  <a:lnTo>
                    <a:pt x="7162800" y="257546"/>
                  </a:lnTo>
                  <a:lnTo>
                    <a:pt x="7207568" y="256372"/>
                  </a:lnTo>
                  <a:lnTo>
                    <a:pt x="7252335" y="255308"/>
                  </a:lnTo>
                  <a:lnTo>
                    <a:pt x="7297103" y="254346"/>
                  </a:lnTo>
                  <a:lnTo>
                    <a:pt x="7341870" y="253481"/>
                  </a:lnTo>
                  <a:lnTo>
                    <a:pt x="7386638" y="252705"/>
                  </a:lnTo>
                  <a:lnTo>
                    <a:pt x="7431405" y="252011"/>
                  </a:lnTo>
                  <a:lnTo>
                    <a:pt x="7476173" y="251393"/>
                  </a:lnTo>
                  <a:lnTo>
                    <a:pt x="7520940" y="250844"/>
                  </a:lnTo>
                  <a:lnTo>
                    <a:pt x="7565708" y="250359"/>
                  </a:lnTo>
                  <a:lnTo>
                    <a:pt x="7610475" y="249933"/>
                  </a:lnTo>
                  <a:lnTo>
                    <a:pt x="7655242" y="249559"/>
                  </a:lnTo>
                  <a:lnTo>
                    <a:pt x="7700010" y="249233"/>
                  </a:lnTo>
                  <a:lnTo>
                    <a:pt x="7744778" y="248951"/>
                  </a:lnTo>
                  <a:lnTo>
                    <a:pt x="7789545" y="248708"/>
                  </a:lnTo>
                  <a:lnTo>
                    <a:pt x="7834313" y="248501"/>
                  </a:lnTo>
                  <a:lnTo>
                    <a:pt x="7879080" y="248326"/>
                  </a:lnTo>
                  <a:lnTo>
                    <a:pt x="7923848" y="248179"/>
                  </a:lnTo>
                  <a:lnTo>
                    <a:pt x="7968615" y="248057"/>
                  </a:lnTo>
                  <a:lnTo>
                    <a:pt x="8013383" y="247956"/>
                  </a:lnTo>
                  <a:lnTo>
                    <a:pt x="8058150" y="247875"/>
                  </a:lnTo>
                  <a:lnTo>
                    <a:pt x="8102918" y="247810"/>
                  </a:lnTo>
                  <a:lnTo>
                    <a:pt x="8147685" y="247760"/>
                  </a:lnTo>
                  <a:lnTo>
                    <a:pt x="8192453" y="247723"/>
                  </a:lnTo>
                  <a:lnTo>
                    <a:pt x="8237220" y="247695"/>
                  </a:lnTo>
                  <a:lnTo>
                    <a:pt x="8281987" y="247676"/>
                  </a:lnTo>
                  <a:lnTo>
                    <a:pt x="8326755" y="247665"/>
                  </a:lnTo>
                  <a:lnTo>
                    <a:pt x="8371522" y="247660"/>
                  </a:lnTo>
                  <a:lnTo>
                    <a:pt x="8416290" y="247659"/>
                  </a:lnTo>
                  <a:lnTo>
                    <a:pt x="8461058" y="247663"/>
                  </a:lnTo>
                  <a:lnTo>
                    <a:pt x="8505825" y="247670"/>
                  </a:lnTo>
                  <a:lnTo>
                    <a:pt x="8550593" y="247679"/>
                  </a:lnTo>
                  <a:lnTo>
                    <a:pt x="8595360" y="247690"/>
                  </a:lnTo>
                  <a:lnTo>
                    <a:pt x="8640128" y="247701"/>
                  </a:lnTo>
                  <a:lnTo>
                    <a:pt x="8684895" y="247711"/>
                  </a:lnTo>
                  <a:lnTo>
                    <a:pt x="8729663" y="247720"/>
                  </a:lnTo>
                  <a:lnTo>
                    <a:pt x="8774430" y="247728"/>
                  </a:lnTo>
                  <a:lnTo>
                    <a:pt x="8819198" y="247735"/>
                  </a:lnTo>
                  <a:lnTo>
                    <a:pt x="8863965" y="247741"/>
                  </a:lnTo>
                  <a:lnTo>
                    <a:pt x="8908733" y="247745"/>
                  </a:lnTo>
                  <a:lnTo>
                    <a:pt x="8953500" y="247748"/>
                  </a:lnTo>
                  <a:lnTo>
                    <a:pt x="8998268" y="247750"/>
                  </a:lnTo>
                  <a:lnTo>
                    <a:pt x="9043035" y="247750"/>
                  </a:lnTo>
                  <a:lnTo>
                    <a:pt x="9087803" y="247748"/>
                  </a:lnTo>
                  <a:lnTo>
                    <a:pt x="9132570" y="247745"/>
                  </a:lnTo>
                  <a:lnTo>
                    <a:pt x="9177338" y="247741"/>
                  </a:lnTo>
                  <a:lnTo>
                    <a:pt x="9222105" y="247735"/>
                  </a:lnTo>
                  <a:lnTo>
                    <a:pt x="9266873" y="247728"/>
                  </a:lnTo>
                  <a:lnTo>
                    <a:pt x="9311640" y="247719"/>
                  </a:lnTo>
                  <a:lnTo>
                    <a:pt x="9356408" y="247710"/>
                  </a:lnTo>
                  <a:lnTo>
                    <a:pt x="9401175" y="247699"/>
                  </a:lnTo>
                  <a:lnTo>
                    <a:pt x="9445943" y="247687"/>
                  </a:lnTo>
                  <a:lnTo>
                    <a:pt x="9490710" y="247675"/>
                  </a:lnTo>
                  <a:lnTo>
                    <a:pt x="9535478" y="247662"/>
                  </a:lnTo>
                  <a:lnTo>
                    <a:pt x="9580245" y="247649"/>
                  </a:lnTo>
                  <a:lnTo>
                    <a:pt x="9625013" y="247635"/>
                  </a:lnTo>
                  <a:lnTo>
                    <a:pt x="9669780" y="247621"/>
                  </a:lnTo>
                  <a:lnTo>
                    <a:pt x="9714548" y="247607"/>
                  </a:lnTo>
                  <a:lnTo>
                    <a:pt x="9759315" y="247593"/>
                  </a:lnTo>
                  <a:lnTo>
                    <a:pt x="9804083" y="247579"/>
                  </a:lnTo>
                  <a:lnTo>
                    <a:pt x="9848850" y="247565"/>
                  </a:lnTo>
                  <a:lnTo>
                    <a:pt x="9893618" y="247551"/>
                  </a:lnTo>
                  <a:lnTo>
                    <a:pt x="9938385" y="247538"/>
                  </a:lnTo>
                  <a:lnTo>
                    <a:pt x="9983153" y="247525"/>
                  </a:lnTo>
                  <a:lnTo>
                    <a:pt x="10027920" y="247513"/>
                  </a:lnTo>
                  <a:lnTo>
                    <a:pt x="10072688" y="247501"/>
                  </a:lnTo>
                  <a:lnTo>
                    <a:pt x="10117455" y="247490"/>
                  </a:lnTo>
                  <a:lnTo>
                    <a:pt x="10162223" y="247480"/>
                  </a:lnTo>
                  <a:lnTo>
                    <a:pt x="10206990" y="247470"/>
                  </a:lnTo>
                  <a:lnTo>
                    <a:pt x="10251758" y="247462"/>
                  </a:lnTo>
                  <a:lnTo>
                    <a:pt x="10296525" y="247454"/>
                  </a:lnTo>
                  <a:lnTo>
                    <a:pt x="10341293" y="247448"/>
                  </a:lnTo>
                  <a:lnTo>
                    <a:pt x="10386060" y="247442"/>
                  </a:lnTo>
                  <a:lnTo>
                    <a:pt x="10430828" y="247438"/>
                  </a:lnTo>
                  <a:lnTo>
                    <a:pt x="10475595" y="247434"/>
                  </a:lnTo>
                  <a:lnTo>
                    <a:pt x="10520363" y="247432"/>
                  </a:lnTo>
                  <a:lnTo>
                    <a:pt x="10565130" y="247430"/>
                  </a:lnTo>
                  <a:lnTo>
                    <a:pt x="10609898" y="247430"/>
                  </a:lnTo>
                  <a:lnTo>
                    <a:pt x="10654665" y="247431"/>
                  </a:lnTo>
                  <a:lnTo>
                    <a:pt x="10699433" y="247433"/>
                  </a:lnTo>
                  <a:lnTo>
                    <a:pt x="10744200" y="247435"/>
                  </a:lnTo>
                  <a:lnTo>
                    <a:pt x="10744200" y="2671292"/>
                  </a:lnTo>
                  <a:lnTo>
                    <a:pt x="10699433" y="2666830"/>
                  </a:lnTo>
                  <a:lnTo>
                    <a:pt x="10654665" y="2662118"/>
                  </a:lnTo>
                  <a:lnTo>
                    <a:pt x="10609898" y="2657152"/>
                  </a:lnTo>
                  <a:lnTo>
                    <a:pt x="10565130" y="2651932"/>
                  </a:lnTo>
                  <a:lnTo>
                    <a:pt x="10520363" y="2646454"/>
                  </a:lnTo>
                  <a:lnTo>
                    <a:pt x="10475595" y="2640720"/>
                  </a:lnTo>
                  <a:lnTo>
                    <a:pt x="10430828" y="2634729"/>
                  </a:lnTo>
                  <a:lnTo>
                    <a:pt x="10386060" y="2628482"/>
                  </a:lnTo>
                  <a:lnTo>
                    <a:pt x="10341293" y="2621980"/>
                  </a:lnTo>
                  <a:lnTo>
                    <a:pt x="10296525" y="2615223"/>
                  </a:lnTo>
                  <a:lnTo>
                    <a:pt x="10251758" y="2608213"/>
                  </a:lnTo>
                  <a:lnTo>
                    <a:pt x="10206990" y="2600951"/>
                  </a:lnTo>
                  <a:lnTo>
                    <a:pt x="10162223" y="2593441"/>
                  </a:lnTo>
                  <a:lnTo>
                    <a:pt x="10117455" y="2585685"/>
                  </a:lnTo>
                  <a:lnTo>
                    <a:pt x="10072688" y="2577685"/>
                  </a:lnTo>
                  <a:lnTo>
                    <a:pt x="10027920" y="2569445"/>
                  </a:lnTo>
                  <a:lnTo>
                    <a:pt x="9983153" y="2560965"/>
                  </a:lnTo>
                  <a:lnTo>
                    <a:pt x="9938385" y="2552249"/>
                  </a:lnTo>
                  <a:lnTo>
                    <a:pt x="9893618" y="2543295"/>
                  </a:lnTo>
                  <a:lnTo>
                    <a:pt x="9848850" y="2534106"/>
                  </a:lnTo>
                  <a:lnTo>
                    <a:pt x="9804083" y="2524680"/>
                  </a:lnTo>
                  <a:lnTo>
                    <a:pt x="9759315" y="2515016"/>
                  </a:lnTo>
                  <a:lnTo>
                    <a:pt x="9714548" y="2505111"/>
                  </a:lnTo>
                  <a:lnTo>
                    <a:pt x="9669780" y="2494961"/>
                  </a:lnTo>
                  <a:lnTo>
                    <a:pt x="9625013" y="2484560"/>
                  </a:lnTo>
                  <a:lnTo>
                    <a:pt x="9580245" y="2473902"/>
                  </a:lnTo>
                  <a:lnTo>
                    <a:pt x="9535478" y="2462978"/>
                  </a:lnTo>
                  <a:lnTo>
                    <a:pt x="9490710" y="2451779"/>
                  </a:lnTo>
                  <a:lnTo>
                    <a:pt x="9445943" y="2440292"/>
                  </a:lnTo>
                  <a:lnTo>
                    <a:pt x="9401175" y="2428508"/>
                  </a:lnTo>
                  <a:lnTo>
                    <a:pt x="9356408" y="2416413"/>
                  </a:lnTo>
                  <a:lnTo>
                    <a:pt x="9311640" y="2403991"/>
                  </a:lnTo>
                  <a:lnTo>
                    <a:pt x="9266873" y="2391226"/>
                  </a:lnTo>
                  <a:lnTo>
                    <a:pt x="9222105" y="2378099"/>
                  </a:lnTo>
                  <a:lnTo>
                    <a:pt x="9177338" y="2364592"/>
                  </a:lnTo>
                  <a:lnTo>
                    <a:pt x="9132570" y="2350684"/>
                  </a:lnTo>
                  <a:lnTo>
                    <a:pt x="9087803" y="2336356"/>
                  </a:lnTo>
                  <a:lnTo>
                    <a:pt x="9043035" y="2321587"/>
                  </a:lnTo>
                  <a:lnTo>
                    <a:pt x="8998268" y="2306354"/>
                  </a:lnTo>
                  <a:lnTo>
                    <a:pt x="8953500" y="2290642"/>
                  </a:lnTo>
                  <a:lnTo>
                    <a:pt x="8908733" y="2274430"/>
                  </a:lnTo>
                  <a:lnTo>
                    <a:pt x="8863965" y="2257700"/>
                  </a:lnTo>
                  <a:lnTo>
                    <a:pt x="8819198" y="2240434"/>
                  </a:lnTo>
                  <a:lnTo>
                    <a:pt x="8774430" y="2222613"/>
                  </a:lnTo>
                  <a:lnTo>
                    <a:pt x="8729663" y="2204222"/>
                  </a:lnTo>
                  <a:lnTo>
                    <a:pt x="8684895" y="2185248"/>
                  </a:lnTo>
                  <a:lnTo>
                    <a:pt x="8640128" y="2165679"/>
                  </a:lnTo>
                  <a:lnTo>
                    <a:pt x="8595360" y="2145506"/>
                  </a:lnTo>
                  <a:lnTo>
                    <a:pt x="8550593" y="2124722"/>
                  </a:lnTo>
                  <a:lnTo>
                    <a:pt x="8505825" y="2103325"/>
                  </a:lnTo>
                  <a:lnTo>
                    <a:pt x="8461058" y="2081314"/>
                  </a:lnTo>
                  <a:lnTo>
                    <a:pt x="8416290" y="2058693"/>
                  </a:lnTo>
                  <a:lnTo>
                    <a:pt x="8371522" y="2035469"/>
                  </a:lnTo>
                  <a:lnTo>
                    <a:pt x="8326755" y="2011652"/>
                  </a:lnTo>
                  <a:lnTo>
                    <a:pt x="8281987" y="1987255"/>
                  </a:lnTo>
                  <a:lnTo>
                    <a:pt x="8237220" y="1962296"/>
                  </a:lnTo>
                  <a:lnTo>
                    <a:pt x="8192453" y="1936796"/>
                  </a:lnTo>
                  <a:lnTo>
                    <a:pt x="8147685" y="1910779"/>
                  </a:lnTo>
                  <a:lnTo>
                    <a:pt x="8102918" y="1884275"/>
                  </a:lnTo>
                  <a:lnTo>
                    <a:pt x="8058150" y="1857315"/>
                  </a:lnTo>
                  <a:lnTo>
                    <a:pt x="8013383" y="1829935"/>
                  </a:lnTo>
                  <a:lnTo>
                    <a:pt x="7968615" y="1802173"/>
                  </a:lnTo>
                  <a:lnTo>
                    <a:pt x="7923848" y="1774074"/>
                  </a:lnTo>
                  <a:lnTo>
                    <a:pt x="7879080" y="1745681"/>
                  </a:lnTo>
                  <a:lnTo>
                    <a:pt x="7834313" y="1717042"/>
                  </a:lnTo>
                  <a:lnTo>
                    <a:pt x="7789545" y="1688207"/>
                  </a:lnTo>
                  <a:lnTo>
                    <a:pt x="7744778" y="1659226"/>
                  </a:lnTo>
                  <a:lnTo>
                    <a:pt x="7700010" y="1630153"/>
                  </a:lnTo>
                  <a:lnTo>
                    <a:pt x="7655242" y="1601043"/>
                  </a:lnTo>
                  <a:lnTo>
                    <a:pt x="7610475" y="1571952"/>
                  </a:lnTo>
                  <a:lnTo>
                    <a:pt x="7565708" y="1542934"/>
                  </a:lnTo>
                  <a:lnTo>
                    <a:pt x="7520940" y="1514048"/>
                  </a:lnTo>
                  <a:lnTo>
                    <a:pt x="7476173" y="1485349"/>
                  </a:lnTo>
                  <a:lnTo>
                    <a:pt x="7431405" y="1456893"/>
                  </a:lnTo>
                  <a:lnTo>
                    <a:pt x="7386638" y="1428735"/>
                  </a:lnTo>
                  <a:lnTo>
                    <a:pt x="7341870" y="1400929"/>
                  </a:lnTo>
                  <a:lnTo>
                    <a:pt x="7297103" y="1373525"/>
                  </a:lnTo>
                  <a:lnTo>
                    <a:pt x="7252335" y="1346574"/>
                  </a:lnTo>
                  <a:lnTo>
                    <a:pt x="7207568" y="1320125"/>
                  </a:lnTo>
                  <a:lnTo>
                    <a:pt x="7162800" y="1294221"/>
                  </a:lnTo>
                  <a:lnTo>
                    <a:pt x="7118033" y="1268906"/>
                  </a:lnTo>
                  <a:lnTo>
                    <a:pt x="7073265" y="1244218"/>
                  </a:lnTo>
                  <a:lnTo>
                    <a:pt x="7028497" y="1220193"/>
                  </a:lnTo>
                  <a:lnTo>
                    <a:pt x="6983730" y="1196864"/>
                  </a:lnTo>
                  <a:lnTo>
                    <a:pt x="6938963" y="1174260"/>
                  </a:lnTo>
                  <a:lnTo>
                    <a:pt x="6894195" y="1152406"/>
                  </a:lnTo>
                  <a:lnTo>
                    <a:pt x="6849427" y="1131325"/>
                  </a:lnTo>
                  <a:lnTo>
                    <a:pt x="6804660" y="1111033"/>
                  </a:lnTo>
                  <a:lnTo>
                    <a:pt x="6759893" y="1091546"/>
                  </a:lnTo>
                  <a:lnTo>
                    <a:pt x="6715125" y="1072873"/>
                  </a:lnTo>
                  <a:lnTo>
                    <a:pt x="6670358" y="1055022"/>
                  </a:lnTo>
                  <a:lnTo>
                    <a:pt x="6625590" y="1037995"/>
                  </a:lnTo>
                  <a:lnTo>
                    <a:pt x="6580823" y="1021792"/>
                  </a:lnTo>
                  <a:lnTo>
                    <a:pt x="6536055" y="1006408"/>
                  </a:lnTo>
                  <a:lnTo>
                    <a:pt x="6491287" y="991836"/>
                  </a:lnTo>
                  <a:lnTo>
                    <a:pt x="6446520" y="978066"/>
                  </a:lnTo>
                  <a:lnTo>
                    <a:pt x="6401753" y="965085"/>
                  </a:lnTo>
                  <a:lnTo>
                    <a:pt x="6356985" y="952876"/>
                  </a:lnTo>
                  <a:lnTo>
                    <a:pt x="6312218" y="941422"/>
                  </a:lnTo>
                  <a:lnTo>
                    <a:pt x="6267450" y="930701"/>
                  </a:lnTo>
                  <a:lnTo>
                    <a:pt x="6222683" y="920693"/>
                  </a:lnTo>
                  <a:lnTo>
                    <a:pt x="6177915" y="911373"/>
                  </a:lnTo>
                  <a:lnTo>
                    <a:pt x="6133148" y="902720"/>
                  </a:lnTo>
                  <a:lnTo>
                    <a:pt x="6088380" y="894707"/>
                  </a:lnTo>
                  <a:lnTo>
                    <a:pt x="6043613" y="887306"/>
                  </a:lnTo>
                  <a:lnTo>
                    <a:pt x="5998845" y="880488"/>
                  </a:lnTo>
                  <a:lnTo>
                    <a:pt x="5954078" y="874224"/>
                  </a:lnTo>
                  <a:lnTo>
                    <a:pt x="5909310" y="868485"/>
                  </a:lnTo>
                  <a:lnTo>
                    <a:pt x="5864543" y="863244"/>
                  </a:lnTo>
                  <a:lnTo>
                    <a:pt x="5819775" y="858471"/>
                  </a:lnTo>
                  <a:lnTo>
                    <a:pt x="5775008" y="854140"/>
                  </a:lnTo>
                  <a:lnTo>
                    <a:pt x="5730240" y="850223"/>
                  </a:lnTo>
                  <a:lnTo>
                    <a:pt x="5685473" y="846697"/>
                  </a:lnTo>
                  <a:lnTo>
                    <a:pt x="5640705" y="843535"/>
                  </a:lnTo>
                  <a:lnTo>
                    <a:pt x="5595938" y="840714"/>
                  </a:lnTo>
                  <a:lnTo>
                    <a:pt x="5551170" y="838208"/>
                  </a:lnTo>
                  <a:lnTo>
                    <a:pt x="5506403" y="835997"/>
                  </a:lnTo>
                  <a:lnTo>
                    <a:pt x="5461635" y="834060"/>
                  </a:lnTo>
                  <a:lnTo>
                    <a:pt x="5416868" y="832377"/>
                  </a:lnTo>
                  <a:lnTo>
                    <a:pt x="5372100" y="830934"/>
                  </a:lnTo>
                  <a:lnTo>
                    <a:pt x="5327333" y="829716"/>
                  </a:lnTo>
                  <a:lnTo>
                    <a:pt x="5282565" y="828709"/>
                  </a:lnTo>
                  <a:lnTo>
                    <a:pt x="5237798" y="827900"/>
                  </a:lnTo>
                  <a:lnTo>
                    <a:pt x="5193030" y="827278"/>
                  </a:lnTo>
                  <a:lnTo>
                    <a:pt x="5148263" y="826834"/>
                  </a:lnTo>
                  <a:lnTo>
                    <a:pt x="5103495" y="826562"/>
                  </a:lnTo>
                  <a:lnTo>
                    <a:pt x="5058728" y="826454"/>
                  </a:lnTo>
                  <a:lnTo>
                    <a:pt x="5013960" y="826507"/>
                  </a:lnTo>
                  <a:lnTo>
                    <a:pt x="4969193" y="826718"/>
                  </a:lnTo>
                  <a:lnTo>
                    <a:pt x="4924425" y="827088"/>
                  </a:lnTo>
                  <a:lnTo>
                    <a:pt x="4879658" y="827617"/>
                  </a:lnTo>
                  <a:lnTo>
                    <a:pt x="4834890" y="828308"/>
                  </a:lnTo>
                  <a:lnTo>
                    <a:pt x="4790123" y="829161"/>
                  </a:lnTo>
                  <a:lnTo>
                    <a:pt x="4745355" y="830182"/>
                  </a:lnTo>
                  <a:lnTo>
                    <a:pt x="4700588" y="831378"/>
                  </a:lnTo>
                  <a:lnTo>
                    <a:pt x="4655820" y="832757"/>
                  </a:lnTo>
                  <a:lnTo>
                    <a:pt x="4611053" y="834328"/>
                  </a:lnTo>
                  <a:lnTo>
                    <a:pt x="4566285" y="836102"/>
                  </a:lnTo>
                  <a:lnTo>
                    <a:pt x="4521518" y="838090"/>
                  </a:lnTo>
                  <a:lnTo>
                    <a:pt x="4476750" y="840306"/>
                  </a:lnTo>
                  <a:lnTo>
                    <a:pt x="4431983" y="842764"/>
                  </a:lnTo>
                  <a:lnTo>
                    <a:pt x="4387215" y="845478"/>
                  </a:lnTo>
                  <a:lnTo>
                    <a:pt x="4342448" y="848459"/>
                  </a:lnTo>
                  <a:lnTo>
                    <a:pt x="4297680" y="851727"/>
                  </a:lnTo>
                  <a:lnTo>
                    <a:pt x="4252913" y="855298"/>
                  </a:lnTo>
                  <a:lnTo>
                    <a:pt x="4208145" y="859192"/>
                  </a:lnTo>
                  <a:lnTo>
                    <a:pt x="4163377" y="863429"/>
                  </a:lnTo>
                  <a:lnTo>
                    <a:pt x="4118610" y="868028"/>
                  </a:lnTo>
                  <a:lnTo>
                    <a:pt x="4073843" y="873009"/>
                  </a:lnTo>
                  <a:lnTo>
                    <a:pt x="4029075" y="878394"/>
                  </a:lnTo>
                  <a:lnTo>
                    <a:pt x="3984308" y="884203"/>
                  </a:lnTo>
                  <a:lnTo>
                    <a:pt x="3939540" y="890457"/>
                  </a:lnTo>
                  <a:lnTo>
                    <a:pt x="3894773" y="897176"/>
                  </a:lnTo>
                  <a:lnTo>
                    <a:pt x="3850005" y="904382"/>
                  </a:lnTo>
                  <a:lnTo>
                    <a:pt x="3805237" y="912094"/>
                  </a:lnTo>
                  <a:lnTo>
                    <a:pt x="3760470" y="920335"/>
                  </a:lnTo>
                  <a:lnTo>
                    <a:pt x="3715703" y="929123"/>
                  </a:lnTo>
                  <a:lnTo>
                    <a:pt x="3670935" y="938477"/>
                  </a:lnTo>
                  <a:lnTo>
                    <a:pt x="3626168" y="948418"/>
                  </a:lnTo>
                  <a:lnTo>
                    <a:pt x="3581400" y="958959"/>
                  </a:lnTo>
                  <a:lnTo>
                    <a:pt x="3536633" y="970116"/>
                  </a:lnTo>
                  <a:lnTo>
                    <a:pt x="3491865" y="981906"/>
                  </a:lnTo>
                  <a:lnTo>
                    <a:pt x="3447098" y="994341"/>
                  </a:lnTo>
                  <a:lnTo>
                    <a:pt x="3402330" y="1007433"/>
                  </a:lnTo>
                  <a:lnTo>
                    <a:pt x="3357563" y="1021192"/>
                  </a:lnTo>
                  <a:lnTo>
                    <a:pt x="3312795" y="1035628"/>
                  </a:lnTo>
                  <a:lnTo>
                    <a:pt x="3268028" y="1050747"/>
                  </a:lnTo>
                  <a:lnTo>
                    <a:pt x="3223260" y="1066555"/>
                  </a:lnTo>
                  <a:lnTo>
                    <a:pt x="3178493" y="1083053"/>
                  </a:lnTo>
                  <a:lnTo>
                    <a:pt x="3133725" y="1100239"/>
                  </a:lnTo>
                  <a:lnTo>
                    <a:pt x="3088958" y="1118112"/>
                  </a:lnTo>
                  <a:lnTo>
                    <a:pt x="3044190" y="1136667"/>
                  </a:lnTo>
                  <a:lnTo>
                    <a:pt x="2999423" y="1155898"/>
                  </a:lnTo>
                  <a:lnTo>
                    <a:pt x="2954655" y="1175795"/>
                  </a:lnTo>
                  <a:lnTo>
                    <a:pt x="2909887" y="1196348"/>
                  </a:lnTo>
                  <a:lnTo>
                    <a:pt x="2865120" y="1217542"/>
                  </a:lnTo>
                  <a:lnTo>
                    <a:pt x="2820353" y="1239362"/>
                  </a:lnTo>
                  <a:lnTo>
                    <a:pt x="2775585" y="1261790"/>
                  </a:lnTo>
                  <a:lnTo>
                    <a:pt x="2730818" y="1284805"/>
                  </a:lnTo>
                  <a:lnTo>
                    <a:pt x="2686050" y="1308385"/>
                  </a:lnTo>
                  <a:lnTo>
                    <a:pt x="2641283" y="1332504"/>
                  </a:lnTo>
                  <a:lnTo>
                    <a:pt x="2596515" y="1357137"/>
                  </a:lnTo>
                  <a:lnTo>
                    <a:pt x="2551748" y="1382254"/>
                  </a:lnTo>
                  <a:lnTo>
                    <a:pt x="2506980" y="1407824"/>
                  </a:lnTo>
                  <a:lnTo>
                    <a:pt x="2462213" y="1433816"/>
                  </a:lnTo>
                  <a:lnTo>
                    <a:pt x="2417445" y="1460197"/>
                  </a:lnTo>
                  <a:lnTo>
                    <a:pt x="2372678" y="1486930"/>
                  </a:lnTo>
                  <a:lnTo>
                    <a:pt x="2327910" y="1513980"/>
                  </a:lnTo>
                  <a:lnTo>
                    <a:pt x="2283143" y="1541308"/>
                  </a:lnTo>
                  <a:lnTo>
                    <a:pt x="2238375" y="1568876"/>
                  </a:lnTo>
                  <a:lnTo>
                    <a:pt x="2193608" y="1596642"/>
                  </a:lnTo>
                  <a:lnTo>
                    <a:pt x="2148840" y="1624567"/>
                  </a:lnTo>
                  <a:lnTo>
                    <a:pt x="2104073" y="1652609"/>
                  </a:lnTo>
                  <a:lnTo>
                    <a:pt x="2059305" y="1680728"/>
                  </a:lnTo>
                  <a:lnTo>
                    <a:pt x="2014538" y="1708883"/>
                  </a:lnTo>
                  <a:lnTo>
                    <a:pt x="1969770" y="1737032"/>
                  </a:lnTo>
                  <a:lnTo>
                    <a:pt x="1925002" y="1765133"/>
                  </a:lnTo>
                  <a:lnTo>
                    <a:pt x="1880235" y="1793148"/>
                  </a:lnTo>
                  <a:lnTo>
                    <a:pt x="1835468" y="1821034"/>
                  </a:lnTo>
                  <a:lnTo>
                    <a:pt x="1790700" y="1848752"/>
                  </a:lnTo>
                  <a:lnTo>
                    <a:pt x="1745932" y="1876264"/>
                  </a:lnTo>
                  <a:lnTo>
                    <a:pt x="1701165" y="1903532"/>
                  </a:lnTo>
                  <a:lnTo>
                    <a:pt x="1656398" y="1930519"/>
                  </a:lnTo>
                  <a:lnTo>
                    <a:pt x="1611630" y="1957189"/>
                  </a:lnTo>
                  <a:lnTo>
                    <a:pt x="1566863" y="1983507"/>
                  </a:lnTo>
                  <a:lnTo>
                    <a:pt x="1522095" y="2009443"/>
                  </a:lnTo>
                  <a:lnTo>
                    <a:pt x="1477328" y="2034964"/>
                  </a:lnTo>
                  <a:lnTo>
                    <a:pt x="1432560" y="2060042"/>
                  </a:lnTo>
                  <a:lnTo>
                    <a:pt x="1387793" y="2084648"/>
                  </a:lnTo>
                  <a:lnTo>
                    <a:pt x="1343025" y="2108759"/>
                  </a:lnTo>
                  <a:lnTo>
                    <a:pt x="1298258" y="2132349"/>
                  </a:lnTo>
                  <a:lnTo>
                    <a:pt x="1253490" y="2155398"/>
                  </a:lnTo>
                  <a:lnTo>
                    <a:pt x="1208723" y="2177884"/>
                  </a:lnTo>
                  <a:lnTo>
                    <a:pt x="1163955" y="2199791"/>
                  </a:lnTo>
                  <a:lnTo>
                    <a:pt x="1119188" y="2221104"/>
                  </a:lnTo>
                  <a:lnTo>
                    <a:pt x="1074420" y="2241809"/>
                  </a:lnTo>
                  <a:lnTo>
                    <a:pt x="1029653" y="2261895"/>
                  </a:lnTo>
                  <a:lnTo>
                    <a:pt x="984885" y="2281353"/>
                  </a:lnTo>
                  <a:lnTo>
                    <a:pt x="940118" y="2300177"/>
                  </a:lnTo>
                  <a:lnTo>
                    <a:pt x="895350" y="2318361"/>
                  </a:lnTo>
                  <a:lnTo>
                    <a:pt x="850583" y="2335902"/>
                  </a:lnTo>
                  <a:lnTo>
                    <a:pt x="805815" y="2352800"/>
                  </a:lnTo>
                  <a:lnTo>
                    <a:pt x="761048" y="2369052"/>
                  </a:lnTo>
                  <a:lnTo>
                    <a:pt x="716280" y="2384660"/>
                  </a:lnTo>
                  <a:lnTo>
                    <a:pt x="671513" y="2399630"/>
                  </a:lnTo>
                  <a:lnTo>
                    <a:pt x="626745" y="2413967"/>
                  </a:lnTo>
                  <a:lnTo>
                    <a:pt x="581978" y="2427678"/>
                  </a:lnTo>
                  <a:lnTo>
                    <a:pt x="537210" y="2440772"/>
                  </a:lnTo>
                  <a:lnTo>
                    <a:pt x="492443" y="2453259"/>
                  </a:lnTo>
                  <a:lnTo>
                    <a:pt x="447675" y="2465149"/>
                  </a:lnTo>
                  <a:lnTo>
                    <a:pt x="402908" y="2476455"/>
                  </a:lnTo>
                  <a:lnTo>
                    <a:pt x="358140" y="2487190"/>
                  </a:lnTo>
                  <a:lnTo>
                    <a:pt x="313373" y="2497365"/>
                  </a:lnTo>
                  <a:lnTo>
                    <a:pt x="268605" y="2506996"/>
                  </a:lnTo>
                  <a:lnTo>
                    <a:pt x="223838" y="2516096"/>
                  </a:lnTo>
                  <a:lnTo>
                    <a:pt x="179070" y="2524683"/>
                  </a:lnTo>
                  <a:lnTo>
                    <a:pt x="134303" y="2532773"/>
                  </a:lnTo>
                  <a:lnTo>
                    <a:pt x="89535" y="2540382"/>
                  </a:lnTo>
                  <a:lnTo>
                    <a:pt x="44768" y="2547526"/>
                  </a:lnTo>
                  <a:lnTo>
                    <a:pt x="0" y="2554224"/>
                  </a:lnTo>
                  <a:close/>
                </a:path>
              </a:pathLst>
            </a:custGeom>
            <a:solidFill>
              <a:srgbClr val="0047FF"/>
            </a:solidFill>
            <a:ln>
              <a:noFill/>
            </a:ln>
          </p:spPr>
        </p:sp>
        <p:sp>
          <p:nvSpPr>
            <p:cNvPr id="18" name="node01.phases.source-001.label"/>
            <p:cNvSpPr/>
            <p:nvPr/>
          </p:nvSpPr>
          <p:spPr>
            <a:xfrm>
              <a:off x="838200" y="4914900"/>
              <a:ext cx="3352800" cy="8001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FORMING</a:t>
              </a:r>
              <a:endParaRPr lang="en-US" sz="1000" spc="80" kern="0" b="0" i="0" dirty="0">
                <a:solidFill>
                  <a:srgbClr val="0047FF"/>
                </a:solidFill>
                <a:latin typeface="IBM Plex Mono SemiBold"/>
                <a:ea typeface="IBM Plex Mono SemiBold"/>
                <a:cs typeface="IBM Plex Mono SemiBold"/>
              </a:endParaRPr>
            </a:p>
          </p:txBody>
        </p:sp>
        <p:sp>
          <p:nvSpPr>
            <p:cNvPr id="19" name="node01.phases.source-001.sub"/>
            <p:cNvSpPr/>
            <p:nvPr/>
          </p:nvSpPr>
          <p:spPr>
            <a:xfrm>
              <a:off x="838200" y="5092700"/>
              <a:ext cx="3352800" cy="6223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Diagnose the estate and benchmark the baseline.</a:t>
              </a:r>
              <a:endParaRPr lang="en-US" sz="1200" spc="0" kern="0" b="0" i="0" dirty="0">
                <a:solidFill>
                  <a:srgbClr val="50658E"/>
                </a:solidFill>
                <a:latin typeface="IBM Plex Sans"/>
                <a:ea typeface="IBM Plex Sans"/>
                <a:cs typeface="IBM Plex Sans"/>
              </a:endParaRPr>
            </a:p>
          </p:txBody>
        </p:sp>
        <p:sp>
          <p:nvSpPr>
            <p:cNvPr id="20" name="node01.phases.source-002.rule"/>
            <p:cNvSpPr/>
            <p:nvPr/>
          </p:nvSpPr>
          <p:spPr>
            <a:xfrm>
              <a:off x="4305300" y="1600200"/>
              <a:ext cx="0" cy="4114800"/>
            </a:xfrm>
            <a:prstGeom prst="line">
              <a:avLst/>
            </a:prstGeom>
            <a:noFill/>
            <a:ln w="9525">
              <a:solidFill>
                <a:srgbClr val="97A4BA"/>
              </a:solidFill>
              <a:prstDash val="solid"/>
            </a:ln>
          </p:spPr>
        </p:sp>
        <p:sp>
          <p:nvSpPr>
            <p:cNvPr id="21" name="node01.phases.source-002.label"/>
            <p:cNvSpPr/>
            <p:nvPr/>
          </p:nvSpPr>
          <p:spPr>
            <a:xfrm>
              <a:off x="4419600" y="4914900"/>
              <a:ext cx="3352800" cy="8001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NORMING AND PERFORMING</a:t>
              </a:r>
              <a:endParaRPr lang="en-US" sz="1000" spc="80" kern="0" b="0" i="0" dirty="0">
                <a:solidFill>
                  <a:srgbClr val="0047FF"/>
                </a:solidFill>
                <a:latin typeface="IBM Plex Mono SemiBold"/>
                <a:ea typeface="IBM Plex Mono SemiBold"/>
                <a:cs typeface="IBM Plex Mono SemiBold"/>
              </a:endParaRPr>
            </a:p>
          </p:txBody>
        </p:sp>
        <p:sp>
          <p:nvSpPr>
            <p:cNvPr id="22" name="node01.phases.source-002.sub"/>
            <p:cNvSpPr/>
            <p:nvPr/>
          </p:nvSpPr>
          <p:spPr>
            <a:xfrm>
              <a:off x="4419600" y="5092700"/>
              <a:ext cx="3352800" cy="6223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Establish the standard we all build to.</a:t>
              </a:r>
              <a:endParaRPr lang="en-US" sz="1200" spc="0" kern="0" b="0" i="0" dirty="0">
                <a:solidFill>
                  <a:srgbClr val="50658E"/>
                </a:solidFill>
                <a:latin typeface="IBM Plex Sans"/>
                <a:ea typeface="IBM Plex Sans"/>
                <a:cs typeface="IBM Plex Sans"/>
              </a:endParaRPr>
            </a:p>
          </p:txBody>
        </p:sp>
        <p:sp>
          <p:nvSpPr>
            <p:cNvPr id="23" name="node01.phases.source-003.rule"/>
            <p:cNvSpPr/>
            <p:nvPr/>
          </p:nvSpPr>
          <p:spPr>
            <a:xfrm>
              <a:off x="7886700" y="1600200"/>
              <a:ext cx="0" cy="4114800"/>
            </a:xfrm>
            <a:prstGeom prst="line">
              <a:avLst/>
            </a:prstGeom>
            <a:noFill/>
            <a:ln w="9525">
              <a:solidFill>
                <a:srgbClr val="97A4BA"/>
              </a:solidFill>
              <a:prstDash val="solid"/>
            </a:ln>
          </p:spPr>
        </p:sp>
        <p:sp>
          <p:nvSpPr>
            <p:cNvPr id="24" name="node01.phases.source-003.label"/>
            <p:cNvSpPr/>
            <p:nvPr/>
          </p:nvSpPr>
          <p:spPr>
            <a:xfrm>
              <a:off x="8001000" y="4914900"/>
              <a:ext cx="3352800" cy="8001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OPTIMIZING AND SUSTAINING</a:t>
              </a:r>
              <a:endParaRPr lang="en-US" sz="1000" spc="80" kern="0" b="0" i="0" dirty="0">
                <a:solidFill>
                  <a:srgbClr val="0047FF"/>
                </a:solidFill>
                <a:latin typeface="IBM Plex Mono SemiBold"/>
                <a:ea typeface="IBM Plex Mono SemiBold"/>
                <a:cs typeface="IBM Plex Mono SemiBold"/>
              </a:endParaRPr>
            </a:p>
          </p:txBody>
        </p:sp>
        <p:sp>
          <p:nvSpPr>
            <p:cNvPr id="25" name="node01.phases.source-003.sub"/>
            <p:cNvSpPr/>
            <p:nvPr/>
          </p:nvSpPr>
          <p:spPr>
            <a:xfrm>
              <a:off x="8001000" y="5092700"/>
              <a:ext cx="3352800" cy="6223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Scale the model and hand over the run.</a:t>
              </a:r>
              <a:endParaRPr lang="en-US" sz="1200" spc="0" kern="0" b="0" i="0" dirty="0">
                <a:solidFill>
                  <a:srgbClr val="50658E"/>
                </a:solidFill>
                <a:latin typeface="IBM Plex Sans"/>
                <a:ea typeface="IBM Plex Sans"/>
                <a:cs typeface="IBM Plex Sans"/>
              </a:endParaRPr>
            </a:p>
          </p:txBody>
        </p:sp>
        <p:sp>
          <p:nvSpPr>
            <p:cNvPr id="26" name="node01.series.source-001.label"/>
            <p:cNvSpPr/>
            <p:nvPr/>
          </p:nvSpPr>
          <p:spPr>
            <a:xfrm>
              <a:off x="1752600" y="4499615"/>
              <a:ext cx="2286000" cy="17145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SemiBold"/>
                  <a:ea typeface="IBM Plex Mono SemiBold"/>
                  <a:cs typeface="IBM Plex Mono SemiBold"/>
                </a:rPr>
                <a:t>NORTHFIELD TEAM</a:t>
              </a:r>
              <a:endParaRPr lang="en-US" sz="900" spc="54" kern="0" b="0" i="0" dirty="0">
                <a:solidFill>
                  <a:srgbClr val="070154"/>
                </a:solidFill>
                <a:latin typeface="IBM Plex Mono SemiBold"/>
                <a:ea typeface="IBM Plex Mono SemiBold"/>
                <a:cs typeface="IBM Plex Mono SemiBold"/>
              </a:endParaRPr>
            </a:p>
          </p:txBody>
        </p:sp>
      </p:grpSp>
      <p:grpSp>
        <p:nvGrpSpPr>
          <p:cNvPr id="43" name="node02"/>
          <p:cNvGrpSpPr/>
          <p:nvPr/>
        </p:nvGrpSpPr>
        <p:grpSpPr>
          <a:xfrm>
            <a:off x="723900" y="1600200"/>
            <a:ext cx="3200400" cy="1066800"/>
            <a:chOff x="723900" y="1600200"/>
            <a:chExt cx="3200400" cy="1066800"/>
          </a:xfrm>
        </p:grpSpPr>
        <p:sp>
          <p:nvSpPr>
            <p:cNvPr id="27" name="node02.text"/>
            <p:cNvSpPr/>
            <p:nvPr/>
          </p:nvSpPr>
          <p:spPr>
            <a:xfrm>
              <a:off x="723900" y="1600200"/>
              <a:ext cx="3200400" cy="10668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Our team and Northfield's work side by side. We diagnose the estate and benchmark the baseline. Agents are not yet in the loop.</a:t>
              </a:r>
              <a:endParaRPr lang="en-US" sz="1400" spc="0" kern="0" b="0" i="0" dirty="0">
                <a:solidFill>
                  <a:srgbClr val="070154"/>
                </a:solidFill>
                <a:latin typeface="IBM Plex Sans"/>
                <a:ea typeface="IBM Plex Sans"/>
                <a:cs typeface="IBM Plex Sans"/>
              </a:endParaRPr>
            </a:p>
          </p:txBody>
        </p:sp>
      </p:grpSp>
      <p:grpSp>
        <p:nvGrpSpPr>
          <p:cNvPr id="44" name="node03"/>
          <p:cNvGrpSpPr/>
          <p:nvPr/>
        </p:nvGrpSpPr>
        <p:grpSpPr>
          <a:xfrm>
            <a:off x="4457700" y="2667000"/>
            <a:ext cx="3200400" cy="152400"/>
            <a:chOff x="4457700" y="2667000"/>
            <a:chExt cx="3200400" cy="152400"/>
          </a:xfrm>
        </p:grpSpPr>
        <p:sp>
          <p:nvSpPr>
            <p:cNvPr id="28" name="node03.text"/>
            <p:cNvSpPr/>
            <p:nvPr/>
          </p:nvSpPr>
          <p:spPr>
            <a:xfrm>
              <a:off x="4457700" y="2667000"/>
              <a:ext cx="32004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FFFFF"/>
                  </a:solidFill>
                  <a:latin typeface="IBM Plex Mono Medium"/>
                  <a:ea typeface="IBM Plex Mono Medium"/>
                  <a:cs typeface="IBM Plex Mono Medium"/>
                </a:rPr>
                <a:t>WEST MONROE</a:t>
              </a:r>
              <a:endParaRPr lang="en-US" sz="900" spc="54" kern="0" b="0" i="0" dirty="0">
                <a:solidFill>
                  <a:srgbClr val="FFFFFF"/>
                </a:solidFill>
                <a:latin typeface="IBM Plex Mono Medium"/>
                <a:ea typeface="IBM Plex Mono Medium"/>
                <a:cs typeface="IBM Plex Mono Medium"/>
              </a:endParaRPr>
            </a:p>
          </p:txBody>
        </p:sp>
      </p:grpSp>
      <p:grpSp>
        <p:nvGrpSpPr>
          <p:cNvPr id="45" name="node04"/>
          <p:cNvGrpSpPr/>
          <p:nvPr/>
        </p:nvGrpSpPr>
        <p:grpSpPr>
          <a:xfrm>
            <a:off x="4457700" y="2895600"/>
            <a:ext cx="2743200" cy="1219200"/>
            <a:chOff x="4457700" y="2895600"/>
            <a:chExt cx="2743200" cy="1219200"/>
          </a:xfrm>
        </p:grpSpPr>
        <p:sp>
          <p:nvSpPr>
            <p:cNvPr id="29" name="node04.source-001.bullet"/>
            <p:cNvSpPr/>
            <p:nvPr/>
          </p:nvSpPr>
          <p:spPr>
            <a:xfrm>
              <a:off x="4457700" y="2984500"/>
              <a:ext cx="38100" cy="38100"/>
            </a:xfrm>
            <a:prstGeom prst="rect">
              <a:avLst/>
            </a:prstGeom>
            <a:solidFill>
              <a:srgbClr val="FFFFFF"/>
            </a:solidFill>
            <a:ln>
              <a:noFill/>
            </a:ln>
          </p:spPr>
        </p:sp>
        <p:sp>
          <p:nvSpPr>
            <p:cNvPr id="30" name="node04.source-001.text"/>
            <p:cNvSpPr/>
            <p:nvPr/>
          </p:nvSpPr>
          <p:spPr>
            <a:xfrm>
              <a:off x="4610100" y="2895600"/>
              <a:ext cx="25908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We build and set the standard together</a:t>
              </a:r>
              <a:endParaRPr lang="en-US" sz="1200" spc="0" kern="0" b="0" i="0" dirty="0">
                <a:solidFill>
                  <a:srgbClr val="FFFFFF"/>
                </a:solidFill>
                <a:latin typeface="IBM Plex Sans"/>
                <a:ea typeface="IBM Plex Sans"/>
                <a:cs typeface="IBM Plex Sans"/>
              </a:endParaRPr>
            </a:p>
          </p:txBody>
        </p:sp>
        <p:sp>
          <p:nvSpPr>
            <p:cNvPr id="31" name="node04.source-002.bullet"/>
            <p:cNvSpPr/>
            <p:nvPr/>
          </p:nvSpPr>
          <p:spPr>
            <a:xfrm>
              <a:off x="4457700" y="3479800"/>
              <a:ext cx="38100" cy="38100"/>
            </a:xfrm>
            <a:prstGeom prst="rect">
              <a:avLst/>
            </a:prstGeom>
            <a:solidFill>
              <a:srgbClr val="FFFFFF"/>
            </a:solidFill>
            <a:ln>
              <a:noFill/>
            </a:ln>
          </p:spPr>
        </p:sp>
        <p:sp>
          <p:nvSpPr>
            <p:cNvPr id="32" name="node04.source-002.text"/>
            <p:cNvSpPr/>
            <p:nvPr/>
          </p:nvSpPr>
          <p:spPr>
            <a:xfrm>
              <a:off x="4610100" y="3390900"/>
              <a:ext cx="25908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Maintenance agents take on routine work</a:t>
              </a:r>
              <a:endParaRPr lang="en-US" sz="1200" spc="0" kern="0" b="0" i="0" dirty="0">
                <a:solidFill>
                  <a:srgbClr val="FFFFFF"/>
                </a:solidFill>
                <a:latin typeface="IBM Plex Sans"/>
                <a:ea typeface="IBM Plex Sans"/>
                <a:cs typeface="IBM Plex Sans"/>
              </a:endParaRPr>
            </a:p>
          </p:txBody>
        </p:sp>
        <p:sp>
          <p:nvSpPr>
            <p:cNvPr id="33" name="node04.source-003.bullet"/>
            <p:cNvSpPr/>
            <p:nvPr/>
          </p:nvSpPr>
          <p:spPr>
            <a:xfrm>
              <a:off x="4457700" y="3975100"/>
              <a:ext cx="38100" cy="38100"/>
            </a:xfrm>
            <a:prstGeom prst="rect">
              <a:avLst/>
            </a:prstGeom>
            <a:solidFill>
              <a:srgbClr val="FFFFFF"/>
            </a:solidFill>
            <a:ln>
              <a:noFill/>
            </a:ln>
          </p:spPr>
        </p:sp>
        <p:sp>
          <p:nvSpPr>
            <p:cNvPr id="34" name="node04.source-003.text"/>
            <p:cNvSpPr/>
            <p:nvPr/>
          </p:nvSpPr>
          <p:spPr>
            <a:xfrm>
              <a:off x="4610100" y="3886200"/>
              <a:ext cx="2590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Both teams reach their peak size</a:t>
              </a:r>
              <a:endParaRPr lang="en-US" sz="1200" spc="0" kern="0" b="0" i="0" dirty="0">
                <a:solidFill>
                  <a:srgbClr val="FFFFFF"/>
                </a:solidFill>
                <a:latin typeface="IBM Plex Sans"/>
                <a:ea typeface="IBM Plex Sans"/>
                <a:cs typeface="IBM Plex Sans"/>
              </a:endParaRPr>
            </a:p>
          </p:txBody>
        </p:sp>
      </p:grpSp>
      <p:grpSp>
        <p:nvGrpSpPr>
          <p:cNvPr id="46" name="node05"/>
          <p:cNvGrpSpPr/>
          <p:nvPr/>
        </p:nvGrpSpPr>
        <p:grpSpPr>
          <a:xfrm>
            <a:off x="8572500" y="1905000"/>
            <a:ext cx="3200400" cy="152400"/>
            <a:chOff x="8572500" y="1905000"/>
            <a:chExt cx="3200400" cy="152400"/>
          </a:xfrm>
        </p:grpSpPr>
        <p:sp>
          <p:nvSpPr>
            <p:cNvPr id="35" name="node05.text"/>
            <p:cNvSpPr/>
            <p:nvPr/>
          </p:nvSpPr>
          <p:spPr>
            <a:xfrm>
              <a:off x="8572500" y="1905000"/>
              <a:ext cx="32004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FFFFF"/>
                  </a:solidFill>
                  <a:latin typeface="IBM Plex Mono Medium"/>
                  <a:ea typeface="IBM Plex Mono Medium"/>
                  <a:cs typeface="IBM Plex Mono Medium"/>
                </a:rPr>
                <a:t>AI AGENTS</a:t>
              </a:r>
              <a:endParaRPr lang="en-US" sz="900" spc="54" kern="0" b="0" i="0" dirty="0">
                <a:solidFill>
                  <a:srgbClr val="FFFFFF"/>
                </a:solidFill>
                <a:latin typeface="IBM Plex Mono Medium"/>
                <a:ea typeface="IBM Plex Mono Medium"/>
                <a:cs typeface="IBM Plex Mono Medium"/>
              </a:endParaRPr>
            </a:p>
          </p:txBody>
        </p:sp>
      </p:grpSp>
      <p:grpSp>
        <p:nvGrpSpPr>
          <p:cNvPr id="47" name="node06"/>
          <p:cNvGrpSpPr/>
          <p:nvPr/>
        </p:nvGrpSpPr>
        <p:grpSpPr>
          <a:xfrm>
            <a:off x="8572500" y="2133600"/>
            <a:ext cx="2819400" cy="1219200"/>
            <a:chOff x="8572500" y="2133600"/>
            <a:chExt cx="2819400" cy="1219200"/>
          </a:xfrm>
        </p:grpSpPr>
        <p:sp>
          <p:nvSpPr>
            <p:cNvPr id="36" name="node06.source-001.bullet"/>
            <p:cNvSpPr/>
            <p:nvPr/>
          </p:nvSpPr>
          <p:spPr>
            <a:xfrm>
              <a:off x="8572500" y="2222500"/>
              <a:ext cx="38100" cy="38100"/>
            </a:xfrm>
            <a:prstGeom prst="rect">
              <a:avLst/>
            </a:prstGeom>
            <a:solidFill>
              <a:srgbClr val="FFFFFF"/>
            </a:solidFill>
            <a:ln>
              <a:noFill/>
            </a:ln>
          </p:spPr>
        </p:sp>
        <p:sp>
          <p:nvSpPr>
            <p:cNvPr id="37" name="node06.source-001.text"/>
            <p:cNvSpPr/>
            <p:nvPr/>
          </p:nvSpPr>
          <p:spPr>
            <a:xfrm>
              <a:off x="8724900" y="2133600"/>
              <a:ext cx="26670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Agents run maintenance and optimization</a:t>
              </a:r>
              <a:endParaRPr lang="en-US" sz="1200" spc="0" kern="0" b="0" i="0" dirty="0">
                <a:solidFill>
                  <a:srgbClr val="FFFFFF"/>
                </a:solidFill>
                <a:latin typeface="IBM Plex Sans"/>
                <a:ea typeface="IBM Plex Sans"/>
                <a:cs typeface="IBM Plex Sans"/>
              </a:endParaRPr>
            </a:p>
          </p:txBody>
        </p:sp>
        <p:sp>
          <p:nvSpPr>
            <p:cNvPr id="38" name="node06.source-002.bullet"/>
            <p:cNvSpPr/>
            <p:nvPr/>
          </p:nvSpPr>
          <p:spPr>
            <a:xfrm>
              <a:off x="8572500" y="2717800"/>
              <a:ext cx="38100" cy="38100"/>
            </a:xfrm>
            <a:prstGeom prst="rect">
              <a:avLst/>
            </a:prstGeom>
            <a:solidFill>
              <a:srgbClr val="FFFFFF"/>
            </a:solidFill>
            <a:ln>
              <a:noFill/>
            </a:ln>
          </p:spPr>
        </p:sp>
        <p:sp>
          <p:nvSpPr>
            <p:cNvPr id="39" name="node06.source-002.text"/>
            <p:cNvSpPr/>
            <p:nvPr/>
          </p:nvSpPr>
          <p:spPr>
            <a:xfrm>
              <a:off x="8724900" y="2628900"/>
              <a:ext cx="2667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Our team shrinks to a small group</a:t>
              </a:r>
              <a:endParaRPr lang="en-US" sz="1200" spc="0" kern="0" b="0" i="0" dirty="0">
                <a:solidFill>
                  <a:srgbClr val="FFFFFF"/>
                </a:solidFill>
                <a:latin typeface="IBM Plex Sans"/>
                <a:ea typeface="IBM Plex Sans"/>
                <a:cs typeface="IBM Plex Sans"/>
              </a:endParaRPr>
            </a:p>
          </p:txBody>
        </p:sp>
        <p:sp>
          <p:nvSpPr>
            <p:cNvPr id="40" name="node06.source-003.bullet"/>
            <p:cNvSpPr/>
            <p:nvPr/>
          </p:nvSpPr>
          <p:spPr>
            <a:xfrm>
              <a:off x="8572500" y="2984500"/>
              <a:ext cx="38100" cy="38100"/>
            </a:xfrm>
            <a:prstGeom prst="rect">
              <a:avLst/>
            </a:prstGeom>
            <a:solidFill>
              <a:srgbClr val="FFFFFF"/>
            </a:solidFill>
            <a:ln>
              <a:noFill/>
            </a:ln>
          </p:spPr>
        </p:sp>
        <p:sp>
          <p:nvSpPr>
            <p:cNvPr id="41" name="node06.source-003.text"/>
            <p:cNvSpPr/>
            <p:nvPr/>
          </p:nvSpPr>
          <p:spPr>
            <a:xfrm>
              <a:off x="8724900" y="2895600"/>
              <a:ext cx="26670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Northfield's maintenance load drops sharply</a:t>
              </a:r>
              <a:endParaRPr lang="en-US" sz="1200" spc="0" kern="0" b="0" i="0" dirty="0">
                <a:solidFill>
                  <a:srgbClr val="FFFFFF"/>
                </a:solidFill>
                <a:latin typeface="IBM Plex Sans"/>
                <a:ea typeface="IBM Plex Sans"/>
                <a:cs typeface="IBM Plex Sans"/>
              </a:endParaRPr>
            </a:p>
          </p:txBody>
        </p:sp>
      </p:grpSp>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name="source-527">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OUR APPROACH</a:t>
            </a:r>
            <a:endParaRPr lang="en-US" sz="1000" spc="80" kern="0" b="0" i="0" dirty="0">
              <a:solidFill>
                <a:srgbClr val="0047FF"/>
              </a:solidFill>
              <a:latin typeface="IBM Plex Mono SemiBold"/>
              <a:ea typeface="IBM Plex Mono SemiBold"/>
              <a:cs typeface="IBM Plex Mono SemiBold"/>
            </a:endParaRPr>
          </a:p>
        </p:txBody>
      </p:sp>
      <p:pic>
        <p:nvPicPr>
          <p:cNvPr id="4" name="title.mark-002-001" descr="highlight-1; canonical SHA256=b0048aa39744978d339a9910f5cc1482814a8a0eae4c5a63e1f80d6a2885b314">    </p:cNvPr>
          <p:cNvPicPr>
            <a:picLocks noChangeAspect="1"/>
          </p:cNvPicPr>
          <p:nvPr/>
        </p:nvPicPr>
        <p:blipFill>
          <a:blip r:embed="rId1"/>
          <a:stretch>
            <a:fillRect/>
          </a:stretch>
        </p:blipFill>
        <p:spPr>
          <a:xfrm>
            <a:off x="5031646" y="733532"/>
            <a:ext cx="4583337" cy="374904"/>
          </a:xfrm>
          <a:prstGeom prst="rect">
            <a:avLst/>
          </a:prstGeom>
        </p:spPr>
      </p:pic>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 xml:space="preserve">We build together, then </a:t>
            </a:r>
            <a:r>
              <a:rPr lang="en-US" sz="3200" spc="-590" kern="0" b="0" i="0" dirty="0">
                <a:solidFill>
                  <a:srgbClr val="070154"/>
                </a:solidFill>
                <a:latin typeface="IBM Plex Sans SemiBold"/>
                <a:ea typeface="IBM Plex Sans SemiBold"/>
                <a:cs typeface="IBM Plex Sans SemiBold"/>
              </a:rPr>
              <a:t xml:space="preserve"> </a:t>
            </a:r>
            <a:r>
              <a:rPr lang="en-US" sz="3200" spc="-64" kern="0" b="0" i="0" dirty="0">
                <a:solidFill>
                  <a:srgbClr val="070154"/>
                </a:solidFill>
                <a:latin typeface="IBM Plex Sans SemiBold"/>
                <a:ea typeface="IBM Plex Sans SemiBold"/>
                <a:cs typeface="IBM Plex Sans SemiBold"/>
              </a:rPr>
              <a:t xml:space="preserve">Northfield takes the lead</a:t>
            </a:r>
            <a:r>
              <a:rPr lang="en-US" sz="3200" spc="-590" kern="0" b="0" i="0" dirty="0">
                <a:solidFill>
                  <a:srgbClr val="070154"/>
                </a:solidFill>
                <a:latin typeface="IBM Plex Sans SemiBold"/>
                <a:ea typeface="IBM Plex Sans SemiBold"/>
                <a:cs typeface="IBM Plex Sans SemiBold"/>
              </a:rPr>
              <a:t xml:space="preserve"> </a:t>
            </a:r>
            <a:endParaRPr lang="en-US" sz="3200" spc="-64" kern="0" b="0" i="0" dirty="0">
              <a:solidFill>
                <a:srgbClr val="070154"/>
              </a:solidFill>
              <a:latin typeface="IBM Plex Sans SemiBold"/>
              <a:ea typeface="IBM Plex Sans SemiBold"/>
              <a:cs typeface="IBM Plex Sans SemiBold"/>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171</a:t>
            </a:fld>
            <a:endParaRPr lang="en-US" sz="700" spc="0" kern="0" b="0" i="0" dirty="0">
              <a:solidFill>
                <a:srgbClr val="070154"/>
              </a:solidFill>
              <a:latin typeface="IBM Plex Mono SemiBold"/>
              <a:ea typeface="IBM Plex Mono SemiBold"/>
              <a:cs typeface="IBM Plex Mono SemiBold"/>
            </a:endParaRPr>
          </a:p>
        </p:txBody>
      </p:sp>
      <p:grpSp>
        <p:nvGrpSpPr>
          <p:cNvPr id="27" name="node01"/>
          <p:cNvGrpSpPr/>
          <p:nvPr/>
        </p:nvGrpSpPr>
        <p:grpSpPr>
          <a:xfrm>
            <a:off x="723900" y="1600200"/>
            <a:ext cx="10744200" cy="4343400"/>
            <a:chOff x="723900" y="1600200"/>
            <a:chExt cx="10744200" cy="4343400"/>
          </a:xfrm>
        </p:grpSpPr>
        <p:sp>
          <p:nvSpPr>
            <p:cNvPr id="7" name="node01.series.source-001"/>
            <p:cNvSpPr/>
            <p:nvPr/>
          </p:nvSpPr>
          <p:spPr>
            <a:xfrm>
              <a:off x="723900" y="1600200"/>
              <a:ext cx="10744200" cy="3429000"/>
            </a:xfrm>
            <a:custGeom>
              <a:avLst/>
              <a:gdLst/>
              <a:ahLst/>
              <a:cxnLst/>
              <a:rect l="l" t="t" r="r" b="b"/>
              <a:pathLst>
                <a:path w="10744200" h="3429000">
                  <a:moveTo>
                    <a:pt x="0" y="3044136"/>
                  </a:moveTo>
                  <a:lnTo>
                    <a:pt x="44768" y="3042061"/>
                  </a:lnTo>
                  <a:lnTo>
                    <a:pt x="89535" y="3039853"/>
                  </a:lnTo>
                  <a:lnTo>
                    <a:pt x="134303" y="3037510"/>
                  </a:lnTo>
                  <a:lnTo>
                    <a:pt x="179070" y="3035027"/>
                  </a:lnTo>
                  <a:lnTo>
                    <a:pt x="223838" y="3032402"/>
                  </a:lnTo>
                  <a:lnTo>
                    <a:pt x="268605" y="3029632"/>
                  </a:lnTo>
                  <a:lnTo>
                    <a:pt x="313373" y="3026716"/>
                  </a:lnTo>
                  <a:lnTo>
                    <a:pt x="358140" y="3023652"/>
                  </a:lnTo>
                  <a:lnTo>
                    <a:pt x="402908" y="3020439"/>
                  </a:lnTo>
                  <a:lnTo>
                    <a:pt x="447675" y="3017076"/>
                  </a:lnTo>
                  <a:lnTo>
                    <a:pt x="492443" y="3013563"/>
                  </a:lnTo>
                  <a:lnTo>
                    <a:pt x="537210" y="3009901"/>
                  </a:lnTo>
                  <a:lnTo>
                    <a:pt x="581978" y="3006090"/>
                  </a:lnTo>
                  <a:lnTo>
                    <a:pt x="626745" y="3002131"/>
                  </a:lnTo>
                  <a:lnTo>
                    <a:pt x="671513" y="2998027"/>
                  </a:lnTo>
                  <a:lnTo>
                    <a:pt x="716280" y="2993780"/>
                  </a:lnTo>
                  <a:lnTo>
                    <a:pt x="761048" y="2989392"/>
                  </a:lnTo>
                  <a:lnTo>
                    <a:pt x="805815" y="2984866"/>
                  </a:lnTo>
                  <a:lnTo>
                    <a:pt x="850583" y="2980207"/>
                  </a:lnTo>
                  <a:lnTo>
                    <a:pt x="895350" y="2975419"/>
                  </a:lnTo>
                  <a:lnTo>
                    <a:pt x="940118" y="2970507"/>
                  </a:lnTo>
                  <a:lnTo>
                    <a:pt x="984885" y="2965475"/>
                  </a:lnTo>
                  <a:lnTo>
                    <a:pt x="1029653" y="2960330"/>
                  </a:lnTo>
                  <a:lnTo>
                    <a:pt x="1074420" y="2955077"/>
                  </a:lnTo>
                  <a:lnTo>
                    <a:pt x="1119188" y="2949722"/>
                  </a:lnTo>
                  <a:lnTo>
                    <a:pt x="1163955" y="2944274"/>
                  </a:lnTo>
                  <a:lnTo>
                    <a:pt x="1208723" y="2938738"/>
                  </a:lnTo>
                  <a:lnTo>
                    <a:pt x="1253490" y="2933121"/>
                  </a:lnTo>
                  <a:lnTo>
                    <a:pt x="1298258" y="2927433"/>
                  </a:lnTo>
                  <a:lnTo>
                    <a:pt x="1343025" y="2921679"/>
                  </a:lnTo>
                  <a:lnTo>
                    <a:pt x="1387793" y="2915868"/>
                  </a:lnTo>
                  <a:lnTo>
                    <a:pt x="1432560" y="2910008"/>
                  </a:lnTo>
                  <a:lnTo>
                    <a:pt x="1477328" y="2904108"/>
                  </a:lnTo>
                  <a:lnTo>
                    <a:pt x="1522095" y="2898175"/>
                  </a:lnTo>
                  <a:lnTo>
                    <a:pt x="1566863" y="2892219"/>
                  </a:lnTo>
                  <a:lnTo>
                    <a:pt x="1611630" y="2886247"/>
                  </a:lnTo>
                  <a:lnTo>
                    <a:pt x="1656398" y="2880269"/>
                  </a:lnTo>
                  <a:lnTo>
                    <a:pt x="1701165" y="2874292"/>
                  </a:lnTo>
                  <a:lnTo>
                    <a:pt x="1745932" y="2868325"/>
                  </a:lnTo>
                  <a:lnTo>
                    <a:pt x="1790700" y="2862376"/>
                  </a:lnTo>
                  <a:lnTo>
                    <a:pt x="1835468" y="2856453"/>
                  </a:lnTo>
                  <a:lnTo>
                    <a:pt x="1880235" y="2850563"/>
                  </a:lnTo>
                  <a:lnTo>
                    <a:pt x="1925002" y="2844714"/>
                  </a:lnTo>
                  <a:lnTo>
                    <a:pt x="1969770" y="2838914"/>
                  </a:lnTo>
                  <a:lnTo>
                    <a:pt x="2014538" y="2833168"/>
                  </a:lnTo>
                  <a:lnTo>
                    <a:pt x="2059305" y="2827484"/>
                  </a:lnTo>
                  <a:lnTo>
                    <a:pt x="2104073" y="2821868"/>
                  </a:lnTo>
                  <a:lnTo>
                    <a:pt x="2148840" y="2816325"/>
                  </a:lnTo>
                  <a:lnTo>
                    <a:pt x="2193608" y="2810861"/>
                  </a:lnTo>
                  <a:lnTo>
                    <a:pt x="2238375" y="2805479"/>
                  </a:lnTo>
                  <a:lnTo>
                    <a:pt x="2283143" y="2800185"/>
                  </a:lnTo>
                  <a:lnTo>
                    <a:pt x="2327910" y="2794982"/>
                  </a:lnTo>
                  <a:lnTo>
                    <a:pt x="2372678" y="2789874"/>
                  </a:lnTo>
                  <a:lnTo>
                    <a:pt x="2417445" y="2784862"/>
                  </a:lnTo>
                  <a:lnTo>
                    <a:pt x="2462213" y="2779948"/>
                  </a:lnTo>
                  <a:lnTo>
                    <a:pt x="2506980" y="2775135"/>
                  </a:lnTo>
                  <a:lnTo>
                    <a:pt x="2551748" y="2770422"/>
                  </a:lnTo>
                  <a:lnTo>
                    <a:pt x="2596515" y="2765810"/>
                  </a:lnTo>
                  <a:lnTo>
                    <a:pt x="2641283" y="2761297"/>
                  </a:lnTo>
                  <a:lnTo>
                    <a:pt x="2686050" y="2756884"/>
                  </a:lnTo>
                  <a:lnTo>
                    <a:pt x="2730818" y="2752569"/>
                  </a:lnTo>
                  <a:lnTo>
                    <a:pt x="2775585" y="2748350"/>
                  </a:lnTo>
                  <a:lnTo>
                    <a:pt x="2820353" y="2744224"/>
                  </a:lnTo>
                  <a:lnTo>
                    <a:pt x="2865120" y="2740189"/>
                  </a:lnTo>
                  <a:lnTo>
                    <a:pt x="2909887" y="2736241"/>
                  </a:lnTo>
                  <a:lnTo>
                    <a:pt x="2954655" y="2732376"/>
                  </a:lnTo>
                  <a:lnTo>
                    <a:pt x="2999423" y="2728589"/>
                  </a:lnTo>
                  <a:lnTo>
                    <a:pt x="3044190" y="2724877"/>
                  </a:lnTo>
                  <a:lnTo>
                    <a:pt x="3088958" y="2721234"/>
                  </a:lnTo>
                  <a:lnTo>
                    <a:pt x="3133725" y="2717654"/>
                  </a:lnTo>
                  <a:lnTo>
                    <a:pt x="3178493" y="2714131"/>
                  </a:lnTo>
                  <a:lnTo>
                    <a:pt x="3223260" y="2710660"/>
                  </a:lnTo>
                  <a:lnTo>
                    <a:pt x="3268028" y="2707235"/>
                  </a:lnTo>
                  <a:lnTo>
                    <a:pt x="3312795" y="2703851"/>
                  </a:lnTo>
                  <a:lnTo>
                    <a:pt x="3357563" y="2700502"/>
                  </a:lnTo>
                  <a:lnTo>
                    <a:pt x="3402330" y="2697181"/>
                  </a:lnTo>
                  <a:lnTo>
                    <a:pt x="3447098" y="2693885"/>
                  </a:lnTo>
                  <a:lnTo>
                    <a:pt x="3491865" y="2690606"/>
                  </a:lnTo>
                  <a:lnTo>
                    <a:pt x="3536633" y="2687340"/>
                  </a:lnTo>
                  <a:lnTo>
                    <a:pt x="3581400" y="2684079"/>
                  </a:lnTo>
                  <a:lnTo>
                    <a:pt x="3626168" y="2680816"/>
                  </a:lnTo>
                  <a:lnTo>
                    <a:pt x="3670935" y="2677547"/>
                  </a:lnTo>
                  <a:lnTo>
                    <a:pt x="3715703" y="2674265"/>
                  </a:lnTo>
                  <a:lnTo>
                    <a:pt x="3760470" y="2670967"/>
                  </a:lnTo>
                  <a:lnTo>
                    <a:pt x="3805237" y="2667645"/>
                  </a:lnTo>
                  <a:lnTo>
                    <a:pt x="3850005" y="2664297"/>
                  </a:lnTo>
                  <a:lnTo>
                    <a:pt x="3894773" y="2660915"/>
                  </a:lnTo>
                  <a:lnTo>
                    <a:pt x="3939540" y="2657496"/>
                  </a:lnTo>
                  <a:lnTo>
                    <a:pt x="3984308" y="2654034"/>
                  </a:lnTo>
                  <a:lnTo>
                    <a:pt x="4029075" y="2650521"/>
                  </a:lnTo>
                  <a:lnTo>
                    <a:pt x="4073843" y="2646953"/>
                  </a:lnTo>
                  <a:lnTo>
                    <a:pt x="4118610" y="2643323"/>
                  </a:lnTo>
                  <a:lnTo>
                    <a:pt x="4163377" y="2639624"/>
                  </a:lnTo>
                  <a:lnTo>
                    <a:pt x="4208145" y="2635850"/>
                  </a:lnTo>
                  <a:lnTo>
                    <a:pt x="4252913" y="2631994"/>
                  </a:lnTo>
                  <a:lnTo>
                    <a:pt x="4297680" y="2628047"/>
                  </a:lnTo>
                  <a:lnTo>
                    <a:pt x="4342448" y="2624001"/>
                  </a:lnTo>
                  <a:lnTo>
                    <a:pt x="4387215" y="2619848"/>
                  </a:lnTo>
                  <a:lnTo>
                    <a:pt x="4431983" y="2615577"/>
                  </a:lnTo>
                  <a:lnTo>
                    <a:pt x="4476750" y="2611178"/>
                  </a:lnTo>
                  <a:lnTo>
                    <a:pt x="4521518" y="2606639"/>
                  </a:lnTo>
                  <a:lnTo>
                    <a:pt x="4566285" y="2601948"/>
                  </a:lnTo>
                  <a:lnTo>
                    <a:pt x="4611053" y="2597092"/>
                  </a:lnTo>
                  <a:lnTo>
                    <a:pt x="4655820" y="2592057"/>
                  </a:lnTo>
                  <a:lnTo>
                    <a:pt x="4700588" y="2586828"/>
                  </a:lnTo>
                  <a:lnTo>
                    <a:pt x="4745355" y="2581391"/>
                  </a:lnTo>
                  <a:lnTo>
                    <a:pt x="4790123" y="2575727"/>
                  </a:lnTo>
                  <a:lnTo>
                    <a:pt x="4834890" y="2569822"/>
                  </a:lnTo>
                  <a:lnTo>
                    <a:pt x="4879658" y="2563656"/>
                  </a:lnTo>
                  <a:lnTo>
                    <a:pt x="4924425" y="2557213"/>
                  </a:lnTo>
                  <a:lnTo>
                    <a:pt x="4969193" y="2550474"/>
                  </a:lnTo>
                  <a:lnTo>
                    <a:pt x="5013960" y="2543420"/>
                  </a:lnTo>
                  <a:lnTo>
                    <a:pt x="5058728" y="2536031"/>
                  </a:lnTo>
                  <a:lnTo>
                    <a:pt x="5103495" y="2528287"/>
                  </a:lnTo>
                  <a:lnTo>
                    <a:pt x="5148263" y="2520170"/>
                  </a:lnTo>
                  <a:lnTo>
                    <a:pt x="5193030" y="2511660"/>
                  </a:lnTo>
                  <a:lnTo>
                    <a:pt x="5237798" y="2502738"/>
                  </a:lnTo>
                  <a:lnTo>
                    <a:pt x="5282565" y="2493384"/>
                  </a:lnTo>
                  <a:lnTo>
                    <a:pt x="5327333" y="2483581"/>
                  </a:lnTo>
                  <a:lnTo>
                    <a:pt x="5372100" y="2473315"/>
                  </a:lnTo>
                  <a:lnTo>
                    <a:pt x="5416868" y="2462569"/>
                  </a:lnTo>
                  <a:lnTo>
                    <a:pt x="5461635" y="2451328"/>
                  </a:lnTo>
                  <a:lnTo>
                    <a:pt x="5506403" y="2439580"/>
                  </a:lnTo>
                  <a:lnTo>
                    <a:pt x="5551170" y="2427310"/>
                  </a:lnTo>
                  <a:lnTo>
                    <a:pt x="5595938" y="2414511"/>
                  </a:lnTo>
                  <a:lnTo>
                    <a:pt x="5640705" y="2401171"/>
                  </a:lnTo>
                  <a:lnTo>
                    <a:pt x="5685473" y="2387286"/>
                  </a:lnTo>
                  <a:lnTo>
                    <a:pt x="5730240" y="2372850"/>
                  </a:lnTo>
                  <a:lnTo>
                    <a:pt x="5775008" y="2357860"/>
                  </a:lnTo>
                  <a:lnTo>
                    <a:pt x="5819775" y="2342317"/>
                  </a:lnTo>
                  <a:lnTo>
                    <a:pt x="5864543" y="2326225"/>
                  </a:lnTo>
                  <a:lnTo>
                    <a:pt x="5909310" y="2309587"/>
                  </a:lnTo>
                  <a:lnTo>
                    <a:pt x="5954078" y="2292411"/>
                  </a:lnTo>
                  <a:lnTo>
                    <a:pt x="5998845" y="2274706"/>
                  </a:lnTo>
                  <a:lnTo>
                    <a:pt x="6043613" y="2256484"/>
                  </a:lnTo>
                  <a:lnTo>
                    <a:pt x="6088380" y="2237759"/>
                  </a:lnTo>
                  <a:lnTo>
                    <a:pt x="6133148" y="2218547"/>
                  </a:lnTo>
                  <a:lnTo>
                    <a:pt x="6177915" y="2198867"/>
                  </a:lnTo>
                  <a:lnTo>
                    <a:pt x="6222683" y="2178741"/>
                  </a:lnTo>
                  <a:lnTo>
                    <a:pt x="6267450" y="2158190"/>
                  </a:lnTo>
                  <a:lnTo>
                    <a:pt x="6312218" y="2137238"/>
                  </a:lnTo>
                  <a:lnTo>
                    <a:pt x="6356985" y="2115913"/>
                  </a:lnTo>
                  <a:lnTo>
                    <a:pt x="6401753" y="2094244"/>
                  </a:lnTo>
                  <a:lnTo>
                    <a:pt x="6446520" y="2072261"/>
                  </a:lnTo>
                  <a:lnTo>
                    <a:pt x="6491287" y="2049995"/>
                  </a:lnTo>
                  <a:lnTo>
                    <a:pt x="6536055" y="2027480"/>
                  </a:lnTo>
                  <a:lnTo>
                    <a:pt x="6580823" y="2004749"/>
                  </a:lnTo>
                  <a:lnTo>
                    <a:pt x="6625590" y="1981838"/>
                  </a:lnTo>
                  <a:lnTo>
                    <a:pt x="6670358" y="1958783"/>
                  </a:lnTo>
                  <a:lnTo>
                    <a:pt x="6715125" y="1935619"/>
                  </a:lnTo>
                  <a:lnTo>
                    <a:pt x="6759893" y="1912382"/>
                  </a:lnTo>
                  <a:lnTo>
                    <a:pt x="6804660" y="1889110"/>
                  </a:lnTo>
                  <a:lnTo>
                    <a:pt x="6849427" y="1865838"/>
                  </a:lnTo>
                  <a:lnTo>
                    <a:pt x="6894195" y="1842603"/>
                  </a:lnTo>
                  <a:lnTo>
                    <a:pt x="6938963" y="1819438"/>
                  </a:lnTo>
                  <a:lnTo>
                    <a:pt x="6983730" y="1796380"/>
                  </a:lnTo>
                  <a:lnTo>
                    <a:pt x="7028497" y="1773460"/>
                  </a:lnTo>
                  <a:lnTo>
                    <a:pt x="7073265" y="1750711"/>
                  </a:lnTo>
                  <a:lnTo>
                    <a:pt x="7118033" y="1728164"/>
                  </a:lnTo>
                  <a:lnTo>
                    <a:pt x="7162800" y="1705850"/>
                  </a:lnTo>
                  <a:lnTo>
                    <a:pt x="7207568" y="1683796"/>
                  </a:lnTo>
                  <a:lnTo>
                    <a:pt x="7252335" y="1662028"/>
                  </a:lnTo>
                  <a:lnTo>
                    <a:pt x="7297103" y="1640569"/>
                  </a:lnTo>
                  <a:lnTo>
                    <a:pt x="7341870" y="1619442"/>
                  </a:lnTo>
                  <a:lnTo>
                    <a:pt x="7386638" y="1598666"/>
                  </a:lnTo>
                  <a:lnTo>
                    <a:pt x="7431405" y="1578258"/>
                  </a:lnTo>
                  <a:lnTo>
                    <a:pt x="7476173" y="1558234"/>
                  </a:lnTo>
                  <a:lnTo>
                    <a:pt x="7520940" y="1538605"/>
                  </a:lnTo>
                  <a:lnTo>
                    <a:pt x="7565708" y="1519384"/>
                  </a:lnTo>
                  <a:lnTo>
                    <a:pt x="7610475" y="1500575"/>
                  </a:lnTo>
                  <a:lnTo>
                    <a:pt x="7655242" y="1482186"/>
                  </a:lnTo>
                  <a:lnTo>
                    <a:pt x="7700010" y="1464218"/>
                  </a:lnTo>
                  <a:lnTo>
                    <a:pt x="7744778" y="1446674"/>
                  </a:lnTo>
                  <a:lnTo>
                    <a:pt x="7789545" y="1429554"/>
                  </a:lnTo>
                  <a:lnTo>
                    <a:pt x="7834313" y="1412853"/>
                  </a:lnTo>
                  <a:lnTo>
                    <a:pt x="7879080" y="1396567"/>
                  </a:lnTo>
                  <a:lnTo>
                    <a:pt x="7923848" y="1380688"/>
                  </a:lnTo>
                  <a:lnTo>
                    <a:pt x="7968615" y="1365209"/>
                  </a:lnTo>
                  <a:lnTo>
                    <a:pt x="8013383" y="1350118"/>
                  </a:lnTo>
                  <a:lnTo>
                    <a:pt x="8058150" y="1335406"/>
                  </a:lnTo>
                  <a:lnTo>
                    <a:pt x="8102918" y="1321061"/>
                  </a:lnTo>
                  <a:lnTo>
                    <a:pt x="8147685" y="1307070"/>
                  </a:lnTo>
                  <a:lnTo>
                    <a:pt x="8192453" y="1293421"/>
                  </a:lnTo>
                  <a:lnTo>
                    <a:pt x="8237220" y="1280100"/>
                  </a:lnTo>
                  <a:lnTo>
                    <a:pt x="8281987" y="1267092"/>
                  </a:lnTo>
                  <a:lnTo>
                    <a:pt x="8326755" y="1254382"/>
                  </a:lnTo>
                  <a:lnTo>
                    <a:pt x="8371522" y="1241956"/>
                  </a:lnTo>
                  <a:lnTo>
                    <a:pt x="8416290" y="1229797"/>
                  </a:lnTo>
                  <a:lnTo>
                    <a:pt x="8461058" y="1217892"/>
                  </a:lnTo>
                  <a:lnTo>
                    <a:pt x="8505825" y="1206229"/>
                  </a:lnTo>
                  <a:lnTo>
                    <a:pt x="8550593" y="1194793"/>
                  </a:lnTo>
                  <a:lnTo>
                    <a:pt x="8595360" y="1183572"/>
                  </a:lnTo>
                  <a:lnTo>
                    <a:pt x="8640128" y="1172557"/>
                  </a:lnTo>
                  <a:lnTo>
                    <a:pt x="8684895" y="1161734"/>
                  </a:lnTo>
                  <a:lnTo>
                    <a:pt x="8729663" y="1151095"/>
                  </a:lnTo>
                  <a:lnTo>
                    <a:pt x="8774430" y="1140630"/>
                  </a:lnTo>
                  <a:lnTo>
                    <a:pt x="8819198" y="1130330"/>
                  </a:lnTo>
                  <a:lnTo>
                    <a:pt x="8863965" y="1120187"/>
                  </a:lnTo>
                  <a:lnTo>
                    <a:pt x="8908733" y="1110195"/>
                  </a:lnTo>
                  <a:lnTo>
                    <a:pt x="8953500" y="1100349"/>
                  </a:lnTo>
                  <a:lnTo>
                    <a:pt x="8998268" y="1090642"/>
                  </a:lnTo>
                  <a:lnTo>
                    <a:pt x="9043035" y="1081071"/>
                  </a:lnTo>
                  <a:lnTo>
                    <a:pt x="9087803" y="1071634"/>
                  </a:lnTo>
                  <a:lnTo>
                    <a:pt x="9132570" y="1062326"/>
                  </a:lnTo>
                  <a:lnTo>
                    <a:pt x="9177338" y="1053147"/>
                  </a:lnTo>
                  <a:lnTo>
                    <a:pt x="9222105" y="1044095"/>
                  </a:lnTo>
                  <a:lnTo>
                    <a:pt x="9266873" y="1035168"/>
                  </a:lnTo>
                  <a:lnTo>
                    <a:pt x="9311640" y="1026368"/>
                  </a:lnTo>
                  <a:lnTo>
                    <a:pt x="9356408" y="1017693"/>
                  </a:lnTo>
                  <a:lnTo>
                    <a:pt x="9401175" y="1009145"/>
                  </a:lnTo>
                  <a:lnTo>
                    <a:pt x="9445943" y="1000725"/>
                  </a:lnTo>
                  <a:lnTo>
                    <a:pt x="9490710" y="992433"/>
                  </a:lnTo>
                  <a:lnTo>
                    <a:pt x="9535478" y="984270"/>
                  </a:lnTo>
                  <a:lnTo>
                    <a:pt x="9580245" y="976239"/>
                  </a:lnTo>
                  <a:lnTo>
                    <a:pt x="9625013" y="968341"/>
                  </a:lnTo>
                  <a:lnTo>
                    <a:pt x="9669780" y="960578"/>
                  </a:lnTo>
                  <a:lnTo>
                    <a:pt x="9714548" y="952954"/>
                  </a:lnTo>
                  <a:lnTo>
                    <a:pt x="9759315" y="945471"/>
                  </a:lnTo>
                  <a:lnTo>
                    <a:pt x="9804083" y="938131"/>
                  </a:lnTo>
                  <a:lnTo>
                    <a:pt x="9848850" y="930937"/>
                  </a:lnTo>
                  <a:lnTo>
                    <a:pt x="9893618" y="923893"/>
                  </a:lnTo>
                  <a:lnTo>
                    <a:pt x="9938385" y="917001"/>
                  </a:lnTo>
                  <a:lnTo>
                    <a:pt x="9983153" y="910262"/>
                  </a:lnTo>
                  <a:lnTo>
                    <a:pt x="10027920" y="903680"/>
                  </a:lnTo>
                  <a:lnTo>
                    <a:pt x="10072688" y="897257"/>
                  </a:lnTo>
                  <a:lnTo>
                    <a:pt x="10117455" y="890998"/>
                  </a:lnTo>
                  <a:lnTo>
                    <a:pt x="10162223" y="884905"/>
                  </a:lnTo>
                  <a:lnTo>
                    <a:pt x="10206990" y="878981"/>
                  </a:lnTo>
                  <a:lnTo>
                    <a:pt x="10251758" y="873230"/>
                  </a:lnTo>
                  <a:lnTo>
                    <a:pt x="10296525" y="867655"/>
                  </a:lnTo>
                  <a:lnTo>
                    <a:pt x="10341293" y="862257"/>
                  </a:lnTo>
                  <a:lnTo>
                    <a:pt x="10386060" y="857040"/>
                  </a:lnTo>
                  <a:lnTo>
                    <a:pt x="10430828" y="852003"/>
                  </a:lnTo>
                  <a:lnTo>
                    <a:pt x="10475595" y="847149"/>
                  </a:lnTo>
                  <a:lnTo>
                    <a:pt x="10520363" y="842479"/>
                  </a:lnTo>
                  <a:lnTo>
                    <a:pt x="10565130" y="837994"/>
                  </a:lnTo>
                  <a:lnTo>
                    <a:pt x="10609898" y="833696"/>
                  </a:lnTo>
                  <a:lnTo>
                    <a:pt x="10654665" y="829584"/>
                  </a:lnTo>
                  <a:lnTo>
                    <a:pt x="10699433" y="825659"/>
                  </a:lnTo>
                  <a:lnTo>
                    <a:pt x="10744200" y="821919"/>
                  </a:lnTo>
                  <a:lnTo>
                    <a:pt x="10744200" y="3429000"/>
                  </a:lnTo>
                  <a:lnTo>
                    <a:pt x="10699433" y="3429000"/>
                  </a:lnTo>
                  <a:lnTo>
                    <a:pt x="10654665" y="3429000"/>
                  </a:lnTo>
                  <a:lnTo>
                    <a:pt x="10609898" y="3429000"/>
                  </a:lnTo>
                  <a:lnTo>
                    <a:pt x="10565130" y="3429000"/>
                  </a:lnTo>
                  <a:lnTo>
                    <a:pt x="10520363" y="3429000"/>
                  </a:lnTo>
                  <a:lnTo>
                    <a:pt x="10475595" y="3429000"/>
                  </a:lnTo>
                  <a:lnTo>
                    <a:pt x="10430828" y="3429000"/>
                  </a:lnTo>
                  <a:lnTo>
                    <a:pt x="10386060" y="3429000"/>
                  </a:lnTo>
                  <a:lnTo>
                    <a:pt x="10341293" y="3429000"/>
                  </a:lnTo>
                  <a:lnTo>
                    <a:pt x="10296525" y="3429000"/>
                  </a:lnTo>
                  <a:lnTo>
                    <a:pt x="10251758" y="3429000"/>
                  </a:lnTo>
                  <a:lnTo>
                    <a:pt x="10206990" y="3429000"/>
                  </a:lnTo>
                  <a:lnTo>
                    <a:pt x="10162223" y="3429000"/>
                  </a:lnTo>
                  <a:lnTo>
                    <a:pt x="10117455" y="3429000"/>
                  </a:lnTo>
                  <a:lnTo>
                    <a:pt x="10072688" y="3429000"/>
                  </a:lnTo>
                  <a:lnTo>
                    <a:pt x="10027920" y="3429000"/>
                  </a:lnTo>
                  <a:lnTo>
                    <a:pt x="9983153" y="3429000"/>
                  </a:lnTo>
                  <a:lnTo>
                    <a:pt x="9938385" y="3429000"/>
                  </a:lnTo>
                  <a:lnTo>
                    <a:pt x="9893618" y="3429000"/>
                  </a:lnTo>
                  <a:lnTo>
                    <a:pt x="9848850" y="3429000"/>
                  </a:lnTo>
                  <a:lnTo>
                    <a:pt x="9804083" y="3429000"/>
                  </a:lnTo>
                  <a:lnTo>
                    <a:pt x="9759315" y="3429000"/>
                  </a:lnTo>
                  <a:lnTo>
                    <a:pt x="9714548" y="3429000"/>
                  </a:lnTo>
                  <a:lnTo>
                    <a:pt x="9669780" y="3429000"/>
                  </a:lnTo>
                  <a:lnTo>
                    <a:pt x="9625013" y="3429000"/>
                  </a:lnTo>
                  <a:lnTo>
                    <a:pt x="9580245" y="3429000"/>
                  </a:lnTo>
                  <a:lnTo>
                    <a:pt x="9535478" y="3429000"/>
                  </a:lnTo>
                  <a:lnTo>
                    <a:pt x="9490710" y="3429000"/>
                  </a:lnTo>
                  <a:lnTo>
                    <a:pt x="9445943" y="3429000"/>
                  </a:lnTo>
                  <a:lnTo>
                    <a:pt x="9401175" y="3429000"/>
                  </a:lnTo>
                  <a:lnTo>
                    <a:pt x="9356408" y="3429000"/>
                  </a:lnTo>
                  <a:lnTo>
                    <a:pt x="9311640" y="3429000"/>
                  </a:lnTo>
                  <a:lnTo>
                    <a:pt x="9266873" y="3429000"/>
                  </a:lnTo>
                  <a:lnTo>
                    <a:pt x="9222105" y="3429000"/>
                  </a:lnTo>
                  <a:lnTo>
                    <a:pt x="9177338" y="3429000"/>
                  </a:lnTo>
                  <a:lnTo>
                    <a:pt x="9132570" y="3429000"/>
                  </a:lnTo>
                  <a:lnTo>
                    <a:pt x="9087803" y="3429000"/>
                  </a:lnTo>
                  <a:lnTo>
                    <a:pt x="9043035" y="3429000"/>
                  </a:lnTo>
                  <a:lnTo>
                    <a:pt x="8998268" y="3429000"/>
                  </a:lnTo>
                  <a:lnTo>
                    <a:pt x="8953500" y="3429000"/>
                  </a:lnTo>
                  <a:lnTo>
                    <a:pt x="8908733" y="3429000"/>
                  </a:lnTo>
                  <a:lnTo>
                    <a:pt x="8863965" y="3429000"/>
                  </a:lnTo>
                  <a:lnTo>
                    <a:pt x="8819198" y="3429000"/>
                  </a:lnTo>
                  <a:lnTo>
                    <a:pt x="8774430" y="3429000"/>
                  </a:lnTo>
                  <a:lnTo>
                    <a:pt x="8729663" y="3429000"/>
                  </a:lnTo>
                  <a:lnTo>
                    <a:pt x="8684895" y="3429000"/>
                  </a:lnTo>
                  <a:lnTo>
                    <a:pt x="8640128" y="3429000"/>
                  </a:lnTo>
                  <a:lnTo>
                    <a:pt x="8595360" y="3429000"/>
                  </a:lnTo>
                  <a:lnTo>
                    <a:pt x="8550593" y="3429000"/>
                  </a:lnTo>
                  <a:lnTo>
                    <a:pt x="8505825" y="3429000"/>
                  </a:lnTo>
                  <a:lnTo>
                    <a:pt x="8461058" y="3429000"/>
                  </a:lnTo>
                  <a:lnTo>
                    <a:pt x="8416290" y="3429000"/>
                  </a:lnTo>
                  <a:lnTo>
                    <a:pt x="8371522" y="3429000"/>
                  </a:lnTo>
                  <a:lnTo>
                    <a:pt x="8326755" y="3429000"/>
                  </a:lnTo>
                  <a:lnTo>
                    <a:pt x="8281987" y="3429000"/>
                  </a:lnTo>
                  <a:lnTo>
                    <a:pt x="8237220" y="3429000"/>
                  </a:lnTo>
                  <a:lnTo>
                    <a:pt x="8192453" y="3429000"/>
                  </a:lnTo>
                  <a:lnTo>
                    <a:pt x="8147685" y="3429000"/>
                  </a:lnTo>
                  <a:lnTo>
                    <a:pt x="8102918" y="3429000"/>
                  </a:lnTo>
                  <a:lnTo>
                    <a:pt x="8058150" y="3429000"/>
                  </a:lnTo>
                  <a:lnTo>
                    <a:pt x="8013383" y="3429000"/>
                  </a:lnTo>
                  <a:lnTo>
                    <a:pt x="7968615" y="3429000"/>
                  </a:lnTo>
                  <a:lnTo>
                    <a:pt x="7923848" y="3429000"/>
                  </a:lnTo>
                  <a:lnTo>
                    <a:pt x="7879080" y="3429000"/>
                  </a:lnTo>
                  <a:lnTo>
                    <a:pt x="7834313" y="3429000"/>
                  </a:lnTo>
                  <a:lnTo>
                    <a:pt x="7789545" y="3429000"/>
                  </a:lnTo>
                  <a:lnTo>
                    <a:pt x="7744778" y="3429000"/>
                  </a:lnTo>
                  <a:lnTo>
                    <a:pt x="7700010" y="3429000"/>
                  </a:lnTo>
                  <a:lnTo>
                    <a:pt x="7655242" y="3429000"/>
                  </a:lnTo>
                  <a:lnTo>
                    <a:pt x="7610475" y="3429000"/>
                  </a:lnTo>
                  <a:lnTo>
                    <a:pt x="7565708" y="3429000"/>
                  </a:lnTo>
                  <a:lnTo>
                    <a:pt x="7520940" y="3429000"/>
                  </a:lnTo>
                  <a:lnTo>
                    <a:pt x="7476173" y="3429000"/>
                  </a:lnTo>
                  <a:lnTo>
                    <a:pt x="7431405" y="3429000"/>
                  </a:lnTo>
                  <a:lnTo>
                    <a:pt x="7386638" y="3429000"/>
                  </a:lnTo>
                  <a:lnTo>
                    <a:pt x="7341870" y="3429000"/>
                  </a:lnTo>
                  <a:lnTo>
                    <a:pt x="7297103" y="3429000"/>
                  </a:lnTo>
                  <a:lnTo>
                    <a:pt x="7252335" y="3429000"/>
                  </a:lnTo>
                  <a:lnTo>
                    <a:pt x="7207568" y="3429000"/>
                  </a:lnTo>
                  <a:lnTo>
                    <a:pt x="7162800" y="3429000"/>
                  </a:lnTo>
                  <a:lnTo>
                    <a:pt x="7118033" y="3429000"/>
                  </a:lnTo>
                  <a:lnTo>
                    <a:pt x="7073265" y="3429000"/>
                  </a:lnTo>
                  <a:lnTo>
                    <a:pt x="7028497" y="3429000"/>
                  </a:lnTo>
                  <a:lnTo>
                    <a:pt x="6983730" y="3429000"/>
                  </a:lnTo>
                  <a:lnTo>
                    <a:pt x="6938963" y="3429000"/>
                  </a:lnTo>
                  <a:lnTo>
                    <a:pt x="6894195" y="3429000"/>
                  </a:lnTo>
                  <a:lnTo>
                    <a:pt x="6849427" y="3429000"/>
                  </a:lnTo>
                  <a:lnTo>
                    <a:pt x="6804660" y="3429000"/>
                  </a:lnTo>
                  <a:lnTo>
                    <a:pt x="6759893" y="3429000"/>
                  </a:lnTo>
                  <a:lnTo>
                    <a:pt x="6715125" y="3429000"/>
                  </a:lnTo>
                  <a:lnTo>
                    <a:pt x="6670358" y="3429000"/>
                  </a:lnTo>
                  <a:lnTo>
                    <a:pt x="6625590" y="3429000"/>
                  </a:lnTo>
                  <a:lnTo>
                    <a:pt x="6580823" y="3429000"/>
                  </a:lnTo>
                  <a:lnTo>
                    <a:pt x="6536055" y="3429000"/>
                  </a:lnTo>
                  <a:lnTo>
                    <a:pt x="6491287" y="3429000"/>
                  </a:lnTo>
                  <a:lnTo>
                    <a:pt x="6446520" y="3429000"/>
                  </a:lnTo>
                  <a:lnTo>
                    <a:pt x="6401753" y="3429000"/>
                  </a:lnTo>
                  <a:lnTo>
                    <a:pt x="6356985" y="3429000"/>
                  </a:lnTo>
                  <a:lnTo>
                    <a:pt x="6312218" y="3429000"/>
                  </a:lnTo>
                  <a:lnTo>
                    <a:pt x="6267450" y="3429000"/>
                  </a:lnTo>
                  <a:lnTo>
                    <a:pt x="6222683" y="3429000"/>
                  </a:lnTo>
                  <a:lnTo>
                    <a:pt x="6177915" y="3429000"/>
                  </a:lnTo>
                  <a:lnTo>
                    <a:pt x="6133148" y="3429000"/>
                  </a:lnTo>
                  <a:lnTo>
                    <a:pt x="6088380" y="3429000"/>
                  </a:lnTo>
                  <a:lnTo>
                    <a:pt x="6043613" y="3429000"/>
                  </a:lnTo>
                  <a:lnTo>
                    <a:pt x="5998845" y="3429000"/>
                  </a:lnTo>
                  <a:lnTo>
                    <a:pt x="5954078" y="3429000"/>
                  </a:lnTo>
                  <a:lnTo>
                    <a:pt x="5909310" y="3429000"/>
                  </a:lnTo>
                  <a:lnTo>
                    <a:pt x="5864543" y="3429000"/>
                  </a:lnTo>
                  <a:lnTo>
                    <a:pt x="5819775" y="3429000"/>
                  </a:lnTo>
                  <a:lnTo>
                    <a:pt x="5775008" y="3429000"/>
                  </a:lnTo>
                  <a:lnTo>
                    <a:pt x="5730240" y="3429000"/>
                  </a:lnTo>
                  <a:lnTo>
                    <a:pt x="5685473" y="3429000"/>
                  </a:lnTo>
                  <a:lnTo>
                    <a:pt x="5640705" y="3429000"/>
                  </a:lnTo>
                  <a:lnTo>
                    <a:pt x="5595938" y="3429000"/>
                  </a:lnTo>
                  <a:lnTo>
                    <a:pt x="5551170" y="3429000"/>
                  </a:lnTo>
                  <a:lnTo>
                    <a:pt x="5506403" y="3429000"/>
                  </a:lnTo>
                  <a:lnTo>
                    <a:pt x="5461635" y="3429000"/>
                  </a:lnTo>
                  <a:lnTo>
                    <a:pt x="5416868" y="3429000"/>
                  </a:lnTo>
                  <a:lnTo>
                    <a:pt x="5372100" y="3429000"/>
                  </a:lnTo>
                  <a:lnTo>
                    <a:pt x="5327333" y="3429000"/>
                  </a:lnTo>
                  <a:lnTo>
                    <a:pt x="5282565" y="3429000"/>
                  </a:lnTo>
                  <a:lnTo>
                    <a:pt x="5237798" y="3429000"/>
                  </a:lnTo>
                  <a:lnTo>
                    <a:pt x="5193030" y="3429000"/>
                  </a:lnTo>
                  <a:lnTo>
                    <a:pt x="5148263" y="3429000"/>
                  </a:lnTo>
                  <a:lnTo>
                    <a:pt x="5103495" y="3429000"/>
                  </a:lnTo>
                  <a:lnTo>
                    <a:pt x="5058728" y="3429000"/>
                  </a:lnTo>
                  <a:lnTo>
                    <a:pt x="5013960" y="3429000"/>
                  </a:lnTo>
                  <a:lnTo>
                    <a:pt x="4969193" y="3429000"/>
                  </a:lnTo>
                  <a:lnTo>
                    <a:pt x="4924425" y="3429000"/>
                  </a:lnTo>
                  <a:lnTo>
                    <a:pt x="4879658" y="3429000"/>
                  </a:lnTo>
                  <a:lnTo>
                    <a:pt x="4834890" y="3429000"/>
                  </a:lnTo>
                  <a:lnTo>
                    <a:pt x="4790123" y="3429000"/>
                  </a:lnTo>
                  <a:lnTo>
                    <a:pt x="4745355" y="3429000"/>
                  </a:lnTo>
                  <a:lnTo>
                    <a:pt x="4700588" y="3429000"/>
                  </a:lnTo>
                  <a:lnTo>
                    <a:pt x="4655820" y="3429000"/>
                  </a:lnTo>
                  <a:lnTo>
                    <a:pt x="4611053" y="3429000"/>
                  </a:lnTo>
                  <a:lnTo>
                    <a:pt x="4566285" y="3429000"/>
                  </a:lnTo>
                  <a:lnTo>
                    <a:pt x="4521518" y="3429000"/>
                  </a:lnTo>
                  <a:lnTo>
                    <a:pt x="4476750" y="3429000"/>
                  </a:lnTo>
                  <a:lnTo>
                    <a:pt x="4431983" y="3429000"/>
                  </a:lnTo>
                  <a:lnTo>
                    <a:pt x="4387215" y="3429000"/>
                  </a:lnTo>
                  <a:lnTo>
                    <a:pt x="4342448" y="3429000"/>
                  </a:lnTo>
                  <a:lnTo>
                    <a:pt x="4297680" y="3429000"/>
                  </a:lnTo>
                  <a:lnTo>
                    <a:pt x="4252913" y="3429000"/>
                  </a:lnTo>
                  <a:lnTo>
                    <a:pt x="4208145" y="3429000"/>
                  </a:lnTo>
                  <a:lnTo>
                    <a:pt x="4163377" y="3429000"/>
                  </a:lnTo>
                  <a:lnTo>
                    <a:pt x="4118610" y="3429000"/>
                  </a:lnTo>
                  <a:lnTo>
                    <a:pt x="4073843" y="3429000"/>
                  </a:lnTo>
                  <a:lnTo>
                    <a:pt x="4029075" y="3429000"/>
                  </a:lnTo>
                  <a:lnTo>
                    <a:pt x="3984308" y="3429000"/>
                  </a:lnTo>
                  <a:lnTo>
                    <a:pt x="3939540" y="3429000"/>
                  </a:lnTo>
                  <a:lnTo>
                    <a:pt x="3894773" y="3429000"/>
                  </a:lnTo>
                  <a:lnTo>
                    <a:pt x="3850005" y="3429000"/>
                  </a:lnTo>
                  <a:lnTo>
                    <a:pt x="3805237" y="3429000"/>
                  </a:lnTo>
                  <a:lnTo>
                    <a:pt x="3760470" y="3429000"/>
                  </a:lnTo>
                  <a:lnTo>
                    <a:pt x="3715703" y="3429000"/>
                  </a:lnTo>
                  <a:lnTo>
                    <a:pt x="3670935" y="3429000"/>
                  </a:lnTo>
                  <a:lnTo>
                    <a:pt x="3626168" y="3429000"/>
                  </a:lnTo>
                  <a:lnTo>
                    <a:pt x="3581400" y="3429000"/>
                  </a:lnTo>
                  <a:lnTo>
                    <a:pt x="3536633" y="3429000"/>
                  </a:lnTo>
                  <a:lnTo>
                    <a:pt x="3491865" y="3429000"/>
                  </a:lnTo>
                  <a:lnTo>
                    <a:pt x="3447098" y="3429000"/>
                  </a:lnTo>
                  <a:lnTo>
                    <a:pt x="3402330" y="3429000"/>
                  </a:lnTo>
                  <a:lnTo>
                    <a:pt x="3357563" y="3429000"/>
                  </a:lnTo>
                  <a:lnTo>
                    <a:pt x="3312795" y="3429000"/>
                  </a:lnTo>
                  <a:lnTo>
                    <a:pt x="3268028" y="3429000"/>
                  </a:lnTo>
                  <a:lnTo>
                    <a:pt x="3223260" y="3429000"/>
                  </a:lnTo>
                  <a:lnTo>
                    <a:pt x="3178493" y="3429000"/>
                  </a:lnTo>
                  <a:lnTo>
                    <a:pt x="3133725" y="3429000"/>
                  </a:lnTo>
                  <a:lnTo>
                    <a:pt x="3088958" y="3429000"/>
                  </a:lnTo>
                  <a:lnTo>
                    <a:pt x="3044190" y="3429000"/>
                  </a:lnTo>
                  <a:lnTo>
                    <a:pt x="2999423" y="3429000"/>
                  </a:lnTo>
                  <a:lnTo>
                    <a:pt x="2954655" y="3429000"/>
                  </a:lnTo>
                  <a:lnTo>
                    <a:pt x="2909887" y="3429000"/>
                  </a:lnTo>
                  <a:lnTo>
                    <a:pt x="2865120" y="3429000"/>
                  </a:lnTo>
                  <a:lnTo>
                    <a:pt x="2820353" y="3429000"/>
                  </a:lnTo>
                  <a:lnTo>
                    <a:pt x="2775585" y="3429000"/>
                  </a:lnTo>
                  <a:lnTo>
                    <a:pt x="2730818" y="3429000"/>
                  </a:lnTo>
                  <a:lnTo>
                    <a:pt x="2686050" y="3429000"/>
                  </a:lnTo>
                  <a:lnTo>
                    <a:pt x="2641283" y="3429000"/>
                  </a:lnTo>
                  <a:lnTo>
                    <a:pt x="2596515" y="3429000"/>
                  </a:lnTo>
                  <a:lnTo>
                    <a:pt x="2551748" y="3429000"/>
                  </a:lnTo>
                  <a:lnTo>
                    <a:pt x="2506980" y="3429000"/>
                  </a:lnTo>
                  <a:lnTo>
                    <a:pt x="2462213" y="3429000"/>
                  </a:lnTo>
                  <a:lnTo>
                    <a:pt x="2417445" y="3429000"/>
                  </a:lnTo>
                  <a:lnTo>
                    <a:pt x="2372678" y="3429000"/>
                  </a:lnTo>
                  <a:lnTo>
                    <a:pt x="2327910" y="3429000"/>
                  </a:lnTo>
                  <a:lnTo>
                    <a:pt x="2283143" y="3429000"/>
                  </a:lnTo>
                  <a:lnTo>
                    <a:pt x="2238375" y="3429000"/>
                  </a:lnTo>
                  <a:lnTo>
                    <a:pt x="2193608" y="3429000"/>
                  </a:lnTo>
                  <a:lnTo>
                    <a:pt x="2148840" y="3429000"/>
                  </a:lnTo>
                  <a:lnTo>
                    <a:pt x="2104073" y="3429000"/>
                  </a:lnTo>
                  <a:lnTo>
                    <a:pt x="2059305" y="3429000"/>
                  </a:lnTo>
                  <a:lnTo>
                    <a:pt x="2014538" y="3429000"/>
                  </a:lnTo>
                  <a:lnTo>
                    <a:pt x="1969770" y="3429000"/>
                  </a:lnTo>
                  <a:lnTo>
                    <a:pt x="1925002" y="3429000"/>
                  </a:lnTo>
                  <a:lnTo>
                    <a:pt x="1880235" y="3429000"/>
                  </a:lnTo>
                  <a:lnTo>
                    <a:pt x="1835468" y="3429000"/>
                  </a:lnTo>
                  <a:lnTo>
                    <a:pt x="1790700" y="3429000"/>
                  </a:lnTo>
                  <a:lnTo>
                    <a:pt x="1745932" y="3429000"/>
                  </a:lnTo>
                  <a:lnTo>
                    <a:pt x="1701165" y="3429000"/>
                  </a:lnTo>
                  <a:lnTo>
                    <a:pt x="1656398" y="3429000"/>
                  </a:lnTo>
                  <a:lnTo>
                    <a:pt x="1611630" y="3429000"/>
                  </a:lnTo>
                  <a:lnTo>
                    <a:pt x="1566863" y="3429000"/>
                  </a:lnTo>
                  <a:lnTo>
                    <a:pt x="1522095" y="3429000"/>
                  </a:lnTo>
                  <a:lnTo>
                    <a:pt x="1477328" y="3429000"/>
                  </a:lnTo>
                  <a:lnTo>
                    <a:pt x="1432560" y="3429000"/>
                  </a:lnTo>
                  <a:lnTo>
                    <a:pt x="1387793" y="3429000"/>
                  </a:lnTo>
                  <a:lnTo>
                    <a:pt x="1343025" y="3429000"/>
                  </a:lnTo>
                  <a:lnTo>
                    <a:pt x="1298258" y="3429000"/>
                  </a:lnTo>
                  <a:lnTo>
                    <a:pt x="1253490" y="3429000"/>
                  </a:lnTo>
                  <a:lnTo>
                    <a:pt x="1208723" y="3429000"/>
                  </a:lnTo>
                  <a:lnTo>
                    <a:pt x="1163955" y="3429000"/>
                  </a:lnTo>
                  <a:lnTo>
                    <a:pt x="1119188" y="3429000"/>
                  </a:lnTo>
                  <a:lnTo>
                    <a:pt x="1074420" y="3429000"/>
                  </a:lnTo>
                  <a:lnTo>
                    <a:pt x="1029653" y="3429000"/>
                  </a:lnTo>
                  <a:lnTo>
                    <a:pt x="984885" y="3429000"/>
                  </a:lnTo>
                  <a:lnTo>
                    <a:pt x="940118" y="3429000"/>
                  </a:lnTo>
                  <a:lnTo>
                    <a:pt x="895350" y="3429000"/>
                  </a:lnTo>
                  <a:lnTo>
                    <a:pt x="850583" y="3429000"/>
                  </a:lnTo>
                  <a:lnTo>
                    <a:pt x="805815" y="3429000"/>
                  </a:lnTo>
                  <a:lnTo>
                    <a:pt x="761048" y="3429000"/>
                  </a:lnTo>
                  <a:lnTo>
                    <a:pt x="716280" y="3429000"/>
                  </a:lnTo>
                  <a:lnTo>
                    <a:pt x="671513" y="3429000"/>
                  </a:lnTo>
                  <a:lnTo>
                    <a:pt x="626745" y="3429000"/>
                  </a:lnTo>
                  <a:lnTo>
                    <a:pt x="581978" y="3429000"/>
                  </a:lnTo>
                  <a:lnTo>
                    <a:pt x="537210" y="3429000"/>
                  </a:lnTo>
                  <a:lnTo>
                    <a:pt x="492443" y="3429000"/>
                  </a:lnTo>
                  <a:lnTo>
                    <a:pt x="447675" y="3429000"/>
                  </a:lnTo>
                  <a:lnTo>
                    <a:pt x="402908" y="3429000"/>
                  </a:lnTo>
                  <a:lnTo>
                    <a:pt x="358140" y="3429000"/>
                  </a:lnTo>
                  <a:lnTo>
                    <a:pt x="313373" y="3429000"/>
                  </a:lnTo>
                  <a:lnTo>
                    <a:pt x="268605" y="3429000"/>
                  </a:lnTo>
                  <a:lnTo>
                    <a:pt x="223838" y="3429000"/>
                  </a:lnTo>
                  <a:lnTo>
                    <a:pt x="179070" y="3429000"/>
                  </a:lnTo>
                  <a:lnTo>
                    <a:pt x="134303" y="3429000"/>
                  </a:lnTo>
                  <a:lnTo>
                    <a:pt x="89535" y="3429000"/>
                  </a:lnTo>
                  <a:lnTo>
                    <a:pt x="44768" y="3429000"/>
                  </a:lnTo>
                  <a:lnTo>
                    <a:pt x="0" y="3429000"/>
                  </a:lnTo>
                  <a:close/>
                </a:path>
              </a:pathLst>
            </a:custGeom>
            <a:solidFill>
              <a:srgbClr val="CED7E6"/>
            </a:solidFill>
            <a:ln>
              <a:noFill/>
            </a:ln>
          </p:spPr>
        </p:sp>
        <p:sp>
          <p:nvSpPr>
            <p:cNvPr id="8" name="node01.series.source-002"/>
            <p:cNvSpPr/>
            <p:nvPr/>
          </p:nvSpPr>
          <p:spPr>
            <a:xfrm>
              <a:off x="723900" y="1600200"/>
              <a:ext cx="10744200" cy="3429000"/>
            </a:xfrm>
            <a:custGeom>
              <a:avLst/>
              <a:gdLst/>
              <a:ahLst/>
              <a:cxnLst/>
              <a:rect l="l" t="t" r="r" b="b"/>
              <a:pathLst>
                <a:path w="10744200" h="3429000">
                  <a:moveTo>
                    <a:pt x="0" y="2651564"/>
                  </a:moveTo>
                  <a:lnTo>
                    <a:pt x="44768" y="2646704"/>
                  </a:lnTo>
                  <a:lnTo>
                    <a:pt x="89535" y="2641512"/>
                  </a:lnTo>
                  <a:lnTo>
                    <a:pt x="134303" y="2635972"/>
                  </a:lnTo>
                  <a:lnTo>
                    <a:pt x="179070" y="2630070"/>
                  </a:lnTo>
                  <a:lnTo>
                    <a:pt x="223838" y="2623791"/>
                  </a:lnTo>
                  <a:lnTo>
                    <a:pt x="268605" y="2617120"/>
                  </a:lnTo>
                  <a:lnTo>
                    <a:pt x="313373" y="2610041"/>
                  </a:lnTo>
                  <a:lnTo>
                    <a:pt x="358140" y="2602538"/>
                  </a:lnTo>
                  <a:lnTo>
                    <a:pt x="402908" y="2594594"/>
                  </a:lnTo>
                  <a:lnTo>
                    <a:pt x="447675" y="2586195"/>
                  </a:lnTo>
                  <a:lnTo>
                    <a:pt x="492443" y="2577324"/>
                  </a:lnTo>
                  <a:lnTo>
                    <a:pt x="537210" y="2567964"/>
                  </a:lnTo>
                  <a:lnTo>
                    <a:pt x="581978" y="2558097"/>
                  </a:lnTo>
                  <a:lnTo>
                    <a:pt x="626745" y="2547707"/>
                  </a:lnTo>
                  <a:lnTo>
                    <a:pt x="671513" y="2536775"/>
                  </a:lnTo>
                  <a:lnTo>
                    <a:pt x="716280" y="2525285"/>
                  </a:lnTo>
                  <a:lnTo>
                    <a:pt x="761048" y="2513217"/>
                  </a:lnTo>
                  <a:lnTo>
                    <a:pt x="805815" y="2500554"/>
                  </a:lnTo>
                  <a:lnTo>
                    <a:pt x="850583" y="2487278"/>
                  </a:lnTo>
                  <a:lnTo>
                    <a:pt x="895350" y="2473377"/>
                  </a:lnTo>
                  <a:lnTo>
                    <a:pt x="940118" y="2458833"/>
                  </a:lnTo>
                  <a:lnTo>
                    <a:pt x="984885" y="2443632"/>
                  </a:lnTo>
                  <a:lnTo>
                    <a:pt x="1029653" y="2427759"/>
                  </a:lnTo>
                  <a:lnTo>
                    <a:pt x="1074420" y="2411198"/>
                  </a:lnTo>
                  <a:lnTo>
                    <a:pt x="1119188" y="2393938"/>
                  </a:lnTo>
                  <a:lnTo>
                    <a:pt x="1163955" y="2375967"/>
                  </a:lnTo>
                  <a:lnTo>
                    <a:pt x="1208723" y="2357275"/>
                  </a:lnTo>
                  <a:lnTo>
                    <a:pt x="1253490" y="2337852"/>
                  </a:lnTo>
                  <a:lnTo>
                    <a:pt x="1298258" y="2317693"/>
                  </a:lnTo>
                  <a:lnTo>
                    <a:pt x="1343025" y="2296796"/>
                  </a:lnTo>
                  <a:lnTo>
                    <a:pt x="1387793" y="2275159"/>
                  </a:lnTo>
                  <a:lnTo>
                    <a:pt x="1432560" y="2252782"/>
                  </a:lnTo>
                  <a:lnTo>
                    <a:pt x="1477328" y="2229670"/>
                  </a:lnTo>
                  <a:lnTo>
                    <a:pt x="1522095" y="2205827"/>
                  </a:lnTo>
                  <a:lnTo>
                    <a:pt x="1566863" y="2181263"/>
                  </a:lnTo>
                  <a:lnTo>
                    <a:pt x="1611630" y="2155990"/>
                  </a:lnTo>
                  <a:lnTo>
                    <a:pt x="1656398" y="2130022"/>
                  </a:lnTo>
                  <a:lnTo>
                    <a:pt x="1701165" y="2103378"/>
                  </a:lnTo>
                  <a:lnTo>
                    <a:pt x="1745932" y="2076080"/>
                  </a:lnTo>
                  <a:lnTo>
                    <a:pt x="1790700" y="2048152"/>
                  </a:lnTo>
                  <a:lnTo>
                    <a:pt x="1835468" y="2019622"/>
                  </a:lnTo>
                  <a:lnTo>
                    <a:pt x="1880235" y="1990521"/>
                  </a:lnTo>
                  <a:lnTo>
                    <a:pt x="1925002" y="1960882"/>
                  </a:lnTo>
                  <a:lnTo>
                    <a:pt x="1969770" y="1930744"/>
                  </a:lnTo>
                  <a:lnTo>
                    <a:pt x="2014538" y="1900146"/>
                  </a:lnTo>
                  <a:lnTo>
                    <a:pt x="2059305" y="1869131"/>
                  </a:lnTo>
                  <a:lnTo>
                    <a:pt x="2104073" y="1837745"/>
                  </a:lnTo>
                  <a:lnTo>
                    <a:pt x="2148840" y="1806034"/>
                  </a:lnTo>
                  <a:lnTo>
                    <a:pt x="2193608" y="1774048"/>
                  </a:lnTo>
                  <a:lnTo>
                    <a:pt x="2238375" y="1741840"/>
                  </a:lnTo>
                  <a:lnTo>
                    <a:pt x="2283143" y="1709461"/>
                  </a:lnTo>
                  <a:lnTo>
                    <a:pt x="2327910" y="1676966"/>
                  </a:lnTo>
                  <a:lnTo>
                    <a:pt x="2372678" y="1644411"/>
                  </a:lnTo>
                  <a:lnTo>
                    <a:pt x="2417445" y="1611851"/>
                  </a:lnTo>
                  <a:lnTo>
                    <a:pt x="2462213" y="1579341"/>
                  </a:lnTo>
                  <a:lnTo>
                    <a:pt x="2506980" y="1546938"/>
                  </a:lnTo>
                  <a:lnTo>
                    <a:pt x="2551748" y="1514695"/>
                  </a:lnTo>
                  <a:lnTo>
                    <a:pt x="2596515" y="1482668"/>
                  </a:lnTo>
                  <a:lnTo>
                    <a:pt x="2641283" y="1450909"/>
                  </a:lnTo>
                  <a:lnTo>
                    <a:pt x="2686050" y="1419471"/>
                  </a:lnTo>
                  <a:lnTo>
                    <a:pt x="2730818" y="1388404"/>
                  </a:lnTo>
                  <a:lnTo>
                    <a:pt x="2775585" y="1357755"/>
                  </a:lnTo>
                  <a:lnTo>
                    <a:pt x="2820353" y="1327572"/>
                  </a:lnTo>
                  <a:lnTo>
                    <a:pt x="2865120" y="1297897"/>
                  </a:lnTo>
                  <a:lnTo>
                    <a:pt x="2909887" y="1268771"/>
                  </a:lnTo>
                  <a:lnTo>
                    <a:pt x="2954655" y="1240230"/>
                  </a:lnTo>
                  <a:lnTo>
                    <a:pt x="2999423" y="1212308"/>
                  </a:lnTo>
                  <a:lnTo>
                    <a:pt x="3044190" y="1185036"/>
                  </a:lnTo>
                  <a:lnTo>
                    <a:pt x="3088958" y="1158442"/>
                  </a:lnTo>
                  <a:lnTo>
                    <a:pt x="3133725" y="1132549"/>
                  </a:lnTo>
                  <a:lnTo>
                    <a:pt x="3178493" y="1107377"/>
                  </a:lnTo>
                  <a:lnTo>
                    <a:pt x="3223260" y="1082944"/>
                  </a:lnTo>
                  <a:lnTo>
                    <a:pt x="3268028" y="1059262"/>
                  </a:lnTo>
                  <a:lnTo>
                    <a:pt x="3312795" y="1036341"/>
                  </a:lnTo>
                  <a:lnTo>
                    <a:pt x="3357563" y="1014187"/>
                  </a:lnTo>
                  <a:lnTo>
                    <a:pt x="3402330" y="992802"/>
                  </a:lnTo>
                  <a:lnTo>
                    <a:pt x="3447098" y="972187"/>
                  </a:lnTo>
                  <a:lnTo>
                    <a:pt x="3491865" y="952338"/>
                  </a:lnTo>
                  <a:lnTo>
                    <a:pt x="3536633" y="933248"/>
                  </a:lnTo>
                  <a:lnTo>
                    <a:pt x="3581400" y="914908"/>
                  </a:lnTo>
                  <a:lnTo>
                    <a:pt x="3626168" y="897306"/>
                  </a:lnTo>
                  <a:lnTo>
                    <a:pt x="3670935" y="880430"/>
                  </a:lnTo>
                  <a:lnTo>
                    <a:pt x="3715703" y="864264"/>
                  </a:lnTo>
                  <a:lnTo>
                    <a:pt x="3760470" y="848792"/>
                  </a:lnTo>
                  <a:lnTo>
                    <a:pt x="3805237" y="833994"/>
                  </a:lnTo>
                  <a:lnTo>
                    <a:pt x="3850005" y="819849"/>
                  </a:lnTo>
                  <a:lnTo>
                    <a:pt x="3894773" y="806335"/>
                  </a:lnTo>
                  <a:lnTo>
                    <a:pt x="3939540" y="793429"/>
                  </a:lnTo>
                  <a:lnTo>
                    <a:pt x="3984308" y="781109"/>
                  </a:lnTo>
                  <a:lnTo>
                    <a:pt x="4029075" y="769350"/>
                  </a:lnTo>
                  <a:lnTo>
                    <a:pt x="4073843" y="758128"/>
                  </a:lnTo>
                  <a:lnTo>
                    <a:pt x="4118610" y="747420"/>
                  </a:lnTo>
                  <a:lnTo>
                    <a:pt x="4163377" y="737205"/>
                  </a:lnTo>
                  <a:lnTo>
                    <a:pt x="4208145" y="727460"/>
                  </a:lnTo>
                  <a:lnTo>
                    <a:pt x="4252913" y="718162"/>
                  </a:lnTo>
                  <a:lnTo>
                    <a:pt x="4297680" y="709288"/>
                  </a:lnTo>
                  <a:lnTo>
                    <a:pt x="4342448" y="700817"/>
                  </a:lnTo>
                  <a:lnTo>
                    <a:pt x="4387215" y="692727"/>
                  </a:lnTo>
                  <a:lnTo>
                    <a:pt x="4431983" y="684999"/>
                  </a:lnTo>
                  <a:lnTo>
                    <a:pt x="4476750" y="677612"/>
                  </a:lnTo>
                  <a:lnTo>
                    <a:pt x="4521518" y="670548"/>
                  </a:lnTo>
                  <a:lnTo>
                    <a:pt x="4566285" y="663788"/>
                  </a:lnTo>
                  <a:lnTo>
                    <a:pt x="4611053" y="657318"/>
                  </a:lnTo>
                  <a:lnTo>
                    <a:pt x="4655820" y="651120"/>
                  </a:lnTo>
                  <a:lnTo>
                    <a:pt x="4700588" y="645180"/>
                  </a:lnTo>
                  <a:lnTo>
                    <a:pt x="4745355" y="639483"/>
                  </a:lnTo>
                  <a:lnTo>
                    <a:pt x="4790123" y="634014"/>
                  </a:lnTo>
                  <a:lnTo>
                    <a:pt x="4834890" y="628761"/>
                  </a:lnTo>
                  <a:lnTo>
                    <a:pt x="4879658" y="623710"/>
                  </a:lnTo>
                  <a:lnTo>
                    <a:pt x="4924425" y="618846"/>
                  </a:lnTo>
                  <a:lnTo>
                    <a:pt x="4969193" y="614159"/>
                  </a:lnTo>
                  <a:lnTo>
                    <a:pt x="5013960" y="609633"/>
                  </a:lnTo>
                  <a:lnTo>
                    <a:pt x="5058728" y="605257"/>
                  </a:lnTo>
                  <a:lnTo>
                    <a:pt x="5103495" y="601017"/>
                  </a:lnTo>
                  <a:lnTo>
                    <a:pt x="5148263" y="596902"/>
                  </a:lnTo>
                  <a:lnTo>
                    <a:pt x="5193030" y="592899"/>
                  </a:lnTo>
                  <a:lnTo>
                    <a:pt x="5237798" y="588995"/>
                  </a:lnTo>
                  <a:lnTo>
                    <a:pt x="5282565" y="585177"/>
                  </a:lnTo>
                  <a:lnTo>
                    <a:pt x="5327333" y="581433"/>
                  </a:lnTo>
                  <a:lnTo>
                    <a:pt x="5372100" y="577751"/>
                  </a:lnTo>
                  <a:lnTo>
                    <a:pt x="5416868" y="574120"/>
                  </a:lnTo>
                  <a:lnTo>
                    <a:pt x="5461635" y="570524"/>
                  </a:lnTo>
                  <a:lnTo>
                    <a:pt x="5506403" y="566947"/>
                  </a:lnTo>
                  <a:lnTo>
                    <a:pt x="5551170" y="563376"/>
                  </a:lnTo>
                  <a:lnTo>
                    <a:pt x="5595938" y="559795"/>
                  </a:lnTo>
                  <a:lnTo>
                    <a:pt x="5640705" y="556191"/>
                  </a:lnTo>
                  <a:lnTo>
                    <a:pt x="5685473" y="552551"/>
                  </a:lnTo>
                  <a:lnTo>
                    <a:pt x="5730240" y="548859"/>
                  </a:lnTo>
                  <a:lnTo>
                    <a:pt x="5775008" y="545102"/>
                  </a:lnTo>
                  <a:lnTo>
                    <a:pt x="5819775" y="541268"/>
                  </a:lnTo>
                  <a:lnTo>
                    <a:pt x="5864543" y="537345"/>
                  </a:lnTo>
                  <a:lnTo>
                    <a:pt x="5909310" y="533320"/>
                  </a:lnTo>
                  <a:lnTo>
                    <a:pt x="5954078" y="529176"/>
                  </a:lnTo>
                  <a:lnTo>
                    <a:pt x="5998845" y="524904"/>
                  </a:lnTo>
                  <a:lnTo>
                    <a:pt x="6043613" y="520492"/>
                  </a:lnTo>
                  <a:lnTo>
                    <a:pt x="6088380" y="515930"/>
                  </a:lnTo>
                  <a:lnTo>
                    <a:pt x="6133148" y="511210"/>
                  </a:lnTo>
                  <a:lnTo>
                    <a:pt x="6177915" y="506324"/>
                  </a:lnTo>
                  <a:lnTo>
                    <a:pt x="6222683" y="501264"/>
                  </a:lnTo>
                  <a:lnTo>
                    <a:pt x="6267450" y="496026"/>
                  </a:lnTo>
                  <a:lnTo>
                    <a:pt x="6312218" y="490604"/>
                  </a:lnTo>
                  <a:lnTo>
                    <a:pt x="6356985" y="484996"/>
                  </a:lnTo>
                  <a:lnTo>
                    <a:pt x="6401753" y="479203"/>
                  </a:lnTo>
                  <a:lnTo>
                    <a:pt x="6446520" y="473224"/>
                  </a:lnTo>
                  <a:lnTo>
                    <a:pt x="6491287" y="467064"/>
                  </a:lnTo>
                  <a:lnTo>
                    <a:pt x="6536055" y="460726"/>
                  </a:lnTo>
                  <a:lnTo>
                    <a:pt x="6580823" y="454218"/>
                  </a:lnTo>
                  <a:lnTo>
                    <a:pt x="6625590" y="447549"/>
                  </a:lnTo>
                  <a:lnTo>
                    <a:pt x="6670358" y="440730"/>
                  </a:lnTo>
                  <a:lnTo>
                    <a:pt x="6715125" y="433772"/>
                  </a:lnTo>
                  <a:lnTo>
                    <a:pt x="6759893" y="426690"/>
                  </a:lnTo>
                  <a:lnTo>
                    <a:pt x="6804660" y="419500"/>
                  </a:lnTo>
                  <a:lnTo>
                    <a:pt x="6849427" y="412221"/>
                  </a:lnTo>
                  <a:lnTo>
                    <a:pt x="6894195" y="404873"/>
                  </a:lnTo>
                  <a:lnTo>
                    <a:pt x="6938963" y="397476"/>
                  </a:lnTo>
                  <a:lnTo>
                    <a:pt x="6983730" y="390055"/>
                  </a:lnTo>
                  <a:lnTo>
                    <a:pt x="7028497" y="382633"/>
                  </a:lnTo>
                  <a:lnTo>
                    <a:pt x="7073265" y="375236"/>
                  </a:lnTo>
                  <a:lnTo>
                    <a:pt x="7118033" y="367889"/>
                  </a:lnTo>
                  <a:lnTo>
                    <a:pt x="7162800" y="360619"/>
                  </a:lnTo>
                  <a:lnTo>
                    <a:pt x="7207568" y="353454"/>
                  </a:lnTo>
                  <a:lnTo>
                    <a:pt x="7252335" y="346419"/>
                  </a:lnTo>
                  <a:lnTo>
                    <a:pt x="7297103" y="339542"/>
                  </a:lnTo>
                  <a:lnTo>
                    <a:pt x="7341870" y="332849"/>
                  </a:lnTo>
                  <a:lnTo>
                    <a:pt x="7386638" y="326366"/>
                  </a:lnTo>
                  <a:lnTo>
                    <a:pt x="7431405" y="320119"/>
                  </a:lnTo>
                  <a:lnTo>
                    <a:pt x="7476173" y="314130"/>
                  </a:lnTo>
                  <a:lnTo>
                    <a:pt x="7520940" y="308424"/>
                  </a:lnTo>
                  <a:lnTo>
                    <a:pt x="7565708" y="303020"/>
                  </a:lnTo>
                  <a:lnTo>
                    <a:pt x="7610475" y="297939"/>
                  </a:lnTo>
                  <a:lnTo>
                    <a:pt x="7655242" y="293197"/>
                  </a:lnTo>
                  <a:lnTo>
                    <a:pt x="7700010" y="288809"/>
                  </a:lnTo>
                  <a:lnTo>
                    <a:pt x="7744778" y="284788"/>
                  </a:lnTo>
                  <a:lnTo>
                    <a:pt x="7789545" y="281143"/>
                  </a:lnTo>
                  <a:lnTo>
                    <a:pt x="7834313" y="277883"/>
                  </a:lnTo>
                  <a:lnTo>
                    <a:pt x="7879080" y="275012"/>
                  </a:lnTo>
                  <a:lnTo>
                    <a:pt x="7923848" y="272533"/>
                  </a:lnTo>
                  <a:lnTo>
                    <a:pt x="7968615" y="270446"/>
                  </a:lnTo>
                  <a:lnTo>
                    <a:pt x="8013383" y="268748"/>
                  </a:lnTo>
                  <a:lnTo>
                    <a:pt x="8058150" y="267433"/>
                  </a:lnTo>
                  <a:lnTo>
                    <a:pt x="8102918" y="266495"/>
                  </a:lnTo>
                  <a:lnTo>
                    <a:pt x="8147685" y="265923"/>
                  </a:lnTo>
                  <a:lnTo>
                    <a:pt x="8192453" y="265706"/>
                  </a:lnTo>
                  <a:lnTo>
                    <a:pt x="8237220" y="265831"/>
                  </a:lnTo>
                  <a:lnTo>
                    <a:pt x="8281987" y="266282"/>
                  </a:lnTo>
                  <a:lnTo>
                    <a:pt x="8326755" y="267041"/>
                  </a:lnTo>
                  <a:lnTo>
                    <a:pt x="8371522" y="268091"/>
                  </a:lnTo>
                  <a:lnTo>
                    <a:pt x="8416290" y="269413"/>
                  </a:lnTo>
                  <a:lnTo>
                    <a:pt x="8461058" y="270986"/>
                  </a:lnTo>
                  <a:lnTo>
                    <a:pt x="8505825" y="272790"/>
                  </a:lnTo>
                  <a:lnTo>
                    <a:pt x="8550593" y="274804"/>
                  </a:lnTo>
                  <a:lnTo>
                    <a:pt x="8595360" y="277006"/>
                  </a:lnTo>
                  <a:lnTo>
                    <a:pt x="8640128" y="279377"/>
                  </a:lnTo>
                  <a:lnTo>
                    <a:pt x="8684895" y="281896"/>
                  </a:lnTo>
                  <a:lnTo>
                    <a:pt x="8729663" y="284543"/>
                  </a:lnTo>
                  <a:lnTo>
                    <a:pt x="8774430" y="287298"/>
                  </a:lnTo>
                  <a:lnTo>
                    <a:pt x="8819198" y="290143"/>
                  </a:lnTo>
                  <a:lnTo>
                    <a:pt x="8863965" y="293061"/>
                  </a:lnTo>
                  <a:lnTo>
                    <a:pt x="8908733" y="296035"/>
                  </a:lnTo>
                  <a:lnTo>
                    <a:pt x="8953500" y="299050"/>
                  </a:lnTo>
                  <a:lnTo>
                    <a:pt x="8998268" y="302092"/>
                  </a:lnTo>
                  <a:lnTo>
                    <a:pt x="9043035" y="305149"/>
                  </a:lnTo>
                  <a:lnTo>
                    <a:pt x="9087803" y="308209"/>
                  </a:lnTo>
                  <a:lnTo>
                    <a:pt x="9132570" y="311264"/>
                  </a:lnTo>
                  <a:lnTo>
                    <a:pt x="9177338" y="314304"/>
                  </a:lnTo>
                  <a:lnTo>
                    <a:pt x="9222105" y="317321"/>
                  </a:lnTo>
                  <a:lnTo>
                    <a:pt x="9266873" y="320308"/>
                  </a:lnTo>
                  <a:lnTo>
                    <a:pt x="9311640" y="323262"/>
                  </a:lnTo>
                  <a:lnTo>
                    <a:pt x="9356408" y="326176"/>
                  </a:lnTo>
                  <a:lnTo>
                    <a:pt x="9401175" y="329049"/>
                  </a:lnTo>
                  <a:lnTo>
                    <a:pt x="9445943" y="331876"/>
                  </a:lnTo>
                  <a:lnTo>
                    <a:pt x="9490710" y="334658"/>
                  </a:lnTo>
                  <a:lnTo>
                    <a:pt x="9535478" y="337394"/>
                  </a:lnTo>
                  <a:lnTo>
                    <a:pt x="9580245" y="340083"/>
                  </a:lnTo>
                  <a:lnTo>
                    <a:pt x="9625013" y="342725"/>
                  </a:lnTo>
                  <a:lnTo>
                    <a:pt x="9669780" y="345320"/>
                  </a:lnTo>
                  <a:lnTo>
                    <a:pt x="9714548" y="347869"/>
                  </a:lnTo>
                  <a:lnTo>
                    <a:pt x="9759315" y="350372"/>
                  </a:lnTo>
                  <a:lnTo>
                    <a:pt x="9804083" y="352830"/>
                  </a:lnTo>
                  <a:lnTo>
                    <a:pt x="9848850" y="355242"/>
                  </a:lnTo>
                  <a:lnTo>
                    <a:pt x="9893618" y="357611"/>
                  </a:lnTo>
                  <a:lnTo>
                    <a:pt x="9938385" y="359936"/>
                  </a:lnTo>
                  <a:lnTo>
                    <a:pt x="9983153" y="362215"/>
                  </a:lnTo>
                  <a:lnTo>
                    <a:pt x="10027920" y="364449"/>
                  </a:lnTo>
                  <a:lnTo>
                    <a:pt x="10072688" y="366637"/>
                  </a:lnTo>
                  <a:lnTo>
                    <a:pt x="10117455" y="368780"/>
                  </a:lnTo>
                  <a:lnTo>
                    <a:pt x="10162223" y="370879"/>
                  </a:lnTo>
                  <a:lnTo>
                    <a:pt x="10206990" y="372932"/>
                  </a:lnTo>
                  <a:lnTo>
                    <a:pt x="10251758" y="374939"/>
                  </a:lnTo>
                  <a:lnTo>
                    <a:pt x="10296525" y="376899"/>
                  </a:lnTo>
                  <a:lnTo>
                    <a:pt x="10341293" y="378812"/>
                  </a:lnTo>
                  <a:lnTo>
                    <a:pt x="10386060" y="380675"/>
                  </a:lnTo>
                  <a:lnTo>
                    <a:pt x="10430828" y="382486"/>
                  </a:lnTo>
                  <a:lnTo>
                    <a:pt x="10475595" y="384242"/>
                  </a:lnTo>
                  <a:lnTo>
                    <a:pt x="10520363" y="385944"/>
                  </a:lnTo>
                  <a:lnTo>
                    <a:pt x="10565130" y="387589"/>
                  </a:lnTo>
                  <a:lnTo>
                    <a:pt x="10609898" y="389178"/>
                  </a:lnTo>
                  <a:lnTo>
                    <a:pt x="10654665" y="390709"/>
                  </a:lnTo>
                  <a:lnTo>
                    <a:pt x="10699433" y="392181"/>
                  </a:lnTo>
                  <a:lnTo>
                    <a:pt x="10744200" y="393594"/>
                  </a:lnTo>
                  <a:lnTo>
                    <a:pt x="10744200" y="821919"/>
                  </a:lnTo>
                  <a:lnTo>
                    <a:pt x="10699433" y="825659"/>
                  </a:lnTo>
                  <a:lnTo>
                    <a:pt x="10654665" y="829584"/>
                  </a:lnTo>
                  <a:lnTo>
                    <a:pt x="10609898" y="833696"/>
                  </a:lnTo>
                  <a:lnTo>
                    <a:pt x="10565130" y="837994"/>
                  </a:lnTo>
                  <a:lnTo>
                    <a:pt x="10520363" y="842479"/>
                  </a:lnTo>
                  <a:lnTo>
                    <a:pt x="10475595" y="847149"/>
                  </a:lnTo>
                  <a:lnTo>
                    <a:pt x="10430828" y="852003"/>
                  </a:lnTo>
                  <a:lnTo>
                    <a:pt x="10386060" y="857040"/>
                  </a:lnTo>
                  <a:lnTo>
                    <a:pt x="10341293" y="862257"/>
                  </a:lnTo>
                  <a:lnTo>
                    <a:pt x="10296525" y="867655"/>
                  </a:lnTo>
                  <a:lnTo>
                    <a:pt x="10251758" y="873230"/>
                  </a:lnTo>
                  <a:lnTo>
                    <a:pt x="10206990" y="878981"/>
                  </a:lnTo>
                  <a:lnTo>
                    <a:pt x="10162223" y="884905"/>
                  </a:lnTo>
                  <a:lnTo>
                    <a:pt x="10117455" y="890998"/>
                  </a:lnTo>
                  <a:lnTo>
                    <a:pt x="10072688" y="897257"/>
                  </a:lnTo>
                  <a:lnTo>
                    <a:pt x="10027920" y="903680"/>
                  </a:lnTo>
                  <a:lnTo>
                    <a:pt x="9983153" y="910262"/>
                  </a:lnTo>
                  <a:lnTo>
                    <a:pt x="9938385" y="917001"/>
                  </a:lnTo>
                  <a:lnTo>
                    <a:pt x="9893618" y="923893"/>
                  </a:lnTo>
                  <a:lnTo>
                    <a:pt x="9848850" y="930937"/>
                  </a:lnTo>
                  <a:lnTo>
                    <a:pt x="9804083" y="938131"/>
                  </a:lnTo>
                  <a:lnTo>
                    <a:pt x="9759315" y="945471"/>
                  </a:lnTo>
                  <a:lnTo>
                    <a:pt x="9714548" y="952954"/>
                  </a:lnTo>
                  <a:lnTo>
                    <a:pt x="9669780" y="960578"/>
                  </a:lnTo>
                  <a:lnTo>
                    <a:pt x="9625013" y="968341"/>
                  </a:lnTo>
                  <a:lnTo>
                    <a:pt x="9580245" y="976239"/>
                  </a:lnTo>
                  <a:lnTo>
                    <a:pt x="9535478" y="984270"/>
                  </a:lnTo>
                  <a:lnTo>
                    <a:pt x="9490710" y="992433"/>
                  </a:lnTo>
                  <a:lnTo>
                    <a:pt x="9445943" y="1000725"/>
                  </a:lnTo>
                  <a:lnTo>
                    <a:pt x="9401175" y="1009145"/>
                  </a:lnTo>
                  <a:lnTo>
                    <a:pt x="9356408" y="1017693"/>
                  </a:lnTo>
                  <a:lnTo>
                    <a:pt x="9311640" y="1026368"/>
                  </a:lnTo>
                  <a:lnTo>
                    <a:pt x="9266873" y="1035168"/>
                  </a:lnTo>
                  <a:lnTo>
                    <a:pt x="9222105" y="1044095"/>
                  </a:lnTo>
                  <a:lnTo>
                    <a:pt x="9177338" y="1053147"/>
                  </a:lnTo>
                  <a:lnTo>
                    <a:pt x="9132570" y="1062326"/>
                  </a:lnTo>
                  <a:lnTo>
                    <a:pt x="9087803" y="1071634"/>
                  </a:lnTo>
                  <a:lnTo>
                    <a:pt x="9043035" y="1081071"/>
                  </a:lnTo>
                  <a:lnTo>
                    <a:pt x="8998268" y="1090642"/>
                  </a:lnTo>
                  <a:lnTo>
                    <a:pt x="8953500" y="1100349"/>
                  </a:lnTo>
                  <a:lnTo>
                    <a:pt x="8908733" y="1110195"/>
                  </a:lnTo>
                  <a:lnTo>
                    <a:pt x="8863965" y="1120187"/>
                  </a:lnTo>
                  <a:lnTo>
                    <a:pt x="8819198" y="1130330"/>
                  </a:lnTo>
                  <a:lnTo>
                    <a:pt x="8774430" y="1140630"/>
                  </a:lnTo>
                  <a:lnTo>
                    <a:pt x="8729663" y="1151095"/>
                  </a:lnTo>
                  <a:lnTo>
                    <a:pt x="8684895" y="1161734"/>
                  </a:lnTo>
                  <a:lnTo>
                    <a:pt x="8640128" y="1172557"/>
                  </a:lnTo>
                  <a:lnTo>
                    <a:pt x="8595360" y="1183572"/>
                  </a:lnTo>
                  <a:lnTo>
                    <a:pt x="8550593" y="1194793"/>
                  </a:lnTo>
                  <a:lnTo>
                    <a:pt x="8505825" y="1206229"/>
                  </a:lnTo>
                  <a:lnTo>
                    <a:pt x="8461058" y="1217892"/>
                  </a:lnTo>
                  <a:lnTo>
                    <a:pt x="8416290" y="1229797"/>
                  </a:lnTo>
                  <a:lnTo>
                    <a:pt x="8371522" y="1241956"/>
                  </a:lnTo>
                  <a:lnTo>
                    <a:pt x="8326755" y="1254382"/>
                  </a:lnTo>
                  <a:lnTo>
                    <a:pt x="8281987" y="1267092"/>
                  </a:lnTo>
                  <a:lnTo>
                    <a:pt x="8237220" y="1280100"/>
                  </a:lnTo>
                  <a:lnTo>
                    <a:pt x="8192453" y="1293421"/>
                  </a:lnTo>
                  <a:lnTo>
                    <a:pt x="8147685" y="1307070"/>
                  </a:lnTo>
                  <a:lnTo>
                    <a:pt x="8102918" y="1321061"/>
                  </a:lnTo>
                  <a:lnTo>
                    <a:pt x="8058150" y="1335406"/>
                  </a:lnTo>
                  <a:lnTo>
                    <a:pt x="8013383" y="1350118"/>
                  </a:lnTo>
                  <a:lnTo>
                    <a:pt x="7968615" y="1365209"/>
                  </a:lnTo>
                  <a:lnTo>
                    <a:pt x="7923848" y="1380688"/>
                  </a:lnTo>
                  <a:lnTo>
                    <a:pt x="7879080" y="1396567"/>
                  </a:lnTo>
                  <a:lnTo>
                    <a:pt x="7834313" y="1412853"/>
                  </a:lnTo>
                  <a:lnTo>
                    <a:pt x="7789545" y="1429554"/>
                  </a:lnTo>
                  <a:lnTo>
                    <a:pt x="7744778" y="1446674"/>
                  </a:lnTo>
                  <a:lnTo>
                    <a:pt x="7700010" y="1464218"/>
                  </a:lnTo>
                  <a:lnTo>
                    <a:pt x="7655242" y="1482186"/>
                  </a:lnTo>
                  <a:lnTo>
                    <a:pt x="7610475" y="1500575"/>
                  </a:lnTo>
                  <a:lnTo>
                    <a:pt x="7565708" y="1519384"/>
                  </a:lnTo>
                  <a:lnTo>
                    <a:pt x="7520940" y="1538605"/>
                  </a:lnTo>
                  <a:lnTo>
                    <a:pt x="7476173" y="1558234"/>
                  </a:lnTo>
                  <a:lnTo>
                    <a:pt x="7431405" y="1578258"/>
                  </a:lnTo>
                  <a:lnTo>
                    <a:pt x="7386638" y="1598666"/>
                  </a:lnTo>
                  <a:lnTo>
                    <a:pt x="7341870" y="1619442"/>
                  </a:lnTo>
                  <a:lnTo>
                    <a:pt x="7297103" y="1640569"/>
                  </a:lnTo>
                  <a:lnTo>
                    <a:pt x="7252335" y="1662028"/>
                  </a:lnTo>
                  <a:lnTo>
                    <a:pt x="7207568" y="1683796"/>
                  </a:lnTo>
                  <a:lnTo>
                    <a:pt x="7162800" y="1705850"/>
                  </a:lnTo>
                  <a:lnTo>
                    <a:pt x="7118033" y="1728164"/>
                  </a:lnTo>
                  <a:lnTo>
                    <a:pt x="7073265" y="1750711"/>
                  </a:lnTo>
                  <a:lnTo>
                    <a:pt x="7028497" y="1773460"/>
                  </a:lnTo>
                  <a:lnTo>
                    <a:pt x="6983730" y="1796380"/>
                  </a:lnTo>
                  <a:lnTo>
                    <a:pt x="6938963" y="1819438"/>
                  </a:lnTo>
                  <a:lnTo>
                    <a:pt x="6894195" y="1842603"/>
                  </a:lnTo>
                  <a:lnTo>
                    <a:pt x="6849427" y="1865838"/>
                  </a:lnTo>
                  <a:lnTo>
                    <a:pt x="6804660" y="1889110"/>
                  </a:lnTo>
                  <a:lnTo>
                    <a:pt x="6759893" y="1912382"/>
                  </a:lnTo>
                  <a:lnTo>
                    <a:pt x="6715125" y="1935619"/>
                  </a:lnTo>
                  <a:lnTo>
                    <a:pt x="6670358" y="1958783"/>
                  </a:lnTo>
                  <a:lnTo>
                    <a:pt x="6625590" y="1981838"/>
                  </a:lnTo>
                  <a:lnTo>
                    <a:pt x="6580823" y="2004749"/>
                  </a:lnTo>
                  <a:lnTo>
                    <a:pt x="6536055" y="2027480"/>
                  </a:lnTo>
                  <a:lnTo>
                    <a:pt x="6491287" y="2049995"/>
                  </a:lnTo>
                  <a:lnTo>
                    <a:pt x="6446520" y="2072261"/>
                  </a:lnTo>
                  <a:lnTo>
                    <a:pt x="6401753" y="2094244"/>
                  </a:lnTo>
                  <a:lnTo>
                    <a:pt x="6356985" y="2115913"/>
                  </a:lnTo>
                  <a:lnTo>
                    <a:pt x="6312218" y="2137238"/>
                  </a:lnTo>
                  <a:lnTo>
                    <a:pt x="6267450" y="2158190"/>
                  </a:lnTo>
                  <a:lnTo>
                    <a:pt x="6222683" y="2178741"/>
                  </a:lnTo>
                  <a:lnTo>
                    <a:pt x="6177915" y="2198867"/>
                  </a:lnTo>
                  <a:lnTo>
                    <a:pt x="6133148" y="2218547"/>
                  </a:lnTo>
                  <a:lnTo>
                    <a:pt x="6088380" y="2237759"/>
                  </a:lnTo>
                  <a:lnTo>
                    <a:pt x="6043613" y="2256484"/>
                  </a:lnTo>
                  <a:lnTo>
                    <a:pt x="5998845" y="2274706"/>
                  </a:lnTo>
                  <a:lnTo>
                    <a:pt x="5954078" y="2292411"/>
                  </a:lnTo>
                  <a:lnTo>
                    <a:pt x="5909310" y="2309587"/>
                  </a:lnTo>
                  <a:lnTo>
                    <a:pt x="5864543" y="2326225"/>
                  </a:lnTo>
                  <a:lnTo>
                    <a:pt x="5819775" y="2342317"/>
                  </a:lnTo>
                  <a:lnTo>
                    <a:pt x="5775008" y="2357860"/>
                  </a:lnTo>
                  <a:lnTo>
                    <a:pt x="5730240" y="2372850"/>
                  </a:lnTo>
                  <a:lnTo>
                    <a:pt x="5685473" y="2387286"/>
                  </a:lnTo>
                  <a:lnTo>
                    <a:pt x="5640705" y="2401171"/>
                  </a:lnTo>
                  <a:lnTo>
                    <a:pt x="5595938" y="2414511"/>
                  </a:lnTo>
                  <a:lnTo>
                    <a:pt x="5551170" y="2427310"/>
                  </a:lnTo>
                  <a:lnTo>
                    <a:pt x="5506403" y="2439580"/>
                  </a:lnTo>
                  <a:lnTo>
                    <a:pt x="5461635" y="2451328"/>
                  </a:lnTo>
                  <a:lnTo>
                    <a:pt x="5416868" y="2462569"/>
                  </a:lnTo>
                  <a:lnTo>
                    <a:pt x="5372100" y="2473315"/>
                  </a:lnTo>
                  <a:lnTo>
                    <a:pt x="5327333" y="2483581"/>
                  </a:lnTo>
                  <a:lnTo>
                    <a:pt x="5282565" y="2493384"/>
                  </a:lnTo>
                  <a:lnTo>
                    <a:pt x="5237798" y="2502738"/>
                  </a:lnTo>
                  <a:lnTo>
                    <a:pt x="5193030" y="2511660"/>
                  </a:lnTo>
                  <a:lnTo>
                    <a:pt x="5148263" y="2520170"/>
                  </a:lnTo>
                  <a:lnTo>
                    <a:pt x="5103495" y="2528287"/>
                  </a:lnTo>
                  <a:lnTo>
                    <a:pt x="5058728" y="2536031"/>
                  </a:lnTo>
                  <a:lnTo>
                    <a:pt x="5013960" y="2543420"/>
                  </a:lnTo>
                  <a:lnTo>
                    <a:pt x="4969193" y="2550474"/>
                  </a:lnTo>
                  <a:lnTo>
                    <a:pt x="4924425" y="2557213"/>
                  </a:lnTo>
                  <a:lnTo>
                    <a:pt x="4879658" y="2563656"/>
                  </a:lnTo>
                  <a:lnTo>
                    <a:pt x="4834890" y="2569822"/>
                  </a:lnTo>
                  <a:lnTo>
                    <a:pt x="4790123" y="2575727"/>
                  </a:lnTo>
                  <a:lnTo>
                    <a:pt x="4745355" y="2581391"/>
                  </a:lnTo>
                  <a:lnTo>
                    <a:pt x="4700588" y="2586828"/>
                  </a:lnTo>
                  <a:lnTo>
                    <a:pt x="4655820" y="2592057"/>
                  </a:lnTo>
                  <a:lnTo>
                    <a:pt x="4611053" y="2597092"/>
                  </a:lnTo>
                  <a:lnTo>
                    <a:pt x="4566285" y="2601948"/>
                  </a:lnTo>
                  <a:lnTo>
                    <a:pt x="4521518" y="2606639"/>
                  </a:lnTo>
                  <a:lnTo>
                    <a:pt x="4476750" y="2611178"/>
                  </a:lnTo>
                  <a:lnTo>
                    <a:pt x="4431983" y="2615577"/>
                  </a:lnTo>
                  <a:lnTo>
                    <a:pt x="4387215" y="2619848"/>
                  </a:lnTo>
                  <a:lnTo>
                    <a:pt x="4342448" y="2624001"/>
                  </a:lnTo>
                  <a:lnTo>
                    <a:pt x="4297680" y="2628047"/>
                  </a:lnTo>
                  <a:lnTo>
                    <a:pt x="4252913" y="2631994"/>
                  </a:lnTo>
                  <a:lnTo>
                    <a:pt x="4208145" y="2635850"/>
                  </a:lnTo>
                  <a:lnTo>
                    <a:pt x="4163377" y="2639624"/>
                  </a:lnTo>
                  <a:lnTo>
                    <a:pt x="4118610" y="2643323"/>
                  </a:lnTo>
                  <a:lnTo>
                    <a:pt x="4073843" y="2646953"/>
                  </a:lnTo>
                  <a:lnTo>
                    <a:pt x="4029075" y="2650521"/>
                  </a:lnTo>
                  <a:lnTo>
                    <a:pt x="3984308" y="2654034"/>
                  </a:lnTo>
                  <a:lnTo>
                    <a:pt x="3939540" y="2657496"/>
                  </a:lnTo>
                  <a:lnTo>
                    <a:pt x="3894773" y="2660915"/>
                  </a:lnTo>
                  <a:lnTo>
                    <a:pt x="3850005" y="2664297"/>
                  </a:lnTo>
                  <a:lnTo>
                    <a:pt x="3805237" y="2667645"/>
                  </a:lnTo>
                  <a:lnTo>
                    <a:pt x="3760470" y="2670967"/>
                  </a:lnTo>
                  <a:lnTo>
                    <a:pt x="3715703" y="2674265"/>
                  </a:lnTo>
                  <a:lnTo>
                    <a:pt x="3670935" y="2677547"/>
                  </a:lnTo>
                  <a:lnTo>
                    <a:pt x="3626168" y="2680816"/>
                  </a:lnTo>
                  <a:lnTo>
                    <a:pt x="3581400" y="2684079"/>
                  </a:lnTo>
                  <a:lnTo>
                    <a:pt x="3536633" y="2687340"/>
                  </a:lnTo>
                  <a:lnTo>
                    <a:pt x="3491865" y="2690606"/>
                  </a:lnTo>
                  <a:lnTo>
                    <a:pt x="3447098" y="2693885"/>
                  </a:lnTo>
                  <a:lnTo>
                    <a:pt x="3402330" y="2697181"/>
                  </a:lnTo>
                  <a:lnTo>
                    <a:pt x="3357563" y="2700502"/>
                  </a:lnTo>
                  <a:lnTo>
                    <a:pt x="3312795" y="2703851"/>
                  </a:lnTo>
                  <a:lnTo>
                    <a:pt x="3268028" y="2707235"/>
                  </a:lnTo>
                  <a:lnTo>
                    <a:pt x="3223260" y="2710660"/>
                  </a:lnTo>
                  <a:lnTo>
                    <a:pt x="3178493" y="2714131"/>
                  </a:lnTo>
                  <a:lnTo>
                    <a:pt x="3133725" y="2717654"/>
                  </a:lnTo>
                  <a:lnTo>
                    <a:pt x="3088958" y="2721234"/>
                  </a:lnTo>
                  <a:lnTo>
                    <a:pt x="3044190" y="2724877"/>
                  </a:lnTo>
                  <a:lnTo>
                    <a:pt x="2999423" y="2728589"/>
                  </a:lnTo>
                  <a:lnTo>
                    <a:pt x="2954655" y="2732376"/>
                  </a:lnTo>
                  <a:lnTo>
                    <a:pt x="2909887" y="2736241"/>
                  </a:lnTo>
                  <a:lnTo>
                    <a:pt x="2865120" y="2740189"/>
                  </a:lnTo>
                  <a:lnTo>
                    <a:pt x="2820353" y="2744224"/>
                  </a:lnTo>
                  <a:lnTo>
                    <a:pt x="2775585" y="2748350"/>
                  </a:lnTo>
                  <a:lnTo>
                    <a:pt x="2730818" y="2752569"/>
                  </a:lnTo>
                  <a:lnTo>
                    <a:pt x="2686050" y="2756884"/>
                  </a:lnTo>
                  <a:lnTo>
                    <a:pt x="2641283" y="2761297"/>
                  </a:lnTo>
                  <a:lnTo>
                    <a:pt x="2596515" y="2765810"/>
                  </a:lnTo>
                  <a:lnTo>
                    <a:pt x="2551748" y="2770422"/>
                  </a:lnTo>
                  <a:lnTo>
                    <a:pt x="2506980" y="2775135"/>
                  </a:lnTo>
                  <a:lnTo>
                    <a:pt x="2462213" y="2779948"/>
                  </a:lnTo>
                  <a:lnTo>
                    <a:pt x="2417445" y="2784862"/>
                  </a:lnTo>
                  <a:lnTo>
                    <a:pt x="2372678" y="2789874"/>
                  </a:lnTo>
                  <a:lnTo>
                    <a:pt x="2327910" y="2794982"/>
                  </a:lnTo>
                  <a:lnTo>
                    <a:pt x="2283143" y="2800185"/>
                  </a:lnTo>
                  <a:lnTo>
                    <a:pt x="2238375" y="2805479"/>
                  </a:lnTo>
                  <a:lnTo>
                    <a:pt x="2193608" y="2810861"/>
                  </a:lnTo>
                  <a:lnTo>
                    <a:pt x="2148840" y="2816325"/>
                  </a:lnTo>
                  <a:lnTo>
                    <a:pt x="2104073" y="2821868"/>
                  </a:lnTo>
                  <a:lnTo>
                    <a:pt x="2059305" y="2827484"/>
                  </a:lnTo>
                  <a:lnTo>
                    <a:pt x="2014538" y="2833168"/>
                  </a:lnTo>
                  <a:lnTo>
                    <a:pt x="1969770" y="2838914"/>
                  </a:lnTo>
                  <a:lnTo>
                    <a:pt x="1925002" y="2844714"/>
                  </a:lnTo>
                  <a:lnTo>
                    <a:pt x="1880235" y="2850563"/>
                  </a:lnTo>
                  <a:lnTo>
                    <a:pt x="1835468" y="2856453"/>
                  </a:lnTo>
                  <a:lnTo>
                    <a:pt x="1790700" y="2862376"/>
                  </a:lnTo>
                  <a:lnTo>
                    <a:pt x="1745932" y="2868325"/>
                  </a:lnTo>
                  <a:lnTo>
                    <a:pt x="1701165" y="2874292"/>
                  </a:lnTo>
                  <a:lnTo>
                    <a:pt x="1656398" y="2880269"/>
                  </a:lnTo>
                  <a:lnTo>
                    <a:pt x="1611630" y="2886247"/>
                  </a:lnTo>
                  <a:lnTo>
                    <a:pt x="1566863" y="2892219"/>
                  </a:lnTo>
                  <a:lnTo>
                    <a:pt x="1522095" y="2898175"/>
                  </a:lnTo>
                  <a:lnTo>
                    <a:pt x="1477328" y="2904108"/>
                  </a:lnTo>
                  <a:lnTo>
                    <a:pt x="1432560" y="2910008"/>
                  </a:lnTo>
                  <a:lnTo>
                    <a:pt x="1387793" y="2915868"/>
                  </a:lnTo>
                  <a:lnTo>
                    <a:pt x="1343025" y="2921679"/>
                  </a:lnTo>
                  <a:lnTo>
                    <a:pt x="1298258" y="2927433"/>
                  </a:lnTo>
                  <a:lnTo>
                    <a:pt x="1253490" y="2933121"/>
                  </a:lnTo>
                  <a:lnTo>
                    <a:pt x="1208723" y="2938738"/>
                  </a:lnTo>
                  <a:lnTo>
                    <a:pt x="1163955" y="2944274"/>
                  </a:lnTo>
                  <a:lnTo>
                    <a:pt x="1119188" y="2949722"/>
                  </a:lnTo>
                  <a:lnTo>
                    <a:pt x="1074420" y="2955077"/>
                  </a:lnTo>
                  <a:lnTo>
                    <a:pt x="1029653" y="2960330"/>
                  </a:lnTo>
                  <a:lnTo>
                    <a:pt x="984885" y="2965475"/>
                  </a:lnTo>
                  <a:lnTo>
                    <a:pt x="940118" y="2970507"/>
                  </a:lnTo>
                  <a:lnTo>
                    <a:pt x="895350" y="2975419"/>
                  </a:lnTo>
                  <a:lnTo>
                    <a:pt x="850583" y="2980207"/>
                  </a:lnTo>
                  <a:lnTo>
                    <a:pt x="805815" y="2984866"/>
                  </a:lnTo>
                  <a:lnTo>
                    <a:pt x="761048" y="2989392"/>
                  </a:lnTo>
                  <a:lnTo>
                    <a:pt x="716280" y="2993780"/>
                  </a:lnTo>
                  <a:lnTo>
                    <a:pt x="671513" y="2998027"/>
                  </a:lnTo>
                  <a:lnTo>
                    <a:pt x="626745" y="3002131"/>
                  </a:lnTo>
                  <a:lnTo>
                    <a:pt x="581978" y="3006090"/>
                  </a:lnTo>
                  <a:lnTo>
                    <a:pt x="537210" y="3009901"/>
                  </a:lnTo>
                  <a:lnTo>
                    <a:pt x="492443" y="3013563"/>
                  </a:lnTo>
                  <a:lnTo>
                    <a:pt x="447675" y="3017076"/>
                  </a:lnTo>
                  <a:lnTo>
                    <a:pt x="402908" y="3020439"/>
                  </a:lnTo>
                  <a:lnTo>
                    <a:pt x="358140" y="3023652"/>
                  </a:lnTo>
                  <a:lnTo>
                    <a:pt x="313373" y="3026716"/>
                  </a:lnTo>
                  <a:lnTo>
                    <a:pt x="268605" y="3029632"/>
                  </a:lnTo>
                  <a:lnTo>
                    <a:pt x="223838" y="3032402"/>
                  </a:lnTo>
                  <a:lnTo>
                    <a:pt x="179070" y="3035027"/>
                  </a:lnTo>
                  <a:lnTo>
                    <a:pt x="134303" y="3037510"/>
                  </a:lnTo>
                  <a:lnTo>
                    <a:pt x="89535" y="3039853"/>
                  </a:lnTo>
                  <a:lnTo>
                    <a:pt x="44768" y="3042061"/>
                  </a:lnTo>
                  <a:lnTo>
                    <a:pt x="0" y="3044136"/>
                  </a:lnTo>
                  <a:close/>
                </a:path>
              </a:pathLst>
            </a:custGeom>
            <a:solidFill>
              <a:srgbClr val="070154"/>
            </a:solidFill>
            <a:ln>
              <a:noFill/>
            </a:ln>
          </p:spPr>
        </p:sp>
        <p:sp>
          <p:nvSpPr>
            <p:cNvPr id="9" name="node01.phases.source-001.label"/>
            <p:cNvSpPr/>
            <p:nvPr/>
          </p:nvSpPr>
          <p:spPr>
            <a:xfrm>
              <a:off x="838200" y="5143500"/>
              <a:ext cx="3352800" cy="8001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FORMING</a:t>
              </a:r>
              <a:endParaRPr lang="en-US" sz="1000" spc="80" kern="0" b="0" i="0" dirty="0">
                <a:solidFill>
                  <a:srgbClr val="0047FF"/>
                </a:solidFill>
                <a:latin typeface="IBM Plex Mono SemiBold"/>
                <a:ea typeface="IBM Plex Mono SemiBold"/>
                <a:cs typeface="IBM Plex Mono SemiBold"/>
              </a:endParaRPr>
            </a:p>
          </p:txBody>
        </p:sp>
        <p:sp>
          <p:nvSpPr>
            <p:cNvPr id="10" name="node01.phases.source-001.sub"/>
            <p:cNvSpPr/>
            <p:nvPr/>
          </p:nvSpPr>
          <p:spPr>
            <a:xfrm>
              <a:off x="838200" y="5321300"/>
              <a:ext cx="3352800" cy="6223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Diagnose the estate and benchmark the baseline.</a:t>
              </a:r>
              <a:endParaRPr lang="en-US" sz="1200" spc="0" kern="0" b="0" i="0" dirty="0">
                <a:solidFill>
                  <a:srgbClr val="50658E"/>
                </a:solidFill>
                <a:latin typeface="IBM Plex Sans"/>
                <a:ea typeface="IBM Plex Sans"/>
                <a:cs typeface="IBM Plex Sans"/>
              </a:endParaRPr>
            </a:p>
          </p:txBody>
        </p:sp>
        <p:sp>
          <p:nvSpPr>
            <p:cNvPr id="11" name="node01.phases.source-002.rule"/>
            <p:cNvSpPr/>
            <p:nvPr/>
          </p:nvSpPr>
          <p:spPr>
            <a:xfrm>
              <a:off x="4305300" y="1600200"/>
              <a:ext cx="0" cy="4343400"/>
            </a:xfrm>
            <a:prstGeom prst="line">
              <a:avLst/>
            </a:prstGeom>
            <a:noFill/>
            <a:ln w="9525">
              <a:solidFill>
                <a:srgbClr val="97A4BA"/>
              </a:solidFill>
              <a:prstDash val="solid"/>
            </a:ln>
          </p:spPr>
        </p:sp>
        <p:sp>
          <p:nvSpPr>
            <p:cNvPr id="12" name="node01.phases.source-002.label"/>
            <p:cNvSpPr/>
            <p:nvPr/>
          </p:nvSpPr>
          <p:spPr>
            <a:xfrm>
              <a:off x="4419600" y="5143500"/>
              <a:ext cx="3352800" cy="8001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NORMING AND PERFORMING</a:t>
              </a:r>
              <a:endParaRPr lang="en-US" sz="1000" spc="80" kern="0" b="0" i="0" dirty="0">
                <a:solidFill>
                  <a:srgbClr val="0047FF"/>
                </a:solidFill>
                <a:latin typeface="IBM Plex Mono SemiBold"/>
                <a:ea typeface="IBM Plex Mono SemiBold"/>
                <a:cs typeface="IBM Plex Mono SemiBold"/>
              </a:endParaRPr>
            </a:p>
          </p:txBody>
        </p:sp>
        <p:sp>
          <p:nvSpPr>
            <p:cNvPr id="13" name="node01.phases.source-002.sub"/>
            <p:cNvSpPr/>
            <p:nvPr/>
          </p:nvSpPr>
          <p:spPr>
            <a:xfrm>
              <a:off x="4419600" y="5321300"/>
              <a:ext cx="3352800" cy="6223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Establish the standard we all build to.</a:t>
              </a:r>
              <a:endParaRPr lang="en-US" sz="1200" spc="0" kern="0" b="0" i="0" dirty="0">
                <a:solidFill>
                  <a:srgbClr val="50658E"/>
                </a:solidFill>
                <a:latin typeface="IBM Plex Sans"/>
                <a:ea typeface="IBM Plex Sans"/>
                <a:cs typeface="IBM Plex Sans"/>
              </a:endParaRPr>
            </a:p>
          </p:txBody>
        </p:sp>
        <p:sp>
          <p:nvSpPr>
            <p:cNvPr id="14" name="node01.phases.source-003.rule"/>
            <p:cNvSpPr/>
            <p:nvPr/>
          </p:nvSpPr>
          <p:spPr>
            <a:xfrm>
              <a:off x="7886700" y="1600200"/>
              <a:ext cx="0" cy="4343400"/>
            </a:xfrm>
            <a:prstGeom prst="line">
              <a:avLst/>
            </a:prstGeom>
            <a:noFill/>
            <a:ln w="9525">
              <a:solidFill>
                <a:srgbClr val="97A4BA"/>
              </a:solidFill>
              <a:prstDash val="solid"/>
            </a:ln>
          </p:spPr>
        </p:sp>
        <p:sp>
          <p:nvSpPr>
            <p:cNvPr id="15" name="node01.phases.source-003.label"/>
            <p:cNvSpPr/>
            <p:nvPr/>
          </p:nvSpPr>
          <p:spPr>
            <a:xfrm>
              <a:off x="8001000" y="5143500"/>
              <a:ext cx="3352800" cy="8001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OPTIMIZING AND SUSTAINING</a:t>
              </a:r>
              <a:endParaRPr lang="en-US" sz="1000" spc="80" kern="0" b="0" i="0" dirty="0">
                <a:solidFill>
                  <a:srgbClr val="0047FF"/>
                </a:solidFill>
                <a:latin typeface="IBM Plex Mono SemiBold"/>
                <a:ea typeface="IBM Plex Mono SemiBold"/>
                <a:cs typeface="IBM Plex Mono SemiBold"/>
              </a:endParaRPr>
            </a:p>
          </p:txBody>
        </p:sp>
        <p:sp>
          <p:nvSpPr>
            <p:cNvPr id="16" name="node01.phases.source-003.sub"/>
            <p:cNvSpPr/>
            <p:nvPr/>
          </p:nvSpPr>
          <p:spPr>
            <a:xfrm>
              <a:off x="8001000" y="5321300"/>
              <a:ext cx="3352800" cy="6223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Scale the model and hand over the run.</a:t>
              </a:r>
              <a:endParaRPr lang="en-US" sz="1200" spc="0" kern="0" b="0" i="0" dirty="0">
                <a:solidFill>
                  <a:srgbClr val="50658E"/>
                </a:solidFill>
                <a:latin typeface="IBM Plex Sans"/>
                <a:ea typeface="IBM Plex Sans"/>
                <a:cs typeface="IBM Plex Sans"/>
              </a:endParaRPr>
            </a:p>
          </p:txBody>
        </p:sp>
        <p:sp>
          <p:nvSpPr>
            <p:cNvPr id="17" name="node01.series.source-001.label"/>
            <p:cNvSpPr/>
            <p:nvPr/>
          </p:nvSpPr>
          <p:spPr>
            <a:xfrm>
              <a:off x="1752600" y="4644288"/>
              <a:ext cx="2286000" cy="17145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SemiBold"/>
                  <a:ea typeface="IBM Plex Mono SemiBold"/>
                  <a:cs typeface="IBM Plex Mono SemiBold"/>
                </a:rPr>
                <a:t>NORTHFIELD TEAM</a:t>
              </a:r>
              <a:endParaRPr lang="en-US" sz="900" spc="54" kern="0" b="0" i="0" dirty="0">
                <a:solidFill>
                  <a:srgbClr val="070154"/>
                </a:solidFill>
                <a:latin typeface="IBM Plex Mono SemiBold"/>
                <a:ea typeface="IBM Plex Mono SemiBold"/>
                <a:cs typeface="IBM Plex Mono SemiBold"/>
              </a:endParaRPr>
            </a:p>
          </p:txBody>
        </p:sp>
      </p:grpSp>
      <p:grpSp>
        <p:nvGrpSpPr>
          <p:cNvPr id="28" name="node02"/>
          <p:cNvGrpSpPr/>
          <p:nvPr/>
        </p:nvGrpSpPr>
        <p:grpSpPr>
          <a:xfrm>
            <a:off x="723900" y="1600200"/>
            <a:ext cx="3200400" cy="1066800"/>
            <a:chOff x="723900" y="1600200"/>
            <a:chExt cx="3200400" cy="1066800"/>
          </a:xfrm>
        </p:grpSpPr>
        <p:sp>
          <p:nvSpPr>
            <p:cNvPr id="18" name="node02.text"/>
            <p:cNvSpPr/>
            <p:nvPr/>
          </p:nvSpPr>
          <p:spPr>
            <a:xfrm>
              <a:off x="723900" y="1600200"/>
              <a:ext cx="3200400" cy="10668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We lead the first sprints with a lean team. We stand up the architecture and delivery practices. Northfield colleagues join us from day one.</a:t>
              </a:r>
              <a:endParaRPr lang="en-US" sz="1400" spc="0" kern="0" b="0" i="0" dirty="0">
                <a:solidFill>
                  <a:srgbClr val="070154"/>
                </a:solidFill>
                <a:latin typeface="IBM Plex Sans"/>
                <a:ea typeface="IBM Plex Sans"/>
                <a:cs typeface="IBM Plex Sans"/>
              </a:endParaRPr>
            </a:p>
          </p:txBody>
        </p:sp>
      </p:grpSp>
      <p:grpSp>
        <p:nvGrpSpPr>
          <p:cNvPr id="29" name="node03"/>
          <p:cNvGrpSpPr/>
          <p:nvPr/>
        </p:nvGrpSpPr>
        <p:grpSpPr>
          <a:xfrm>
            <a:off x="4457700" y="2667000"/>
            <a:ext cx="3200400" cy="152400"/>
            <a:chOff x="4457700" y="2667000"/>
            <a:chExt cx="3200400" cy="152400"/>
          </a:xfrm>
        </p:grpSpPr>
        <p:sp>
          <p:nvSpPr>
            <p:cNvPr id="19" name="node03.text"/>
            <p:cNvSpPr/>
            <p:nvPr/>
          </p:nvSpPr>
          <p:spPr>
            <a:xfrm>
              <a:off x="4457700" y="2667000"/>
              <a:ext cx="32004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FFFFF"/>
                  </a:solidFill>
                  <a:latin typeface="IBM Plex Mono Medium"/>
                  <a:ea typeface="IBM Plex Mono Medium"/>
                  <a:cs typeface="IBM Plex Mono Medium"/>
                </a:rPr>
                <a:t>WEST MONROE</a:t>
              </a:r>
              <a:endParaRPr lang="en-US" sz="900" spc="54" kern="0" b="0" i="0" dirty="0">
                <a:solidFill>
                  <a:srgbClr val="FFFFFF"/>
                </a:solidFill>
                <a:latin typeface="IBM Plex Mono Medium"/>
                <a:ea typeface="IBM Plex Mono Medium"/>
                <a:cs typeface="IBM Plex Mono Medium"/>
              </a:endParaRPr>
            </a:p>
          </p:txBody>
        </p:sp>
      </p:grpSp>
      <p:grpSp>
        <p:nvGrpSpPr>
          <p:cNvPr id="30" name="node04"/>
          <p:cNvGrpSpPr/>
          <p:nvPr/>
        </p:nvGrpSpPr>
        <p:grpSpPr>
          <a:xfrm>
            <a:off x="4457700" y="2895600"/>
            <a:ext cx="2743200" cy="990600"/>
            <a:chOff x="4457700" y="2895600"/>
            <a:chExt cx="2743200" cy="990600"/>
          </a:xfrm>
        </p:grpSpPr>
        <p:sp>
          <p:nvSpPr>
            <p:cNvPr id="20" name="node04.source-001.bullet"/>
            <p:cNvSpPr/>
            <p:nvPr/>
          </p:nvSpPr>
          <p:spPr>
            <a:xfrm>
              <a:off x="4457700" y="2984500"/>
              <a:ext cx="38100" cy="38100"/>
            </a:xfrm>
            <a:prstGeom prst="rect">
              <a:avLst/>
            </a:prstGeom>
            <a:solidFill>
              <a:srgbClr val="FFFFFF"/>
            </a:solidFill>
            <a:ln>
              <a:noFill/>
            </a:ln>
          </p:spPr>
        </p:sp>
        <p:sp>
          <p:nvSpPr>
            <p:cNvPr id="21" name="node04.source-001.text"/>
            <p:cNvSpPr/>
            <p:nvPr/>
          </p:nvSpPr>
          <p:spPr>
            <a:xfrm>
              <a:off x="4610100" y="2895600"/>
              <a:ext cx="2590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We scale up to build faster</a:t>
              </a:r>
              <a:endParaRPr lang="en-US" sz="1200" spc="0" kern="0" b="0" i="0" dirty="0">
                <a:solidFill>
                  <a:srgbClr val="FFFFFF"/>
                </a:solidFill>
                <a:latin typeface="IBM Plex Sans"/>
                <a:ea typeface="IBM Plex Sans"/>
                <a:cs typeface="IBM Plex Sans"/>
              </a:endParaRPr>
            </a:p>
          </p:txBody>
        </p:sp>
        <p:sp>
          <p:nvSpPr>
            <p:cNvPr id="22" name="node04.source-002.bullet"/>
            <p:cNvSpPr/>
            <p:nvPr/>
          </p:nvSpPr>
          <p:spPr>
            <a:xfrm>
              <a:off x="4457700" y="3251200"/>
              <a:ext cx="38100" cy="38100"/>
            </a:xfrm>
            <a:prstGeom prst="rect">
              <a:avLst/>
            </a:prstGeom>
            <a:solidFill>
              <a:srgbClr val="FFFFFF"/>
            </a:solidFill>
            <a:ln>
              <a:noFill/>
            </a:ln>
          </p:spPr>
        </p:sp>
        <p:sp>
          <p:nvSpPr>
            <p:cNvPr id="23" name="node04.source-002.text"/>
            <p:cNvSpPr/>
            <p:nvPr/>
          </p:nvSpPr>
          <p:spPr>
            <a:xfrm>
              <a:off x="4610100" y="3162300"/>
              <a:ext cx="25908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Northfield engineers pair with us on every release</a:t>
              </a:r>
              <a:endParaRPr lang="en-US" sz="1200" spc="0" kern="0" b="0" i="0" dirty="0">
                <a:solidFill>
                  <a:srgbClr val="FFFFFF"/>
                </a:solidFill>
                <a:latin typeface="IBM Plex Sans"/>
                <a:ea typeface="IBM Plex Sans"/>
                <a:cs typeface="IBM Plex Sans"/>
              </a:endParaRPr>
            </a:p>
          </p:txBody>
        </p:sp>
        <p:sp>
          <p:nvSpPr>
            <p:cNvPr id="24" name="node04.source-003.bullet"/>
            <p:cNvSpPr/>
            <p:nvPr/>
          </p:nvSpPr>
          <p:spPr>
            <a:xfrm>
              <a:off x="4457700" y="3746500"/>
              <a:ext cx="38100" cy="38100"/>
            </a:xfrm>
            <a:prstGeom prst="rect">
              <a:avLst/>
            </a:prstGeom>
            <a:solidFill>
              <a:srgbClr val="FFFFFF"/>
            </a:solidFill>
            <a:ln>
              <a:noFill/>
            </a:ln>
          </p:spPr>
        </p:sp>
        <p:sp>
          <p:nvSpPr>
            <p:cNvPr id="25" name="node04.source-003.text"/>
            <p:cNvSpPr/>
            <p:nvPr/>
          </p:nvSpPr>
          <p:spPr>
            <a:xfrm>
              <a:off x="4610100" y="3657600"/>
              <a:ext cx="2590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Coaching is part of each sprint</a:t>
              </a:r>
              <a:endParaRPr lang="en-US" sz="1200" spc="0" kern="0" b="0" i="0" dirty="0">
                <a:solidFill>
                  <a:srgbClr val="FFFFFF"/>
                </a:solidFill>
                <a:latin typeface="IBM Plex Sans"/>
                <a:ea typeface="IBM Plex Sans"/>
                <a:cs typeface="IBM Plex Sans"/>
              </a:endParaRPr>
            </a:p>
          </p:txBody>
        </p:sp>
      </p:grpSp>
      <p:grpSp>
        <p:nvGrpSpPr>
          <p:cNvPr id="31" name="node05"/>
          <p:cNvGrpSpPr/>
          <p:nvPr/>
        </p:nvGrpSpPr>
        <p:grpSpPr>
          <a:xfrm>
            <a:off x="8496300" y="3200400"/>
            <a:ext cx="2743200" cy="1333500"/>
            <a:chOff x="8496300" y="3200400"/>
            <a:chExt cx="2743200" cy="1333500"/>
          </a:xfrm>
        </p:grpSpPr>
        <p:sp>
          <p:nvSpPr>
            <p:cNvPr id="26" name="node05.text"/>
            <p:cNvSpPr/>
            <p:nvPr/>
          </p:nvSpPr>
          <p:spPr>
            <a:xfrm>
              <a:off x="8496300" y="3200400"/>
              <a:ext cx="2743200" cy="13335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Northfield owns the platform and the roadmap. We step back to a small group on call. Handover is complete when you no longer need us.</a:t>
              </a:r>
              <a:endParaRPr lang="en-US" sz="1400" spc="0" kern="0" b="0" i="0" dirty="0">
                <a:solidFill>
                  <a:srgbClr val="070154"/>
                </a:solidFill>
                <a:latin typeface="IBM Plex Sans"/>
                <a:ea typeface="IBM Plex Sans"/>
                <a:cs typeface="IBM Plex Sans"/>
              </a:endParaRPr>
            </a:p>
          </p:txBody>
        </p:sp>
      </p:grpSp>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name="source-538">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TEAM STRUCTURE</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A core team backed by matched specialists</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172</a:t>
            </a:fld>
            <a:endParaRPr lang="en-US" sz="700" spc="0" kern="0" b="0" i="0" dirty="0">
              <a:solidFill>
                <a:srgbClr val="070154"/>
              </a:solidFill>
              <a:latin typeface="IBM Plex Mono SemiBold"/>
              <a:ea typeface="IBM Plex Mono SemiBold"/>
              <a:cs typeface="IBM Plex Mono SemiBold"/>
            </a:endParaRPr>
          </a:p>
        </p:txBody>
      </p:sp>
      <p:grpSp>
        <p:nvGrpSpPr>
          <p:cNvPr id="73" name="node01"/>
          <p:cNvGrpSpPr/>
          <p:nvPr/>
        </p:nvGrpSpPr>
        <p:grpSpPr>
          <a:xfrm>
            <a:off x="723900" y="1600200"/>
            <a:ext cx="10744200" cy="457200"/>
            <a:chOff x="723900" y="1600200"/>
            <a:chExt cx="10744200" cy="457200"/>
          </a:xfrm>
        </p:grpSpPr>
        <p:sp>
          <p:nvSpPr>
            <p:cNvPr id="6" name="node01.surface"/>
            <p:cNvSpPr/>
            <p:nvPr/>
          </p:nvSpPr>
          <p:spPr>
            <a:xfrm>
              <a:off x="723900" y="1600200"/>
              <a:ext cx="10744200" cy="457200"/>
            </a:xfrm>
            <a:prstGeom prst="rect">
              <a:avLst/>
            </a:prstGeom>
            <a:solidFill>
              <a:srgbClr val="070154"/>
            </a:solidFill>
            <a:ln>
              <a:noFill/>
            </a:ln>
          </p:spPr>
        </p:sp>
        <p:sp>
          <p:nvSpPr>
            <p:cNvPr id="7" name="node01.text"/>
            <p:cNvSpPr/>
            <p:nvPr/>
          </p:nvSpPr>
          <p:spPr>
            <a:xfrm>
              <a:off x="876300" y="1676400"/>
              <a:ext cx="10439400" cy="304800"/>
            </a:xfrm>
            <a:prstGeom prst="rect">
              <a:avLst/>
            </a:prstGeom>
            <a:noFill/>
            <a:ln/>
          </p:spPr>
          <p:txBody>
            <a:bodyPr wrap="square" lIns="0" tIns="0" rIns="0" bIns="0" rtlCol="0" anchor="t"/>
            <a:lstStyle/>
            <a:p>
              <a:pPr algn="ctr" indent="0" marL="0">
                <a:lnSpc>
                  <a:spcPts val="2400"/>
                </a:lnSpc>
                <a:buNone/>
              </a:pPr>
              <a:r>
                <a:rPr lang="en-US" sz="1800" spc="-18" kern="0" b="0" i="0" dirty="0">
                  <a:solidFill>
                    <a:srgbClr val="FFFFFF"/>
                  </a:solidFill>
                  <a:latin typeface="IBM Plex Sans SemiBold"/>
                  <a:ea typeface="IBM Plex Sans SemiBold"/>
                  <a:cs typeface="IBM Plex Sans SemiBold"/>
                </a:rPr>
                <a:t>Leadership and core team</a:t>
              </a:r>
              <a:endParaRPr lang="en-US" sz="1800" spc="-18" kern="0" b="0" i="0" dirty="0">
                <a:solidFill>
                  <a:srgbClr val="FFFFFF"/>
                </a:solidFill>
                <a:latin typeface="IBM Plex Sans SemiBold"/>
                <a:ea typeface="IBM Plex Sans SemiBold"/>
                <a:cs typeface="IBM Plex Sans SemiBold"/>
              </a:endParaRPr>
            </a:p>
          </p:txBody>
        </p:sp>
      </p:grpSp>
      <p:grpSp>
        <p:nvGrpSpPr>
          <p:cNvPr id="74" name="node02"/>
          <p:cNvGrpSpPr/>
          <p:nvPr/>
        </p:nvGrpSpPr>
        <p:grpSpPr>
          <a:xfrm>
            <a:off x="723900" y="2286000"/>
            <a:ext cx="2057400" cy="533400"/>
            <a:chOff x="723900" y="2286000"/>
            <a:chExt cx="2057400" cy="533400"/>
          </a:xfrm>
        </p:grpSpPr>
        <p:pic>
          <p:nvPicPr>
            <p:cNvPr id="8" name="node02.avatar" descr="photo-headshot-face; canonical SHA256=296801383ca36ace437e526edbbf16a0e387072468b87185313e9502001ef07c">    </p:cNvPr>
            <p:cNvPicPr>
              <a:picLocks noChangeAspect="1"/>
            </p:cNvPicPr>
            <p:nvPr/>
          </p:nvPicPr>
          <p:blipFill>
            <a:blip r:embed="rId1"/>
            <a:srcRect l="0" r="0" t="0" b="0"/>
            <a:stretch/>
          </p:blipFill>
          <p:spPr>
            <a:xfrm>
              <a:off x="723900" y="2324100"/>
              <a:ext cx="457200" cy="457200"/>
            </a:xfrm>
            <a:prstGeom prst="rect">
              <a:avLst/>
            </a:prstGeom>
          </p:spPr>
        </p:pic>
        <p:sp>
          <p:nvSpPr>
            <p:cNvPr id="9" name="node02.name"/>
            <p:cNvSpPr/>
            <p:nvPr/>
          </p:nvSpPr>
          <p:spPr>
            <a:xfrm>
              <a:off x="1333500" y="2286000"/>
              <a:ext cx="14478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Dana Whitfield</a:t>
              </a:r>
              <a:endParaRPr lang="en-US" sz="1400" spc="0" kern="0" b="0" i="0" dirty="0">
                <a:solidFill>
                  <a:srgbClr val="070154"/>
                </a:solidFill>
                <a:latin typeface="IBM Plex Sans SemiBold"/>
                <a:ea typeface="IBM Plex Sans SemiBold"/>
                <a:cs typeface="IBM Plex Sans SemiBold"/>
              </a:endParaRPr>
            </a:p>
          </p:txBody>
        </p:sp>
        <p:sp>
          <p:nvSpPr>
            <p:cNvPr id="10" name="node02.role"/>
            <p:cNvSpPr/>
            <p:nvPr/>
          </p:nvSpPr>
          <p:spPr>
            <a:xfrm>
              <a:off x="1333500" y="2590800"/>
              <a:ext cx="1447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Executive sponsor</a:t>
              </a:r>
              <a:endParaRPr lang="en-US" sz="1200" spc="0" kern="0" b="0" i="0" dirty="0">
                <a:solidFill>
                  <a:srgbClr val="50658E"/>
                </a:solidFill>
                <a:latin typeface="IBM Plex Sans"/>
                <a:ea typeface="IBM Plex Sans"/>
                <a:cs typeface="IBM Plex Sans"/>
              </a:endParaRPr>
            </a:p>
          </p:txBody>
        </p:sp>
      </p:grpSp>
      <p:grpSp>
        <p:nvGrpSpPr>
          <p:cNvPr id="75" name="node03"/>
          <p:cNvGrpSpPr/>
          <p:nvPr/>
        </p:nvGrpSpPr>
        <p:grpSpPr>
          <a:xfrm>
            <a:off x="3009900" y="2286000"/>
            <a:ext cx="2057400" cy="533400"/>
            <a:chOff x="3009900" y="2286000"/>
            <a:chExt cx="2057400" cy="533400"/>
          </a:xfrm>
        </p:grpSpPr>
        <p:sp>
          <p:nvSpPr>
            <p:cNvPr id="11" name="node03.avatar"/>
            <p:cNvSpPr/>
            <p:nvPr/>
          </p:nvSpPr>
          <p:spPr>
            <a:xfrm>
              <a:off x="3009900" y="2324100"/>
              <a:ext cx="457200" cy="457200"/>
            </a:xfrm>
            <a:prstGeom prst="rect">
              <a:avLst/>
            </a:prstGeom>
            <a:solidFill>
              <a:srgbClr val="070154"/>
            </a:solidFill>
            <a:ln>
              <a:noFill/>
            </a:ln>
          </p:spPr>
        </p:sp>
        <p:sp>
          <p:nvSpPr>
            <p:cNvPr id="12" name="node03.initials"/>
            <p:cNvSpPr/>
            <p:nvPr/>
          </p:nvSpPr>
          <p:spPr>
            <a:xfrm>
              <a:off x="3009900" y="2419350"/>
              <a:ext cx="4572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FFFFFF"/>
                  </a:solidFill>
                  <a:latin typeface="IBM Plex Sans SemiBold"/>
                  <a:ea typeface="IBM Plex Sans SemiBold"/>
                  <a:cs typeface="IBM Plex Sans SemiBold"/>
                </a:rPr>
                <a:t>KM</a:t>
              </a:r>
              <a:endParaRPr lang="en-US" sz="1400" spc="0" kern="0" b="0" i="0" dirty="0">
                <a:solidFill>
                  <a:srgbClr val="FFFFFF"/>
                </a:solidFill>
                <a:latin typeface="IBM Plex Sans SemiBold"/>
                <a:ea typeface="IBM Plex Sans SemiBold"/>
                <a:cs typeface="IBM Plex Sans SemiBold"/>
              </a:endParaRPr>
            </a:p>
          </p:txBody>
        </p:sp>
        <p:sp>
          <p:nvSpPr>
            <p:cNvPr id="13" name="node03.name"/>
            <p:cNvSpPr/>
            <p:nvPr/>
          </p:nvSpPr>
          <p:spPr>
            <a:xfrm>
              <a:off x="3619500" y="2286000"/>
              <a:ext cx="14478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Kiran Mehta</a:t>
              </a:r>
              <a:endParaRPr lang="en-US" sz="1400" spc="0" kern="0" b="0" i="0" dirty="0">
                <a:solidFill>
                  <a:srgbClr val="070154"/>
                </a:solidFill>
                <a:latin typeface="IBM Plex Sans SemiBold"/>
                <a:ea typeface="IBM Plex Sans SemiBold"/>
                <a:cs typeface="IBM Plex Sans SemiBold"/>
              </a:endParaRPr>
            </a:p>
          </p:txBody>
        </p:sp>
        <p:sp>
          <p:nvSpPr>
            <p:cNvPr id="14" name="node03.role"/>
            <p:cNvSpPr/>
            <p:nvPr/>
          </p:nvSpPr>
          <p:spPr>
            <a:xfrm>
              <a:off x="3619500" y="2590800"/>
              <a:ext cx="1447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Executive sponsor</a:t>
              </a:r>
              <a:endParaRPr lang="en-US" sz="1200" spc="0" kern="0" b="0" i="0" dirty="0">
                <a:solidFill>
                  <a:srgbClr val="50658E"/>
                </a:solidFill>
                <a:latin typeface="IBM Plex Sans"/>
                <a:ea typeface="IBM Plex Sans"/>
                <a:cs typeface="IBM Plex Sans"/>
              </a:endParaRPr>
            </a:p>
          </p:txBody>
        </p:sp>
      </p:grpSp>
      <p:grpSp>
        <p:nvGrpSpPr>
          <p:cNvPr id="76" name="node04"/>
          <p:cNvGrpSpPr/>
          <p:nvPr/>
        </p:nvGrpSpPr>
        <p:grpSpPr>
          <a:xfrm>
            <a:off x="5295900" y="2286000"/>
            <a:ext cx="2057400" cy="533400"/>
            <a:chOff x="5295900" y="2286000"/>
            <a:chExt cx="2057400" cy="533400"/>
          </a:xfrm>
        </p:grpSpPr>
        <p:sp>
          <p:nvSpPr>
            <p:cNvPr id="15" name="node04.avatar"/>
            <p:cNvSpPr/>
            <p:nvPr/>
          </p:nvSpPr>
          <p:spPr>
            <a:xfrm>
              <a:off x="5295900" y="2324100"/>
              <a:ext cx="457200" cy="457200"/>
            </a:xfrm>
            <a:prstGeom prst="rect">
              <a:avLst/>
            </a:prstGeom>
            <a:solidFill>
              <a:srgbClr val="070154"/>
            </a:solidFill>
            <a:ln>
              <a:noFill/>
            </a:ln>
          </p:spPr>
        </p:sp>
        <p:sp>
          <p:nvSpPr>
            <p:cNvPr id="16" name="node04.initials"/>
            <p:cNvSpPr/>
            <p:nvPr/>
          </p:nvSpPr>
          <p:spPr>
            <a:xfrm>
              <a:off x="5295900" y="2419350"/>
              <a:ext cx="4572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FFFFFF"/>
                  </a:solidFill>
                  <a:latin typeface="IBM Plex Sans SemiBold"/>
                  <a:ea typeface="IBM Plex Sans SemiBold"/>
                  <a:cs typeface="IBM Plex Sans SemiBold"/>
                </a:rPr>
                <a:t>JA</a:t>
              </a:r>
              <a:endParaRPr lang="en-US" sz="1400" spc="0" kern="0" b="0" i="0" dirty="0">
                <a:solidFill>
                  <a:srgbClr val="FFFFFF"/>
                </a:solidFill>
                <a:latin typeface="IBM Plex Sans SemiBold"/>
                <a:ea typeface="IBM Plex Sans SemiBold"/>
                <a:cs typeface="IBM Plex Sans SemiBold"/>
              </a:endParaRPr>
            </a:p>
          </p:txBody>
        </p:sp>
        <p:sp>
          <p:nvSpPr>
            <p:cNvPr id="17" name="node04.name"/>
            <p:cNvSpPr/>
            <p:nvPr/>
          </p:nvSpPr>
          <p:spPr>
            <a:xfrm>
              <a:off x="5905500" y="2286000"/>
              <a:ext cx="14478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Julia Ansel</a:t>
              </a:r>
              <a:endParaRPr lang="en-US" sz="1400" spc="0" kern="0" b="0" i="0" dirty="0">
                <a:solidFill>
                  <a:srgbClr val="070154"/>
                </a:solidFill>
                <a:latin typeface="IBM Plex Sans SemiBold"/>
                <a:ea typeface="IBM Plex Sans SemiBold"/>
                <a:cs typeface="IBM Plex Sans SemiBold"/>
              </a:endParaRPr>
            </a:p>
          </p:txBody>
        </p:sp>
        <p:sp>
          <p:nvSpPr>
            <p:cNvPr id="18" name="node04.role"/>
            <p:cNvSpPr/>
            <p:nvPr/>
          </p:nvSpPr>
          <p:spPr>
            <a:xfrm>
              <a:off x="5905500" y="2590800"/>
              <a:ext cx="1447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Engagement lead</a:t>
              </a:r>
              <a:endParaRPr lang="en-US" sz="1200" spc="0" kern="0" b="0" i="0" dirty="0">
                <a:solidFill>
                  <a:srgbClr val="50658E"/>
                </a:solidFill>
                <a:latin typeface="IBM Plex Sans"/>
                <a:ea typeface="IBM Plex Sans"/>
                <a:cs typeface="IBM Plex Sans"/>
              </a:endParaRPr>
            </a:p>
          </p:txBody>
        </p:sp>
      </p:grpSp>
      <p:grpSp>
        <p:nvGrpSpPr>
          <p:cNvPr id="77" name="node05"/>
          <p:cNvGrpSpPr/>
          <p:nvPr/>
        </p:nvGrpSpPr>
        <p:grpSpPr>
          <a:xfrm>
            <a:off x="723900" y="2971800"/>
            <a:ext cx="2057400" cy="533400"/>
            <a:chOff x="723900" y="2971800"/>
            <a:chExt cx="2057400" cy="533400"/>
          </a:xfrm>
        </p:grpSpPr>
        <p:sp>
          <p:nvSpPr>
            <p:cNvPr id="19" name="node05.avatar"/>
            <p:cNvSpPr/>
            <p:nvPr/>
          </p:nvSpPr>
          <p:spPr>
            <a:xfrm>
              <a:off x="723900" y="3009900"/>
              <a:ext cx="457200" cy="457200"/>
            </a:xfrm>
            <a:prstGeom prst="rect">
              <a:avLst/>
            </a:prstGeom>
            <a:solidFill>
              <a:srgbClr val="070154"/>
            </a:solidFill>
            <a:ln>
              <a:noFill/>
            </a:ln>
          </p:spPr>
        </p:sp>
        <p:sp>
          <p:nvSpPr>
            <p:cNvPr id="20" name="node05.initials"/>
            <p:cNvSpPr/>
            <p:nvPr/>
          </p:nvSpPr>
          <p:spPr>
            <a:xfrm>
              <a:off x="723900" y="3105150"/>
              <a:ext cx="4572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FFFFFF"/>
                  </a:solidFill>
                  <a:latin typeface="IBM Plex Sans SemiBold"/>
                  <a:ea typeface="IBM Plex Sans SemiBold"/>
                  <a:cs typeface="IBM Plex Sans SemiBold"/>
                </a:rPr>
                <a:t>MO</a:t>
              </a:r>
              <a:endParaRPr lang="en-US" sz="1400" spc="0" kern="0" b="0" i="0" dirty="0">
                <a:solidFill>
                  <a:srgbClr val="FFFFFF"/>
                </a:solidFill>
                <a:latin typeface="IBM Plex Sans SemiBold"/>
                <a:ea typeface="IBM Plex Sans SemiBold"/>
                <a:cs typeface="IBM Plex Sans SemiBold"/>
              </a:endParaRPr>
            </a:p>
          </p:txBody>
        </p:sp>
        <p:sp>
          <p:nvSpPr>
            <p:cNvPr id="21" name="node05.name"/>
            <p:cNvSpPr/>
            <p:nvPr/>
          </p:nvSpPr>
          <p:spPr>
            <a:xfrm>
              <a:off x="1333500" y="2971800"/>
              <a:ext cx="14478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Mike Odell</a:t>
              </a:r>
              <a:endParaRPr lang="en-US" sz="1400" spc="0" kern="0" b="0" i="0" dirty="0">
                <a:solidFill>
                  <a:srgbClr val="070154"/>
                </a:solidFill>
                <a:latin typeface="IBM Plex Sans SemiBold"/>
                <a:ea typeface="IBM Plex Sans SemiBold"/>
                <a:cs typeface="IBM Plex Sans SemiBold"/>
              </a:endParaRPr>
            </a:p>
          </p:txBody>
        </p:sp>
        <p:sp>
          <p:nvSpPr>
            <p:cNvPr id="22" name="node05.role"/>
            <p:cNvSpPr/>
            <p:nvPr/>
          </p:nvSpPr>
          <p:spPr>
            <a:xfrm>
              <a:off x="1333500" y="3276600"/>
              <a:ext cx="1447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Platform architect</a:t>
              </a:r>
              <a:endParaRPr lang="en-US" sz="1200" spc="0" kern="0" b="0" i="0" dirty="0">
                <a:solidFill>
                  <a:srgbClr val="50658E"/>
                </a:solidFill>
                <a:latin typeface="IBM Plex Sans"/>
                <a:ea typeface="IBM Plex Sans"/>
                <a:cs typeface="IBM Plex Sans"/>
              </a:endParaRPr>
            </a:p>
          </p:txBody>
        </p:sp>
      </p:grpSp>
      <p:grpSp>
        <p:nvGrpSpPr>
          <p:cNvPr id="78" name="node06"/>
          <p:cNvGrpSpPr/>
          <p:nvPr/>
        </p:nvGrpSpPr>
        <p:grpSpPr>
          <a:xfrm>
            <a:off x="3009900" y="2971800"/>
            <a:ext cx="2057400" cy="533400"/>
            <a:chOff x="3009900" y="2971800"/>
            <a:chExt cx="2057400" cy="533400"/>
          </a:xfrm>
        </p:grpSpPr>
        <p:sp>
          <p:nvSpPr>
            <p:cNvPr id="23" name="node06.avatar"/>
            <p:cNvSpPr/>
            <p:nvPr/>
          </p:nvSpPr>
          <p:spPr>
            <a:xfrm>
              <a:off x="3009900" y="3009900"/>
              <a:ext cx="457200" cy="457200"/>
            </a:xfrm>
            <a:prstGeom prst="rect">
              <a:avLst/>
            </a:prstGeom>
            <a:solidFill>
              <a:srgbClr val="070154"/>
            </a:solidFill>
            <a:ln>
              <a:noFill/>
            </a:ln>
          </p:spPr>
        </p:sp>
        <p:sp>
          <p:nvSpPr>
            <p:cNvPr id="24" name="node06.initials"/>
            <p:cNvSpPr/>
            <p:nvPr/>
          </p:nvSpPr>
          <p:spPr>
            <a:xfrm>
              <a:off x="3009900" y="3105150"/>
              <a:ext cx="4572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FFFFFF"/>
                  </a:solidFill>
                  <a:latin typeface="IBM Plex Sans SemiBold"/>
                  <a:ea typeface="IBM Plex Sans SemiBold"/>
                  <a:cs typeface="IBM Plex Sans SemiBold"/>
                </a:rPr>
                <a:t>JS</a:t>
              </a:r>
              <a:endParaRPr lang="en-US" sz="1400" spc="0" kern="0" b="0" i="0" dirty="0">
                <a:solidFill>
                  <a:srgbClr val="FFFFFF"/>
                </a:solidFill>
                <a:latin typeface="IBM Plex Sans SemiBold"/>
                <a:ea typeface="IBM Plex Sans SemiBold"/>
                <a:cs typeface="IBM Plex Sans SemiBold"/>
              </a:endParaRPr>
            </a:p>
          </p:txBody>
        </p:sp>
        <p:sp>
          <p:nvSpPr>
            <p:cNvPr id="25" name="node06.name"/>
            <p:cNvSpPr/>
            <p:nvPr/>
          </p:nvSpPr>
          <p:spPr>
            <a:xfrm>
              <a:off x="3619500" y="2971800"/>
              <a:ext cx="14478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Jag Soni</a:t>
              </a:r>
              <a:endParaRPr lang="en-US" sz="1400" spc="0" kern="0" b="0" i="0" dirty="0">
                <a:solidFill>
                  <a:srgbClr val="070154"/>
                </a:solidFill>
                <a:latin typeface="IBM Plex Sans SemiBold"/>
                <a:ea typeface="IBM Plex Sans SemiBold"/>
                <a:cs typeface="IBM Plex Sans SemiBold"/>
              </a:endParaRPr>
            </a:p>
          </p:txBody>
        </p:sp>
        <p:sp>
          <p:nvSpPr>
            <p:cNvPr id="26" name="node06.role"/>
            <p:cNvSpPr/>
            <p:nvPr/>
          </p:nvSpPr>
          <p:spPr>
            <a:xfrm>
              <a:off x="3619500" y="3276600"/>
              <a:ext cx="1447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Enterprise architect</a:t>
              </a:r>
              <a:endParaRPr lang="en-US" sz="1200" spc="0" kern="0" b="0" i="0" dirty="0">
                <a:solidFill>
                  <a:srgbClr val="50658E"/>
                </a:solidFill>
                <a:latin typeface="IBM Plex Sans"/>
                <a:ea typeface="IBM Plex Sans"/>
                <a:cs typeface="IBM Plex Sans"/>
              </a:endParaRPr>
            </a:p>
          </p:txBody>
        </p:sp>
      </p:grpSp>
      <p:grpSp>
        <p:nvGrpSpPr>
          <p:cNvPr id="79" name="node07"/>
          <p:cNvGrpSpPr/>
          <p:nvPr/>
        </p:nvGrpSpPr>
        <p:grpSpPr>
          <a:xfrm>
            <a:off x="5295900" y="2971800"/>
            <a:ext cx="2057400" cy="533400"/>
            <a:chOff x="5295900" y="2971800"/>
            <a:chExt cx="2057400" cy="533400"/>
          </a:xfrm>
        </p:grpSpPr>
        <p:sp>
          <p:nvSpPr>
            <p:cNvPr id="27" name="node07.avatar"/>
            <p:cNvSpPr/>
            <p:nvPr/>
          </p:nvSpPr>
          <p:spPr>
            <a:xfrm>
              <a:off x="5295900" y="3009900"/>
              <a:ext cx="457200" cy="457200"/>
            </a:xfrm>
            <a:prstGeom prst="rect">
              <a:avLst/>
            </a:prstGeom>
            <a:solidFill>
              <a:srgbClr val="070154"/>
            </a:solidFill>
            <a:ln>
              <a:noFill/>
            </a:ln>
          </p:spPr>
        </p:sp>
        <p:sp>
          <p:nvSpPr>
            <p:cNvPr id="28" name="node07.initials"/>
            <p:cNvSpPr/>
            <p:nvPr/>
          </p:nvSpPr>
          <p:spPr>
            <a:xfrm>
              <a:off x="5295900" y="3105150"/>
              <a:ext cx="4572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FFFFFF"/>
                  </a:solidFill>
                  <a:latin typeface="IBM Plex Sans SemiBold"/>
                  <a:ea typeface="IBM Plex Sans SemiBold"/>
                  <a:cs typeface="IBM Plex Sans SemiBold"/>
                </a:rPr>
                <a:t>AR</a:t>
              </a:r>
              <a:endParaRPr lang="en-US" sz="1400" spc="0" kern="0" b="0" i="0" dirty="0">
                <a:solidFill>
                  <a:srgbClr val="FFFFFF"/>
                </a:solidFill>
                <a:latin typeface="IBM Plex Sans SemiBold"/>
                <a:ea typeface="IBM Plex Sans SemiBold"/>
                <a:cs typeface="IBM Plex Sans SemiBold"/>
              </a:endParaRPr>
            </a:p>
          </p:txBody>
        </p:sp>
        <p:sp>
          <p:nvSpPr>
            <p:cNvPr id="29" name="node07.name"/>
            <p:cNvSpPr/>
            <p:nvPr/>
          </p:nvSpPr>
          <p:spPr>
            <a:xfrm>
              <a:off x="5905500" y="2971800"/>
              <a:ext cx="14478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Albert Reyes</a:t>
              </a:r>
              <a:endParaRPr lang="en-US" sz="1400" spc="0" kern="0" b="0" i="0" dirty="0">
                <a:solidFill>
                  <a:srgbClr val="070154"/>
                </a:solidFill>
                <a:latin typeface="IBM Plex Sans SemiBold"/>
                <a:ea typeface="IBM Plex Sans SemiBold"/>
                <a:cs typeface="IBM Plex Sans SemiBold"/>
              </a:endParaRPr>
            </a:p>
          </p:txBody>
        </p:sp>
        <p:sp>
          <p:nvSpPr>
            <p:cNvPr id="30" name="node07.role"/>
            <p:cNvSpPr/>
            <p:nvPr/>
          </p:nvSpPr>
          <p:spPr>
            <a:xfrm>
              <a:off x="5905500" y="3276600"/>
              <a:ext cx="1447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Infrastructure lead</a:t>
              </a:r>
              <a:endParaRPr lang="en-US" sz="1200" spc="0" kern="0" b="0" i="0" dirty="0">
                <a:solidFill>
                  <a:srgbClr val="50658E"/>
                </a:solidFill>
                <a:latin typeface="IBM Plex Sans"/>
                <a:ea typeface="IBM Plex Sans"/>
                <a:cs typeface="IBM Plex Sans"/>
              </a:endParaRPr>
            </a:p>
          </p:txBody>
        </p:sp>
      </p:grpSp>
      <p:grpSp>
        <p:nvGrpSpPr>
          <p:cNvPr id="80" name="node08"/>
          <p:cNvGrpSpPr/>
          <p:nvPr/>
        </p:nvGrpSpPr>
        <p:grpSpPr>
          <a:xfrm>
            <a:off x="7581900" y="2286000"/>
            <a:ext cx="3886200" cy="1371600"/>
            <a:chOff x="7581900" y="2286000"/>
            <a:chExt cx="3886200" cy="1371600"/>
          </a:xfrm>
        </p:grpSpPr>
        <p:sp>
          <p:nvSpPr>
            <p:cNvPr id="31" name="node08.container"/>
            <p:cNvSpPr/>
            <p:nvPr/>
          </p:nvSpPr>
          <p:spPr>
            <a:xfrm>
              <a:off x="7581900" y="2286000"/>
              <a:ext cx="3886200" cy="1371600"/>
            </a:xfrm>
            <a:prstGeom prst="rect">
              <a:avLst/>
            </a:prstGeom>
            <a:solidFill>
              <a:srgbClr val="E8EEF8"/>
            </a:solidFill>
            <a:ln>
              <a:noFill/>
            </a:ln>
          </p:spPr>
        </p:sp>
        <p:sp>
          <p:nvSpPr>
            <p:cNvPr id="32" name="node08.label"/>
            <p:cNvSpPr/>
            <p:nvPr/>
          </p:nvSpPr>
          <p:spPr>
            <a:xfrm>
              <a:off x="7734300" y="2438400"/>
              <a:ext cx="35814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WHAT THE CORE TEAM DOES</a:t>
              </a:r>
              <a:endParaRPr lang="en-US" sz="900" spc="54" kern="0" b="0" i="0" dirty="0">
                <a:solidFill>
                  <a:srgbClr val="0047FF"/>
                </a:solidFill>
                <a:latin typeface="IBM Plex Mono Medium"/>
                <a:ea typeface="IBM Plex Mono Medium"/>
                <a:cs typeface="IBM Plex Mono Medium"/>
              </a:endParaRPr>
            </a:p>
          </p:txBody>
        </p:sp>
        <p:sp>
          <p:nvSpPr>
            <p:cNvPr id="33" name="node08.body.item-001.bullets.item-001.marker"/>
            <p:cNvSpPr/>
            <p:nvPr/>
          </p:nvSpPr>
          <p:spPr>
            <a:xfrm>
              <a:off x="7734300" y="2717800"/>
              <a:ext cx="38100" cy="38100"/>
            </a:xfrm>
            <a:prstGeom prst="rect">
              <a:avLst/>
            </a:prstGeom>
            <a:solidFill>
              <a:srgbClr val="070154"/>
            </a:solidFill>
            <a:ln>
              <a:noFill/>
            </a:ln>
          </p:spPr>
        </p:sp>
        <p:sp>
          <p:nvSpPr>
            <p:cNvPr id="34" name="node08.body.item-001.bullets.item-001.text"/>
            <p:cNvSpPr/>
            <p:nvPr/>
          </p:nvSpPr>
          <p:spPr>
            <a:xfrm>
              <a:off x="7886700" y="2628900"/>
              <a:ext cx="3429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Own the sponsor relationship and quality</a:t>
              </a:r>
              <a:endParaRPr lang="en-US" sz="1200" spc="0" kern="0" b="0" i="0" dirty="0">
                <a:solidFill>
                  <a:srgbClr val="070154"/>
                </a:solidFill>
                <a:latin typeface="IBM Plex Sans"/>
                <a:ea typeface="IBM Plex Sans"/>
                <a:cs typeface="IBM Plex Sans"/>
              </a:endParaRPr>
            </a:p>
          </p:txBody>
        </p:sp>
        <p:sp>
          <p:nvSpPr>
            <p:cNvPr id="35" name="node08.body.item-001.bullets.item-002.marker"/>
            <p:cNvSpPr/>
            <p:nvPr/>
          </p:nvSpPr>
          <p:spPr>
            <a:xfrm>
              <a:off x="7734300" y="2984500"/>
              <a:ext cx="38100" cy="38100"/>
            </a:xfrm>
            <a:prstGeom prst="rect">
              <a:avLst/>
            </a:prstGeom>
            <a:solidFill>
              <a:srgbClr val="070154"/>
            </a:solidFill>
            <a:ln>
              <a:noFill/>
            </a:ln>
          </p:spPr>
        </p:sp>
        <p:sp>
          <p:nvSpPr>
            <p:cNvPr id="36" name="node08.body.item-001.bullets.item-002.text"/>
            <p:cNvSpPr/>
            <p:nvPr/>
          </p:nvSpPr>
          <p:spPr>
            <a:xfrm>
              <a:off x="7886700" y="2895600"/>
              <a:ext cx="3429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Bring healthcare expertise to the work</a:t>
              </a:r>
              <a:endParaRPr lang="en-US" sz="1200" spc="0" kern="0" b="0" i="0" dirty="0">
                <a:solidFill>
                  <a:srgbClr val="070154"/>
                </a:solidFill>
                <a:latin typeface="IBM Plex Sans"/>
                <a:ea typeface="IBM Plex Sans"/>
                <a:cs typeface="IBM Plex Sans"/>
              </a:endParaRPr>
            </a:p>
          </p:txBody>
        </p:sp>
        <p:sp>
          <p:nvSpPr>
            <p:cNvPr id="37" name="node08.body.item-001.bullets.item-003.marker"/>
            <p:cNvSpPr/>
            <p:nvPr/>
          </p:nvSpPr>
          <p:spPr>
            <a:xfrm>
              <a:off x="7734300" y="3251200"/>
              <a:ext cx="38100" cy="38100"/>
            </a:xfrm>
            <a:prstGeom prst="rect">
              <a:avLst/>
            </a:prstGeom>
            <a:solidFill>
              <a:srgbClr val="070154"/>
            </a:solidFill>
            <a:ln>
              <a:noFill/>
            </a:ln>
          </p:spPr>
        </p:sp>
        <p:sp>
          <p:nvSpPr>
            <p:cNvPr id="38" name="node08.body.item-001.bullets.item-003.text"/>
            <p:cNvSpPr/>
            <p:nvPr/>
          </p:nvSpPr>
          <p:spPr>
            <a:xfrm>
              <a:off x="7886700" y="3162300"/>
              <a:ext cx="3429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Align both teams and transfer knowledge</a:t>
              </a:r>
              <a:endParaRPr lang="en-US" sz="1200" spc="0" kern="0" b="0" i="0" dirty="0">
                <a:solidFill>
                  <a:srgbClr val="070154"/>
                </a:solidFill>
                <a:latin typeface="IBM Plex Sans"/>
                <a:ea typeface="IBM Plex Sans"/>
                <a:cs typeface="IBM Plex Sans"/>
              </a:endParaRPr>
            </a:p>
          </p:txBody>
        </p:sp>
      </p:grpSp>
      <p:grpSp>
        <p:nvGrpSpPr>
          <p:cNvPr id="81" name="node09"/>
          <p:cNvGrpSpPr/>
          <p:nvPr/>
        </p:nvGrpSpPr>
        <p:grpSpPr>
          <a:xfrm>
            <a:off x="723900" y="3886200"/>
            <a:ext cx="10744200" cy="457200"/>
            <a:chOff x="723900" y="3886200"/>
            <a:chExt cx="10744200" cy="457200"/>
          </a:xfrm>
        </p:grpSpPr>
        <p:sp>
          <p:nvSpPr>
            <p:cNvPr id="39" name="node09.surface"/>
            <p:cNvSpPr/>
            <p:nvPr/>
          </p:nvSpPr>
          <p:spPr>
            <a:xfrm>
              <a:off x="723900" y="3886200"/>
              <a:ext cx="10744200" cy="457200"/>
            </a:xfrm>
            <a:prstGeom prst="rect">
              <a:avLst/>
            </a:prstGeom>
            <a:solidFill>
              <a:srgbClr val="070154"/>
            </a:solidFill>
            <a:ln>
              <a:noFill/>
            </a:ln>
          </p:spPr>
        </p:sp>
        <p:sp>
          <p:nvSpPr>
            <p:cNvPr id="40" name="node09.text"/>
            <p:cNvSpPr/>
            <p:nvPr/>
          </p:nvSpPr>
          <p:spPr>
            <a:xfrm>
              <a:off x="876300" y="3962400"/>
              <a:ext cx="10439400" cy="304800"/>
            </a:xfrm>
            <a:prstGeom prst="rect">
              <a:avLst/>
            </a:prstGeom>
            <a:noFill/>
            <a:ln/>
          </p:spPr>
          <p:txBody>
            <a:bodyPr wrap="square" lIns="0" tIns="0" rIns="0" bIns="0" rtlCol="0" anchor="t"/>
            <a:lstStyle/>
            <a:p>
              <a:pPr algn="ctr" indent="0" marL="0">
                <a:lnSpc>
                  <a:spcPts val="2400"/>
                </a:lnSpc>
                <a:buNone/>
              </a:pPr>
              <a:r>
                <a:rPr lang="en-US" sz="1800" spc="-18" kern="0" b="0" i="0" dirty="0">
                  <a:solidFill>
                    <a:srgbClr val="FFFFFF"/>
                  </a:solidFill>
                  <a:latin typeface="IBM Plex Sans SemiBold"/>
                  <a:ea typeface="IBM Plex Sans SemiBold"/>
                  <a:cs typeface="IBM Plex Sans SemiBold"/>
                </a:rPr>
                <a:t>Subject matter experts and support specialists</a:t>
              </a:r>
              <a:endParaRPr lang="en-US" sz="1800" spc="-18" kern="0" b="0" i="0" dirty="0">
                <a:solidFill>
                  <a:srgbClr val="FFFFFF"/>
                </a:solidFill>
                <a:latin typeface="IBM Plex Sans SemiBold"/>
                <a:ea typeface="IBM Plex Sans SemiBold"/>
                <a:cs typeface="IBM Plex Sans SemiBold"/>
              </a:endParaRPr>
            </a:p>
          </p:txBody>
        </p:sp>
      </p:grpSp>
      <p:grpSp>
        <p:nvGrpSpPr>
          <p:cNvPr id="82" name="node10"/>
          <p:cNvGrpSpPr/>
          <p:nvPr/>
        </p:nvGrpSpPr>
        <p:grpSpPr>
          <a:xfrm>
            <a:off x="723900" y="4572000"/>
            <a:ext cx="2057400" cy="533400"/>
            <a:chOff x="723900" y="4572000"/>
            <a:chExt cx="2057400" cy="533400"/>
          </a:xfrm>
        </p:grpSpPr>
        <p:sp>
          <p:nvSpPr>
            <p:cNvPr id="41" name="node10.avatar"/>
            <p:cNvSpPr/>
            <p:nvPr/>
          </p:nvSpPr>
          <p:spPr>
            <a:xfrm>
              <a:off x="723900" y="4610100"/>
              <a:ext cx="457200" cy="457200"/>
            </a:xfrm>
            <a:prstGeom prst="rect">
              <a:avLst/>
            </a:prstGeom>
            <a:solidFill>
              <a:srgbClr val="070154"/>
            </a:solidFill>
            <a:ln>
              <a:noFill/>
            </a:ln>
          </p:spPr>
        </p:sp>
        <p:sp>
          <p:nvSpPr>
            <p:cNvPr id="42" name="node10.initials"/>
            <p:cNvSpPr/>
            <p:nvPr/>
          </p:nvSpPr>
          <p:spPr>
            <a:xfrm>
              <a:off x="723900" y="4705350"/>
              <a:ext cx="4572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FFFFFF"/>
                  </a:solidFill>
                  <a:latin typeface="IBM Plex Sans SemiBold"/>
                  <a:ea typeface="IBM Plex Sans SemiBold"/>
                  <a:cs typeface="IBM Plex Sans SemiBold"/>
                </a:rPr>
                <a:t>SA</a:t>
              </a:r>
              <a:endParaRPr lang="en-US" sz="1400" spc="0" kern="0" b="0" i="0" dirty="0">
                <a:solidFill>
                  <a:srgbClr val="FFFFFF"/>
                </a:solidFill>
                <a:latin typeface="IBM Plex Sans SemiBold"/>
                <a:ea typeface="IBM Plex Sans SemiBold"/>
                <a:cs typeface="IBM Plex Sans SemiBold"/>
              </a:endParaRPr>
            </a:p>
          </p:txBody>
        </p:sp>
        <p:sp>
          <p:nvSpPr>
            <p:cNvPr id="43" name="node10.name"/>
            <p:cNvSpPr/>
            <p:nvPr/>
          </p:nvSpPr>
          <p:spPr>
            <a:xfrm>
              <a:off x="1333500" y="4572000"/>
              <a:ext cx="14478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Scott Alder</a:t>
              </a:r>
              <a:endParaRPr lang="en-US" sz="1400" spc="0" kern="0" b="0" i="0" dirty="0">
                <a:solidFill>
                  <a:srgbClr val="070154"/>
                </a:solidFill>
                <a:latin typeface="IBM Plex Sans SemiBold"/>
                <a:ea typeface="IBM Plex Sans SemiBold"/>
                <a:cs typeface="IBM Plex Sans SemiBold"/>
              </a:endParaRPr>
            </a:p>
          </p:txBody>
        </p:sp>
        <p:sp>
          <p:nvSpPr>
            <p:cNvPr id="44" name="node10.role"/>
            <p:cNvSpPr/>
            <p:nvPr/>
          </p:nvSpPr>
          <p:spPr>
            <a:xfrm>
              <a:off x="1333500" y="4876800"/>
              <a:ext cx="1447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SME, payer data</a:t>
              </a:r>
              <a:endParaRPr lang="en-US" sz="1200" spc="0" kern="0" b="0" i="0" dirty="0">
                <a:solidFill>
                  <a:srgbClr val="50658E"/>
                </a:solidFill>
                <a:latin typeface="IBM Plex Sans"/>
                <a:ea typeface="IBM Plex Sans"/>
                <a:cs typeface="IBM Plex Sans"/>
              </a:endParaRPr>
            </a:p>
          </p:txBody>
        </p:sp>
      </p:grpSp>
      <p:grpSp>
        <p:nvGrpSpPr>
          <p:cNvPr id="83" name="node11"/>
          <p:cNvGrpSpPr/>
          <p:nvPr/>
        </p:nvGrpSpPr>
        <p:grpSpPr>
          <a:xfrm>
            <a:off x="3009900" y="4572000"/>
            <a:ext cx="2057400" cy="533400"/>
            <a:chOff x="3009900" y="4572000"/>
            <a:chExt cx="2057400" cy="533400"/>
          </a:xfrm>
        </p:grpSpPr>
        <p:sp>
          <p:nvSpPr>
            <p:cNvPr id="45" name="node11.avatar"/>
            <p:cNvSpPr/>
            <p:nvPr/>
          </p:nvSpPr>
          <p:spPr>
            <a:xfrm>
              <a:off x="3009900" y="4610100"/>
              <a:ext cx="457200" cy="457200"/>
            </a:xfrm>
            <a:prstGeom prst="rect">
              <a:avLst/>
            </a:prstGeom>
            <a:solidFill>
              <a:srgbClr val="070154"/>
            </a:solidFill>
            <a:ln>
              <a:noFill/>
            </a:ln>
          </p:spPr>
        </p:sp>
        <p:sp>
          <p:nvSpPr>
            <p:cNvPr id="46" name="node11.initials"/>
            <p:cNvSpPr/>
            <p:nvPr/>
          </p:nvSpPr>
          <p:spPr>
            <a:xfrm>
              <a:off x="3009900" y="4705350"/>
              <a:ext cx="4572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FFFFFF"/>
                  </a:solidFill>
                  <a:latin typeface="IBM Plex Sans SemiBold"/>
                  <a:ea typeface="IBM Plex Sans SemiBold"/>
                  <a:cs typeface="IBM Plex Sans SemiBold"/>
                </a:rPr>
                <a:t>DC</a:t>
              </a:r>
              <a:endParaRPr lang="en-US" sz="1400" spc="0" kern="0" b="0" i="0" dirty="0">
                <a:solidFill>
                  <a:srgbClr val="FFFFFF"/>
                </a:solidFill>
                <a:latin typeface="IBM Plex Sans SemiBold"/>
                <a:ea typeface="IBM Plex Sans SemiBold"/>
                <a:cs typeface="IBM Plex Sans SemiBold"/>
              </a:endParaRPr>
            </a:p>
          </p:txBody>
        </p:sp>
        <p:sp>
          <p:nvSpPr>
            <p:cNvPr id="47" name="node11.name"/>
            <p:cNvSpPr/>
            <p:nvPr/>
          </p:nvSpPr>
          <p:spPr>
            <a:xfrm>
              <a:off x="3619500" y="4572000"/>
              <a:ext cx="14478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Dan Calloway</a:t>
              </a:r>
              <a:endParaRPr lang="en-US" sz="1400" spc="0" kern="0" b="0" i="0" dirty="0">
                <a:solidFill>
                  <a:srgbClr val="070154"/>
                </a:solidFill>
                <a:latin typeface="IBM Plex Sans SemiBold"/>
                <a:ea typeface="IBM Plex Sans SemiBold"/>
                <a:cs typeface="IBM Plex Sans SemiBold"/>
              </a:endParaRPr>
            </a:p>
          </p:txBody>
        </p:sp>
        <p:sp>
          <p:nvSpPr>
            <p:cNvPr id="48" name="node11.role"/>
            <p:cNvSpPr/>
            <p:nvPr/>
          </p:nvSpPr>
          <p:spPr>
            <a:xfrm>
              <a:off x="3619500" y="4876800"/>
              <a:ext cx="1447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SME, life sciences</a:t>
              </a:r>
              <a:endParaRPr lang="en-US" sz="1200" spc="0" kern="0" b="0" i="0" dirty="0">
                <a:solidFill>
                  <a:srgbClr val="50658E"/>
                </a:solidFill>
                <a:latin typeface="IBM Plex Sans"/>
                <a:ea typeface="IBM Plex Sans"/>
                <a:cs typeface="IBM Plex Sans"/>
              </a:endParaRPr>
            </a:p>
          </p:txBody>
        </p:sp>
      </p:grpSp>
      <p:grpSp>
        <p:nvGrpSpPr>
          <p:cNvPr id="84" name="node12"/>
          <p:cNvGrpSpPr/>
          <p:nvPr/>
        </p:nvGrpSpPr>
        <p:grpSpPr>
          <a:xfrm>
            <a:off x="5295900" y="4572000"/>
            <a:ext cx="2057400" cy="533400"/>
            <a:chOff x="5295900" y="4572000"/>
            <a:chExt cx="2057400" cy="533400"/>
          </a:xfrm>
        </p:grpSpPr>
        <p:sp>
          <p:nvSpPr>
            <p:cNvPr id="49" name="node12.avatar"/>
            <p:cNvSpPr/>
            <p:nvPr/>
          </p:nvSpPr>
          <p:spPr>
            <a:xfrm>
              <a:off x="5295900" y="4610100"/>
              <a:ext cx="457200" cy="457200"/>
            </a:xfrm>
            <a:prstGeom prst="rect">
              <a:avLst/>
            </a:prstGeom>
            <a:solidFill>
              <a:srgbClr val="070154"/>
            </a:solidFill>
            <a:ln>
              <a:noFill/>
            </a:ln>
          </p:spPr>
        </p:sp>
        <p:sp>
          <p:nvSpPr>
            <p:cNvPr id="50" name="node12.initials"/>
            <p:cNvSpPr/>
            <p:nvPr/>
          </p:nvSpPr>
          <p:spPr>
            <a:xfrm>
              <a:off x="5295900" y="4705350"/>
              <a:ext cx="4572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FFFFFF"/>
                  </a:solidFill>
                  <a:latin typeface="IBM Plex Sans SemiBold"/>
                  <a:ea typeface="IBM Plex Sans SemiBold"/>
                  <a:cs typeface="IBM Plex Sans SemiBold"/>
                </a:rPr>
                <a:t>BM</a:t>
              </a:r>
              <a:endParaRPr lang="en-US" sz="1400" spc="0" kern="0" b="0" i="0" dirty="0">
                <a:solidFill>
                  <a:srgbClr val="FFFFFF"/>
                </a:solidFill>
                <a:latin typeface="IBM Plex Sans SemiBold"/>
                <a:ea typeface="IBM Plex Sans SemiBold"/>
                <a:cs typeface="IBM Plex Sans SemiBold"/>
              </a:endParaRPr>
            </a:p>
          </p:txBody>
        </p:sp>
        <p:sp>
          <p:nvSpPr>
            <p:cNvPr id="51" name="node12.name"/>
            <p:cNvSpPr/>
            <p:nvPr/>
          </p:nvSpPr>
          <p:spPr>
            <a:xfrm>
              <a:off x="5905500" y="4572000"/>
              <a:ext cx="14478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Brett Marlow</a:t>
              </a:r>
              <a:endParaRPr lang="en-US" sz="1400" spc="0" kern="0" b="0" i="0" dirty="0">
                <a:solidFill>
                  <a:srgbClr val="070154"/>
                </a:solidFill>
                <a:latin typeface="IBM Plex Sans SemiBold"/>
                <a:ea typeface="IBM Plex Sans SemiBold"/>
                <a:cs typeface="IBM Plex Sans SemiBold"/>
              </a:endParaRPr>
            </a:p>
          </p:txBody>
        </p:sp>
        <p:sp>
          <p:nvSpPr>
            <p:cNvPr id="52" name="node12.role"/>
            <p:cNvSpPr/>
            <p:nvPr/>
          </p:nvSpPr>
          <p:spPr>
            <a:xfrm>
              <a:off x="5905500" y="4876800"/>
              <a:ext cx="1447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SME, provider</a:t>
              </a:r>
              <a:endParaRPr lang="en-US" sz="1200" spc="0" kern="0" b="0" i="0" dirty="0">
                <a:solidFill>
                  <a:srgbClr val="50658E"/>
                </a:solidFill>
                <a:latin typeface="IBM Plex Sans"/>
                <a:ea typeface="IBM Plex Sans"/>
                <a:cs typeface="IBM Plex Sans"/>
              </a:endParaRPr>
            </a:p>
          </p:txBody>
        </p:sp>
      </p:grpSp>
      <p:grpSp>
        <p:nvGrpSpPr>
          <p:cNvPr id="85" name="node13"/>
          <p:cNvGrpSpPr/>
          <p:nvPr/>
        </p:nvGrpSpPr>
        <p:grpSpPr>
          <a:xfrm>
            <a:off x="723900" y="5257800"/>
            <a:ext cx="2057400" cy="533400"/>
            <a:chOff x="723900" y="5257800"/>
            <a:chExt cx="2057400" cy="533400"/>
          </a:xfrm>
        </p:grpSpPr>
        <p:sp>
          <p:nvSpPr>
            <p:cNvPr id="53" name="node13.avatar"/>
            <p:cNvSpPr/>
            <p:nvPr/>
          </p:nvSpPr>
          <p:spPr>
            <a:xfrm>
              <a:off x="723900" y="5295900"/>
              <a:ext cx="457200" cy="457200"/>
            </a:xfrm>
            <a:prstGeom prst="rect">
              <a:avLst/>
            </a:prstGeom>
            <a:solidFill>
              <a:srgbClr val="070154"/>
            </a:solidFill>
            <a:ln>
              <a:noFill/>
            </a:ln>
          </p:spPr>
        </p:sp>
        <p:sp>
          <p:nvSpPr>
            <p:cNvPr id="54" name="node13.initials"/>
            <p:cNvSpPr/>
            <p:nvPr/>
          </p:nvSpPr>
          <p:spPr>
            <a:xfrm>
              <a:off x="723900" y="5391150"/>
              <a:ext cx="4572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FFFFFF"/>
                  </a:solidFill>
                  <a:latin typeface="IBM Plex Sans SemiBold"/>
                  <a:ea typeface="IBM Plex Sans SemiBold"/>
                  <a:cs typeface="IBM Plex Sans SemiBold"/>
                </a:rPr>
                <a:t>AG</a:t>
              </a:r>
              <a:endParaRPr lang="en-US" sz="1400" spc="0" kern="0" b="0" i="0" dirty="0">
                <a:solidFill>
                  <a:srgbClr val="FFFFFF"/>
                </a:solidFill>
                <a:latin typeface="IBM Plex Sans SemiBold"/>
                <a:ea typeface="IBM Plex Sans SemiBold"/>
                <a:cs typeface="IBM Plex Sans SemiBold"/>
              </a:endParaRPr>
            </a:p>
          </p:txBody>
        </p:sp>
        <p:sp>
          <p:nvSpPr>
            <p:cNvPr id="55" name="node13.name"/>
            <p:cNvSpPr/>
            <p:nvPr/>
          </p:nvSpPr>
          <p:spPr>
            <a:xfrm>
              <a:off x="1333500" y="5257800"/>
              <a:ext cx="14478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Anneke Groot</a:t>
              </a:r>
              <a:endParaRPr lang="en-US" sz="1400" spc="0" kern="0" b="0" i="0" dirty="0">
                <a:solidFill>
                  <a:srgbClr val="070154"/>
                </a:solidFill>
                <a:latin typeface="IBM Plex Sans SemiBold"/>
                <a:ea typeface="IBM Plex Sans SemiBold"/>
                <a:cs typeface="IBM Plex Sans SemiBold"/>
              </a:endParaRPr>
            </a:p>
          </p:txBody>
        </p:sp>
        <p:sp>
          <p:nvSpPr>
            <p:cNvPr id="56" name="node13.role"/>
            <p:cNvSpPr/>
            <p:nvPr/>
          </p:nvSpPr>
          <p:spPr>
            <a:xfrm>
              <a:off x="1333500" y="5562600"/>
              <a:ext cx="1447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SME, governance</a:t>
              </a:r>
              <a:endParaRPr lang="en-US" sz="1200" spc="0" kern="0" b="0" i="0" dirty="0">
                <a:solidFill>
                  <a:srgbClr val="50658E"/>
                </a:solidFill>
                <a:latin typeface="IBM Plex Sans"/>
                <a:ea typeface="IBM Plex Sans"/>
                <a:cs typeface="IBM Plex Sans"/>
              </a:endParaRPr>
            </a:p>
          </p:txBody>
        </p:sp>
      </p:grpSp>
      <p:grpSp>
        <p:nvGrpSpPr>
          <p:cNvPr id="86" name="node14"/>
          <p:cNvGrpSpPr/>
          <p:nvPr/>
        </p:nvGrpSpPr>
        <p:grpSpPr>
          <a:xfrm>
            <a:off x="3009900" y="5257800"/>
            <a:ext cx="2057400" cy="533400"/>
            <a:chOff x="3009900" y="5257800"/>
            <a:chExt cx="2057400" cy="533400"/>
          </a:xfrm>
        </p:grpSpPr>
        <p:sp>
          <p:nvSpPr>
            <p:cNvPr id="57" name="node14.avatar"/>
            <p:cNvSpPr/>
            <p:nvPr/>
          </p:nvSpPr>
          <p:spPr>
            <a:xfrm>
              <a:off x="3009900" y="5295900"/>
              <a:ext cx="457200" cy="457200"/>
            </a:xfrm>
            <a:prstGeom prst="rect">
              <a:avLst/>
            </a:prstGeom>
            <a:solidFill>
              <a:srgbClr val="070154"/>
            </a:solidFill>
            <a:ln>
              <a:noFill/>
            </a:ln>
          </p:spPr>
        </p:sp>
        <p:sp>
          <p:nvSpPr>
            <p:cNvPr id="58" name="node14.initials"/>
            <p:cNvSpPr/>
            <p:nvPr/>
          </p:nvSpPr>
          <p:spPr>
            <a:xfrm>
              <a:off x="3009900" y="5391150"/>
              <a:ext cx="4572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FFFFFF"/>
                  </a:solidFill>
                  <a:latin typeface="IBM Plex Sans SemiBold"/>
                  <a:ea typeface="IBM Plex Sans SemiBold"/>
                  <a:cs typeface="IBM Plex Sans SemiBold"/>
                </a:rPr>
                <a:t>TZ</a:t>
              </a:r>
              <a:endParaRPr lang="en-US" sz="1400" spc="0" kern="0" b="0" i="0" dirty="0">
                <a:solidFill>
                  <a:srgbClr val="FFFFFF"/>
                </a:solidFill>
                <a:latin typeface="IBM Plex Sans SemiBold"/>
                <a:ea typeface="IBM Plex Sans SemiBold"/>
                <a:cs typeface="IBM Plex Sans SemiBold"/>
              </a:endParaRPr>
            </a:p>
          </p:txBody>
        </p:sp>
        <p:sp>
          <p:nvSpPr>
            <p:cNvPr id="59" name="node14.name"/>
            <p:cNvSpPr/>
            <p:nvPr/>
          </p:nvSpPr>
          <p:spPr>
            <a:xfrm>
              <a:off x="3619500" y="5257800"/>
              <a:ext cx="14478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Tanner Zell</a:t>
              </a:r>
              <a:endParaRPr lang="en-US" sz="1400" spc="0" kern="0" b="0" i="0" dirty="0">
                <a:solidFill>
                  <a:srgbClr val="070154"/>
                </a:solidFill>
                <a:latin typeface="IBM Plex Sans SemiBold"/>
                <a:ea typeface="IBM Plex Sans SemiBold"/>
                <a:cs typeface="IBM Plex Sans SemiBold"/>
              </a:endParaRPr>
            </a:p>
          </p:txBody>
        </p:sp>
        <p:sp>
          <p:nvSpPr>
            <p:cNvPr id="60" name="node14.role"/>
            <p:cNvSpPr/>
            <p:nvPr/>
          </p:nvSpPr>
          <p:spPr>
            <a:xfrm>
              <a:off x="3619500" y="5562600"/>
              <a:ext cx="1447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SME, design</a:t>
              </a:r>
              <a:endParaRPr lang="en-US" sz="1200" spc="0" kern="0" b="0" i="0" dirty="0">
                <a:solidFill>
                  <a:srgbClr val="50658E"/>
                </a:solidFill>
                <a:latin typeface="IBM Plex Sans"/>
                <a:ea typeface="IBM Plex Sans"/>
                <a:cs typeface="IBM Plex Sans"/>
              </a:endParaRPr>
            </a:p>
          </p:txBody>
        </p:sp>
      </p:grpSp>
      <p:grpSp>
        <p:nvGrpSpPr>
          <p:cNvPr id="87" name="node15"/>
          <p:cNvGrpSpPr/>
          <p:nvPr/>
        </p:nvGrpSpPr>
        <p:grpSpPr>
          <a:xfrm>
            <a:off x="5295900" y="5257800"/>
            <a:ext cx="2057400" cy="533400"/>
            <a:chOff x="5295900" y="5257800"/>
            <a:chExt cx="2057400" cy="533400"/>
          </a:xfrm>
        </p:grpSpPr>
        <p:sp>
          <p:nvSpPr>
            <p:cNvPr id="61" name="node15.avatar"/>
            <p:cNvSpPr/>
            <p:nvPr/>
          </p:nvSpPr>
          <p:spPr>
            <a:xfrm>
              <a:off x="5295900" y="5295900"/>
              <a:ext cx="457200" cy="457200"/>
            </a:xfrm>
            <a:prstGeom prst="rect">
              <a:avLst/>
            </a:prstGeom>
            <a:solidFill>
              <a:srgbClr val="070154"/>
            </a:solidFill>
            <a:ln>
              <a:noFill/>
            </a:ln>
          </p:spPr>
        </p:sp>
        <p:sp>
          <p:nvSpPr>
            <p:cNvPr id="62" name="node15.initials"/>
            <p:cNvSpPr/>
            <p:nvPr/>
          </p:nvSpPr>
          <p:spPr>
            <a:xfrm>
              <a:off x="5295900" y="5391150"/>
              <a:ext cx="4572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FFFFFF"/>
                  </a:solidFill>
                  <a:latin typeface="IBM Plex Sans SemiBold"/>
                  <a:ea typeface="IBM Plex Sans SemiBold"/>
                  <a:cs typeface="IBM Plex Sans SemiBold"/>
                </a:rPr>
                <a:t>GM</a:t>
              </a:r>
              <a:endParaRPr lang="en-US" sz="1400" spc="0" kern="0" b="0" i="0" dirty="0">
                <a:solidFill>
                  <a:srgbClr val="FFFFFF"/>
                </a:solidFill>
                <a:latin typeface="IBM Plex Sans SemiBold"/>
                <a:ea typeface="IBM Plex Sans SemiBold"/>
                <a:cs typeface="IBM Plex Sans SemiBold"/>
              </a:endParaRPr>
            </a:p>
          </p:txBody>
        </p:sp>
        <p:sp>
          <p:nvSpPr>
            <p:cNvPr id="63" name="node15.name"/>
            <p:cNvSpPr/>
            <p:nvPr/>
          </p:nvSpPr>
          <p:spPr>
            <a:xfrm>
              <a:off x="5905500" y="5257800"/>
              <a:ext cx="14478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Greta Movsky</a:t>
              </a:r>
              <a:endParaRPr lang="en-US" sz="1400" spc="0" kern="0" b="0" i="0" dirty="0">
                <a:solidFill>
                  <a:srgbClr val="070154"/>
                </a:solidFill>
                <a:latin typeface="IBM Plex Sans SemiBold"/>
                <a:ea typeface="IBM Plex Sans SemiBold"/>
                <a:cs typeface="IBM Plex Sans SemiBold"/>
              </a:endParaRPr>
            </a:p>
          </p:txBody>
        </p:sp>
        <p:sp>
          <p:nvSpPr>
            <p:cNvPr id="64" name="node15.role"/>
            <p:cNvSpPr/>
            <p:nvPr/>
          </p:nvSpPr>
          <p:spPr>
            <a:xfrm>
              <a:off x="5905500" y="5562600"/>
              <a:ext cx="1447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SME, cybersecurity</a:t>
              </a:r>
              <a:endParaRPr lang="en-US" sz="1200" spc="0" kern="0" b="0" i="0" dirty="0">
                <a:solidFill>
                  <a:srgbClr val="50658E"/>
                </a:solidFill>
                <a:latin typeface="IBM Plex Sans"/>
                <a:ea typeface="IBM Plex Sans"/>
                <a:cs typeface="IBM Plex Sans"/>
              </a:endParaRPr>
            </a:p>
          </p:txBody>
        </p:sp>
      </p:grpSp>
      <p:grpSp>
        <p:nvGrpSpPr>
          <p:cNvPr id="88" name="node16"/>
          <p:cNvGrpSpPr/>
          <p:nvPr/>
        </p:nvGrpSpPr>
        <p:grpSpPr>
          <a:xfrm>
            <a:off x="7581900" y="4572000"/>
            <a:ext cx="3886200" cy="1371600"/>
            <a:chOff x="7581900" y="4572000"/>
            <a:chExt cx="3886200" cy="1371600"/>
          </a:xfrm>
        </p:grpSpPr>
        <p:sp>
          <p:nvSpPr>
            <p:cNvPr id="65" name="node16.container"/>
            <p:cNvSpPr/>
            <p:nvPr/>
          </p:nvSpPr>
          <p:spPr>
            <a:xfrm>
              <a:off x="7581900" y="4572000"/>
              <a:ext cx="3886200" cy="1371600"/>
            </a:xfrm>
            <a:prstGeom prst="rect">
              <a:avLst/>
            </a:prstGeom>
            <a:solidFill>
              <a:srgbClr val="E8EEF8"/>
            </a:solidFill>
            <a:ln>
              <a:noFill/>
            </a:ln>
          </p:spPr>
        </p:sp>
        <p:sp>
          <p:nvSpPr>
            <p:cNvPr id="66" name="node16.label"/>
            <p:cNvSpPr/>
            <p:nvPr/>
          </p:nvSpPr>
          <p:spPr>
            <a:xfrm>
              <a:off x="7734300" y="4724400"/>
              <a:ext cx="35814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WHAT THE SPECIALISTS DO</a:t>
              </a:r>
              <a:endParaRPr lang="en-US" sz="900" spc="54" kern="0" b="0" i="0" dirty="0">
                <a:solidFill>
                  <a:srgbClr val="0047FF"/>
                </a:solidFill>
                <a:latin typeface="IBM Plex Mono Medium"/>
                <a:ea typeface="IBM Plex Mono Medium"/>
                <a:cs typeface="IBM Plex Mono Medium"/>
              </a:endParaRPr>
            </a:p>
          </p:txBody>
        </p:sp>
        <p:sp>
          <p:nvSpPr>
            <p:cNvPr id="67" name="node16.body.item-001.bullets.item-001.marker"/>
            <p:cNvSpPr/>
            <p:nvPr/>
          </p:nvSpPr>
          <p:spPr>
            <a:xfrm>
              <a:off x="7734300" y="5003800"/>
              <a:ext cx="38100" cy="38100"/>
            </a:xfrm>
            <a:prstGeom prst="rect">
              <a:avLst/>
            </a:prstGeom>
            <a:solidFill>
              <a:srgbClr val="070154"/>
            </a:solidFill>
            <a:ln>
              <a:noFill/>
            </a:ln>
          </p:spPr>
        </p:sp>
        <p:sp>
          <p:nvSpPr>
            <p:cNvPr id="68" name="node16.body.item-001.bullets.item-001.text"/>
            <p:cNvSpPr/>
            <p:nvPr/>
          </p:nvSpPr>
          <p:spPr>
            <a:xfrm>
              <a:off x="7886700" y="4914900"/>
              <a:ext cx="3429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Advise on architecture and governance</a:t>
              </a:r>
              <a:endParaRPr lang="en-US" sz="1200" spc="0" kern="0" b="0" i="0" dirty="0">
                <a:solidFill>
                  <a:srgbClr val="070154"/>
                </a:solidFill>
                <a:latin typeface="IBM Plex Sans"/>
                <a:ea typeface="IBM Plex Sans"/>
                <a:cs typeface="IBM Plex Sans"/>
              </a:endParaRPr>
            </a:p>
          </p:txBody>
        </p:sp>
        <p:sp>
          <p:nvSpPr>
            <p:cNvPr id="69" name="node16.body.item-001.bullets.item-002.marker"/>
            <p:cNvSpPr/>
            <p:nvPr/>
          </p:nvSpPr>
          <p:spPr>
            <a:xfrm>
              <a:off x="7734300" y="5270500"/>
              <a:ext cx="38100" cy="38100"/>
            </a:xfrm>
            <a:prstGeom prst="rect">
              <a:avLst/>
            </a:prstGeom>
            <a:solidFill>
              <a:srgbClr val="070154"/>
            </a:solidFill>
            <a:ln>
              <a:noFill/>
            </a:ln>
          </p:spPr>
        </p:sp>
        <p:sp>
          <p:nvSpPr>
            <p:cNvPr id="70" name="node16.body.item-001.bullets.item-002.text"/>
            <p:cNvSpPr/>
            <p:nvPr/>
          </p:nvSpPr>
          <p:spPr>
            <a:xfrm>
              <a:off x="7886700" y="5181600"/>
              <a:ext cx="3429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Assess processes and organization</a:t>
              </a:r>
              <a:endParaRPr lang="en-US" sz="1200" spc="0" kern="0" b="0" i="0" dirty="0">
                <a:solidFill>
                  <a:srgbClr val="070154"/>
                </a:solidFill>
                <a:latin typeface="IBM Plex Sans"/>
                <a:ea typeface="IBM Plex Sans"/>
                <a:cs typeface="IBM Plex Sans"/>
              </a:endParaRPr>
            </a:p>
          </p:txBody>
        </p:sp>
        <p:sp>
          <p:nvSpPr>
            <p:cNvPr id="71" name="node16.body.item-001.bullets.item-003.marker"/>
            <p:cNvSpPr/>
            <p:nvPr/>
          </p:nvSpPr>
          <p:spPr>
            <a:xfrm>
              <a:off x="7734300" y="5537200"/>
              <a:ext cx="38100" cy="38100"/>
            </a:xfrm>
            <a:prstGeom prst="rect">
              <a:avLst/>
            </a:prstGeom>
            <a:solidFill>
              <a:srgbClr val="070154"/>
            </a:solidFill>
            <a:ln>
              <a:noFill/>
            </a:ln>
          </p:spPr>
        </p:sp>
        <p:sp>
          <p:nvSpPr>
            <p:cNvPr id="72" name="node16.body.item-001.bullets.item-003.text"/>
            <p:cNvSpPr/>
            <p:nvPr/>
          </p:nvSpPr>
          <p:spPr>
            <a:xfrm>
              <a:off x="7886700" y="5448300"/>
              <a:ext cx="3429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Lead training and knowledge transfer</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name="source-539">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TEAM STRUCTURE</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A core team backed by matched specialists</a:t>
            </a:r>
            <a:endParaRPr lang="en-US" sz="3200" spc="-64" kern="0" b="0" i="0" dirty="0">
              <a:solidFill>
                <a:srgbClr val="070154"/>
              </a:solidFill>
              <a:latin typeface="IBM Plex Sans SemiBold"/>
              <a:ea typeface="IBM Plex Sans SemiBold"/>
              <a:cs typeface="IBM Plex Sans SemiBold"/>
            </a:endParaRPr>
          </a:p>
        </p:txBody>
      </p:sp>
      <p:sp>
        <p:nvSpPr>
          <p:cNvPr id="5" name="nav.section-01"/>
          <p:cNvSpPr/>
          <p:nvPr/>
        </p:nvSpPr>
        <p:spPr>
          <a:xfrm>
            <a:off x="266700" y="457200"/>
            <a:ext cx="228600" cy="1036320"/>
          </a:xfrm>
          <a:prstGeom prst="rect">
            <a:avLst/>
          </a:prstGeom>
          <a:solidFill>
            <a:srgbClr val="E8EEF8"/>
          </a:solidFill>
          <a:ln>
            <a:noFill/>
          </a:ln>
        </p:spPr>
      </p:sp>
      <p:sp>
        <p:nvSpPr>
          <p:cNvPr id="6" name="nav.label.section-01"/>
          <p:cNvSpPr/>
          <p:nvPr/>
        </p:nvSpPr>
        <p:spPr>
          <a:xfrm>
            <a:off x="266700" y="457200"/>
            <a:ext cx="228600" cy="103632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50658E"/>
                </a:solidFill>
                <a:latin typeface="IBM Plex Mono SemiBold"/>
                <a:ea typeface="IBM Plex Mono SemiBold"/>
                <a:cs typeface="IBM Plex Mono SemiBold"/>
              </a:rPr>
              <a:t>CONTEXT</a:t>
            </a:r>
            <a:endParaRPr lang="en-US" sz="800" spc="80" kern="0" b="0" i="0" dirty="0">
              <a:solidFill>
                <a:srgbClr val="50658E"/>
              </a:solidFill>
              <a:latin typeface="IBM Plex Mono SemiBold"/>
              <a:ea typeface="IBM Plex Mono SemiBold"/>
              <a:cs typeface="IBM Plex Mono SemiBold"/>
            </a:endParaRPr>
          </a:p>
        </p:txBody>
      </p:sp>
      <p:sp>
        <p:nvSpPr>
          <p:cNvPr id="7" name="nav.section-02"/>
          <p:cNvSpPr/>
          <p:nvPr/>
        </p:nvSpPr>
        <p:spPr>
          <a:xfrm>
            <a:off x="266700" y="1569720"/>
            <a:ext cx="228600" cy="1036320"/>
          </a:xfrm>
          <a:prstGeom prst="rect">
            <a:avLst/>
          </a:prstGeom>
          <a:solidFill>
            <a:srgbClr val="E8EEF8"/>
          </a:solidFill>
          <a:ln>
            <a:noFill/>
          </a:ln>
        </p:spPr>
      </p:sp>
      <p:sp>
        <p:nvSpPr>
          <p:cNvPr id="8" name="nav.label.section-02"/>
          <p:cNvSpPr/>
          <p:nvPr/>
        </p:nvSpPr>
        <p:spPr>
          <a:xfrm>
            <a:off x="266700" y="1569720"/>
            <a:ext cx="228600" cy="103632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50658E"/>
                </a:solidFill>
                <a:latin typeface="IBM Plex Mono SemiBold"/>
                <a:ea typeface="IBM Plex Mono SemiBold"/>
                <a:cs typeface="IBM Plex Mono SemiBold"/>
              </a:rPr>
              <a:t>APPROACH</a:t>
            </a:r>
            <a:endParaRPr lang="en-US" sz="800" spc="80" kern="0" b="0" i="0" dirty="0">
              <a:solidFill>
                <a:srgbClr val="50658E"/>
              </a:solidFill>
              <a:latin typeface="IBM Plex Mono SemiBold"/>
              <a:ea typeface="IBM Plex Mono SemiBold"/>
              <a:cs typeface="IBM Plex Mono SemiBold"/>
            </a:endParaRPr>
          </a:p>
        </p:txBody>
      </p:sp>
      <p:sp>
        <p:nvSpPr>
          <p:cNvPr id="9" name="nav.section-03"/>
          <p:cNvSpPr/>
          <p:nvPr/>
        </p:nvSpPr>
        <p:spPr>
          <a:xfrm>
            <a:off x="266700" y="2682240"/>
            <a:ext cx="228600" cy="1036320"/>
          </a:xfrm>
          <a:prstGeom prst="rect">
            <a:avLst/>
          </a:prstGeom>
          <a:solidFill>
            <a:srgbClr val="070154"/>
          </a:solidFill>
          <a:ln>
            <a:noFill/>
          </a:ln>
        </p:spPr>
      </p:sp>
      <p:sp>
        <p:nvSpPr>
          <p:cNvPr id="10" name="nav.label.section-03"/>
          <p:cNvSpPr/>
          <p:nvPr/>
        </p:nvSpPr>
        <p:spPr>
          <a:xfrm>
            <a:off x="266700" y="2682240"/>
            <a:ext cx="228600" cy="103632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FFFFFF"/>
                </a:solidFill>
                <a:latin typeface="IBM Plex Mono SemiBold"/>
                <a:ea typeface="IBM Plex Mono SemiBold"/>
                <a:cs typeface="IBM Plex Mono SemiBold"/>
              </a:rPr>
              <a:t>TEAM</a:t>
            </a:r>
            <a:endParaRPr lang="en-US" sz="800" spc="80" kern="0" b="0" i="0" dirty="0">
              <a:solidFill>
                <a:srgbClr val="FFFFFF"/>
              </a:solidFill>
              <a:latin typeface="IBM Plex Mono SemiBold"/>
              <a:ea typeface="IBM Plex Mono SemiBold"/>
              <a:cs typeface="IBM Plex Mono SemiBold"/>
            </a:endParaRPr>
          </a:p>
        </p:txBody>
      </p:sp>
      <p:sp>
        <p:nvSpPr>
          <p:cNvPr id="11" name="nav.section-04"/>
          <p:cNvSpPr/>
          <p:nvPr/>
        </p:nvSpPr>
        <p:spPr>
          <a:xfrm>
            <a:off x="266700" y="3794760"/>
            <a:ext cx="228600" cy="1036320"/>
          </a:xfrm>
          <a:prstGeom prst="rect">
            <a:avLst/>
          </a:prstGeom>
          <a:solidFill>
            <a:srgbClr val="E8EEF8"/>
          </a:solidFill>
          <a:ln>
            <a:noFill/>
          </a:ln>
        </p:spPr>
      </p:sp>
      <p:sp>
        <p:nvSpPr>
          <p:cNvPr id="12" name="nav.label.section-04"/>
          <p:cNvSpPr/>
          <p:nvPr/>
        </p:nvSpPr>
        <p:spPr>
          <a:xfrm>
            <a:off x="266700" y="3794760"/>
            <a:ext cx="228600" cy="103632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50658E"/>
                </a:solidFill>
                <a:latin typeface="IBM Plex Mono SemiBold"/>
                <a:ea typeface="IBM Plex Mono SemiBold"/>
                <a:cs typeface="IBM Plex Mono SemiBold"/>
              </a:rPr>
              <a:t>COMMERCIALS</a:t>
            </a:r>
            <a:endParaRPr lang="en-US" sz="800" spc="80" kern="0" b="0" i="0" dirty="0">
              <a:solidFill>
                <a:srgbClr val="50658E"/>
              </a:solidFill>
              <a:latin typeface="IBM Plex Mono SemiBold"/>
              <a:ea typeface="IBM Plex Mono SemiBold"/>
              <a:cs typeface="IBM Plex Mono SemiBold"/>
            </a:endParaRPr>
          </a:p>
        </p:txBody>
      </p:sp>
      <p:sp>
        <p:nvSpPr>
          <p:cNvPr id="13" name="nav.section-05"/>
          <p:cNvSpPr/>
          <p:nvPr/>
        </p:nvSpPr>
        <p:spPr>
          <a:xfrm>
            <a:off x="266700" y="4907280"/>
            <a:ext cx="228600" cy="1036320"/>
          </a:xfrm>
          <a:prstGeom prst="rect">
            <a:avLst/>
          </a:prstGeom>
          <a:solidFill>
            <a:srgbClr val="E8EEF8"/>
          </a:solidFill>
          <a:ln>
            <a:noFill/>
          </a:ln>
        </p:spPr>
      </p:sp>
      <p:sp>
        <p:nvSpPr>
          <p:cNvPr id="14" name="nav.label.section-05"/>
          <p:cNvSpPr/>
          <p:nvPr/>
        </p:nvSpPr>
        <p:spPr>
          <a:xfrm>
            <a:off x="266700" y="4907280"/>
            <a:ext cx="228600" cy="103632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50658E"/>
                </a:solidFill>
                <a:latin typeface="IBM Plex Mono SemiBold"/>
                <a:ea typeface="IBM Plex Mono SemiBold"/>
                <a:cs typeface="IBM Plex Mono SemiBold"/>
              </a:rPr>
              <a:t>NEXT STEPS</a:t>
            </a:r>
            <a:endParaRPr lang="en-US" sz="800" spc="80" kern="0" b="0" i="0" dirty="0">
              <a:solidFill>
                <a:srgbClr val="50658E"/>
              </a:solidFill>
              <a:latin typeface="IBM Plex Mono SemiBold"/>
              <a:ea typeface="IBM Plex Mono SemiBold"/>
              <a:cs typeface="IBM Plex Mono SemiBold"/>
            </a:endParaRPr>
          </a:p>
        </p:txBody>
      </p:sp>
      <p:sp>
        <p:nvSpPr>
          <p:cNvPr id="1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173</a:t>
            </a:fld>
            <a:endParaRPr lang="en-US" sz="700" spc="0" kern="0" b="0" i="0" dirty="0">
              <a:solidFill>
                <a:srgbClr val="070154"/>
              </a:solidFill>
              <a:latin typeface="IBM Plex Mono SemiBold"/>
              <a:ea typeface="IBM Plex Mono SemiBold"/>
              <a:cs typeface="IBM Plex Mono SemiBold"/>
            </a:endParaRPr>
          </a:p>
        </p:txBody>
      </p:sp>
      <p:grpSp>
        <p:nvGrpSpPr>
          <p:cNvPr id="83" name="node01"/>
          <p:cNvGrpSpPr/>
          <p:nvPr/>
        </p:nvGrpSpPr>
        <p:grpSpPr>
          <a:xfrm>
            <a:off x="723900" y="1600200"/>
            <a:ext cx="10744200" cy="457200"/>
            <a:chOff x="723900" y="1600200"/>
            <a:chExt cx="10744200" cy="457200"/>
          </a:xfrm>
        </p:grpSpPr>
        <p:sp>
          <p:nvSpPr>
            <p:cNvPr id="16" name="node01.surface"/>
            <p:cNvSpPr/>
            <p:nvPr/>
          </p:nvSpPr>
          <p:spPr>
            <a:xfrm>
              <a:off x="723900" y="1600200"/>
              <a:ext cx="10744200" cy="457200"/>
            </a:xfrm>
            <a:prstGeom prst="rect">
              <a:avLst/>
            </a:prstGeom>
            <a:solidFill>
              <a:srgbClr val="070154"/>
            </a:solidFill>
            <a:ln>
              <a:noFill/>
            </a:ln>
          </p:spPr>
        </p:sp>
        <p:sp>
          <p:nvSpPr>
            <p:cNvPr id="17" name="node01.text"/>
            <p:cNvSpPr/>
            <p:nvPr/>
          </p:nvSpPr>
          <p:spPr>
            <a:xfrm>
              <a:off x="876300" y="1676400"/>
              <a:ext cx="10439400" cy="304800"/>
            </a:xfrm>
            <a:prstGeom prst="rect">
              <a:avLst/>
            </a:prstGeom>
            <a:noFill/>
            <a:ln/>
          </p:spPr>
          <p:txBody>
            <a:bodyPr wrap="square" lIns="0" tIns="0" rIns="0" bIns="0" rtlCol="0" anchor="t"/>
            <a:lstStyle/>
            <a:p>
              <a:pPr algn="ctr" indent="0" marL="0">
                <a:lnSpc>
                  <a:spcPts val="2400"/>
                </a:lnSpc>
                <a:buNone/>
              </a:pPr>
              <a:r>
                <a:rPr lang="en-US" sz="1800" spc="-18" kern="0" b="0" i="0" dirty="0">
                  <a:solidFill>
                    <a:srgbClr val="FFFFFF"/>
                  </a:solidFill>
                  <a:latin typeface="IBM Plex Sans SemiBold"/>
                  <a:ea typeface="IBM Plex Sans SemiBold"/>
                  <a:cs typeface="IBM Plex Sans SemiBold"/>
                </a:rPr>
                <a:t>Leadership and core team</a:t>
              </a:r>
              <a:endParaRPr lang="en-US" sz="1800" spc="-18" kern="0" b="0" i="0" dirty="0">
                <a:solidFill>
                  <a:srgbClr val="FFFFFF"/>
                </a:solidFill>
                <a:latin typeface="IBM Plex Sans SemiBold"/>
                <a:ea typeface="IBM Plex Sans SemiBold"/>
                <a:cs typeface="IBM Plex Sans SemiBold"/>
              </a:endParaRPr>
            </a:p>
          </p:txBody>
        </p:sp>
      </p:grpSp>
      <p:grpSp>
        <p:nvGrpSpPr>
          <p:cNvPr id="84" name="node02"/>
          <p:cNvGrpSpPr/>
          <p:nvPr/>
        </p:nvGrpSpPr>
        <p:grpSpPr>
          <a:xfrm>
            <a:off x="723900" y="2286000"/>
            <a:ext cx="2057400" cy="533400"/>
            <a:chOff x="723900" y="2286000"/>
            <a:chExt cx="2057400" cy="533400"/>
          </a:xfrm>
        </p:grpSpPr>
        <p:pic>
          <p:nvPicPr>
            <p:cNvPr id="18" name="node02.avatar" descr="photo-headshot-face; canonical SHA256=296801383ca36ace437e526edbbf16a0e387072468b87185313e9502001ef07c">    </p:cNvPr>
            <p:cNvPicPr>
              <a:picLocks noChangeAspect="1"/>
            </p:cNvPicPr>
            <p:nvPr/>
          </p:nvPicPr>
          <p:blipFill>
            <a:blip r:embed="rId1"/>
            <a:srcRect l="0" r="0" t="0" b="0"/>
            <a:stretch/>
          </p:blipFill>
          <p:spPr>
            <a:xfrm>
              <a:off x="723900" y="2324100"/>
              <a:ext cx="457200" cy="457200"/>
            </a:xfrm>
            <a:prstGeom prst="rect">
              <a:avLst/>
            </a:prstGeom>
          </p:spPr>
        </p:pic>
        <p:sp>
          <p:nvSpPr>
            <p:cNvPr id="19" name="node02.name"/>
            <p:cNvSpPr/>
            <p:nvPr/>
          </p:nvSpPr>
          <p:spPr>
            <a:xfrm>
              <a:off x="1333500" y="2286000"/>
              <a:ext cx="14478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Dana Whitfield</a:t>
              </a:r>
              <a:endParaRPr lang="en-US" sz="1400" spc="0" kern="0" b="0" i="0" dirty="0">
                <a:solidFill>
                  <a:srgbClr val="070154"/>
                </a:solidFill>
                <a:latin typeface="IBM Plex Sans SemiBold"/>
                <a:ea typeface="IBM Plex Sans SemiBold"/>
                <a:cs typeface="IBM Plex Sans SemiBold"/>
              </a:endParaRPr>
            </a:p>
          </p:txBody>
        </p:sp>
        <p:sp>
          <p:nvSpPr>
            <p:cNvPr id="20" name="node02.role"/>
            <p:cNvSpPr/>
            <p:nvPr/>
          </p:nvSpPr>
          <p:spPr>
            <a:xfrm>
              <a:off x="1333500" y="2590800"/>
              <a:ext cx="1447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Executive sponsor</a:t>
              </a:r>
              <a:endParaRPr lang="en-US" sz="1200" spc="0" kern="0" b="0" i="0" dirty="0">
                <a:solidFill>
                  <a:srgbClr val="50658E"/>
                </a:solidFill>
                <a:latin typeface="IBM Plex Sans"/>
                <a:ea typeface="IBM Plex Sans"/>
                <a:cs typeface="IBM Plex Sans"/>
              </a:endParaRPr>
            </a:p>
          </p:txBody>
        </p:sp>
      </p:grpSp>
      <p:grpSp>
        <p:nvGrpSpPr>
          <p:cNvPr id="85" name="node03"/>
          <p:cNvGrpSpPr/>
          <p:nvPr/>
        </p:nvGrpSpPr>
        <p:grpSpPr>
          <a:xfrm>
            <a:off x="3009900" y="2286000"/>
            <a:ext cx="2057400" cy="533400"/>
            <a:chOff x="3009900" y="2286000"/>
            <a:chExt cx="2057400" cy="533400"/>
          </a:xfrm>
        </p:grpSpPr>
        <p:sp>
          <p:nvSpPr>
            <p:cNvPr id="21" name="node03.avatar"/>
            <p:cNvSpPr/>
            <p:nvPr/>
          </p:nvSpPr>
          <p:spPr>
            <a:xfrm>
              <a:off x="3009900" y="2324100"/>
              <a:ext cx="457200" cy="457200"/>
            </a:xfrm>
            <a:prstGeom prst="rect">
              <a:avLst/>
            </a:prstGeom>
            <a:solidFill>
              <a:srgbClr val="070154"/>
            </a:solidFill>
            <a:ln>
              <a:noFill/>
            </a:ln>
          </p:spPr>
        </p:sp>
        <p:sp>
          <p:nvSpPr>
            <p:cNvPr id="22" name="node03.initials"/>
            <p:cNvSpPr/>
            <p:nvPr/>
          </p:nvSpPr>
          <p:spPr>
            <a:xfrm>
              <a:off x="3009900" y="2419350"/>
              <a:ext cx="4572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FFFFFF"/>
                  </a:solidFill>
                  <a:latin typeface="IBM Plex Sans SemiBold"/>
                  <a:ea typeface="IBM Plex Sans SemiBold"/>
                  <a:cs typeface="IBM Plex Sans SemiBold"/>
                </a:rPr>
                <a:t>KM</a:t>
              </a:r>
              <a:endParaRPr lang="en-US" sz="1400" spc="0" kern="0" b="0" i="0" dirty="0">
                <a:solidFill>
                  <a:srgbClr val="FFFFFF"/>
                </a:solidFill>
                <a:latin typeface="IBM Plex Sans SemiBold"/>
                <a:ea typeface="IBM Plex Sans SemiBold"/>
                <a:cs typeface="IBM Plex Sans SemiBold"/>
              </a:endParaRPr>
            </a:p>
          </p:txBody>
        </p:sp>
        <p:sp>
          <p:nvSpPr>
            <p:cNvPr id="23" name="node03.name"/>
            <p:cNvSpPr/>
            <p:nvPr/>
          </p:nvSpPr>
          <p:spPr>
            <a:xfrm>
              <a:off x="3619500" y="2286000"/>
              <a:ext cx="14478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Kiran Mehta</a:t>
              </a:r>
              <a:endParaRPr lang="en-US" sz="1400" spc="0" kern="0" b="0" i="0" dirty="0">
                <a:solidFill>
                  <a:srgbClr val="070154"/>
                </a:solidFill>
                <a:latin typeface="IBM Plex Sans SemiBold"/>
                <a:ea typeface="IBM Plex Sans SemiBold"/>
                <a:cs typeface="IBM Plex Sans SemiBold"/>
              </a:endParaRPr>
            </a:p>
          </p:txBody>
        </p:sp>
        <p:sp>
          <p:nvSpPr>
            <p:cNvPr id="24" name="node03.role"/>
            <p:cNvSpPr/>
            <p:nvPr/>
          </p:nvSpPr>
          <p:spPr>
            <a:xfrm>
              <a:off x="3619500" y="2590800"/>
              <a:ext cx="1447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Executive sponsor</a:t>
              </a:r>
              <a:endParaRPr lang="en-US" sz="1200" spc="0" kern="0" b="0" i="0" dirty="0">
                <a:solidFill>
                  <a:srgbClr val="50658E"/>
                </a:solidFill>
                <a:latin typeface="IBM Plex Sans"/>
                <a:ea typeface="IBM Plex Sans"/>
                <a:cs typeface="IBM Plex Sans"/>
              </a:endParaRPr>
            </a:p>
          </p:txBody>
        </p:sp>
      </p:grpSp>
      <p:grpSp>
        <p:nvGrpSpPr>
          <p:cNvPr id="86" name="node04"/>
          <p:cNvGrpSpPr/>
          <p:nvPr/>
        </p:nvGrpSpPr>
        <p:grpSpPr>
          <a:xfrm>
            <a:off x="5295900" y="2286000"/>
            <a:ext cx="2057400" cy="533400"/>
            <a:chOff x="5295900" y="2286000"/>
            <a:chExt cx="2057400" cy="533400"/>
          </a:xfrm>
        </p:grpSpPr>
        <p:sp>
          <p:nvSpPr>
            <p:cNvPr id="25" name="node04.avatar"/>
            <p:cNvSpPr/>
            <p:nvPr/>
          </p:nvSpPr>
          <p:spPr>
            <a:xfrm>
              <a:off x="5295900" y="2324100"/>
              <a:ext cx="457200" cy="457200"/>
            </a:xfrm>
            <a:prstGeom prst="rect">
              <a:avLst/>
            </a:prstGeom>
            <a:solidFill>
              <a:srgbClr val="070154"/>
            </a:solidFill>
            <a:ln>
              <a:noFill/>
            </a:ln>
          </p:spPr>
        </p:sp>
        <p:sp>
          <p:nvSpPr>
            <p:cNvPr id="26" name="node04.initials"/>
            <p:cNvSpPr/>
            <p:nvPr/>
          </p:nvSpPr>
          <p:spPr>
            <a:xfrm>
              <a:off x="5295900" y="2419350"/>
              <a:ext cx="4572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FFFFFF"/>
                  </a:solidFill>
                  <a:latin typeface="IBM Plex Sans SemiBold"/>
                  <a:ea typeface="IBM Plex Sans SemiBold"/>
                  <a:cs typeface="IBM Plex Sans SemiBold"/>
                </a:rPr>
                <a:t>JA</a:t>
              </a:r>
              <a:endParaRPr lang="en-US" sz="1400" spc="0" kern="0" b="0" i="0" dirty="0">
                <a:solidFill>
                  <a:srgbClr val="FFFFFF"/>
                </a:solidFill>
                <a:latin typeface="IBM Plex Sans SemiBold"/>
                <a:ea typeface="IBM Plex Sans SemiBold"/>
                <a:cs typeface="IBM Plex Sans SemiBold"/>
              </a:endParaRPr>
            </a:p>
          </p:txBody>
        </p:sp>
        <p:sp>
          <p:nvSpPr>
            <p:cNvPr id="27" name="node04.name"/>
            <p:cNvSpPr/>
            <p:nvPr/>
          </p:nvSpPr>
          <p:spPr>
            <a:xfrm>
              <a:off x="5905500" y="2286000"/>
              <a:ext cx="14478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Julia Ansel</a:t>
              </a:r>
              <a:endParaRPr lang="en-US" sz="1400" spc="0" kern="0" b="0" i="0" dirty="0">
                <a:solidFill>
                  <a:srgbClr val="070154"/>
                </a:solidFill>
                <a:latin typeface="IBM Plex Sans SemiBold"/>
                <a:ea typeface="IBM Plex Sans SemiBold"/>
                <a:cs typeface="IBM Plex Sans SemiBold"/>
              </a:endParaRPr>
            </a:p>
          </p:txBody>
        </p:sp>
        <p:sp>
          <p:nvSpPr>
            <p:cNvPr id="28" name="node04.role"/>
            <p:cNvSpPr/>
            <p:nvPr/>
          </p:nvSpPr>
          <p:spPr>
            <a:xfrm>
              <a:off x="5905500" y="2590800"/>
              <a:ext cx="1447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Engagement lead</a:t>
              </a:r>
              <a:endParaRPr lang="en-US" sz="1200" spc="0" kern="0" b="0" i="0" dirty="0">
                <a:solidFill>
                  <a:srgbClr val="50658E"/>
                </a:solidFill>
                <a:latin typeface="IBM Plex Sans"/>
                <a:ea typeface="IBM Plex Sans"/>
                <a:cs typeface="IBM Plex Sans"/>
              </a:endParaRPr>
            </a:p>
          </p:txBody>
        </p:sp>
      </p:grpSp>
      <p:grpSp>
        <p:nvGrpSpPr>
          <p:cNvPr id="87" name="node05"/>
          <p:cNvGrpSpPr/>
          <p:nvPr/>
        </p:nvGrpSpPr>
        <p:grpSpPr>
          <a:xfrm>
            <a:off x="723900" y="2971800"/>
            <a:ext cx="2057400" cy="533400"/>
            <a:chOff x="723900" y="2971800"/>
            <a:chExt cx="2057400" cy="533400"/>
          </a:xfrm>
        </p:grpSpPr>
        <p:sp>
          <p:nvSpPr>
            <p:cNvPr id="29" name="node05.avatar"/>
            <p:cNvSpPr/>
            <p:nvPr/>
          </p:nvSpPr>
          <p:spPr>
            <a:xfrm>
              <a:off x="723900" y="3009900"/>
              <a:ext cx="457200" cy="457200"/>
            </a:xfrm>
            <a:prstGeom prst="rect">
              <a:avLst/>
            </a:prstGeom>
            <a:solidFill>
              <a:srgbClr val="070154"/>
            </a:solidFill>
            <a:ln>
              <a:noFill/>
            </a:ln>
          </p:spPr>
        </p:sp>
        <p:sp>
          <p:nvSpPr>
            <p:cNvPr id="30" name="node05.initials"/>
            <p:cNvSpPr/>
            <p:nvPr/>
          </p:nvSpPr>
          <p:spPr>
            <a:xfrm>
              <a:off x="723900" y="3105150"/>
              <a:ext cx="4572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FFFFFF"/>
                  </a:solidFill>
                  <a:latin typeface="IBM Plex Sans SemiBold"/>
                  <a:ea typeface="IBM Plex Sans SemiBold"/>
                  <a:cs typeface="IBM Plex Sans SemiBold"/>
                </a:rPr>
                <a:t>MO</a:t>
              </a:r>
              <a:endParaRPr lang="en-US" sz="1400" spc="0" kern="0" b="0" i="0" dirty="0">
                <a:solidFill>
                  <a:srgbClr val="FFFFFF"/>
                </a:solidFill>
                <a:latin typeface="IBM Plex Sans SemiBold"/>
                <a:ea typeface="IBM Plex Sans SemiBold"/>
                <a:cs typeface="IBM Plex Sans SemiBold"/>
              </a:endParaRPr>
            </a:p>
          </p:txBody>
        </p:sp>
        <p:sp>
          <p:nvSpPr>
            <p:cNvPr id="31" name="node05.name"/>
            <p:cNvSpPr/>
            <p:nvPr/>
          </p:nvSpPr>
          <p:spPr>
            <a:xfrm>
              <a:off x="1333500" y="2971800"/>
              <a:ext cx="14478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Mike Odell</a:t>
              </a:r>
              <a:endParaRPr lang="en-US" sz="1400" spc="0" kern="0" b="0" i="0" dirty="0">
                <a:solidFill>
                  <a:srgbClr val="070154"/>
                </a:solidFill>
                <a:latin typeface="IBM Plex Sans SemiBold"/>
                <a:ea typeface="IBM Plex Sans SemiBold"/>
                <a:cs typeface="IBM Plex Sans SemiBold"/>
              </a:endParaRPr>
            </a:p>
          </p:txBody>
        </p:sp>
        <p:sp>
          <p:nvSpPr>
            <p:cNvPr id="32" name="node05.role"/>
            <p:cNvSpPr/>
            <p:nvPr/>
          </p:nvSpPr>
          <p:spPr>
            <a:xfrm>
              <a:off x="1333500" y="3276600"/>
              <a:ext cx="1447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Platform architect</a:t>
              </a:r>
              <a:endParaRPr lang="en-US" sz="1200" spc="0" kern="0" b="0" i="0" dirty="0">
                <a:solidFill>
                  <a:srgbClr val="50658E"/>
                </a:solidFill>
                <a:latin typeface="IBM Plex Sans"/>
                <a:ea typeface="IBM Plex Sans"/>
                <a:cs typeface="IBM Plex Sans"/>
              </a:endParaRPr>
            </a:p>
          </p:txBody>
        </p:sp>
      </p:grpSp>
      <p:grpSp>
        <p:nvGrpSpPr>
          <p:cNvPr id="88" name="node06"/>
          <p:cNvGrpSpPr/>
          <p:nvPr/>
        </p:nvGrpSpPr>
        <p:grpSpPr>
          <a:xfrm>
            <a:off x="3009900" y="2971800"/>
            <a:ext cx="2057400" cy="533400"/>
            <a:chOff x="3009900" y="2971800"/>
            <a:chExt cx="2057400" cy="533400"/>
          </a:xfrm>
        </p:grpSpPr>
        <p:sp>
          <p:nvSpPr>
            <p:cNvPr id="33" name="node06.avatar"/>
            <p:cNvSpPr/>
            <p:nvPr/>
          </p:nvSpPr>
          <p:spPr>
            <a:xfrm>
              <a:off x="3009900" y="3009900"/>
              <a:ext cx="457200" cy="457200"/>
            </a:xfrm>
            <a:prstGeom prst="rect">
              <a:avLst/>
            </a:prstGeom>
            <a:solidFill>
              <a:srgbClr val="070154"/>
            </a:solidFill>
            <a:ln>
              <a:noFill/>
            </a:ln>
          </p:spPr>
        </p:sp>
        <p:sp>
          <p:nvSpPr>
            <p:cNvPr id="34" name="node06.initials"/>
            <p:cNvSpPr/>
            <p:nvPr/>
          </p:nvSpPr>
          <p:spPr>
            <a:xfrm>
              <a:off x="3009900" y="3105150"/>
              <a:ext cx="4572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FFFFFF"/>
                  </a:solidFill>
                  <a:latin typeface="IBM Plex Sans SemiBold"/>
                  <a:ea typeface="IBM Plex Sans SemiBold"/>
                  <a:cs typeface="IBM Plex Sans SemiBold"/>
                </a:rPr>
                <a:t>JS</a:t>
              </a:r>
              <a:endParaRPr lang="en-US" sz="1400" spc="0" kern="0" b="0" i="0" dirty="0">
                <a:solidFill>
                  <a:srgbClr val="FFFFFF"/>
                </a:solidFill>
                <a:latin typeface="IBM Plex Sans SemiBold"/>
                <a:ea typeface="IBM Plex Sans SemiBold"/>
                <a:cs typeface="IBM Plex Sans SemiBold"/>
              </a:endParaRPr>
            </a:p>
          </p:txBody>
        </p:sp>
        <p:sp>
          <p:nvSpPr>
            <p:cNvPr id="35" name="node06.name"/>
            <p:cNvSpPr/>
            <p:nvPr/>
          </p:nvSpPr>
          <p:spPr>
            <a:xfrm>
              <a:off x="3619500" y="2971800"/>
              <a:ext cx="14478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Jag Soni</a:t>
              </a:r>
              <a:endParaRPr lang="en-US" sz="1400" spc="0" kern="0" b="0" i="0" dirty="0">
                <a:solidFill>
                  <a:srgbClr val="070154"/>
                </a:solidFill>
                <a:latin typeface="IBM Plex Sans SemiBold"/>
                <a:ea typeface="IBM Plex Sans SemiBold"/>
                <a:cs typeface="IBM Plex Sans SemiBold"/>
              </a:endParaRPr>
            </a:p>
          </p:txBody>
        </p:sp>
        <p:sp>
          <p:nvSpPr>
            <p:cNvPr id="36" name="node06.role"/>
            <p:cNvSpPr/>
            <p:nvPr/>
          </p:nvSpPr>
          <p:spPr>
            <a:xfrm>
              <a:off x="3619500" y="3276600"/>
              <a:ext cx="1447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Enterprise architect</a:t>
              </a:r>
              <a:endParaRPr lang="en-US" sz="1200" spc="0" kern="0" b="0" i="0" dirty="0">
                <a:solidFill>
                  <a:srgbClr val="50658E"/>
                </a:solidFill>
                <a:latin typeface="IBM Plex Sans"/>
                <a:ea typeface="IBM Plex Sans"/>
                <a:cs typeface="IBM Plex Sans"/>
              </a:endParaRPr>
            </a:p>
          </p:txBody>
        </p:sp>
      </p:grpSp>
      <p:grpSp>
        <p:nvGrpSpPr>
          <p:cNvPr id="89" name="node07"/>
          <p:cNvGrpSpPr/>
          <p:nvPr/>
        </p:nvGrpSpPr>
        <p:grpSpPr>
          <a:xfrm>
            <a:off x="5295900" y="2971800"/>
            <a:ext cx="2057400" cy="533400"/>
            <a:chOff x="5295900" y="2971800"/>
            <a:chExt cx="2057400" cy="533400"/>
          </a:xfrm>
        </p:grpSpPr>
        <p:sp>
          <p:nvSpPr>
            <p:cNvPr id="37" name="node07.avatar"/>
            <p:cNvSpPr/>
            <p:nvPr/>
          </p:nvSpPr>
          <p:spPr>
            <a:xfrm>
              <a:off x="5295900" y="3009900"/>
              <a:ext cx="457200" cy="457200"/>
            </a:xfrm>
            <a:prstGeom prst="rect">
              <a:avLst/>
            </a:prstGeom>
            <a:solidFill>
              <a:srgbClr val="070154"/>
            </a:solidFill>
            <a:ln>
              <a:noFill/>
            </a:ln>
          </p:spPr>
        </p:sp>
        <p:sp>
          <p:nvSpPr>
            <p:cNvPr id="38" name="node07.initials"/>
            <p:cNvSpPr/>
            <p:nvPr/>
          </p:nvSpPr>
          <p:spPr>
            <a:xfrm>
              <a:off x="5295900" y="3105150"/>
              <a:ext cx="4572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FFFFFF"/>
                  </a:solidFill>
                  <a:latin typeface="IBM Plex Sans SemiBold"/>
                  <a:ea typeface="IBM Plex Sans SemiBold"/>
                  <a:cs typeface="IBM Plex Sans SemiBold"/>
                </a:rPr>
                <a:t>AR</a:t>
              </a:r>
              <a:endParaRPr lang="en-US" sz="1400" spc="0" kern="0" b="0" i="0" dirty="0">
                <a:solidFill>
                  <a:srgbClr val="FFFFFF"/>
                </a:solidFill>
                <a:latin typeface="IBM Plex Sans SemiBold"/>
                <a:ea typeface="IBM Plex Sans SemiBold"/>
                <a:cs typeface="IBM Plex Sans SemiBold"/>
              </a:endParaRPr>
            </a:p>
          </p:txBody>
        </p:sp>
        <p:sp>
          <p:nvSpPr>
            <p:cNvPr id="39" name="node07.name"/>
            <p:cNvSpPr/>
            <p:nvPr/>
          </p:nvSpPr>
          <p:spPr>
            <a:xfrm>
              <a:off x="5905500" y="2971800"/>
              <a:ext cx="14478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Albert Reyes</a:t>
              </a:r>
              <a:endParaRPr lang="en-US" sz="1400" spc="0" kern="0" b="0" i="0" dirty="0">
                <a:solidFill>
                  <a:srgbClr val="070154"/>
                </a:solidFill>
                <a:latin typeface="IBM Plex Sans SemiBold"/>
                <a:ea typeface="IBM Plex Sans SemiBold"/>
                <a:cs typeface="IBM Plex Sans SemiBold"/>
              </a:endParaRPr>
            </a:p>
          </p:txBody>
        </p:sp>
        <p:sp>
          <p:nvSpPr>
            <p:cNvPr id="40" name="node07.role"/>
            <p:cNvSpPr/>
            <p:nvPr/>
          </p:nvSpPr>
          <p:spPr>
            <a:xfrm>
              <a:off x="5905500" y="3276600"/>
              <a:ext cx="1447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Infrastructure lead</a:t>
              </a:r>
              <a:endParaRPr lang="en-US" sz="1200" spc="0" kern="0" b="0" i="0" dirty="0">
                <a:solidFill>
                  <a:srgbClr val="50658E"/>
                </a:solidFill>
                <a:latin typeface="IBM Plex Sans"/>
                <a:ea typeface="IBM Plex Sans"/>
                <a:cs typeface="IBM Plex Sans"/>
              </a:endParaRPr>
            </a:p>
          </p:txBody>
        </p:sp>
      </p:grpSp>
      <p:grpSp>
        <p:nvGrpSpPr>
          <p:cNvPr id="90" name="node08"/>
          <p:cNvGrpSpPr/>
          <p:nvPr/>
        </p:nvGrpSpPr>
        <p:grpSpPr>
          <a:xfrm>
            <a:off x="7581900" y="2286000"/>
            <a:ext cx="3886200" cy="1371600"/>
            <a:chOff x="7581900" y="2286000"/>
            <a:chExt cx="3886200" cy="1371600"/>
          </a:xfrm>
        </p:grpSpPr>
        <p:sp>
          <p:nvSpPr>
            <p:cNvPr id="41" name="node08.container"/>
            <p:cNvSpPr/>
            <p:nvPr/>
          </p:nvSpPr>
          <p:spPr>
            <a:xfrm>
              <a:off x="7581900" y="2286000"/>
              <a:ext cx="3886200" cy="1371600"/>
            </a:xfrm>
            <a:prstGeom prst="rect">
              <a:avLst/>
            </a:prstGeom>
            <a:solidFill>
              <a:srgbClr val="E8EEF8"/>
            </a:solidFill>
            <a:ln>
              <a:noFill/>
            </a:ln>
          </p:spPr>
        </p:sp>
        <p:sp>
          <p:nvSpPr>
            <p:cNvPr id="42" name="node08.label"/>
            <p:cNvSpPr/>
            <p:nvPr/>
          </p:nvSpPr>
          <p:spPr>
            <a:xfrm>
              <a:off x="7734300" y="2438400"/>
              <a:ext cx="35814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WHAT THE CORE TEAM DOES</a:t>
              </a:r>
              <a:endParaRPr lang="en-US" sz="900" spc="54" kern="0" b="0" i="0" dirty="0">
                <a:solidFill>
                  <a:srgbClr val="0047FF"/>
                </a:solidFill>
                <a:latin typeface="IBM Plex Mono Medium"/>
                <a:ea typeface="IBM Plex Mono Medium"/>
                <a:cs typeface="IBM Plex Mono Medium"/>
              </a:endParaRPr>
            </a:p>
          </p:txBody>
        </p:sp>
        <p:sp>
          <p:nvSpPr>
            <p:cNvPr id="43" name="node08.body.item-001.bullets.item-001.marker"/>
            <p:cNvSpPr/>
            <p:nvPr/>
          </p:nvSpPr>
          <p:spPr>
            <a:xfrm>
              <a:off x="7734300" y="2717800"/>
              <a:ext cx="38100" cy="38100"/>
            </a:xfrm>
            <a:prstGeom prst="rect">
              <a:avLst/>
            </a:prstGeom>
            <a:solidFill>
              <a:srgbClr val="070154"/>
            </a:solidFill>
            <a:ln>
              <a:noFill/>
            </a:ln>
          </p:spPr>
        </p:sp>
        <p:sp>
          <p:nvSpPr>
            <p:cNvPr id="44" name="node08.body.item-001.bullets.item-001.text"/>
            <p:cNvSpPr/>
            <p:nvPr/>
          </p:nvSpPr>
          <p:spPr>
            <a:xfrm>
              <a:off x="7886700" y="2628900"/>
              <a:ext cx="3429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Own the sponsor relationship and quality</a:t>
              </a:r>
              <a:endParaRPr lang="en-US" sz="1200" spc="0" kern="0" b="0" i="0" dirty="0">
                <a:solidFill>
                  <a:srgbClr val="070154"/>
                </a:solidFill>
                <a:latin typeface="IBM Plex Sans"/>
                <a:ea typeface="IBM Plex Sans"/>
                <a:cs typeface="IBM Plex Sans"/>
              </a:endParaRPr>
            </a:p>
          </p:txBody>
        </p:sp>
        <p:sp>
          <p:nvSpPr>
            <p:cNvPr id="45" name="node08.body.item-001.bullets.item-002.marker"/>
            <p:cNvSpPr/>
            <p:nvPr/>
          </p:nvSpPr>
          <p:spPr>
            <a:xfrm>
              <a:off x="7734300" y="2984500"/>
              <a:ext cx="38100" cy="38100"/>
            </a:xfrm>
            <a:prstGeom prst="rect">
              <a:avLst/>
            </a:prstGeom>
            <a:solidFill>
              <a:srgbClr val="070154"/>
            </a:solidFill>
            <a:ln>
              <a:noFill/>
            </a:ln>
          </p:spPr>
        </p:sp>
        <p:sp>
          <p:nvSpPr>
            <p:cNvPr id="46" name="node08.body.item-001.bullets.item-002.text"/>
            <p:cNvSpPr/>
            <p:nvPr/>
          </p:nvSpPr>
          <p:spPr>
            <a:xfrm>
              <a:off x="7886700" y="2895600"/>
              <a:ext cx="3429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Bring healthcare expertise to the work</a:t>
              </a:r>
              <a:endParaRPr lang="en-US" sz="1200" spc="0" kern="0" b="0" i="0" dirty="0">
                <a:solidFill>
                  <a:srgbClr val="070154"/>
                </a:solidFill>
                <a:latin typeface="IBM Plex Sans"/>
                <a:ea typeface="IBM Plex Sans"/>
                <a:cs typeface="IBM Plex Sans"/>
              </a:endParaRPr>
            </a:p>
          </p:txBody>
        </p:sp>
        <p:sp>
          <p:nvSpPr>
            <p:cNvPr id="47" name="node08.body.item-001.bullets.item-003.marker"/>
            <p:cNvSpPr/>
            <p:nvPr/>
          </p:nvSpPr>
          <p:spPr>
            <a:xfrm>
              <a:off x="7734300" y="3251200"/>
              <a:ext cx="38100" cy="38100"/>
            </a:xfrm>
            <a:prstGeom prst="rect">
              <a:avLst/>
            </a:prstGeom>
            <a:solidFill>
              <a:srgbClr val="070154"/>
            </a:solidFill>
            <a:ln>
              <a:noFill/>
            </a:ln>
          </p:spPr>
        </p:sp>
        <p:sp>
          <p:nvSpPr>
            <p:cNvPr id="48" name="node08.body.item-001.bullets.item-003.text"/>
            <p:cNvSpPr/>
            <p:nvPr/>
          </p:nvSpPr>
          <p:spPr>
            <a:xfrm>
              <a:off x="7886700" y="3162300"/>
              <a:ext cx="3429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Align both teams and transfer knowledge</a:t>
              </a:r>
              <a:endParaRPr lang="en-US" sz="1200" spc="0" kern="0" b="0" i="0" dirty="0">
                <a:solidFill>
                  <a:srgbClr val="070154"/>
                </a:solidFill>
                <a:latin typeface="IBM Plex Sans"/>
                <a:ea typeface="IBM Plex Sans"/>
                <a:cs typeface="IBM Plex Sans"/>
              </a:endParaRPr>
            </a:p>
          </p:txBody>
        </p:sp>
      </p:grpSp>
      <p:grpSp>
        <p:nvGrpSpPr>
          <p:cNvPr id="91" name="node09"/>
          <p:cNvGrpSpPr/>
          <p:nvPr/>
        </p:nvGrpSpPr>
        <p:grpSpPr>
          <a:xfrm>
            <a:off x="723900" y="3886200"/>
            <a:ext cx="10744200" cy="457200"/>
            <a:chOff x="723900" y="3886200"/>
            <a:chExt cx="10744200" cy="457200"/>
          </a:xfrm>
        </p:grpSpPr>
        <p:sp>
          <p:nvSpPr>
            <p:cNvPr id="49" name="node09.surface"/>
            <p:cNvSpPr/>
            <p:nvPr/>
          </p:nvSpPr>
          <p:spPr>
            <a:xfrm>
              <a:off x="723900" y="3886200"/>
              <a:ext cx="10744200" cy="457200"/>
            </a:xfrm>
            <a:prstGeom prst="rect">
              <a:avLst/>
            </a:prstGeom>
            <a:solidFill>
              <a:srgbClr val="070154"/>
            </a:solidFill>
            <a:ln>
              <a:noFill/>
            </a:ln>
          </p:spPr>
        </p:sp>
        <p:sp>
          <p:nvSpPr>
            <p:cNvPr id="50" name="node09.text"/>
            <p:cNvSpPr/>
            <p:nvPr/>
          </p:nvSpPr>
          <p:spPr>
            <a:xfrm>
              <a:off x="876300" y="3962400"/>
              <a:ext cx="10439400" cy="304800"/>
            </a:xfrm>
            <a:prstGeom prst="rect">
              <a:avLst/>
            </a:prstGeom>
            <a:noFill/>
            <a:ln/>
          </p:spPr>
          <p:txBody>
            <a:bodyPr wrap="square" lIns="0" tIns="0" rIns="0" bIns="0" rtlCol="0" anchor="t"/>
            <a:lstStyle/>
            <a:p>
              <a:pPr algn="ctr" indent="0" marL="0">
                <a:lnSpc>
                  <a:spcPts val="2400"/>
                </a:lnSpc>
                <a:buNone/>
              </a:pPr>
              <a:r>
                <a:rPr lang="en-US" sz="1800" spc="-18" kern="0" b="0" i="0" dirty="0">
                  <a:solidFill>
                    <a:srgbClr val="FFFFFF"/>
                  </a:solidFill>
                  <a:latin typeface="IBM Plex Sans SemiBold"/>
                  <a:ea typeface="IBM Plex Sans SemiBold"/>
                  <a:cs typeface="IBM Plex Sans SemiBold"/>
                </a:rPr>
                <a:t>Subject matter experts and support specialists</a:t>
              </a:r>
              <a:endParaRPr lang="en-US" sz="1800" spc="-18" kern="0" b="0" i="0" dirty="0">
                <a:solidFill>
                  <a:srgbClr val="FFFFFF"/>
                </a:solidFill>
                <a:latin typeface="IBM Plex Sans SemiBold"/>
                <a:ea typeface="IBM Plex Sans SemiBold"/>
                <a:cs typeface="IBM Plex Sans SemiBold"/>
              </a:endParaRPr>
            </a:p>
          </p:txBody>
        </p:sp>
      </p:grpSp>
      <p:grpSp>
        <p:nvGrpSpPr>
          <p:cNvPr id="92" name="node10"/>
          <p:cNvGrpSpPr/>
          <p:nvPr/>
        </p:nvGrpSpPr>
        <p:grpSpPr>
          <a:xfrm>
            <a:off x="723900" y="4572000"/>
            <a:ext cx="2057400" cy="533400"/>
            <a:chOff x="723900" y="4572000"/>
            <a:chExt cx="2057400" cy="533400"/>
          </a:xfrm>
        </p:grpSpPr>
        <p:sp>
          <p:nvSpPr>
            <p:cNvPr id="51" name="node10.avatar"/>
            <p:cNvSpPr/>
            <p:nvPr/>
          </p:nvSpPr>
          <p:spPr>
            <a:xfrm>
              <a:off x="723900" y="4610100"/>
              <a:ext cx="457200" cy="457200"/>
            </a:xfrm>
            <a:prstGeom prst="rect">
              <a:avLst/>
            </a:prstGeom>
            <a:solidFill>
              <a:srgbClr val="070154"/>
            </a:solidFill>
            <a:ln>
              <a:noFill/>
            </a:ln>
          </p:spPr>
        </p:sp>
        <p:sp>
          <p:nvSpPr>
            <p:cNvPr id="52" name="node10.initials"/>
            <p:cNvSpPr/>
            <p:nvPr/>
          </p:nvSpPr>
          <p:spPr>
            <a:xfrm>
              <a:off x="723900" y="4705350"/>
              <a:ext cx="4572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FFFFFF"/>
                  </a:solidFill>
                  <a:latin typeface="IBM Plex Sans SemiBold"/>
                  <a:ea typeface="IBM Plex Sans SemiBold"/>
                  <a:cs typeface="IBM Plex Sans SemiBold"/>
                </a:rPr>
                <a:t>SA</a:t>
              </a:r>
              <a:endParaRPr lang="en-US" sz="1400" spc="0" kern="0" b="0" i="0" dirty="0">
                <a:solidFill>
                  <a:srgbClr val="FFFFFF"/>
                </a:solidFill>
                <a:latin typeface="IBM Plex Sans SemiBold"/>
                <a:ea typeface="IBM Plex Sans SemiBold"/>
                <a:cs typeface="IBM Plex Sans SemiBold"/>
              </a:endParaRPr>
            </a:p>
          </p:txBody>
        </p:sp>
        <p:sp>
          <p:nvSpPr>
            <p:cNvPr id="53" name="node10.name"/>
            <p:cNvSpPr/>
            <p:nvPr/>
          </p:nvSpPr>
          <p:spPr>
            <a:xfrm>
              <a:off x="1333500" y="4572000"/>
              <a:ext cx="14478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Scott Alder</a:t>
              </a:r>
              <a:endParaRPr lang="en-US" sz="1400" spc="0" kern="0" b="0" i="0" dirty="0">
                <a:solidFill>
                  <a:srgbClr val="070154"/>
                </a:solidFill>
                <a:latin typeface="IBM Plex Sans SemiBold"/>
                <a:ea typeface="IBM Plex Sans SemiBold"/>
                <a:cs typeface="IBM Plex Sans SemiBold"/>
              </a:endParaRPr>
            </a:p>
          </p:txBody>
        </p:sp>
        <p:sp>
          <p:nvSpPr>
            <p:cNvPr id="54" name="node10.role"/>
            <p:cNvSpPr/>
            <p:nvPr/>
          </p:nvSpPr>
          <p:spPr>
            <a:xfrm>
              <a:off x="1333500" y="4876800"/>
              <a:ext cx="1447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SME, payer data</a:t>
              </a:r>
              <a:endParaRPr lang="en-US" sz="1200" spc="0" kern="0" b="0" i="0" dirty="0">
                <a:solidFill>
                  <a:srgbClr val="50658E"/>
                </a:solidFill>
                <a:latin typeface="IBM Plex Sans"/>
                <a:ea typeface="IBM Plex Sans"/>
                <a:cs typeface="IBM Plex Sans"/>
              </a:endParaRPr>
            </a:p>
          </p:txBody>
        </p:sp>
      </p:grpSp>
      <p:grpSp>
        <p:nvGrpSpPr>
          <p:cNvPr id="93" name="node11"/>
          <p:cNvGrpSpPr/>
          <p:nvPr/>
        </p:nvGrpSpPr>
        <p:grpSpPr>
          <a:xfrm>
            <a:off x="3009900" y="4572000"/>
            <a:ext cx="2057400" cy="533400"/>
            <a:chOff x="3009900" y="4572000"/>
            <a:chExt cx="2057400" cy="533400"/>
          </a:xfrm>
        </p:grpSpPr>
        <p:sp>
          <p:nvSpPr>
            <p:cNvPr id="55" name="node11.avatar"/>
            <p:cNvSpPr/>
            <p:nvPr/>
          </p:nvSpPr>
          <p:spPr>
            <a:xfrm>
              <a:off x="3009900" y="4610100"/>
              <a:ext cx="457200" cy="457200"/>
            </a:xfrm>
            <a:prstGeom prst="rect">
              <a:avLst/>
            </a:prstGeom>
            <a:solidFill>
              <a:srgbClr val="070154"/>
            </a:solidFill>
            <a:ln>
              <a:noFill/>
            </a:ln>
          </p:spPr>
        </p:sp>
        <p:sp>
          <p:nvSpPr>
            <p:cNvPr id="56" name="node11.initials"/>
            <p:cNvSpPr/>
            <p:nvPr/>
          </p:nvSpPr>
          <p:spPr>
            <a:xfrm>
              <a:off x="3009900" y="4705350"/>
              <a:ext cx="4572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FFFFFF"/>
                  </a:solidFill>
                  <a:latin typeface="IBM Plex Sans SemiBold"/>
                  <a:ea typeface="IBM Plex Sans SemiBold"/>
                  <a:cs typeface="IBM Plex Sans SemiBold"/>
                </a:rPr>
                <a:t>DC</a:t>
              </a:r>
              <a:endParaRPr lang="en-US" sz="1400" spc="0" kern="0" b="0" i="0" dirty="0">
                <a:solidFill>
                  <a:srgbClr val="FFFFFF"/>
                </a:solidFill>
                <a:latin typeface="IBM Plex Sans SemiBold"/>
                <a:ea typeface="IBM Plex Sans SemiBold"/>
                <a:cs typeface="IBM Plex Sans SemiBold"/>
              </a:endParaRPr>
            </a:p>
          </p:txBody>
        </p:sp>
        <p:sp>
          <p:nvSpPr>
            <p:cNvPr id="57" name="node11.name"/>
            <p:cNvSpPr/>
            <p:nvPr/>
          </p:nvSpPr>
          <p:spPr>
            <a:xfrm>
              <a:off x="3619500" y="4572000"/>
              <a:ext cx="14478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Dan Calloway</a:t>
              </a:r>
              <a:endParaRPr lang="en-US" sz="1400" spc="0" kern="0" b="0" i="0" dirty="0">
                <a:solidFill>
                  <a:srgbClr val="070154"/>
                </a:solidFill>
                <a:latin typeface="IBM Plex Sans SemiBold"/>
                <a:ea typeface="IBM Plex Sans SemiBold"/>
                <a:cs typeface="IBM Plex Sans SemiBold"/>
              </a:endParaRPr>
            </a:p>
          </p:txBody>
        </p:sp>
        <p:sp>
          <p:nvSpPr>
            <p:cNvPr id="58" name="node11.role"/>
            <p:cNvSpPr/>
            <p:nvPr/>
          </p:nvSpPr>
          <p:spPr>
            <a:xfrm>
              <a:off x="3619500" y="4876800"/>
              <a:ext cx="1447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SME, life sciences</a:t>
              </a:r>
              <a:endParaRPr lang="en-US" sz="1200" spc="0" kern="0" b="0" i="0" dirty="0">
                <a:solidFill>
                  <a:srgbClr val="50658E"/>
                </a:solidFill>
                <a:latin typeface="IBM Plex Sans"/>
                <a:ea typeface="IBM Plex Sans"/>
                <a:cs typeface="IBM Plex Sans"/>
              </a:endParaRPr>
            </a:p>
          </p:txBody>
        </p:sp>
      </p:grpSp>
      <p:grpSp>
        <p:nvGrpSpPr>
          <p:cNvPr id="94" name="node12"/>
          <p:cNvGrpSpPr/>
          <p:nvPr/>
        </p:nvGrpSpPr>
        <p:grpSpPr>
          <a:xfrm>
            <a:off x="5295900" y="4572000"/>
            <a:ext cx="2057400" cy="533400"/>
            <a:chOff x="5295900" y="4572000"/>
            <a:chExt cx="2057400" cy="533400"/>
          </a:xfrm>
        </p:grpSpPr>
        <p:sp>
          <p:nvSpPr>
            <p:cNvPr id="59" name="node12.avatar"/>
            <p:cNvSpPr/>
            <p:nvPr/>
          </p:nvSpPr>
          <p:spPr>
            <a:xfrm>
              <a:off x="5295900" y="4610100"/>
              <a:ext cx="457200" cy="457200"/>
            </a:xfrm>
            <a:prstGeom prst="rect">
              <a:avLst/>
            </a:prstGeom>
            <a:solidFill>
              <a:srgbClr val="070154"/>
            </a:solidFill>
            <a:ln>
              <a:noFill/>
            </a:ln>
          </p:spPr>
        </p:sp>
        <p:sp>
          <p:nvSpPr>
            <p:cNvPr id="60" name="node12.initials"/>
            <p:cNvSpPr/>
            <p:nvPr/>
          </p:nvSpPr>
          <p:spPr>
            <a:xfrm>
              <a:off x="5295900" y="4705350"/>
              <a:ext cx="4572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FFFFFF"/>
                  </a:solidFill>
                  <a:latin typeface="IBM Plex Sans SemiBold"/>
                  <a:ea typeface="IBM Plex Sans SemiBold"/>
                  <a:cs typeface="IBM Plex Sans SemiBold"/>
                </a:rPr>
                <a:t>BM</a:t>
              </a:r>
              <a:endParaRPr lang="en-US" sz="1400" spc="0" kern="0" b="0" i="0" dirty="0">
                <a:solidFill>
                  <a:srgbClr val="FFFFFF"/>
                </a:solidFill>
                <a:latin typeface="IBM Plex Sans SemiBold"/>
                <a:ea typeface="IBM Plex Sans SemiBold"/>
                <a:cs typeface="IBM Plex Sans SemiBold"/>
              </a:endParaRPr>
            </a:p>
          </p:txBody>
        </p:sp>
        <p:sp>
          <p:nvSpPr>
            <p:cNvPr id="61" name="node12.name"/>
            <p:cNvSpPr/>
            <p:nvPr/>
          </p:nvSpPr>
          <p:spPr>
            <a:xfrm>
              <a:off x="5905500" y="4572000"/>
              <a:ext cx="14478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Brett Marlow</a:t>
              </a:r>
              <a:endParaRPr lang="en-US" sz="1400" spc="0" kern="0" b="0" i="0" dirty="0">
                <a:solidFill>
                  <a:srgbClr val="070154"/>
                </a:solidFill>
                <a:latin typeface="IBM Plex Sans SemiBold"/>
                <a:ea typeface="IBM Plex Sans SemiBold"/>
                <a:cs typeface="IBM Plex Sans SemiBold"/>
              </a:endParaRPr>
            </a:p>
          </p:txBody>
        </p:sp>
        <p:sp>
          <p:nvSpPr>
            <p:cNvPr id="62" name="node12.role"/>
            <p:cNvSpPr/>
            <p:nvPr/>
          </p:nvSpPr>
          <p:spPr>
            <a:xfrm>
              <a:off x="5905500" y="4876800"/>
              <a:ext cx="1447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SME, provider</a:t>
              </a:r>
              <a:endParaRPr lang="en-US" sz="1200" spc="0" kern="0" b="0" i="0" dirty="0">
                <a:solidFill>
                  <a:srgbClr val="50658E"/>
                </a:solidFill>
                <a:latin typeface="IBM Plex Sans"/>
                <a:ea typeface="IBM Plex Sans"/>
                <a:cs typeface="IBM Plex Sans"/>
              </a:endParaRPr>
            </a:p>
          </p:txBody>
        </p:sp>
      </p:grpSp>
      <p:grpSp>
        <p:nvGrpSpPr>
          <p:cNvPr id="95" name="node13"/>
          <p:cNvGrpSpPr/>
          <p:nvPr/>
        </p:nvGrpSpPr>
        <p:grpSpPr>
          <a:xfrm>
            <a:off x="723900" y="5257800"/>
            <a:ext cx="2057400" cy="533400"/>
            <a:chOff x="723900" y="5257800"/>
            <a:chExt cx="2057400" cy="533400"/>
          </a:xfrm>
        </p:grpSpPr>
        <p:sp>
          <p:nvSpPr>
            <p:cNvPr id="63" name="node13.avatar"/>
            <p:cNvSpPr/>
            <p:nvPr/>
          </p:nvSpPr>
          <p:spPr>
            <a:xfrm>
              <a:off x="723900" y="5295900"/>
              <a:ext cx="457200" cy="457200"/>
            </a:xfrm>
            <a:prstGeom prst="rect">
              <a:avLst/>
            </a:prstGeom>
            <a:solidFill>
              <a:srgbClr val="070154"/>
            </a:solidFill>
            <a:ln>
              <a:noFill/>
            </a:ln>
          </p:spPr>
        </p:sp>
        <p:sp>
          <p:nvSpPr>
            <p:cNvPr id="64" name="node13.initials"/>
            <p:cNvSpPr/>
            <p:nvPr/>
          </p:nvSpPr>
          <p:spPr>
            <a:xfrm>
              <a:off x="723900" y="5391150"/>
              <a:ext cx="4572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FFFFFF"/>
                  </a:solidFill>
                  <a:latin typeface="IBM Plex Sans SemiBold"/>
                  <a:ea typeface="IBM Plex Sans SemiBold"/>
                  <a:cs typeface="IBM Plex Sans SemiBold"/>
                </a:rPr>
                <a:t>AG</a:t>
              </a:r>
              <a:endParaRPr lang="en-US" sz="1400" spc="0" kern="0" b="0" i="0" dirty="0">
                <a:solidFill>
                  <a:srgbClr val="FFFFFF"/>
                </a:solidFill>
                <a:latin typeface="IBM Plex Sans SemiBold"/>
                <a:ea typeface="IBM Plex Sans SemiBold"/>
                <a:cs typeface="IBM Plex Sans SemiBold"/>
              </a:endParaRPr>
            </a:p>
          </p:txBody>
        </p:sp>
        <p:sp>
          <p:nvSpPr>
            <p:cNvPr id="65" name="node13.name"/>
            <p:cNvSpPr/>
            <p:nvPr/>
          </p:nvSpPr>
          <p:spPr>
            <a:xfrm>
              <a:off x="1333500" y="5257800"/>
              <a:ext cx="14478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Anneke Groot</a:t>
              </a:r>
              <a:endParaRPr lang="en-US" sz="1400" spc="0" kern="0" b="0" i="0" dirty="0">
                <a:solidFill>
                  <a:srgbClr val="070154"/>
                </a:solidFill>
                <a:latin typeface="IBM Plex Sans SemiBold"/>
                <a:ea typeface="IBM Plex Sans SemiBold"/>
                <a:cs typeface="IBM Plex Sans SemiBold"/>
              </a:endParaRPr>
            </a:p>
          </p:txBody>
        </p:sp>
        <p:sp>
          <p:nvSpPr>
            <p:cNvPr id="66" name="node13.role"/>
            <p:cNvSpPr/>
            <p:nvPr/>
          </p:nvSpPr>
          <p:spPr>
            <a:xfrm>
              <a:off x="1333500" y="5562600"/>
              <a:ext cx="1447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SME, governance</a:t>
              </a:r>
              <a:endParaRPr lang="en-US" sz="1200" spc="0" kern="0" b="0" i="0" dirty="0">
                <a:solidFill>
                  <a:srgbClr val="50658E"/>
                </a:solidFill>
                <a:latin typeface="IBM Plex Sans"/>
                <a:ea typeface="IBM Plex Sans"/>
                <a:cs typeface="IBM Plex Sans"/>
              </a:endParaRPr>
            </a:p>
          </p:txBody>
        </p:sp>
      </p:grpSp>
      <p:grpSp>
        <p:nvGrpSpPr>
          <p:cNvPr id="96" name="node14"/>
          <p:cNvGrpSpPr/>
          <p:nvPr/>
        </p:nvGrpSpPr>
        <p:grpSpPr>
          <a:xfrm>
            <a:off x="3009900" y="5257800"/>
            <a:ext cx="2057400" cy="533400"/>
            <a:chOff x="3009900" y="5257800"/>
            <a:chExt cx="2057400" cy="533400"/>
          </a:xfrm>
        </p:grpSpPr>
        <p:sp>
          <p:nvSpPr>
            <p:cNvPr id="67" name="node14.avatar"/>
            <p:cNvSpPr/>
            <p:nvPr/>
          </p:nvSpPr>
          <p:spPr>
            <a:xfrm>
              <a:off x="3009900" y="5295900"/>
              <a:ext cx="457200" cy="457200"/>
            </a:xfrm>
            <a:prstGeom prst="rect">
              <a:avLst/>
            </a:prstGeom>
            <a:solidFill>
              <a:srgbClr val="070154"/>
            </a:solidFill>
            <a:ln>
              <a:noFill/>
            </a:ln>
          </p:spPr>
        </p:sp>
        <p:sp>
          <p:nvSpPr>
            <p:cNvPr id="68" name="node14.initials"/>
            <p:cNvSpPr/>
            <p:nvPr/>
          </p:nvSpPr>
          <p:spPr>
            <a:xfrm>
              <a:off x="3009900" y="5391150"/>
              <a:ext cx="4572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FFFFFF"/>
                  </a:solidFill>
                  <a:latin typeface="IBM Plex Sans SemiBold"/>
                  <a:ea typeface="IBM Plex Sans SemiBold"/>
                  <a:cs typeface="IBM Plex Sans SemiBold"/>
                </a:rPr>
                <a:t>TZ</a:t>
              </a:r>
              <a:endParaRPr lang="en-US" sz="1400" spc="0" kern="0" b="0" i="0" dirty="0">
                <a:solidFill>
                  <a:srgbClr val="FFFFFF"/>
                </a:solidFill>
                <a:latin typeface="IBM Plex Sans SemiBold"/>
                <a:ea typeface="IBM Plex Sans SemiBold"/>
                <a:cs typeface="IBM Plex Sans SemiBold"/>
              </a:endParaRPr>
            </a:p>
          </p:txBody>
        </p:sp>
        <p:sp>
          <p:nvSpPr>
            <p:cNvPr id="69" name="node14.name"/>
            <p:cNvSpPr/>
            <p:nvPr/>
          </p:nvSpPr>
          <p:spPr>
            <a:xfrm>
              <a:off x="3619500" y="5257800"/>
              <a:ext cx="14478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Tanner Zell</a:t>
              </a:r>
              <a:endParaRPr lang="en-US" sz="1400" spc="0" kern="0" b="0" i="0" dirty="0">
                <a:solidFill>
                  <a:srgbClr val="070154"/>
                </a:solidFill>
                <a:latin typeface="IBM Plex Sans SemiBold"/>
                <a:ea typeface="IBM Plex Sans SemiBold"/>
                <a:cs typeface="IBM Plex Sans SemiBold"/>
              </a:endParaRPr>
            </a:p>
          </p:txBody>
        </p:sp>
        <p:sp>
          <p:nvSpPr>
            <p:cNvPr id="70" name="node14.role"/>
            <p:cNvSpPr/>
            <p:nvPr/>
          </p:nvSpPr>
          <p:spPr>
            <a:xfrm>
              <a:off x="3619500" y="5562600"/>
              <a:ext cx="1447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SME, design</a:t>
              </a:r>
              <a:endParaRPr lang="en-US" sz="1200" spc="0" kern="0" b="0" i="0" dirty="0">
                <a:solidFill>
                  <a:srgbClr val="50658E"/>
                </a:solidFill>
                <a:latin typeface="IBM Plex Sans"/>
                <a:ea typeface="IBM Plex Sans"/>
                <a:cs typeface="IBM Plex Sans"/>
              </a:endParaRPr>
            </a:p>
          </p:txBody>
        </p:sp>
      </p:grpSp>
      <p:grpSp>
        <p:nvGrpSpPr>
          <p:cNvPr id="97" name="node15"/>
          <p:cNvGrpSpPr/>
          <p:nvPr/>
        </p:nvGrpSpPr>
        <p:grpSpPr>
          <a:xfrm>
            <a:off x="5295900" y="5257800"/>
            <a:ext cx="2057400" cy="533400"/>
            <a:chOff x="5295900" y="5257800"/>
            <a:chExt cx="2057400" cy="533400"/>
          </a:xfrm>
        </p:grpSpPr>
        <p:sp>
          <p:nvSpPr>
            <p:cNvPr id="71" name="node15.avatar"/>
            <p:cNvSpPr/>
            <p:nvPr/>
          </p:nvSpPr>
          <p:spPr>
            <a:xfrm>
              <a:off x="5295900" y="5295900"/>
              <a:ext cx="457200" cy="457200"/>
            </a:xfrm>
            <a:prstGeom prst="rect">
              <a:avLst/>
            </a:prstGeom>
            <a:solidFill>
              <a:srgbClr val="070154"/>
            </a:solidFill>
            <a:ln>
              <a:noFill/>
            </a:ln>
          </p:spPr>
        </p:sp>
        <p:sp>
          <p:nvSpPr>
            <p:cNvPr id="72" name="node15.initials"/>
            <p:cNvSpPr/>
            <p:nvPr/>
          </p:nvSpPr>
          <p:spPr>
            <a:xfrm>
              <a:off x="5295900" y="5391150"/>
              <a:ext cx="4572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FFFFFF"/>
                  </a:solidFill>
                  <a:latin typeface="IBM Plex Sans SemiBold"/>
                  <a:ea typeface="IBM Plex Sans SemiBold"/>
                  <a:cs typeface="IBM Plex Sans SemiBold"/>
                </a:rPr>
                <a:t>GM</a:t>
              </a:r>
              <a:endParaRPr lang="en-US" sz="1400" spc="0" kern="0" b="0" i="0" dirty="0">
                <a:solidFill>
                  <a:srgbClr val="FFFFFF"/>
                </a:solidFill>
                <a:latin typeface="IBM Plex Sans SemiBold"/>
                <a:ea typeface="IBM Plex Sans SemiBold"/>
                <a:cs typeface="IBM Plex Sans SemiBold"/>
              </a:endParaRPr>
            </a:p>
          </p:txBody>
        </p:sp>
        <p:sp>
          <p:nvSpPr>
            <p:cNvPr id="73" name="node15.name"/>
            <p:cNvSpPr/>
            <p:nvPr/>
          </p:nvSpPr>
          <p:spPr>
            <a:xfrm>
              <a:off x="5905500" y="5257800"/>
              <a:ext cx="14478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Greta Movsky</a:t>
              </a:r>
              <a:endParaRPr lang="en-US" sz="1400" spc="0" kern="0" b="0" i="0" dirty="0">
                <a:solidFill>
                  <a:srgbClr val="070154"/>
                </a:solidFill>
                <a:latin typeface="IBM Plex Sans SemiBold"/>
                <a:ea typeface="IBM Plex Sans SemiBold"/>
                <a:cs typeface="IBM Plex Sans SemiBold"/>
              </a:endParaRPr>
            </a:p>
          </p:txBody>
        </p:sp>
        <p:sp>
          <p:nvSpPr>
            <p:cNvPr id="74" name="node15.role"/>
            <p:cNvSpPr/>
            <p:nvPr/>
          </p:nvSpPr>
          <p:spPr>
            <a:xfrm>
              <a:off x="5905500" y="5562600"/>
              <a:ext cx="1447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SME, cybersecurity</a:t>
              </a:r>
              <a:endParaRPr lang="en-US" sz="1200" spc="0" kern="0" b="0" i="0" dirty="0">
                <a:solidFill>
                  <a:srgbClr val="50658E"/>
                </a:solidFill>
                <a:latin typeface="IBM Plex Sans"/>
                <a:ea typeface="IBM Plex Sans"/>
                <a:cs typeface="IBM Plex Sans"/>
              </a:endParaRPr>
            </a:p>
          </p:txBody>
        </p:sp>
      </p:grpSp>
      <p:grpSp>
        <p:nvGrpSpPr>
          <p:cNvPr id="98" name="node16"/>
          <p:cNvGrpSpPr/>
          <p:nvPr/>
        </p:nvGrpSpPr>
        <p:grpSpPr>
          <a:xfrm>
            <a:off x="7581900" y="4572000"/>
            <a:ext cx="3886200" cy="1371600"/>
            <a:chOff x="7581900" y="4572000"/>
            <a:chExt cx="3886200" cy="1371600"/>
          </a:xfrm>
        </p:grpSpPr>
        <p:sp>
          <p:nvSpPr>
            <p:cNvPr id="75" name="node16.container"/>
            <p:cNvSpPr/>
            <p:nvPr/>
          </p:nvSpPr>
          <p:spPr>
            <a:xfrm>
              <a:off x="7581900" y="4572000"/>
              <a:ext cx="3886200" cy="1371600"/>
            </a:xfrm>
            <a:prstGeom prst="rect">
              <a:avLst/>
            </a:prstGeom>
            <a:solidFill>
              <a:srgbClr val="E8EEF8"/>
            </a:solidFill>
            <a:ln>
              <a:noFill/>
            </a:ln>
          </p:spPr>
        </p:sp>
        <p:sp>
          <p:nvSpPr>
            <p:cNvPr id="76" name="node16.label"/>
            <p:cNvSpPr/>
            <p:nvPr/>
          </p:nvSpPr>
          <p:spPr>
            <a:xfrm>
              <a:off x="7734300" y="4724400"/>
              <a:ext cx="35814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WHAT THE SPECIALISTS DO</a:t>
              </a:r>
              <a:endParaRPr lang="en-US" sz="900" spc="54" kern="0" b="0" i="0" dirty="0">
                <a:solidFill>
                  <a:srgbClr val="0047FF"/>
                </a:solidFill>
                <a:latin typeface="IBM Plex Mono Medium"/>
                <a:ea typeface="IBM Plex Mono Medium"/>
                <a:cs typeface="IBM Plex Mono Medium"/>
              </a:endParaRPr>
            </a:p>
          </p:txBody>
        </p:sp>
        <p:sp>
          <p:nvSpPr>
            <p:cNvPr id="77" name="node16.body.item-001.bullets.item-001.marker"/>
            <p:cNvSpPr/>
            <p:nvPr/>
          </p:nvSpPr>
          <p:spPr>
            <a:xfrm>
              <a:off x="7734300" y="5003800"/>
              <a:ext cx="38100" cy="38100"/>
            </a:xfrm>
            <a:prstGeom prst="rect">
              <a:avLst/>
            </a:prstGeom>
            <a:solidFill>
              <a:srgbClr val="070154"/>
            </a:solidFill>
            <a:ln>
              <a:noFill/>
            </a:ln>
          </p:spPr>
        </p:sp>
        <p:sp>
          <p:nvSpPr>
            <p:cNvPr id="78" name="node16.body.item-001.bullets.item-001.text"/>
            <p:cNvSpPr/>
            <p:nvPr/>
          </p:nvSpPr>
          <p:spPr>
            <a:xfrm>
              <a:off x="7886700" y="4914900"/>
              <a:ext cx="3429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Advise on architecture and governance</a:t>
              </a:r>
              <a:endParaRPr lang="en-US" sz="1200" spc="0" kern="0" b="0" i="0" dirty="0">
                <a:solidFill>
                  <a:srgbClr val="070154"/>
                </a:solidFill>
                <a:latin typeface="IBM Plex Sans"/>
                <a:ea typeface="IBM Plex Sans"/>
                <a:cs typeface="IBM Plex Sans"/>
              </a:endParaRPr>
            </a:p>
          </p:txBody>
        </p:sp>
        <p:sp>
          <p:nvSpPr>
            <p:cNvPr id="79" name="node16.body.item-001.bullets.item-002.marker"/>
            <p:cNvSpPr/>
            <p:nvPr/>
          </p:nvSpPr>
          <p:spPr>
            <a:xfrm>
              <a:off x="7734300" y="5270500"/>
              <a:ext cx="38100" cy="38100"/>
            </a:xfrm>
            <a:prstGeom prst="rect">
              <a:avLst/>
            </a:prstGeom>
            <a:solidFill>
              <a:srgbClr val="070154"/>
            </a:solidFill>
            <a:ln>
              <a:noFill/>
            </a:ln>
          </p:spPr>
        </p:sp>
        <p:sp>
          <p:nvSpPr>
            <p:cNvPr id="80" name="node16.body.item-001.bullets.item-002.text"/>
            <p:cNvSpPr/>
            <p:nvPr/>
          </p:nvSpPr>
          <p:spPr>
            <a:xfrm>
              <a:off x="7886700" y="5181600"/>
              <a:ext cx="3429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Assess processes and organization</a:t>
              </a:r>
              <a:endParaRPr lang="en-US" sz="1200" spc="0" kern="0" b="0" i="0" dirty="0">
                <a:solidFill>
                  <a:srgbClr val="070154"/>
                </a:solidFill>
                <a:latin typeface="IBM Plex Sans"/>
                <a:ea typeface="IBM Plex Sans"/>
                <a:cs typeface="IBM Plex Sans"/>
              </a:endParaRPr>
            </a:p>
          </p:txBody>
        </p:sp>
        <p:sp>
          <p:nvSpPr>
            <p:cNvPr id="81" name="node16.body.item-001.bullets.item-003.marker"/>
            <p:cNvSpPr/>
            <p:nvPr/>
          </p:nvSpPr>
          <p:spPr>
            <a:xfrm>
              <a:off x="7734300" y="5537200"/>
              <a:ext cx="38100" cy="38100"/>
            </a:xfrm>
            <a:prstGeom prst="rect">
              <a:avLst/>
            </a:prstGeom>
            <a:solidFill>
              <a:srgbClr val="070154"/>
            </a:solidFill>
            <a:ln>
              <a:noFill/>
            </a:ln>
          </p:spPr>
        </p:sp>
        <p:sp>
          <p:nvSpPr>
            <p:cNvPr id="82" name="node16.body.item-001.bullets.item-003.text"/>
            <p:cNvSpPr/>
            <p:nvPr/>
          </p:nvSpPr>
          <p:spPr>
            <a:xfrm>
              <a:off x="7886700" y="5448300"/>
              <a:ext cx="3429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Lead training and knowledge transfer</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name="source-540">
    <p:spTree>
      <p:nvGrpSpPr>
        <p:cNvPr id="1" name=""/>
        <p:cNvGrpSpPr/>
        <p:nvPr/>
      </p:nvGrpSpPr>
      <p:grpSpPr>
        <a:xfrm>
          <a:off x="0" y="0"/>
          <a:ext cx="0" cy="0"/>
          <a:chOff x="0" y="0"/>
          <a:chExt cx="0" cy="0"/>
        </a:xfrm>
      </p:grpSpPr>
      <p:sp>
        <p:nvSpPr>
          <p:cNvPr id="3" name="eyebrow"/>
          <p:cNvSpPr/>
          <p:nvPr/>
        </p:nvSpPr>
        <p:spPr>
          <a:xfrm>
            <a:off x="723900" y="457200"/>
            <a:ext cx="70866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TEAM STRUCTURE</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70866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Core team, matched specialists</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174</a:t>
            </a:fld>
            <a:endParaRPr lang="en-US" sz="700" spc="0" kern="0" b="0" i="0" dirty="0">
              <a:solidFill>
                <a:srgbClr val="070154"/>
              </a:solidFill>
              <a:latin typeface="IBM Plex Mono SemiBold"/>
              <a:ea typeface="IBM Plex Mono SemiBold"/>
              <a:cs typeface="IBM Plex Mono SemiBold"/>
            </a:endParaRPr>
          </a:p>
        </p:txBody>
      </p:sp>
      <p:grpSp>
        <p:nvGrpSpPr>
          <p:cNvPr id="66" name="node01"/>
          <p:cNvGrpSpPr/>
          <p:nvPr/>
        </p:nvGrpSpPr>
        <p:grpSpPr>
          <a:xfrm>
            <a:off x="723900" y="1600200"/>
            <a:ext cx="7086600" cy="457200"/>
            <a:chOff x="723900" y="1600200"/>
            <a:chExt cx="7086600" cy="457200"/>
          </a:xfrm>
        </p:grpSpPr>
        <p:sp>
          <p:nvSpPr>
            <p:cNvPr id="6" name="node01.surface"/>
            <p:cNvSpPr/>
            <p:nvPr/>
          </p:nvSpPr>
          <p:spPr>
            <a:xfrm>
              <a:off x="723900" y="1600200"/>
              <a:ext cx="7086600" cy="457200"/>
            </a:xfrm>
            <a:prstGeom prst="rect">
              <a:avLst/>
            </a:prstGeom>
            <a:solidFill>
              <a:srgbClr val="070154"/>
            </a:solidFill>
            <a:ln>
              <a:noFill/>
            </a:ln>
          </p:spPr>
        </p:sp>
        <p:sp>
          <p:nvSpPr>
            <p:cNvPr id="7" name="node01.text"/>
            <p:cNvSpPr/>
            <p:nvPr/>
          </p:nvSpPr>
          <p:spPr>
            <a:xfrm>
              <a:off x="876300" y="1676400"/>
              <a:ext cx="6781800" cy="304800"/>
            </a:xfrm>
            <a:prstGeom prst="rect">
              <a:avLst/>
            </a:prstGeom>
            <a:noFill/>
            <a:ln/>
          </p:spPr>
          <p:txBody>
            <a:bodyPr wrap="square" lIns="0" tIns="0" rIns="0" bIns="0" rtlCol="0" anchor="t"/>
            <a:lstStyle/>
            <a:p>
              <a:pPr algn="ctr" indent="0" marL="0">
                <a:lnSpc>
                  <a:spcPts val="2400"/>
                </a:lnSpc>
                <a:buNone/>
              </a:pPr>
              <a:r>
                <a:rPr lang="en-US" sz="1800" spc="-18" kern="0" b="0" i="0" dirty="0">
                  <a:solidFill>
                    <a:srgbClr val="FFFFFF"/>
                  </a:solidFill>
                  <a:latin typeface="IBM Plex Sans SemiBold"/>
                  <a:ea typeface="IBM Plex Sans SemiBold"/>
                  <a:cs typeface="IBM Plex Sans SemiBold"/>
                </a:rPr>
                <a:t>Leadership and core team</a:t>
              </a:r>
              <a:endParaRPr lang="en-US" sz="1800" spc="-18" kern="0" b="0" i="0" dirty="0">
                <a:solidFill>
                  <a:srgbClr val="FFFFFF"/>
                </a:solidFill>
                <a:latin typeface="IBM Plex Sans SemiBold"/>
                <a:ea typeface="IBM Plex Sans SemiBold"/>
                <a:cs typeface="IBM Plex Sans SemiBold"/>
              </a:endParaRPr>
            </a:p>
          </p:txBody>
        </p:sp>
      </p:grpSp>
      <p:grpSp>
        <p:nvGrpSpPr>
          <p:cNvPr id="67" name="node02"/>
          <p:cNvGrpSpPr/>
          <p:nvPr/>
        </p:nvGrpSpPr>
        <p:grpSpPr>
          <a:xfrm>
            <a:off x="723900" y="2286000"/>
            <a:ext cx="3429000" cy="533400"/>
            <a:chOff x="723900" y="2286000"/>
            <a:chExt cx="3429000" cy="533400"/>
          </a:xfrm>
        </p:grpSpPr>
        <p:pic>
          <p:nvPicPr>
            <p:cNvPr id="8" name="node02.avatar" descr="photo-headshot-face; canonical SHA256=296801383ca36ace437e526edbbf16a0e387072468b87185313e9502001ef07c">    </p:cNvPr>
            <p:cNvPicPr>
              <a:picLocks noChangeAspect="1"/>
            </p:cNvPicPr>
            <p:nvPr/>
          </p:nvPicPr>
          <p:blipFill>
            <a:blip r:embed="rId1"/>
            <a:srcRect l="0" r="0" t="0" b="0"/>
            <a:stretch/>
          </p:blipFill>
          <p:spPr>
            <a:xfrm>
              <a:off x="723900" y="2324100"/>
              <a:ext cx="457200" cy="457200"/>
            </a:xfrm>
            <a:prstGeom prst="rect">
              <a:avLst/>
            </a:prstGeom>
          </p:spPr>
        </p:pic>
        <p:sp>
          <p:nvSpPr>
            <p:cNvPr id="9" name="node02.name"/>
            <p:cNvSpPr/>
            <p:nvPr/>
          </p:nvSpPr>
          <p:spPr>
            <a:xfrm>
              <a:off x="1333500" y="2286000"/>
              <a:ext cx="28194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Dana Whitfield</a:t>
              </a:r>
              <a:endParaRPr lang="en-US" sz="1400" spc="0" kern="0" b="0" i="0" dirty="0">
                <a:solidFill>
                  <a:srgbClr val="070154"/>
                </a:solidFill>
                <a:latin typeface="IBM Plex Sans SemiBold"/>
                <a:ea typeface="IBM Plex Sans SemiBold"/>
                <a:cs typeface="IBM Plex Sans SemiBold"/>
              </a:endParaRPr>
            </a:p>
          </p:txBody>
        </p:sp>
        <p:sp>
          <p:nvSpPr>
            <p:cNvPr id="10" name="node02.role"/>
            <p:cNvSpPr/>
            <p:nvPr/>
          </p:nvSpPr>
          <p:spPr>
            <a:xfrm>
              <a:off x="1333500" y="2590800"/>
              <a:ext cx="281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Executive sponsor</a:t>
              </a:r>
              <a:endParaRPr lang="en-US" sz="1200" spc="0" kern="0" b="0" i="0" dirty="0">
                <a:solidFill>
                  <a:srgbClr val="50658E"/>
                </a:solidFill>
                <a:latin typeface="IBM Plex Sans"/>
                <a:ea typeface="IBM Plex Sans"/>
                <a:cs typeface="IBM Plex Sans"/>
              </a:endParaRPr>
            </a:p>
          </p:txBody>
        </p:sp>
      </p:grpSp>
      <p:grpSp>
        <p:nvGrpSpPr>
          <p:cNvPr id="68" name="node03"/>
          <p:cNvGrpSpPr/>
          <p:nvPr/>
        </p:nvGrpSpPr>
        <p:grpSpPr>
          <a:xfrm>
            <a:off x="4381500" y="2286000"/>
            <a:ext cx="3429000" cy="533400"/>
            <a:chOff x="4381500" y="2286000"/>
            <a:chExt cx="3429000" cy="533400"/>
          </a:xfrm>
        </p:grpSpPr>
        <p:sp>
          <p:nvSpPr>
            <p:cNvPr id="11" name="node03.avatar"/>
            <p:cNvSpPr/>
            <p:nvPr/>
          </p:nvSpPr>
          <p:spPr>
            <a:xfrm>
              <a:off x="4381500" y="2324100"/>
              <a:ext cx="457200" cy="457200"/>
            </a:xfrm>
            <a:prstGeom prst="rect">
              <a:avLst/>
            </a:prstGeom>
            <a:solidFill>
              <a:srgbClr val="070154"/>
            </a:solidFill>
            <a:ln>
              <a:noFill/>
            </a:ln>
          </p:spPr>
        </p:sp>
        <p:sp>
          <p:nvSpPr>
            <p:cNvPr id="12" name="node03.initials"/>
            <p:cNvSpPr/>
            <p:nvPr/>
          </p:nvSpPr>
          <p:spPr>
            <a:xfrm>
              <a:off x="4381500" y="2419350"/>
              <a:ext cx="4572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FFFFFF"/>
                  </a:solidFill>
                  <a:latin typeface="IBM Plex Sans SemiBold"/>
                  <a:ea typeface="IBM Plex Sans SemiBold"/>
                  <a:cs typeface="IBM Plex Sans SemiBold"/>
                </a:rPr>
                <a:t>KM</a:t>
              </a:r>
              <a:endParaRPr lang="en-US" sz="1400" spc="0" kern="0" b="0" i="0" dirty="0">
                <a:solidFill>
                  <a:srgbClr val="FFFFFF"/>
                </a:solidFill>
                <a:latin typeface="IBM Plex Sans SemiBold"/>
                <a:ea typeface="IBM Plex Sans SemiBold"/>
                <a:cs typeface="IBM Plex Sans SemiBold"/>
              </a:endParaRPr>
            </a:p>
          </p:txBody>
        </p:sp>
        <p:sp>
          <p:nvSpPr>
            <p:cNvPr id="13" name="node03.name"/>
            <p:cNvSpPr/>
            <p:nvPr/>
          </p:nvSpPr>
          <p:spPr>
            <a:xfrm>
              <a:off x="4991100" y="2286000"/>
              <a:ext cx="28194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Kiran Mehta</a:t>
              </a:r>
              <a:endParaRPr lang="en-US" sz="1400" spc="0" kern="0" b="0" i="0" dirty="0">
                <a:solidFill>
                  <a:srgbClr val="070154"/>
                </a:solidFill>
                <a:latin typeface="IBM Plex Sans SemiBold"/>
                <a:ea typeface="IBM Plex Sans SemiBold"/>
                <a:cs typeface="IBM Plex Sans SemiBold"/>
              </a:endParaRPr>
            </a:p>
          </p:txBody>
        </p:sp>
        <p:sp>
          <p:nvSpPr>
            <p:cNvPr id="14" name="node03.role"/>
            <p:cNvSpPr/>
            <p:nvPr/>
          </p:nvSpPr>
          <p:spPr>
            <a:xfrm>
              <a:off x="4991100" y="2590800"/>
              <a:ext cx="281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Executive sponsor</a:t>
              </a:r>
              <a:endParaRPr lang="en-US" sz="1200" spc="0" kern="0" b="0" i="0" dirty="0">
                <a:solidFill>
                  <a:srgbClr val="50658E"/>
                </a:solidFill>
                <a:latin typeface="IBM Plex Sans"/>
                <a:ea typeface="IBM Plex Sans"/>
                <a:cs typeface="IBM Plex Sans"/>
              </a:endParaRPr>
            </a:p>
          </p:txBody>
        </p:sp>
      </p:grpSp>
      <p:grpSp>
        <p:nvGrpSpPr>
          <p:cNvPr id="69" name="node04"/>
          <p:cNvGrpSpPr/>
          <p:nvPr/>
        </p:nvGrpSpPr>
        <p:grpSpPr>
          <a:xfrm>
            <a:off x="723900" y="2971800"/>
            <a:ext cx="3429000" cy="533400"/>
            <a:chOff x="723900" y="2971800"/>
            <a:chExt cx="3429000" cy="533400"/>
          </a:xfrm>
        </p:grpSpPr>
        <p:sp>
          <p:nvSpPr>
            <p:cNvPr id="15" name="node04.avatar"/>
            <p:cNvSpPr/>
            <p:nvPr/>
          </p:nvSpPr>
          <p:spPr>
            <a:xfrm>
              <a:off x="723900" y="3009900"/>
              <a:ext cx="457200" cy="457200"/>
            </a:xfrm>
            <a:prstGeom prst="rect">
              <a:avLst/>
            </a:prstGeom>
            <a:solidFill>
              <a:srgbClr val="070154"/>
            </a:solidFill>
            <a:ln>
              <a:noFill/>
            </a:ln>
          </p:spPr>
        </p:sp>
        <p:sp>
          <p:nvSpPr>
            <p:cNvPr id="16" name="node04.initials"/>
            <p:cNvSpPr/>
            <p:nvPr/>
          </p:nvSpPr>
          <p:spPr>
            <a:xfrm>
              <a:off x="723900" y="3105150"/>
              <a:ext cx="4572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FFFFFF"/>
                  </a:solidFill>
                  <a:latin typeface="IBM Plex Sans SemiBold"/>
                  <a:ea typeface="IBM Plex Sans SemiBold"/>
                  <a:cs typeface="IBM Plex Sans SemiBold"/>
                </a:rPr>
                <a:t>JA</a:t>
              </a:r>
              <a:endParaRPr lang="en-US" sz="1400" spc="0" kern="0" b="0" i="0" dirty="0">
                <a:solidFill>
                  <a:srgbClr val="FFFFFF"/>
                </a:solidFill>
                <a:latin typeface="IBM Plex Sans SemiBold"/>
                <a:ea typeface="IBM Plex Sans SemiBold"/>
                <a:cs typeface="IBM Plex Sans SemiBold"/>
              </a:endParaRPr>
            </a:p>
          </p:txBody>
        </p:sp>
        <p:sp>
          <p:nvSpPr>
            <p:cNvPr id="17" name="node04.name"/>
            <p:cNvSpPr/>
            <p:nvPr/>
          </p:nvSpPr>
          <p:spPr>
            <a:xfrm>
              <a:off x="1333500" y="2971800"/>
              <a:ext cx="28194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Julia Ansel</a:t>
              </a:r>
              <a:endParaRPr lang="en-US" sz="1400" spc="0" kern="0" b="0" i="0" dirty="0">
                <a:solidFill>
                  <a:srgbClr val="070154"/>
                </a:solidFill>
                <a:latin typeface="IBM Plex Sans SemiBold"/>
                <a:ea typeface="IBM Plex Sans SemiBold"/>
                <a:cs typeface="IBM Plex Sans SemiBold"/>
              </a:endParaRPr>
            </a:p>
          </p:txBody>
        </p:sp>
        <p:sp>
          <p:nvSpPr>
            <p:cNvPr id="18" name="node04.role"/>
            <p:cNvSpPr/>
            <p:nvPr/>
          </p:nvSpPr>
          <p:spPr>
            <a:xfrm>
              <a:off x="1333500" y="3276600"/>
              <a:ext cx="281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Engagement lead</a:t>
              </a:r>
              <a:endParaRPr lang="en-US" sz="1200" spc="0" kern="0" b="0" i="0" dirty="0">
                <a:solidFill>
                  <a:srgbClr val="50658E"/>
                </a:solidFill>
                <a:latin typeface="IBM Plex Sans"/>
                <a:ea typeface="IBM Plex Sans"/>
                <a:cs typeface="IBM Plex Sans"/>
              </a:endParaRPr>
            </a:p>
          </p:txBody>
        </p:sp>
      </p:grpSp>
      <p:grpSp>
        <p:nvGrpSpPr>
          <p:cNvPr id="70" name="node05"/>
          <p:cNvGrpSpPr/>
          <p:nvPr/>
        </p:nvGrpSpPr>
        <p:grpSpPr>
          <a:xfrm>
            <a:off x="4381500" y="2971800"/>
            <a:ext cx="3429000" cy="533400"/>
            <a:chOff x="4381500" y="2971800"/>
            <a:chExt cx="3429000" cy="533400"/>
          </a:xfrm>
        </p:grpSpPr>
        <p:sp>
          <p:nvSpPr>
            <p:cNvPr id="19" name="node05.avatar"/>
            <p:cNvSpPr/>
            <p:nvPr/>
          </p:nvSpPr>
          <p:spPr>
            <a:xfrm>
              <a:off x="4381500" y="3009900"/>
              <a:ext cx="457200" cy="457200"/>
            </a:xfrm>
            <a:prstGeom prst="rect">
              <a:avLst/>
            </a:prstGeom>
            <a:solidFill>
              <a:srgbClr val="070154"/>
            </a:solidFill>
            <a:ln>
              <a:noFill/>
            </a:ln>
          </p:spPr>
        </p:sp>
        <p:sp>
          <p:nvSpPr>
            <p:cNvPr id="20" name="node05.initials"/>
            <p:cNvSpPr/>
            <p:nvPr/>
          </p:nvSpPr>
          <p:spPr>
            <a:xfrm>
              <a:off x="4381500" y="3105150"/>
              <a:ext cx="4572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FFFFFF"/>
                  </a:solidFill>
                  <a:latin typeface="IBM Plex Sans SemiBold"/>
                  <a:ea typeface="IBM Plex Sans SemiBold"/>
                  <a:cs typeface="IBM Plex Sans SemiBold"/>
                </a:rPr>
                <a:t>MO</a:t>
              </a:r>
              <a:endParaRPr lang="en-US" sz="1400" spc="0" kern="0" b="0" i="0" dirty="0">
                <a:solidFill>
                  <a:srgbClr val="FFFFFF"/>
                </a:solidFill>
                <a:latin typeface="IBM Plex Sans SemiBold"/>
                <a:ea typeface="IBM Plex Sans SemiBold"/>
                <a:cs typeface="IBM Plex Sans SemiBold"/>
              </a:endParaRPr>
            </a:p>
          </p:txBody>
        </p:sp>
        <p:sp>
          <p:nvSpPr>
            <p:cNvPr id="21" name="node05.name"/>
            <p:cNvSpPr/>
            <p:nvPr/>
          </p:nvSpPr>
          <p:spPr>
            <a:xfrm>
              <a:off x="4991100" y="2971800"/>
              <a:ext cx="28194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Mike Odell</a:t>
              </a:r>
              <a:endParaRPr lang="en-US" sz="1400" spc="0" kern="0" b="0" i="0" dirty="0">
                <a:solidFill>
                  <a:srgbClr val="070154"/>
                </a:solidFill>
                <a:latin typeface="IBM Plex Sans SemiBold"/>
                <a:ea typeface="IBM Plex Sans SemiBold"/>
                <a:cs typeface="IBM Plex Sans SemiBold"/>
              </a:endParaRPr>
            </a:p>
          </p:txBody>
        </p:sp>
        <p:sp>
          <p:nvSpPr>
            <p:cNvPr id="22" name="node05.role"/>
            <p:cNvSpPr/>
            <p:nvPr/>
          </p:nvSpPr>
          <p:spPr>
            <a:xfrm>
              <a:off x="4991100" y="3276600"/>
              <a:ext cx="281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Platform architect</a:t>
              </a:r>
              <a:endParaRPr lang="en-US" sz="1200" spc="0" kern="0" b="0" i="0" dirty="0">
                <a:solidFill>
                  <a:srgbClr val="50658E"/>
                </a:solidFill>
                <a:latin typeface="IBM Plex Sans"/>
                <a:ea typeface="IBM Plex Sans"/>
                <a:cs typeface="IBM Plex Sans"/>
              </a:endParaRPr>
            </a:p>
          </p:txBody>
        </p:sp>
      </p:grpSp>
      <p:grpSp>
        <p:nvGrpSpPr>
          <p:cNvPr id="71" name="node06"/>
          <p:cNvGrpSpPr/>
          <p:nvPr/>
        </p:nvGrpSpPr>
        <p:grpSpPr>
          <a:xfrm>
            <a:off x="723900" y="3657600"/>
            <a:ext cx="3429000" cy="533400"/>
            <a:chOff x="723900" y="3657600"/>
            <a:chExt cx="3429000" cy="533400"/>
          </a:xfrm>
        </p:grpSpPr>
        <p:sp>
          <p:nvSpPr>
            <p:cNvPr id="23" name="node06.avatar"/>
            <p:cNvSpPr/>
            <p:nvPr/>
          </p:nvSpPr>
          <p:spPr>
            <a:xfrm>
              <a:off x="723900" y="3695700"/>
              <a:ext cx="457200" cy="457200"/>
            </a:xfrm>
            <a:prstGeom prst="rect">
              <a:avLst/>
            </a:prstGeom>
            <a:solidFill>
              <a:srgbClr val="070154"/>
            </a:solidFill>
            <a:ln>
              <a:noFill/>
            </a:ln>
          </p:spPr>
        </p:sp>
        <p:sp>
          <p:nvSpPr>
            <p:cNvPr id="24" name="node06.initials"/>
            <p:cNvSpPr/>
            <p:nvPr/>
          </p:nvSpPr>
          <p:spPr>
            <a:xfrm>
              <a:off x="723900" y="3790950"/>
              <a:ext cx="4572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FFFFFF"/>
                  </a:solidFill>
                  <a:latin typeface="IBM Plex Sans SemiBold"/>
                  <a:ea typeface="IBM Plex Sans SemiBold"/>
                  <a:cs typeface="IBM Plex Sans SemiBold"/>
                </a:rPr>
                <a:t>JS</a:t>
              </a:r>
              <a:endParaRPr lang="en-US" sz="1400" spc="0" kern="0" b="0" i="0" dirty="0">
                <a:solidFill>
                  <a:srgbClr val="FFFFFF"/>
                </a:solidFill>
                <a:latin typeface="IBM Plex Sans SemiBold"/>
                <a:ea typeface="IBM Plex Sans SemiBold"/>
                <a:cs typeface="IBM Plex Sans SemiBold"/>
              </a:endParaRPr>
            </a:p>
          </p:txBody>
        </p:sp>
        <p:sp>
          <p:nvSpPr>
            <p:cNvPr id="25" name="node06.name"/>
            <p:cNvSpPr/>
            <p:nvPr/>
          </p:nvSpPr>
          <p:spPr>
            <a:xfrm>
              <a:off x="1333500" y="3657600"/>
              <a:ext cx="28194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Jag Soni</a:t>
              </a:r>
              <a:endParaRPr lang="en-US" sz="1400" spc="0" kern="0" b="0" i="0" dirty="0">
                <a:solidFill>
                  <a:srgbClr val="070154"/>
                </a:solidFill>
                <a:latin typeface="IBM Plex Sans SemiBold"/>
                <a:ea typeface="IBM Plex Sans SemiBold"/>
                <a:cs typeface="IBM Plex Sans SemiBold"/>
              </a:endParaRPr>
            </a:p>
          </p:txBody>
        </p:sp>
        <p:sp>
          <p:nvSpPr>
            <p:cNvPr id="26" name="node06.role"/>
            <p:cNvSpPr/>
            <p:nvPr/>
          </p:nvSpPr>
          <p:spPr>
            <a:xfrm>
              <a:off x="1333500" y="3962400"/>
              <a:ext cx="281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Enterprise architect</a:t>
              </a:r>
              <a:endParaRPr lang="en-US" sz="1200" spc="0" kern="0" b="0" i="0" dirty="0">
                <a:solidFill>
                  <a:srgbClr val="50658E"/>
                </a:solidFill>
                <a:latin typeface="IBM Plex Sans"/>
                <a:ea typeface="IBM Plex Sans"/>
                <a:cs typeface="IBM Plex Sans"/>
              </a:endParaRPr>
            </a:p>
          </p:txBody>
        </p:sp>
      </p:grpSp>
      <p:grpSp>
        <p:nvGrpSpPr>
          <p:cNvPr id="72" name="node07"/>
          <p:cNvGrpSpPr/>
          <p:nvPr/>
        </p:nvGrpSpPr>
        <p:grpSpPr>
          <a:xfrm>
            <a:off x="4381500" y="3657600"/>
            <a:ext cx="3429000" cy="533400"/>
            <a:chOff x="4381500" y="3657600"/>
            <a:chExt cx="3429000" cy="533400"/>
          </a:xfrm>
        </p:grpSpPr>
        <p:sp>
          <p:nvSpPr>
            <p:cNvPr id="27" name="node07.avatar"/>
            <p:cNvSpPr/>
            <p:nvPr/>
          </p:nvSpPr>
          <p:spPr>
            <a:xfrm>
              <a:off x="4381500" y="3695700"/>
              <a:ext cx="457200" cy="457200"/>
            </a:xfrm>
            <a:prstGeom prst="rect">
              <a:avLst/>
            </a:prstGeom>
            <a:solidFill>
              <a:srgbClr val="070154"/>
            </a:solidFill>
            <a:ln>
              <a:noFill/>
            </a:ln>
          </p:spPr>
        </p:sp>
        <p:sp>
          <p:nvSpPr>
            <p:cNvPr id="28" name="node07.initials"/>
            <p:cNvSpPr/>
            <p:nvPr/>
          </p:nvSpPr>
          <p:spPr>
            <a:xfrm>
              <a:off x="4381500" y="3790950"/>
              <a:ext cx="4572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FFFFFF"/>
                  </a:solidFill>
                  <a:latin typeface="IBM Plex Sans SemiBold"/>
                  <a:ea typeface="IBM Plex Sans SemiBold"/>
                  <a:cs typeface="IBM Plex Sans SemiBold"/>
                </a:rPr>
                <a:t>AR</a:t>
              </a:r>
              <a:endParaRPr lang="en-US" sz="1400" spc="0" kern="0" b="0" i="0" dirty="0">
                <a:solidFill>
                  <a:srgbClr val="FFFFFF"/>
                </a:solidFill>
                <a:latin typeface="IBM Plex Sans SemiBold"/>
                <a:ea typeface="IBM Plex Sans SemiBold"/>
                <a:cs typeface="IBM Plex Sans SemiBold"/>
              </a:endParaRPr>
            </a:p>
          </p:txBody>
        </p:sp>
        <p:sp>
          <p:nvSpPr>
            <p:cNvPr id="29" name="node07.name"/>
            <p:cNvSpPr/>
            <p:nvPr/>
          </p:nvSpPr>
          <p:spPr>
            <a:xfrm>
              <a:off x="4991100" y="3657600"/>
              <a:ext cx="28194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Albert Reyes</a:t>
              </a:r>
              <a:endParaRPr lang="en-US" sz="1400" spc="0" kern="0" b="0" i="0" dirty="0">
                <a:solidFill>
                  <a:srgbClr val="070154"/>
                </a:solidFill>
                <a:latin typeface="IBM Plex Sans SemiBold"/>
                <a:ea typeface="IBM Plex Sans SemiBold"/>
                <a:cs typeface="IBM Plex Sans SemiBold"/>
              </a:endParaRPr>
            </a:p>
          </p:txBody>
        </p:sp>
        <p:sp>
          <p:nvSpPr>
            <p:cNvPr id="30" name="node07.role"/>
            <p:cNvSpPr/>
            <p:nvPr/>
          </p:nvSpPr>
          <p:spPr>
            <a:xfrm>
              <a:off x="4991100" y="3962400"/>
              <a:ext cx="281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Infrastructure lead</a:t>
              </a:r>
              <a:endParaRPr lang="en-US" sz="1200" spc="0" kern="0" b="0" i="0" dirty="0">
                <a:solidFill>
                  <a:srgbClr val="50658E"/>
                </a:solidFill>
                <a:latin typeface="IBM Plex Sans"/>
                <a:ea typeface="IBM Plex Sans"/>
                <a:cs typeface="IBM Plex Sans"/>
              </a:endParaRPr>
            </a:p>
          </p:txBody>
        </p:sp>
      </p:grpSp>
      <p:grpSp>
        <p:nvGrpSpPr>
          <p:cNvPr id="73" name="node08"/>
          <p:cNvGrpSpPr/>
          <p:nvPr/>
        </p:nvGrpSpPr>
        <p:grpSpPr>
          <a:xfrm>
            <a:off x="723900" y="4572000"/>
            <a:ext cx="7086600" cy="1371600"/>
            <a:chOff x="723900" y="4572000"/>
            <a:chExt cx="7086600" cy="1371600"/>
          </a:xfrm>
        </p:grpSpPr>
        <p:sp>
          <p:nvSpPr>
            <p:cNvPr id="31" name="node08.container"/>
            <p:cNvSpPr/>
            <p:nvPr/>
          </p:nvSpPr>
          <p:spPr>
            <a:xfrm>
              <a:off x="723900" y="4572000"/>
              <a:ext cx="7086600" cy="1371600"/>
            </a:xfrm>
            <a:prstGeom prst="rect">
              <a:avLst/>
            </a:prstGeom>
            <a:solidFill>
              <a:srgbClr val="E8EEF8"/>
            </a:solidFill>
            <a:ln>
              <a:noFill/>
            </a:ln>
          </p:spPr>
        </p:sp>
        <p:sp>
          <p:nvSpPr>
            <p:cNvPr id="32" name="node08.label"/>
            <p:cNvSpPr/>
            <p:nvPr/>
          </p:nvSpPr>
          <p:spPr>
            <a:xfrm>
              <a:off x="876300" y="4724400"/>
              <a:ext cx="6781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WHAT THE CORE TEAM DOES</a:t>
              </a:r>
              <a:endParaRPr lang="en-US" sz="900" spc="54" kern="0" b="0" i="0" dirty="0">
                <a:solidFill>
                  <a:srgbClr val="0047FF"/>
                </a:solidFill>
                <a:latin typeface="IBM Plex Mono Medium"/>
                <a:ea typeface="IBM Plex Mono Medium"/>
                <a:cs typeface="IBM Plex Mono Medium"/>
              </a:endParaRPr>
            </a:p>
          </p:txBody>
        </p:sp>
        <p:sp>
          <p:nvSpPr>
            <p:cNvPr id="33" name="node08.body.item-001.bullets.item-001.marker"/>
            <p:cNvSpPr/>
            <p:nvPr/>
          </p:nvSpPr>
          <p:spPr>
            <a:xfrm>
              <a:off x="876300" y="5003800"/>
              <a:ext cx="38100" cy="38100"/>
            </a:xfrm>
            <a:prstGeom prst="rect">
              <a:avLst/>
            </a:prstGeom>
            <a:solidFill>
              <a:srgbClr val="070154"/>
            </a:solidFill>
            <a:ln>
              <a:noFill/>
            </a:ln>
          </p:spPr>
        </p:sp>
        <p:sp>
          <p:nvSpPr>
            <p:cNvPr id="34" name="node08.body.item-001.bullets.item-001.text"/>
            <p:cNvSpPr/>
            <p:nvPr/>
          </p:nvSpPr>
          <p:spPr>
            <a:xfrm>
              <a:off x="1028700" y="4914900"/>
              <a:ext cx="662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Own the sponsor relationship and quality</a:t>
              </a:r>
              <a:endParaRPr lang="en-US" sz="1200" spc="0" kern="0" b="0" i="0" dirty="0">
                <a:solidFill>
                  <a:srgbClr val="070154"/>
                </a:solidFill>
                <a:latin typeface="IBM Plex Sans"/>
                <a:ea typeface="IBM Plex Sans"/>
                <a:cs typeface="IBM Plex Sans"/>
              </a:endParaRPr>
            </a:p>
          </p:txBody>
        </p:sp>
        <p:sp>
          <p:nvSpPr>
            <p:cNvPr id="35" name="node08.body.item-001.bullets.item-002.marker"/>
            <p:cNvSpPr/>
            <p:nvPr/>
          </p:nvSpPr>
          <p:spPr>
            <a:xfrm>
              <a:off x="876300" y="5270500"/>
              <a:ext cx="38100" cy="38100"/>
            </a:xfrm>
            <a:prstGeom prst="rect">
              <a:avLst/>
            </a:prstGeom>
            <a:solidFill>
              <a:srgbClr val="070154"/>
            </a:solidFill>
            <a:ln>
              <a:noFill/>
            </a:ln>
          </p:spPr>
        </p:sp>
        <p:sp>
          <p:nvSpPr>
            <p:cNvPr id="36" name="node08.body.item-001.bullets.item-002.text"/>
            <p:cNvSpPr/>
            <p:nvPr/>
          </p:nvSpPr>
          <p:spPr>
            <a:xfrm>
              <a:off x="1028700" y="5181600"/>
              <a:ext cx="662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Bring healthcare expertise to the work</a:t>
              </a:r>
              <a:endParaRPr lang="en-US" sz="1200" spc="0" kern="0" b="0" i="0" dirty="0">
                <a:solidFill>
                  <a:srgbClr val="070154"/>
                </a:solidFill>
                <a:latin typeface="IBM Plex Sans"/>
                <a:ea typeface="IBM Plex Sans"/>
                <a:cs typeface="IBM Plex Sans"/>
              </a:endParaRPr>
            </a:p>
          </p:txBody>
        </p:sp>
        <p:sp>
          <p:nvSpPr>
            <p:cNvPr id="37" name="node08.body.item-001.bullets.item-003.marker"/>
            <p:cNvSpPr/>
            <p:nvPr/>
          </p:nvSpPr>
          <p:spPr>
            <a:xfrm>
              <a:off x="876300" y="5537200"/>
              <a:ext cx="38100" cy="38100"/>
            </a:xfrm>
            <a:prstGeom prst="rect">
              <a:avLst/>
            </a:prstGeom>
            <a:solidFill>
              <a:srgbClr val="070154"/>
            </a:solidFill>
            <a:ln>
              <a:noFill/>
            </a:ln>
          </p:spPr>
        </p:sp>
        <p:sp>
          <p:nvSpPr>
            <p:cNvPr id="38" name="node08.body.item-001.bullets.item-003.text"/>
            <p:cNvSpPr/>
            <p:nvPr/>
          </p:nvSpPr>
          <p:spPr>
            <a:xfrm>
              <a:off x="1028700" y="5448300"/>
              <a:ext cx="662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Align both teams and transfer knowledge</a:t>
              </a:r>
              <a:endParaRPr lang="en-US" sz="1200" spc="0" kern="0" b="0" i="0" dirty="0">
                <a:solidFill>
                  <a:srgbClr val="070154"/>
                </a:solidFill>
                <a:latin typeface="IBM Plex Sans"/>
                <a:ea typeface="IBM Plex Sans"/>
                <a:cs typeface="IBM Plex Sans"/>
              </a:endParaRPr>
            </a:p>
          </p:txBody>
        </p:sp>
      </p:grpSp>
      <p:grpSp>
        <p:nvGrpSpPr>
          <p:cNvPr id="74" name="node09"/>
          <p:cNvGrpSpPr/>
          <p:nvPr/>
        </p:nvGrpSpPr>
        <p:grpSpPr>
          <a:xfrm>
            <a:off x="8039100" y="457200"/>
            <a:ext cx="3429000" cy="457200"/>
            <a:chOff x="8039100" y="457200"/>
            <a:chExt cx="3429000" cy="457200"/>
          </a:xfrm>
        </p:grpSpPr>
        <p:sp>
          <p:nvSpPr>
            <p:cNvPr id="39" name="node09.surface"/>
            <p:cNvSpPr/>
            <p:nvPr/>
          </p:nvSpPr>
          <p:spPr>
            <a:xfrm>
              <a:off x="8039100" y="457200"/>
              <a:ext cx="3429000" cy="457200"/>
            </a:xfrm>
            <a:prstGeom prst="rect">
              <a:avLst/>
            </a:prstGeom>
            <a:solidFill>
              <a:srgbClr val="070154"/>
            </a:solidFill>
            <a:ln>
              <a:noFill/>
            </a:ln>
          </p:spPr>
        </p:sp>
        <p:sp>
          <p:nvSpPr>
            <p:cNvPr id="40" name="node09.text"/>
            <p:cNvSpPr/>
            <p:nvPr/>
          </p:nvSpPr>
          <p:spPr>
            <a:xfrm>
              <a:off x="8191500" y="533400"/>
              <a:ext cx="3124200" cy="304800"/>
            </a:xfrm>
            <a:prstGeom prst="rect">
              <a:avLst/>
            </a:prstGeom>
            <a:noFill/>
            <a:ln/>
          </p:spPr>
          <p:txBody>
            <a:bodyPr wrap="square" lIns="0" tIns="0" rIns="0" bIns="0" rtlCol="0" anchor="t"/>
            <a:lstStyle/>
            <a:p>
              <a:pPr algn="ctr" indent="0" marL="0">
                <a:lnSpc>
                  <a:spcPts val="2400"/>
                </a:lnSpc>
                <a:buNone/>
              </a:pPr>
              <a:r>
                <a:rPr lang="en-US" sz="1800" spc="-18" kern="0" b="0" i="0" dirty="0">
                  <a:solidFill>
                    <a:srgbClr val="FFFFFF"/>
                  </a:solidFill>
                  <a:latin typeface="IBM Plex Sans SemiBold"/>
                  <a:ea typeface="IBM Plex Sans SemiBold"/>
                  <a:cs typeface="IBM Plex Sans SemiBold"/>
                </a:rPr>
                <a:t>Specialists</a:t>
              </a:r>
              <a:endParaRPr lang="en-US" sz="1800" spc="-18" kern="0" b="0" i="0" dirty="0">
                <a:solidFill>
                  <a:srgbClr val="FFFFFF"/>
                </a:solidFill>
                <a:latin typeface="IBM Plex Sans SemiBold"/>
                <a:ea typeface="IBM Plex Sans SemiBold"/>
                <a:cs typeface="IBM Plex Sans SemiBold"/>
              </a:endParaRPr>
            </a:p>
          </p:txBody>
        </p:sp>
      </p:grpSp>
      <p:grpSp>
        <p:nvGrpSpPr>
          <p:cNvPr id="75" name="node10"/>
          <p:cNvGrpSpPr/>
          <p:nvPr/>
        </p:nvGrpSpPr>
        <p:grpSpPr>
          <a:xfrm>
            <a:off x="8039100" y="1143000"/>
            <a:ext cx="3429000" cy="533400"/>
            <a:chOff x="8039100" y="1143000"/>
            <a:chExt cx="3429000" cy="533400"/>
          </a:xfrm>
        </p:grpSpPr>
        <p:sp>
          <p:nvSpPr>
            <p:cNvPr id="41" name="node10.avatar"/>
            <p:cNvSpPr/>
            <p:nvPr/>
          </p:nvSpPr>
          <p:spPr>
            <a:xfrm>
              <a:off x="8039100" y="1181100"/>
              <a:ext cx="457200" cy="457200"/>
            </a:xfrm>
            <a:prstGeom prst="rect">
              <a:avLst/>
            </a:prstGeom>
            <a:solidFill>
              <a:srgbClr val="070154"/>
            </a:solidFill>
            <a:ln>
              <a:noFill/>
            </a:ln>
          </p:spPr>
        </p:sp>
        <p:sp>
          <p:nvSpPr>
            <p:cNvPr id="42" name="node10.initials"/>
            <p:cNvSpPr/>
            <p:nvPr/>
          </p:nvSpPr>
          <p:spPr>
            <a:xfrm>
              <a:off x="8039100" y="1276350"/>
              <a:ext cx="4572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FFFFFF"/>
                  </a:solidFill>
                  <a:latin typeface="IBM Plex Sans SemiBold"/>
                  <a:ea typeface="IBM Plex Sans SemiBold"/>
                  <a:cs typeface="IBM Plex Sans SemiBold"/>
                </a:rPr>
                <a:t>SA</a:t>
              </a:r>
              <a:endParaRPr lang="en-US" sz="1400" spc="0" kern="0" b="0" i="0" dirty="0">
                <a:solidFill>
                  <a:srgbClr val="FFFFFF"/>
                </a:solidFill>
                <a:latin typeface="IBM Plex Sans SemiBold"/>
                <a:ea typeface="IBM Plex Sans SemiBold"/>
                <a:cs typeface="IBM Plex Sans SemiBold"/>
              </a:endParaRPr>
            </a:p>
          </p:txBody>
        </p:sp>
        <p:sp>
          <p:nvSpPr>
            <p:cNvPr id="43" name="node10.name"/>
            <p:cNvSpPr/>
            <p:nvPr/>
          </p:nvSpPr>
          <p:spPr>
            <a:xfrm>
              <a:off x="8648700" y="1143000"/>
              <a:ext cx="28194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Scott Alder</a:t>
              </a:r>
              <a:endParaRPr lang="en-US" sz="1400" spc="0" kern="0" b="0" i="0" dirty="0">
                <a:solidFill>
                  <a:srgbClr val="070154"/>
                </a:solidFill>
                <a:latin typeface="IBM Plex Sans SemiBold"/>
                <a:ea typeface="IBM Plex Sans SemiBold"/>
                <a:cs typeface="IBM Plex Sans SemiBold"/>
              </a:endParaRPr>
            </a:p>
          </p:txBody>
        </p:sp>
        <p:sp>
          <p:nvSpPr>
            <p:cNvPr id="44" name="node10.role"/>
            <p:cNvSpPr/>
            <p:nvPr/>
          </p:nvSpPr>
          <p:spPr>
            <a:xfrm>
              <a:off x="8648700" y="1447800"/>
              <a:ext cx="281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SME, payer data</a:t>
              </a:r>
              <a:endParaRPr lang="en-US" sz="1200" spc="0" kern="0" b="0" i="0" dirty="0">
                <a:solidFill>
                  <a:srgbClr val="50658E"/>
                </a:solidFill>
                <a:latin typeface="IBM Plex Sans"/>
                <a:ea typeface="IBM Plex Sans"/>
                <a:cs typeface="IBM Plex Sans"/>
              </a:endParaRPr>
            </a:p>
          </p:txBody>
        </p:sp>
      </p:grpSp>
      <p:grpSp>
        <p:nvGrpSpPr>
          <p:cNvPr id="76" name="node11"/>
          <p:cNvGrpSpPr/>
          <p:nvPr/>
        </p:nvGrpSpPr>
        <p:grpSpPr>
          <a:xfrm>
            <a:off x="8039100" y="1828800"/>
            <a:ext cx="3429000" cy="533400"/>
            <a:chOff x="8039100" y="1828800"/>
            <a:chExt cx="3429000" cy="533400"/>
          </a:xfrm>
        </p:grpSpPr>
        <p:sp>
          <p:nvSpPr>
            <p:cNvPr id="45" name="node11.avatar"/>
            <p:cNvSpPr/>
            <p:nvPr/>
          </p:nvSpPr>
          <p:spPr>
            <a:xfrm>
              <a:off x="8039100" y="1866900"/>
              <a:ext cx="457200" cy="457200"/>
            </a:xfrm>
            <a:prstGeom prst="rect">
              <a:avLst/>
            </a:prstGeom>
            <a:solidFill>
              <a:srgbClr val="070154"/>
            </a:solidFill>
            <a:ln>
              <a:noFill/>
            </a:ln>
          </p:spPr>
        </p:sp>
        <p:sp>
          <p:nvSpPr>
            <p:cNvPr id="46" name="node11.initials"/>
            <p:cNvSpPr/>
            <p:nvPr/>
          </p:nvSpPr>
          <p:spPr>
            <a:xfrm>
              <a:off x="8039100" y="1962150"/>
              <a:ext cx="4572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FFFFFF"/>
                  </a:solidFill>
                  <a:latin typeface="IBM Plex Sans SemiBold"/>
                  <a:ea typeface="IBM Plex Sans SemiBold"/>
                  <a:cs typeface="IBM Plex Sans SemiBold"/>
                </a:rPr>
                <a:t>DC</a:t>
              </a:r>
              <a:endParaRPr lang="en-US" sz="1400" spc="0" kern="0" b="0" i="0" dirty="0">
                <a:solidFill>
                  <a:srgbClr val="FFFFFF"/>
                </a:solidFill>
                <a:latin typeface="IBM Plex Sans SemiBold"/>
                <a:ea typeface="IBM Plex Sans SemiBold"/>
                <a:cs typeface="IBM Plex Sans SemiBold"/>
              </a:endParaRPr>
            </a:p>
          </p:txBody>
        </p:sp>
        <p:sp>
          <p:nvSpPr>
            <p:cNvPr id="47" name="node11.name"/>
            <p:cNvSpPr/>
            <p:nvPr/>
          </p:nvSpPr>
          <p:spPr>
            <a:xfrm>
              <a:off x="8648700" y="1828800"/>
              <a:ext cx="28194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Dan Calloway</a:t>
              </a:r>
              <a:endParaRPr lang="en-US" sz="1400" spc="0" kern="0" b="0" i="0" dirty="0">
                <a:solidFill>
                  <a:srgbClr val="070154"/>
                </a:solidFill>
                <a:latin typeface="IBM Plex Sans SemiBold"/>
                <a:ea typeface="IBM Plex Sans SemiBold"/>
                <a:cs typeface="IBM Plex Sans SemiBold"/>
              </a:endParaRPr>
            </a:p>
          </p:txBody>
        </p:sp>
        <p:sp>
          <p:nvSpPr>
            <p:cNvPr id="48" name="node11.role"/>
            <p:cNvSpPr/>
            <p:nvPr/>
          </p:nvSpPr>
          <p:spPr>
            <a:xfrm>
              <a:off x="8648700" y="2133600"/>
              <a:ext cx="281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SME, life sciences</a:t>
              </a:r>
              <a:endParaRPr lang="en-US" sz="1200" spc="0" kern="0" b="0" i="0" dirty="0">
                <a:solidFill>
                  <a:srgbClr val="50658E"/>
                </a:solidFill>
                <a:latin typeface="IBM Plex Sans"/>
                <a:ea typeface="IBM Plex Sans"/>
                <a:cs typeface="IBM Plex Sans"/>
              </a:endParaRPr>
            </a:p>
          </p:txBody>
        </p:sp>
      </p:grpSp>
      <p:grpSp>
        <p:nvGrpSpPr>
          <p:cNvPr id="77" name="node12"/>
          <p:cNvGrpSpPr/>
          <p:nvPr/>
        </p:nvGrpSpPr>
        <p:grpSpPr>
          <a:xfrm>
            <a:off x="8039100" y="2514600"/>
            <a:ext cx="3429000" cy="533400"/>
            <a:chOff x="8039100" y="2514600"/>
            <a:chExt cx="3429000" cy="533400"/>
          </a:xfrm>
        </p:grpSpPr>
        <p:sp>
          <p:nvSpPr>
            <p:cNvPr id="49" name="node12.avatar"/>
            <p:cNvSpPr/>
            <p:nvPr/>
          </p:nvSpPr>
          <p:spPr>
            <a:xfrm>
              <a:off x="8039100" y="2552700"/>
              <a:ext cx="457200" cy="457200"/>
            </a:xfrm>
            <a:prstGeom prst="rect">
              <a:avLst/>
            </a:prstGeom>
            <a:solidFill>
              <a:srgbClr val="070154"/>
            </a:solidFill>
            <a:ln>
              <a:noFill/>
            </a:ln>
          </p:spPr>
        </p:sp>
        <p:sp>
          <p:nvSpPr>
            <p:cNvPr id="50" name="node12.initials"/>
            <p:cNvSpPr/>
            <p:nvPr/>
          </p:nvSpPr>
          <p:spPr>
            <a:xfrm>
              <a:off x="8039100" y="2647950"/>
              <a:ext cx="4572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FFFFFF"/>
                  </a:solidFill>
                  <a:latin typeface="IBM Plex Sans SemiBold"/>
                  <a:ea typeface="IBM Plex Sans SemiBold"/>
                  <a:cs typeface="IBM Plex Sans SemiBold"/>
                </a:rPr>
                <a:t>BM</a:t>
              </a:r>
              <a:endParaRPr lang="en-US" sz="1400" spc="0" kern="0" b="0" i="0" dirty="0">
                <a:solidFill>
                  <a:srgbClr val="FFFFFF"/>
                </a:solidFill>
                <a:latin typeface="IBM Plex Sans SemiBold"/>
                <a:ea typeface="IBM Plex Sans SemiBold"/>
                <a:cs typeface="IBM Plex Sans SemiBold"/>
              </a:endParaRPr>
            </a:p>
          </p:txBody>
        </p:sp>
        <p:sp>
          <p:nvSpPr>
            <p:cNvPr id="51" name="node12.name"/>
            <p:cNvSpPr/>
            <p:nvPr/>
          </p:nvSpPr>
          <p:spPr>
            <a:xfrm>
              <a:off x="8648700" y="2514600"/>
              <a:ext cx="28194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Brett Marlow</a:t>
              </a:r>
              <a:endParaRPr lang="en-US" sz="1400" spc="0" kern="0" b="0" i="0" dirty="0">
                <a:solidFill>
                  <a:srgbClr val="070154"/>
                </a:solidFill>
                <a:latin typeface="IBM Plex Sans SemiBold"/>
                <a:ea typeface="IBM Plex Sans SemiBold"/>
                <a:cs typeface="IBM Plex Sans SemiBold"/>
              </a:endParaRPr>
            </a:p>
          </p:txBody>
        </p:sp>
        <p:sp>
          <p:nvSpPr>
            <p:cNvPr id="52" name="node12.role"/>
            <p:cNvSpPr/>
            <p:nvPr/>
          </p:nvSpPr>
          <p:spPr>
            <a:xfrm>
              <a:off x="8648700" y="2819400"/>
              <a:ext cx="281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SME, provider</a:t>
              </a:r>
              <a:endParaRPr lang="en-US" sz="1200" spc="0" kern="0" b="0" i="0" dirty="0">
                <a:solidFill>
                  <a:srgbClr val="50658E"/>
                </a:solidFill>
                <a:latin typeface="IBM Plex Sans"/>
                <a:ea typeface="IBM Plex Sans"/>
                <a:cs typeface="IBM Plex Sans"/>
              </a:endParaRPr>
            </a:p>
          </p:txBody>
        </p:sp>
      </p:grpSp>
      <p:grpSp>
        <p:nvGrpSpPr>
          <p:cNvPr id="78" name="node13"/>
          <p:cNvGrpSpPr/>
          <p:nvPr/>
        </p:nvGrpSpPr>
        <p:grpSpPr>
          <a:xfrm>
            <a:off x="8039100" y="3200400"/>
            <a:ext cx="3429000" cy="533400"/>
            <a:chOff x="8039100" y="3200400"/>
            <a:chExt cx="3429000" cy="533400"/>
          </a:xfrm>
        </p:grpSpPr>
        <p:sp>
          <p:nvSpPr>
            <p:cNvPr id="53" name="node13.avatar"/>
            <p:cNvSpPr/>
            <p:nvPr/>
          </p:nvSpPr>
          <p:spPr>
            <a:xfrm>
              <a:off x="8039100" y="3238500"/>
              <a:ext cx="457200" cy="457200"/>
            </a:xfrm>
            <a:prstGeom prst="rect">
              <a:avLst/>
            </a:prstGeom>
            <a:solidFill>
              <a:srgbClr val="070154"/>
            </a:solidFill>
            <a:ln>
              <a:noFill/>
            </a:ln>
          </p:spPr>
        </p:sp>
        <p:sp>
          <p:nvSpPr>
            <p:cNvPr id="54" name="node13.initials"/>
            <p:cNvSpPr/>
            <p:nvPr/>
          </p:nvSpPr>
          <p:spPr>
            <a:xfrm>
              <a:off x="8039100" y="3333750"/>
              <a:ext cx="4572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FFFFFF"/>
                  </a:solidFill>
                  <a:latin typeface="IBM Plex Sans SemiBold"/>
                  <a:ea typeface="IBM Plex Sans SemiBold"/>
                  <a:cs typeface="IBM Plex Sans SemiBold"/>
                </a:rPr>
                <a:t>AG</a:t>
              </a:r>
              <a:endParaRPr lang="en-US" sz="1400" spc="0" kern="0" b="0" i="0" dirty="0">
                <a:solidFill>
                  <a:srgbClr val="FFFFFF"/>
                </a:solidFill>
                <a:latin typeface="IBM Plex Sans SemiBold"/>
                <a:ea typeface="IBM Plex Sans SemiBold"/>
                <a:cs typeface="IBM Plex Sans SemiBold"/>
              </a:endParaRPr>
            </a:p>
          </p:txBody>
        </p:sp>
        <p:sp>
          <p:nvSpPr>
            <p:cNvPr id="55" name="node13.name"/>
            <p:cNvSpPr/>
            <p:nvPr/>
          </p:nvSpPr>
          <p:spPr>
            <a:xfrm>
              <a:off x="8648700" y="3200400"/>
              <a:ext cx="28194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Anneke Groot</a:t>
              </a:r>
              <a:endParaRPr lang="en-US" sz="1400" spc="0" kern="0" b="0" i="0" dirty="0">
                <a:solidFill>
                  <a:srgbClr val="070154"/>
                </a:solidFill>
                <a:latin typeface="IBM Plex Sans SemiBold"/>
                <a:ea typeface="IBM Plex Sans SemiBold"/>
                <a:cs typeface="IBM Plex Sans SemiBold"/>
              </a:endParaRPr>
            </a:p>
          </p:txBody>
        </p:sp>
        <p:sp>
          <p:nvSpPr>
            <p:cNvPr id="56" name="node13.role"/>
            <p:cNvSpPr/>
            <p:nvPr/>
          </p:nvSpPr>
          <p:spPr>
            <a:xfrm>
              <a:off x="8648700" y="3505200"/>
              <a:ext cx="281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SME, governance</a:t>
              </a:r>
              <a:endParaRPr lang="en-US" sz="1200" spc="0" kern="0" b="0" i="0" dirty="0">
                <a:solidFill>
                  <a:srgbClr val="50658E"/>
                </a:solidFill>
                <a:latin typeface="IBM Plex Sans"/>
                <a:ea typeface="IBM Plex Sans"/>
                <a:cs typeface="IBM Plex Sans"/>
              </a:endParaRPr>
            </a:p>
          </p:txBody>
        </p:sp>
      </p:grpSp>
      <p:grpSp>
        <p:nvGrpSpPr>
          <p:cNvPr id="79" name="node14"/>
          <p:cNvGrpSpPr/>
          <p:nvPr/>
        </p:nvGrpSpPr>
        <p:grpSpPr>
          <a:xfrm>
            <a:off x="8039100" y="3886200"/>
            <a:ext cx="3429000" cy="533400"/>
            <a:chOff x="8039100" y="3886200"/>
            <a:chExt cx="3429000" cy="533400"/>
          </a:xfrm>
        </p:grpSpPr>
        <p:sp>
          <p:nvSpPr>
            <p:cNvPr id="57" name="node14.avatar"/>
            <p:cNvSpPr/>
            <p:nvPr/>
          </p:nvSpPr>
          <p:spPr>
            <a:xfrm>
              <a:off x="8039100" y="3924300"/>
              <a:ext cx="457200" cy="457200"/>
            </a:xfrm>
            <a:prstGeom prst="rect">
              <a:avLst/>
            </a:prstGeom>
            <a:solidFill>
              <a:srgbClr val="070154"/>
            </a:solidFill>
            <a:ln>
              <a:noFill/>
            </a:ln>
          </p:spPr>
        </p:sp>
        <p:sp>
          <p:nvSpPr>
            <p:cNvPr id="58" name="node14.initials"/>
            <p:cNvSpPr/>
            <p:nvPr/>
          </p:nvSpPr>
          <p:spPr>
            <a:xfrm>
              <a:off x="8039100" y="4019550"/>
              <a:ext cx="4572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FFFFFF"/>
                  </a:solidFill>
                  <a:latin typeface="IBM Plex Sans SemiBold"/>
                  <a:ea typeface="IBM Plex Sans SemiBold"/>
                  <a:cs typeface="IBM Plex Sans SemiBold"/>
                </a:rPr>
                <a:t>TZ</a:t>
              </a:r>
              <a:endParaRPr lang="en-US" sz="1400" spc="0" kern="0" b="0" i="0" dirty="0">
                <a:solidFill>
                  <a:srgbClr val="FFFFFF"/>
                </a:solidFill>
                <a:latin typeface="IBM Plex Sans SemiBold"/>
                <a:ea typeface="IBM Plex Sans SemiBold"/>
                <a:cs typeface="IBM Plex Sans SemiBold"/>
              </a:endParaRPr>
            </a:p>
          </p:txBody>
        </p:sp>
        <p:sp>
          <p:nvSpPr>
            <p:cNvPr id="59" name="node14.name"/>
            <p:cNvSpPr/>
            <p:nvPr/>
          </p:nvSpPr>
          <p:spPr>
            <a:xfrm>
              <a:off x="8648700" y="3886200"/>
              <a:ext cx="28194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Tanner Zell</a:t>
              </a:r>
              <a:endParaRPr lang="en-US" sz="1400" spc="0" kern="0" b="0" i="0" dirty="0">
                <a:solidFill>
                  <a:srgbClr val="070154"/>
                </a:solidFill>
                <a:latin typeface="IBM Plex Sans SemiBold"/>
                <a:ea typeface="IBM Plex Sans SemiBold"/>
                <a:cs typeface="IBM Plex Sans SemiBold"/>
              </a:endParaRPr>
            </a:p>
          </p:txBody>
        </p:sp>
        <p:sp>
          <p:nvSpPr>
            <p:cNvPr id="60" name="node14.role"/>
            <p:cNvSpPr/>
            <p:nvPr/>
          </p:nvSpPr>
          <p:spPr>
            <a:xfrm>
              <a:off x="8648700" y="4191000"/>
              <a:ext cx="281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SME, design</a:t>
              </a:r>
              <a:endParaRPr lang="en-US" sz="1200" spc="0" kern="0" b="0" i="0" dirty="0">
                <a:solidFill>
                  <a:srgbClr val="50658E"/>
                </a:solidFill>
                <a:latin typeface="IBM Plex Sans"/>
                <a:ea typeface="IBM Plex Sans"/>
                <a:cs typeface="IBM Plex Sans"/>
              </a:endParaRPr>
            </a:p>
          </p:txBody>
        </p:sp>
      </p:grpSp>
      <p:grpSp>
        <p:nvGrpSpPr>
          <p:cNvPr id="80" name="node15"/>
          <p:cNvGrpSpPr/>
          <p:nvPr/>
        </p:nvGrpSpPr>
        <p:grpSpPr>
          <a:xfrm>
            <a:off x="8039100" y="4572000"/>
            <a:ext cx="3429000" cy="533400"/>
            <a:chOff x="8039100" y="4572000"/>
            <a:chExt cx="3429000" cy="533400"/>
          </a:xfrm>
        </p:grpSpPr>
        <p:sp>
          <p:nvSpPr>
            <p:cNvPr id="61" name="node15.avatar"/>
            <p:cNvSpPr/>
            <p:nvPr/>
          </p:nvSpPr>
          <p:spPr>
            <a:xfrm>
              <a:off x="8039100" y="4610100"/>
              <a:ext cx="457200" cy="457200"/>
            </a:xfrm>
            <a:prstGeom prst="rect">
              <a:avLst/>
            </a:prstGeom>
            <a:solidFill>
              <a:srgbClr val="070154"/>
            </a:solidFill>
            <a:ln>
              <a:noFill/>
            </a:ln>
          </p:spPr>
        </p:sp>
        <p:sp>
          <p:nvSpPr>
            <p:cNvPr id="62" name="node15.initials"/>
            <p:cNvSpPr/>
            <p:nvPr/>
          </p:nvSpPr>
          <p:spPr>
            <a:xfrm>
              <a:off x="8039100" y="4705350"/>
              <a:ext cx="4572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FFFFFF"/>
                  </a:solidFill>
                  <a:latin typeface="IBM Plex Sans SemiBold"/>
                  <a:ea typeface="IBM Plex Sans SemiBold"/>
                  <a:cs typeface="IBM Plex Sans SemiBold"/>
                </a:rPr>
                <a:t>GM</a:t>
              </a:r>
              <a:endParaRPr lang="en-US" sz="1400" spc="0" kern="0" b="0" i="0" dirty="0">
                <a:solidFill>
                  <a:srgbClr val="FFFFFF"/>
                </a:solidFill>
                <a:latin typeface="IBM Plex Sans SemiBold"/>
                <a:ea typeface="IBM Plex Sans SemiBold"/>
                <a:cs typeface="IBM Plex Sans SemiBold"/>
              </a:endParaRPr>
            </a:p>
          </p:txBody>
        </p:sp>
        <p:sp>
          <p:nvSpPr>
            <p:cNvPr id="63" name="node15.name"/>
            <p:cNvSpPr/>
            <p:nvPr/>
          </p:nvSpPr>
          <p:spPr>
            <a:xfrm>
              <a:off x="8648700" y="4572000"/>
              <a:ext cx="28194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Greta Movsky</a:t>
              </a:r>
              <a:endParaRPr lang="en-US" sz="1400" spc="0" kern="0" b="0" i="0" dirty="0">
                <a:solidFill>
                  <a:srgbClr val="070154"/>
                </a:solidFill>
                <a:latin typeface="IBM Plex Sans SemiBold"/>
                <a:ea typeface="IBM Plex Sans SemiBold"/>
                <a:cs typeface="IBM Plex Sans SemiBold"/>
              </a:endParaRPr>
            </a:p>
          </p:txBody>
        </p:sp>
        <p:sp>
          <p:nvSpPr>
            <p:cNvPr id="64" name="node15.role"/>
            <p:cNvSpPr/>
            <p:nvPr/>
          </p:nvSpPr>
          <p:spPr>
            <a:xfrm>
              <a:off x="8648700" y="4876800"/>
              <a:ext cx="281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SME, cybersecurity</a:t>
              </a:r>
              <a:endParaRPr lang="en-US" sz="1200" spc="0" kern="0" b="0" i="0" dirty="0">
                <a:solidFill>
                  <a:srgbClr val="50658E"/>
                </a:solidFill>
                <a:latin typeface="IBM Plex Sans"/>
                <a:ea typeface="IBM Plex Sans"/>
                <a:cs typeface="IBM Plex Sans"/>
              </a:endParaRPr>
            </a:p>
          </p:txBody>
        </p:sp>
      </p:grpSp>
      <p:grpSp>
        <p:nvGrpSpPr>
          <p:cNvPr id="81" name="node16"/>
          <p:cNvGrpSpPr/>
          <p:nvPr/>
        </p:nvGrpSpPr>
        <p:grpSpPr>
          <a:xfrm>
            <a:off x="8039100" y="5486400"/>
            <a:ext cx="3429000" cy="457200"/>
            <a:chOff x="8039100" y="5486400"/>
            <a:chExt cx="3429000" cy="457200"/>
          </a:xfrm>
        </p:grpSpPr>
        <p:sp>
          <p:nvSpPr>
            <p:cNvPr id="65" name="node16.text"/>
            <p:cNvSpPr/>
            <p:nvPr/>
          </p:nvSpPr>
          <p:spPr>
            <a:xfrm>
              <a:off x="8039100" y="5486400"/>
              <a:ext cx="34290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Advise on architecture and governance, assess processes and lead training.</a:t>
              </a:r>
              <a:endParaRPr lang="en-US" sz="1200" spc="0" kern="0" b="0" i="0" dirty="0">
                <a:solidFill>
                  <a:srgbClr val="50658E"/>
                </a:solidFill>
                <a:latin typeface="IBM Plex Sans"/>
                <a:ea typeface="IBM Plex Sans"/>
                <a:cs typeface="IBM Plex Sans"/>
              </a:endParaRPr>
            </a:p>
          </p:txBody>
        </p:sp>
      </p:grpSp>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name="source-552">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ROADMAP</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Six milestones in three phases carry the program to 2028</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Sample figures for layout only; replace with current firm data before use.</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175</a:t>
            </a:fld>
            <a:endParaRPr lang="en-US" sz="700" spc="0" kern="0" b="0" i="0" dirty="0">
              <a:solidFill>
                <a:srgbClr val="070154"/>
              </a:solidFill>
              <a:latin typeface="IBM Plex Mono SemiBold"/>
              <a:ea typeface="IBM Plex Mono SemiBold"/>
              <a:cs typeface="IBM Plex Mono SemiBold"/>
            </a:endParaRPr>
          </a:p>
        </p:txBody>
      </p:sp>
      <p:grpSp>
        <p:nvGrpSpPr>
          <p:cNvPr id="64" name="node01"/>
          <p:cNvGrpSpPr/>
          <p:nvPr/>
        </p:nvGrpSpPr>
        <p:grpSpPr>
          <a:xfrm>
            <a:off x="714375" y="1577975"/>
            <a:ext cx="3448050" cy="450850"/>
            <a:chOff x="714375" y="1577975"/>
            <a:chExt cx="3448050" cy="450850"/>
          </a:xfrm>
        </p:grpSpPr>
        <p:sp>
          <p:nvSpPr>
            <p:cNvPr id="7" name="node01.stroke-1"/>
            <p:cNvSpPr/>
            <p:nvPr/>
          </p:nvSpPr>
          <p:spPr>
            <a:xfrm>
              <a:off x="723900" y="1905000"/>
              <a:ext cx="0" cy="114300"/>
            </a:xfrm>
            <a:custGeom>
              <a:avLst/>
              <a:gdLst/>
              <a:ahLst/>
              <a:cxnLst/>
              <a:rect l="l" t="t" r="r" b="b"/>
              <a:pathLst>
                <a:path h="114300">
                  <a:moveTo>
                    <a:pt x="0" y="114300"/>
                  </a:moveTo>
                  <a:lnTo>
                    <a:pt x="0" y="0"/>
                  </a:lnTo>
                </a:path>
              </a:pathLst>
            </a:custGeom>
            <a:ln w="19050">
              <a:solidFill>
                <a:srgbClr val="0047FF"/>
              </a:solidFill>
              <a:prstDash val="solid"/>
            </a:ln>
          </p:spPr>
        </p:sp>
        <p:sp>
          <p:nvSpPr>
            <p:cNvPr id="8" name="node01.stroke-2"/>
            <p:cNvSpPr/>
            <p:nvPr/>
          </p:nvSpPr>
          <p:spPr>
            <a:xfrm>
              <a:off x="723900" y="1905000"/>
              <a:ext cx="3429000" cy="0"/>
            </a:xfrm>
            <a:custGeom>
              <a:avLst/>
              <a:gdLst/>
              <a:ahLst/>
              <a:cxnLst/>
              <a:rect l="l" t="t" r="r" b="b"/>
              <a:pathLst>
                <a:path w="3429000">
                  <a:moveTo>
                    <a:pt x="0" y="0"/>
                  </a:moveTo>
                  <a:lnTo>
                    <a:pt x="3429000" y="0"/>
                  </a:lnTo>
                </a:path>
              </a:pathLst>
            </a:custGeom>
            <a:ln w="19050">
              <a:solidFill>
                <a:srgbClr val="0047FF"/>
              </a:solidFill>
              <a:prstDash val="solid"/>
            </a:ln>
          </p:spPr>
        </p:sp>
        <p:sp>
          <p:nvSpPr>
            <p:cNvPr id="9" name="node01.stroke-3"/>
            <p:cNvSpPr/>
            <p:nvPr/>
          </p:nvSpPr>
          <p:spPr>
            <a:xfrm>
              <a:off x="4152900" y="1905000"/>
              <a:ext cx="0" cy="114300"/>
            </a:xfrm>
            <a:custGeom>
              <a:avLst/>
              <a:gdLst/>
              <a:ahLst/>
              <a:cxnLst/>
              <a:rect l="l" t="t" r="r" b="b"/>
              <a:pathLst>
                <a:path h="114300">
                  <a:moveTo>
                    <a:pt x="0" y="0"/>
                  </a:moveTo>
                  <a:lnTo>
                    <a:pt x="0" y="114300"/>
                  </a:lnTo>
                </a:path>
              </a:pathLst>
            </a:custGeom>
            <a:ln w="19050">
              <a:solidFill>
                <a:srgbClr val="0047FF"/>
              </a:solidFill>
              <a:prstDash val="solid"/>
            </a:ln>
          </p:spPr>
        </p:sp>
        <p:sp>
          <p:nvSpPr>
            <p:cNvPr id="10" name="node01.stroke-4"/>
            <p:cNvSpPr/>
            <p:nvPr/>
          </p:nvSpPr>
          <p:spPr>
            <a:xfrm>
              <a:off x="2438400" y="1790700"/>
              <a:ext cx="0" cy="114300"/>
            </a:xfrm>
            <a:custGeom>
              <a:avLst/>
              <a:gdLst/>
              <a:ahLst/>
              <a:cxnLst/>
              <a:rect l="l" t="t" r="r" b="b"/>
              <a:pathLst>
                <a:path h="114300">
                  <a:moveTo>
                    <a:pt x="0" y="114300"/>
                  </a:moveTo>
                  <a:lnTo>
                    <a:pt x="0" y="0"/>
                  </a:lnTo>
                </a:path>
              </a:pathLst>
            </a:custGeom>
            <a:ln w="19050">
              <a:solidFill>
                <a:srgbClr val="0047FF"/>
              </a:solidFill>
              <a:prstDash val="solid"/>
            </a:ln>
          </p:spPr>
        </p:sp>
        <p:sp>
          <p:nvSpPr>
            <p:cNvPr id="11" name="node01.label.part-1"/>
            <p:cNvSpPr/>
            <p:nvPr/>
          </p:nvSpPr>
          <p:spPr>
            <a:xfrm>
              <a:off x="723900" y="1577975"/>
              <a:ext cx="3429000" cy="17145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047FF"/>
                  </a:solidFill>
                  <a:latin typeface="IBM Plex Mono SemiBold"/>
                  <a:ea typeface="IBM Plex Mono SemiBold"/>
                  <a:cs typeface="IBM Plex Mono SemiBold"/>
                </a:rPr>
                <a:t>FOUNDATION</a:t>
              </a:r>
              <a:endParaRPr lang="en-US" sz="900" spc="54" kern="0" b="0" i="0" dirty="0">
                <a:solidFill>
                  <a:srgbClr val="0047FF"/>
                </a:solidFill>
                <a:latin typeface="IBM Plex Mono SemiBold"/>
                <a:ea typeface="IBM Plex Mono SemiBold"/>
                <a:cs typeface="IBM Plex Mono SemiBold"/>
              </a:endParaRPr>
            </a:p>
          </p:txBody>
        </p:sp>
      </p:grpSp>
      <p:grpSp>
        <p:nvGrpSpPr>
          <p:cNvPr id="65" name="node02"/>
          <p:cNvGrpSpPr/>
          <p:nvPr/>
        </p:nvGrpSpPr>
        <p:grpSpPr>
          <a:xfrm>
            <a:off x="4371975" y="1577975"/>
            <a:ext cx="3448050" cy="450850"/>
            <a:chOff x="4371975" y="1577975"/>
            <a:chExt cx="3448050" cy="450850"/>
          </a:xfrm>
        </p:grpSpPr>
        <p:sp>
          <p:nvSpPr>
            <p:cNvPr id="12" name="node02.stroke-1"/>
            <p:cNvSpPr/>
            <p:nvPr/>
          </p:nvSpPr>
          <p:spPr>
            <a:xfrm>
              <a:off x="4381500" y="1905000"/>
              <a:ext cx="0" cy="114300"/>
            </a:xfrm>
            <a:custGeom>
              <a:avLst/>
              <a:gdLst/>
              <a:ahLst/>
              <a:cxnLst/>
              <a:rect l="l" t="t" r="r" b="b"/>
              <a:pathLst>
                <a:path h="114300">
                  <a:moveTo>
                    <a:pt x="0" y="114300"/>
                  </a:moveTo>
                  <a:lnTo>
                    <a:pt x="0" y="0"/>
                  </a:lnTo>
                </a:path>
              </a:pathLst>
            </a:custGeom>
            <a:ln w="19050">
              <a:solidFill>
                <a:srgbClr val="0047FF"/>
              </a:solidFill>
              <a:prstDash val="solid"/>
            </a:ln>
          </p:spPr>
        </p:sp>
        <p:sp>
          <p:nvSpPr>
            <p:cNvPr id="13" name="node02.stroke-2"/>
            <p:cNvSpPr/>
            <p:nvPr/>
          </p:nvSpPr>
          <p:spPr>
            <a:xfrm>
              <a:off x="4381500" y="1905000"/>
              <a:ext cx="3429000" cy="0"/>
            </a:xfrm>
            <a:custGeom>
              <a:avLst/>
              <a:gdLst/>
              <a:ahLst/>
              <a:cxnLst/>
              <a:rect l="l" t="t" r="r" b="b"/>
              <a:pathLst>
                <a:path w="3429000">
                  <a:moveTo>
                    <a:pt x="0" y="0"/>
                  </a:moveTo>
                  <a:lnTo>
                    <a:pt x="3429000" y="0"/>
                  </a:lnTo>
                </a:path>
              </a:pathLst>
            </a:custGeom>
            <a:ln w="19050">
              <a:solidFill>
                <a:srgbClr val="0047FF"/>
              </a:solidFill>
              <a:prstDash val="solid"/>
            </a:ln>
          </p:spPr>
        </p:sp>
        <p:sp>
          <p:nvSpPr>
            <p:cNvPr id="14" name="node02.stroke-3"/>
            <p:cNvSpPr/>
            <p:nvPr/>
          </p:nvSpPr>
          <p:spPr>
            <a:xfrm>
              <a:off x="7810500" y="1905000"/>
              <a:ext cx="0" cy="114300"/>
            </a:xfrm>
            <a:custGeom>
              <a:avLst/>
              <a:gdLst/>
              <a:ahLst/>
              <a:cxnLst/>
              <a:rect l="l" t="t" r="r" b="b"/>
              <a:pathLst>
                <a:path h="114300">
                  <a:moveTo>
                    <a:pt x="0" y="0"/>
                  </a:moveTo>
                  <a:lnTo>
                    <a:pt x="0" y="114300"/>
                  </a:lnTo>
                </a:path>
              </a:pathLst>
            </a:custGeom>
            <a:ln w="19050">
              <a:solidFill>
                <a:srgbClr val="0047FF"/>
              </a:solidFill>
              <a:prstDash val="solid"/>
            </a:ln>
          </p:spPr>
        </p:sp>
        <p:sp>
          <p:nvSpPr>
            <p:cNvPr id="15" name="node02.stroke-4"/>
            <p:cNvSpPr/>
            <p:nvPr/>
          </p:nvSpPr>
          <p:spPr>
            <a:xfrm>
              <a:off x="6096000" y="1790700"/>
              <a:ext cx="0" cy="114300"/>
            </a:xfrm>
            <a:custGeom>
              <a:avLst/>
              <a:gdLst/>
              <a:ahLst/>
              <a:cxnLst/>
              <a:rect l="l" t="t" r="r" b="b"/>
              <a:pathLst>
                <a:path h="114300">
                  <a:moveTo>
                    <a:pt x="0" y="114300"/>
                  </a:moveTo>
                  <a:lnTo>
                    <a:pt x="0" y="0"/>
                  </a:lnTo>
                </a:path>
              </a:pathLst>
            </a:custGeom>
            <a:ln w="19050">
              <a:solidFill>
                <a:srgbClr val="0047FF"/>
              </a:solidFill>
              <a:prstDash val="solid"/>
            </a:ln>
          </p:spPr>
        </p:sp>
        <p:sp>
          <p:nvSpPr>
            <p:cNvPr id="16" name="node02.label.part-1"/>
            <p:cNvSpPr/>
            <p:nvPr/>
          </p:nvSpPr>
          <p:spPr>
            <a:xfrm>
              <a:off x="4381500" y="1577975"/>
              <a:ext cx="3429000" cy="17145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047FF"/>
                  </a:solidFill>
                  <a:latin typeface="IBM Plex Mono SemiBold"/>
                  <a:ea typeface="IBM Plex Mono SemiBold"/>
                  <a:cs typeface="IBM Plex Mono SemiBold"/>
                </a:rPr>
                <a:t>ADOPTION</a:t>
              </a:r>
              <a:endParaRPr lang="en-US" sz="900" spc="54" kern="0" b="0" i="0" dirty="0">
                <a:solidFill>
                  <a:srgbClr val="0047FF"/>
                </a:solidFill>
                <a:latin typeface="IBM Plex Mono SemiBold"/>
                <a:ea typeface="IBM Plex Mono SemiBold"/>
                <a:cs typeface="IBM Plex Mono SemiBold"/>
              </a:endParaRPr>
            </a:p>
          </p:txBody>
        </p:sp>
      </p:grpSp>
      <p:grpSp>
        <p:nvGrpSpPr>
          <p:cNvPr id="66" name="node03"/>
          <p:cNvGrpSpPr/>
          <p:nvPr/>
        </p:nvGrpSpPr>
        <p:grpSpPr>
          <a:xfrm>
            <a:off x="8029575" y="1577975"/>
            <a:ext cx="3448050" cy="450850"/>
            <a:chOff x="8029575" y="1577975"/>
            <a:chExt cx="3448050" cy="450850"/>
          </a:xfrm>
        </p:grpSpPr>
        <p:sp>
          <p:nvSpPr>
            <p:cNvPr id="17" name="node03.stroke-1"/>
            <p:cNvSpPr/>
            <p:nvPr/>
          </p:nvSpPr>
          <p:spPr>
            <a:xfrm>
              <a:off x="8039100" y="1905000"/>
              <a:ext cx="0" cy="114300"/>
            </a:xfrm>
            <a:custGeom>
              <a:avLst/>
              <a:gdLst/>
              <a:ahLst/>
              <a:cxnLst/>
              <a:rect l="l" t="t" r="r" b="b"/>
              <a:pathLst>
                <a:path h="114300">
                  <a:moveTo>
                    <a:pt x="0" y="114300"/>
                  </a:moveTo>
                  <a:lnTo>
                    <a:pt x="0" y="0"/>
                  </a:lnTo>
                </a:path>
              </a:pathLst>
            </a:custGeom>
            <a:ln w="19050">
              <a:solidFill>
                <a:srgbClr val="0047FF"/>
              </a:solidFill>
              <a:prstDash val="solid"/>
            </a:ln>
          </p:spPr>
        </p:sp>
        <p:sp>
          <p:nvSpPr>
            <p:cNvPr id="18" name="node03.stroke-2"/>
            <p:cNvSpPr/>
            <p:nvPr/>
          </p:nvSpPr>
          <p:spPr>
            <a:xfrm>
              <a:off x="8039100" y="1905000"/>
              <a:ext cx="3429000" cy="0"/>
            </a:xfrm>
            <a:custGeom>
              <a:avLst/>
              <a:gdLst/>
              <a:ahLst/>
              <a:cxnLst/>
              <a:rect l="l" t="t" r="r" b="b"/>
              <a:pathLst>
                <a:path w="3429000">
                  <a:moveTo>
                    <a:pt x="0" y="0"/>
                  </a:moveTo>
                  <a:lnTo>
                    <a:pt x="3429000" y="0"/>
                  </a:lnTo>
                </a:path>
              </a:pathLst>
            </a:custGeom>
            <a:ln w="19050">
              <a:solidFill>
                <a:srgbClr val="0047FF"/>
              </a:solidFill>
              <a:prstDash val="solid"/>
            </a:ln>
          </p:spPr>
        </p:sp>
        <p:sp>
          <p:nvSpPr>
            <p:cNvPr id="19" name="node03.stroke-3"/>
            <p:cNvSpPr/>
            <p:nvPr/>
          </p:nvSpPr>
          <p:spPr>
            <a:xfrm>
              <a:off x="11468100" y="1905000"/>
              <a:ext cx="0" cy="114300"/>
            </a:xfrm>
            <a:custGeom>
              <a:avLst/>
              <a:gdLst/>
              <a:ahLst/>
              <a:cxnLst/>
              <a:rect l="l" t="t" r="r" b="b"/>
              <a:pathLst>
                <a:path h="114300">
                  <a:moveTo>
                    <a:pt x="0" y="0"/>
                  </a:moveTo>
                  <a:lnTo>
                    <a:pt x="0" y="114300"/>
                  </a:lnTo>
                </a:path>
              </a:pathLst>
            </a:custGeom>
            <a:ln w="19050">
              <a:solidFill>
                <a:srgbClr val="0047FF"/>
              </a:solidFill>
              <a:prstDash val="solid"/>
            </a:ln>
          </p:spPr>
        </p:sp>
        <p:sp>
          <p:nvSpPr>
            <p:cNvPr id="20" name="node03.stroke-4"/>
            <p:cNvSpPr/>
            <p:nvPr/>
          </p:nvSpPr>
          <p:spPr>
            <a:xfrm>
              <a:off x="9753600" y="1790700"/>
              <a:ext cx="0" cy="114300"/>
            </a:xfrm>
            <a:custGeom>
              <a:avLst/>
              <a:gdLst/>
              <a:ahLst/>
              <a:cxnLst/>
              <a:rect l="l" t="t" r="r" b="b"/>
              <a:pathLst>
                <a:path h="114300">
                  <a:moveTo>
                    <a:pt x="0" y="114300"/>
                  </a:moveTo>
                  <a:lnTo>
                    <a:pt x="0" y="0"/>
                  </a:lnTo>
                </a:path>
              </a:pathLst>
            </a:custGeom>
            <a:ln w="19050">
              <a:solidFill>
                <a:srgbClr val="0047FF"/>
              </a:solidFill>
              <a:prstDash val="solid"/>
            </a:ln>
          </p:spPr>
        </p:sp>
        <p:sp>
          <p:nvSpPr>
            <p:cNvPr id="21" name="node03.label.part-1"/>
            <p:cNvSpPr/>
            <p:nvPr/>
          </p:nvSpPr>
          <p:spPr>
            <a:xfrm>
              <a:off x="8039100" y="1577975"/>
              <a:ext cx="3429000" cy="17145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047FF"/>
                  </a:solidFill>
                  <a:latin typeface="IBM Plex Mono SemiBold"/>
                  <a:ea typeface="IBM Plex Mono SemiBold"/>
                  <a:cs typeface="IBM Plex Mono SemiBold"/>
                </a:rPr>
                <a:t>SCALE</a:t>
              </a:r>
              <a:endParaRPr lang="en-US" sz="900" spc="54" kern="0" b="0" i="0" dirty="0">
                <a:solidFill>
                  <a:srgbClr val="0047FF"/>
                </a:solidFill>
                <a:latin typeface="IBM Plex Mono SemiBold"/>
                <a:ea typeface="IBM Plex Mono SemiBold"/>
                <a:cs typeface="IBM Plex Mono SemiBold"/>
              </a:endParaRPr>
            </a:p>
          </p:txBody>
        </p:sp>
      </p:grpSp>
      <p:grpSp>
        <p:nvGrpSpPr>
          <p:cNvPr id="67" name="node04"/>
          <p:cNvGrpSpPr/>
          <p:nvPr/>
        </p:nvGrpSpPr>
        <p:grpSpPr>
          <a:xfrm>
            <a:off x="723900" y="2700579"/>
            <a:ext cx="10744200" cy="85242"/>
            <a:chOff x="723900" y="2700579"/>
            <a:chExt cx="10744200" cy="85242"/>
          </a:xfrm>
        </p:grpSpPr>
        <p:sp>
          <p:nvSpPr>
            <p:cNvPr id="22" name="node04.segment-1"/>
            <p:cNvSpPr/>
            <p:nvPr/>
          </p:nvSpPr>
          <p:spPr>
            <a:xfrm>
              <a:off x="723900" y="2743200"/>
              <a:ext cx="10744200" cy="0"/>
            </a:xfrm>
            <a:custGeom>
              <a:avLst/>
              <a:gdLst/>
              <a:ahLst/>
              <a:cxnLst/>
              <a:rect l="l" t="t" r="r" b="b"/>
              <a:pathLst>
                <a:path w="10744200">
                  <a:moveTo>
                    <a:pt x="0" y="0"/>
                  </a:moveTo>
                  <a:lnTo>
                    <a:pt x="10744200" y="0"/>
                  </a:lnTo>
                </a:path>
              </a:pathLst>
            </a:custGeom>
            <a:ln w="12700">
              <a:solidFill>
                <a:srgbClr val="070154"/>
              </a:solidFill>
              <a:prstDash val="solid"/>
            </a:ln>
          </p:spPr>
        </p:sp>
        <p:sp>
          <p:nvSpPr>
            <p:cNvPr id="23" name="node04.head-end.0"/>
            <p:cNvSpPr/>
            <p:nvPr/>
          </p:nvSpPr>
          <p:spPr>
            <a:xfrm>
              <a:off x="11390083" y="2743200"/>
              <a:ext cx="78017" cy="42621"/>
            </a:xfrm>
            <a:custGeom>
              <a:avLst/>
              <a:gdLst/>
              <a:ahLst/>
              <a:cxnLst/>
              <a:rect l="l" t="t" r="r" b="b"/>
              <a:pathLst>
                <a:path w="78017" h="42621">
                  <a:moveTo>
                    <a:pt x="78017" y="0"/>
                  </a:moveTo>
                  <a:lnTo>
                    <a:pt x="0" y="42621"/>
                  </a:lnTo>
                </a:path>
              </a:pathLst>
            </a:custGeom>
            <a:ln w="12700">
              <a:solidFill>
                <a:srgbClr val="070154"/>
              </a:solidFill>
              <a:prstDash val="solid"/>
            </a:ln>
          </p:spPr>
        </p:sp>
        <p:sp>
          <p:nvSpPr>
            <p:cNvPr id="24" name="node04.head-end.1"/>
            <p:cNvSpPr/>
            <p:nvPr/>
          </p:nvSpPr>
          <p:spPr>
            <a:xfrm>
              <a:off x="11390083" y="2700579"/>
              <a:ext cx="78017" cy="42621"/>
            </a:xfrm>
            <a:custGeom>
              <a:avLst/>
              <a:gdLst/>
              <a:ahLst/>
              <a:cxnLst/>
              <a:rect l="l" t="t" r="r" b="b"/>
              <a:pathLst>
                <a:path w="78017" h="42621">
                  <a:moveTo>
                    <a:pt x="78017" y="42621"/>
                  </a:moveTo>
                  <a:lnTo>
                    <a:pt x="0" y="0"/>
                  </a:lnTo>
                </a:path>
              </a:pathLst>
            </a:custGeom>
            <a:ln w="12700">
              <a:solidFill>
                <a:srgbClr val="070154"/>
              </a:solidFill>
              <a:prstDash val="solid"/>
            </a:ln>
          </p:spPr>
        </p:sp>
      </p:grpSp>
      <p:grpSp>
        <p:nvGrpSpPr>
          <p:cNvPr id="68" name="node05"/>
          <p:cNvGrpSpPr/>
          <p:nvPr/>
        </p:nvGrpSpPr>
        <p:grpSpPr>
          <a:xfrm>
            <a:off x="723900" y="2133600"/>
            <a:ext cx="1600200" cy="152400"/>
            <a:chOff x="723900" y="2133600"/>
            <a:chExt cx="1600200" cy="152400"/>
          </a:xfrm>
        </p:grpSpPr>
        <p:sp>
          <p:nvSpPr>
            <p:cNvPr id="25" name="node05.text"/>
            <p:cNvSpPr/>
            <p:nvPr/>
          </p:nvSpPr>
          <p:spPr>
            <a:xfrm>
              <a:off x="723900" y="2133600"/>
              <a:ext cx="1600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Q4 2026</a:t>
              </a:r>
              <a:endParaRPr lang="en-US" sz="900" spc="54" kern="0" b="0" i="0" dirty="0">
                <a:solidFill>
                  <a:srgbClr val="0047FF"/>
                </a:solidFill>
                <a:latin typeface="IBM Plex Mono Medium"/>
                <a:ea typeface="IBM Plex Mono Medium"/>
                <a:cs typeface="IBM Plex Mono Medium"/>
              </a:endParaRPr>
            </a:p>
          </p:txBody>
        </p:sp>
      </p:grpSp>
      <p:grpSp>
        <p:nvGrpSpPr>
          <p:cNvPr id="69" name="node06"/>
          <p:cNvGrpSpPr/>
          <p:nvPr/>
        </p:nvGrpSpPr>
        <p:grpSpPr>
          <a:xfrm>
            <a:off x="723900" y="2514600"/>
            <a:ext cx="457200" cy="457200"/>
            <a:chOff x="723900" y="2514600"/>
            <a:chExt cx="457200" cy="457200"/>
          </a:xfrm>
        </p:grpSpPr>
        <p:sp>
          <p:nvSpPr>
            <p:cNvPr id="26" name="node06.surface"/>
            <p:cNvSpPr/>
            <p:nvPr/>
          </p:nvSpPr>
          <p:spPr>
            <a:xfrm>
              <a:off x="723900" y="2514600"/>
              <a:ext cx="457200" cy="457200"/>
            </a:xfrm>
            <a:prstGeom prst="rect">
              <a:avLst/>
            </a:prstGeom>
            <a:solidFill>
              <a:srgbClr val="070154"/>
            </a:solidFill>
            <a:ln>
              <a:noFill/>
            </a:ln>
          </p:spPr>
        </p:sp>
        <p:sp>
          <p:nvSpPr>
            <p:cNvPr id="27" name="node06.text"/>
            <p:cNvSpPr/>
            <p:nvPr/>
          </p:nvSpPr>
          <p:spPr>
            <a:xfrm>
              <a:off x="800100" y="2667000"/>
              <a:ext cx="3048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FFFFFF"/>
                  </a:solidFill>
                  <a:latin typeface="IBM Plex Mono Medium"/>
                  <a:ea typeface="IBM Plex Mono Medium"/>
                  <a:cs typeface="IBM Plex Mono Medium"/>
                </a:rPr>
                <a:t>1</a:t>
              </a:r>
              <a:endParaRPr lang="en-US" sz="900" spc="54" kern="0" b="0" i="0" dirty="0">
                <a:solidFill>
                  <a:srgbClr val="FFFFFF"/>
                </a:solidFill>
                <a:latin typeface="IBM Plex Mono Medium"/>
                <a:ea typeface="IBM Plex Mono Medium"/>
                <a:cs typeface="IBM Plex Mono Medium"/>
              </a:endParaRPr>
            </a:p>
          </p:txBody>
        </p:sp>
      </p:grpSp>
      <p:grpSp>
        <p:nvGrpSpPr>
          <p:cNvPr id="70" name="node07"/>
          <p:cNvGrpSpPr/>
          <p:nvPr/>
        </p:nvGrpSpPr>
        <p:grpSpPr>
          <a:xfrm>
            <a:off x="723900" y="3200400"/>
            <a:ext cx="1600200" cy="914400"/>
            <a:chOff x="723900" y="3200400"/>
            <a:chExt cx="1600200" cy="914400"/>
          </a:xfrm>
        </p:grpSpPr>
        <p:sp>
          <p:nvSpPr>
            <p:cNvPr id="28" name="node07.title"/>
            <p:cNvSpPr/>
            <p:nvPr/>
          </p:nvSpPr>
          <p:spPr>
            <a:xfrm>
              <a:off x="723900" y="3200400"/>
              <a:ext cx="16002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One sign-in</a:t>
              </a:r>
              <a:endParaRPr lang="en-US" sz="1800" spc="-18" kern="0" b="0" i="0" dirty="0">
                <a:solidFill>
                  <a:srgbClr val="070154"/>
                </a:solidFill>
                <a:latin typeface="IBM Plex Sans SemiBold"/>
                <a:ea typeface="IBM Plex Sans SemiBold"/>
                <a:cs typeface="IBM Plex Sans SemiBold"/>
              </a:endParaRPr>
            </a:p>
          </p:txBody>
        </p:sp>
        <p:sp>
          <p:nvSpPr>
            <p:cNvPr id="29" name="node07.body"/>
            <p:cNvSpPr/>
            <p:nvPr/>
          </p:nvSpPr>
          <p:spPr>
            <a:xfrm>
              <a:off x="723900" y="3581400"/>
              <a:ext cx="16002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One patient ID across channels.</a:t>
              </a:r>
              <a:endParaRPr lang="en-US" sz="1400" spc="0" kern="0" b="0" i="0" dirty="0">
                <a:solidFill>
                  <a:srgbClr val="50658E"/>
                </a:solidFill>
                <a:latin typeface="IBM Plex Sans"/>
                <a:ea typeface="IBM Plex Sans"/>
                <a:cs typeface="IBM Plex Sans"/>
              </a:endParaRPr>
            </a:p>
          </p:txBody>
        </p:sp>
      </p:grpSp>
      <p:grpSp>
        <p:nvGrpSpPr>
          <p:cNvPr id="71" name="node08"/>
          <p:cNvGrpSpPr/>
          <p:nvPr/>
        </p:nvGrpSpPr>
        <p:grpSpPr>
          <a:xfrm>
            <a:off x="2552700" y="2133600"/>
            <a:ext cx="1600200" cy="152400"/>
            <a:chOff x="2552700" y="2133600"/>
            <a:chExt cx="1600200" cy="152400"/>
          </a:xfrm>
        </p:grpSpPr>
        <p:sp>
          <p:nvSpPr>
            <p:cNvPr id="30" name="node08.text"/>
            <p:cNvSpPr/>
            <p:nvPr/>
          </p:nvSpPr>
          <p:spPr>
            <a:xfrm>
              <a:off x="2552700" y="2133600"/>
              <a:ext cx="1600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Q1 2027</a:t>
              </a:r>
              <a:endParaRPr lang="en-US" sz="900" spc="54" kern="0" b="0" i="0" dirty="0">
                <a:solidFill>
                  <a:srgbClr val="0047FF"/>
                </a:solidFill>
                <a:latin typeface="IBM Plex Mono Medium"/>
                <a:ea typeface="IBM Plex Mono Medium"/>
                <a:cs typeface="IBM Plex Mono Medium"/>
              </a:endParaRPr>
            </a:p>
          </p:txBody>
        </p:sp>
      </p:grpSp>
      <p:grpSp>
        <p:nvGrpSpPr>
          <p:cNvPr id="72" name="node09"/>
          <p:cNvGrpSpPr/>
          <p:nvPr/>
        </p:nvGrpSpPr>
        <p:grpSpPr>
          <a:xfrm>
            <a:off x="2552700" y="2514600"/>
            <a:ext cx="457200" cy="457200"/>
            <a:chOff x="2552700" y="2514600"/>
            <a:chExt cx="457200" cy="457200"/>
          </a:xfrm>
        </p:grpSpPr>
        <p:sp>
          <p:nvSpPr>
            <p:cNvPr id="31" name="node09.surface"/>
            <p:cNvSpPr/>
            <p:nvPr/>
          </p:nvSpPr>
          <p:spPr>
            <a:xfrm>
              <a:off x="2552700" y="2514600"/>
              <a:ext cx="457200" cy="457200"/>
            </a:xfrm>
            <a:prstGeom prst="rect">
              <a:avLst/>
            </a:prstGeom>
            <a:solidFill>
              <a:srgbClr val="070154"/>
            </a:solidFill>
            <a:ln>
              <a:noFill/>
            </a:ln>
          </p:spPr>
        </p:sp>
        <p:sp>
          <p:nvSpPr>
            <p:cNvPr id="32" name="node09.text"/>
            <p:cNvSpPr/>
            <p:nvPr/>
          </p:nvSpPr>
          <p:spPr>
            <a:xfrm>
              <a:off x="2628900" y="2667000"/>
              <a:ext cx="3048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FFFFFF"/>
                  </a:solidFill>
                  <a:latin typeface="IBM Plex Mono Medium"/>
                  <a:ea typeface="IBM Plex Mono Medium"/>
                  <a:cs typeface="IBM Plex Mono Medium"/>
                </a:rPr>
                <a:t>2</a:t>
              </a:r>
              <a:endParaRPr lang="en-US" sz="900" spc="54" kern="0" b="0" i="0" dirty="0">
                <a:solidFill>
                  <a:srgbClr val="FFFFFF"/>
                </a:solidFill>
                <a:latin typeface="IBM Plex Mono Medium"/>
                <a:ea typeface="IBM Plex Mono Medium"/>
                <a:cs typeface="IBM Plex Mono Medium"/>
              </a:endParaRPr>
            </a:p>
          </p:txBody>
        </p:sp>
      </p:grpSp>
      <p:grpSp>
        <p:nvGrpSpPr>
          <p:cNvPr id="73" name="node10"/>
          <p:cNvGrpSpPr/>
          <p:nvPr/>
        </p:nvGrpSpPr>
        <p:grpSpPr>
          <a:xfrm>
            <a:off x="2552700" y="3200400"/>
            <a:ext cx="1600200" cy="914400"/>
            <a:chOff x="2552700" y="3200400"/>
            <a:chExt cx="1600200" cy="914400"/>
          </a:xfrm>
        </p:grpSpPr>
        <p:sp>
          <p:nvSpPr>
            <p:cNvPr id="33" name="node10.title"/>
            <p:cNvSpPr/>
            <p:nvPr/>
          </p:nvSpPr>
          <p:spPr>
            <a:xfrm>
              <a:off x="2552700" y="3200400"/>
              <a:ext cx="16002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Online booking</a:t>
              </a:r>
              <a:endParaRPr lang="en-US" sz="1800" spc="-18" kern="0" b="0" i="0" dirty="0">
                <a:solidFill>
                  <a:srgbClr val="070154"/>
                </a:solidFill>
                <a:latin typeface="IBM Plex Sans SemiBold"/>
                <a:ea typeface="IBM Plex Sans SemiBold"/>
                <a:cs typeface="IBM Plex Sans SemiBold"/>
              </a:endParaRPr>
            </a:p>
          </p:txBody>
        </p:sp>
        <p:sp>
          <p:nvSpPr>
            <p:cNvPr id="34" name="node10.body"/>
            <p:cNvSpPr/>
            <p:nvPr/>
          </p:nvSpPr>
          <p:spPr>
            <a:xfrm>
              <a:off x="2552700" y="3581400"/>
              <a:ext cx="16002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Primary care opens self-booking.</a:t>
              </a:r>
              <a:endParaRPr lang="en-US" sz="1400" spc="0" kern="0" b="0" i="0" dirty="0">
                <a:solidFill>
                  <a:srgbClr val="50658E"/>
                </a:solidFill>
                <a:latin typeface="IBM Plex Sans"/>
                <a:ea typeface="IBM Plex Sans"/>
                <a:cs typeface="IBM Plex Sans"/>
              </a:endParaRPr>
            </a:p>
          </p:txBody>
        </p:sp>
      </p:grpSp>
      <p:grpSp>
        <p:nvGrpSpPr>
          <p:cNvPr id="74" name="node11"/>
          <p:cNvGrpSpPr/>
          <p:nvPr/>
        </p:nvGrpSpPr>
        <p:grpSpPr>
          <a:xfrm>
            <a:off x="4381500" y="2133600"/>
            <a:ext cx="1600200" cy="152400"/>
            <a:chOff x="4381500" y="2133600"/>
            <a:chExt cx="1600200" cy="152400"/>
          </a:xfrm>
        </p:grpSpPr>
        <p:sp>
          <p:nvSpPr>
            <p:cNvPr id="35" name="node11.text"/>
            <p:cNvSpPr/>
            <p:nvPr/>
          </p:nvSpPr>
          <p:spPr>
            <a:xfrm>
              <a:off x="4381500" y="2133600"/>
              <a:ext cx="1600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Q2 2027</a:t>
              </a:r>
              <a:endParaRPr lang="en-US" sz="900" spc="54" kern="0" b="0" i="0" dirty="0">
                <a:solidFill>
                  <a:srgbClr val="0047FF"/>
                </a:solidFill>
                <a:latin typeface="IBM Plex Mono Medium"/>
                <a:ea typeface="IBM Plex Mono Medium"/>
                <a:cs typeface="IBM Plex Mono Medium"/>
              </a:endParaRPr>
            </a:p>
          </p:txBody>
        </p:sp>
      </p:grpSp>
      <p:grpSp>
        <p:nvGrpSpPr>
          <p:cNvPr id="75" name="node12"/>
          <p:cNvGrpSpPr/>
          <p:nvPr/>
        </p:nvGrpSpPr>
        <p:grpSpPr>
          <a:xfrm>
            <a:off x="4381500" y="2514600"/>
            <a:ext cx="457200" cy="457200"/>
            <a:chOff x="4381500" y="2514600"/>
            <a:chExt cx="457200" cy="457200"/>
          </a:xfrm>
        </p:grpSpPr>
        <p:sp>
          <p:nvSpPr>
            <p:cNvPr id="36" name="node12.surface"/>
            <p:cNvSpPr/>
            <p:nvPr/>
          </p:nvSpPr>
          <p:spPr>
            <a:xfrm>
              <a:off x="4381500" y="2514600"/>
              <a:ext cx="457200" cy="457200"/>
            </a:xfrm>
            <a:prstGeom prst="rect">
              <a:avLst/>
            </a:prstGeom>
            <a:solidFill>
              <a:srgbClr val="070154"/>
            </a:solidFill>
            <a:ln>
              <a:noFill/>
            </a:ln>
          </p:spPr>
        </p:sp>
        <p:sp>
          <p:nvSpPr>
            <p:cNvPr id="37" name="node12.text"/>
            <p:cNvSpPr/>
            <p:nvPr/>
          </p:nvSpPr>
          <p:spPr>
            <a:xfrm>
              <a:off x="4457700" y="2667000"/>
              <a:ext cx="3048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FFFFFF"/>
                  </a:solidFill>
                  <a:latin typeface="IBM Plex Mono Medium"/>
                  <a:ea typeface="IBM Plex Mono Medium"/>
                  <a:cs typeface="IBM Plex Mono Medium"/>
                </a:rPr>
                <a:t>3</a:t>
              </a:r>
              <a:endParaRPr lang="en-US" sz="900" spc="54" kern="0" b="0" i="0" dirty="0">
                <a:solidFill>
                  <a:srgbClr val="FFFFFF"/>
                </a:solidFill>
                <a:latin typeface="IBM Plex Mono Medium"/>
                <a:ea typeface="IBM Plex Mono Medium"/>
                <a:cs typeface="IBM Plex Mono Medium"/>
              </a:endParaRPr>
            </a:p>
          </p:txBody>
        </p:sp>
      </p:grpSp>
      <p:grpSp>
        <p:nvGrpSpPr>
          <p:cNvPr id="76" name="node13"/>
          <p:cNvGrpSpPr/>
          <p:nvPr/>
        </p:nvGrpSpPr>
        <p:grpSpPr>
          <a:xfrm>
            <a:off x="4381500" y="3200400"/>
            <a:ext cx="1600200" cy="1181100"/>
            <a:chOff x="4381500" y="3200400"/>
            <a:chExt cx="1600200" cy="1181100"/>
          </a:xfrm>
        </p:grpSpPr>
        <p:sp>
          <p:nvSpPr>
            <p:cNvPr id="38" name="node13.title"/>
            <p:cNvSpPr/>
            <p:nvPr/>
          </p:nvSpPr>
          <p:spPr>
            <a:xfrm>
              <a:off x="4381500" y="3200400"/>
              <a:ext cx="16002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Digital intake</a:t>
              </a:r>
              <a:endParaRPr lang="en-US" sz="1800" spc="-18" kern="0" b="0" i="0" dirty="0">
                <a:solidFill>
                  <a:srgbClr val="070154"/>
                </a:solidFill>
                <a:latin typeface="IBM Plex Sans SemiBold"/>
                <a:ea typeface="IBM Plex Sans SemiBold"/>
                <a:cs typeface="IBM Plex Sans SemiBold"/>
              </a:endParaRPr>
            </a:p>
          </p:txBody>
        </p:sp>
        <p:sp>
          <p:nvSpPr>
            <p:cNvPr id="39" name="node13.body"/>
            <p:cNvSpPr/>
            <p:nvPr/>
          </p:nvSpPr>
          <p:spPr>
            <a:xfrm>
              <a:off x="4381500" y="3581400"/>
              <a:ext cx="1600200" cy="8001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Forms and coverage before arrival.</a:t>
              </a:r>
              <a:endParaRPr lang="en-US" sz="1400" spc="0" kern="0" b="0" i="0" dirty="0">
                <a:solidFill>
                  <a:srgbClr val="50658E"/>
                </a:solidFill>
                <a:latin typeface="IBM Plex Sans"/>
                <a:ea typeface="IBM Plex Sans"/>
                <a:cs typeface="IBM Plex Sans"/>
              </a:endParaRPr>
            </a:p>
          </p:txBody>
        </p:sp>
      </p:grpSp>
      <p:grpSp>
        <p:nvGrpSpPr>
          <p:cNvPr id="77" name="node14"/>
          <p:cNvGrpSpPr/>
          <p:nvPr/>
        </p:nvGrpSpPr>
        <p:grpSpPr>
          <a:xfrm>
            <a:off x="6210300" y="2133600"/>
            <a:ext cx="1600200" cy="152400"/>
            <a:chOff x="6210300" y="2133600"/>
            <a:chExt cx="1600200" cy="152400"/>
          </a:xfrm>
        </p:grpSpPr>
        <p:sp>
          <p:nvSpPr>
            <p:cNvPr id="40" name="node14.text"/>
            <p:cNvSpPr/>
            <p:nvPr/>
          </p:nvSpPr>
          <p:spPr>
            <a:xfrm>
              <a:off x="6210300" y="2133600"/>
              <a:ext cx="1600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Q3 2027</a:t>
              </a:r>
              <a:endParaRPr lang="en-US" sz="900" spc="54" kern="0" b="0" i="0" dirty="0">
                <a:solidFill>
                  <a:srgbClr val="0047FF"/>
                </a:solidFill>
                <a:latin typeface="IBM Plex Mono Medium"/>
                <a:ea typeface="IBM Plex Mono Medium"/>
                <a:cs typeface="IBM Plex Mono Medium"/>
              </a:endParaRPr>
            </a:p>
          </p:txBody>
        </p:sp>
      </p:grpSp>
      <p:grpSp>
        <p:nvGrpSpPr>
          <p:cNvPr id="78" name="node15"/>
          <p:cNvGrpSpPr/>
          <p:nvPr/>
        </p:nvGrpSpPr>
        <p:grpSpPr>
          <a:xfrm>
            <a:off x="6210300" y="2514600"/>
            <a:ext cx="457200" cy="457200"/>
            <a:chOff x="6210300" y="2514600"/>
            <a:chExt cx="457200" cy="457200"/>
          </a:xfrm>
        </p:grpSpPr>
        <p:sp>
          <p:nvSpPr>
            <p:cNvPr id="41" name="node15.surface"/>
            <p:cNvSpPr/>
            <p:nvPr/>
          </p:nvSpPr>
          <p:spPr>
            <a:xfrm>
              <a:off x="6210300" y="2514600"/>
              <a:ext cx="457200" cy="457200"/>
            </a:xfrm>
            <a:prstGeom prst="rect">
              <a:avLst/>
            </a:prstGeom>
            <a:solidFill>
              <a:srgbClr val="070154"/>
            </a:solidFill>
            <a:ln>
              <a:noFill/>
            </a:ln>
          </p:spPr>
        </p:sp>
        <p:sp>
          <p:nvSpPr>
            <p:cNvPr id="42" name="node15.text"/>
            <p:cNvSpPr/>
            <p:nvPr/>
          </p:nvSpPr>
          <p:spPr>
            <a:xfrm>
              <a:off x="6286500" y="2667000"/>
              <a:ext cx="3048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FFFFFF"/>
                  </a:solidFill>
                  <a:latin typeface="IBM Plex Mono Medium"/>
                  <a:ea typeface="IBM Plex Mono Medium"/>
                  <a:cs typeface="IBM Plex Mono Medium"/>
                </a:rPr>
                <a:t>4</a:t>
              </a:r>
              <a:endParaRPr lang="en-US" sz="900" spc="54" kern="0" b="0" i="0" dirty="0">
                <a:solidFill>
                  <a:srgbClr val="FFFFFF"/>
                </a:solidFill>
                <a:latin typeface="IBM Plex Mono Medium"/>
                <a:ea typeface="IBM Plex Mono Medium"/>
                <a:cs typeface="IBM Plex Mono Medium"/>
              </a:endParaRPr>
            </a:p>
          </p:txBody>
        </p:sp>
      </p:grpSp>
      <p:grpSp>
        <p:nvGrpSpPr>
          <p:cNvPr id="79" name="node16"/>
          <p:cNvGrpSpPr/>
          <p:nvPr/>
        </p:nvGrpSpPr>
        <p:grpSpPr>
          <a:xfrm>
            <a:off x="6210300" y="3200400"/>
            <a:ext cx="1600200" cy="914400"/>
            <a:chOff x="6210300" y="3200400"/>
            <a:chExt cx="1600200" cy="914400"/>
          </a:xfrm>
        </p:grpSpPr>
        <p:sp>
          <p:nvSpPr>
            <p:cNvPr id="43" name="node16.title"/>
            <p:cNvSpPr/>
            <p:nvPr/>
          </p:nvSpPr>
          <p:spPr>
            <a:xfrm>
              <a:off x="6210300" y="3200400"/>
              <a:ext cx="16002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Reminders</a:t>
              </a:r>
              <a:endParaRPr lang="en-US" sz="1800" spc="-18" kern="0" b="0" i="0" dirty="0">
                <a:solidFill>
                  <a:srgbClr val="070154"/>
                </a:solidFill>
                <a:latin typeface="IBM Plex Sans SemiBold"/>
                <a:ea typeface="IBM Plex Sans SemiBold"/>
                <a:cs typeface="IBM Plex Sans SemiBold"/>
              </a:endParaRPr>
            </a:p>
          </p:txBody>
        </p:sp>
        <p:sp>
          <p:nvSpPr>
            <p:cNvPr id="44" name="node16.body"/>
            <p:cNvSpPr/>
            <p:nvPr/>
          </p:nvSpPr>
          <p:spPr>
            <a:xfrm>
              <a:off x="6210300" y="3581400"/>
              <a:ext cx="16002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Two-way text prompts.</a:t>
              </a:r>
              <a:endParaRPr lang="en-US" sz="1400" spc="0" kern="0" b="0" i="0" dirty="0">
                <a:solidFill>
                  <a:srgbClr val="50658E"/>
                </a:solidFill>
                <a:latin typeface="IBM Plex Sans"/>
                <a:ea typeface="IBM Plex Sans"/>
                <a:cs typeface="IBM Plex Sans"/>
              </a:endParaRPr>
            </a:p>
          </p:txBody>
        </p:sp>
      </p:grpSp>
      <p:grpSp>
        <p:nvGrpSpPr>
          <p:cNvPr id="80" name="node17"/>
          <p:cNvGrpSpPr/>
          <p:nvPr/>
        </p:nvGrpSpPr>
        <p:grpSpPr>
          <a:xfrm>
            <a:off x="8039100" y="2133600"/>
            <a:ext cx="1600200" cy="152400"/>
            <a:chOff x="8039100" y="2133600"/>
            <a:chExt cx="1600200" cy="152400"/>
          </a:xfrm>
        </p:grpSpPr>
        <p:sp>
          <p:nvSpPr>
            <p:cNvPr id="45" name="node17.text"/>
            <p:cNvSpPr/>
            <p:nvPr/>
          </p:nvSpPr>
          <p:spPr>
            <a:xfrm>
              <a:off x="8039100" y="2133600"/>
              <a:ext cx="1600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Q4 2027</a:t>
              </a:r>
              <a:endParaRPr lang="en-US" sz="900" spc="54" kern="0" b="0" i="0" dirty="0">
                <a:solidFill>
                  <a:srgbClr val="0047FF"/>
                </a:solidFill>
                <a:latin typeface="IBM Plex Mono Medium"/>
                <a:ea typeface="IBM Plex Mono Medium"/>
                <a:cs typeface="IBM Plex Mono Medium"/>
              </a:endParaRPr>
            </a:p>
          </p:txBody>
        </p:sp>
      </p:grpSp>
      <p:grpSp>
        <p:nvGrpSpPr>
          <p:cNvPr id="81" name="node18"/>
          <p:cNvGrpSpPr/>
          <p:nvPr/>
        </p:nvGrpSpPr>
        <p:grpSpPr>
          <a:xfrm>
            <a:off x="8039100" y="2514600"/>
            <a:ext cx="457200" cy="457200"/>
            <a:chOff x="8039100" y="2514600"/>
            <a:chExt cx="457200" cy="457200"/>
          </a:xfrm>
        </p:grpSpPr>
        <p:sp>
          <p:nvSpPr>
            <p:cNvPr id="46" name="node18.surface"/>
            <p:cNvSpPr/>
            <p:nvPr/>
          </p:nvSpPr>
          <p:spPr>
            <a:xfrm>
              <a:off x="8039100" y="2514600"/>
              <a:ext cx="457200" cy="457200"/>
            </a:xfrm>
            <a:prstGeom prst="rect">
              <a:avLst/>
            </a:prstGeom>
            <a:solidFill>
              <a:srgbClr val="070154"/>
            </a:solidFill>
            <a:ln>
              <a:noFill/>
            </a:ln>
          </p:spPr>
        </p:sp>
        <p:sp>
          <p:nvSpPr>
            <p:cNvPr id="47" name="node18.text"/>
            <p:cNvSpPr/>
            <p:nvPr/>
          </p:nvSpPr>
          <p:spPr>
            <a:xfrm>
              <a:off x="8115300" y="2667000"/>
              <a:ext cx="3048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FFFFFF"/>
                  </a:solidFill>
                  <a:latin typeface="IBM Plex Mono Medium"/>
                  <a:ea typeface="IBM Plex Mono Medium"/>
                  <a:cs typeface="IBM Plex Mono Medium"/>
                </a:rPr>
                <a:t>5</a:t>
              </a:r>
              <a:endParaRPr lang="en-US" sz="900" spc="54" kern="0" b="0" i="0" dirty="0">
                <a:solidFill>
                  <a:srgbClr val="FFFFFF"/>
                </a:solidFill>
                <a:latin typeface="IBM Plex Mono Medium"/>
                <a:ea typeface="IBM Plex Mono Medium"/>
                <a:cs typeface="IBM Plex Mono Medium"/>
              </a:endParaRPr>
            </a:p>
          </p:txBody>
        </p:sp>
      </p:grpSp>
      <p:grpSp>
        <p:nvGrpSpPr>
          <p:cNvPr id="82" name="node19"/>
          <p:cNvGrpSpPr/>
          <p:nvPr/>
        </p:nvGrpSpPr>
        <p:grpSpPr>
          <a:xfrm>
            <a:off x="8039100" y="3200400"/>
            <a:ext cx="1600200" cy="914400"/>
            <a:chOff x="8039100" y="3200400"/>
            <a:chExt cx="1600200" cy="914400"/>
          </a:xfrm>
        </p:grpSpPr>
        <p:sp>
          <p:nvSpPr>
            <p:cNvPr id="48" name="node19.title"/>
            <p:cNvSpPr/>
            <p:nvPr/>
          </p:nvSpPr>
          <p:spPr>
            <a:xfrm>
              <a:off x="8039100" y="3200400"/>
              <a:ext cx="16002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Virtual desk</a:t>
              </a:r>
              <a:endParaRPr lang="en-US" sz="1800" spc="-18" kern="0" b="0" i="0" dirty="0">
                <a:solidFill>
                  <a:srgbClr val="070154"/>
                </a:solidFill>
                <a:latin typeface="IBM Plex Sans SemiBold"/>
                <a:ea typeface="IBM Plex Sans SemiBold"/>
                <a:cs typeface="IBM Plex Sans SemiBold"/>
              </a:endParaRPr>
            </a:p>
          </p:txBody>
        </p:sp>
        <p:sp>
          <p:nvSpPr>
            <p:cNvPr id="49" name="node19.body"/>
            <p:cNvSpPr/>
            <p:nvPr/>
          </p:nvSpPr>
          <p:spPr>
            <a:xfrm>
              <a:off x="8039100" y="3581400"/>
              <a:ext cx="16002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Chat and video visits.</a:t>
              </a:r>
              <a:endParaRPr lang="en-US" sz="1400" spc="0" kern="0" b="0" i="0" dirty="0">
                <a:solidFill>
                  <a:srgbClr val="50658E"/>
                </a:solidFill>
                <a:latin typeface="IBM Plex Sans"/>
                <a:ea typeface="IBM Plex Sans"/>
                <a:cs typeface="IBM Plex Sans"/>
              </a:endParaRPr>
            </a:p>
          </p:txBody>
        </p:sp>
      </p:grpSp>
      <p:grpSp>
        <p:nvGrpSpPr>
          <p:cNvPr id="83" name="node20"/>
          <p:cNvGrpSpPr/>
          <p:nvPr/>
        </p:nvGrpSpPr>
        <p:grpSpPr>
          <a:xfrm>
            <a:off x="9867900" y="2133600"/>
            <a:ext cx="1600200" cy="152400"/>
            <a:chOff x="9867900" y="2133600"/>
            <a:chExt cx="1600200" cy="152400"/>
          </a:xfrm>
        </p:grpSpPr>
        <p:sp>
          <p:nvSpPr>
            <p:cNvPr id="50" name="node20.text"/>
            <p:cNvSpPr/>
            <p:nvPr/>
          </p:nvSpPr>
          <p:spPr>
            <a:xfrm>
              <a:off x="9867900" y="2133600"/>
              <a:ext cx="1600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Q1 2028</a:t>
              </a:r>
              <a:endParaRPr lang="en-US" sz="900" spc="54" kern="0" b="0" i="0" dirty="0">
                <a:solidFill>
                  <a:srgbClr val="0047FF"/>
                </a:solidFill>
                <a:latin typeface="IBM Plex Mono Medium"/>
                <a:ea typeface="IBM Plex Mono Medium"/>
                <a:cs typeface="IBM Plex Mono Medium"/>
              </a:endParaRPr>
            </a:p>
          </p:txBody>
        </p:sp>
      </p:grpSp>
      <p:grpSp>
        <p:nvGrpSpPr>
          <p:cNvPr id="84" name="node21"/>
          <p:cNvGrpSpPr/>
          <p:nvPr/>
        </p:nvGrpSpPr>
        <p:grpSpPr>
          <a:xfrm>
            <a:off x="9867900" y="2514600"/>
            <a:ext cx="457200" cy="457200"/>
            <a:chOff x="9867900" y="2514600"/>
            <a:chExt cx="457200" cy="457200"/>
          </a:xfrm>
        </p:grpSpPr>
        <p:sp>
          <p:nvSpPr>
            <p:cNvPr id="51" name="node21.surface"/>
            <p:cNvSpPr/>
            <p:nvPr/>
          </p:nvSpPr>
          <p:spPr>
            <a:xfrm>
              <a:off x="9867900" y="2514600"/>
              <a:ext cx="457200" cy="457200"/>
            </a:xfrm>
            <a:prstGeom prst="rect">
              <a:avLst/>
            </a:prstGeom>
            <a:solidFill>
              <a:srgbClr val="070154"/>
            </a:solidFill>
            <a:ln>
              <a:noFill/>
            </a:ln>
          </p:spPr>
        </p:sp>
        <p:sp>
          <p:nvSpPr>
            <p:cNvPr id="52" name="node21.text"/>
            <p:cNvSpPr/>
            <p:nvPr/>
          </p:nvSpPr>
          <p:spPr>
            <a:xfrm>
              <a:off x="9944100" y="2667000"/>
              <a:ext cx="30480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FFFFFF"/>
                  </a:solidFill>
                  <a:latin typeface="IBM Plex Mono Medium"/>
                  <a:ea typeface="IBM Plex Mono Medium"/>
                  <a:cs typeface="IBM Plex Mono Medium"/>
                </a:rPr>
                <a:t>6</a:t>
              </a:r>
              <a:endParaRPr lang="en-US" sz="900" spc="54" kern="0" b="0" i="0" dirty="0">
                <a:solidFill>
                  <a:srgbClr val="FFFFFF"/>
                </a:solidFill>
                <a:latin typeface="IBM Plex Mono Medium"/>
                <a:ea typeface="IBM Plex Mono Medium"/>
                <a:cs typeface="IBM Plex Mono Medium"/>
              </a:endParaRPr>
            </a:p>
          </p:txBody>
        </p:sp>
      </p:grpSp>
      <p:grpSp>
        <p:nvGrpSpPr>
          <p:cNvPr id="85" name="node22"/>
          <p:cNvGrpSpPr/>
          <p:nvPr/>
        </p:nvGrpSpPr>
        <p:grpSpPr>
          <a:xfrm>
            <a:off x="9867900" y="3200400"/>
            <a:ext cx="1600200" cy="1219200"/>
            <a:chOff x="9867900" y="3200400"/>
            <a:chExt cx="1600200" cy="1219200"/>
          </a:xfrm>
        </p:grpSpPr>
        <p:sp>
          <p:nvSpPr>
            <p:cNvPr id="53" name="node22.title"/>
            <p:cNvSpPr/>
            <p:nvPr/>
          </p:nvSpPr>
          <p:spPr>
            <a:xfrm>
              <a:off x="9867900" y="3200400"/>
              <a:ext cx="1600200" cy="6096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Personal journeys</a:t>
              </a:r>
              <a:endParaRPr lang="en-US" sz="1800" spc="-18" kern="0" b="0" i="0" dirty="0">
                <a:solidFill>
                  <a:srgbClr val="070154"/>
                </a:solidFill>
                <a:latin typeface="IBM Plex Sans SemiBold"/>
                <a:ea typeface="IBM Plex Sans SemiBold"/>
                <a:cs typeface="IBM Plex Sans SemiBold"/>
              </a:endParaRPr>
            </a:p>
          </p:txBody>
        </p:sp>
        <p:sp>
          <p:nvSpPr>
            <p:cNvPr id="54" name="node22.body"/>
            <p:cNvSpPr/>
            <p:nvPr/>
          </p:nvSpPr>
          <p:spPr>
            <a:xfrm>
              <a:off x="9867900" y="3886200"/>
              <a:ext cx="16002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Care paths for each patient.</a:t>
              </a:r>
              <a:endParaRPr lang="en-US" sz="1400" spc="0" kern="0" b="0" i="0" dirty="0">
                <a:solidFill>
                  <a:srgbClr val="50658E"/>
                </a:solidFill>
                <a:latin typeface="IBM Plex Sans"/>
                <a:ea typeface="IBM Plex Sans"/>
                <a:cs typeface="IBM Plex Sans"/>
              </a:endParaRPr>
            </a:p>
          </p:txBody>
        </p:sp>
      </p:grpSp>
      <p:grpSp>
        <p:nvGrpSpPr>
          <p:cNvPr id="89" name="node23"/>
          <p:cNvGrpSpPr/>
          <p:nvPr/>
        </p:nvGrpSpPr>
        <p:grpSpPr>
          <a:xfrm>
            <a:off x="723900" y="4800600"/>
            <a:ext cx="10744200" cy="914400"/>
            <a:chOff x="723900" y="4800600"/>
            <a:chExt cx="10744200" cy="914400"/>
          </a:xfrm>
        </p:grpSpPr>
        <p:grpSp>
          <p:nvGrpSpPr>
            <p:cNvPr id="86" name="node23.item-001"/>
            <p:cNvGrpSpPr/>
            <p:nvPr/>
          </p:nvGrpSpPr>
          <p:grpSpPr>
            <a:xfrm>
              <a:off x="723900" y="4800600"/>
              <a:ext cx="3429000" cy="914400"/>
              <a:chOff x="723900" y="4800600"/>
              <a:chExt cx="3429000" cy="914400"/>
            </a:xfrm>
          </p:grpSpPr>
          <p:sp>
            <p:nvSpPr>
              <p:cNvPr id="55" name="node23.item-001.container"/>
              <p:cNvSpPr/>
              <p:nvPr/>
            </p:nvSpPr>
            <p:spPr>
              <a:xfrm>
                <a:off x="723900" y="4800600"/>
                <a:ext cx="3429000" cy="914400"/>
              </a:xfrm>
              <a:prstGeom prst="rect">
                <a:avLst/>
              </a:prstGeom>
              <a:solidFill>
                <a:srgbClr val="E8EEF8"/>
              </a:solidFill>
              <a:ln>
                <a:noFill/>
              </a:ln>
            </p:spPr>
          </p:sp>
          <p:sp>
            <p:nvSpPr>
              <p:cNvPr id="56" name="node23.item-001.label"/>
              <p:cNvSpPr/>
              <p:nvPr/>
            </p:nvSpPr>
            <p:spPr>
              <a:xfrm>
                <a:off x="876300" y="4953000"/>
                <a:ext cx="3124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PHASE 1 · FOUNDATION</a:t>
                </a:r>
                <a:endParaRPr lang="en-US" sz="900" spc="54" kern="0" b="0" i="0" dirty="0">
                  <a:solidFill>
                    <a:srgbClr val="0047FF"/>
                  </a:solidFill>
                  <a:latin typeface="IBM Plex Mono Medium"/>
                  <a:ea typeface="IBM Plex Mono Medium"/>
                  <a:cs typeface="IBM Plex Mono Medium"/>
                </a:endParaRPr>
              </a:p>
            </p:txBody>
          </p:sp>
          <p:sp>
            <p:nvSpPr>
              <p:cNvPr id="57" name="node23.item-001.title"/>
              <p:cNvSpPr/>
              <p:nvPr/>
            </p:nvSpPr>
            <p:spPr>
              <a:xfrm>
                <a:off x="876300" y="5143500"/>
                <a:ext cx="31242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Exit: 60% on one sign-in</a:t>
                </a:r>
                <a:endParaRPr lang="en-US" sz="1800" spc="-18" kern="0" b="0" i="0" dirty="0">
                  <a:solidFill>
                    <a:srgbClr val="070154"/>
                  </a:solidFill>
                  <a:latin typeface="IBM Plex Sans SemiBold"/>
                  <a:ea typeface="IBM Plex Sans SemiBold"/>
                  <a:cs typeface="IBM Plex Sans SemiBold"/>
                </a:endParaRPr>
              </a:p>
            </p:txBody>
          </p:sp>
        </p:grpSp>
        <p:grpSp>
          <p:nvGrpSpPr>
            <p:cNvPr id="87" name="node23.item-002"/>
            <p:cNvGrpSpPr/>
            <p:nvPr/>
          </p:nvGrpSpPr>
          <p:grpSpPr>
            <a:xfrm>
              <a:off x="4381500" y="4800600"/>
              <a:ext cx="3429000" cy="914400"/>
              <a:chOff x="4381500" y="4800600"/>
              <a:chExt cx="3429000" cy="914400"/>
            </a:xfrm>
          </p:grpSpPr>
          <p:sp>
            <p:nvSpPr>
              <p:cNvPr id="58" name="node23.item-002.container"/>
              <p:cNvSpPr/>
              <p:nvPr/>
            </p:nvSpPr>
            <p:spPr>
              <a:xfrm>
                <a:off x="4381500" y="4800600"/>
                <a:ext cx="3429000" cy="914400"/>
              </a:xfrm>
              <a:prstGeom prst="rect">
                <a:avLst/>
              </a:prstGeom>
              <a:solidFill>
                <a:srgbClr val="E8EEF8"/>
              </a:solidFill>
              <a:ln>
                <a:noFill/>
              </a:ln>
            </p:spPr>
          </p:sp>
          <p:sp>
            <p:nvSpPr>
              <p:cNvPr id="59" name="node23.item-002.label"/>
              <p:cNvSpPr/>
              <p:nvPr/>
            </p:nvSpPr>
            <p:spPr>
              <a:xfrm>
                <a:off x="4533900" y="4953000"/>
                <a:ext cx="3124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PHASE 2 · ADOPTION</a:t>
                </a:r>
                <a:endParaRPr lang="en-US" sz="900" spc="54" kern="0" b="0" i="0" dirty="0">
                  <a:solidFill>
                    <a:srgbClr val="0047FF"/>
                  </a:solidFill>
                  <a:latin typeface="IBM Plex Mono Medium"/>
                  <a:ea typeface="IBM Plex Mono Medium"/>
                  <a:cs typeface="IBM Plex Mono Medium"/>
                </a:endParaRPr>
              </a:p>
            </p:txBody>
          </p:sp>
          <p:sp>
            <p:nvSpPr>
              <p:cNvPr id="60" name="node23.item-002.title"/>
              <p:cNvSpPr/>
              <p:nvPr/>
            </p:nvSpPr>
            <p:spPr>
              <a:xfrm>
                <a:off x="4533900" y="5143500"/>
                <a:ext cx="31242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Exit: 35% book online</a:t>
                </a:r>
                <a:endParaRPr lang="en-US" sz="1800" spc="-18" kern="0" b="0" i="0" dirty="0">
                  <a:solidFill>
                    <a:srgbClr val="070154"/>
                  </a:solidFill>
                  <a:latin typeface="IBM Plex Sans SemiBold"/>
                  <a:ea typeface="IBM Plex Sans SemiBold"/>
                  <a:cs typeface="IBM Plex Sans SemiBold"/>
                </a:endParaRPr>
              </a:p>
            </p:txBody>
          </p:sp>
        </p:grpSp>
        <p:grpSp>
          <p:nvGrpSpPr>
            <p:cNvPr id="88" name="node23.item-003"/>
            <p:cNvGrpSpPr/>
            <p:nvPr/>
          </p:nvGrpSpPr>
          <p:grpSpPr>
            <a:xfrm>
              <a:off x="8039100" y="4800600"/>
              <a:ext cx="3429000" cy="914400"/>
              <a:chOff x="8039100" y="4800600"/>
              <a:chExt cx="3429000" cy="914400"/>
            </a:xfrm>
          </p:grpSpPr>
          <p:sp>
            <p:nvSpPr>
              <p:cNvPr id="61" name="node23.item-003.container"/>
              <p:cNvSpPr/>
              <p:nvPr/>
            </p:nvSpPr>
            <p:spPr>
              <a:xfrm>
                <a:off x="8039100" y="4800600"/>
                <a:ext cx="3429000" cy="914400"/>
              </a:xfrm>
              <a:prstGeom prst="rect">
                <a:avLst/>
              </a:prstGeom>
              <a:solidFill>
                <a:srgbClr val="E8EEF8"/>
              </a:solidFill>
              <a:ln>
                <a:noFill/>
              </a:ln>
            </p:spPr>
          </p:sp>
          <p:sp>
            <p:nvSpPr>
              <p:cNvPr id="62" name="node23.item-003.label"/>
              <p:cNvSpPr/>
              <p:nvPr/>
            </p:nvSpPr>
            <p:spPr>
              <a:xfrm>
                <a:off x="8191500" y="4953000"/>
                <a:ext cx="3124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PHASE 3 · SCALE</a:t>
                </a:r>
                <a:endParaRPr lang="en-US" sz="900" spc="54" kern="0" b="0" i="0" dirty="0">
                  <a:solidFill>
                    <a:srgbClr val="0047FF"/>
                  </a:solidFill>
                  <a:latin typeface="IBM Plex Mono Medium"/>
                  <a:ea typeface="IBM Plex Mono Medium"/>
                  <a:cs typeface="IBM Plex Mono Medium"/>
                </a:endParaRPr>
              </a:p>
            </p:txBody>
          </p:sp>
          <p:sp>
            <p:nvSpPr>
              <p:cNvPr id="63" name="node23.item-003.title"/>
              <p:cNvSpPr/>
              <p:nvPr/>
            </p:nvSpPr>
            <p:spPr>
              <a:xfrm>
                <a:off x="8191500" y="5143500"/>
                <a:ext cx="31242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Exit: 20% fewer calls</a:t>
                </a:r>
                <a:endParaRPr lang="en-US" sz="1800" spc="-18" kern="0" b="0" i="0" dirty="0">
                  <a:solidFill>
                    <a:srgbClr val="070154"/>
                  </a:solidFill>
                  <a:latin typeface="IBM Plex Sans SemiBold"/>
                  <a:ea typeface="IBM Plex Sans SemiBold"/>
                  <a:cs typeface="IBM Plex Sans SemiBold"/>
                </a:endParaRPr>
              </a:p>
            </p:txBody>
          </p:sp>
        </p:grpSp>
      </p:grpSp>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name="source-562">
    <p:spTree>
      <p:nvGrpSpPr>
        <p:cNvPr id="1" name=""/>
        <p:cNvGrpSpPr/>
        <p:nvPr/>
      </p:nvGrpSpPr>
      <p:grpSpPr>
        <a:xfrm>
          <a:off x="0" y="0"/>
          <a:ext cx="0" cy="0"/>
          <a:chOff x="0" y="0"/>
          <a:chExt cx="0" cy="0"/>
        </a:xfrm>
      </p:grpSpPr>
      <p:sp>
        <p:nvSpPr>
          <p:cNvPr id="3" name="eyebrow"/>
          <p:cNvSpPr/>
          <p:nvPr/>
        </p:nvSpPr>
        <p:spPr>
          <a:xfrm>
            <a:off x="723900" y="457200"/>
            <a:ext cx="70866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OUR UNDERSTANDING</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70866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Our understanding on one page</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70866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Sample names and figures for layout only; replace with engagement stakeholders and data before use.</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FFFFFF"/>
                </a:solidFill>
                <a:latin typeface="IBM Plex Mono SemiBold"/>
                <a:ea typeface="IBM Plex Mono SemiBold"/>
                <a:cs typeface="IBM Plex Mono SemiBold"/>
              </a:rPr>
              <a:t>176</a:t>
            </a:fld>
            <a:endParaRPr lang="en-US" sz="700" spc="0" kern="0" b="0" i="0" dirty="0">
              <a:solidFill>
                <a:srgbClr val="FFFFFF"/>
              </a:solidFill>
              <a:latin typeface="IBM Plex Mono SemiBold"/>
              <a:ea typeface="IBM Plex Mono SemiBold"/>
              <a:cs typeface="IBM Plex Mono SemiBold"/>
            </a:endParaRPr>
          </a:p>
        </p:txBody>
      </p:sp>
      <p:grpSp>
        <p:nvGrpSpPr>
          <p:cNvPr id="82" name="node01"/>
          <p:cNvGrpSpPr/>
          <p:nvPr/>
        </p:nvGrpSpPr>
        <p:grpSpPr>
          <a:xfrm>
            <a:off x="723900" y="1600200"/>
            <a:ext cx="3429000" cy="228600"/>
            <a:chOff x="723900" y="1600200"/>
            <a:chExt cx="3429000" cy="228600"/>
          </a:xfrm>
        </p:grpSpPr>
        <p:sp>
          <p:nvSpPr>
            <p:cNvPr id="7" name="node01.label"/>
            <p:cNvSpPr/>
            <p:nvPr/>
          </p:nvSpPr>
          <p:spPr>
            <a:xfrm>
              <a:off x="723900" y="1600200"/>
              <a:ext cx="551247"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CONTEXT</a:t>
              </a:r>
              <a:endParaRPr lang="en-US" sz="900" spc="54" kern="0" b="0" i="0" dirty="0">
                <a:solidFill>
                  <a:srgbClr val="50658E"/>
                </a:solidFill>
                <a:latin typeface="IBM Plex Mono Medium"/>
                <a:ea typeface="IBM Plex Mono Medium"/>
                <a:cs typeface="IBM Plex Mono Medium"/>
              </a:endParaRPr>
            </a:p>
          </p:txBody>
        </p:sp>
        <p:sp>
          <p:nvSpPr>
            <p:cNvPr id="8" name="node01.rule"/>
            <p:cNvSpPr/>
            <p:nvPr/>
          </p:nvSpPr>
          <p:spPr>
            <a:xfrm>
              <a:off x="1402147" y="1709738"/>
              <a:ext cx="2750753" cy="9525"/>
            </a:xfrm>
            <a:prstGeom prst="rect">
              <a:avLst/>
            </a:prstGeom>
            <a:solidFill>
              <a:srgbClr val="CED7E6"/>
            </a:solidFill>
            <a:ln>
              <a:noFill/>
            </a:ln>
          </p:spPr>
        </p:sp>
      </p:grpSp>
      <p:sp>
        <p:nvSpPr>
          <p:cNvPr id="9" name="node02"/>
          <p:cNvSpPr/>
          <p:nvPr/>
        </p:nvSpPr>
        <p:spPr>
          <a:xfrm>
            <a:off x="723900" y="1828800"/>
            <a:ext cx="3429000" cy="9525"/>
          </a:xfrm>
          <a:prstGeom prst="rect">
            <a:avLst/>
          </a:prstGeom>
          <a:solidFill>
            <a:srgbClr val="CED7E6"/>
          </a:solidFill>
          <a:ln>
            <a:noFill/>
          </a:ln>
        </p:spPr>
      </p:sp>
      <p:grpSp>
        <p:nvGrpSpPr>
          <p:cNvPr id="83" name="node03"/>
          <p:cNvGrpSpPr/>
          <p:nvPr/>
        </p:nvGrpSpPr>
        <p:grpSpPr>
          <a:xfrm>
            <a:off x="723900" y="1981200"/>
            <a:ext cx="3429000" cy="1295400"/>
            <a:chOff x="723900" y="1981200"/>
            <a:chExt cx="3429000" cy="1295400"/>
          </a:xfrm>
        </p:grpSpPr>
        <p:sp>
          <p:nvSpPr>
            <p:cNvPr id="10" name="node03.source-001.bullet"/>
            <p:cNvSpPr/>
            <p:nvPr/>
          </p:nvSpPr>
          <p:spPr>
            <a:xfrm>
              <a:off x="723900" y="2070100"/>
              <a:ext cx="38100" cy="38100"/>
            </a:xfrm>
            <a:prstGeom prst="rect">
              <a:avLst/>
            </a:prstGeom>
            <a:solidFill>
              <a:srgbClr val="070154"/>
            </a:solidFill>
            <a:ln>
              <a:noFill/>
            </a:ln>
          </p:spPr>
        </p:sp>
        <p:sp>
          <p:nvSpPr>
            <p:cNvPr id="11" name="node03.source-001.text"/>
            <p:cNvSpPr/>
            <p:nvPr/>
          </p:nvSpPr>
          <p:spPr>
            <a:xfrm>
              <a:off x="876300" y="19812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Seven hospitals, 64 clinics, three schedulers</a:t>
              </a:r>
              <a:endParaRPr lang="en-US" sz="1200" spc="0" kern="0" b="0" i="0" dirty="0">
                <a:solidFill>
                  <a:srgbClr val="070154"/>
                </a:solidFill>
                <a:latin typeface="IBM Plex Sans"/>
                <a:ea typeface="IBM Plex Sans"/>
                <a:cs typeface="IBM Plex Sans"/>
              </a:endParaRPr>
            </a:p>
          </p:txBody>
        </p:sp>
        <p:sp>
          <p:nvSpPr>
            <p:cNvPr id="12" name="node03.source-002.bullet"/>
            <p:cNvSpPr/>
            <p:nvPr/>
          </p:nvSpPr>
          <p:spPr>
            <a:xfrm>
              <a:off x="723900" y="2336800"/>
              <a:ext cx="38100" cy="38100"/>
            </a:xfrm>
            <a:prstGeom prst="rect">
              <a:avLst/>
            </a:prstGeom>
            <a:solidFill>
              <a:srgbClr val="070154"/>
            </a:solidFill>
            <a:ln>
              <a:noFill/>
            </a:ln>
          </p:spPr>
        </p:sp>
        <p:sp>
          <p:nvSpPr>
            <p:cNvPr id="13" name="node03.source-002.text"/>
            <p:cNvSpPr/>
            <p:nvPr/>
          </p:nvSpPr>
          <p:spPr>
            <a:xfrm>
              <a:off x="876300" y="22479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Three acquisitions in four years</a:t>
              </a:r>
              <a:endParaRPr lang="en-US" sz="1200" spc="0" kern="0" b="0" i="0" dirty="0">
                <a:solidFill>
                  <a:srgbClr val="070154"/>
                </a:solidFill>
                <a:latin typeface="IBM Plex Sans"/>
                <a:ea typeface="IBM Plex Sans"/>
                <a:cs typeface="IBM Plex Sans"/>
              </a:endParaRPr>
            </a:p>
          </p:txBody>
        </p:sp>
        <p:sp>
          <p:nvSpPr>
            <p:cNvPr id="14" name="node03.source-003.bullet"/>
            <p:cNvSpPr/>
            <p:nvPr/>
          </p:nvSpPr>
          <p:spPr>
            <a:xfrm>
              <a:off x="723900" y="2603500"/>
              <a:ext cx="38100" cy="38100"/>
            </a:xfrm>
            <a:prstGeom prst="rect">
              <a:avLst/>
            </a:prstGeom>
            <a:solidFill>
              <a:srgbClr val="070154"/>
            </a:solidFill>
            <a:ln>
              <a:noFill/>
            </a:ln>
          </p:spPr>
        </p:sp>
        <p:sp>
          <p:nvSpPr>
            <p:cNvPr id="15" name="node03.source-003.text"/>
            <p:cNvSpPr/>
            <p:nvPr/>
          </p:nvSpPr>
          <p:spPr>
            <a:xfrm>
              <a:off x="876300" y="25146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EHR go-live in Q3 next year</a:t>
              </a:r>
              <a:endParaRPr lang="en-US" sz="1200" spc="0" kern="0" b="0" i="0" dirty="0">
                <a:solidFill>
                  <a:srgbClr val="070154"/>
                </a:solidFill>
                <a:latin typeface="IBM Plex Sans"/>
                <a:ea typeface="IBM Plex Sans"/>
                <a:cs typeface="IBM Plex Sans"/>
              </a:endParaRPr>
            </a:p>
          </p:txBody>
        </p:sp>
        <p:sp>
          <p:nvSpPr>
            <p:cNvPr id="16" name="node03.source-004.bullet"/>
            <p:cNvSpPr/>
            <p:nvPr/>
          </p:nvSpPr>
          <p:spPr>
            <a:xfrm>
              <a:off x="723900" y="2870200"/>
              <a:ext cx="38100" cy="38100"/>
            </a:xfrm>
            <a:prstGeom prst="rect">
              <a:avLst/>
            </a:prstGeom>
            <a:solidFill>
              <a:srgbClr val="070154"/>
            </a:solidFill>
            <a:ln>
              <a:noFill/>
            </a:ln>
          </p:spPr>
        </p:sp>
        <p:sp>
          <p:nvSpPr>
            <p:cNvPr id="17" name="node03.source-004.text"/>
            <p:cNvSpPr/>
            <p:nvPr/>
          </p:nvSpPr>
          <p:spPr>
            <a:xfrm>
              <a:off x="876300" y="27813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11% of denials start at registration</a:t>
              </a:r>
              <a:endParaRPr lang="en-US" sz="1200" spc="0" kern="0" b="0" i="0" dirty="0">
                <a:solidFill>
                  <a:srgbClr val="070154"/>
                </a:solidFill>
                <a:latin typeface="IBM Plex Sans"/>
                <a:ea typeface="IBM Plex Sans"/>
                <a:cs typeface="IBM Plex Sans"/>
              </a:endParaRPr>
            </a:p>
          </p:txBody>
        </p:sp>
        <p:sp>
          <p:nvSpPr>
            <p:cNvPr id="18" name="node03.source-005.bullet"/>
            <p:cNvSpPr/>
            <p:nvPr/>
          </p:nvSpPr>
          <p:spPr>
            <a:xfrm>
              <a:off x="723900" y="3136900"/>
              <a:ext cx="38100" cy="38100"/>
            </a:xfrm>
            <a:prstGeom prst="rect">
              <a:avLst/>
            </a:prstGeom>
            <a:solidFill>
              <a:srgbClr val="070154"/>
            </a:solidFill>
            <a:ln>
              <a:noFill/>
            </a:ln>
          </p:spPr>
        </p:sp>
        <p:sp>
          <p:nvSpPr>
            <p:cNvPr id="19" name="node03.source-005.text"/>
            <p:cNvSpPr/>
            <p:nvPr/>
          </p:nvSpPr>
          <p:spPr>
            <a:xfrm>
              <a:off x="876300" y="30480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Days in A/R run above peers</a:t>
              </a:r>
              <a:endParaRPr lang="en-US" sz="1200" spc="0" kern="0" b="0" i="0" dirty="0">
                <a:solidFill>
                  <a:srgbClr val="070154"/>
                </a:solidFill>
                <a:latin typeface="IBM Plex Sans"/>
                <a:ea typeface="IBM Plex Sans"/>
                <a:cs typeface="IBM Plex Sans"/>
              </a:endParaRPr>
            </a:p>
          </p:txBody>
        </p:sp>
      </p:grpSp>
      <p:grpSp>
        <p:nvGrpSpPr>
          <p:cNvPr id="84" name="node04"/>
          <p:cNvGrpSpPr/>
          <p:nvPr/>
        </p:nvGrpSpPr>
        <p:grpSpPr>
          <a:xfrm>
            <a:off x="4381500" y="1600200"/>
            <a:ext cx="3429000" cy="228600"/>
            <a:chOff x="4381500" y="1600200"/>
            <a:chExt cx="3429000" cy="228600"/>
          </a:xfrm>
        </p:grpSpPr>
        <p:sp>
          <p:nvSpPr>
            <p:cNvPr id="20" name="node04.label"/>
            <p:cNvSpPr/>
            <p:nvPr/>
          </p:nvSpPr>
          <p:spPr>
            <a:xfrm>
              <a:off x="4381500" y="1600200"/>
              <a:ext cx="776610"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OBJECTIVES</a:t>
              </a:r>
              <a:endParaRPr lang="en-US" sz="900" spc="54" kern="0" b="0" i="0" dirty="0">
                <a:solidFill>
                  <a:srgbClr val="50658E"/>
                </a:solidFill>
                <a:latin typeface="IBM Plex Mono Medium"/>
                <a:ea typeface="IBM Plex Mono Medium"/>
                <a:cs typeface="IBM Plex Mono Medium"/>
              </a:endParaRPr>
            </a:p>
          </p:txBody>
        </p:sp>
        <p:sp>
          <p:nvSpPr>
            <p:cNvPr id="21" name="node04.rule"/>
            <p:cNvSpPr/>
            <p:nvPr/>
          </p:nvSpPr>
          <p:spPr>
            <a:xfrm>
              <a:off x="5285110" y="1709738"/>
              <a:ext cx="2525390" cy="9525"/>
            </a:xfrm>
            <a:prstGeom prst="rect">
              <a:avLst/>
            </a:prstGeom>
            <a:solidFill>
              <a:srgbClr val="CED7E6"/>
            </a:solidFill>
            <a:ln>
              <a:noFill/>
            </a:ln>
          </p:spPr>
        </p:sp>
      </p:grpSp>
      <p:sp>
        <p:nvSpPr>
          <p:cNvPr id="22" name="node05"/>
          <p:cNvSpPr/>
          <p:nvPr/>
        </p:nvSpPr>
        <p:spPr>
          <a:xfrm>
            <a:off x="4381500" y="1828800"/>
            <a:ext cx="3429000" cy="9525"/>
          </a:xfrm>
          <a:prstGeom prst="rect">
            <a:avLst/>
          </a:prstGeom>
          <a:solidFill>
            <a:srgbClr val="CED7E6"/>
          </a:solidFill>
          <a:ln>
            <a:noFill/>
          </a:ln>
        </p:spPr>
      </p:sp>
      <p:grpSp>
        <p:nvGrpSpPr>
          <p:cNvPr id="85" name="node06"/>
          <p:cNvGrpSpPr/>
          <p:nvPr/>
        </p:nvGrpSpPr>
        <p:grpSpPr>
          <a:xfrm>
            <a:off x="4381500" y="1981200"/>
            <a:ext cx="3429000" cy="1295400"/>
            <a:chOff x="4381500" y="1981200"/>
            <a:chExt cx="3429000" cy="1295400"/>
          </a:xfrm>
        </p:grpSpPr>
        <p:sp>
          <p:nvSpPr>
            <p:cNvPr id="23" name="node06.source-001.bullet"/>
            <p:cNvSpPr/>
            <p:nvPr/>
          </p:nvSpPr>
          <p:spPr>
            <a:xfrm>
              <a:off x="4381500" y="2070100"/>
              <a:ext cx="38100" cy="38100"/>
            </a:xfrm>
            <a:prstGeom prst="rect">
              <a:avLst/>
            </a:prstGeom>
            <a:solidFill>
              <a:srgbClr val="070154"/>
            </a:solidFill>
            <a:ln>
              <a:noFill/>
            </a:ln>
          </p:spPr>
        </p:sp>
        <p:sp>
          <p:nvSpPr>
            <p:cNvPr id="24" name="node06.source-001.text"/>
            <p:cNvSpPr/>
            <p:nvPr/>
          </p:nvSpPr>
          <p:spPr>
            <a:xfrm>
              <a:off x="4533900" y="19812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One access experience at every site</a:t>
              </a:r>
              <a:endParaRPr lang="en-US" sz="1200" spc="0" kern="0" b="0" i="0" dirty="0">
                <a:solidFill>
                  <a:srgbClr val="070154"/>
                </a:solidFill>
                <a:latin typeface="IBM Plex Sans"/>
                <a:ea typeface="IBM Plex Sans"/>
                <a:cs typeface="IBM Plex Sans"/>
              </a:endParaRPr>
            </a:p>
          </p:txBody>
        </p:sp>
        <p:sp>
          <p:nvSpPr>
            <p:cNvPr id="25" name="node06.source-002.bullet"/>
            <p:cNvSpPr/>
            <p:nvPr/>
          </p:nvSpPr>
          <p:spPr>
            <a:xfrm>
              <a:off x="4381500" y="2336800"/>
              <a:ext cx="38100" cy="38100"/>
            </a:xfrm>
            <a:prstGeom prst="rect">
              <a:avLst/>
            </a:prstGeom>
            <a:solidFill>
              <a:srgbClr val="070154"/>
            </a:solidFill>
            <a:ln>
              <a:noFill/>
            </a:ln>
          </p:spPr>
        </p:sp>
        <p:sp>
          <p:nvSpPr>
            <p:cNvPr id="26" name="node06.source-002.text"/>
            <p:cNvSpPr/>
            <p:nvPr/>
          </p:nvSpPr>
          <p:spPr>
            <a:xfrm>
              <a:off x="4533900" y="22479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Fewer denials, faster cash</a:t>
              </a:r>
              <a:endParaRPr lang="en-US" sz="1200" spc="0" kern="0" b="0" i="0" dirty="0">
                <a:solidFill>
                  <a:srgbClr val="070154"/>
                </a:solidFill>
                <a:latin typeface="IBM Plex Sans"/>
                <a:ea typeface="IBM Plex Sans"/>
                <a:cs typeface="IBM Plex Sans"/>
              </a:endParaRPr>
            </a:p>
          </p:txBody>
        </p:sp>
        <p:sp>
          <p:nvSpPr>
            <p:cNvPr id="27" name="node06.source-003.bullet"/>
            <p:cNvSpPr/>
            <p:nvPr/>
          </p:nvSpPr>
          <p:spPr>
            <a:xfrm>
              <a:off x="4381500" y="2603500"/>
              <a:ext cx="38100" cy="38100"/>
            </a:xfrm>
            <a:prstGeom prst="rect">
              <a:avLst/>
            </a:prstGeom>
            <a:solidFill>
              <a:srgbClr val="070154"/>
            </a:solidFill>
            <a:ln>
              <a:noFill/>
            </a:ln>
          </p:spPr>
        </p:sp>
        <p:sp>
          <p:nvSpPr>
            <p:cNvPr id="28" name="node06.source-003.text"/>
            <p:cNvSpPr/>
            <p:nvPr/>
          </p:nvSpPr>
          <p:spPr>
            <a:xfrm>
              <a:off x="4533900" y="25146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Cleaner registration data</a:t>
              </a:r>
              <a:endParaRPr lang="en-US" sz="1200" spc="0" kern="0" b="0" i="0" dirty="0">
                <a:solidFill>
                  <a:srgbClr val="070154"/>
                </a:solidFill>
                <a:latin typeface="IBM Plex Sans"/>
                <a:ea typeface="IBM Plex Sans"/>
                <a:cs typeface="IBM Plex Sans"/>
              </a:endParaRPr>
            </a:p>
          </p:txBody>
        </p:sp>
        <p:sp>
          <p:nvSpPr>
            <p:cNvPr id="29" name="node06.source-004.bullet"/>
            <p:cNvSpPr/>
            <p:nvPr/>
          </p:nvSpPr>
          <p:spPr>
            <a:xfrm>
              <a:off x="4381500" y="2870200"/>
              <a:ext cx="38100" cy="38100"/>
            </a:xfrm>
            <a:prstGeom prst="rect">
              <a:avLst/>
            </a:prstGeom>
            <a:solidFill>
              <a:srgbClr val="070154"/>
            </a:solidFill>
            <a:ln>
              <a:noFill/>
            </a:ln>
          </p:spPr>
        </p:sp>
        <p:sp>
          <p:nvSpPr>
            <p:cNvPr id="30" name="node06.source-004.text"/>
            <p:cNvSpPr/>
            <p:nvPr/>
          </p:nvSpPr>
          <p:spPr>
            <a:xfrm>
              <a:off x="4533900" y="27813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Lower cost to collect</a:t>
              </a:r>
              <a:endParaRPr lang="en-US" sz="1200" spc="0" kern="0" b="0" i="0" dirty="0">
                <a:solidFill>
                  <a:srgbClr val="070154"/>
                </a:solidFill>
                <a:latin typeface="IBM Plex Sans"/>
                <a:ea typeface="IBM Plex Sans"/>
                <a:cs typeface="IBM Plex Sans"/>
              </a:endParaRPr>
            </a:p>
          </p:txBody>
        </p:sp>
        <p:sp>
          <p:nvSpPr>
            <p:cNvPr id="31" name="node06.source-005.bullet"/>
            <p:cNvSpPr/>
            <p:nvPr/>
          </p:nvSpPr>
          <p:spPr>
            <a:xfrm>
              <a:off x="4381500" y="3136900"/>
              <a:ext cx="38100" cy="38100"/>
            </a:xfrm>
            <a:prstGeom prst="rect">
              <a:avLst/>
            </a:prstGeom>
            <a:solidFill>
              <a:srgbClr val="070154"/>
            </a:solidFill>
            <a:ln>
              <a:noFill/>
            </a:ln>
          </p:spPr>
        </p:sp>
        <p:sp>
          <p:nvSpPr>
            <p:cNvPr id="32" name="node06.source-005.text"/>
            <p:cNvSpPr/>
            <p:nvPr/>
          </p:nvSpPr>
          <p:spPr>
            <a:xfrm>
              <a:off x="4533900" y="30480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A sustained benefits model</a:t>
              </a:r>
              <a:endParaRPr lang="en-US" sz="1200" spc="0" kern="0" b="0" i="0" dirty="0">
                <a:solidFill>
                  <a:srgbClr val="070154"/>
                </a:solidFill>
                <a:latin typeface="IBM Plex Sans"/>
                <a:ea typeface="IBM Plex Sans"/>
                <a:cs typeface="IBM Plex Sans"/>
              </a:endParaRPr>
            </a:p>
          </p:txBody>
        </p:sp>
      </p:grpSp>
      <p:grpSp>
        <p:nvGrpSpPr>
          <p:cNvPr id="86" name="node07"/>
          <p:cNvGrpSpPr/>
          <p:nvPr/>
        </p:nvGrpSpPr>
        <p:grpSpPr>
          <a:xfrm>
            <a:off x="723900" y="3657600"/>
            <a:ext cx="3429000" cy="228600"/>
            <a:chOff x="723900" y="3657600"/>
            <a:chExt cx="3429000" cy="228600"/>
          </a:xfrm>
        </p:grpSpPr>
        <p:sp>
          <p:nvSpPr>
            <p:cNvPr id="33" name="node07.label"/>
            <p:cNvSpPr/>
            <p:nvPr/>
          </p:nvSpPr>
          <p:spPr>
            <a:xfrm>
              <a:off x="723900" y="3657600"/>
              <a:ext cx="401005"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SCOPE</a:t>
              </a:r>
              <a:endParaRPr lang="en-US" sz="900" spc="54" kern="0" b="0" i="0" dirty="0">
                <a:solidFill>
                  <a:srgbClr val="50658E"/>
                </a:solidFill>
                <a:latin typeface="IBM Plex Mono Medium"/>
                <a:ea typeface="IBM Plex Mono Medium"/>
                <a:cs typeface="IBM Plex Mono Medium"/>
              </a:endParaRPr>
            </a:p>
          </p:txBody>
        </p:sp>
        <p:sp>
          <p:nvSpPr>
            <p:cNvPr id="34" name="node07.rule"/>
            <p:cNvSpPr/>
            <p:nvPr/>
          </p:nvSpPr>
          <p:spPr>
            <a:xfrm>
              <a:off x="1251905" y="3767138"/>
              <a:ext cx="2900995" cy="9525"/>
            </a:xfrm>
            <a:prstGeom prst="rect">
              <a:avLst/>
            </a:prstGeom>
            <a:solidFill>
              <a:srgbClr val="CED7E6"/>
            </a:solidFill>
            <a:ln>
              <a:noFill/>
            </a:ln>
          </p:spPr>
        </p:sp>
      </p:grpSp>
      <p:sp>
        <p:nvSpPr>
          <p:cNvPr id="35" name="node08"/>
          <p:cNvSpPr/>
          <p:nvPr/>
        </p:nvSpPr>
        <p:spPr>
          <a:xfrm>
            <a:off x="723900" y="3886200"/>
            <a:ext cx="3429000" cy="9525"/>
          </a:xfrm>
          <a:prstGeom prst="rect">
            <a:avLst/>
          </a:prstGeom>
          <a:solidFill>
            <a:srgbClr val="CED7E6"/>
          </a:solidFill>
          <a:ln>
            <a:noFill/>
          </a:ln>
        </p:spPr>
      </p:sp>
      <p:grpSp>
        <p:nvGrpSpPr>
          <p:cNvPr id="87" name="node09"/>
          <p:cNvGrpSpPr/>
          <p:nvPr/>
        </p:nvGrpSpPr>
        <p:grpSpPr>
          <a:xfrm>
            <a:off x="723900" y="4038600"/>
            <a:ext cx="3429000" cy="1295400"/>
            <a:chOff x="723900" y="4038600"/>
            <a:chExt cx="3429000" cy="1295400"/>
          </a:xfrm>
        </p:grpSpPr>
        <p:sp>
          <p:nvSpPr>
            <p:cNvPr id="36" name="node09.source-001.bullet"/>
            <p:cNvSpPr/>
            <p:nvPr/>
          </p:nvSpPr>
          <p:spPr>
            <a:xfrm>
              <a:off x="723900" y="4127500"/>
              <a:ext cx="38100" cy="38100"/>
            </a:xfrm>
            <a:prstGeom prst="rect">
              <a:avLst/>
            </a:prstGeom>
            <a:solidFill>
              <a:srgbClr val="070154"/>
            </a:solidFill>
            <a:ln>
              <a:noFill/>
            </a:ln>
          </p:spPr>
        </p:sp>
        <p:sp>
          <p:nvSpPr>
            <p:cNvPr id="37" name="node09.source-001.text"/>
            <p:cNvSpPr/>
            <p:nvPr/>
          </p:nvSpPr>
          <p:spPr>
            <a:xfrm>
              <a:off x="876300" y="40386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In: scheduling, registration, estimates</a:t>
              </a:r>
              <a:endParaRPr lang="en-US" sz="1200" spc="0" kern="0" b="0" i="0" dirty="0">
                <a:solidFill>
                  <a:srgbClr val="070154"/>
                </a:solidFill>
                <a:latin typeface="IBM Plex Sans"/>
                <a:ea typeface="IBM Plex Sans"/>
                <a:cs typeface="IBM Plex Sans"/>
              </a:endParaRPr>
            </a:p>
          </p:txBody>
        </p:sp>
        <p:sp>
          <p:nvSpPr>
            <p:cNvPr id="38" name="node09.source-002.bullet"/>
            <p:cNvSpPr/>
            <p:nvPr/>
          </p:nvSpPr>
          <p:spPr>
            <a:xfrm>
              <a:off x="723900" y="4394200"/>
              <a:ext cx="38100" cy="38100"/>
            </a:xfrm>
            <a:prstGeom prst="rect">
              <a:avLst/>
            </a:prstGeom>
            <a:solidFill>
              <a:srgbClr val="070154"/>
            </a:solidFill>
            <a:ln>
              <a:noFill/>
            </a:ln>
          </p:spPr>
        </p:sp>
        <p:sp>
          <p:nvSpPr>
            <p:cNvPr id="39" name="node09.source-002.text"/>
            <p:cNvSpPr/>
            <p:nvPr/>
          </p:nvSpPr>
          <p:spPr>
            <a:xfrm>
              <a:off x="876300" y="43053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In: edits, claims, denial work queues</a:t>
              </a:r>
              <a:endParaRPr lang="en-US" sz="1200" spc="0" kern="0" b="0" i="0" dirty="0">
                <a:solidFill>
                  <a:srgbClr val="070154"/>
                </a:solidFill>
                <a:latin typeface="IBM Plex Sans"/>
                <a:ea typeface="IBM Plex Sans"/>
                <a:cs typeface="IBM Plex Sans"/>
              </a:endParaRPr>
            </a:p>
          </p:txBody>
        </p:sp>
        <p:sp>
          <p:nvSpPr>
            <p:cNvPr id="40" name="node09.source-003.bullet"/>
            <p:cNvSpPr/>
            <p:nvPr/>
          </p:nvSpPr>
          <p:spPr>
            <a:xfrm>
              <a:off x="723900" y="4660900"/>
              <a:ext cx="38100" cy="38100"/>
            </a:xfrm>
            <a:prstGeom prst="rect">
              <a:avLst/>
            </a:prstGeom>
            <a:solidFill>
              <a:srgbClr val="070154"/>
            </a:solidFill>
            <a:ln>
              <a:noFill/>
            </a:ln>
          </p:spPr>
        </p:sp>
        <p:sp>
          <p:nvSpPr>
            <p:cNvPr id="41" name="node09.source-003.text"/>
            <p:cNvSpPr/>
            <p:nvPr/>
          </p:nvSpPr>
          <p:spPr>
            <a:xfrm>
              <a:off x="876300" y="45720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In: EHR interface design, training</a:t>
              </a:r>
              <a:endParaRPr lang="en-US" sz="1200" spc="0" kern="0" b="0" i="0" dirty="0">
                <a:solidFill>
                  <a:srgbClr val="070154"/>
                </a:solidFill>
                <a:latin typeface="IBM Plex Sans"/>
                <a:ea typeface="IBM Plex Sans"/>
                <a:cs typeface="IBM Plex Sans"/>
              </a:endParaRPr>
            </a:p>
          </p:txBody>
        </p:sp>
        <p:sp>
          <p:nvSpPr>
            <p:cNvPr id="42" name="node09.source-004.bullet"/>
            <p:cNvSpPr/>
            <p:nvPr/>
          </p:nvSpPr>
          <p:spPr>
            <a:xfrm>
              <a:off x="723900" y="4927600"/>
              <a:ext cx="38100" cy="38100"/>
            </a:xfrm>
            <a:prstGeom prst="rect">
              <a:avLst/>
            </a:prstGeom>
            <a:solidFill>
              <a:srgbClr val="070154"/>
            </a:solidFill>
            <a:ln>
              <a:noFill/>
            </a:ln>
          </p:spPr>
        </p:sp>
        <p:sp>
          <p:nvSpPr>
            <p:cNvPr id="43" name="node09.source-004.text"/>
            <p:cNvSpPr/>
            <p:nvPr/>
          </p:nvSpPr>
          <p:spPr>
            <a:xfrm>
              <a:off x="876300" y="48387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Out: EHR build, documentation redesign</a:t>
              </a:r>
              <a:endParaRPr lang="en-US" sz="1200" spc="0" kern="0" b="0" i="0" dirty="0">
                <a:solidFill>
                  <a:srgbClr val="070154"/>
                </a:solidFill>
                <a:latin typeface="IBM Plex Sans"/>
                <a:ea typeface="IBM Plex Sans"/>
                <a:cs typeface="IBM Plex Sans"/>
              </a:endParaRPr>
            </a:p>
          </p:txBody>
        </p:sp>
        <p:sp>
          <p:nvSpPr>
            <p:cNvPr id="44" name="node09.source-005.bullet"/>
            <p:cNvSpPr/>
            <p:nvPr/>
          </p:nvSpPr>
          <p:spPr>
            <a:xfrm>
              <a:off x="723900" y="5194300"/>
              <a:ext cx="38100" cy="38100"/>
            </a:xfrm>
            <a:prstGeom prst="rect">
              <a:avLst/>
            </a:prstGeom>
            <a:solidFill>
              <a:srgbClr val="070154"/>
            </a:solidFill>
            <a:ln>
              <a:noFill/>
            </a:ln>
          </p:spPr>
        </p:sp>
        <p:sp>
          <p:nvSpPr>
            <p:cNvPr id="45" name="node09.source-005.text"/>
            <p:cNvSpPr/>
            <p:nvPr/>
          </p:nvSpPr>
          <p:spPr>
            <a:xfrm>
              <a:off x="876300" y="51054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To confirm: wave one, data access</a:t>
              </a:r>
              <a:endParaRPr lang="en-US" sz="1200" spc="0" kern="0" b="0" i="0" dirty="0">
                <a:solidFill>
                  <a:srgbClr val="070154"/>
                </a:solidFill>
                <a:latin typeface="IBM Plex Sans"/>
                <a:ea typeface="IBM Plex Sans"/>
                <a:cs typeface="IBM Plex Sans"/>
              </a:endParaRPr>
            </a:p>
          </p:txBody>
        </p:sp>
      </p:grpSp>
      <p:grpSp>
        <p:nvGrpSpPr>
          <p:cNvPr id="88" name="node10"/>
          <p:cNvGrpSpPr/>
          <p:nvPr/>
        </p:nvGrpSpPr>
        <p:grpSpPr>
          <a:xfrm>
            <a:off x="4381500" y="3657600"/>
            <a:ext cx="3429000" cy="228600"/>
            <a:chOff x="4381500" y="3657600"/>
            <a:chExt cx="3429000" cy="228600"/>
          </a:xfrm>
        </p:grpSpPr>
        <p:sp>
          <p:nvSpPr>
            <p:cNvPr id="46" name="node10.label"/>
            <p:cNvSpPr/>
            <p:nvPr/>
          </p:nvSpPr>
          <p:spPr>
            <a:xfrm>
              <a:off x="4381500" y="3657600"/>
              <a:ext cx="851731"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CONSTRAINTS</a:t>
              </a:r>
              <a:endParaRPr lang="en-US" sz="900" spc="54" kern="0" b="0" i="0" dirty="0">
                <a:solidFill>
                  <a:srgbClr val="50658E"/>
                </a:solidFill>
                <a:latin typeface="IBM Plex Mono Medium"/>
                <a:ea typeface="IBM Plex Mono Medium"/>
                <a:cs typeface="IBM Plex Mono Medium"/>
              </a:endParaRPr>
            </a:p>
          </p:txBody>
        </p:sp>
        <p:sp>
          <p:nvSpPr>
            <p:cNvPr id="47" name="node10.rule"/>
            <p:cNvSpPr/>
            <p:nvPr/>
          </p:nvSpPr>
          <p:spPr>
            <a:xfrm>
              <a:off x="5360231" y="3767138"/>
              <a:ext cx="2450269" cy="9525"/>
            </a:xfrm>
            <a:prstGeom prst="rect">
              <a:avLst/>
            </a:prstGeom>
            <a:solidFill>
              <a:srgbClr val="CED7E6"/>
            </a:solidFill>
            <a:ln>
              <a:noFill/>
            </a:ln>
          </p:spPr>
        </p:sp>
      </p:grpSp>
      <p:sp>
        <p:nvSpPr>
          <p:cNvPr id="48" name="node11"/>
          <p:cNvSpPr/>
          <p:nvPr/>
        </p:nvSpPr>
        <p:spPr>
          <a:xfrm>
            <a:off x="4381500" y="3886200"/>
            <a:ext cx="3429000" cy="9525"/>
          </a:xfrm>
          <a:prstGeom prst="rect">
            <a:avLst/>
          </a:prstGeom>
          <a:solidFill>
            <a:srgbClr val="CED7E6"/>
          </a:solidFill>
          <a:ln>
            <a:noFill/>
          </a:ln>
        </p:spPr>
      </p:sp>
      <p:grpSp>
        <p:nvGrpSpPr>
          <p:cNvPr id="89" name="node12"/>
          <p:cNvGrpSpPr/>
          <p:nvPr/>
        </p:nvGrpSpPr>
        <p:grpSpPr>
          <a:xfrm>
            <a:off x="4381500" y="4038600"/>
            <a:ext cx="3429000" cy="1295400"/>
            <a:chOff x="4381500" y="4038600"/>
            <a:chExt cx="3429000" cy="1295400"/>
          </a:xfrm>
        </p:grpSpPr>
        <p:sp>
          <p:nvSpPr>
            <p:cNvPr id="49" name="node12.source-001.bullet"/>
            <p:cNvSpPr/>
            <p:nvPr/>
          </p:nvSpPr>
          <p:spPr>
            <a:xfrm>
              <a:off x="4381500" y="4127500"/>
              <a:ext cx="38100" cy="38100"/>
            </a:xfrm>
            <a:prstGeom prst="rect">
              <a:avLst/>
            </a:prstGeom>
            <a:solidFill>
              <a:srgbClr val="070154"/>
            </a:solidFill>
            <a:ln>
              <a:noFill/>
            </a:ln>
          </p:spPr>
        </p:sp>
        <p:sp>
          <p:nvSpPr>
            <p:cNvPr id="50" name="node12.source-001.text"/>
            <p:cNvSpPr/>
            <p:nvPr/>
          </p:nvSpPr>
          <p:spPr>
            <a:xfrm>
              <a:off x="4533900" y="40386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EHR cutover date is fixed</a:t>
              </a:r>
              <a:endParaRPr lang="en-US" sz="1200" spc="0" kern="0" b="0" i="0" dirty="0">
                <a:solidFill>
                  <a:srgbClr val="070154"/>
                </a:solidFill>
                <a:latin typeface="IBM Plex Sans"/>
                <a:ea typeface="IBM Plex Sans"/>
                <a:cs typeface="IBM Plex Sans"/>
              </a:endParaRPr>
            </a:p>
          </p:txBody>
        </p:sp>
        <p:sp>
          <p:nvSpPr>
            <p:cNvPr id="51" name="node12.source-002.bullet"/>
            <p:cNvSpPr/>
            <p:nvPr/>
          </p:nvSpPr>
          <p:spPr>
            <a:xfrm>
              <a:off x="4381500" y="4394200"/>
              <a:ext cx="38100" cy="38100"/>
            </a:xfrm>
            <a:prstGeom prst="rect">
              <a:avLst/>
            </a:prstGeom>
            <a:solidFill>
              <a:srgbClr val="070154"/>
            </a:solidFill>
            <a:ln>
              <a:noFill/>
            </a:ln>
          </p:spPr>
        </p:sp>
        <p:sp>
          <p:nvSpPr>
            <p:cNvPr id="52" name="node12.source-002.text"/>
            <p:cNvSpPr/>
            <p:nvPr/>
          </p:nvSpPr>
          <p:spPr>
            <a:xfrm>
              <a:off x="4533900" y="43053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Phase one capped at FY27 capital</a:t>
              </a:r>
              <a:endParaRPr lang="en-US" sz="1200" spc="0" kern="0" b="0" i="0" dirty="0">
                <a:solidFill>
                  <a:srgbClr val="070154"/>
                </a:solidFill>
                <a:latin typeface="IBM Plex Sans"/>
                <a:ea typeface="IBM Plex Sans"/>
                <a:cs typeface="IBM Plex Sans"/>
              </a:endParaRPr>
            </a:p>
          </p:txBody>
        </p:sp>
        <p:sp>
          <p:nvSpPr>
            <p:cNvPr id="53" name="node12.source-003.bullet"/>
            <p:cNvSpPr/>
            <p:nvPr/>
          </p:nvSpPr>
          <p:spPr>
            <a:xfrm>
              <a:off x="4381500" y="4660900"/>
              <a:ext cx="38100" cy="38100"/>
            </a:xfrm>
            <a:prstGeom prst="rect">
              <a:avLst/>
            </a:prstGeom>
            <a:solidFill>
              <a:srgbClr val="070154"/>
            </a:solidFill>
            <a:ln>
              <a:noFill/>
            </a:ln>
          </p:spPr>
        </p:sp>
        <p:sp>
          <p:nvSpPr>
            <p:cNvPr id="54" name="node12.source-003.text"/>
            <p:cNvSpPr/>
            <p:nvPr/>
          </p:nvSpPr>
          <p:spPr>
            <a:xfrm>
              <a:off x="4533900" y="45720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Estimates and consent rules apply</a:t>
              </a:r>
              <a:endParaRPr lang="en-US" sz="1200" spc="0" kern="0" b="0" i="0" dirty="0">
                <a:solidFill>
                  <a:srgbClr val="070154"/>
                </a:solidFill>
                <a:latin typeface="IBM Plex Sans"/>
                <a:ea typeface="IBM Plex Sans"/>
                <a:cs typeface="IBM Plex Sans"/>
              </a:endParaRPr>
            </a:p>
          </p:txBody>
        </p:sp>
        <p:sp>
          <p:nvSpPr>
            <p:cNvPr id="55" name="node12.source-004.bullet"/>
            <p:cNvSpPr/>
            <p:nvPr/>
          </p:nvSpPr>
          <p:spPr>
            <a:xfrm>
              <a:off x="4381500" y="4927600"/>
              <a:ext cx="38100" cy="38100"/>
            </a:xfrm>
            <a:prstGeom prst="rect">
              <a:avLst/>
            </a:prstGeom>
            <a:solidFill>
              <a:srgbClr val="070154"/>
            </a:solidFill>
            <a:ln>
              <a:noFill/>
            </a:ln>
          </p:spPr>
        </p:sp>
        <p:sp>
          <p:nvSpPr>
            <p:cNvPr id="56" name="node12.source-004.text"/>
            <p:cNvSpPr/>
            <p:nvPr/>
          </p:nvSpPr>
          <p:spPr>
            <a:xfrm>
              <a:off x="4533900" y="48387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Two legacy schedulers retire</a:t>
              </a:r>
              <a:endParaRPr lang="en-US" sz="1200" spc="0" kern="0" b="0" i="0" dirty="0">
                <a:solidFill>
                  <a:srgbClr val="070154"/>
                </a:solidFill>
                <a:latin typeface="IBM Plex Sans"/>
                <a:ea typeface="IBM Plex Sans"/>
                <a:cs typeface="IBM Plex Sans"/>
              </a:endParaRPr>
            </a:p>
          </p:txBody>
        </p:sp>
        <p:sp>
          <p:nvSpPr>
            <p:cNvPr id="57" name="node12.source-005.bullet"/>
            <p:cNvSpPr/>
            <p:nvPr/>
          </p:nvSpPr>
          <p:spPr>
            <a:xfrm>
              <a:off x="4381500" y="5194300"/>
              <a:ext cx="38100" cy="38100"/>
            </a:xfrm>
            <a:prstGeom prst="rect">
              <a:avLst/>
            </a:prstGeom>
            <a:solidFill>
              <a:srgbClr val="070154"/>
            </a:solidFill>
            <a:ln>
              <a:noFill/>
            </a:ln>
          </p:spPr>
        </p:sp>
        <p:sp>
          <p:nvSpPr>
            <p:cNvPr id="58" name="node12.source-005.text"/>
            <p:cNvSpPr/>
            <p:nvPr/>
          </p:nvSpPr>
          <p:spPr>
            <a:xfrm>
              <a:off x="4533900" y="51054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Access and billing decide separately</a:t>
              </a:r>
              <a:endParaRPr lang="en-US" sz="1200" spc="0" kern="0" b="0" i="0" dirty="0">
                <a:solidFill>
                  <a:srgbClr val="070154"/>
                </a:solidFill>
                <a:latin typeface="IBM Plex Sans"/>
                <a:ea typeface="IBM Plex Sans"/>
                <a:cs typeface="IBM Plex Sans"/>
              </a:endParaRPr>
            </a:p>
          </p:txBody>
        </p:sp>
      </p:grpSp>
      <p:grpSp>
        <p:nvGrpSpPr>
          <p:cNvPr id="90" name="node13"/>
          <p:cNvGrpSpPr/>
          <p:nvPr/>
        </p:nvGrpSpPr>
        <p:grpSpPr>
          <a:xfrm>
            <a:off x="8953500" y="1600200"/>
            <a:ext cx="2514600" cy="152400"/>
            <a:chOff x="8953500" y="1600200"/>
            <a:chExt cx="2514600" cy="152400"/>
          </a:xfrm>
        </p:grpSpPr>
        <p:sp>
          <p:nvSpPr>
            <p:cNvPr id="59" name="node13.text"/>
            <p:cNvSpPr/>
            <p:nvPr/>
          </p:nvSpPr>
          <p:spPr>
            <a:xfrm>
              <a:off x="8953500" y="16002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CED7E6"/>
                  </a:solidFill>
                  <a:latin typeface="IBM Plex Mono Medium"/>
                  <a:ea typeface="IBM Plex Mono Medium"/>
                  <a:cs typeface="IBM Plex Mono Medium"/>
                </a:rPr>
                <a:t>STAKEHOLDERS</a:t>
              </a:r>
              <a:endParaRPr lang="en-US" sz="900" spc="54" kern="0" b="0" i="0" dirty="0">
                <a:solidFill>
                  <a:srgbClr val="CED7E6"/>
                </a:solidFill>
                <a:latin typeface="IBM Plex Mono Medium"/>
                <a:ea typeface="IBM Plex Mono Medium"/>
                <a:cs typeface="IBM Plex Mono Medium"/>
              </a:endParaRPr>
            </a:p>
          </p:txBody>
        </p:sp>
      </p:grpSp>
      <p:grpSp>
        <p:nvGrpSpPr>
          <p:cNvPr id="91" name="node14"/>
          <p:cNvGrpSpPr/>
          <p:nvPr/>
        </p:nvGrpSpPr>
        <p:grpSpPr>
          <a:xfrm>
            <a:off x="8953500" y="1905000"/>
            <a:ext cx="2514600" cy="1295400"/>
            <a:chOff x="8953500" y="1905000"/>
            <a:chExt cx="2514600" cy="1295400"/>
          </a:xfrm>
        </p:grpSpPr>
        <p:sp>
          <p:nvSpPr>
            <p:cNvPr id="60" name="node14.source-001.bullet"/>
            <p:cNvSpPr/>
            <p:nvPr/>
          </p:nvSpPr>
          <p:spPr>
            <a:xfrm>
              <a:off x="8953500" y="1993900"/>
              <a:ext cx="38100" cy="38100"/>
            </a:xfrm>
            <a:prstGeom prst="rect">
              <a:avLst/>
            </a:prstGeom>
            <a:solidFill>
              <a:srgbClr val="FFFFFF"/>
            </a:solidFill>
            <a:ln>
              <a:noFill/>
            </a:ln>
          </p:spPr>
        </p:sp>
        <p:sp>
          <p:nvSpPr>
            <p:cNvPr id="61" name="node14.source-001.text"/>
            <p:cNvSpPr/>
            <p:nvPr/>
          </p:nvSpPr>
          <p:spPr>
            <a:xfrm>
              <a:off x="9105900" y="19050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J. Alvarez, VP Revenue Cycle</a:t>
              </a:r>
              <a:endParaRPr lang="en-US" sz="1200" spc="0" kern="0" b="0" i="0" dirty="0">
                <a:solidFill>
                  <a:srgbClr val="FFFFFF"/>
                </a:solidFill>
                <a:latin typeface="IBM Plex Sans"/>
                <a:ea typeface="IBM Plex Sans"/>
                <a:cs typeface="IBM Plex Sans"/>
              </a:endParaRPr>
            </a:p>
          </p:txBody>
        </p:sp>
        <p:sp>
          <p:nvSpPr>
            <p:cNvPr id="62" name="node14.source-002.bullet"/>
            <p:cNvSpPr/>
            <p:nvPr/>
          </p:nvSpPr>
          <p:spPr>
            <a:xfrm>
              <a:off x="8953500" y="2260600"/>
              <a:ext cx="38100" cy="38100"/>
            </a:xfrm>
            <a:prstGeom prst="rect">
              <a:avLst/>
            </a:prstGeom>
            <a:solidFill>
              <a:srgbClr val="FFFFFF"/>
            </a:solidFill>
            <a:ln>
              <a:noFill/>
            </a:ln>
          </p:spPr>
        </p:sp>
        <p:sp>
          <p:nvSpPr>
            <p:cNvPr id="63" name="node14.source-002.text"/>
            <p:cNvSpPr/>
            <p:nvPr/>
          </p:nvSpPr>
          <p:spPr>
            <a:xfrm>
              <a:off x="9105900" y="21717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R. Chen, Patient Access</a:t>
              </a:r>
              <a:endParaRPr lang="en-US" sz="1200" spc="0" kern="0" b="0" i="0" dirty="0">
                <a:solidFill>
                  <a:srgbClr val="FFFFFF"/>
                </a:solidFill>
                <a:latin typeface="IBM Plex Sans"/>
                <a:ea typeface="IBM Plex Sans"/>
                <a:cs typeface="IBM Plex Sans"/>
              </a:endParaRPr>
            </a:p>
          </p:txBody>
        </p:sp>
        <p:sp>
          <p:nvSpPr>
            <p:cNvPr id="64" name="node14.source-003.bullet"/>
            <p:cNvSpPr/>
            <p:nvPr/>
          </p:nvSpPr>
          <p:spPr>
            <a:xfrm>
              <a:off x="8953500" y="2527300"/>
              <a:ext cx="38100" cy="38100"/>
            </a:xfrm>
            <a:prstGeom prst="rect">
              <a:avLst/>
            </a:prstGeom>
            <a:solidFill>
              <a:srgbClr val="FFFFFF"/>
            </a:solidFill>
            <a:ln>
              <a:noFill/>
            </a:ln>
          </p:spPr>
        </p:sp>
        <p:sp>
          <p:nvSpPr>
            <p:cNvPr id="65" name="node14.source-003.text"/>
            <p:cNvSpPr/>
            <p:nvPr/>
          </p:nvSpPr>
          <p:spPr>
            <a:xfrm>
              <a:off x="9105900" y="24384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EHR program lead</a:t>
              </a:r>
              <a:endParaRPr lang="en-US" sz="1200" spc="0" kern="0" b="0" i="0" dirty="0">
                <a:solidFill>
                  <a:srgbClr val="FFFFFF"/>
                </a:solidFill>
                <a:latin typeface="IBM Plex Sans"/>
                <a:ea typeface="IBM Plex Sans"/>
                <a:cs typeface="IBM Plex Sans"/>
              </a:endParaRPr>
            </a:p>
          </p:txBody>
        </p:sp>
        <p:sp>
          <p:nvSpPr>
            <p:cNvPr id="66" name="node14.source-004.bullet"/>
            <p:cNvSpPr/>
            <p:nvPr/>
          </p:nvSpPr>
          <p:spPr>
            <a:xfrm>
              <a:off x="8953500" y="2794000"/>
              <a:ext cx="38100" cy="38100"/>
            </a:xfrm>
            <a:prstGeom prst="rect">
              <a:avLst/>
            </a:prstGeom>
            <a:solidFill>
              <a:srgbClr val="FFFFFF"/>
            </a:solidFill>
            <a:ln>
              <a:noFill/>
            </a:ln>
          </p:spPr>
        </p:sp>
        <p:sp>
          <p:nvSpPr>
            <p:cNvPr id="67" name="node14.source-004.text"/>
            <p:cNvSpPr/>
            <p:nvPr/>
          </p:nvSpPr>
          <p:spPr>
            <a:xfrm>
              <a:off x="9105900" y="27051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Compliance and privacy</a:t>
              </a:r>
              <a:endParaRPr lang="en-US" sz="1200" spc="0" kern="0" b="0" i="0" dirty="0">
                <a:solidFill>
                  <a:srgbClr val="FFFFFF"/>
                </a:solidFill>
                <a:latin typeface="IBM Plex Sans"/>
                <a:ea typeface="IBM Plex Sans"/>
                <a:cs typeface="IBM Plex Sans"/>
              </a:endParaRPr>
            </a:p>
          </p:txBody>
        </p:sp>
        <p:sp>
          <p:nvSpPr>
            <p:cNvPr id="68" name="node14.source-005.bullet"/>
            <p:cNvSpPr/>
            <p:nvPr/>
          </p:nvSpPr>
          <p:spPr>
            <a:xfrm>
              <a:off x="8953500" y="3060700"/>
              <a:ext cx="38100" cy="38100"/>
            </a:xfrm>
            <a:prstGeom prst="rect">
              <a:avLst/>
            </a:prstGeom>
            <a:solidFill>
              <a:srgbClr val="FFFFFF"/>
            </a:solidFill>
            <a:ln>
              <a:noFill/>
            </a:ln>
          </p:spPr>
        </p:sp>
        <p:sp>
          <p:nvSpPr>
            <p:cNvPr id="69" name="node14.source-005.text"/>
            <p:cNvSpPr/>
            <p:nvPr/>
          </p:nvSpPr>
          <p:spPr>
            <a:xfrm>
              <a:off x="9105900" y="29718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Finance, capital planning</a:t>
              </a:r>
              <a:endParaRPr lang="en-US" sz="1200" spc="0" kern="0" b="0" i="0" dirty="0">
                <a:solidFill>
                  <a:srgbClr val="FFFFFF"/>
                </a:solidFill>
                <a:latin typeface="IBM Plex Sans"/>
                <a:ea typeface="IBM Plex Sans"/>
                <a:cs typeface="IBM Plex Sans"/>
              </a:endParaRPr>
            </a:p>
          </p:txBody>
        </p:sp>
      </p:grpSp>
      <p:sp>
        <p:nvSpPr>
          <p:cNvPr id="70" name="node15"/>
          <p:cNvSpPr/>
          <p:nvPr/>
        </p:nvSpPr>
        <p:spPr>
          <a:xfrm>
            <a:off x="8953500" y="3657600"/>
            <a:ext cx="2514600" cy="9525"/>
          </a:xfrm>
          <a:prstGeom prst="rect">
            <a:avLst/>
          </a:prstGeom>
          <a:solidFill>
            <a:srgbClr val="50658E"/>
          </a:solidFill>
          <a:ln>
            <a:noFill/>
          </a:ln>
        </p:spPr>
      </p:sp>
      <p:grpSp>
        <p:nvGrpSpPr>
          <p:cNvPr id="92" name="node16"/>
          <p:cNvGrpSpPr/>
          <p:nvPr/>
        </p:nvGrpSpPr>
        <p:grpSpPr>
          <a:xfrm>
            <a:off x="8953500" y="3886200"/>
            <a:ext cx="2514600" cy="152400"/>
            <a:chOff x="8953500" y="3886200"/>
            <a:chExt cx="2514600" cy="152400"/>
          </a:xfrm>
        </p:grpSpPr>
        <p:sp>
          <p:nvSpPr>
            <p:cNvPr id="71" name="node16.text"/>
            <p:cNvSpPr/>
            <p:nvPr/>
          </p:nvSpPr>
          <p:spPr>
            <a:xfrm>
              <a:off x="8953500" y="38862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CED7E6"/>
                  </a:solidFill>
                  <a:latin typeface="IBM Plex Mono Medium"/>
                  <a:ea typeface="IBM Plex Mono Medium"/>
                  <a:cs typeface="IBM Plex Mono Medium"/>
                </a:rPr>
                <a:t>SUCCESS MEASURES</a:t>
              </a:r>
              <a:endParaRPr lang="en-US" sz="900" spc="54" kern="0" b="0" i="0" dirty="0">
                <a:solidFill>
                  <a:srgbClr val="CED7E6"/>
                </a:solidFill>
                <a:latin typeface="IBM Plex Mono Medium"/>
                <a:ea typeface="IBM Plex Mono Medium"/>
                <a:cs typeface="IBM Plex Mono Medium"/>
              </a:endParaRPr>
            </a:p>
          </p:txBody>
        </p:sp>
      </p:grpSp>
      <p:grpSp>
        <p:nvGrpSpPr>
          <p:cNvPr id="93" name="node17"/>
          <p:cNvGrpSpPr/>
          <p:nvPr/>
        </p:nvGrpSpPr>
        <p:grpSpPr>
          <a:xfrm>
            <a:off x="8953500" y="4191000"/>
            <a:ext cx="2514600" cy="1295400"/>
            <a:chOff x="8953500" y="4191000"/>
            <a:chExt cx="2514600" cy="1295400"/>
          </a:xfrm>
        </p:grpSpPr>
        <p:sp>
          <p:nvSpPr>
            <p:cNvPr id="72" name="node17.source-001.bullet"/>
            <p:cNvSpPr/>
            <p:nvPr/>
          </p:nvSpPr>
          <p:spPr>
            <a:xfrm>
              <a:off x="8953500" y="4279900"/>
              <a:ext cx="38100" cy="38100"/>
            </a:xfrm>
            <a:prstGeom prst="rect">
              <a:avLst/>
            </a:prstGeom>
            <a:solidFill>
              <a:srgbClr val="FFFFFF"/>
            </a:solidFill>
            <a:ln>
              <a:noFill/>
            </a:ln>
          </p:spPr>
        </p:sp>
        <p:sp>
          <p:nvSpPr>
            <p:cNvPr id="73" name="node17.source-001.text"/>
            <p:cNvSpPr/>
            <p:nvPr/>
          </p:nvSpPr>
          <p:spPr>
            <a:xfrm>
              <a:off x="9105900" y="41910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Days in A/R: 52 to 44</a:t>
              </a:r>
              <a:endParaRPr lang="en-US" sz="1200" spc="0" kern="0" b="0" i="0" dirty="0">
                <a:solidFill>
                  <a:srgbClr val="FFFFFF"/>
                </a:solidFill>
                <a:latin typeface="IBM Plex Sans"/>
                <a:ea typeface="IBM Plex Sans"/>
                <a:cs typeface="IBM Plex Sans"/>
              </a:endParaRPr>
            </a:p>
          </p:txBody>
        </p:sp>
        <p:sp>
          <p:nvSpPr>
            <p:cNvPr id="74" name="node17.source-002.bullet"/>
            <p:cNvSpPr/>
            <p:nvPr/>
          </p:nvSpPr>
          <p:spPr>
            <a:xfrm>
              <a:off x="8953500" y="4546600"/>
              <a:ext cx="38100" cy="38100"/>
            </a:xfrm>
            <a:prstGeom prst="rect">
              <a:avLst/>
            </a:prstGeom>
            <a:solidFill>
              <a:srgbClr val="FFFFFF"/>
            </a:solidFill>
            <a:ln>
              <a:noFill/>
            </a:ln>
          </p:spPr>
        </p:sp>
        <p:sp>
          <p:nvSpPr>
            <p:cNvPr id="75" name="node17.source-002.text"/>
            <p:cNvSpPr/>
            <p:nvPr/>
          </p:nvSpPr>
          <p:spPr>
            <a:xfrm>
              <a:off x="9105900" y="44577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Denial rate: 9.4% to 6.0%</a:t>
              </a:r>
              <a:endParaRPr lang="en-US" sz="1200" spc="0" kern="0" b="0" i="0" dirty="0">
                <a:solidFill>
                  <a:srgbClr val="FFFFFF"/>
                </a:solidFill>
                <a:latin typeface="IBM Plex Sans"/>
                <a:ea typeface="IBM Plex Sans"/>
                <a:cs typeface="IBM Plex Sans"/>
              </a:endParaRPr>
            </a:p>
          </p:txBody>
        </p:sp>
        <p:sp>
          <p:nvSpPr>
            <p:cNvPr id="76" name="node17.source-003.bullet"/>
            <p:cNvSpPr/>
            <p:nvPr/>
          </p:nvSpPr>
          <p:spPr>
            <a:xfrm>
              <a:off x="8953500" y="4813300"/>
              <a:ext cx="38100" cy="38100"/>
            </a:xfrm>
            <a:prstGeom prst="rect">
              <a:avLst/>
            </a:prstGeom>
            <a:solidFill>
              <a:srgbClr val="FFFFFF"/>
            </a:solidFill>
            <a:ln>
              <a:noFill/>
            </a:ln>
          </p:spPr>
        </p:sp>
        <p:sp>
          <p:nvSpPr>
            <p:cNvPr id="77" name="node17.source-003.text"/>
            <p:cNvSpPr/>
            <p:nvPr/>
          </p:nvSpPr>
          <p:spPr>
            <a:xfrm>
              <a:off x="9105900" y="47244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Access score: 68 to 80</a:t>
              </a:r>
              <a:endParaRPr lang="en-US" sz="1200" spc="0" kern="0" b="0" i="0" dirty="0">
                <a:solidFill>
                  <a:srgbClr val="FFFFFF"/>
                </a:solidFill>
                <a:latin typeface="IBM Plex Sans"/>
                <a:ea typeface="IBM Plex Sans"/>
                <a:cs typeface="IBM Plex Sans"/>
              </a:endParaRPr>
            </a:p>
          </p:txBody>
        </p:sp>
        <p:sp>
          <p:nvSpPr>
            <p:cNvPr id="78" name="node17.source-004.bullet"/>
            <p:cNvSpPr/>
            <p:nvPr/>
          </p:nvSpPr>
          <p:spPr>
            <a:xfrm>
              <a:off x="8953500" y="5080000"/>
              <a:ext cx="38100" cy="38100"/>
            </a:xfrm>
            <a:prstGeom prst="rect">
              <a:avLst/>
            </a:prstGeom>
            <a:solidFill>
              <a:srgbClr val="FFFFFF"/>
            </a:solidFill>
            <a:ln>
              <a:noFill/>
            </a:ln>
          </p:spPr>
        </p:sp>
        <p:sp>
          <p:nvSpPr>
            <p:cNvPr id="79" name="node17.source-004.text"/>
            <p:cNvSpPr/>
            <p:nvPr/>
          </p:nvSpPr>
          <p:spPr>
            <a:xfrm>
              <a:off x="9105900" y="49911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Cost to collect: 3.4% to 2.8%</a:t>
              </a:r>
              <a:endParaRPr lang="en-US" sz="1200" spc="0" kern="0" b="0" i="0" dirty="0">
                <a:solidFill>
                  <a:srgbClr val="FFFFFF"/>
                </a:solidFill>
                <a:latin typeface="IBM Plex Sans"/>
                <a:ea typeface="IBM Plex Sans"/>
                <a:cs typeface="IBM Plex Sans"/>
              </a:endParaRPr>
            </a:p>
          </p:txBody>
        </p:sp>
        <p:sp>
          <p:nvSpPr>
            <p:cNvPr id="80" name="node17.source-005.bullet"/>
            <p:cNvSpPr/>
            <p:nvPr/>
          </p:nvSpPr>
          <p:spPr>
            <a:xfrm>
              <a:off x="8953500" y="5346700"/>
              <a:ext cx="38100" cy="38100"/>
            </a:xfrm>
            <a:prstGeom prst="rect">
              <a:avLst/>
            </a:prstGeom>
            <a:solidFill>
              <a:srgbClr val="FFFFFF"/>
            </a:solidFill>
            <a:ln>
              <a:noFill/>
            </a:ln>
          </p:spPr>
        </p:sp>
        <p:sp>
          <p:nvSpPr>
            <p:cNvPr id="81" name="node17.source-005.text"/>
            <p:cNvSpPr/>
            <p:nvPr/>
          </p:nvSpPr>
          <p:spPr>
            <a:xfrm>
              <a:off x="9105900" y="52578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Adoption: 90% at six months</a:t>
              </a:r>
              <a:endParaRPr lang="en-US" sz="1200" spc="0" kern="0" b="0" i="0" dirty="0">
                <a:solidFill>
                  <a:srgbClr val="FFFFFF"/>
                </a:solidFill>
                <a:latin typeface="IBM Plex Sans"/>
                <a:ea typeface="IBM Plex Sans"/>
                <a:cs typeface="IBM Plex Sans"/>
              </a:endParaRPr>
            </a:p>
          </p:txBody>
        </p:sp>
      </p:grpSp>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name="source-563">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OUR UNDERSTANDING</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Four constraints decide how we answer the ask</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Sample content for layout only; replace with the client's RFP and engagement facts before use.</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177</a:t>
            </a:fld>
            <a:endParaRPr lang="en-US" sz="700" spc="0" kern="0" b="0" i="0" dirty="0">
              <a:solidFill>
                <a:srgbClr val="070154"/>
              </a:solidFill>
              <a:latin typeface="IBM Plex Mono SemiBold"/>
              <a:ea typeface="IBM Plex Mono SemiBold"/>
              <a:cs typeface="IBM Plex Mono SemiBold"/>
            </a:endParaRPr>
          </a:p>
        </p:txBody>
      </p:sp>
      <p:grpSp>
        <p:nvGrpSpPr>
          <p:cNvPr id="33" name="node01"/>
          <p:cNvGrpSpPr/>
          <p:nvPr/>
        </p:nvGrpSpPr>
        <p:grpSpPr>
          <a:xfrm>
            <a:off x="723900" y="1600200"/>
            <a:ext cx="3429000" cy="1828800"/>
            <a:chOff x="723900" y="1600200"/>
            <a:chExt cx="3429000" cy="1828800"/>
          </a:xfrm>
        </p:grpSpPr>
        <p:sp>
          <p:nvSpPr>
            <p:cNvPr id="7" name="node01.container"/>
            <p:cNvSpPr/>
            <p:nvPr/>
          </p:nvSpPr>
          <p:spPr>
            <a:xfrm>
              <a:off x="723900" y="1600200"/>
              <a:ext cx="3429000" cy="1828800"/>
            </a:xfrm>
            <a:prstGeom prst="rect">
              <a:avLst/>
            </a:prstGeom>
            <a:solidFill>
              <a:srgbClr val="E8EEF8"/>
            </a:solidFill>
            <a:ln>
              <a:noFill/>
            </a:ln>
          </p:spPr>
        </p:sp>
        <p:sp>
          <p:nvSpPr>
            <p:cNvPr id="8" name="node01.label"/>
            <p:cNvSpPr/>
            <p:nvPr/>
          </p:nvSpPr>
          <p:spPr>
            <a:xfrm>
              <a:off x="876300" y="1752600"/>
              <a:ext cx="3124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TIMELINE</a:t>
              </a:r>
              <a:endParaRPr lang="en-US" sz="900" spc="54" kern="0" b="0" i="0" dirty="0">
                <a:solidFill>
                  <a:srgbClr val="0047FF"/>
                </a:solidFill>
                <a:latin typeface="IBM Plex Mono Medium"/>
                <a:ea typeface="IBM Plex Mono Medium"/>
                <a:cs typeface="IBM Plex Mono Medium"/>
              </a:endParaRPr>
            </a:p>
          </p:txBody>
        </p:sp>
        <p:sp>
          <p:nvSpPr>
            <p:cNvPr id="9" name="node01.title"/>
            <p:cNvSpPr/>
            <p:nvPr/>
          </p:nvSpPr>
          <p:spPr>
            <a:xfrm>
              <a:off x="876300" y="1981200"/>
              <a:ext cx="31242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EHR go-live in Q3</a:t>
              </a:r>
              <a:endParaRPr lang="en-US" sz="1800" spc="-18" kern="0" b="0" i="0" dirty="0">
                <a:solidFill>
                  <a:srgbClr val="070154"/>
                </a:solidFill>
                <a:latin typeface="IBM Plex Sans SemiBold"/>
                <a:ea typeface="IBM Plex Sans SemiBold"/>
                <a:cs typeface="IBM Plex Sans SemiBold"/>
              </a:endParaRPr>
            </a:p>
          </p:txBody>
        </p:sp>
        <p:sp>
          <p:nvSpPr>
            <p:cNvPr id="10" name="node01.body.item-001.paragraph"/>
            <p:cNvSpPr/>
            <p:nvPr/>
          </p:nvSpPr>
          <p:spPr>
            <a:xfrm>
              <a:off x="876300" y="2438400"/>
              <a:ext cx="3124200" cy="8001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Access workflows must be ready for cutover, which leaves about nine months to design and train.</a:t>
              </a:r>
              <a:endParaRPr lang="en-US" sz="1400" spc="0" kern="0" b="0" i="0" dirty="0">
                <a:solidFill>
                  <a:srgbClr val="50658E"/>
                </a:solidFill>
                <a:latin typeface="IBM Plex Sans"/>
                <a:ea typeface="IBM Plex Sans"/>
                <a:cs typeface="IBM Plex Sans"/>
              </a:endParaRPr>
            </a:p>
          </p:txBody>
        </p:sp>
      </p:grpSp>
      <p:grpSp>
        <p:nvGrpSpPr>
          <p:cNvPr id="34" name="node02"/>
          <p:cNvGrpSpPr/>
          <p:nvPr/>
        </p:nvGrpSpPr>
        <p:grpSpPr>
          <a:xfrm>
            <a:off x="723900" y="3657600"/>
            <a:ext cx="3429000" cy="1828800"/>
            <a:chOff x="723900" y="3657600"/>
            <a:chExt cx="3429000" cy="1828800"/>
          </a:xfrm>
        </p:grpSpPr>
        <p:sp>
          <p:nvSpPr>
            <p:cNvPr id="11" name="node02.container"/>
            <p:cNvSpPr/>
            <p:nvPr/>
          </p:nvSpPr>
          <p:spPr>
            <a:xfrm>
              <a:off x="723900" y="3657600"/>
              <a:ext cx="3429000" cy="1828800"/>
            </a:xfrm>
            <a:prstGeom prst="rect">
              <a:avLst/>
            </a:prstGeom>
            <a:solidFill>
              <a:srgbClr val="E8EEF8"/>
            </a:solidFill>
            <a:ln>
              <a:noFill/>
            </a:ln>
          </p:spPr>
        </p:sp>
        <p:sp>
          <p:nvSpPr>
            <p:cNvPr id="12" name="node02.label"/>
            <p:cNvSpPr/>
            <p:nvPr/>
          </p:nvSpPr>
          <p:spPr>
            <a:xfrm>
              <a:off x="876300" y="3810000"/>
              <a:ext cx="3124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BUDGET</a:t>
              </a:r>
              <a:endParaRPr lang="en-US" sz="900" spc="54" kern="0" b="0" i="0" dirty="0">
                <a:solidFill>
                  <a:srgbClr val="0047FF"/>
                </a:solidFill>
                <a:latin typeface="IBM Plex Mono Medium"/>
                <a:ea typeface="IBM Plex Mono Medium"/>
                <a:cs typeface="IBM Plex Mono Medium"/>
              </a:endParaRPr>
            </a:p>
          </p:txBody>
        </p:sp>
        <p:sp>
          <p:nvSpPr>
            <p:cNvPr id="13" name="node02.title"/>
            <p:cNvSpPr/>
            <p:nvPr/>
          </p:nvSpPr>
          <p:spPr>
            <a:xfrm>
              <a:off x="876300" y="4038600"/>
              <a:ext cx="31242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Funded in two phases</a:t>
              </a:r>
              <a:endParaRPr lang="en-US" sz="1800" spc="-18" kern="0" b="0" i="0" dirty="0">
                <a:solidFill>
                  <a:srgbClr val="070154"/>
                </a:solidFill>
                <a:latin typeface="IBM Plex Sans SemiBold"/>
                <a:ea typeface="IBM Plex Sans SemiBold"/>
                <a:cs typeface="IBM Plex Sans SemiBold"/>
              </a:endParaRPr>
            </a:p>
          </p:txBody>
        </p:sp>
        <p:sp>
          <p:nvSpPr>
            <p:cNvPr id="14" name="node02.body.item-001.paragraph"/>
            <p:cNvSpPr/>
            <p:nvPr/>
          </p:nvSpPr>
          <p:spPr>
            <a:xfrm>
              <a:off x="876300" y="4495800"/>
              <a:ext cx="3124200" cy="8001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Phase one is capped at the FY27 capital line; phase two depends on measured results.</a:t>
              </a:r>
              <a:endParaRPr lang="en-US" sz="1400" spc="0" kern="0" b="0" i="0" dirty="0">
                <a:solidFill>
                  <a:srgbClr val="50658E"/>
                </a:solidFill>
                <a:latin typeface="IBM Plex Sans"/>
                <a:ea typeface="IBM Plex Sans"/>
                <a:cs typeface="IBM Plex Sans"/>
              </a:endParaRPr>
            </a:p>
          </p:txBody>
        </p:sp>
      </p:grpSp>
      <p:grpSp>
        <p:nvGrpSpPr>
          <p:cNvPr id="35" name="node03"/>
          <p:cNvGrpSpPr/>
          <p:nvPr/>
        </p:nvGrpSpPr>
        <p:grpSpPr>
          <a:xfrm>
            <a:off x="4381500" y="1600200"/>
            <a:ext cx="3429000" cy="3886200"/>
            <a:chOff x="4381500" y="1600200"/>
            <a:chExt cx="3429000" cy="3886200"/>
          </a:xfrm>
        </p:grpSpPr>
        <p:sp>
          <p:nvSpPr>
            <p:cNvPr id="15" name="node03.container"/>
            <p:cNvSpPr/>
            <p:nvPr/>
          </p:nvSpPr>
          <p:spPr>
            <a:xfrm>
              <a:off x="4381500" y="1600200"/>
              <a:ext cx="3429000" cy="3886200"/>
            </a:xfrm>
            <a:prstGeom prst="rect">
              <a:avLst/>
            </a:prstGeom>
            <a:solidFill>
              <a:srgbClr val="070154"/>
            </a:solidFill>
            <a:ln>
              <a:noFill/>
            </a:ln>
          </p:spPr>
        </p:sp>
        <p:sp>
          <p:nvSpPr>
            <p:cNvPr id="16" name="node03.label"/>
            <p:cNvSpPr/>
            <p:nvPr/>
          </p:nvSpPr>
          <p:spPr>
            <a:xfrm>
              <a:off x="4610100" y="1828800"/>
              <a:ext cx="2971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900D3"/>
                  </a:solidFill>
                  <a:latin typeface="IBM Plex Mono Medium"/>
                  <a:ea typeface="IBM Plex Mono Medium"/>
                  <a:cs typeface="IBM Plex Mono Medium"/>
                </a:rPr>
                <a:t>THE ASK</a:t>
              </a:r>
              <a:endParaRPr lang="en-US" sz="900" spc="54" kern="0" b="0" i="0" dirty="0">
                <a:solidFill>
                  <a:srgbClr val="F900D3"/>
                </a:solidFill>
                <a:latin typeface="IBM Plex Mono Medium"/>
                <a:ea typeface="IBM Plex Mono Medium"/>
                <a:cs typeface="IBM Plex Mono Medium"/>
              </a:endParaRPr>
            </a:p>
          </p:txBody>
        </p:sp>
        <p:sp>
          <p:nvSpPr>
            <p:cNvPr id="17" name="node03.title"/>
            <p:cNvSpPr/>
            <p:nvPr/>
          </p:nvSpPr>
          <p:spPr>
            <a:xfrm>
              <a:off x="4610100" y="2057400"/>
              <a:ext cx="2971800" cy="6096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FFFFFF"/>
                  </a:solidFill>
                  <a:latin typeface="IBM Plex Sans SemiBold"/>
                  <a:ea typeface="IBM Plex Sans SemiBold"/>
                  <a:cs typeface="IBM Plex Sans SemiBold"/>
                </a:rPr>
                <a:t>One access and revenue cycle design</a:t>
              </a:r>
              <a:endParaRPr lang="en-US" sz="1800" spc="-18" kern="0" b="0" i="0" dirty="0">
                <a:solidFill>
                  <a:srgbClr val="FFFFFF"/>
                </a:solidFill>
                <a:latin typeface="IBM Plex Sans SemiBold"/>
                <a:ea typeface="IBM Plex Sans SemiBold"/>
                <a:cs typeface="IBM Plex Sans SemiBold"/>
              </a:endParaRPr>
            </a:p>
          </p:txBody>
        </p:sp>
        <p:sp>
          <p:nvSpPr>
            <p:cNvPr id="18" name="node03.body.item-001.paragraph"/>
            <p:cNvSpPr/>
            <p:nvPr/>
          </p:nvSpPr>
          <p:spPr>
            <a:xfrm>
              <a:off x="4610100" y="2819400"/>
              <a:ext cx="2971800" cy="10668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CED7E6"/>
                  </a:solidFill>
                  <a:latin typeface="IBM Plex Sans"/>
                  <a:ea typeface="IBM Plex Sans"/>
                  <a:cs typeface="IBM Plex Sans"/>
                </a:rPr>
                <a:t>Join scheduling, registration, estimates, claims and denials into one design that Northfield can run, measure and extend.</a:t>
              </a:r>
              <a:endParaRPr lang="en-US" sz="1400" spc="0" kern="0" b="0" i="0" dirty="0">
                <a:solidFill>
                  <a:srgbClr val="CED7E6"/>
                </a:solidFill>
                <a:latin typeface="IBM Plex Sans"/>
                <a:ea typeface="IBM Plex Sans"/>
                <a:cs typeface="IBM Plex Sans"/>
              </a:endParaRPr>
            </a:p>
          </p:txBody>
        </p:sp>
        <p:sp>
          <p:nvSpPr>
            <p:cNvPr id="19" name="node03.body.item-002.bullets.item-001.marker"/>
            <p:cNvSpPr/>
            <p:nvPr/>
          </p:nvSpPr>
          <p:spPr>
            <a:xfrm>
              <a:off x="4610100" y="4051300"/>
              <a:ext cx="38100" cy="38100"/>
            </a:xfrm>
            <a:prstGeom prst="rect">
              <a:avLst/>
            </a:prstGeom>
            <a:solidFill>
              <a:srgbClr val="FFFFFF"/>
            </a:solidFill>
            <a:ln>
              <a:noFill/>
            </a:ln>
          </p:spPr>
        </p:sp>
        <p:sp>
          <p:nvSpPr>
            <p:cNvPr id="20" name="node03.body.item-002.bullets.item-001.text"/>
            <p:cNvSpPr/>
            <p:nvPr/>
          </p:nvSpPr>
          <p:spPr>
            <a:xfrm>
              <a:off x="4762500" y="3962400"/>
              <a:ext cx="281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Seven hospitals</a:t>
              </a:r>
              <a:endParaRPr lang="en-US" sz="1200" spc="0" kern="0" b="0" i="0" dirty="0">
                <a:solidFill>
                  <a:srgbClr val="FFFFFF"/>
                </a:solidFill>
                <a:latin typeface="IBM Plex Sans"/>
                <a:ea typeface="IBM Plex Sans"/>
                <a:cs typeface="IBM Plex Sans"/>
              </a:endParaRPr>
            </a:p>
          </p:txBody>
        </p:sp>
        <p:sp>
          <p:nvSpPr>
            <p:cNvPr id="21" name="node03.body.item-002.bullets.item-002.marker"/>
            <p:cNvSpPr/>
            <p:nvPr/>
          </p:nvSpPr>
          <p:spPr>
            <a:xfrm>
              <a:off x="4610100" y="4318000"/>
              <a:ext cx="38100" cy="38100"/>
            </a:xfrm>
            <a:prstGeom prst="rect">
              <a:avLst/>
            </a:prstGeom>
            <a:solidFill>
              <a:srgbClr val="FFFFFF"/>
            </a:solidFill>
            <a:ln>
              <a:noFill/>
            </a:ln>
          </p:spPr>
        </p:sp>
        <p:sp>
          <p:nvSpPr>
            <p:cNvPr id="22" name="node03.body.item-002.bullets.item-002.text"/>
            <p:cNvSpPr/>
            <p:nvPr/>
          </p:nvSpPr>
          <p:spPr>
            <a:xfrm>
              <a:off x="4762500" y="4229100"/>
              <a:ext cx="281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64 clinics</a:t>
              </a:r>
              <a:endParaRPr lang="en-US" sz="1200" spc="0" kern="0" b="0" i="0" dirty="0">
                <a:solidFill>
                  <a:srgbClr val="FFFFFF"/>
                </a:solidFill>
                <a:latin typeface="IBM Plex Sans"/>
                <a:ea typeface="IBM Plex Sans"/>
                <a:cs typeface="IBM Plex Sans"/>
              </a:endParaRPr>
            </a:p>
          </p:txBody>
        </p:sp>
        <p:sp>
          <p:nvSpPr>
            <p:cNvPr id="23" name="node03.body.item-002.bullets.item-003.marker"/>
            <p:cNvSpPr/>
            <p:nvPr/>
          </p:nvSpPr>
          <p:spPr>
            <a:xfrm>
              <a:off x="4610100" y="4584700"/>
              <a:ext cx="38100" cy="38100"/>
            </a:xfrm>
            <a:prstGeom prst="rect">
              <a:avLst/>
            </a:prstGeom>
            <a:solidFill>
              <a:srgbClr val="FFFFFF"/>
            </a:solidFill>
            <a:ln>
              <a:noFill/>
            </a:ln>
          </p:spPr>
        </p:sp>
        <p:sp>
          <p:nvSpPr>
            <p:cNvPr id="24" name="node03.body.item-002.bullets.item-003.text"/>
            <p:cNvSpPr/>
            <p:nvPr/>
          </p:nvSpPr>
          <p:spPr>
            <a:xfrm>
              <a:off x="4762500" y="4495800"/>
              <a:ext cx="281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Three scheduling tools</a:t>
              </a:r>
              <a:endParaRPr lang="en-US" sz="1200" spc="0" kern="0" b="0" i="0" dirty="0">
                <a:solidFill>
                  <a:srgbClr val="FFFFFF"/>
                </a:solidFill>
                <a:latin typeface="IBM Plex Sans"/>
                <a:ea typeface="IBM Plex Sans"/>
                <a:cs typeface="IBM Plex Sans"/>
              </a:endParaRPr>
            </a:p>
          </p:txBody>
        </p:sp>
      </p:grpSp>
      <p:grpSp>
        <p:nvGrpSpPr>
          <p:cNvPr id="36" name="node04"/>
          <p:cNvGrpSpPr/>
          <p:nvPr/>
        </p:nvGrpSpPr>
        <p:grpSpPr>
          <a:xfrm>
            <a:off x="8039100" y="1600200"/>
            <a:ext cx="3429000" cy="1828800"/>
            <a:chOff x="8039100" y="1600200"/>
            <a:chExt cx="3429000" cy="1828800"/>
          </a:xfrm>
        </p:grpSpPr>
        <p:sp>
          <p:nvSpPr>
            <p:cNvPr id="25" name="node04.container"/>
            <p:cNvSpPr/>
            <p:nvPr/>
          </p:nvSpPr>
          <p:spPr>
            <a:xfrm>
              <a:off x="8039100" y="1600200"/>
              <a:ext cx="3429000" cy="1828800"/>
            </a:xfrm>
            <a:prstGeom prst="rect">
              <a:avLst/>
            </a:prstGeom>
            <a:solidFill>
              <a:srgbClr val="E8EEF8"/>
            </a:solidFill>
            <a:ln>
              <a:noFill/>
            </a:ln>
          </p:spPr>
        </p:sp>
        <p:sp>
          <p:nvSpPr>
            <p:cNvPr id="26" name="node04.label"/>
            <p:cNvSpPr/>
            <p:nvPr/>
          </p:nvSpPr>
          <p:spPr>
            <a:xfrm>
              <a:off x="8191500" y="1752600"/>
              <a:ext cx="3124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REGULATORY</a:t>
              </a:r>
              <a:endParaRPr lang="en-US" sz="900" spc="54" kern="0" b="0" i="0" dirty="0">
                <a:solidFill>
                  <a:srgbClr val="0047FF"/>
                </a:solidFill>
                <a:latin typeface="IBM Plex Mono Medium"/>
                <a:ea typeface="IBM Plex Mono Medium"/>
                <a:cs typeface="IBM Plex Mono Medium"/>
              </a:endParaRPr>
            </a:p>
          </p:txBody>
        </p:sp>
        <p:sp>
          <p:nvSpPr>
            <p:cNvPr id="27" name="node04.title"/>
            <p:cNvSpPr/>
            <p:nvPr/>
          </p:nvSpPr>
          <p:spPr>
            <a:xfrm>
              <a:off x="8191500" y="1981200"/>
              <a:ext cx="31242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No Surprises Act, HIPAA</a:t>
              </a:r>
              <a:endParaRPr lang="en-US" sz="1800" spc="-18" kern="0" b="0" i="0" dirty="0">
                <a:solidFill>
                  <a:srgbClr val="070154"/>
                </a:solidFill>
                <a:latin typeface="IBM Plex Sans SemiBold"/>
                <a:ea typeface="IBM Plex Sans SemiBold"/>
                <a:cs typeface="IBM Plex Sans SemiBold"/>
              </a:endParaRPr>
            </a:p>
          </p:txBody>
        </p:sp>
        <p:sp>
          <p:nvSpPr>
            <p:cNvPr id="28" name="node04.body.item-001.paragraph"/>
            <p:cNvSpPr/>
            <p:nvPr/>
          </p:nvSpPr>
          <p:spPr>
            <a:xfrm>
              <a:off x="8191500" y="2438400"/>
              <a:ext cx="3124200" cy="8001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Good faith estimates and consent must work in the new flow from the first day.</a:t>
              </a:r>
              <a:endParaRPr lang="en-US" sz="1400" spc="0" kern="0" b="0" i="0" dirty="0">
                <a:solidFill>
                  <a:srgbClr val="50658E"/>
                </a:solidFill>
                <a:latin typeface="IBM Plex Sans"/>
                <a:ea typeface="IBM Plex Sans"/>
                <a:cs typeface="IBM Plex Sans"/>
              </a:endParaRPr>
            </a:p>
          </p:txBody>
        </p:sp>
      </p:grpSp>
      <p:grpSp>
        <p:nvGrpSpPr>
          <p:cNvPr id="37" name="node05"/>
          <p:cNvGrpSpPr/>
          <p:nvPr/>
        </p:nvGrpSpPr>
        <p:grpSpPr>
          <a:xfrm>
            <a:off x="8039100" y="3657600"/>
            <a:ext cx="3429000" cy="1828800"/>
            <a:chOff x="8039100" y="3657600"/>
            <a:chExt cx="3429000" cy="1828800"/>
          </a:xfrm>
        </p:grpSpPr>
        <p:sp>
          <p:nvSpPr>
            <p:cNvPr id="29" name="node05.container"/>
            <p:cNvSpPr/>
            <p:nvPr/>
          </p:nvSpPr>
          <p:spPr>
            <a:xfrm>
              <a:off x="8039100" y="3657600"/>
              <a:ext cx="3429000" cy="1828800"/>
            </a:xfrm>
            <a:prstGeom prst="rect">
              <a:avLst/>
            </a:prstGeom>
            <a:solidFill>
              <a:srgbClr val="E8EEF8"/>
            </a:solidFill>
            <a:ln>
              <a:noFill/>
            </a:ln>
          </p:spPr>
        </p:sp>
        <p:sp>
          <p:nvSpPr>
            <p:cNvPr id="30" name="node05.label"/>
            <p:cNvSpPr/>
            <p:nvPr/>
          </p:nvSpPr>
          <p:spPr>
            <a:xfrm>
              <a:off x="8191500" y="3810000"/>
              <a:ext cx="3124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SYSTEMS</a:t>
              </a:r>
              <a:endParaRPr lang="en-US" sz="900" spc="54" kern="0" b="0" i="0" dirty="0">
                <a:solidFill>
                  <a:srgbClr val="0047FF"/>
                </a:solidFill>
                <a:latin typeface="IBM Plex Mono Medium"/>
                <a:ea typeface="IBM Plex Mono Medium"/>
                <a:cs typeface="IBM Plex Mono Medium"/>
              </a:endParaRPr>
            </a:p>
          </p:txBody>
        </p:sp>
        <p:sp>
          <p:nvSpPr>
            <p:cNvPr id="31" name="node05.title"/>
            <p:cNvSpPr/>
            <p:nvPr/>
          </p:nvSpPr>
          <p:spPr>
            <a:xfrm>
              <a:off x="8191500" y="4038600"/>
              <a:ext cx="31242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Three tools, one EHR</a:t>
              </a:r>
              <a:endParaRPr lang="en-US" sz="1800" spc="-18" kern="0" b="0" i="0" dirty="0">
                <a:solidFill>
                  <a:srgbClr val="070154"/>
                </a:solidFill>
                <a:latin typeface="IBM Plex Sans SemiBold"/>
                <a:ea typeface="IBM Plex Sans SemiBold"/>
                <a:cs typeface="IBM Plex Sans SemiBold"/>
              </a:endParaRPr>
            </a:p>
          </p:txBody>
        </p:sp>
        <p:sp>
          <p:nvSpPr>
            <p:cNvPr id="32" name="node05.body.item-001.paragraph"/>
            <p:cNvSpPr/>
            <p:nvPr/>
          </p:nvSpPr>
          <p:spPr>
            <a:xfrm>
              <a:off x="8191500" y="4495800"/>
              <a:ext cx="3124200" cy="8001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Two legacy schedulers retire; interfaces to the clearinghouse and EHR stay stable.</a:t>
              </a:r>
              <a:endParaRPr lang="en-US" sz="1400" spc="0" kern="0" b="0" i="0" dirty="0">
                <a:solidFill>
                  <a:srgbClr val="50658E"/>
                </a:solidFill>
                <a:latin typeface="IBM Plex Sans"/>
                <a:ea typeface="IBM Plex Sans"/>
                <a:cs typeface="IBM Plex Sans"/>
              </a:endParaRPr>
            </a:p>
          </p:txBody>
        </p:sp>
      </p:grpSp>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name="source-564">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OUR UNDERSTANDING</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Four constraints, and what each means for the answer</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Sample content for layout only; replace with the client's RFP and engagement facts before use.</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178</a:t>
            </a:fld>
            <a:endParaRPr lang="en-US" sz="700" spc="0" kern="0" b="0" i="0" dirty="0">
              <a:solidFill>
                <a:srgbClr val="070154"/>
              </a:solidFill>
              <a:latin typeface="IBM Plex Mono SemiBold"/>
              <a:ea typeface="IBM Plex Mono SemiBold"/>
              <a:cs typeface="IBM Plex Mono SemiBold"/>
            </a:endParaRPr>
          </a:p>
        </p:txBody>
      </p:sp>
      <p:grpSp>
        <p:nvGrpSpPr>
          <p:cNvPr id="49" name="node01"/>
          <p:cNvGrpSpPr/>
          <p:nvPr/>
        </p:nvGrpSpPr>
        <p:grpSpPr>
          <a:xfrm>
            <a:off x="723900" y="1600200"/>
            <a:ext cx="10744200" cy="685800"/>
            <a:chOff x="723900" y="1600200"/>
            <a:chExt cx="10744200" cy="685800"/>
          </a:xfrm>
        </p:grpSpPr>
        <p:sp>
          <p:nvSpPr>
            <p:cNvPr id="7" name="node01.surface"/>
            <p:cNvSpPr/>
            <p:nvPr/>
          </p:nvSpPr>
          <p:spPr>
            <a:xfrm>
              <a:off x="723900" y="1600200"/>
              <a:ext cx="10744200" cy="685800"/>
            </a:xfrm>
            <a:prstGeom prst="rect">
              <a:avLst/>
            </a:prstGeom>
            <a:solidFill>
              <a:srgbClr val="070154"/>
            </a:solidFill>
            <a:ln>
              <a:noFill/>
            </a:ln>
          </p:spPr>
        </p:sp>
        <p:sp>
          <p:nvSpPr>
            <p:cNvPr id="8" name="node01.text"/>
            <p:cNvSpPr/>
            <p:nvPr/>
          </p:nvSpPr>
          <p:spPr>
            <a:xfrm>
              <a:off x="876300" y="1809750"/>
              <a:ext cx="104394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FFFFFF"/>
                  </a:solidFill>
                  <a:latin typeface="IBM Plex Sans"/>
                  <a:ea typeface="IBM Plex Sans"/>
                  <a:cs typeface="IBM Plex Sans"/>
                </a:rPr>
                <a:t>The ask: one access and revenue cycle design that Northfield can run, measure and extend across seven hospitals and 64 clinics.</a:t>
              </a:r>
              <a:endParaRPr lang="en-US" sz="1400" spc="0" kern="0" b="0" i="0" dirty="0">
                <a:solidFill>
                  <a:srgbClr val="FFFFFF"/>
                </a:solidFill>
                <a:latin typeface="IBM Plex Sans"/>
                <a:ea typeface="IBM Plex Sans"/>
                <a:cs typeface="IBM Plex Sans"/>
              </a:endParaRPr>
            </a:p>
          </p:txBody>
        </p:sp>
      </p:grpSp>
      <p:grpSp>
        <p:nvGrpSpPr>
          <p:cNvPr id="50" name="node02"/>
          <p:cNvGrpSpPr/>
          <p:nvPr/>
        </p:nvGrpSpPr>
        <p:grpSpPr>
          <a:xfrm>
            <a:off x="723900" y="2514600"/>
            <a:ext cx="2514600" cy="609600"/>
            <a:chOff x="723900" y="2514600"/>
            <a:chExt cx="2514600" cy="609600"/>
          </a:xfrm>
        </p:grpSpPr>
        <p:sp>
          <p:nvSpPr>
            <p:cNvPr id="9" name="node02.rule"/>
            <p:cNvSpPr/>
            <p:nvPr/>
          </p:nvSpPr>
          <p:spPr>
            <a:xfrm>
              <a:off x="723900" y="2514600"/>
              <a:ext cx="2514600" cy="38100"/>
            </a:xfrm>
            <a:prstGeom prst="rect">
              <a:avLst/>
            </a:prstGeom>
            <a:solidFill>
              <a:srgbClr val="070154"/>
            </a:solidFill>
            <a:ln>
              <a:noFill/>
            </a:ln>
          </p:spPr>
        </p:sp>
        <p:sp>
          <p:nvSpPr>
            <p:cNvPr id="10" name="node02.label"/>
            <p:cNvSpPr/>
            <p:nvPr/>
          </p:nvSpPr>
          <p:spPr>
            <a:xfrm>
              <a:off x="723900" y="26670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TIMELINE</a:t>
              </a:r>
              <a:endParaRPr lang="en-US" sz="900" spc="54" kern="0" b="0" i="0" dirty="0">
                <a:solidFill>
                  <a:srgbClr val="0047FF"/>
                </a:solidFill>
                <a:latin typeface="IBM Plex Mono Medium"/>
                <a:ea typeface="IBM Plex Mono Medium"/>
                <a:cs typeface="IBM Plex Mono Medium"/>
              </a:endParaRPr>
            </a:p>
          </p:txBody>
        </p:sp>
        <p:sp>
          <p:nvSpPr>
            <p:cNvPr id="11" name="node02.title"/>
            <p:cNvSpPr/>
            <p:nvPr/>
          </p:nvSpPr>
          <p:spPr>
            <a:xfrm>
              <a:off x="723900" y="2819400"/>
              <a:ext cx="25146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EHR go-live in Q3</a:t>
              </a:r>
              <a:endParaRPr lang="en-US" sz="1800" spc="-18" kern="0" b="0" i="0" dirty="0">
                <a:solidFill>
                  <a:srgbClr val="070154"/>
                </a:solidFill>
                <a:latin typeface="IBM Plex Sans SemiBold"/>
                <a:ea typeface="IBM Plex Sans SemiBold"/>
                <a:cs typeface="IBM Plex Sans SemiBold"/>
              </a:endParaRPr>
            </a:p>
          </p:txBody>
        </p:sp>
      </p:grpSp>
      <p:grpSp>
        <p:nvGrpSpPr>
          <p:cNvPr id="51" name="node03"/>
          <p:cNvGrpSpPr/>
          <p:nvPr/>
        </p:nvGrpSpPr>
        <p:grpSpPr>
          <a:xfrm>
            <a:off x="723900" y="3429000"/>
            <a:ext cx="2514600" cy="723900"/>
            <a:chOff x="723900" y="3429000"/>
            <a:chExt cx="2514600" cy="723900"/>
          </a:xfrm>
        </p:grpSpPr>
        <p:sp>
          <p:nvSpPr>
            <p:cNvPr id="12" name="node03.source-001.bullet"/>
            <p:cNvSpPr/>
            <p:nvPr/>
          </p:nvSpPr>
          <p:spPr>
            <a:xfrm>
              <a:off x="723900" y="3517900"/>
              <a:ext cx="38100" cy="38100"/>
            </a:xfrm>
            <a:prstGeom prst="rect">
              <a:avLst/>
            </a:prstGeom>
            <a:solidFill>
              <a:srgbClr val="070154"/>
            </a:solidFill>
            <a:ln>
              <a:noFill/>
            </a:ln>
          </p:spPr>
        </p:sp>
        <p:sp>
          <p:nvSpPr>
            <p:cNvPr id="13" name="node03.source-001.text"/>
            <p:cNvSpPr/>
            <p:nvPr/>
          </p:nvSpPr>
          <p:spPr>
            <a:xfrm>
              <a:off x="876300" y="3429000"/>
              <a:ext cx="23622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About nine months to design and train</a:t>
              </a:r>
              <a:endParaRPr lang="en-US" sz="1200" spc="0" kern="0" b="0" i="0" dirty="0">
                <a:solidFill>
                  <a:srgbClr val="070154"/>
                </a:solidFill>
                <a:latin typeface="IBM Plex Sans"/>
                <a:ea typeface="IBM Plex Sans"/>
                <a:cs typeface="IBM Plex Sans"/>
              </a:endParaRPr>
            </a:p>
          </p:txBody>
        </p:sp>
        <p:sp>
          <p:nvSpPr>
            <p:cNvPr id="14" name="node03.source-002.bullet"/>
            <p:cNvSpPr/>
            <p:nvPr/>
          </p:nvSpPr>
          <p:spPr>
            <a:xfrm>
              <a:off x="723900" y="4013200"/>
              <a:ext cx="38100" cy="38100"/>
            </a:xfrm>
            <a:prstGeom prst="rect">
              <a:avLst/>
            </a:prstGeom>
            <a:solidFill>
              <a:srgbClr val="070154"/>
            </a:solidFill>
            <a:ln>
              <a:noFill/>
            </a:ln>
          </p:spPr>
        </p:sp>
        <p:sp>
          <p:nvSpPr>
            <p:cNvPr id="15" name="node03.source-002.text"/>
            <p:cNvSpPr/>
            <p:nvPr/>
          </p:nvSpPr>
          <p:spPr>
            <a:xfrm>
              <a:off x="876300" y="39243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Sites go live in waves</a:t>
              </a:r>
              <a:endParaRPr lang="en-US" sz="1200" spc="0" kern="0" b="0" i="0" dirty="0">
                <a:solidFill>
                  <a:srgbClr val="070154"/>
                </a:solidFill>
                <a:latin typeface="IBM Plex Sans"/>
                <a:ea typeface="IBM Plex Sans"/>
                <a:cs typeface="IBM Plex Sans"/>
              </a:endParaRPr>
            </a:p>
          </p:txBody>
        </p:sp>
      </p:grpSp>
      <p:grpSp>
        <p:nvGrpSpPr>
          <p:cNvPr id="52" name="node04"/>
          <p:cNvGrpSpPr/>
          <p:nvPr/>
        </p:nvGrpSpPr>
        <p:grpSpPr>
          <a:xfrm>
            <a:off x="723900" y="4572000"/>
            <a:ext cx="2514600" cy="1143000"/>
            <a:chOff x="723900" y="4572000"/>
            <a:chExt cx="2514600" cy="1143000"/>
          </a:xfrm>
        </p:grpSpPr>
        <p:sp>
          <p:nvSpPr>
            <p:cNvPr id="16" name="node04.surface"/>
            <p:cNvSpPr/>
            <p:nvPr/>
          </p:nvSpPr>
          <p:spPr>
            <a:xfrm>
              <a:off x="723900" y="4572000"/>
              <a:ext cx="2514600" cy="1143000"/>
            </a:xfrm>
            <a:prstGeom prst="rect">
              <a:avLst/>
            </a:prstGeom>
            <a:solidFill>
              <a:srgbClr val="E8EEF8"/>
            </a:solidFill>
            <a:ln>
              <a:noFill/>
            </a:ln>
          </p:spPr>
        </p:sp>
      </p:grpSp>
      <p:grpSp>
        <p:nvGrpSpPr>
          <p:cNvPr id="53" name="node05"/>
          <p:cNvGrpSpPr/>
          <p:nvPr/>
        </p:nvGrpSpPr>
        <p:grpSpPr>
          <a:xfrm>
            <a:off x="876300" y="4724400"/>
            <a:ext cx="2209800" cy="152400"/>
            <a:chOff x="876300" y="4724400"/>
            <a:chExt cx="2209800" cy="152400"/>
          </a:xfrm>
        </p:grpSpPr>
        <p:sp>
          <p:nvSpPr>
            <p:cNvPr id="17" name="node05.text"/>
            <p:cNvSpPr/>
            <p:nvPr/>
          </p:nvSpPr>
          <p:spPr>
            <a:xfrm>
              <a:off x="876300" y="4724400"/>
              <a:ext cx="2209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IMPLICATION</a:t>
              </a:r>
              <a:endParaRPr lang="en-US" sz="900" spc="54" kern="0" b="0" i="0" dirty="0">
                <a:solidFill>
                  <a:srgbClr val="50658E"/>
                </a:solidFill>
                <a:latin typeface="IBM Plex Mono Medium"/>
                <a:ea typeface="IBM Plex Mono Medium"/>
                <a:cs typeface="IBM Plex Mono Medium"/>
              </a:endParaRPr>
            </a:p>
          </p:txBody>
        </p:sp>
      </p:grpSp>
      <p:grpSp>
        <p:nvGrpSpPr>
          <p:cNvPr id="54" name="node06"/>
          <p:cNvGrpSpPr/>
          <p:nvPr/>
        </p:nvGrpSpPr>
        <p:grpSpPr>
          <a:xfrm>
            <a:off x="876300" y="4953000"/>
            <a:ext cx="2209800" cy="457200"/>
            <a:chOff x="876300" y="4953000"/>
            <a:chExt cx="2209800" cy="457200"/>
          </a:xfrm>
        </p:grpSpPr>
        <p:sp>
          <p:nvSpPr>
            <p:cNvPr id="18" name="node06.text"/>
            <p:cNvSpPr/>
            <p:nvPr/>
          </p:nvSpPr>
          <p:spPr>
            <a:xfrm>
              <a:off x="876300" y="4953000"/>
              <a:ext cx="22098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Sequence waves around cutover.</a:t>
              </a:r>
              <a:endParaRPr lang="en-US" sz="1200" spc="0" kern="0" b="0" i="0" dirty="0">
                <a:solidFill>
                  <a:srgbClr val="070154"/>
                </a:solidFill>
                <a:latin typeface="IBM Plex Sans"/>
                <a:ea typeface="IBM Plex Sans"/>
                <a:cs typeface="IBM Plex Sans"/>
              </a:endParaRPr>
            </a:p>
          </p:txBody>
        </p:sp>
      </p:grpSp>
      <p:grpSp>
        <p:nvGrpSpPr>
          <p:cNvPr id="55" name="node07"/>
          <p:cNvGrpSpPr/>
          <p:nvPr/>
        </p:nvGrpSpPr>
        <p:grpSpPr>
          <a:xfrm>
            <a:off x="3467100" y="2514600"/>
            <a:ext cx="2514600" cy="609600"/>
            <a:chOff x="3467100" y="2514600"/>
            <a:chExt cx="2514600" cy="609600"/>
          </a:xfrm>
        </p:grpSpPr>
        <p:sp>
          <p:nvSpPr>
            <p:cNvPr id="19" name="node07.rule"/>
            <p:cNvSpPr/>
            <p:nvPr/>
          </p:nvSpPr>
          <p:spPr>
            <a:xfrm>
              <a:off x="3467100" y="2514600"/>
              <a:ext cx="2514600" cy="38100"/>
            </a:xfrm>
            <a:prstGeom prst="rect">
              <a:avLst/>
            </a:prstGeom>
            <a:solidFill>
              <a:srgbClr val="070154"/>
            </a:solidFill>
            <a:ln>
              <a:noFill/>
            </a:ln>
          </p:spPr>
        </p:sp>
        <p:sp>
          <p:nvSpPr>
            <p:cNvPr id="20" name="node07.label"/>
            <p:cNvSpPr/>
            <p:nvPr/>
          </p:nvSpPr>
          <p:spPr>
            <a:xfrm>
              <a:off x="3467100" y="26670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BUDGET</a:t>
              </a:r>
              <a:endParaRPr lang="en-US" sz="900" spc="54" kern="0" b="0" i="0" dirty="0">
                <a:solidFill>
                  <a:srgbClr val="0047FF"/>
                </a:solidFill>
                <a:latin typeface="IBM Plex Mono Medium"/>
                <a:ea typeface="IBM Plex Mono Medium"/>
                <a:cs typeface="IBM Plex Mono Medium"/>
              </a:endParaRPr>
            </a:p>
          </p:txBody>
        </p:sp>
        <p:sp>
          <p:nvSpPr>
            <p:cNvPr id="21" name="node07.title"/>
            <p:cNvSpPr/>
            <p:nvPr/>
          </p:nvSpPr>
          <p:spPr>
            <a:xfrm>
              <a:off x="3467100" y="2819400"/>
              <a:ext cx="25146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Funded in two phases</a:t>
              </a:r>
              <a:endParaRPr lang="en-US" sz="1800" spc="-18" kern="0" b="0" i="0" dirty="0">
                <a:solidFill>
                  <a:srgbClr val="070154"/>
                </a:solidFill>
                <a:latin typeface="IBM Plex Sans SemiBold"/>
                <a:ea typeface="IBM Plex Sans SemiBold"/>
                <a:cs typeface="IBM Plex Sans SemiBold"/>
              </a:endParaRPr>
            </a:p>
          </p:txBody>
        </p:sp>
      </p:grpSp>
      <p:grpSp>
        <p:nvGrpSpPr>
          <p:cNvPr id="56" name="node08"/>
          <p:cNvGrpSpPr/>
          <p:nvPr/>
        </p:nvGrpSpPr>
        <p:grpSpPr>
          <a:xfrm>
            <a:off x="3467100" y="3429000"/>
            <a:ext cx="2514600" cy="723900"/>
            <a:chOff x="3467100" y="3429000"/>
            <a:chExt cx="2514600" cy="723900"/>
          </a:xfrm>
        </p:grpSpPr>
        <p:sp>
          <p:nvSpPr>
            <p:cNvPr id="22" name="node08.source-001.bullet"/>
            <p:cNvSpPr/>
            <p:nvPr/>
          </p:nvSpPr>
          <p:spPr>
            <a:xfrm>
              <a:off x="3467100" y="3517900"/>
              <a:ext cx="38100" cy="38100"/>
            </a:xfrm>
            <a:prstGeom prst="rect">
              <a:avLst/>
            </a:prstGeom>
            <a:solidFill>
              <a:srgbClr val="070154"/>
            </a:solidFill>
            <a:ln>
              <a:noFill/>
            </a:ln>
          </p:spPr>
        </p:sp>
        <p:sp>
          <p:nvSpPr>
            <p:cNvPr id="23" name="node08.source-001.text"/>
            <p:cNvSpPr/>
            <p:nvPr/>
          </p:nvSpPr>
          <p:spPr>
            <a:xfrm>
              <a:off x="3619500" y="3429000"/>
              <a:ext cx="23622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Phase one capped at the FY27 capital line</a:t>
              </a:r>
              <a:endParaRPr lang="en-US" sz="1200" spc="0" kern="0" b="0" i="0" dirty="0">
                <a:solidFill>
                  <a:srgbClr val="070154"/>
                </a:solidFill>
                <a:latin typeface="IBM Plex Sans"/>
                <a:ea typeface="IBM Plex Sans"/>
                <a:cs typeface="IBM Plex Sans"/>
              </a:endParaRPr>
            </a:p>
          </p:txBody>
        </p:sp>
        <p:sp>
          <p:nvSpPr>
            <p:cNvPr id="24" name="node08.source-002.bullet"/>
            <p:cNvSpPr/>
            <p:nvPr/>
          </p:nvSpPr>
          <p:spPr>
            <a:xfrm>
              <a:off x="3467100" y="4013200"/>
              <a:ext cx="38100" cy="38100"/>
            </a:xfrm>
            <a:prstGeom prst="rect">
              <a:avLst/>
            </a:prstGeom>
            <a:solidFill>
              <a:srgbClr val="070154"/>
            </a:solidFill>
            <a:ln>
              <a:noFill/>
            </a:ln>
          </p:spPr>
        </p:sp>
        <p:sp>
          <p:nvSpPr>
            <p:cNvPr id="25" name="node08.source-002.text"/>
            <p:cNvSpPr/>
            <p:nvPr/>
          </p:nvSpPr>
          <p:spPr>
            <a:xfrm>
              <a:off x="3619500" y="39243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Phase two depends on results</a:t>
              </a:r>
              <a:endParaRPr lang="en-US" sz="1200" spc="0" kern="0" b="0" i="0" dirty="0">
                <a:solidFill>
                  <a:srgbClr val="070154"/>
                </a:solidFill>
                <a:latin typeface="IBM Plex Sans"/>
                <a:ea typeface="IBM Plex Sans"/>
                <a:cs typeface="IBM Plex Sans"/>
              </a:endParaRPr>
            </a:p>
          </p:txBody>
        </p:sp>
      </p:grpSp>
      <p:grpSp>
        <p:nvGrpSpPr>
          <p:cNvPr id="57" name="node09"/>
          <p:cNvGrpSpPr/>
          <p:nvPr/>
        </p:nvGrpSpPr>
        <p:grpSpPr>
          <a:xfrm>
            <a:off x="3467100" y="4572000"/>
            <a:ext cx="2514600" cy="1143000"/>
            <a:chOff x="3467100" y="4572000"/>
            <a:chExt cx="2514600" cy="1143000"/>
          </a:xfrm>
        </p:grpSpPr>
        <p:sp>
          <p:nvSpPr>
            <p:cNvPr id="26" name="node09.surface"/>
            <p:cNvSpPr/>
            <p:nvPr/>
          </p:nvSpPr>
          <p:spPr>
            <a:xfrm>
              <a:off x="3467100" y="4572000"/>
              <a:ext cx="2514600" cy="1143000"/>
            </a:xfrm>
            <a:prstGeom prst="rect">
              <a:avLst/>
            </a:prstGeom>
            <a:solidFill>
              <a:srgbClr val="E8EEF8"/>
            </a:solidFill>
            <a:ln>
              <a:noFill/>
            </a:ln>
          </p:spPr>
        </p:sp>
      </p:grpSp>
      <p:grpSp>
        <p:nvGrpSpPr>
          <p:cNvPr id="58" name="node10"/>
          <p:cNvGrpSpPr/>
          <p:nvPr/>
        </p:nvGrpSpPr>
        <p:grpSpPr>
          <a:xfrm>
            <a:off x="3619500" y="4724400"/>
            <a:ext cx="2209800" cy="152400"/>
            <a:chOff x="3619500" y="4724400"/>
            <a:chExt cx="2209800" cy="152400"/>
          </a:xfrm>
        </p:grpSpPr>
        <p:sp>
          <p:nvSpPr>
            <p:cNvPr id="27" name="node10.text"/>
            <p:cNvSpPr/>
            <p:nvPr/>
          </p:nvSpPr>
          <p:spPr>
            <a:xfrm>
              <a:off x="3619500" y="4724400"/>
              <a:ext cx="2209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IMPLICATION</a:t>
              </a:r>
              <a:endParaRPr lang="en-US" sz="900" spc="54" kern="0" b="0" i="0" dirty="0">
                <a:solidFill>
                  <a:srgbClr val="50658E"/>
                </a:solidFill>
                <a:latin typeface="IBM Plex Mono Medium"/>
                <a:ea typeface="IBM Plex Mono Medium"/>
                <a:cs typeface="IBM Plex Mono Medium"/>
              </a:endParaRPr>
            </a:p>
          </p:txBody>
        </p:sp>
      </p:grpSp>
      <p:grpSp>
        <p:nvGrpSpPr>
          <p:cNvPr id="59" name="node11"/>
          <p:cNvGrpSpPr/>
          <p:nvPr/>
        </p:nvGrpSpPr>
        <p:grpSpPr>
          <a:xfrm>
            <a:off x="3619500" y="4953000"/>
            <a:ext cx="2209800" cy="228600"/>
            <a:chOff x="3619500" y="4953000"/>
            <a:chExt cx="2209800" cy="228600"/>
          </a:xfrm>
        </p:grpSpPr>
        <p:sp>
          <p:nvSpPr>
            <p:cNvPr id="28" name="node11.text"/>
            <p:cNvSpPr/>
            <p:nvPr/>
          </p:nvSpPr>
          <p:spPr>
            <a:xfrm>
              <a:off x="3619500" y="4953000"/>
              <a:ext cx="2209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Prove value in phase one.</a:t>
              </a:r>
              <a:endParaRPr lang="en-US" sz="1200" spc="0" kern="0" b="0" i="0" dirty="0">
                <a:solidFill>
                  <a:srgbClr val="070154"/>
                </a:solidFill>
                <a:latin typeface="IBM Plex Sans"/>
                <a:ea typeface="IBM Plex Sans"/>
                <a:cs typeface="IBM Plex Sans"/>
              </a:endParaRPr>
            </a:p>
          </p:txBody>
        </p:sp>
      </p:grpSp>
      <p:grpSp>
        <p:nvGrpSpPr>
          <p:cNvPr id="60" name="node12"/>
          <p:cNvGrpSpPr/>
          <p:nvPr/>
        </p:nvGrpSpPr>
        <p:grpSpPr>
          <a:xfrm>
            <a:off x="6210300" y="2514600"/>
            <a:ext cx="2514600" cy="609600"/>
            <a:chOff x="6210300" y="2514600"/>
            <a:chExt cx="2514600" cy="609600"/>
          </a:xfrm>
        </p:grpSpPr>
        <p:sp>
          <p:nvSpPr>
            <p:cNvPr id="29" name="node12.rule"/>
            <p:cNvSpPr/>
            <p:nvPr/>
          </p:nvSpPr>
          <p:spPr>
            <a:xfrm>
              <a:off x="6210300" y="2514600"/>
              <a:ext cx="2514600" cy="38100"/>
            </a:xfrm>
            <a:prstGeom prst="rect">
              <a:avLst/>
            </a:prstGeom>
            <a:solidFill>
              <a:srgbClr val="070154"/>
            </a:solidFill>
            <a:ln>
              <a:noFill/>
            </a:ln>
          </p:spPr>
        </p:sp>
        <p:sp>
          <p:nvSpPr>
            <p:cNvPr id="30" name="node12.label"/>
            <p:cNvSpPr/>
            <p:nvPr/>
          </p:nvSpPr>
          <p:spPr>
            <a:xfrm>
              <a:off x="6210300" y="26670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REGULATORY</a:t>
              </a:r>
              <a:endParaRPr lang="en-US" sz="900" spc="54" kern="0" b="0" i="0" dirty="0">
                <a:solidFill>
                  <a:srgbClr val="0047FF"/>
                </a:solidFill>
                <a:latin typeface="IBM Plex Mono Medium"/>
                <a:ea typeface="IBM Plex Mono Medium"/>
                <a:cs typeface="IBM Plex Mono Medium"/>
              </a:endParaRPr>
            </a:p>
          </p:txBody>
        </p:sp>
        <p:sp>
          <p:nvSpPr>
            <p:cNvPr id="31" name="node12.title"/>
            <p:cNvSpPr/>
            <p:nvPr/>
          </p:nvSpPr>
          <p:spPr>
            <a:xfrm>
              <a:off x="6210300" y="2819400"/>
              <a:ext cx="25146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Estimates and consent</a:t>
              </a:r>
              <a:endParaRPr lang="en-US" sz="1800" spc="-18" kern="0" b="0" i="0" dirty="0">
                <a:solidFill>
                  <a:srgbClr val="070154"/>
                </a:solidFill>
                <a:latin typeface="IBM Plex Sans SemiBold"/>
                <a:ea typeface="IBM Plex Sans SemiBold"/>
                <a:cs typeface="IBM Plex Sans SemiBold"/>
              </a:endParaRPr>
            </a:p>
          </p:txBody>
        </p:sp>
      </p:grpSp>
      <p:grpSp>
        <p:nvGrpSpPr>
          <p:cNvPr id="61" name="node13"/>
          <p:cNvGrpSpPr/>
          <p:nvPr/>
        </p:nvGrpSpPr>
        <p:grpSpPr>
          <a:xfrm>
            <a:off x="6210300" y="3429000"/>
            <a:ext cx="2514600" cy="723900"/>
            <a:chOff x="6210300" y="3429000"/>
            <a:chExt cx="2514600" cy="723900"/>
          </a:xfrm>
        </p:grpSpPr>
        <p:sp>
          <p:nvSpPr>
            <p:cNvPr id="32" name="node13.source-001.bullet"/>
            <p:cNvSpPr/>
            <p:nvPr/>
          </p:nvSpPr>
          <p:spPr>
            <a:xfrm>
              <a:off x="6210300" y="3517900"/>
              <a:ext cx="38100" cy="38100"/>
            </a:xfrm>
            <a:prstGeom prst="rect">
              <a:avLst/>
            </a:prstGeom>
            <a:solidFill>
              <a:srgbClr val="070154"/>
            </a:solidFill>
            <a:ln>
              <a:noFill/>
            </a:ln>
          </p:spPr>
        </p:sp>
        <p:sp>
          <p:nvSpPr>
            <p:cNvPr id="33" name="node13.source-001.text"/>
            <p:cNvSpPr/>
            <p:nvPr/>
          </p:nvSpPr>
          <p:spPr>
            <a:xfrm>
              <a:off x="6362700" y="34290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No Surprises Act and HIPAA apply</a:t>
              </a:r>
              <a:endParaRPr lang="en-US" sz="1200" spc="0" kern="0" b="0" i="0" dirty="0">
                <a:solidFill>
                  <a:srgbClr val="070154"/>
                </a:solidFill>
                <a:latin typeface="IBM Plex Sans"/>
                <a:ea typeface="IBM Plex Sans"/>
                <a:cs typeface="IBM Plex Sans"/>
              </a:endParaRPr>
            </a:p>
          </p:txBody>
        </p:sp>
        <p:sp>
          <p:nvSpPr>
            <p:cNvPr id="34" name="node13.source-002.bullet"/>
            <p:cNvSpPr/>
            <p:nvPr/>
          </p:nvSpPr>
          <p:spPr>
            <a:xfrm>
              <a:off x="6210300" y="3784600"/>
              <a:ext cx="38100" cy="38100"/>
            </a:xfrm>
            <a:prstGeom prst="rect">
              <a:avLst/>
            </a:prstGeom>
            <a:solidFill>
              <a:srgbClr val="070154"/>
            </a:solidFill>
            <a:ln>
              <a:noFill/>
            </a:ln>
          </p:spPr>
        </p:sp>
        <p:sp>
          <p:nvSpPr>
            <p:cNvPr id="35" name="node13.source-002.text"/>
            <p:cNvSpPr/>
            <p:nvPr/>
          </p:nvSpPr>
          <p:spPr>
            <a:xfrm>
              <a:off x="6362700" y="3695700"/>
              <a:ext cx="23622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Good faith estimates from day one</a:t>
              </a:r>
              <a:endParaRPr lang="en-US" sz="1200" spc="0" kern="0" b="0" i="0" dirty="0">
                <a:solidFill>
                  <a:srgbClr val="070154"/>
                </a:solidFill>
                <a:latin typeface="IBM Plex Sans"/>
                <a:ea typeface="IBM Plex Sans"/>
                <a:cs typeface="IBM Plex Sans"/>
              </a:endParaRPr>
            </a:p>
          </p:txBody>
        </p:sp>
      </p:grpSp>
      <p:grpSp>
        <p:nvGrpSpPr>
          <p:cNvPr id="62" name="node14"/>
          <p:cNvGrpSpPr/>
          <p:nvPr/>
        </p:nvGrpSpPr>
        <p:grpSpPr>
          <a:xfrm>
            <a:off x="6210300" y="4572000"/>
            <a:ext cx="2514600" cy="1143000"/>
            <a:chOff x="6210300" y="4572000"/>
            <a:chExt cx="2514600" cy="1143000"/>
          </a:xfrm>
        </p:grpSpPr>
        <p:sp>
          <p:nvSpPr>
            <p:cNvPr id="36" name="node14.surface"/>
            <p:cNvSpPr/>
            <p:nvPr/>
          </p:nvSpPr>
          <p:spPr>
            <a:xfrm>
              <a:off x="6210300" y="4572000"/>
              <a:ext cx="2514600" cy="1143000"/>
            </a:xfrm>
            <a:prstGeom prst="rect">
              <a:avLst/>
            </a:prstGeom>
            <a:solidFill>
              <a:srgbClr val="E8EEF8"/>
            </a:solidFill>
            <a:ln>
              <a:noFill/>
            </a:ln>
          </p:spPr>
        </p:sp>
      </p:grpSp>
      <p:grpSp>
        <p:nvGrpSpPr>
          <p:cNvPr id="63" name="node15"/>
          <p:cNvGrpSpPr/>
          <p:nvPr/>
        </p:nvGrpSpPr>
        <p:grpSpPr>
          <a:xfrm>
            <a:off x="6362700" y="4724400"/>
            <a:ext cx="2209800" cy="152400"/>
            <a:chOff x="6362700" y="4724400"/>
            <a:chExt cx="2209800" cy="152400"/>
          </a:xfrm>
        </p:grpSpPr>
        <p:sp>
          <p:nvSpPr>
            <p:cNvPr id="37" name="node15.text"/>
            <p:cNvSpPr/>
            <p:nvPr/>
          </p:nvSpPr>
          <p:spPr>
            <a:xfrm>
              <a:off x="6362700" y="4724400"/>
              <a:ext cx="2209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IMPLICATION</a:t>
              </a:r>
              <a:endParaRPr lang="en-US" sz="900" spc="54" kern="0" b="0" i="0" dirty="0">
                <a:solidFill>
                  <a:srgbClr val="50658E"/>
                </a:solidFill>
                <a:latin typeface="IBM Plex Mono Medium"/>
                <a:ea typeface="IBM Plex Mono Medium"/>
                <a:cs typeface="IBM Plex Mono Medium"/>
              </a:endParaRPr>
            </a:p>
          </p:txBody>
        </p:sp>
      </p:grpSp>
      <p:grpSp>
        <p:nvGrpSpPr>
          <p:cNvPr id="64" name="node16"/>
          <p:cNvGrpSpPr/>
          <p:nvPr/>
        </p:nvGrpSpPr>
        <p:grpSpPr>
          <a:xfrm>
            <a:off x="6362700" y="4953000"/>
            <a:ext cx="2209800" cy="228600"/>
            <a:chOff x="6362700" y="4953000"/>
            <a:chExt cx="2209800" cy="228600"/>
          </a:xfrm>
        </p:grpSpPr>
        <p:sp>
          <p:nvSpPr>
            <p:cNvPr id="38" name="node16.text"/>
            <p:cNvSpPr/>
            <p:nvPr/>
          </p:nvSpPr>
          <p:spPr>
            <a:xfrm>
              <a:off x="6362700" y="4953000"/>
              <a:ext cx="2209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Build compliance into the flow.</a:t>
              </a:r>
              <a:endParaRPr lang="en-US" sz="1200" spc="0" kern="0" b="0" i="0" dirty="0">
                <a:solidFill>
                  <a:srgbClr val="070154"/>
                </a:solidFill>
                <a:latin typeface="IBM Plex Sans"/>
                <a:ea typeface="IBM Plex Sans"/>
                <a:cs typeface="IBM Plex Sans"/>
              </a:endParaRPr>
            </a:p>
          </p:txBody>
        </p:sp>
      </p:grpSp>
      <p:grpSp>
        <p:nvGrpSpPr>
          <p:cNvPr id="65" name="node17"/>
          <p:cNvGrpSpPr/>
          <p:nvPr/>
        </p:nvGrpSpPr>
        <p:grpSpPr>
          <a:xfrm>
            <a:off x="8953500" y="2514600"/>
            <a:ext cx="2514600" cy="609600"/>
            <a:chOff x="8953500" y="2514600"/>
            <a:chExt cx="2514600" cy="609600"/>
          </a:xfrm>
        </p:grpSpPr>
        <p:sp>
          <p:nvSpPr>
            <p:cNvPr id="39" name="node17.rule"/>
            <p:cNvSpPr/>
            <p:nvPr/>
          </p:nvSpPr>
          <p:spPr>
            <a:xfrm>
              <a:off x="8953500" y="2514600"/>
              <a:ext cx="2514600" cy="38100"/>
            </a:xfrm>
            <a:prstGeom prst="rect">
              <a:avLst/>
            </a:prstGeom>
            <a:solidFill>
              <a:srgbClr val="070154"/>
            </a:solidFill>
            <a:ln>
              <a:noFill/>
            </a:ln>
          </p:spPr>
        </p:sp>
        <p:sp>
          <p:nvSpPr>
            <p:cNvPr id="40" name="node17.label"/>
            <p:cNvSpPr/>
            <p:nvPr/>
          </p:nvSpPr>
          <p:spPr>
            <a:xfrm>
              <a:off x="8953500" y="26670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SYSTEMS</a:t>
              </a:r>
              <a:endParaRPr lang="en-US" sz="900" spc="54" kern="0" b="0" i="0" dirty="0">
                <a:solidFill>
                  <a:srgbClr val="0047FF"/>
                </a:solidFill>
                <a:latin typeface="IBM Plex Mono Medium"/>
                <a:ea typeface="IBM Plex Mono Medium"/>
                <a:cs typeface="IBM Plex Mono Medium"/>
              </a:endParaRPr>
            </a:p>
          </p:txBody>
        </p:sp>
        <p:sp>
          <p:nvSpPr>
            <p:cNvPr id="41" name="node17.title"/>
            <p:cNvSpPr/>
            <p:nvPr/>
          </p:nvSpPr>
          <p:spPr>
            <a:xfrm>
              <a:off x="8953500" y="2819400"/>
              <a:ext cx="25146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Three tools, one EHR</a:t>
              </a:r>
              <a:endParaRPr lang="en-US" sz="1800" spc="-18" kern="0" b="0" i="0" dirty="0">
                <a:solidFill>
                  <a:srgbClr val="070154"/>
                </a:solidFill>
                <a:latin typeface="IBM Plex Sans SemiBold"/>
                <a:ea typeface="IBM Plex Sans SemiBold"/>
                <a:cs typeface="IBM Plex Sans SemiBold"/>
              </a:endParaRPr>
            </a:p>
          </p:txBody>
        </p:sp>
      </p:grpSp>
      <p:grpSp>
        <p:nvGrpSpPr>
          <p:cNvPr id="66" name="node18"/>
          <p:cNvGrpSpPr/>
          <p:nvPr/>
        </p:nvGrpSpPr>
        <p:grpSpPr>
          <a:xfrm>
            <a:off x="8953500" y="3429000"/>
            <a:ext cx="2514600" cy="723900"/>
            <a:chOff x="8953500" y="3429000"/>
            <a:chExt cx="2514600" cy="723900"/>
          </a:xfrm>
        </p:grpSpPr>
        <p:sp>
          <p:nvSpPr>
            <p:cNvPr id="42" name="node18.source-001.bullet"/>
            <p:cNvSpPr/>
            <p:nvPr/>
          </p:nvSpPr>
          <p:spPr>
            <a:xfrm>
              <a:off x="8953500" y="3517900"/>
              <a:ext cx="38100" cy="38100"/>
            </a:xfrm>
            <a:prstGeom prst="rect">
              <a:avLst/>
            </a:prstGeom>
            <a:solidFill>
              <a:srgbClr val="070154"/>
            </a:solidFill>
            <a:ln>
              <a:noFill/>
            </a:ln>
          </p:spPr>
        </p:sp>
        <p:sp>
          <p:nvSpPr>
            <p:cNvPr id="43" name="node18.source-001.text"/>
            <p:cNvSpPr/>
            <p:nvPr/>
          </p:nvSpPr>
          <p:spPr>
            <a:xfrm>
              <a:off x="9105900" y="34290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Two legacy schedulers retire</a:t>
              </a:r>
              <a:endParaRPr lang="en-US" sz="1200" spc="0" kern="0" b="0" i="0" dirty="0">
                <a:solidFill>
                  <a:srgbClr val="070154"/>
                </a:solidFill>
                <a:latin typeface="IBM Plex Sans"/>
                <a:ea typeface="IBM Plex Sans"/>
                <a:cs typeface="IBM Plex Sans"/>
              </a:endParaRPr>
            </a:p>
          </p:txBody>
        </p:sp>
        <p:sp>
          <p:nvSpPr>
            <p:cNvPr id="44" name="node18.source-002.bullet"/>
            <p:cNvSpPr/>
            <p:nvPr/>
          </p:nvSpPr>
          <p:spPr>
            <a:xfrm>
              <a:off x="8953500" y="3784600"/>
              <a:ext cx="38100" cy="38100"/>
            </a:xfrm>
            <a:prstGeom prst="rect">
              <a:avLst/>
            </a:prstGeom>
            <a:solidFill>
              <a:srgbClr val="070154"/>
            </a:solidFill>
            <a:ln>
              <a:noFill/>
            </a:ln>
          </p:spPr>
        </p:sp>
        <p:sp>
          <p:nvSpPr>
            <p:cNvPr id="45" name="node18.source-002.text"/>
            <p:cNvSpPr/>
            <p:nvPr/>
          </p:nvSpPr>
          <p:spPr>
            <a:xfrm>
              <a:off x="9105900" y="3695700"/>
              <a:ext cx="23622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Clearinghouse interfaces stay stable</a:t>
              </a:r>
              <a:endParaRPr lang="en-US" sz="1200" spc="0" kern="0" b="0" i="0" dirty="0">
                <a:solidFill>
                  <a:srgbClr val="070154"/>
                </a:solidFill>
                <a:latin typeface="IBM Plex Sans"/>
                <a:ea typeface="IBM Plex Sans"/>
                <a:cs typeface="IBM Plex Sans"/>
              </a:endParaRPr>
            </a:p>
          </p:txBody>
        </p:sp>
      </p:grpSp>
      <p:grpSp>
        <p:nvGrpSpPr>
          <p:cNvPr id="67" name="node19"/>
          <p:cNvGrpSpPr/>
          <p:nvPr/>
        </p:nvGrpSpPr>
        <p:grpSpPr>
          <a:xfrm>
            <a:off x="8953500" y="4572000"/>
            <a:ext cx="2514600" cy="1143000"/>
            <a:chOff x="8953500" y="4572000"/>
            <a:chExt cx="2514600" cy="1143000"/>
          </a:xfrm>
        </p:grpSpPr>
        <p:sp>
          <p:nvSpPr>
            <p:cNvPr id="46" name="node19.surface"/>
            <p:cNvSpPr/>
            <p:nvPr/>
          </p:nvSpPr>
          <p:spPr>
            <a:xfrm>
              <a:off x="8953500" y="4572000"/>
              <a:ext cx="2514600" cy="1143000"/>
            </a:xfrm>
            <a:prstGeom prst="rect">
              <a:avLst/>
            </a:prstGeom>
            <a:solidFill>
              <a:srgbClr val="E8EEF8"/>
            </a:solidFill>
            <a:ln>
              <a:noFill/>
            </a:ln>
          </p:spPr>
        </p:sp>
      </p:grpSp>
      <p:grpSp>
        <p:nvGrpSpPr>
          <p:cNvPr id="68" name="node20"/>
          <p:cNvGrpSpPr/>
          <p:nvPr/>
        </p:nvGrpSpPr>
        <p:grpSpPr>
          <a:xfrm>
            <a:off x="9105900" y="4724400"/>
            <a:ext cx="2209800" cy="152400"/>
            <a:chOff x="9105900" y="4724400"/>
            <a:chExt cx="2209800" cy="152400"/>
          </a:xfrm>
        </p:grpSpPr>
        <p:sp>
          <p:nvSpPr>
            <p:cNvPr id="47" name="node20.text"/>
            <p:cNvSpPr/>
            <p:nvPr/>
          </p:nvSpPr>
          <p:spPr>
            <a:xfrm>
              <a:off x="9105900" y="4724400"/>
              <a:ext cx="2209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IMPLICATION</a:t>
              </a:r>
              <a:endParaRPr lang="en-US" sz="900" spc="54" kern="0" b="0" i="0" dirty="0">
                <a:solidFill>
                  <a:srgbClr val="50658E"/>
                </a:solidFill>
                <a:latin typeface="IBM Plex Mono Medium"/>
                <a:ea typeface="IBM Plex Mono Medium"/>
                <a:cs typeface="IBM Plex Mono Medium"/>
              </a:endParaRPr>
            </a:p>
          </p:txBody>
        </p:sp>
      </p:grpSp>
      <p:grpSp>
        <p:nvGrpSpPr>
          <p:cNvPr id="69" name="node21"/>
          <p:cNvGrpSpPr/>
          <p:nvPr/>
        </p:nvGrpSpPr>
        <p:grpSpPr>
          <a:xfrm>
            <a:off x="9105900" y="4953000"/>
            <a:ext cx="2209800" cy="457200"/>
            <a:chOff x="9105900" y="4953000"/>
            <a:chExt cx="2209800" cy="457200"/>
          </a:xfrm>
        </p:grpSpPr>
        <p:sp>
          <p:nvSpPr>
            <p:cNvPr id="48" name="node21.text"/>
            <p:cNvSpPr/>
            <p:nvPr/>
          </p:nvSpPr>
          <p:spPr>
            <a:xfrm>
              <a:off x="9105900" y="4953000"/>
              <a:ext cx="22098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Retire tools without breaking claims.</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name="source-565">
    <p:spTree>
      <p:nvGrpSpPr>
        <p:cNvPr id="1" name=""/>
        <p:cNvGrpSpPr/>
        <p:nvPr/>
      </p:nvGrpSpPr>
      <p:grpSpPr>
        <a:xfrm>
          <a:off x="0" y="0"/>
          <a:ext cx="0" cy="0"/>
          <a:chOff x="0" y="0"/>
          <a:chExt cx="0" cy="0"/>
        </a:xfrm>
      </p:grpSpPr>
      <p:sp>
        <p:nvSpPr>
          <p:cNvPr id="3" name="eyebrow"/>
          <p:cNvSpPr/>
          <p:nvPr/>
        </p:nvSpPr>
        <p:spPr>
          <a:xfrm>
            <a:off x="4381500" y="457200"/>
            <a:ext cx="70866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OUR UNDERSTANDING</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4381500" y="685800"/>
            <a:ext cx="7086600" cy="11430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Four constraints decide how we answer the ask</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4381500" y="5829300"/>
            <a:ext cx="70866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Sample content for layout only; replace with the client's RFP and engagement facts before use.</a:t>
            </a:r>
            <a:endParaRPr lang="en-US" sz="900" spc="0" kern="0" b="0" i="0" dirty="0">
              <a:solidFill>
                <a:srgbClr val="50658E"/>
              </a:solidFill>
              <a:latin typeface="IBM Plex Sans"/>
              <a:ea typeface="IBM Plex Sans"/>
              <a:cs typeface="IBM Plex Sans"/>
            </a:endParaRPr>
          </a:p>
        </p:txBody>
      </p:sp>
      <p:sp>
        <p:nvSpPr>
          <p:cNvPr id="6" name="nav.section-01"/>
          <p:cNvSpPr/>
          <p:nvPr/>
        </p:nvSpPr>
        <p:spPr>
          <a:xfrm>
            <a:off x="266700" y="457200"/>
            <a:ext cx="228600" cy="1036320"/>
          </a:xfrm>
          <a:prstGeom prst="rect">
            <a:avLst/>
          </a:prstGeom>
          <a:solidFill>
            <a:srgbClr val="E8EEF8"/>
          </a:solidFill>
          <a:ln>
            <a:noFill/>
          </a:ln>
        </p:spPr>
      </p:sp>
      <p:sp>
        <p:nvSpPr>
          <p:cNvPr id="7" name="nav.label.section-01"/>
          <p:cNvSpPr/>
          <p:nvPr/>
        </p:nvSpPr>
        <p:spPr>
          <a:xfrm>
            <a:off x="266700" y="457200"/>
            <a:ext cx="228600" cy="103632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50658E"/>
                </a:solidFill>
                <a:latin typeface="IBM Plex Mono SemiBold"/>
                <a:ea typeface="IBM Plex Mono SemiBold"/>
                <a:cs typeface="IBM Plex Mono SemiBold"/>
              </a:rPr>
              <a:t>CONTEXT</a:t>
            </a:r>
            <a:endParaRPr lang="en-US" sz="800" spc="80" kern="0" b="0" i="0" dirty="0">
              <a:solidFill>
                <a:srgbClr val="50658E"/>
              </a:solidFill>
              <a:latin typeface="IBM Plex Mono SemiBold"/>
              <a:ea typeface="IBM Plex Mono SemiBold"/>
              <a:cs typeface="IBM Plex Mono SemiBold"/>
            </a:endParaRPr>
          </a:p>
        </p:txBody>
      </p:sp>
      <p:sp>
        <p:nvSpPr>
          <p:cNvPr id="8" name="nav.section-02"/>
          <p:cNvSpPr/>
          <p:nvPr/>
        </p:nvSpPr>
        <p:spPr>
          <a:xfrm>
            <a:off x="266700" y="1569720"/>
            <a:ext cx="228600" cy="1036320"/>
          </a:xfrm>
          <a:prstGeom prst="rect">
            <a:avLst/>
          </a:prstGeom>
          <a:solidFill>
            <a:srgbClr val="070154"/>
          </a:solidFill>
          <a:ln>
            <a:noFill/>
          </a:ln>
        </p:spPr>
      </p:sp>
      <p:sp>
        <p:nvSpPr>
          <p:cNvPr id="9" name="nav.label.section-02"/>
          <p:cNvSpPr/>
          <p:nvPr/>
        </p:nvSpPr>
        <p:spPr>
          <a:xfrm>
            <a:off x="266700" y="1569720"/>
            <a:ext cx="228600" cy="103632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FFFFFF"/>
                </a:solidFill>
                <a:latin typeface="IBM Plex Mono SemiBold"/>
                <a:ea typeface="IBM Plex Mono SemiBold"/>
                <a:cs typeface="IBM Plex Mono SemiBold"/>
              </a:rPr>
              <a:t>UNDERSTANDING</a:t>
            </a:r>
            <a:endParaRPr lang="en-US" sz="800" spc="80" kern="0" b="0" i="0" dirty="0">
              <a:solidFill>
                <a:srgbClr val="FFFFFF"/>
              </a:solidFill>
              <a:latin typeface="IBM Plex Mono SemiBold"/>
              <a:ea typeface="IBM Plex Mono SemiBold"/>
              <a:cs typeface="IBM Plex Mono SemiBold"/>
            </a:endParaRPr>
          </a:p>
        </p:txBody>
      </p:sp>
      <p:sp>
        <p:nvSpPr>
          <p:cNvPr id="10" name="nav.section-03"/>
          <p:cNvSpPr/>
          <p:nvPr/>
        </p:nvSpPr>
        <p:spPr>
          <a:xfrm>
            <a:off x="266700" y="2682240"/>
            <a:ext cx="228600" cy="1036320"/>
          </a:xfrm>
          <a:prstGeom prst="rect">
            <a:avLst/>
          </a:prstGeom>
          <a:solidFill>
            <a:srgbClr val="E8EEF8"/>
          </a:solidFill>
          <a:ln>
            <a:noFill/>
          </a:ln>
        </p:spPr>
      </p:sp>
      <p:sp>
        <p:nvSpPr>
          <p:cNvPr id="11" name="nav.label.section-03"/>
          <p:cNvSpPr/>
          <p:nvPr/>
        </p:nvSpPr>
        <p:spPr>
          <a:xfrm>
            <a:off x="266700" y="2682240"/>
            <a:ext cx="228600" cy="103632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50658E"/>
                </a:solidFill>
                <a:latin typeface="IBM Plex Mono SemiBold"/>
                <a:ea typeface="IBM Plex Mono SemiBold"/>
                <a:cs typeface="IBM Plex Mono SemiBold"/>
              </a:rPr>
              <a:t>APPROACH</a:t>
            </a:r>
            <a:endParaRPr lang="en-US" sz="800" spc="80" kern="0" b="0" i="0" dirty="0">
              <a:solidFill>
                <a:srgbClr val="50658E"/>
              </a:solidFill>
              <a:latin typeface="IBM Plex Mono SemiBold"/>
              <a:ea typeface="IBM Plex Mono SemiBold"/>
              <a:cs typeface="IBM Plex Mono SemiBold"/>
            </a:endParaRPr>
          </a:p>
        </p:txBody>
      </p:sp>
      <p:sp>
        <p:nvSpPr>
          <p:cNvPr id="12" name="nav.section-04"/>
          <p:cNvSpPr/>
          <p:nvPr/>
        </p:nvSpPr>
        <p:spPr>
          <a:xfrm>
            <a:off x="266700" y="3794760"/>
            <a:ext cx="228600" cy="1036320"/>
          </a:xfrm>
          <a:prstGeom prst="rect">
            <a:avLst/>
          </a:prstGeom>
          <a:solidFill>
            <a:srgbClr val="E8EEF8"/>
          </a:solidFill>
          <a:ln>
            <a:noFill/>
          </a:ln>
        </p:spPr>
      </p:sp>
      <p:sp>
        <p:nvSpPr>
          <p:cNvPr id="13" name="nav.label.section-04"/>
          <p:cNvSpPr/>
          <p:nvPr/>
        </p:nvSpPr>
        <p:spPr>
          <a:xfrm>
            <a:off x="266700" y="3794760"/>
            <a:ext cx="228600" cy="103632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50658E"/>
                </a:solidFill>
                <a:latin typeface="IBM Plex Mono SemiBold"/>
                <a:ea typeface="IBM Plex Mono SemiBold"/>
                <a:cs typeface="IBM Plex Mono SemiBold"/>
              </a:rPr>
              <a:t>TEAM</a:t>
            </a:r>
            <a:endParaRPr lang="en-US" sz="800" spc="80" kern="0" b="0" i="0" dirty="0">
              <a:solidFill>
                <a:srgbClr val="50658E"/>
              </a:solidFill>
              <a:latin typeface="IBM Plex Mono SemiBold"/>
              <a:ea typeface="IBM Plex Mono SemiBold"/>
              <a:cs typeface="IBM Plex Mono SemiBold"/>
            </a:endParaRPr>
          </a:p>
        </p:txBody>
      </p:sp>
      <p:sp>
        <p:nvSpPr>
          <p:cNvPr id="14" name="nav.section-05"/>
          <p:cNvSpPr/>
          <p:nvPr/>
        </p:nvSpPr>
        <p:spPr>
          <a:xfrm>
            <a:off x="266700" y="4907280"/>
            <a:ext cx="228600" cy="1036320"/>
          </a:xfrm>
          <a:prstGeom prst="rect">
            <a:avLst/>
          </a:prstGeom>
          <a:solidFill>
            <a:srgbClr val="E8EEF8"/>
          </a:solidFill>
          <a:ln>
            <a:noFill/>
          </a:ln>
        </p:spPr>
      </p:sp>
      <p:sp>
        <p:nvSpPr>
          <p:cNvPr id="15" name="nav.label.section-05"/>
          <p:cNvSpPr/>
          <p:nvPr/>
        </p:nvSpPr>
        <p:spPr>
          <a:xfrm>
            <a:off x="266700" y="4907280"/>
            <a:ext cx="228600" cy="103632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50658E"/>
                </a:solidFill>
                <a:latin typeface="IBM Plex Mono SemiBold"/>
                <a:ea typeface="IBM Plex Mono SemiBold"/>
                <a:cs typeface="IBM Plex Mono SemiBold"/>
              </a:rPr>
              <a:t>FEES</a:t>
            </a:r>
            <a:endParaRPr lang="en-US" sz="800" spc="80" kern="0" b="0" i="0" dirty="0">
              <a:solidFill>
                <a:srgbClr val="50658E"/>
              </a:solidFill>
              <a:latin typeface="IBM Plex Mono SemiBold"/>
              <a:ea typeface="IBM Plex Mono SemiBold"/>
              <a:cs typeface="IBM Plex Mono SemiBold"/>
            </a:endParaRPr>
          </a:p>
        </p:txBody>
      </p:sp>
      <p:sp>
        <p:nvSpPr>
          <p:cNvPr id="1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179</a:t>
            </a:fld>
            <a:endParaRPr lang="en-US" sz="700" spc="0" kern="0" b="0" i="0" dirty="0">
              <a:solidFill>
                <a:srgbClr val="070154"/>
              </a:solidFill>
              <a:latin typeface="IBM Plex Mono SemiBold"/>
              <a:ea typeface="IBM Plex Mono SemiBold"/>
              <a:cs typeface="IBM Plex Mono SemiBold"/>
            </a:endParaRPr>
          </a:p>
        </p:txBody>
      </p:sp>
      <p:grpSp>
        <p:nvGrpSpPr>
          <p:cNvPr id="50" name="node01"/>
          <p:cNvGrpSpPr/>
          <p:nvPr/>
        </p:nvGrpSpPr>
        <p:grpSpPr>
          <a:xfrm>
            <a:off x="723900" y="457200"/>
            <a:ext cx="3429000" cy="5257800"/>
            <a:chOff x="723900" y="457200"/>
            <a:chExt cx="3429000" cy="5257800"/>
          </a:xfrm>
        </p:grpSpPr>
        <p:sp>
          <p:nvSpPr>
            <p:cNvPr id="17" name="node01.container"/>
            <p:cNvSpPr/>
            <p:nvPr/>
          </p:nvSpPr>
          <p:spPr>
            <a:xfrm>
              <a:off x="723900" y="457200"/>
              <a:ext cx="3429000" cy="5257800"/>
            </a:xfrm>
            <a:prstGeom prst="rect">
              <a:avLst/>
            </a:prstGeom>
            <a:solidFill>
              <a:srgbClr val="070154"/>
            </a:solidFill>
            <a:ln>
              <a:noFill/>
            </a:ln>
          </p:spPr>
        </p:sp>
        <p:sp>
          <p:nvSpPr>
            <p:cNvPr id="18" name="node01.label"/>
            <p:cNvSpPr/>
            <p:nvPr/>
          </p:nvSpPr>
          <p:spPr>
            <a:xfrm>
              <a:off x="952500" y="685800"/>
              <a:ext cx="2971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900D3"/>
                  </a:solidFill>
                  <a:latin typeface="IBM Plex Mono Medium"/>
                  <a:ea typeface="IBM Plex Mono Medium"/>
                  <a:cs typeface="IBM Plex Mono Medium"/>
                </a:rPr>
                <a:t>THE ASK</a:t>
              </a:r>
              <a:endParaRPr lang="en-US" sz="900" spc="54" kern="0" b="0" i="0" dirty="0">
                <a:solidFill>
                  <a:srgbClr val="F900D3"/>
                </a:solidFill>
                <a:latin typeface="IBM Plex Mono Medium"/>
                <a:ea typeface="IBM Plex Mono Medium"/>
                <a:cs typeface="IBM Plex Mono Medium"/>
              </a:endParaRPr>
            </a:p>
          </p:txBody>
        </p:sp>
        <p:sp>
          <p:nvSpPr>
            <p:cNvPr id="19" name="node01.title"/>
            <p:cNvSpPr/>
            <p:nvPr/>
          </p:nvSpPr>
          <p:spPr>
            <a:xfrm>
              <a:off x="952500" y="914400"/>
              <a:ext cx="2971800" cy="6096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FFFFFF"/>
                  </a:solidFill>
                  <a:latin typeface="IBM Plex Sans SemiBold"/>
                  <a:ea typeface="IBM Plex Sans SemiBold"/>
                  <a:cs typeface="IBM Plex Sans SemiBold"/>
                </a:rPr>
                <a:t>One access and revenue cycle design</a:t>
              </a:r>
              <a:endParaRPr lang="en-US" sz="1800" spc="-18" kern="0" b="0" i="0" dirty="0">
                <a:solidFill>
                  <a:srgbClr val="FFFFFF"/>
                </a:solidFill>
                <a:latin typeface="IBM Plex Sans SemiBold"/>
                <a:ea typeface="IBM Plex Sans SemiBold"/>
                <a:cs typeface="IBM Plex Sans SemiBold"/>
              </a:endParaRPr>
            </a:p>
          </p:txBody>
        </p:sp>
        <p:sp>
          <p:nvSpPr>
            <p:cNvPr id="20" name="node01.body.item-001.paragraph"/>
            <p:cNvSpPr/>
            <p:nvPr/>
          </p:nvSpPr>
          <p:spPr>
            <a:xfrm>
              <a:off x="952500" y="1676400"/>
              <a:ext cx="2971800" cy="10668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CED7E6"/>
                  </a:solidFill>
                  <a:latin typeface="IBM Plex Sans"/>
                  <a:ea typeface="IBM Plex Sans"/>
                  <a:cs typeface="IBM Plex Sans"/>
                </a:rPr>
                <a:t>Join scheduling, registration, estimates, claims and denials into one design that Northfield can run, measure and extend.</a:t>
              </a:r>
              <a:endParaRPr lang="en-US" sz="1400" spc="0" kern="0" b="0" i="0" dirty="0">
                <a:solidFill>
                  <a:srgbClr val="CED7E6"/>
                </a:solidFill>
                <a:latin typeface="IBM Plex Sans"/>
                <a:ea typeface="IBM Plex Sans"/>
                <a:cs typeface="IBM Plex Sans"/>
              </a:endParaRPr>
            </a:p>
          </p:txBody>
        </p:sp>
        <p:sp>
          <p:nvSpPr>
            <p:cNvPr id="21" name="node01.body.item-002.bullets.item-001.marker"/>
            <p:cNvSpPr/>
            <p:nvPr/>
          </p:nvSpPr>
          <p:spPr>
            <a:xfrm>
              <a:off x="952500" y="2908300"/>
              <a:ext cx="38100" cy="38100"/>
            </a:xfrm>
            <a:prstGeom prst="rect">
              <a:avLst/>
            </a:prstGeom>
            <a:solidFill>
              <a:srgbClr val="FFFFFF"/>
            </a:solidFill>
            <a:ln>
              <a:noFill/>
            </a:ln>
          </p:spPr>
        </p:sp>
        <p:sp>
          <p:nvSpPr>
            <p:cNvPr id="22" name="node01.body.item-002.bullets.item-001.text"/>
            <p:cNvSpPr/>
            <p:nvPr/>
          </p:nvSpPr>
          <p:spPr>
            <a:xfrm>
              <a:off x="1104900" y="2819400"/>
              <a:ext cx="281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Seven hospitals</a:t>
              </a:r>
              <a:endParaRPr lang="en-US" sz="1200" spc="0" kern="0" b="0" i="0" dirty="0">
                <a:solidFill>
                  <a:srgbClr val="FFFFFF"/>
                </a:solidFill>
                <a:latin typeface="IBM Plex Sans"/>
                <a:ea typeface="IBM Plex Sans"/>
                <a:cs typeface="IBM Plex Sans"/>
              </a:endParaRPr>
            </a:p>
          </p:txBody>
        </p:sp>
        <p:sp>
          <p:nvSpPr>
            <p:cNvPr id="23" name="node01.body.item-002.bullets.item-002.marker"/>
            <p:cNvSpPr/>
            <p:nvPr/>
          </p:nvSpPr>
          <p:spPr>
            <a:xfrm>
              <a:off x="952500" y="3175000"/>
              <a:ext cx="38100" cy="38100"/>
            </a:xfrm>
            <a:prstGeom prst="rect">
              <a:avLst/>
            </a:prstGeom>
            <a:solidFill>
              <a:srgbClr val="FFFFFF"/>
            </a:solidFill>
            <a:ln>
              <a:noFill/>
            </a:ln>
          </p:spPr>
        </p:sp>
        <p:sp>
          <p:nvSpPr>
            <p:cNvPr id="24" name="node01.body.item-002.bullets.item-002.text"/>
            <p:cNvSpPr/>
            <p:nvPr/>
          </p:nvSpPr>
          <p:spPr>
            <a:xfrm>
              <a:off x="1104900" y="3086100"/>
              <a:ext cx="281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64 clinics</a:t>
              </a:r>
              <a:endParaRPr lang="en-US" sz="1200" spc="0" kern="0" b="0" i="0" dirty="0">
                <a:solidFill>
                  <a:srgbClr val="FFFFFF"/>
                </a:solidFill>
                <a:latin typeface="IBM Plex Sans"/>
                <a:ea typeface="IBM Plex Sans"/>
                <a:cs typeface="IBM Plex Sans"/>
              </a:endParaRPr>
            </a:p>
          </p:txBody>
        </p:sp>
        <p:sp>
          <p:nvSpPr>
            <p:cNvPr id="25" name="node01.body.item-002.bullets.item-003.marker"/>
            <p:cNvSpPr/>
            <p:nvPr/>
          </p:nvSpPr>
          <p:spPr>
            <a:xfrm>
              <a:off x="952500" y="3441700"/>
              <a:ext cx="38100" cy="38100"/>
            </a:xfrm>
            <a:prstGeom prst="rect">
              <a:avLst/>
            </a:prstGeom>
            <a:solidFill>
              <a:srgbClr val="FFFFFF"/>
            </a:solidFill>
            <a:ln>
              <a:noFill/>
            </a:ln>
          </p:spPr>
        </p:sp>
        <p:sp>
          <p:nvSpPr>
            <p:cNvPr id="26" name="node01.body.item-002.bullets.item-003.text"/>
            <p:cNvSpPr/>
            <p:nvPr/>
          </p:nvSpPr>
          <p:spPr>
            <a:xfrm>
              <a:off x="1104900" y="3352800"/>
              <a:ext cx="281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Three scheduling tools</a:t>
              </a:r>
              <a:endParaRPr lang="en-US" sz="1200" spc="0" kern="0" b="0" i="0" dirty="0">
                <a:solidFill>
                  <a:srgbClr val="FFFFFF"/>
                </a:solidFill>
                <a:latin typeface="IBM Plex Sans"/>
                <a:ea typeface="IBM Plex Sans"/>
                <a:cs typeface="IBM Plex Sans"/>
              </a:endParaRPr>
            </a:p>
          </p:txBody>
        </p:sp>
        <p:sp>
          <p:nvSpPr>
            <p:cNvPr id="27" name="node01.body.item-003.paragraph"/>
            <p:cNvSpPr/>
            <p:nvPr/>
          </p:nvSpPr>
          <p:spPr>
            <a:xfrm>
              <a:off x="952500" y="3657600"/>
              <a:ext cx="29718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CED7E6"/>
                  </a:solidFill>
                  <a:latin typeface="IBM Plex Sans"/>
                  <a:ea typeface="IBM Plex Sans"/>
                  <a:cs typeface="IBM Plex Sans"/>
                </a:rPr>
                <a:t>It must deliver</a:t>
              </a:r>
              <a:endParaRPr lang="en-US" sz="1400" spc="0" kern="0" b="0" i="0" dirty="0">
                <a:solidFill>
                  <a:srgbClr val="CED7E6"/>
                </a:solidFill>
                <a:latin typeface="IBM Plex Sans"/>
                <a:ea typeface="IBM Plex Sans"/>
                <a:cs typeface="IBM Plex Sans"/>
              </a:endParaRPr>
            </a:p>
          </p:txBody>
        </p:sp>
        <p:sp>
          <p:nvSpPr>
            <p:cNvPr id="28" name="node01.body.item-004.bullets.item-001.marker"/>
            <p:cNvSpPr/>
            <p:nvPr/>
          </p:nvSpPr>
          <p:spPr>
            <a:xfrm>
              <a:off x="952500" y="4089400"/>
              <a:ext cx="38100" cy="38100"/>
            </a:xfrm>
            <a:prstGeom prst="rect">
              <a:avLst/>
            </a:prstGeom>
            <a:solidFill>
              <a:srgbClr val="FFFFFF"/>
            </a:solidFill>
            <a:ln>
              <a:noFill/>
            </a:ln>
          </p:spPr>
        </p:sp>
        <p:sp>
          <p:nvSpPr>
            <p:cNvPr id="29" name="node01.body.item-004.bullets.item-001.text"/>
            <p:cNvSpPr/>
            <p:nvPr/>
          </p:nvSpPr>
          <p:spPr>
            <a:xfrm>
              <a:off x="1104900" y="4000500"/>
              <a:ext cx="281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One front door at every site</a:t>
              </a:r>
              <a:endParaRPr lang="en-US" sz="1200" spc="0" kern="0" b="0" i="0" dirty="0">
                <a:solidFill>
                  <a:srgbClr val="FFFFFF"/>
                </a:solidFill>
                <a:latin typeface="IBM Plex Sans"/>
                <a:ea typeface="IBM Plex Sans"/>
                <a:cs typeface="IBM Plex Sans"/>
              </a:endParaRPr>
            </a:p>
          </p:txBody>
        </p:sp>
        <p:sp>
          <p:nvSpPr>
            <p:cNvPr id="30" name="node01.body.item-004.bullets.item-002.marker"/>
            <p:cNvSpPr/>
            <p:nvPr/>
          </p:nvSpPr>
          <p:spPr>
            <a:xfrm>
              <a:off x="952500" y="4356100"/>
              <a:ext cx="38100" cy="38100"/>
            </a:xfrm>
            <a:prstGeom prst="rect">
              <a:avLst/>
            </a:prstGeom>
            <a:solidFill>
              <a:srgbClr val="FFFFFF"/>
            </a:solidFill>
            <a:ln>
              <a:noFill/>
            </a:ln>
          </p:spPr>
        </p:sp>
        <p:sp>
          <p:nvSpPr>
            <p:cNvPr id="31" name="node01.body.item-004.bullets.item-002.text"/>
            <p:cNvSpPr/>
            <p:nvPr/>
          </p:nvSpPr>
          <p:spPr>
            <a:xfrm>
              <a:off x="1104900" y="4267200"/>
              <a:ext cx="281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Fewer front-end denials</a:t>
              </a:r>
              <a:endParaRPr lang="en-US" sz="1200" spc="0" kern="0" b="0" i="0" dirty="0">
                <a:solidFill>
                  <a:srgbClr val="FFFFFF"/>
                </a:solidFill>
                <a:latin typeface="IBM Plex Sans"/>
                <a:ea typeface="IBM Plex Sans"/>
                <a:cs typeface="IBM Plex Sans"/>
              </a:endParaRPr>
            </a:p>
          </p:txBody>
        </p:sp>
        <p:sp>
          <p:nvSpPr>
            <p:cNvPr id="32" name="node01.body.item-004.bullets.item-003.marker"/>
            <p:cNvSpPr/>
            <p:nvPr/>
          </p:nvSpPr>
          <p:spPr>
            <a:xfrm>
              <a:off x="952500" y="4622800"/>
              <a:ext cx="38100" cy="38100"/>
            </a:xfrm>
            <a:prstGeom prst="rect">
              <a:avLst/>
            </a:prstGeom>
            <a:solidFill>
              <a:srgbClr val="FFFFFF"/>
            </a:solidFill>
            <a:ln>
              <a:noFill/>
            </a:ln>
          </p:spPr>
        </p:sp>
        <p:sp>
          <p:nvSpPr>
            <p:cNvPr id="33" name="node01.body.item-004.bullets.item-003.text"/>
            <p:cNvSpPr/>
            <p:nvPr/>
          </p:nvSpPr>
          <p:spPr>
            <a:xfrm>
              <a:off x="1104900" y="4533900"/>
              <a:ext cx="281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Faster cash</a:t>
              </a:r>
              <a:endParaRPr lang="en-US" sz="1200" spc="0" kern="0" b="0" i="0" dirty="0">
                <a:solidFill>
                  <a:srgbClr val="FFFFFF"/>
                </a:solidFill>
                <a:latin typeface="IBM Plex Sans"/>
                <a:ea typeface="IBM Plex Sans"/>
                <a:cs typeface="IBM Plex Sans"/>
              </a:endParaRPr>
            </a:p>
          </p:txBody>
        </p:sp>
      </p:grpSp>
      <p:grpSp>
        <p:nvGrpSpPr>
          <p:cNvPr id="51" name="node02"/>
          <p:cNvGrpSpPr/>
          <p:nvPr/>
        </p:nvGrpSpPr>
        <p:grpSpPr>
          <a:xfrm>
            <a:off x="4381500" y="2057400"/>
            <a:ext cx="3429000" cy="1600200"/>
            <a:chOff x="4381500" y="2057400"/>
            <a:chExt cx="3429000" cy="1600200"/>
          </a:xfrm>
        </p:grpSpPr>
        <p:sp>
          <p:nvSpPr>
            <p:cNvPr id="34" name="node02.container"/>
            <p:cNvSpPr/>
            <p:nvPr/>
          </p:nvSpPr>
          <p:spPr>
            <a:xfrm>
              <a:off x="4381500" y="2057400"/>
              <a:ext cx="3429000" cy="1600200"/>
            </a:xfrm>
            <a:prstGeom prst="rect">
              <a:avLst/>
            </a:prstGeom>
            <a:solidFill>
              <a:srgbClr val="E8EEF8"/>
            </a:solidFill>
            <a:ln>
              <a:noFill/>
            </a:ln>
          </p:spPr>
        </p:sp>
        <p:sp>
          <p:nvSpPr>
            <p:cNvPr id="35" name="node02.label"/>
            <p:cNvSpPr/>
            <p:nvPr/>
          </p:nvSpPr>
          <p:spPr>
            <a:xfrm>
              <a:off x="4533900" y="2209800"/>
              <a:ext cx="3124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TIMELINE</a:t>
              </a:r>
              <a:endParaRPr lang="en-US" sz="900" spc="54" kern="0" b="0" i="0" dirty="0">
                <a:solidFill>
                  <a:srgbClr val="0047FF"/>
                </a:solidFill>
                <a:latin typeface="IBM Plex Mono Medium"/>
                <a:ea typeface="IBM Plex Mono Medium"/>
                <a:cs typeface="IBM Plex Mono Medium"/>
              </a:endParaRPr>
            </a:p>
          </p:txBody>
        </p:sp>
        <p:sp>
          <p:nvSpPr>
            <p:cNvPr id="36" name="node02.title"/>
            <p:cNvSpPr/>
            <p:nvPr/>
          </p:nvSpPr>
          <p:spPr>
            <a:xfrm>
              <a:off x="4533900" y="2400300"/>
              <a:ext cx="31242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EHR go-live in Q3</a:t>
              </a:r>
              <a:endParaRPr lang="en-US" sz="1800" spc="-18" kern="0" b="0" i="0" dirty="0">
                <a:solidFill>
                  <a:srgbClr val="070154"/>
                </a:solidFill>
                <a:latin typeface="IBM Plex Sans SemiBold"/>
                <a:ea typeface="IBM Plex Sans SemiBold"/>
                <a:cs typeface="IBM Plex Sans SemiBold"/>
              </a:endParaRPr>
            </a:p>
          </p:txBody>
        </p:sp>
        <p:sp>
          <p:nvSpPr>
            <p:cNvPr id="37" name="node02.body.item-001.paragraph"/>
            <p:cNvSpPr/>
            <p:nvPr/>
          </p:nvSpPr>
          <p:spPr>
            <a:xfrm>
              <a:off x="4533900" y="2819400"/>
              <a:ext cx="31242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About nine months to design and train before cutover.</a:t>
              </a:r>
              <a:endParaRPr lang="en-US" sz="1200" spc="0" kern="0" b="0" i="0" dirty="0">
                <a:solidFill>
                  <a:srgbClr val="50658E"/>
                </a:solidFill>
                <a:latin typeface="IBM Plex Sans"/>
                <a:ea typeface="IBM Plex Sans"/>
                <a:cs typeface="IBM Plex Sans"/>
              </a:endParaRPr>
            </a:p>
          </p:txBody>
        </p:sp>
      </p:grpSp>
      <p:grpSp>
        <p:nvGrpSpPr>
          <p:cNvPr id="52" name="node03"/>
          <p:cNvGrpSpPr/>
          <p:nvPr/>
        </p:nvGrpSpPr>
        <p:grpSpPr>
          <a:xfrm>
            <a:off x="8039100" y="2057400"/>
            <a:ext cx="3429000" cy="1600200"/>
            <a:chOff x="8039100" y="2057400"/>
            <a:chExt cx="3429000" cy="1600200"/>
          </a:xfrm>
        </p:grpSpPr>
        <p:sp>
          <p:nvSpPr>
            <p:cNvPr id="38" name="node03.container"/>
            <p:cNvSpPr/>
            <p:nvPr/>
          </p:nvSpPr>
          <p:spPr>
            <a:xfrm>
              <a:off x="8039100" y="2057400"/>
              <a:ext cx="3429000" cy="1600200"/>
            </a:xfrm>
            <a:prstGeom prst="rect">
              <a:avLst/>
            </a:prstGeom>
            <a:solidFill>
              <a:srgbClr val="E8EEF8"/>
            </a:solidFill>
            <a:ln>
              <a:noFill/>
            </a:ln>
          </p:spPr>
        </p:sp>
        <p:sp>
          <p:nvSpPr>
            <p:cNvPr id="39" name="node03.label"/>
            <p:cNvSpPr/>
            <p:nvPr/>
          </p:nvSpPr>
          <p:spPr>
            <a:xfrm>
              <a:off x="8191500" y="2209800"/>
              <a:ext cx="3124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BUDGET</a:t>
              </a:r>
              <a:endParaRPr lang="en-US" sz="900" spc="54" kern="0" b="0" i="0" dirty="0">
                <a:solidFill>
                  <a:srgbClr val="0047FF"/>
                </a:solidFill>
                <a:latin typeface="IBM Plex Mono Medium"/>
                <a:ea typeface="IBM Plex Mono Medium"/>
                <a:cs typeface="IBM Plex Mono Medium"/>
              </a:endParaRPr>
            </a:p>
          </p:txBody>
        </p:sp>
        <p:sp>
          <p:nvSpPr>
            <p:cNvPr id="40" name="node03.title"/>
            <p:cNvSpPr/>
            <p:nvPr/>
          </p:nvSpPr>
          <p:spPr>
            <a:xfrm>
              <a:off x="8191500" y="2400300"/>
              <a:ext cx="31242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Funded in two phases</a:t>
              </a:r>
              <a:endParaRPr lang="en-US" sz="1800" spc="-18" kern="0" b="0" i="0" dirty="0">
                <a:solidFill>
                  <a:srgbClr val="070154"/>
                </a:solidFill>
                <a:latin typeface="IBM Plex Sans SemiBold"/>
                <a:ea typeface="IBM Plex Sans SemiBold"/>
                <a:cs typeface="IBM Plex Sans SemiBold"/>
              </a:endParaRPr>
            </a:p>
          </p:txBody>
        </p:sp>
        <p:sp>
          <p:nvSpPr>
            <p:cNvPr id="41" name="node03.body.item-001.paragraph"/>
            <p:cNvSpPr/>
            <p:nvPr/>
          </p:nvSpPr>
          <p:spPr>
            <a:xfrm>
              <a:off x="8191500" y="2819400"/>
              <a:ext cx="3124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Phase one is capped at the FY27 capital line.</a:t>
              </a:r>
              <a:endParaRPr lang="en-US" sz="1200" spc="0" kern="0" b="0" i="0" dirty="0">
                <a:solidFill>
                  <a:srgbClr val="50658E"/>
                </a:solidFill>
                <a:latin typeface="IBM Plex Sans"/>
                <a:ea typeface="IBM Plex Sans"/>
                <a:cs typeface="IBM Plex Sans"/>
              </a:endParaRPr>
            </a:p>
          </p:txBody>
        </p:sp>
      </p:grpSp>
      <p:grpSp>
        <p:nvGrpSpPr>
          <p:cNvPr id="53" name="node04"/>
          <p:cNvGrpSpPr/>
          <p:nvPr/>
        </p:nvGrpSpPr>
        <p:grpSpPr>
          <a:xfrm>
            <a:off x="4381500" y="3886200"/>
            <a:ext cx="3429000" cy="1600200"/>
            <a:chOff x="4381500" y="3886200"/>
            <a:chExt cx="3429000" cy="1600200"/>
          </a:xfrm>
        </p:grpSpPr>
        <p:sp>
          <p:nvSpPr>
            <p:cNvPr id="42" name="node04.container"/>
            <p:cNvSpPr/>
            <p:nvPr/>
          </p:nvSpPr>
          <p:spPr>
            <a:xfrm>
              <a:off x="4381500" y="3886200"/>
              <a:ext cx="3429000" cy="1600200"/>
            </a:xfrm>
            <a:prstGeom prst="rect">
              <a:avLst/>
            </a:prstGeom>
            <a:solidFill>
              <a:srgbClr val="E8EEF8"/>
            </a:solidFill>
            <a:ln>
              <a:noFill/>
            </a:ln>
          </p:spPr>
        </p:sp>
        <p:sp>
          <p:nvSpPr>
            <p:cNvPr id="43" name="node04.label"/>
            <p:cNvSpPr/>
            <p:nvPr/>
          </p:nvSpPr>
          <p:spPr>
            <a:xfrm>
              <a:off x="4533900" y="4038600"/>
              <a:ext cx="3124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REGULATORY</a:t>
              </a:r>
              <a:endParaRPr lang="en-US" sz="900" spc="54" kern="0" b="0" i="0" dirty="0">
                <a:solidFill>
                  <a:srgbClr val="0047FF"/>
                </a:solidFill>
                <a:latin typeface="IBM Plex Mono Medium"/>
                <a:ea typeface="IBM Plex Mono Medium"/>
                <a:cs typeface="IBM Plex Mono Medium"/>
              </a:endParaRPr>
            </a:p>
          </p:txBody>
        </p:sp>
        <p:sp>
          <p:nvSpPr>
            <p:cNvPr id="44" name="node04.title"/>
            <p:cNvSpPr/>
            <p:nvPr/>
          </p:nvSpPr>
          <p:spPr>
            <a:xfrm>
              <a:off x="4533900" y="4229100"/>
              <a:ext cx="31242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Estimates and consent</a:t>
              </a:r>
              <a:endParaRPr lang="en-US" sz="1800" spc="-18" kern="0" b="0" i="0" dirty="0">
                <a:solidFill>
                  <a:srgbClr val="070154"/>
                </a:solidFill>
                <a:latin typeface="IBM Plex Sans SemiBold"/>
                <a:ea typeface="IBM Plex Sans SemiBold"/>
                <a:cs typeface="IBM Plex Sans SemiBold"/>
              </a:endParaRPr>
            </a:p>
          </p:txBody>
        </p:sp>
        <p:sp>
          <p:nvSpPr>
            <p:cNvPr id="45" name="node04.body.item-001.paragraph"/>
            <p:cNvSpPr/>
            <p:nvPr/>
          </p:nvSpPr>
          <p:spPr>
            <a:xfrm>
              <a:off x="4533900" y="4648200"/>
              <a:ext cx="31242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No Surprises Act and HIPAA rules apply from day one.</a:t>
              </a:r>
              <a:endParaRPr lang="en-US" sz="1200" spc="0" kern="0" b="0" i="0" dirty="0">
                <a:solidFill>
                  <a:srgbClr val="50658E"/>
                </a:solidFill>
                <a:latin typeface="IBM Plex Sans"/>
                <a:ea typeface="IBM Plex Sans"/>
                <a:cs typeface="IBM Plex Sans"/>
              </a:endParaRPr>
            </a:p>
          </p:txBody>
        </p:sp>
      </p:grpSp>
      <p:grpSp>
        <p:nvGrpSpPr>
          <p:cNvPr id="54" name="node05"/>
          <p:cNvGrpSpPr/>
          <p:nvPr/>
        </p:nvGrpSpPr>
        <p:grpSpPr>
          <a:xfrm>
            <a:off x="8039100" y="3886200"/>
            <a:ext cx="3429000" cy="1600200"/>
            <a:chOff x="8039100" y="3886200"/>
            <a:chExt cx="3429000" cy="1600200"/>
          </a:xfrm>
        </p:grpSpPr>
        <p:sp>
          <p:nvSpPr>
            <p:cNvPr id="46" name="node05.container"/>
            <p:cNvSpPr/>
            <p:nvPr/>
          </p:nvSpPr>
          <p:spPr>
            <a:xfrm>
              <a:off x="8039100" y="3886200"/>
              <a:ext cx="3429000" cy="1600200"/>
            </a:xfrm>
            <a:prstGeom prst="rect">
              <a:avLst/>
            </a:prstGeom>
            <a:solidFill>
              <a:srgbClr val="E8EEF8"/>
            </a:solidFill>
            <a:ln>
              <a:noFill/>
            </a:ln>
          </p:spPr>
        </p:sp>
        <p:sp>
          <p:nvSpPr>
            <p:cNvPr id="47" name="node05.label"/>
            <p:cNvSpPr/>
            <p:nvPr/>
          </p:nvSpPr>
          <p:spPr>
            <a:xfrm>
              <a:off x="8191500" y="4038600"/>
              <a:ext cx="3124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SYSTEMS</a:t>
              </a:r>
              <a:endParaRPr lang="en-US" sz="900" spc="54" kern="0" b="0" i="0" dirty="0">
                <a:solidFill>
                  <a:srgbClr val="0047FF"/>
                </a:solidFill>
                <a:latin typeface="IBM Plex Mono Medium"/>
                <a:ea typeface="IBM Plex Mono Medium"/>
                <a:cs typeface="IBM Plex Mono Medium"/>
              </a:endParaRPr>
            </a:p>
          </p:txBody>
        </p:sp>
        <p:sp>
          <p:nvSpPr>
            <p:cNvPr id="48" name="node05.title"/>
            <p:cNvSpPr/>
            <p:nvPr/>
          </p:nvSpPr>
          <p:spPr>
            <a:xfrm>
              <a:off x="8191500" y="4229100"/>
              <a:ext cx="31242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Three tools, one EHR</a:t>
              </a:r>
              <a:endParaRPr lang="en-US" sz="1800" spc="-18" kern="0" b="0" i="0" dirty="0">
                <a:solidFill>
                  <a:srgbClr val="070154"/>
                </a:solidFill>
                <a:latin typeface="IBM Plex Sans SemiBold"/>
                <a:ea typeface="IBM Plex Sans SemiBold"/>
                <a:cs typeface="IBM Plex Sans SemiBold"/>
              </a:endParaRPr>
            </a:p>
          </p:txBody>
        </p:sp>
        <p:sp>
          <p:nvSpPr>
            <p:cNvPr id="49" name="node05.body.item-001.paragraph"/>
            <p:cNvSpPr/>
            <p:nvPr/>
          </p:nvSpPr>
          <p:spPr>
            <a:xfrm>
              <a:off x="8191500" y="4648200"/>
              <a:ext cx="31242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Two legacy schedulers retire; interfaces stay stable.</a:t>
              </a:r>
              <a:endParaRPr lang="en-US" sz="1200" spc="0" kern="0" b="0" i="0" dirty="0">
                <a:solidFill>
                  <a:srgbClr val="50658E"/>
                </a:solidFill>
                <a:latin typeface="IBM Plex Sans"/>
                <a:ea typeface="IBM Plex Sans"/>
                <a:cs typeface="IBM Plex Sans"/>
              </a:endParaRPr>
            </a:p>
          </p:txBody>
        </p:sp>
      </p:grpSp>
    </p:spTree>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name="source-569">
    <p:spTree>
      <p:nvGrpSpPr>
        <p:cNvPr id="1" name=""/>
        <p:cNvGrpSpPr/>
        <p:nvPr/>
      </p:nvGrpSpPr>
      <p:grpSpPr>
        <a:xfrm>
          <a:off x="0" y="0"/>
          <a:ext cx="0" cy="0"/>
          <a:chOff x="0" y="0"/>
          <a:chExt cx="0" cy="0"/>
        </a:xfrm>
      </p:grpSpPr>
      <p:sp>
        <p:nvSpPr>
          <p:cNvPr id="3" name="eyebrow"/>
          <p:cNvSpPr/>
          <p:nvPr/>
        </p:nvSpPr>
        <p:spPr>
          <a:xfrm>
            <a:off x="723900" y="457200"/>
            <a:ext cx="70866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OUR UNDERSTANDING</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7086600" cy="11430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We read the scope as the front end through to denials</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70866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Sample content for layout only; replace with the client's RFP and engagement facts before use.</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180</a:t>
            </a:fld>
            <a:endParaRPr lang="en-US" sz="700" spc="0" kern="0" b="0" i="0" dirty="0">
              <a:solidFill>
                <a:srgbClr val="070154"/>
              </a:solidFill>
              <a:latin typeface="IBM Plex Mono SemiBold"/>
              <a:ea typeface="IBM Plex Mono SemiBold"/>
              <a:cs typeface="IBM Plex Mono SemiBold"/>
            </a:endParaRPr>
          </a:p>
        </p:txBody>
      </p:sp>
      <p:grpSp>
        <p:nvGrpSpPr>
          <p:cNvPr id="48" name="node01"/>
          <p:cNvGrpSpPr/>
          <p:nvPr/>
        </p:nvGrpSpPr>
        <p:grpSpPr>
          <a:xfrm>
            <a:off x="723900" y="2057400"/>
            <a:ext cx="3429000" cy="609600"/>
            <a:chOff x="723900" y="2057400"/>
            <a:chExt cx="3429000" cy="609600"/>
          </a:xfrm>
        </p:grpSpPr>
        <p:sp>
          <p:nvSpPr>
            <p:cNvPr id="7" name="node01.rule"/>
            <p:cNvSpPr/>
            <p:nvPr/>
          </p:nvSpPr>
          <p:spPr>
            <a:xfrm>
              <a:off x="723900" y="2057400"/>
              <a:ext cx="3429000" cy="38100"/>
            </a:xfrm>
            <a:prstGeom prst="rect">
              <a:avLst/>
            </a:prstGeom>
            <a:solidFill>
              <a:srgbClr val="070154"/>
            </a:solidFill>
            <a:ln>
              <a:noFill/>
            </a:ln>
          </p:spPr>
        </p:sp>
        <p:sp>
          <p:nvSpPr>
            <p:cNvPr id="8" name="node01.label"/>
            <p:cNvSpPr/>
            <p:nvPr/>
          </p:nvSpPr>
          <p:spPr>
            <a:xfrm>
              <a:off x="723900" y="2209800"/>
              <a:ext cx="3429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IN SCOPE</a:t>
              </a:r>
              <a:endParaRPr lang="en-US" sz="900" spc="54" kern="0" b="0" i="0" dirty="0">
                <a:solidFill>
                  <a:srgbClr val="0047FF"/>
                </a:solidFill>
                <a:latin typeface="IBM Plex Mono Medium"/>
                <a:ea typeface="IBM Plex Mono Medium"/>
                <a:cs typeface="IBM Plex Mono Medium"/>
              </a:endParaRPr>
            </a:p>
          </p:txBody>
        </p:sp>
        <p:sp>
          <p:nvSpPr>
            <p:cNvPr id="9" name="node01.title"/>
            <p:cNvSpPr/>
            <p:nvPr/>
          </p:nvSpPr>
          <p:spPr>
            <a:xfrm>
              <a:off x="723900" y="2362200"/>
              <a:ext cx="34290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What we will deliver</a:t>
              </a:r>
              <a:endParaRPr lang="en-US" sz="1800" spc="-18" kern="0" b="0" i="0" dirty="0">
                <a:solidFill>
                  <a:srgbClr val="070154"/>
                </a:solidFill>
                <a:latin typeface="IBM Plex Sans SemiBold"/>
                <a:ea typeface="IBM Plex Sans SemiBold"/>
                <a:cs typeface="IBM Plex Sans SemiBold"/>
              </a:endParaRPr>
            </a:p>
          </p:txBody>
        </p:sp>
      </p:grpSp>
      <p:grpSp>
        <p:nvGrpSpPr>
          <p:cNvPr id="49" name="node02"/>
          <p:cNvGrpSpPr/>
          <p:nvPr/>
        </p:nvGrpSpPr>
        <p:grpSpPr>
          <a:xfrm>
            <a:off x="723900" y="2971800"/>
            <a:ext cx="3429000" cy="1638300"/>
            <a:chOff x="723900" y="2971800"/>
            <a:chExt cx="3429000" cy="1638300"/>
          </a:xfrm>
        </p:grpSpPr>
        <p:sp>
          <p:nvSpPr>
            <p:cNvPr id="10" name="node02.source-001.bullet"/>
            <p:cNvSpPr/>
            <p:nvPr/>
          </p:nvSpPr>
          <p:spPr>
            <a:xfrm>
              <a:off x="723900" y="3079750"/>
              <a:ext cx="50800" cy="50800"/>
            </a:xfrm>
            <a:prstGeom prst="rect">
              <a:avLst/>
            </a:prstGeom>
            <a:solidFill>
              <a:srgbClr val="070154"/>
            </a:solidFill>
            <a:ln>
              <a:noFill/>
            </a:ln>
          </p:spPr>
        </p:sp>
        <p:sp>
          <p:nvSpPr>
            <p:cNvPr id="11" name="node02.source-001.text"/>
            <p:cNvSpPr/>
            <p:nvPr/>
          </p:nvSpPr>
          <p:spPr>
            <a:xfrm>
              <a:off x="914400" y="2971800"/>
              <a:ext cx="32385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Scheduling, registration, estimates</a:t>
              </a:r>
              <a:endParaRPr lang="en-US" sz="1400" spc="0" kern="0" b="0" i="0" dirty="0">
                <a:solidFill>
                  <a:srgbClr val="070154"/>
                </a:solidFill>
                <a:latin typeface="IBM Plex Sans"/>
                <a:ea typeface="IBM Plex Sans"/>
                <a:cs typeface="IBM Plex Sans"/>
              </a:endParaRPr>
            </a:p>
          </p:txBody>
        </p:sp>
        <p:sp>
          <p:nvSpPr>
            <p:cNvPr id="12" name="node02.source-002.bullet"/>
            <p:cNvSpPr/>
            <p:nvPr/>
          </p:nvSpPr>
          <p:spPr>
            <a:xfrm>
              <a:off x="723900" y="3422650"/>
              <a:ext cx="50800" cy="50800"/>
            </a:xfrm>
            <a:prstGeom prst="rect">
              <a:avLst/>
            </a:prstGeom>
            <a:solidFill>
              <a:srgbClr val="070154"/>
            </a:solidFill>
            <a:ln>
              <a:noFill/>
            </a:ln>
          </p:spPr>
        </p:sp>
        <p:sp>
          <p:nvSpPr>
            <p:cNvPr id="13" name="node02.source-002.text"/>
            <p:cNvSpPr/>
            <p:nvPr/>
          </p:nvSpPr>
          <p:spPr>
            <a:xfrm>
              <a:off x="914400" y="3314700"/>
              <a:ext cx="32385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Front-end edits and claims</a:t>
              </a:r>
              <a:endParaRPr lang="en-US" sz="1400" spc="0" kern="0" b="0" i="0" dirty="0">
                <a:solidFill>
                  <a:srgbClr val="070154"/>
                </a:solidFill>
                <a:latin typeface="IBM Plex Sans"/>
                <a:ea typeface="IBM Plex Sans"/>
                <a:cs typeface="IBM Plex Sans"/>
              </a:endParaRPr>
            </a:p>
          </p:txBody>
        </p:sp>
        <p:sp>
          <p:nvSpPr>
            <p:cNvPr id="14" name="node02.source-003.bullet"/>
            <p:cNvSpPr/>
            <p:nvPr/>
          </p:nvSpPr>
          <p:spPr>
            <a:xfrm>
              <a:off x="723900" y="3765550"/>
              <a:ext cx="50800" cy="50800"/>
            </a:xfrm>
            <a:prstGeom prst="rect">
              <a:avLst/>
            </a:prstGeom>
            <a:solidFill>
              <a:srgbClr val="070154"/>
            </a:solidFill>
            <a:ln>
              <a:noFill/>
            </a:ln>
          </p:spPr>
        </p:sp>
        <p:sp>
          <p:nvSpPr>
            <p:cNvPr id="15" name="node02.source-003.text"/>
            <p:cNvSpPr/>
            <p:nvPr/>
          </p:nvSpPr>
          <p:spPr>
            <a:xfrm>
              <a:off x="914400" y="3657600"/>
              <a:ext cx="32385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Denial work queues</a:t>
              </a:r>
              <a:endParaRPr lang="en-US" sz="1400" spc="0" kern="0" b="0" i="0" dirty="0">
                <a:solidFill>
                  <a:srgbClr val="070154"/>
                </a:solidFill>
                <a:latin typeface="IBM Plex Sans"/>
                <a:ea typeface="IBM Plex Sans"/>
                <a:cs typeface="IBM Plex Sans"/>
              </a:endParaRPr>
            </a:p>
          </p:txBody>
        </p:sp>
        <p:sp>
          <p:nvSpPr>
            <p:cNvPr id="16" name="node02.source-004.bullet"/>
            <p:cNvSpPr/>
            <p:nvPr/>
          </p:nvSpPr>
          <p:spPr>
            <a:xfrm>
              <a:off x="723900" y="4108450"/>
              <a:ext cx="50800" cy="50800"/>
            </a:xfrm>
            <a:prstGeom prst="rect">
              <a:avLst/>
            </a:prstGeom>
            <a:solidFill>
              <a:srgbClr val="070154"/>
            </a:solidFill>
            <a:ln>
              <a:noFill/>
            </a:ln>
          </p:spPr>
        </p:sp>
        <p:sp>
          <p:nvSpPr>
            <p:cNvPr id="17" name="node02.source-004.text"/>
            <p:cNvSpPr/>
            <p:nvPr/>
          </p:nvSpPr>
          <p:spPr>
            <a:xfrm>
              <a:off x="914400" y="4000500"/>
              <a:ext cx="32385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EHR interface design</a:t>
              </a:r>
              <a:endParaRPr lang="en-US" sz="1400" spc="0" kern="0" b="0" i="0" dirty="0">
                <a:solidFill>
                  <a:srgbClr val="070154"/>
                </a:solidFill>
                <a:latin typeface="IBM Plex Sans"/>
                <a:ea typeface="IBM Plex Sans"/>
                <a:cs typeface="IBM Plex Sans"/>
              </a:endParaRPr>
            </a:p>
          </p:txBody>
        </p:sp>
        <p:sp>
          <p:nvSpPr>
            <p:cNvPr id="18" name="node02.source-005.bullet"/>
            <p:cNvSpPr/>
            <p:nvPr/>
          </p:nvSpPr>
          <p:spPr>
            <a:xfrm>
              <a:off x="723900" y="4451350"/>
              <a:ext cx="50800" cy="50800"/>
            </a:xfrm>
            <a:prstGeom prst="rect">
              <a:avLst/>
            </a:prstGeom>
            <a:solidFill>
              <a:srgbClr val="070154"/>
            </a:solidFill>
            <a:ln>
              <a:noFill/>
            </a:ln>
          </p:spPr>
        </p:sp>
        <p:sp>
          <p:nvSpPr>
            <p:cNvPr id="19" name="node02.source-005.text"/>
            <p:cNvSpPr/>
            <p:nvPr/>
          </p:nvSpPr>
          <p:spPr>
            <a:xfrm>
              <a:off x="914400" y="4343400"/>
              <a:ext cx="32385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Training and adoption</a:t>
              </a:r>
              <a:endParaRPr lang="en-US" sz="1400" spc="0" kern="0" b="0" i="0" dirty="0">
                <a:solidFill>
                  <a:srgbClr val="070154"/>
                </a:solidFill>
                <a:latin typeface="IBM Plex Sans"/>
                <a:ea typeface="IBM Plex Sans"/>
                <a:cs typeface="IBM Plex Sans"/>
              </a:endParaRPr>
            </a:p>
          </p:txBody>
        </p:sp>
      </p:grpSp>
      <p:grpSp>
        <p:nvGrpSpPr>
          <p:cNvPr id="50" name="node03"/>
          <p:cNvGrpSpPr/>
          <p:nvPr/>
        </p:nvGrpSpPr>
        <p:grpSpPr>
          <a:xfrm>
            <a:off x="4381500" y="2057400"/>
            <a:ext cx="3429000" cy="609600"/>
            <a:chOff x="4381500" y="2057400"/>
            <a:chExt cx="3429000" cy="609600"/>
          </a:xfrm>
        </p:grpSpPr>
        <p:sp>
          <p:nvSpPr>
            <p:cNvPr id="20" name="node03.rule"/>
            <p:cNvSpPr/>
            <p:nvPr/>
          </p:nvSpPr>
          <p:spPr>
            <a:xfrm>
              <a:off x="4381500" y="2057400"/>
              <a:ext cx="3429000" cy="38100"/>
            </a:xfrm>
            <a:prstGeom prst="rect">
              <a:avLst/>
            </a:prstGeom>
            <a:solidFill>
              <a:srgbClr val="070154"/>
            </a:solidFill>
            <a:ln>
              <a:noFill/>
            </a:ln>
          </p:spPr>
        </p:sp>
        <p:sp>
          <p:nvSpPr>
            <p:cNvPr id="21" name="node03.label"/>
            <p:cNvSpPr/>
            <p:nvPr/>
          </p:nvSpPr>
          <p:spPr>
            <a:xfrm>
              <a:off x="4381500" y="2209800"/>
              <a:ext cx="3429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OUT OF SCOPE</a:t>
              </a:r>
              <a:endParaRPr lang="en-US" sz="900" spc="54" kern="0" b="0" i="0" dirty="0">
                <a:solidFill>
                  <a:srgbClr val="0047FF"/>
                </a:solidFill>
                <a:latin typeface="IBM Plex Mono Medium"/>
                <a:ea typeface="IBM Plex Mono Medium"/>
                <a:cs typeface="IBM Plex Mono Medium"/>
              </a:endParaRPr>
            </a:p>
          </p:txBody>
        </p:sp>
        <p:sp>
          <p:nvSpPr>
            <p:cNvPr id="22" name="node03.title"/>
            <p:cNvSpPr/>
            <p:nvPr/>
          </p:nvSpPr>
          <p:spPr>
            <a:xfrm>
              <a:off x="4381500" y="2362200"/>
              <a:ext cx="34290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What stays with others</a:t>
              </a:r>
              <a:endParaRPr lang="en-US" sz="1800" spc="-18" kern="0" b="0" i="0" dirty="0">
                <a:solidFill>
                  <a:srgbClr val="070154"/>
                </a:solidFill>
                <a:latin typeface="IBM Plex Sans SemiBold"/>
                <a:ea typeface="IBM Plex Sans SemiBold"/>
                <a:cs typeface="IBM Plex Sans SemiBold"/>
              </a:endParaRPr>
            </a:p>
          </p:txBody>
        </p:sp>
      </p:grpSp>
      <p:grpSp>
        <p:nvGrpSpPr>
          <p:cNvPr id="51" name="node04"/>
          <p:cNvGrpSpPr/>
          <p:nvPr/>
        </p:nvGrpSpPr>
        <p:grpSpPr>
          <a:xfrm>
            <a:off x="4381500" y="2971800"/>
            <a:ext cx="3429000" cy="1295400"/>
            <a:chOff x="4381500" y="2971800"/>
            <a:chExt cx="3429000" cy="1295400"/>
          </a:xfrm>
        </p:grpSpPr>
        <p:sp>
          <p:nvSpPr>
            <p:cNvPr id="23" name="node04.source-001.bullet"/>
            <p:cNvSpPr/>
            <p:nvPr/>
          </p:nvSpPr>
          <p:spPr>
            <a:xfrm>
              <a:off x="4381500" y="3079750"/>
              <a:ext cx="50800" cy="50800"/>
            </a:xfrm>
            <a:prstGeom prst="rect">
              <a:avLst/>
            </a:prstGeom>
            <a:solidFill>
              <a:srgbClr val="070154"/>
            </a:solidFill>
            <a:ln>
              <a:noFill/>
            </a:ln>
          </p:spPr>
        </p:sp>
        <p:sp>
          <p:nvSpPr>
            <p:cNvPr id="24" name="node04.source-001.text"/>
            <p:cNvSpPr/>
            <p:nvPr/>
          </p:nvSpPr>
          <p:spPr>
            <a:xfrm>
              <a:off x="4572000" y="2971800"/>
              <a:ext cx="32385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EHR configuration and build</a:t>
              </a:r>
              <a:endParaRPr lang="en-US" sz="1400" spc="0" kern="0" b="0" i="0" dirty="0">
                <a:solidFill>
                  <a:srgbClr val="070154"/>
                </a:solidFill>
                <a:latin typeface="IBM Plex Sans"/>
                <a:ea typeface="IBM Plex Sans"/>
                <a:cs typeface="IBM Plex Sans"/>
              </a:endParaRPr>
            </a:p>
          </p:txBody>
        </p:sp>
        <p:sp>
          <p:nvSpPr>
            <p:cNvPr id="25" name="node04.source-002.bullet"/>
            <p:cNvSpPr/>
            <p:nvPr/>
          </p:nvSpPr>
          <p:spPr>
            <a:xfrm>
              <a:off x="4381500" y="3422650"/>
              <a:ext cx="50800" cy="50800"/>
            </a:xfrm>
            <a:prstGeom prst="rect">
              <a:avLst/>
            </a:prstGeom>
            <a:solidFill>
              <a:srgbClr val="070154"/>
            </a:solidFill>
            <a:ln>
              <a:noFill/>
            </a:ln>
          </p:spPr>
        </p:sp>
        <p:sp>
          <p:nvSpPr>
            <p:cNvPr id="26" name="node04.source-002.text"/>
            <p:cNvSpPr/>
            <p:nvPr/>
          </p:nvSpPr>
          <p:spPr>
            <a:xfrm>
              <a:off x="4572000" y="3314700"/>
              <a:ext cx="32385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Clinical documentation redesign</a:t>
              </a:r>
              <a:endParaRPr lang="en-US" sz="1400" spc="0" kern="0" b="0" i="0" dirty="0">
                <a:solidFill>
                  <a:srgbClr val="070154"/>
                </a:solidFill>
                <a:latin typeface="IBM Plex Sans"/>
                <a:ea typeface="IBM Plex Sans"/>
                <a:cs typeface="IBM Plex Sans"/>
              </a:endParaRPr>
            </a:p>
          </p:txBody>
        </p:sp>
        <p:sp>
          <p:nvSpPr>
            <p:cNvPr id="27" name="node04.source-003.bullet"/>
            <p:cNvSpPr/>
            <p:nvPr/>
          </p:nvSpPr>
          <p:spPr>
            <a:xfrm>
              <a:off x="4381500" y="3765550"/>
              <a:ext cx="50800" cy="50800"/>
            </a:xfrm>
            <a:prstGeom prst="rect">
              <a:avLst/>
            </a:prstGeom>
            <a:solidFill>
              <a:srgbClr val="070154"/>
            </a:solidFill>
            <a:ln>
              <a:noFill/>
            </a:ln>
          </p:spPr>
        </p:sp>
        <p:sp>
          <p:nvSpPr>
            <p:cNvPr id="28" name="node04.source-003.text"/>
            <p:cNvSpPr/>
            <p:nvPr/>
          </p:nvSpPr>
          <p:spPr>
            <a:xfrm>
              <a:off x="4572000" y="3657600"/>
              <a:ext cx="32385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Payer contract negotiation</a:t>
              </a:r>
              <a:endParaRPr lang="en-US" sz="1400" spc="0" kern="0" b="0" i="0" dirty="0">
                <a:solidFill>
                  <a:srgbClr val="070154"/>
                </a:solidFill>
                <a:latin typeface="IBM Plex Sans"/>
                <a:ea typeface="IBM Plex Sans"/>
                <a:cs typeface="IBM Plex Sans"/>
              </a:endParaRPr>
            </a:p>
          </p:txBody>
        </p:sp>
        <p:sp>
          <p:nvSpPr>
            <p:cNvPr id="29" name="node04.source-004.bullet"/>
            <p:cNvSpPr/>
            <p:nvPr/>
          </p:nvSpPr>
          <p:spPr>
            <a:xfrm>
              <a:off x="4381500" y="4108450"/>
              <a:ext cx="50800" cy="50800"/>
            </a:xfrm>
            <a:prstGeom prst="rect">
              <a:avLst/>
            </a:prstGeom>
            <a:solidFill>
              <a:srgbClr val="070154"/>
            </a:solidFill>
            <a:ln>
              <a:noFill/>
            </a:ln>
          </p:spPr>
        </p:sp>
        <p:sp>
          <p:nvSpPr>
            <p:cNvPr id="30" name="node04.source-004.text"/>
            <p:cNvSpPr/>
            <p:nvPr/>
          </p:nvSpPr>
          <p:spPr>
            <a:xfrm>
              <a:off x="4572000" y="4000500"/>
              <a:ext cx="32385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Network and hardware refresh</a:t>
              </a:r>
              <a:endParaRPr lang="en-US" sz="1400" spc="0" kern="0" b="0" i="0" dirty="0">
                <a:solidFill>
                  <a:srgbClr val="070154"/>
                </a:solidFill>
                <a:latin typeface="IBM Plex Sans"/>
                <a:ea typeface="IBM Plex Sans"/>
                <a:cs typeface="IBM Plex Sans"/>
              </a:endParaRPr>
            </a:p>
          </p:txBody>
        </p:sp>
      </p:grpSp>
      <p:grpSp>
        <p:nvGrpSpPr>
          <p:cNvPr id="52" name="node05"/>
          <p:cNvGrpSpPr/>
          <p:nvPr/>
        </p:nvGrpSpPr>
        <p:grpSpPr>
          <a:xfrm>
            <a:off x="723900" y="5029200"/>
            <a:ext cx="7086600" cy="685800"/>
            <a:chOff x="723900" y="5029200"/>
            <a:chExt cx="7086600" cy="685800"/>
          </a:xfrm>
        </p:grpSpPr>
        <p:sp>
          <p:nvSpPr>
            <p:cNvPr id="31" name="node05.surface"/>
            <p:cNvSpPr/>
            <p:nvPr/>
          </p:nvSpPr>
          <p:spPr>
            <a:xfrm>
              <a:off x="723900" y="5029200"/>
              <a:ext cx="7086600" cy="685800"/>
            </a:xfrm>
            <a:prstGeom prst="rect">
              <a:avLst/>
            </a:prstGeom>
            <a:solidFill>
              <a:srgbClr val="070154"/>
            </a:solidFill>
            <a:ln>
              <a:noFill/>
            </a:ln>
          </p:spPr>
        </p:sp>
        <p:sp>
          <p:nvSpPr>
            <p:cNvPr id="32" name="node05.text"/>
            <p:cNvSpPr/>
            <p:nvPr/>
          </p:nvSpPr>
          <p:spPr>
            <a:xfrm>
              <a:off x="876300" y="5238750"/>
              <a:ext cx="67818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FFFFFF"/>
                  </a:solidFill>
                  <a:latin typeface="IBM Plex Sans"/>
                  <a:ea typeface="IBM Plex Sans"/>
                  <a:cs typeface="IBM Plex Sans"/>
                </a:rPr>
                <a:t>Boundary rule: any change to the EHR build is a change request.</a:t>
              </a:r>
              <a:endParaRPr lang="en-US" sz="1400" spc="0" kern="0" b="0" i="0" dirty="0">
                <a:solidFill>
                  <a:srgbClr val="FFFFFF"/>
                </a:solidFill>
                <a:latin typeface="IBM Plex Sans"/>
                <a:ea typeface="IBM Plex Sans"/>
                <a:cs typeface="IBM Plex Sans"/>
              </a:endParaRPr>
            </a:p>
          </p:txBody>
        </p:sp>
      </p:grpSp>
      <p:grpSp>
        <p:nvGrpSpPr>
          <p:cNvPr id="53" name="node06"/>
          <p:cNvGrpSpPr/>
          <p:nvPr/>
        </p:nvGrpSpPr>
        <p:grpSpPr>
          <a:xfrm>
            <a:off x="8039100" y="457200"/>
            <a:ext cx="3429000" cy="5257800"/>
            <a:chOff x="8039100" y="457200"/>
            <a:chExt cx="3429000" cy="5257800"/>
          </a:xfrm>
        </p:grpSpPr>
        <p:sp>
          <p:nvSpPr>
            <p:cNvPr id="33" name="node06.container"/>
            <p:cNvSpPr/>
            <p:nvPr/>
          </p:nvSpPr>
          <p:spPr>
            <a:xfrm>
              <a:off x="8039100" y="457200"/>
              <a:ext cx="3429000" cy="5257800"/>
            </a:xfrm>
            <a:prstGeom prst="rect">
              <a:avLst/>
            </a:prstGeom>
            <a:solidFill>
              <a:srgbClr val="E8EEF8"/>
            </a:solidFill>
            <a:ln>
              <a:noFill/>
            </a:ln>
          </p:spPr>
        </p:sp>
        <p:sp>
          <p:nvSpPr>
            <p:cNvPr id="34" name="node06.label"/>
            <p:cNvSpPr/>
            <p:nvPr/>
          </p:nvSpPr>
          <p:spPr>
            <a:xfrm>
              <a:off x="8267700" y="685800"/>
              <a:ext cx="2971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TO CONFIRM</a:t>
              </a:r>
              <a:endParaRPr lang="en-US" sz="900" spc="54" kern="0" b="0" i="0" dirty="0">
                <a:solidFill>
                  <a:srgbClr val="0047FF"/>
                </a:solidFill>
                <a:latin typeface="IBM Plex Mono Medium"/>
                <a:ea typeface="IBM Plex Mono Medium"/>
                <a:cs typeface="IBM Plex Mono Medium"/>
              </a:endParaRPr>
            </a:p>
          </p:txBody>
        </p:sp>
        <p:sp>
          <p:nvSpPr>
            <p:cNvPr id="35" name="node06.title"/>
            <p:cNvSpPr/>
            <p:nvPr/>
          </p:nvSpPr>
          <p:spPr>
            <a:xfrm>
              <a:off x="8267700" y="914400"/>
              <a:ext cx="29718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Assumptions</a:t>
              </a:r>
              <a:endParaRPr lang="en-US" sz="1800" spc="-18" kern="0" b="0" i="0" dirty="0">
                <a:solidFill>
                  <a:srgbClr val="070154"/>
                </a:solidFill>
                <a:latin typeface="IBM Plex Sans SemiBold"/>
                <a:ea typeface="IBM Plex Sans SemiBold"/>
                <a:cs typeface="IBM Plex Sans SemiBold"/>
              </a:endParaRPr>
            </a:p>
          </p:txBody>
        </p:sp>
        <p:sp>
          <p:nvSpPr>
            <p:cNvPr id="36" name="node06.body.item-001.bullets.item-001.marker"/>
            <p:cNvSpPr/>
            <p:nvPr/>
          </p:nvSpPr>
          <p:spPr>
            <a:xfrm>
              <a:off x="8267700" y="1460500"/>
              <a:ext cx="38100" cy="38100"/>
            </a:xfrm>
            <a:prstGeom prst="rect">
              <a:avLst/>
            </a:prstGeom>
            <a:solidFill>
              <a:srgbClr val="070154"/>
            </a:solidFill>
            <a:ln>
              <a:noFill/>
            </a:ln>
          </p:spPr>
        </p:sp>
        <p:sp>
          <p:nvSpPr>
            <p:cNvPr id="37" name="node06.body.item-001.bullets.item-001.text"/>
            <p:cNvSpPr/>
            <p:nvPr/>
          </p:nvSpPr>
          <p:spPr>
            <a:xfrm>
              <a:off x="8420100" y="1371600"/>
              <a:ext cx="28194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Wave one covers four hospitals and 20 clinics</a:t>
              </a:r>
              <a:endParaRPr lang="en-US" sz="1200" spc="0" kern="0" b="0" i="0" dirty="0">
                <a:solidFill>
                  <a:srgbClr val="070154"/>
                </a:solidFill>
                <a:latin typeface="IBM Plex Sans"/>
                <a:ea typeface="IBM Plex Sans"/>
                <a:cs typeface="IBM Plex Sans"/>
              </a:endParaRPr>
            </a:p>
          </p:txBody>
        </p:sp>
        <p:sp>
          <p:nvSpPr>
            <p:cNvPr id="38" name="node06.body.item-001.bullets.item-002.marker"/>
            <p:cNvSpPr/>
            <p:nvPr/>
          </p:nvSpPr>
          <p:spPr>
            <a:xfrm>
              <a:off x="8267700" y="1955800"/>
              <a:ext cx="38100" cy="38100"/>
            </a:xfrm>
            <a:prstGeom prst="rect">
              <a:avLst/>
            </a:prstGeom>
            <a:solidFill>
              <a:srgbClr val="070154"/>
            </a:solidFill>
            <a:ln>
              <a:noFill/>
            </a:ln>
          </p:spPr>
        </p:sp>
        <p:sp>
          <p:nvSpPr>
            <p:cNvPr id="39" name="node06.body.item-001.bullets.item-002.text"/>
            <p:cNvSpPr/>
            <p:nvPr/>
          </p:nvSpPr>
          <p:spPr>
            <a:xfrm>
              <a:off x="8420100" y="1866900"/>
              <a:ext cx="28194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We receive read access to all three schedulers</a:t>
              </a:r>
              <a:endParaRPr lang="en-US" sz="1200" spc="0" kern="0" b="0" i="0" dirty="0">
                <a:solidFill>
                  <a:srgbClr val="070154"/>
                </a:solidFill>
                <a:latin typeface="IBM Plex Sans"/>
                <a:ea typeface="IBM Plex Sans"/>
                <a:cs typeface="IBM Plex Sans"/>
              </a:endParaRPr>
            </a:p>
          </p:txBody>
        </p:sp>
        <p:sp>
          <p:nvSpPr>
            <p:cNvPr id="40" name="node06.body.item-001.bullets.item-003.marker"/>
            <p:cNvSpPr/>
            <p:nvPr/>
          </p:nvSpPr>
          <p:spPr>
            <a:xfrm>
              <a:off x="8267700" y="2451100"/>
              <a:ext cx="38100" cy="38100"/>
            </a:xfrm>
            <a:prstGeom prst="rect">
              <a:avLst/>
            </a:prstGeom>
            <a:solidFill>
              <a:srgbClr val="070154"/>
            </a:solidFill>
            <a:ln>
              <a:noFill/>
            </a:ln>
          </p:spPr>
        </p:sp>
        <p:sp>
          <p:nvSpPr>
            <p:cNvPr id="41" name="node06.body.item-001.bullets.item-003.text"/>
            <p:cNvSpPr/>
            <p:nvPr/>
          </p:nvSpPr>
          <p:spPr>
            <a:xfrm>
              <a:off x="8420100" y="2362200"/>
              <a:ext cx="28194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One leader owns access and billing decisions</a:t>
              </a:r>
              <a:endParaRPr lang="en-US" sz="1200" spc="0" kern="0" b="0" i="0" dirty="0">
                <a:solidFill>
                  <a:srgbClr val="070154"/>
                </a:solidFill>
                <a:latin typeface="IBM Plex Sans"/>
                <a:ea typeface="IBM Plex Sans"/>
                <a:cs typeface="IBM Plex Sans"/>
              </a:endParaRPr>
            </a:p>
          </p:txBody>
        </p:sp>
        <p:sp>
          <p:nvSpPr>
            <p:cNvPr id="42" name="node06.body.item-001.bullets.item-004.marker"/>
            <p:cNvSpPr/>
            <p:nvPr/>
          </p:nvSpPr>
          <p:spPr>
            <a:xfrm>
              <a:off x="8267700" y="2946400"/>
              <a:ext cx="38100" cy="38100"/>
            </a:xfrm>
            <a:prstGeom prst="rect">
              <a:avLst/>
            </a:prstGeom>
            <a:solidFill>
              <a:srgbClr val="070154"/>
            </a:solidFill>
            <a:ln>
              <a:noFill/>
            </a:ln>
          </p:spPr>
        </p:sp>
        <p:sp>
          <p:nvSpPr>
            <p:cNvPr id="43" name="node06.body.item-001.bullets.item-004.text"/>
            <p:cNvSpPr/>
            <p:nvPr/>
          </p:nvSpPr>
          <p:spPr>
            <a:xfrm>
              <a:off x="8420100" y="2857500"/>
              <a:ext cx="281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The Q3 go-live date is fixed</a:t>
              </a:r>
              <a:endParaRPr lang="en-US" sz="1200" spc="0" kern="0" b="0" i="0" dirty="0">
                <a:solidFill>
                  <a:srgbClr val="070154"/>
                </a:solidFill>
                <a:latin typeface="IBM Plex Sans"/>
                <a:ea typeface="IBM Plex Sans"/>
                <a:cs typeface="IBM Plex Sans"/>
              </a:endParaRPr>
            </a:p>
          </p:txBody>
        </p:sp>
        <p:sp>
          <p:nvSpPr>
            <p:cNvPr id="44" name="node06.body.item-001.bullets.item-005.marker"/>
            <p:cNvSpPr/>
            <p:nvPr/>
          </p:nvSpPr>
          <p:spPr>
            <a:xfrm>
              <a:off x="8267700" y="3213100"/>
              <a:ext cx="38100" cy="38100"/>
            </a:xfrm>
            <a:prstGeom prst="rect">
              <a:avLst/>
            </a:prstGeom>
            <a:solidFill>
              <a:srgbClr val="070154"/>
            </a:solidFill>
            <a:ln>
              <a:noFill/>
            </a:ln>
          </p:spPr>
        </p:sp>
        <p:sp>
          <p:nvSpPr>
            <p:cNvPr id="45" name="node06.body.item-001.bullets.item-005.text"/>
            <p:cNvSpPr/>
            <p:nvPr/>
          </p:nvSpPr>
          <p:spPr>
            <a:xfrm>
              <a:off x="8420100" y="3124200"/>
              <a:ext cx="281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Phase one funding is approved</a:t>
              </a:r>
              <a:endParaRPr lang="en-US" sz="1200" spc="0" kern="0" b="0" i="0" dirty="0">
                <a:solidFill>
                  <a:srgbClr val="070154"/>
                </a:solidFill>
                <a:latin typeface="IBM Plex Sans"/>
                <a:ea typeface="IBM Plex Sans"/>
                <a:cs typeface="IBM Plex Sans"/>
              </a:endParaRPr>
            </a:p>
          </p:txBody>
        </p:sp>
        <p:sp>
          <p:nvSpPr>
            <p:cNvPr id="46" name="node06.body.item-001.bullets.item-006.marker"/>
            <p:cNvSpPr/>
            <p:nvPr/>
          </p:nvSpPr>
          <p:spPr>
            <a:xfrm>
              <a:off x="8267700" y="3479800"/>
              <a:ext cx="38100" cy="38100"/>
            </a:xfrm>
            <a:prstGeom prst="rect">
              <a:avLst/>
            </a:prstGeom>
            <a:solidFill>
              <a:srgbClr val="070154"/>
            </a:solidFill>
            <a:ln>
              <a:noFill/>
            </a:ln>
          </p:spPr>
        </p:sp>
        <p:sp>
          <p:nvSpPr>
            <p:cNvPr id="47" name="node06.body.item-001.bullets.item-006.text"/>
            <p:cNvSpPr/>
            <p:nvPr/>
          </p:nvSpPr>
          <p:spPr>
            <a:xfrm>
              <a:off x="8420100" y="3390900"/>
              <a:ext cx="281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Northfield names one executive sponsor</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name="source-572">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OUR UNDERSTANDING</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Three scheduling tools and one EHR date shape the ask</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Sample figures for layout only; replace with the client's RFP and engagement facts before use.</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181</a:t>
            </a:fld>
            <a:endParaRPr lang="en-US" sz="700" spc="0" kern="0" b="0" i="0" dirty="0">
              <a:solidFill>
                <a:srgbClr val="070154"/>
              </a:solidFill>
              <a:latin typeface="IBM Plex Mono SemiBold"/>
              <a:ea typeface="IBM Plex Mono SemiBold"/>
              <a:cs typeface="IBM Plex Mono SemiBold"/>
            </a:endParaRPr>
          </a:p>
        </p:txBody>
      </p:sp>
      <p:grpSp>
        <p:nvGrpSpPr>
          <p:cNvPr id="51" name="node01"/>
          <p:cNvGrpSpPr/>
          <p:nvPr/>
        </p:nvGrpSpPr>
        <p:grpSpPr>
          <a:xfrm>
            <a:off x="723900" y="1600200"/>
            <a:ext cx="3429000" cy="609600"/>
            <a:chOff x="723900" y="1600200"/>
            <a:chExt cx="3429000" cy="609600"/>
          </a:xfrm>
        </p:grpSpPr>
        <p:sp>
          <p:nvSpPr>
            <p:cNvPr id="7" name="node01.rule"/>
            <p:cNvSpPr/>
            <p:nvPr/>
          </p:nvSpPr>
          <p:spPr>
            <a:xfrm>
              <a:off x="723900" y="1600200"/>
              <a:ext cx="3429000" cy="38100"/>
            </a:xfrm>
            <a:prstGeom prst="rect">
              <a:avLst/>
            </a:prstGeom>
            <a:solidFill>
              <a:srgbClr val="070154"/>
            </a:solidFill>
            <a:ln>
              <a:noFill/>
            </a:ln>
          </p:spPr>
        </p:sp>
        <p:sp>
          <p:nvSpPr>
            <p:cNvPr id="8" name="node01.label"/>
            <p:cNvSpPr/>
            <p:nvPr/>
          </p:nvSpPr>
          <p:spPr>
            <a:xfrm>
              <a:off x="723900" y="1752600"/>
              <a:ext cx="3429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SITUATION</a:t>
              </a:r>
              <a:endParaRPr lang="en-US" sz="900" spc="54" kern="0" b="0" i="0" dirty="0">
                <a:solidFill>
                  <a:srgbClr val="0047FF"/>
                </a:solidFill>
                <a:latin typeface="IBM Plex Mono Medium"/>
                <a:ea typeface="IBM Plex Mono Medium"/>
                <a:cs typeface="IBM Plex Mono Medium"/>
              </a:endParaRPr>
            </a:p>
          </p:txBody>
        </p:sp>
        <p:sp>
          <p:nvSpPr>
            <p:cNvPr id="9" name="node01.title"/>
            <p:cNvSpPr/>
            <p:nvPr/>
          </p:nvSpPr>
          <p:spPr>
            <a:xfrm>
              <a:off x="723900" y="1905000"/>
              <a:ext cx="34290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Where Northfield stands</a:t>
              </a:r>
              <a:endParaRPr lang="en-US" sz="1800" spc="-18" kern="0" b="0" i="0" dirty="0">
                <a:solidFill>
                  <a:srgbClr val="070154"/>
                </a:solidFill>
                <a:latin typeface="IBM Plex Sans SemiBold"/>
                <a:ea typeface="IBM Plex Sans SemiBold"/>
                <a:cs typeface="IBM Plex Sans SemiBold"/>
              </a:endParaRPr>
            </a:p>
          </p:txBody>
        </p:sp>
      </p:grpSp>
      <p:grpSp>
        <p:nvGrpSpPr>
          <p:cNvPr id="52" name="node02"/>
          <p:cNvGrpSpPr/>
          <p:nvPr/>
        </p:nvGrpSpPr>
        <p:grpSpPr>
          <a:xfrm>
            <a:off x="723900" y="2514600"/>
            <a:ext cx="3429000" cy="990600"/>
            <a:chOff x="723900" y="2514600"/>
            <a:chExt cx="3429000" cy="990600"/>
          </a:xfrm>
        </p:grpSpPr>
        <p:sp>
          <p:nvSpPr>
            <p:cNvPr id="10" name="node02.source-001.bullet"/>
            <p:cNvSpPr/>
            <p:nvPr/>
          </p:nvSpPr>
          <p:spPr>
            <a:xfrm>
              <a:off x="723900" y="2603500"/>
              <a:ext cx="38100" cy="38100"/>
            </a:xfrm>
            <a:prstGeom prst="rect">
              <a:avLst/>
            </a:prstGeom>
            <a:solidFill>
              <a:srgbClr val="070154"/>
            </a:solidFill>
            <a:ln>
              <a:noFill/>
            </a:ln>
          </p:spPr>
        </p:sp>
        <p:sp>
          <p:nvSpPr>
            <p:cNvPr id="11" name="node02.source-001.text"/>
            <p:cNvSpPr/>
            <p:nvPr/>
          </p:nvSpPr>
          <p:spPr>
            <a:xfrm>
              <a:off x="876300" y="2514600"/>
              <a:ext cx="32766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Seven hospitals and 64 clinics run three scheduling tools</a:t>
              </a:r>
              <a:endParaRPr lang="en-US" sz="1200" spc="0" kern="0" b="0" i="0" dirty="0">
                <a:solidFill>
                  <a:srgbClr val="070154"/>
                </a:solidFill>
                <a:latin typeface="IBM Plex Sans"/>
                <a:ea typeface="IBM Plex Sans"/>
                <a:cs typeface="IBM Plex Sans"/>
              </a:endParaRPr>
            </a:p>
          </p:txBody>
        </p:sp>
        <p:sp>
          <p:nvSpPr>
            <p:cNvPr id="12" name="node02.source-002.bullet"/>
            <p:cNvSpPr/>
            <p:nvPr/>
          </p:nvSpPr>
          <p:spPr>
            <a:xfrm>
              <a:off x="723900" y="3098800"/>
              <a:ext cx="38100" cy="38100"/>
            </a:xfrm>
            <a:prstGeom prst="rect">
              <a:avLst/>
            </a:prstGeom>
            <a:solidFill>
              <a:srgbClr val="070154"/>
            </a:solidFill>
            <a:ln>
              <a:noFill/>
            </a:ln>
          </p:spPr>
        </p:sp>
        <p:sp>
          <p:nvSpPr>
            <p:cNvPr id="13" name="node02.source-002.text"/>
            <p:cNvSpPr/>
            <p:nvPr/>
          </p:nvSpPr>
          <p:spPr>
            <a:xfrm>
              <a:off x="876300" y="30099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Registration quality varies by site</a:t>
              </a:r>
              <a:endParaRPr lang="en-US" sz="1200" spc="0" kern="0" b="0" i="0" dirty="0">
                <a:solidFill>
                  <a:srgbClr val="070154"/>
                </a:solidFill>
                <a:latin typeface="IBM Plex Sans"/>
                <a:ea typeface="IBM Plex Sans"/>
                <a:cs typeface="IBM Plex Sans"/>
              </a:endParaRPr>
            </a:p>
          </p:txBody>
        </p:sp>
        <p:sp>
          <p:nvSpPr>
            <p:cNvPr id="14" name="node02.source-003.bullet"/>
            <p:cNvSpPr/>
            <p:nvPr/>
          </p:nvSpPr>
          <p:spPr>
            <a:xfrm>
              <a:off x="723900" y="3365500"/>
              <a:ext cx="38100" cy="38100"/>
            </a:xfrm>
            <a:prstGeom prst="rect">
              <a:avLst/>
            </a:prstGeom>
            <a:solidFill>
              <a:srgbClr val="070154"/>
            </a:solidFill>
            <a:ln>
              <a:noFill/>
            </a:ln>
          </p:spPr>
        </p:sp>
        <p:sp>
          <p:nvSpPr>
            <p:cNvPr id="15" name="node02.source-003.text"/>
            <p:cNvSpPr/>
            <p:nvPr/>
          </p:nvSpPr>
          <p:spPr>
            <a:xfrm>
              <a:off x="876300" y="32766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Three acquisitions in four years</a:t>
              </a:r>
              <a:endParaRPr lang="en-US" sz="1200" spc="0" kern="0" b="0" i="0" dirty="0">
                <a:solidFill>
                  <a:srgbClr val="070154"/>
                </a:solidFill>
                <a:latin typeface="IBM Plex Sans"/>
                <a:ea typeface="IBM Plex Sans"/>
                <a:cs typeface="IBM Plex Sans"/>
              </a:endParaRPr>
            </a:p>
          </p:txBody>
        </p:sp>
      </p:grpSp>
      <p:sp>
        <p:nvSpPr>
          <p:cNvPr id="16" name="node03"/>
          <p:cNvSpPr/>
          <p:nvPr/>
        </p:nvSpPr>
        <p:spPr>
          <a:xfrm>
            <a:off x="723900" y="3657600"/>
            <a:ext cx="3429000" cy="9525"/>
          </a:xfrm>
          <a:prstGeom prst="rect">
            <a:avLst/>
          </a:prstGeom>
          <a:solidFill>
            <a:srgbClr val="CED7E6"/>
          </a:solidFill>
          <a:ln>
            <a:noFill/>
          </a:ln>
        </p:spPr>
      </p:sp>
      <p:grpSp>
        <p:nvGrpSpPr>
          <p:cNvPr id="53" name="node04"/>
          <p:cNvGrpSpPr/>
          <p:nvPr/>
        </p:nvGrpSpPr>
        <p:grpSpPr>
          <a:xfrm>
            <a:off x="723900" y="3810000"/>
            <a:ext cx="1600200" cy="954850"/>
            <a:chOff x="723900" y="3810000"/>
            <a:chExt cx="1600200" cy="954850"/>
          </a:xfrm>
        </p:grpSpPr>
        <p:sp>
          <p:nvSpPr>
            <p:cNvPr id="17" name="node04.value"/>
            <p:cNvSpPr/>
            <p:nvPr/>
          </p:nvSpPr>
          <p:spPr>
            <a:xfrm>
              <a:off x="723900" y="3810000"/>
              <a:ext cx="1600200" cy="611950"/>
            </a:xfrm>
            <a:prstGeom prst="rect">
              <a:avLst/>
            </a:prstGeom>
            <a:noFill/>
            <a:ln/>
          </p:spPr>
          <p:txBody>
            <a:bodyPr wrap="square" lIns="0" tIns="0" rIns="0" bIns="0" rtlCol="0" anchor="t"/>
            <a:lstStyle/>
            <a:p>
              <a:pPr algn="l" indent="0" marL="0">
                <a:lnSpc>
                  <a:spcPts val="4800"/>
                </a:lnSpc>
                <a:buNone/>
              </a:pPr>
              <a:r>
                <a:rPr lang="en-US" sz="4800" spc="-96" kern="0" b="0" i="0" dirty="0">
                  <a:solidFill>
                    <a:srgbClr val="070154"/>
                  </a:solidFill>
                  <a:latin typeface="IBM Plex Mono SemiBold"/>
                  <a:ea typeface="IBM Plex Mono SemiBold"/>
                  <a:cs typeface="IBM Plex Mono SemiBold"/>
                </a:rPr>
                <a:t>3</a:t>
              </a:r>
              <a:endParaRPr lang="en-US" sz="4800" spc="-96" kern="0" b="0" i="0" dirty="0">
                <a:solidFill>
                  <a:srgbClr val="070154"/>
                </a:solidFill>
                <a:latin typeface="IBM Plex Mono SemiBold"/>
                <a:ea typeface="IBM Plex Mono SemiBold"/>
                <a:cs typeface="IBM Plex Mono SemiBold"/>
              </a:endParaRPr>
            </a:p>
          </p:txBody>
        </p:sp>
        <p:sp>
          <p:nvSpPr>
            <p:cNvPr id="18" name="node04.label"/>
            <p:cNvSpPr/>
            <p:nvPr/>
          </p:nvSpPr>
          <p:spPr>
            <a:xfrm>
              <a:off x="723900" y="4498150"/>
              <a:ext cx="16002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scheduling tools</a:t>
              </a:r>
              <a:endParaRPr lang="en-US" sz="1400" spc="0" kern="0" b="0" i="0" dirty="0">
                <a:solidFill>
                  <a:srgbClr val="50658E"/>
                </a:solidFill>
                <a:latin typeface="IBM Plex Sans"/>
                <a:ea typeface="IBM Plex Sans"/>
                <a:cs typeface="IBM Plex Sans"/>
              </a:endParaRPr>
            </a:p>
          </p:txBody>
        </p:sp>
      </p:grpSp>
      <p:grpSp>
        <p:nvGrpSpPr>
          <p:cNvPr id="54" name="node05"/>
          <p:cNvGrpSpPr/>
          <p:nvPr/>
        </p:nvGrpSpPr>
        <p:grpSpPr>
          <a:xfrm>
            <a:off x="2552700" y="3810000"/>
            <a:ext cx="1600200" cy="954850"/>
            <a:chOff x="2552700" y="3810000"/>
            <a:chExt cx="1600200" cy="954850"/>
          </a:xfrm>
        </p:grpSpPr>
        <p:sp>
          <p:nvSpPr>
            <p:cNvPr id="19" name="node05.value"/>
            <p:cNvSpPr/>
            <p:nvPr/>
          </p:nvSpPr>
          <p:spPr>
            <a:xfrm>
              <a:off x="2552700" y="3810000"/>
              <a:ext cx="1600200" cy="611950"/>
            </a:xfrm>
            <a:prstGeom prst="rect">
              <a:avLst/>
            </a:prstGeom>
            <a:noFill/>
            <a:ln/>
          </p:spPr>
          <p:txBody>
            <a:bodyPr wrap="square" lIns="0" tIns="0" rIns="0" bIns="0" rtlCol="0" anchor="t"/>
            <a:lstStyle/>
            <a:p>
              <a:pPr algn="l" indent="0" marL="0">
                <a:lnSpc>
                  <a:spcPts val="4800"/>
                </a:lnSpc>
                <a:buNone/>
              </a:pPr>
              <a:r>
                <a:rPr lang="en-US" sz="4800" spc="-96" kern="0" b="0" i="0" dirty="0">
                  <a:solidFill>
                    <a:srgbClr val="070154"/>
                  </a:solidFill>
                  <a:latin typeface="IBM Plex Mono SemiBold"/>
                  <a:ea typeface="IBM Plex Mono SemiBold"/>
                  <a:cs typeface="IBM Plex Mono SemiBold"/>
                </a:rPr>
                <a:t>71</a:t>
              </a:r>
              <a:endParaRPr lang="en-US" sz="4800" spc="-96" kern="0" b="0" i="0" dirty="0">
                <a:solidFill>
                  <a:srgbClr val="070154"/>
                </a:solidFill>
                <a:latin typeface="IBM Plex Mono SemiBold"/>
                <a:ea typeface="IBM Plex Mono SemiBold"/>
                <a:cs typeface="IBM Plex Mono SemiBold"/>
              </a:endParaRPr>
            </a:p>
          </p:txBody>
        </p:sp>
        <p:sp>
          <p:nvSpPr>
            <p:cNvPr id="20" name="node05.label"/>
            <p:cNvSpPr/>
            <p:nvPr/>
          </p:nvSpPr>
          <p:spPr>
            <a:xfrm>
              <a:off x="2552700" y="4498150"/>
              <a:ext cx="16002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sites to align</a:t>
              </a:r>
              <a:endParaRPr lang="en-US" sz="1400" spc="0" kern="0" b="0" i="0" dirty="0">
                <a:solidFill>
                  <a:srgbClr val="50658E"/>
                </a:solidFill>
                <a:latin typeface="IBM Plex Sans"/>
                <a:ea typeface="IBM Plex Sans"/>
                <a:cs typeface="IBM Plex Sans"/>
              </a:endParaRPr>
            </a:p>
          </p:txBody>
        </p:sp>
      </p:grpSp>
      <p:grpSp>
        <p:nvGrpSpPr>
          <p:cNvPr id="55" name="node06"/>
          <p:cNvGrpSpPr/>
          <p:nvPr/>
        </p:nvGrpSpPr>
        <p:grpSpPr>
          <a:xfrm>
            <a:off x="4381500" y="1600200"/>
            <a:ext cx="3429000" cy="609600"/>
            <a:chOff x="4381500" y="1600200"/>
            <a:chExt cx="3429000" cy="609600"/>
          </a:xfrm>
        </p:grpSpPr>
        <p:sp>
          <p:nvSpPr>
            <p:cNvPr id="21" name="node06.rule"/>
            <p:cNvSpPr/>
            <p:nvPr/>
          </p:nvSpPr>
          <p:spPr>
            <a:xfrm>
              <a:off x="4381500" y="1600200"/>
              <a:ext cx="3429000" cy="38100"/>
            </a:xfrm>
            <a:prstGeom prst="rect">
              <a:avLst/>
            </a:prstGeom>
            <a:solidFill>
              <a:srgbClr val="070154"/>
            </a:solidFill>
            <a:ln>
              <a:noFill/>
            </a:ln>
          </p:spPr>
        </p:sp>
        <p:sp>
          <p:nvSpPr>
            <p:cNvPr id="22" name="node06.label"/>
            <p:cNvSpPr/>
            <p:nvPr/>
          </p:nvSpPr>
          <p:spPr>
            <a:xfrm>
              <a:off x="4381500" y="1752600"/>
              <a:ext cx="3429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COMPLICATION</a:t>
              </a:r>
              <a:endParaRPr lang="en-US" sz="900" spc="54" kern="0" b="0" i="0" dirty="0">
                <a:solidFill>
                  <a:srgbClr val="0047FF"/>
                </a:solidFill>
                <a:latin typeface="IBM Plex Mono Medium"/>
                <a:ea typeface="IBM Plex Mono Medium"/>
                <a:cs typeface="IBM Plex Mono Medium"/>
              </a:endParaRPr>
            </a:p>
          </p:txBody>
        </p:sp>
        <p:sp>
          <p:nvSpPr>
            <p:cNvPr id="23" name="node06.title"/>
            <p:cNvSpPr/>
            <p:nvPr/>
          </p:nvSpPr>
          <p:spPr>
            <a:xfrm>
              <a:off x="4381500" y="1905000"/>
              <a:ext cx="34290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What is getting in the way</a:t>
              </a:r>
              <a:endParaRPr lang="en-US" sz="1800" spc="-18" kern="0" b="0" i="0" dirty="0">
                <a:solidFill>
                  <a:srgbClr val="070154"/>
                </a:solidFill>
                <a:latin typeface="IBM Plex Sans SemiBold"/>
                <a:ea typeface="IBM Plex Sans SemiBold"/>
                <a:cs typeface="IBM Plex Sans SemiBold"/>
              </a:endParaRPr>
            </a:p>
          </p:txBody>
        </p:sp>
      </p:grpSp>
      <p:grpSp>
        <p:nvGrpSpPr>
          <p:cNvPr id="56" name="node07"/>
          <p:cNvGrpSpPr/>
          <p:nvPr/>
        </p:nvGrpSpPr>
        <p:grpSpPr>
          <a:xfrm>
            <a:off x="4381500" y="2514600"/>
            <a:ext cx="3429000" cy="762000"/>
            <a:chOff x="4381500" y="2514600"/>
            <a:chExt cx="3429000" cy="762000"/>
          </a:xfrm>
        </p:grpSpPr>
        <p:sp>
          <p:nvSpPr>
            <p:cNvPr id="24" name="node07.source-001.bullet"/>
            <p:cNvSpPr/>
            <p:nvPr/>
          </p:nvSpPr>
          <p:spPr>
            <a:xfrm>
              <a:off x="4381500" y="2603500"/>
              <a:ext cx="38100" cy="38100"/>
            </a:xfrm>
            <a:prstGeom prst="rect">
              <a:avLst/>
            </a:prstGeom>
            <a:solidFill>
              <a:srgbClr val="070154"/>
            </a:solidFill>
            <a:ln>
              <a:noFill/>
            </a:ln>
          </p:spPr>
        </p:sp>
        <p:sp>
          <p:nvSpPr>
            <p:cNvPr id="25" name="node07.source-001.text"/>
            <p:cNvSpPr/>
            <p:nvPr/>
          </p:nvSpPr>
          <p:spPr>
            <a:xfrm>
              <a:off x="4533900" y="25146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Front-end errors reach the claim</a:t>
              </a:r>
              <a:endParaRPr lang="en-US" sz="1200" spc="0" kern="0" b="0" i="0" dirty="0">
                <a:solidFill>
                  <a:srgbClr val="070154"/>
                </a:solidFill>
                <a:latin typeface="IBM Plex Sans"/>
                <a:ea typeface="IBM Plex Sans"/>
                <a:cs typeface="IBM Plex Sans"/>
              </a:endParaRPr>
            </a:p>
          </p:txBody>
        </p:sp>
        <p:sp>
          <p:nvSpPr>
            <p:cNvPr id="26" name="node07.source-002.bullet"/>
            <p:cNvSpPr/>
            <p:nvPr/>
          </p:nvSpPr>
          <p:spPr>
            <a:xfrm>
              <a:off x="4381500" y="2870200"/>
              <a:ext cx="38100" cy="38100"/>
            </a:xfrm>
            <a:prstGeom prst="rect">
              <a:avLst/>
            </a:prstGeom>
            <a:solidFill>
              <a:srgbClr val="070154"/>
            </a:solidFill>
            <a:ln>
              <a:noFill/>
            </a:ln>
          </p:spPr>
        </p:sp>
        <p:sp>
          <p:nvSpPr>
            <p:cNvPr id="27" name="node07.source-002.text"/>
            <p:cNvSpPr/>
            <p:nvPr/>
          </p:nvSpPr>
          <p:spPr>
            <a:xfrm>
              <a:off x="4533900" y="27813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Patients repeat the same details at each step</a:t>
              </a:r>
              <a:endParaRPr lang="en-US" sz="1200" spc="0" kern="0" b="0" i="0" dirty="0">
                <a:solidFill>
                  <a:srgbClr val="070154"/>
                </a:solidFill>
                <a:latin typeface="IBM Plex Sans"/>
                <a:ea typeface="IBM Plex Sans"/>
                <a:cs typeface="IBM Plex Sans"/>
              </a:endParaRPr>
            </a:p>
          </p:txBody>
        </p:sp>
        <p:sp>
          <p:nvSpPr>
            <p:cNvPr id="28" name="node07.source-003.bullet"/>
            <p:cNvSpPr/>
            <p:nvPr/>
          </p:nvSpPr>
          <p:spPr>
            <a:xfrm>
              <a:off x="4381500" y="3136900"/>
              <a:ext cx="38100" cy="38100"/>
            </a:xfrm>
            <a:prstGeom prst="rect">
              <a:avLst/>
            </a:prstGeom>
            <a:solidFill>
              <a:srgbClr val="070154"/>
            </a:solidFill>
            <a:ln>
              <a:noFill/>
            </a:ln>
          </p:spPr>
        </p:sp>
        <p:sp>
          <p:nvSpPr>
            <p:cNvPr id="29" name="node07.source-003.text"/>
            <p:cNvSpPr/>
            <p:nvPr/>
          </p:nvSpPr>
          <p:spPr>
            <a:xfrm>
              <a:off x="4533900" y="30480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Access and billing answer to different leaders</a:t>
              </a:r>
              <a:endParaRPr lang="en-US" sz="1200" spc="0" kern="0" b="0" i="0" dirty="0">
                <a:solidFill>
                  <a:srgbClr val="070154"/>
                </a:solidFill>
                <a:latin typeface="IBM Plex Sans"/>
                <a:ea typeface="IBM Plex Sans"/>
                <a:cs typeface="IBM Plex Sans"/>
              </a:endParaRPr>
            </a:p>
          </p:txBody>
        </p:sp>
      </p:grpSp>
      <p:sp>
        <p:nvSpPr>
          <p:cNvPr id="30" name="node08"/>
          <p:cNvSpPr/>
          <p:nvPr/>
        </p:nvSpPr>
        <p:spPr>
          <a:xfrm>
            <a:off x="4381500" y="3657600"/>
            <a:ext cx="3429000" cy="9525"/>
          </a:xfrm>
          <a:prstGeom prst="rect">
            <a:avLst/>
          </a:prstGeom>
          <a:solidFill>
            <a:srgbClr val="CED7E6"/>
          </a:solidFill>
          <a:ln>
            <a:noFill/>
          </a:ln>
        </p:spPr>
      </p:sp>
      <p:grpSp>
        <p:nvGrpSpPr>
          <p:cNvPr id="57" name="node09"/>
          <p:cNvGrpSpPr/>
          <p:nvPr/>
        </p:nvGrpSpPr>
        <p:grpSpPr>
          <a:xfrm>
            <a:off x="4381500" y="3810000"/>
            <a:ext cx="1600200" cy="954850"/>
            <a:chOff x="4381500" y="3810000"/>
            <a:chExt cx="1600200" cy="954850"/>
          </a:xfrm>
        </p:grpSpPr>
        <p:sp>
          <p:nvSpPr>
            <p:cNvPr id="31" name="node09.value"/>
            <p:cNvSpPr/>
            <p:nvPr/>
          </p:nvSpPr>
          <p:spPr>
            <a:xfrm>
              <a:off x="4381500" y="3810000"/>
              <a:ext cx="1600200" cy="611950"/>
            </a:xfrm>
            <a:prstGeom prst="rect">
              <a:avLst/>
            </a:prstGeom>
            <a:noFill/>
            <a:ln/>
          </p:spPr>
          <p:txBody>
            <a:bodyPr wrap="square" lIns="0" tIns="0" rIns="0" bIns="0" rtlCol="0" anchor="t"/>
            <a:lstStyle/>
            <a:p>
              <a:pPr algn="l" indent="0" marL="0">
                <a:lnSpc>
                  <a:spcPts val="4800"/>
                </a:lnSpc>
                <a:buNone/>
              </a:pPr>
              <a:r>
                <a:rPr lang="en-US" sz="4800" spc="-96" kern="0" b="0" i="0" dirty="0">
                  <a:solidFill>
                    <a:srgbClr val="070154"/>
                  </a:solidFill>
                  <a:latin typeface="IBM Plex Mono SemiBold"/>
                  <a:ea typeface="IBM Plex Mono SemiBold"/>
                  <a:cs typeface="IBM Plex Mono SemiBold"/>
                </a:rPr>
                <a:t>11%</a:t>
              </a:r>
              <a:endParaRPr lang="en-US" sz="4800" spc="-96" kern="0" b="0" i="0" dirty="0">
                <a:solidFill>
                  <a:srgbClr val="070154"/>
                </a:solidFill>
                <a:latin typeface="IBM Plex Mono SemiBold"/>
                <a:ea typeface="IBM Plex Mono SemiBold"/>
                <a:cs typeface="IBM Plex Mono SemiBold"/>
              </a:endParaRPr>
            </a:p>
          </p:txBody>
        </p:sp>
        <p:sp>
          <p:nvSpPr>
            <p:cNvPr id="32" name="node09.label"/>
            <p:cNvSpPr/>
            <p:nvPr/>
          </p:nvSpPr>
          <p:spPr>
            <a:xfrm>
              <a:off x="4381500" y="4498150"/>
              <a:ext cx="16002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denials at intake</a:t>
              </a:r>
              <a:endParaRPr lang="en-US" sz="1400" spc="0" kern="0" b="0" i="0" dirty="0">
                <a:solidFill>
                  <a:srgbClr val="50658E"/>
                </a:solidFill>
                <a:latin typeface="IBM Plex Sans"/>
                <a:ea typeface="IBM Plex Sans"/>
                <a:cs typeface="IBM Plex Sans"/>
              </a:endParaRPr>
            </a:p>
          </p:txBody>
        </p:sp>
      </p:grpSp>
      <p:grpSp>
        <p:nvGrpSpPr>
          <p:cNvPr id="58" name="node10"/>
          <p:cNvGrpSpPr/>
          <p:nvPr/>
        </p:nvGrpSpPr>
        <p:grpSpPr>
          <a:xfrm>
            <a:off x="6210300" y="3810000"/>
            <a:ext cx="1600200" cy="954850"/>
            <a:chOff x="6210300" y="3810000"/>
            <a:chExt cx="1600200" cy="954850"/>
          </a:xfrm>
        </p:grpSpPr>
        <p:sp>
          <p:nvSpPr>
            <p:cNvPr id="33" name="node10.value"/>
            <p:cNvSpPr/>
            <p:nvPr/>
          </p:nvSpPr>
          <p:spPr>
            <a:xfrm>
              <a:off x="6210300" y="3810000"/>
              <a:ext cx="1600200" cy="611950"/>
            </a:xfrm>
            <a:prstGeom prst="rect">
              <a:avLst/>
            </a:prstGeom>
            <a:noFill/>
            <a:ln/>
          </p:spPr>
          <p:txBody>
            <a:bodyPr wrap="square" lIns="0" tIns="0" rIns="0" bIns="0" rtlCol="0" anchor="t"/>
            <a:lstStyle/>
            <a:p>
              <a:pPr algn="l" indent="0" marL="0">
                <a:lnSpc>
                  <a:spcPts val="4800"/>
                </a:lnSpc>
                <a:buNone/>
              </a:pPr>
              <a:r>
                <a:rPr lang="en-US" sz="4800" spc="-96" kern="0" b="0" i="0" dirty="0">
                  <a:solidFill>
                    <a:srgbClr val="070154"/>
                  </a:solidFill>
                  <a:latin typeface="IBM Plex Mono SemiBold"/>
                  <a:ea typeface="IBM Plex Mono SemiBold"/>
                  <a:cs typeface="IBM Plex Mono SemiBold"/>
                </a:rPr>
                <a:t>52</a:t>
              </a:r>
              <a:endParaRPr lang="en-US" sz="4800" spc="-96" kern="0" b="0" i="0" dirty="0">
                <a:solidFill>
                  <a:srgbClr val="070154"/>
                </a:solidFill>
                <a:latin typeface="IBM Plex Mono SemiBold"/>
                <a:ea typeface="IBM Plex Mono SemiBold"/>
                <a:cs typeface="IBM Plex Mono SemiBold"/>
              </a:endParaRPr>
            </a:p>
          </p:txBody>
        </p:sp>
        <p:sp>
          <p:nvSpPr>
            <p:cNvPr id="34" name="node10.label"/>
            <p:cNvSpPr/>
            <p:nvPr/>
          </p:nvSpPr>
          <p:spPr>
            <a:xfrm>
              <a:off x="6210300" y="4498150"/>
              <a:ext cx="16002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days in A/R</a:t>
              </a:r>
              <a:endParaRPr lang="en-US" sz="1400" spc="0" kern="0" b="0" i="0" dirty="0">
                <a:solidFill>
                  <a:srgbClr val="50658E"/>
                </a:solidFill>
                <a:latin typeface="IBM Plex Sans"/>
                <a:ea typeface="IBM Plex Sans"/>
                <a:cs typeface="IBM Plex Sans"/>
              </a:endParaRPr>
            </a:p>
          </p:txBody>
        </p:sp>
      </p:grpSp>
      <p:grpSp>
        <p:nvGrpSpPr>
          <p:cNvPr id="59" name="node11"/>
          <p:cNvGrpSpPr/>
          <p:nvPr/>
        </p:nvGrpSpPr>
        <p:grpSpPr>
          <a:xfrm>
            <a:off x="8039100" y="1600200"/>
            <a:ext cx="3429000" cy="609600"/>
            <a:chOff x="8039100" y="1600200"/>
            <a:chExt cx="3429000" cy="609600"/>
          </a:xfrm>
        </p:grpSpPr>
        <p:sp>
          <p:nvSpPr>
            <p:cNvPr id="35" name="node11.rule"/>
            <p:cNvSpPr/>
            <p:nvPr/>
          </p:nvSpPr>
          <p:spPr>
            <a:xfrm>
              <a:off x="8039100" y="1600200"/>
              <a:ext cx="3429000" cy="38100"/>
            </a:xfrm>
            <a:prstGeom prst="rect">
              <a:avLst/>
            </a:prstGeom>
            <a:solidFill>
              <a:srgbClr val="070154"/>
            </a:solidFill>
            <a:ln>
              <a:noFill/>
            </a:ln>
          </p:spPr>
        </p:sp>
        <p:sp>
          <p:nvSpPr>
            <p:cNvPr id="36" name="node11.label"/>
            <p:cNvSpPr/>
            <p:nvPr/>
          </p:nvSpPr>
          <p:spPr>
            <a:xfrm>
              <a:off x="8039100" y="1752600"/>
              <a:ext cx="3429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WHAT YOU ASKED FOR</a:t>
              </a:r>
              <a:endParaRPr lang="en-US" sz="900" spc="54" kern="0" b="0" i="0" dirty="0">
                <a:solidFill>
                  <a:srgbClr val="0047FF"/>
                </a:solidFill>
                <a:latin typeface="IBM Plex Mono Medium"/>
                <a:ea typeface="IBM Plex Mono Medium"/>
                <a:cs typeface="IBM Plex Mono Medium"/>
              </a:endParaRPr>
            </a:p>
          </p:txBody>
        </p:sp>
        <p:sp>
          <p:nvSpPr>
            <p:cNvPr id="37" name="node11.title"/>
            <p:cNvSpPr/>
            <p:nvPr/>
          </p:nvSpPr>
          <p:spPr>
            <a:xfrm>
              <a:off x="8039100" y="1905000"/>
              <a:ext cx="34290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What the RFP requires</a:t>
              </a:r>
              <a:endParaRPr lang="en-US" sz="1800" spc="-18" kern="0" b="0" i="0" dirty="0">
                <a:solidFill>
                  <a:srgbClr val="070154"/>
                </a:solidFill>
                <a:latin typeface="IBM Plex Sans SemiBold"/>
                <a:ea typeface="IBM Plex Sans SemiBold"/>
                <a:cs typeface="IBM Plex Sans SemiBold"/>
              </a:endParaRPr>
            </a:p>
          </p:txBody>
        </p:sp>
      </p:grpSp>
      <p:grpSp>
        <p:nvGrpSpPr>
          <p:cNvPr id="60" name="node12"/>
          <p:cNvGrpSpPr/>
          <p:nvPr/>
        </p:nvGrpSpPr>
        <p:grpSpPr>
          <a:xfrm>
            <a:off x="8039100" y="2514600"/>
            <a:ext cx="3429000" cy="762000"/>
            <a:chOff x="8039100" y="2514600"/>
            <a:chExt cx="3429000" cy="762000"/>
          </a:xfrm>
        </p:grpSpPr>
        <p:sp>
          <p:nvSpPr>
            <p:cNvPr id="38" name="node12.source-001.bullet"/>
            <p:cNvSpPr/>
            <p:nvPr/>
          </p:nvSpPr>
          <p:spPr>
            <a:xfrm>
              <a:off x="8039100" y="2603500"/>
              <a:ext cx="38100" cy="38100"/>
            </a:xfrm>
            <a:prstGeom prst="rect">
              <a:avLst/>
            </a:prstGeom>
            <a:solidFill>
              <a:srgbClr val="070154"/>
            </a:solidFill>
            <a:ln>
              <a:noFill/>
            </a:ln>
          </p:spPr>
        </p:sp>
        <p:sp>
          <p:nvSpPr>
            <p:cNvPr id="39" name="node12.source-001.text"/>
            <p:cNvSpPr/>
            <p:nvPr/>
          </p:nvSpPr>
          <p:spPr>
            <a:xfrm>
              <a:off x="8191500" y="25146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A unified access and revenue cycle design</a:t>
              </a:r>
              <a:endParaRPr lang="en-US" sz="1200" spc="0" kern="0" b="0" i="0" dirty="0">
                <a:solidFill>
                  <a:srgbClr val="070154"/>
                </a:solidFill>
                <a:latin typeface="IBM Plex Sans"/>
                <a:ea typeface="IBM Plex Sans"/>
                <a:cs typeface="IBM Plex Sans"/>
              </a:endParaRPr>
            </a:p>
          </p:txBody>
        </p:sp>
        <p:sp>
          <p:nvSpPr>
            <p:cNvPr id="40" name="node12.source-002.bullet"/>
            <p:cNvSpPr/>
            <p:nvPr/>
          </p:nvSpPr>
          <p:spPr>
            <a:xfrm>
              <a:off x="8039100" y="2870200"/>
              <a:ext cx="38100" cy="38100"/>
            </a:xfrm>
            <a:prstGeom prst="rect">
              <a:avLst/>
            </a:prstGeom>
            <a:solidFill>
              <a:srgbClr val="070154"/>
            </a:solidFill>
            <a:ln>
              <a:noFill/>
            </a:ln>
          </p:spPr>
        </p:sp>
        <p:sp>
          <p:nvSpPr>
            <p:cNvPr id="41" name="node12.source-002.text"/>
            <p:cNvSpPr/>
            <p:nvPr/>
          </p:nvSpPr>
          <p:spPr>
            <a:xfrm>
              <a:off x="8191500" y="27813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A phased roadmap that fits the EHR date</a:t>
              </a:r>
              <a:endParaRPr lang="en-US" sz="1200" spc="0" kern="0" b="0" i="0" dirty="0">
                <a:solidFill>
                  <a:srgbClr val="070154"/>
                </a:solidFill>
                <a:latin typeface="IBM Plex Sans"/>
                <a:ea typeface="IBM Plex Sans"/>
                <a:cs typeface="IBM Plex Sans"/>
              </a:endParaRPr>
            </a:p>
          </p:txBody>
        </p:sp>
        <p:sp>
          <p:nvSpPr>
            <p:cNvPr id="42" name="node12.source-003.bullet"/>
            <p:cNvSpPr/>
            <p:nvPr/>
          </p:nvSpPr>
          <p:spPr>
            <a:xfrm>
              <a:off x="8039100" y="3136900"/>
              <a:ext cx="38100" cy="38100"/>
            </a:xfrm>
            <a:prstGeom prst="rect">
              <a:avLst/>
            </a:prstGeom>
            <a:solidFill>
              <a:srgbClr val="070154"/>
            </a:solidFill>
            <a:ln>
              <a:noFill/>
            </a:ln>
          </p:spPr>
        </p:sp>
        <p:sp>
          <p:nvSpPr>
            <p:cNvPr id="43" name="node12.source-003.text"/>
            <p:cNvSpPr/>
            <p:nvPr/>
          </p:nvSpPr>
          <p:spPr>
            <a:xfrm>
              <a:off x="8191500" y="30480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Named owners and measures for each benefit</a:t>
              </a:r>
              <a:endParaRPr lang="en-US" sz="1200" spc="0" kern="0" b="0" i="0" dirty="0">
                <a:solidFill>
                  <a:srgbClr val="070154"/>
                </a:solidFill>
                <a:latin typeface="IBM Plex Sans"/>
                <a:ea typeface="IBM Plex Sans"/>
                <a:cs typeface="IBM Plex Sans"/>
              </a:endParaRPr>
            </a:p>
          </p:txBody>
        </p:sp>
      </p:grpSp>
      <p:sp>
        <p:nvSpPr>
          <p:cNvPr id="44" name="node13"/>
          <p:cNvSpPr/>
          <p:nvPr/>
        </p:nvSpPr>
        <p:spPr>
          <a:xfrm>
            <a:off x="8039100" y="3657600"/>
            <a:ext cx="3429000" cy="9525"/>
          </a:xfrm>
          <a:prstGeom prst="rect">
            <a:avLst/>
          </a:prstGeom>
          <a:solidFill>
            <a:srgbClr val="CED7E6"/>
          </a:solidFill>
          <a:ln>
            <a:noFill/>
          </a:ln>
        </p:spPr>
      </p:sp>
      <p:grpSp>
        <p:nvGrpSpPr>
          <p:cNvPr id="61" name="node14"/>
          <p:cNvGrpSpPr/>
          <p:nvPr/>
        </p:nvGrpSpPr>
        <p:grpSpPr>
          <a:xfrm>
            <a:off x="8039100" y="3810000"/>
            <a:ext cx="1600200" cy="954850"/>
            <a:chOff x="8039100" y="3810000"/>
            <a:chExt cx="1600200" cy="954850"/>
          </a:xfrm>
        </p:grpSpPr>
        <p:sp>
          <p:nvSpPr>
            <p:cNvPr id="45" name="node14.value"/>
            <p:cNvSpPr/>
            <p:nvPr/>
          </p:nvSpPr>
          <p:spPr>
            <a:xfrm>
              <a:off x="8039100" y="3810000"/>
              <a:ext cx="1600200" cy="611950"/>
            </a:xfrm>
            <a:prstGeom prst="rect">
              <a:avLst/>
            </a:prstGeom>
            <a:noFill/>
            <a:ln/>
          </p:spPr>
          <p:txBody>
            <a:bodyPr wrap="square" lIns="0" tIns="0" rIns="0" bIns="0" rtlCol="0" anchor="t"/>
            <a:lstStyle/>
            <a:p>
              <a:pPr algn="l" indent="0" marL="0">
                <a:lnSpc>
                  <a:spcPts val="4800"/>
                </a:lnSpc>
                <a:buNone/>
              </a:pPr>
              <a:r>
                <a:rPr lang="en-US" sz="4800" spc="-96" kern="0" b="0" i="0" dirty="0">
                  <a:solidFill>
                    <a:srgbClr val="070154"/>
                  </a:solidFill>
                  <a:latin typeface="IBM Plex Mono SemiBold"/>
                  <a:ea typeface="IBM Plex Mono SemiBold"/>
                  <a:cs typeface="IBM Plex Mono SemiBold"/>
                </a:rPr>
                <a:t>7</a:t>
              </a:r>
              <a:endParaRPr lang="en-US" sz="4800" spc="-96" kern="0" b="0" i="0" dirty="0">
                <a:solidFill>
                  <a:srgbClr val="070154"/>
                </a:solidFill>
                <a:latin typeface="IBM Plex Mono SemiBold"/>
                <a:ea typeface="IBM Plex Mono SemiBold"/>
                <a:cs typeface="IBM Plex Mono SemiBold"/>
              </a:endParaRPr>
            </a:p>
          </p:txBody>
        </p:sp>
        <p:sp>
          <p:nvSpPr>
            <p:cNvPr id="46" name="node14.label"/>
            <p:cNvSpPr/>
            <p:nvPr/>
          </p:nvSpPr>
          <p:spPr>
            <a:xfrm>
              <a:off x="8039100" y="4498150"/>
              <a:ext cx="16002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measures to track</a:t>
              </a:r>
              <a:endParaRPr lang="en-US" sz="1400" spc="0" kern="0" b="0" i="0" dirty="0">
                <a:solidFill>
                  <a:srgbClr val="50658E"/>
                </a:solidFill>
                <a:latin typeface="IBM Plex Sans"/>
                <a:ea typeface="IBM Plex Sans"/>
                <a:cs typeface="IBM Plex Sans"/>
              </a:endParaRPr>
            </a:p>
          </p:txBody>
        </p:sp>
      </p:grpSp>
      <p:grpSp>
        <p:nvGrpSpPr>
          <p:cNvPr id="62" name="node15"/>
          <p:cNvGrpSpPr/>
          <p:nvPr/>
        </p:nvGrpSpPr>
        <p:grpSpPr>
          <a:xfrm>
            <a:off x="9867900" y="3810000"/>
            <a:ext cx="1600200" cy="954850"/>
            <a:chOff x="9867900" y="3810000"/>
            <a:chExt cx="1600200" cy="954850"/>
          </a:xfrm>
        </p:grpSpPr>
        <p:sp>
          <p:nvSpPr>
            <p:cNvPr id="47" name="node15.value"/>
            <p:cNvSpPr/>
            <p:nvPr/>
          </p:nvSpPr>
          <p:spPr>
            <a:xfrm>
              <a:off x="9867900" y="3810000"/>
              <a:ext cx="1600200" cy="611950"/>
            </a:xfrm>
            <a:prstGeom prst="rect">
              <a:avLst/>
            </a:prstGeom>
            <a:noFill/>
            <a:ln/>
          </p:spPr>
          <p:txBody>
            <a:bodyPr wrap="square" lIns="0" tIns="0" rIns="0" bIns="0" rtlCol="0" anchor="t"/>
            <a:lstStyle/>
            <a:p>
              <a:pPr algn="l" indent="0" marL="0">
                <a:lnSpc>
                  <a:spcPts val="4800"/>
                </a:lnSpc>
                <a:buNone/>
              </a:pPr>
              <a:r>
                <a:rPr lang="en-US" sz="4800" spc="-96" kern="0" b="0" i="0" dirty="0">
                  <a:solidFill>
                    <a:srgbClr val="070154"/>
                  </a:solidFill>
                  <a:latin typeface="IBM Plex Mono SemiBold"/>
                  <a:ea typeface="IBM Plex Mono SemiBold"/>
                  <a:cs typeface="IBM Plex Mono SemiBold"/>
                </a:rPr>
                <a:t>Q3</a:t>
              </a:r>
              <a:endParaRPr lang="en-US" sz="4800" spc="-96" kern="0" b="0" i="0" dirty="0">
                <a:solidFill>
                  <a:srgbClr val="070154"/>
                </a:solidFill>
                <a:latin typeface="IBM Plex Mono SemiBold"/>
                <a:ea typeface="IBM Plex Mono SemiBold"/>
                <a:cs typeface="IBM Plex Mono SemiBold"/>
              </a:endParaRPr>
            </a:p>
          </p:txBody>
        </p:sp>
        <p:sp>
          <p:nvSpPr>
            <p:cNvPr id="48" name="node15.label"/>
            <p:cNvSpPr/>
            <p:nvPr/>
          </p:nvSpPr>
          <p:spPr>
            <a:xfrm>
              <a:off x="9867900" y="4498150"/>
              <a:ext cx="16002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EHR go-live</a:t>
              </a:r>
              <a:endParaRPr lang="en-US" sz="1400" spc="0" kern="0" b="0" i="0" dirty="0">
                <a:solidFill>
                  <a:srgbClr val="50658E"/>
                </a:solidFill>
                <a:latin typeface="IBM Plex Sans"/>
                <a:ea typeface="IBM Plex Sans"/>
                <a:cs typeface="IBM Plex Sans"/>
              </a:endParaRPr>
            </a:p>
          </p:txBody>
        </p:sp>
      </p:grpSp>
      <p:grpSp>
        <p:nvGrpSpPr>
          <p:cNvPr id="63" name="node16"/>
          <p:cNvGrpSpPr/>
          <p:nvPr/>
        </p:nvGrpSpPr>
        <p:grpSpPr>
          <a:xfrm>
            <a:off x="723900" y="5029200"/>
            <a:ext cx="10744200" cy="685800"/>
            <a:chOff x="723900" y="5029200"/>
            <a:chExt cx="10744200" cy="685800"/>
          </a:xfrm>
        </p:grpSpPr>
        <p:sp>
          <p:nvSpPr>
            <p:cNvPr id="49" name="node16.surface"/>
            <p:cNvSpPr/>
            <p:nvPr/>
          </p:nvSpPr>
          <p:spPr>
            <a:xfrm>
              <a:off x="723900" y="5029200"/>
              <a:ext cx="10744200" cy="685800"/>
            </a:xfrm>
            <a:prstGeom prst="rect">
              <a:avLst/>
            </a:prstGeom>
            <a:solidFill>
              <a:srgbClr val="070154"/>
            </a:solidFill>
            <a:ln>
              <a:noFill/>
            </a:ln>
          </p:spPr>
        </p:sp>
        <p:sp>
          <p:nvSpPr>
            <p:cNvPr id="50" name="node16.text"/>
            <p:cNvSpPr/>
            <p:nvPr/>
          </p:nvSpPr>
          <p:spPr>
            <a:xfrm>
              <a:off x="876300" y="5238750"/>
              <a:ext cx="104394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FFFFFF"/>
                  </a:solidFill>
                  <a:latin typeface="IBM Plex Sans"/>
                  <a:ea typeface="IBM Plex Sans"/>
                  <a:cs typeface="IBM Plex Sans"/>
                </a:rPr>
                <a:t>Our reading: the complication is organizational as much as technical, so the answer has to join access, billing and the EHR plan.</a:t>
              </a:r>
              <a:endParaRPr lang="en-US" sz="1400" spc="0" kern="0" b="0" i="0" dirty="0">
                <a:solidFill>
                  <a:srgbClr val="FFFFFF"/>
                </a:solidFill>
                <a:latin typeface="IBM Plex Sans"/>
                <a:ea typeface="IBM Plex Sans"/>
                <a:cs typeface="IBM Plex Sans"/>
              </a:endParaRPr>
            </a:p>
          </p:txBody>
        </p:sp>
      </p:grpSp>
    </p:spTree>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name="source-573">
    <p:spTree>
      <p:nvGrpSpPr>
        <p:cNvPr id="1" name=""/>
        <p:cNvGrpSpPr/>
        <p:nvPr/>
      </p:nvGrpSpPr>
      <p:grpSpPr>
        <a:xfrm>
          <a:off x="0" y="0"/>
          <a:ext cx="0" cy="0"/>
          <a:chOff x="0" y="0"/>
          <a:chExt cx="0" cy="0"/>
        </a:xfrm>
      </p:grpSpPr>
      <p:sp>
        <p:nvSpPr>
          <p:cNvPr id="3" name="eyebrow"/>
          <p:cNvSpPr/>
          <p:nvPr/>
        </p:nvSpPr>
        <p:spPr>
          <a:xfrm>
            <a:off x="723900" y="457200"/>
            <a:ext cx="70866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OUR UNDERSTANDING</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70866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What sits behind the ask</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70866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Sample figures for layout only; replace with the client's RFP and engagement facts before use.</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FFFFFF"/>
                </a:solidFill>
                <a:latin typeface="IBM Plex Mono SemiBold"/>
                <a:ea typeface="IBM Plex Mono SemiBold"/>
                <a:cs typeface="IBM Plex Mono SemiBold"/>
              </a:rPr>
              <a:t>182</a:t>
            </a:fld>
            <a:endParaRPr lang="en-US" sz="700" spc="0" kern="0" b="0" i="0" dirty="0">
              <a:solidFill>
                <a:srgbClr val="FFFFFF"/>
              </a:solidFill>
              <a:latin typeface="IBM Plex Mono SemiBold"/>
              <a:ea typeface="IBM Plex Mono SemiBold"/>
              <a:cs typeface="IBM Plex Mono SemiBold"/>
            </a:endParaRPr>
          </a:p>
        </p:txBody>
      </p:sp>
      <p:grpSp>
        <p:nvGrpSpPr>
          <p:cNvPr id="48" name="node01"/>
          <p:cNvGrpSpPr/>
          <p:nvPr/>
        </p:nvGrpSpPr>
        <p:grpSpPr>
          <a:xfrm>
            <a:off x="723900" y="1600200"/>
            <a:ext cx="3429000" cy="609600"/>
            <a:chOff x="723900" y="1600200"/>
            <a:chExt cx="3429000" cy="609600"/>
          </a:xfrm>
        </p:grpSpPr>
        <p:sp>
          <p:nvSpPr>
            <p:cNvPr id="7" name="node01.rule"/>
            <p:cNvSpPr/>
            <p:nvPr/>
          </p:nvSpPr>
          <p:spPr>
            <a:xfrm>
              <a:off x="723900" y="1600200"/>
              <a:ext cx="3429000" cy="38100"/>
            </a:xfrm>
            <a:prstGeom prst="rect">
              <a:avLst/>
            </a:prstGeom>
            <a:solidFill>
              <a:srgbClr val="070154"/>
            </a:solidFill>
            <a:ln>
              <a:noFill/>
            </a:ln>
          </p:spPr>
        </p:sp>
        <p:sp>
          <p:nvSpPr>
            <p:cNvPr id="8" name="node01.label"/>
            <p:cNvSpPr/>
            <p:nvPr/>
          </p:nvSpPr>
          <p:spPr>
            <a:xfrm>
              <a:off x="723900" y="1752600"/>
              <a:ext cx="3429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SITUATION</a:t>
              </a:r>
              <a:endParaRPr lang="en-US" sz="900" spc="54" kern="0" b="0" i="0" dirty="0">
                <a:solidFill>
                  <a:srgbClr val="0047FF"/>
                </a:solidFill>
                <a:latin typeface="IBM Plex Mono Medium"/>
                <a:ea typeface="IBM Plex Mono Medium"/>
                <a:cs typeface="IBM Plex Mono Medium"/>
              </a:endParaRPr>
            </a:p>
          </p:txBody>
        </p:sp>
        <p:sp>
          <p:nvSpPr>
            <p:cNvPr id="9" name="node01.title"/>
            <p:cNvSpPr/>
            <p:nvPr/>
          </p:nvSpPr>
          <p:spPr>
            <a:xfrm>
              <a:off x="723900" y="1905000"/>
              <a:ext cx="34290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Where Northfield stands</a:t>
              </a:r>
              <a:endParaRPr lang="en-US" sz="1800" spc="-18" kern="0" b="0" i="0" dirty="0">
                <a:solidFill>
                  <a:srgbClr val="070154"/>
                </a:solidFill>
                <a:latin typeface="IBM Plex Sans SemiBold"/>
                <a:ea typeface="IBM Plex Sans SemiBold"/>
                <a:cs typeface="IBM Plex Sans SemiBold"/>
              </a:endParaRPr>
            </a:p>
          </p:txBody>
        </p:sp>
      </p:grpSp>
      <p:grpSp>
        <p:nvGrpSpPr>
          <p:cNvPr id="49" name="node02"/>
          <p:cNvGrpSpPr/>
          <p:nvPr/>
        </p:nvGrpSpPr>
        <p:grpSpPr>
          <a:xfrm>
            <a:off x="723900" y="2514600"/>
            <a:ext cx="3429000" cy="990600"/>
            <a:chOff x="723900" y="2514600"/>
            <a:chExt cx="3429000" cy="990600"/>
          </a:xfrm>
        </p:grpSpPr>
        <p:sp>
          <p:nvSpPr>
            <p:cNvPr id="10" name="node02.source-001.bullet"/>
            <p:cNvSpPr/>
            <p:nvPr/>
          </p:nvSpPr>
          <p:spPr>
            <a:xfrm>
              <a:off x="723900" y="2603500"/>
              <a:ext cx="38100" cy="38100"/>
            </a:xfrm>
            <a:prstGeom prst="rect">
              <a:avLst/>
            </a:prstGeom>
            <a:solidFill>
              <a:srgbClr val="070154"/>
            </a:solidFill>
            <a:ln>
              <a:noFill/>
            </a:ln>
          </p:spPr>
        </p:sp>
        <p:sp>
          <p:nvSpPr>
            <p:cNvPr id="11" name="node02.source-001.text"/>
            <p:cNvSpPr/>
            <p:nvPr/>
          </p:nvSpPr>
          <p:spPr>
            <a:xfrm>
              <a:off x="876300" y="2514600"/>
              <a:ext cx="32766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Seven hospitals and 64 clinics run three scheduling tools</a:t>
              </a:r>
              <a:endParaRPr lang="en-US" sz="1200" spc="0" kern="0" b="0" i="0" dirty="0">
                <a:solidFill>
                  <a:srgbClr val="070154"/>
                </a:solidFill>
                <a:latin typeface="IBM Plex Sans"/>
                <a:ea typeface="IBM Plex Sans"/>
                <a:cs typeface="IBM Plex Sans"/>
              </a:endParaRPr>
            </a:p>
          </p:txBody>
        </p:sp>
        <p:sp>
          <p:nvSpPr>
            <p:cNvPr id="12" name="node02.source-002.bullet"/>
            <p:cNvSpPr/>
            <p:nvPr/>
          </p:nvSpPr>
          <p:spPr>
            <a:xfrm>
              <a:off x="723900" y="3098800"/>
              <a:ext cx="38100" cy="38100"/>
            </a:xfrm>
            <a:prstGeom prst="rect">
              <a:avLst/>
            </a:prstGeom>
            <a:solidFill>
              <a:srgbClr val="070154"/>
            </a:solidFill>
            <a:ln>
              <a:noFill/>
            </a:ln>
          </p:spPr>
        </p:sp>
        <p:sp>
          <p:nvSpPr>
            <p:cNvPr id="13" name="node02.source-002.text"/>
            <p:cNvSpPr/>
            <p:nvPr/>
          </p:nvSpPr>
          <p:spPr>
            <a:xfrm>
              <a:off x="876300" y="30099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Registration quality varies by site</a:t>
              </a:r>
              <a:endParaRPr lang="en-US" sz="1200" spc="0" kern="0" b="0" i="0" dirty="0">
                <a:solidFill>
                  <a:srgbClr val="070154"/>
                </a:solidFill>
                <a:latin typeface="IBM Plex Sans"/>
                <a:ea typeface="IBM Plex Sans"/>
                <a:cs typeface="IBM Plex Sans"/>
              </a:endParaRPr>
            </a:p>
          </p:txBody>
        </p:sp>
        <p:sp>
          <p:nvSpPr>
            <p:cNvPr id="14" name="node02.source-003.bullet"/>
            <p:cNvSpPr/>
            <p:nvPr/>
          </p:nvSpPr>
          <p:spPr>
            <a:xfrm>
              <a:off x="723900" y="3365500"/>
              <a:ext cx="38100" cy="38100"/>
            </a:xfrm>
            <a:prstGeom prst="rect">
              <a:avLst/>
            </a:prstGeom>
            <a:solidFill>
              <a:srgbClr val="070154"/>
            </a:solidFill>
            <a:ln>
              <a:noFill/>
            </a:ln>
          </p:spPr>
        </p:sp>
        <p:sp>
          <p:nvSpPr>
            <p:cNvPr id="15" name="node02.source-003.text"/>
            <p:cNvSpPr/>
            <p:nvPr/>
          </p:nvSpPr>
          <p:spPr>
            <a:xfrm>
              <a:off x="876300" y="32766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Three acquisitions in four years</a:t>
              </a:r>
              <a:endParaRPr lang="en-US" sz="1200" spc="0" kern="0" b="0" i="0" dirty="0">
                <a:solidFill>
                  <a:srgbClr val="070154"/>
                </a:solidFill>
                <a:latin typeface="IBM Plex Sans"/>
                <a:ea typeface="IBM Plex Sans"/>
                <a:cs typeface="IBM Plex Sans"/>
              </a:endParaRPr>
            </a:p>
          </p:txBody>
        </p:sp>
      </p:grpSp>
      <p:grpSp>
        <p:nvGrpSpPr>
          <p:cNvPr id="50" name="node03"/>
          <p:cNvGrpSpPr/>
          <p:nvPr/>
        </p:nvGrpSpPr>
        <p:grpSpPr>
          <a:xfrm>
            <a:off x="4381500" y="1600200"/>
            <a:ext cx="3429000" cy="609600"/>
            <a:chOff x="4381500" y="1600200"/>
            <a:chExt cx="3429000" cy="609600"/>
          </a:xfrm>
        </p:grpSpPr>
        <p:sp>
          <p:nvSpPr>
            <p:cNvPr id="16" name="node03.rule"/>
            <p:cNvSpPr/>
            <p:nvPr/>
          </p:nvSpPr>
          <p:spPr>
            <a:xfrm>
              <a:off x="4381500" y="1600200"/>
              <a:ext cx="3429000" cy="38100"/>
            </a:xfrm>
            <a:prstGeom prst="rect">
              <a:avLst/>
            </a:prstGeom>
            <a:solidFill>
              <a:srgbClr val="070154"/>
            </a:solidFill>
            <a:ln>
              <a:noFill/>
            </a:ln>
          </p:spPr>
        </p:sp>
        <p:sp>
          <p:nvSpPr>
            <p:cNvPr id="17" name="node03.label"/>
            <p:cNvSpPr/>
            <p:nvPr/>
          </p:nvSpPr>
          <p:spPr>
            <a:xfrm>
              <a:off x="4381500" y="1752600"/>
              <a:ext cx="3429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COMPLICATION</a:t>
              </a:r>
              <a:endParaRPr lang="en-US" sz="900" spc="54" kern="0" b="0" i="0" dirty="0">
                <a:solidFill>
                  <a:srgbClr val="0047FF"/>
                </a:solidFill>
                <a:latin typeface="IBM Plex Mono Medium"/>
                <a:ea typeface="IBM Plex Mono Medium"/>
                <a:cs typeface="IBM Plex Mono Medium"/>
              </a:endParaRPr>
            </a:p>
          </p:txBody>
        </p:sp>
        <p:sp>
          <p:nvSpPr>
            <p:cNvPr id="18" name="node03.title"/>
            <p:cNvSpPr/>
            <p:nvPr/>
          </p:nvSpPr>
          <p:spPr>
            <a:xfrm>
              <a:off x="4381500" y="1905000"/>
              <a:ext cx="34290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What is in the way</a:t>
              </a:r>
              <a:endParaRPr lang="en-US" sz="1800" spc="-18" kern="0" b="0" i="0" dirty="0">
                <a:solidFill>
                  <a:srgbClr val="070154"/>
                </a:solidFill>
                <a:latin typeface="IBM Plex Sans SemiBold"/>
                <a:ea typeface="IBM Plex Sans SemiBold"/>
                <a:cs typeface="IBM Plex Sans SemiBold"/>
              </a:endParaRPr>
            </a:p>
          </p:txBody>
        </p:sp>
      </p:grpSp>
      <p:grpSp>
        <p:nvGrpSpPr>
          <p:cNvPr id="51" name="node04"/>
          <p:cNvGrpSpPr/>
          <p:nvPr/>
        </p:nvGrpSpPr>
        <p:grpSpPr>
          <a:xfrm>
            <a:off x="4381500" y="2514600"/>
            <a:ext cx="3429000" cy="762000"/>
            <a:chOff x="4381500" y="2514600"/>
            <a:chExt cx="3429000" cy="762000"/>
          </a:xfrm>
        </p:grpSpPr>
        <p:sp>
          <p:nvSpPr>
            <p:cNvPr id="19" name="node04.source-001.bullet"/>
            <p:cNvSpPr/>
            <p:nvPr/>
          </p:nvSpPr>
          <p:spPr>
            <a:xfrm>
              <a:off x="4381500" y="2603500"/>
              <a:ext cx="38100" cy="38100"/>
            </a:xfrm>
            <a:prstGeom prst="rect">
              <a:avLst/>
            </a:prstGeom>
            <a:solidFill>
              <a:srgbClr val="070154"/>
            </a:solidFill>
            <a:ln>
              <a:noFill/>
            </a:ln>
          </p:spPr>
        </p:sp>
        <p:sp>
          <p:nvSpPr>
            <p:cNvPr id="20" name="node04.source-001.text"/>
            <p:cNvSpPr/>
            <p:nvPr/>
          </p:nvSpPr>
          <p:spPr>
            <a:xfrm>
              <a:off x="4533900" y="25146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Front-end errors reach the claim</a:t>
              </a:r>
              <a:endParaRPr lang="en-US" sz="1200" spc="0" kern="0" b="0" i="0" dirty="0">
                <a:solidFill>
                  <a:srgbClr val="070154"/>
                </a:solidFill>
                <a:latin typeface="IBM Plex Sans"/>
                <a:ea typeface="IBM Plex Sans"/>
                <a:cs typeface="IBM Plex Sans"/>
              </a:endParaRPr>
            </a:p>
          </p:txBody>
        </p:sp>
        <p:sp>
          <p:nvSpPr>
            <p:cNvPr id="21" name="node04.source-002.bullet"/>
            <p:cNvSpPr/>
            <p:nvPr/>
          </p:nvSpPr>
          <p:spPr>
            <a:xfrm>
              <a:off x="4381500" y="2870200"/>
              <a:ext cx="38100" cy="38100"/>
            </a:xfrm>
            <a:prstGeom prst="rect">
              <a:avLst/>
            </a:prstGeom>
            <a:solidFill>
              <a:srgbClr val="070154"/>
            </a:solidFill>
            <a:ln>
              <a:noFill/>
            </a:ln>
          </p:spPr>
        </p:sp>
        <p:sp>
          <p:nvSpPr>
            <p:cNvPr id="22" name="node04.source-002.text"/>
            <p:cNvSpPr/>
            <p:nvPr/>
          </p:nvSpPr>
          <p:spPr>
            <a:xfrm>
              <a:off x="4533900" y="27813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Patients repeat the same details at each step</a:t>
              </a:r>
              <a:endParaRPr lang="en-US" sz="1200" spc="0" kern="0" b="0" i="0" dirty="0">
                <a:solidFill>
                  <a:srgbClr val="070154"/>
                </a:solidFill>
                <a:latin typeface="IBM Plex Sans"/>
                <a:ea typeface="IBM Plex Sans"/>
                <a:cs typeface="IBM Plex Sans"/>
              </a:endParaRPr>
            </a:p>
          </p:txBody>
        </p:sp>
        <p:sp>
          <p:nvSpPr>
            <p:cNvPr id="23" name="node04.source-003.bullet"/>
            <p:cNvSpPr/>
            <p:nvPr/>
          </p:nvSpPr>
          <p:spPr>
            <a:xfrm>
              <a:off x="4381500" y="3136900"/>
              <a:ext cx="38100" cy="38100"/>
            </a:xfrm>
            <a:prstGeom prst="rect">
              <a:avLst/>
            </a:prstGeom>
            <a:solidFill>
              <a:srgbClr val="070154"/>
            </a:solidFill>
            <a:ln>
              <a:noFill/>
            </a:ln>
          </p:spPr>
        </p:sp>
        <p:sp>
          <p:nvSpPr>
            <p:cNvPr id="24" name="node04.source-003.text"/>
            <p:cNvSpPr/>
            <p:nvPr/>
          </p:nvSpPr>
          <p:spPr>
            <a:xfrm>
              <a:off x="4533900" y="30480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Access and billing answer to different leaders</a:t>
              </a:r>
              <a:endParaRPr lang="en-US" sz="1200" spc="0" kern="0" b="0" i="0" dirty="0">
                <a:solidFill>
                  <a:srgbClr val="070154"/>
                </a:solidFill>
                <a:latin typeface="IBM Plex Sans"/>
                <a:ea typeface="IBM Plex Sans"/>
                <a:cs typeface="IBM Plex Sans"/>
              </a:endParaRPr>
            </a:p>
          </p:txBody>
        </p:sp>
      </p:grpSp>
      <p:sp>
        <p:nvSpPr>
          <p:cNvPr id="25" name="node05"/>
          <p:cNvSpPr/>
          <p:nvPr/>
        </p:nvSpPr>
        <p:spPr>
          <a:xfrm>
            <a:off x="723900" y="3886200"/>
            <a:ext cx="7086600" cy="9525"/>
          </a:xfrm>
          <a:prstGeom prst="rect">
            <a:avLst/>
          </a:prstGeom>
          <a:solidFill>
            <a:srgbClr val="CED7E6"/>
          </a:solidFill>
          <a:ln>
            <a:noFill/>
          </a:ln>
        </p:spPr>
      </p:sp>
      <p:grpSp>
        <p:nvGrpSpPr>
          <p:cNvPr id="52" name="node06"/>
          <p:cNvGrpSpPr/>
          <p:nvPr/>
        </p:nvGrpSpPr>
        <p:grpSpPr>
          <a:xfrm>
            <a:off x="723900" y="4038600"/>
            <a:ext cx="1600200" cy="954850"/>
            <a:chOff x="723900" y="4038600"/>
            <a:chExt cx="1600200" cy="954850"/>
          </a:xfrm>
        </p:grpSpPr>
        <p:sp>
          <p:nvSpPr>
            <p:cNvPr id="26" name="node06.value"/>
            <p:cNvSpPr/>
            <p:nvPr/>
          </p:nvSpPr>
          <p:spPr>
            <a:xfrm>
              <a:off x="723900" y="4038600"/>
              <a:ext cx="1600200" cy="611950"/>
            </a:xfrm>
            <a:prstGeom prst="rect">
              <a:avLst/>
            </a:prstGeom>
            <a:noFill/>
            <a:ln/>
          </p:spPr>
          <p:txBody>
            <a:bodyPr wrap="square" lIns="0" tIns="0" rIns="0" bIns="0" rtlCol="0" anchor="t"/>
            <a:lstStyle/>
            <a:p>
              <a:pPr algn="l" indent="0" marL="0">
                <a:lnSpc>
                  <a:spcPts val="4800"/>
                </a:lnSpc>
                <a:buNone/>
              </a:pPr>
              <a:r>
                <a:rPr lang="en-US" sz="4800" spc="-96" kern="0" b="0" i="0" dirty="0">
                  <a:solidFill>
                    <a:srgbClr val="070154"/>
                  </a:solidFill>
                  <a:latin typeface="IBM Plex Mono SemiBold"/>
                  <a:ea typeface="IBM Plex Mono SemiBold"/>
                  <a:cs typeface="IBM Plex Mono SemiBold"/>
                </a:rPr>
                <a:t>3</a:t>
              </a:r>
              <a:endParaRPr lang="en-US" sz="4800" spc="-96" kern="0" b="0" i="0" dirty="0">
                <a:solidFill>
                  <a:srgbClr val="070154"/>
                </a:solidFill>
                <a:latin typeface="IBM Plex Mono SemiBold"/>
                <a:ea typeface="IBM Plex Mono SemiBold"/>
                <a:cs typeface="IBM Plex Mono SemiBold"/>
              </a:endParaRPr>
            </a:p>
          </p:txBody>
        </p:sp>
        <p:sp>
          <p:nvSpPr>
            <p:cNvPr id="27" name="node06.label"/>
            <p:cNvSpPr/>
            <p:nvPr/>
          </p:nvSpPr>
          <p:spPr>
            <a:xfrm>
              <a:off x="723900" y="4726750"/>
              <a:ext cx="16002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scheduling tools</a:t>
              </a:r>
              <a:endParaRPr lang="en-US" sz="1400" spc="0" kern="0" b="0" i="0" dirty="0">
                <a:solidFill>
                  <a:srgbClr val="50658E"/>
                </a:solidFill>
                <a:latin typeface="IBM Plex Sans"/>
                <a:ea typeface="IBM Plex Sans"/>
                <a:cs typeface="IBM Plex Sans"/>
              </a:endParaRPr>
            </a:p>
          </p:txBody>
        </p:sp>
      </p:grpSp>
      <p:grpSp>
        <p:nvGrpSpPr>
          <p:cNvPr id="53" name="node07"/>
          <p:cNvGrpSpPr/>
          <p:nvPr/>
        </p:nvGrpSpPr>
        <p:grpSpPr>
          <a:xfrm>
            <a:off x="2552700" y="4038600"/>
            <a:ext cx="1600200" cy="954850"/>
            <a:chOff x="2552700" y="4038600"/>
            <a:chExt cx="1600200" cy="954850"/>
          </a:xfrm>
        </p:grpSpPr>
        <p:sp>
          <p:nvSpPr>
            <p:cNvPr id="28" name="node07.value"/>
            <p:cNvSpPr/>
            <p:nvPr/>
          </p:nvSpPr>
          <p:spPr>
            <a:xfrm>
              <a:off x="2552700" y="4038600"/>
              <a:ext cx="1600200" cy="611950"/>
            </a:xfrm>
            <a:prstGeom prst="rect">
              <a:avLst/>
            </a:prstGeom>
            <a:noFill/>
            <a:ln/>
          </p:spPr>
          <p:txBody>
            <a:bodyPr wrap="square" lIns="0" tIns="0" rIns="0" bIns="0" rtlCol="0" anchor="t"/>
            <a:lstStyle/>
            <a:p>
              <a:pPr algn="l" indent="0" marL="0">
                <a:lnSpc>
                  <a:spcPts val="4800"/>
                </a:lnSpc>
                <a:buNone/>
              </a:pPr>
              <a:r>
                <a:rPr lang="en-US" sz="4800" spc="-96" kern="0" b="0" i="0" dirty="0">
                  <a:solidFill>
                    <a:srgbClr val="070154"/>
                  </a:solidFill>
                  <a:latin typeface="IBM Plex Mono SemiBold"/>
                  <a:ea typeface="IBM Plex Mono SemiBold"/>
                  <a:cs typeface="IBM Plex Mono SemiBold"/>
                </a:rPr>
                <a:t>71</a:t>
              </a:r>
              <a:endParaRPr lang="en-US" sz="4800" spc="-96" kern="0" b="0" i="0" dirty="0">
                <a:solidFill>
                  <a:srgbClr val="070154"/>
                </a:solidFill>
                <a:latin typeface="IBM Plex Mono SemiBold"/>
                <a:ea typeface="IBM Plex Mono SemiBold"/>
                <a:cs typeface="IBM Plex Mono SemiBold"/>
              </a:endParaRPr>
            </a:p>
          </p:txBody>
        </p:sp>
        <p:sp>
          <p:nvSpPr>
            <p:cNvPr id="29" name="node07.label"/>
            <p:cNvSpPr/>
            <p:nvPr/>
          </p:nvSpPr>
          <p:spPr>
            <a:xfrm>
              <a:off x="2552700" y="4726750"/>
              <a:ext cx="16002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sites to align</a:t>
              </a:r>
              <a:endParaRPr lang="en-US" sz="1400" spc="0" kern="0" b="0" i="0" dirty="0">
                <a:solidFill>
                  <a:srgbClr val="50658E"/>
                </a:solidFill>
                <a:latin typeface="IBM Plex Sans"/>
                <a:ea typeface="IBM Plex Sans"/>
                <a:cs typeface="IBM Plex Sans"/>
              </a:endParaRPr>
            </a:p>
          </p:txBody>
        </p:sp>
      </p:grpSp>
      <p:grpSp>
        <p:nvGrpSpPr>
          <p:cNvPr id="54" name="node08"/>
          <p:cNvGrpSpPr/>
          <p:nvPr/>
        </p:nvGrpSpPr>
        <p:grpSpPr>
          <a:xfrm>
            <a:off x="4381500" y="4038600"/>
            <a:ext cx="1600200" cy="954850"/>
            <a:chOff x="4381500" y="4038600"/>
            <a:chExt cx="1600200" cy="954850"/>
          </a:xfrm>
        </p:grpSpPr>
        <p:sp>
          <p:nvSpPr>
            <p:cNvPr id="30" name="node08.value"/>
            <p:cNvSpPr/>
            <p:nvPr/>
          </p:nvSpPr>
          <p:spPr>
            <a:xfrm>
              <a:off x="4381500" y="4038600"/>
              <a:ext cx="1600200" cy="611950"/>
            </a:xfrm>
            <a:prstGeom prst="rect">
              <a:avLst/>
            </a:prstGeom>
            <a:noFill/>
            <a:ln/>
          </p:spPr>
          <p:txBody>
            <a:bodyPr wrap="square" lIns="0" tIns="0" rIns="0" bIns="0" rtlCol="0" anchor="t"/>
            <a:lstStyle/>
            <a:p>
              <a:pPr algn="l" indent="0" marL="0">
                <a:lnSpc>
                  <a:spcPts val="4800"/>
                </a:lnSpc>
                <a:buNone/>
              </a:pPr>
              <a:r>
                <a:rPr lang="en-US" sz="4800" spc="-96" kern="0" b="0" i="0" dirty="0">
                  <a:solidFill>
                    <a:srgbClr val="070154"/>
                  </a:solidFill>
                  <a:latin typeface="IBM Plex Mono SemiBold"/>
                  <a:ea typeface="IBM Plex Mono SemiBold"/>
                  <a:cs typeface="IBM Plex Mono SemiBold"/>
                </a:rPr>
                <a:t>11%</a:t>
              </a:r>
              <a:endParaRPr lang="en-US" sz="4800" spc="-96" kern="0" b="0" i="0" dirty="0">
                <a:solidFill>
                  <a:srgbClr val="070154"/>
                </a:solidFill>
                <a:latin typeface="IBM Plex Mono SemiBold"/>
                <a:ea typeface="IBM Plex Mono SemiBold"/>
                <a:cs typeface="IBM Plex Mono SemiBold"/>
              </a:endParaRPr>
            </a:p>
          </p:txBody>
        </p:sp>
        <p:sp>
          <p:nvSpPr>
            <p:cNvPr id="31" name="node08.label"/>
            <p:cNvSpPr/>
            <p:nvPr/>
          </p:nvSpPr>
          <p:spPr>
            <a:xfrm>
              <a:off x="4381500" y="4726750"/>
              <a:ext cx="16002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denials at intake</a:t>
              </a:r>
              <a:endParaRPr lang="en-US" sz="1400" spc="0" kern="0" b="0" i="0" dirty="0">
                <a:solidFill>
                  <a:srgbClr val="50658E"/>
                </a:solidFill>
                <a:latin typeface="IBM Plex Sans"/>
                <a:ea typeface="IBM Plex Sans"/>
                <a:cs typeface="IBM Plex Sans"/>
              </a:endParaRPr>
            </a:p>
          </p:txBody>
        </p:sp>
      </p:grpSp>
      <p:grpSp>
        <p:nvGrpSpPr>
          <p:cNvPr id="55" name="node09"/>
          <p:cNvGrpSpPr/>
          <p:nvPr/>
        </p:nvGrpSpPr>
        <p:grpSpPr>
          <a:xfrm>
            <a:off x="6210300" y="4038600"/>
            <a:ext cx="1600200" cy="954850"/>
            <a:chOff x="6210300" y="4038600"/>
            <a:chExt cx="1600200" cy="954850"/>
          </a:xfrm>
        </p:grpSpPr>
        <p:sp>
          <p:nvSpPr>
            <p:cNvPr id="32" name="node09.value"/>
            <p:cNvSpPr/>
            <p:nvPr/>
          </p:nvSpPr>
          <p:spPr>
            <a:xfrm>
              <a:off x="6210300" y="4038600"/>
              <a:ext cx="1600200" cy="611950"/>
            </a:xfrm>
            <a:prstGeom prst="rect">
              <a:avLst/>
            </a:prstGeom>
            <a:noFill/>
            <a:ln/>
          </p:spPr>
          <p:txBody>
            <a:bodyPr wrap="square" lIns="0" tIns="0" rIns="0" bIns="0" rtlCol="0" anchor="t"/>
            <a:lstStyle/>
            <a:p>
              <a:pPr algn="l" indent="0" marL="0">
                <a:lnSpc>
                  <a:spcPts val="4800"/>
                </a:lnSpc>
                <a:buNone/>
              </a:pPr>
              <a:r>
                <a:rPr lang="en-US" sz="4800" spc="-96" kern="0" b="0" i="0" dirty="0">
                  <a:solidFill>
                    <a:srgbClr val="070154"/>
                  </a:solidFill>
                  <a:latin typeface="IBM Plex Mono SemiBold"/>
                  <a:ea typeface="IBM Plex Mono SemiBold"/>
                  <a:cs typeface="IBM Plex Mono SemiBold"/>
                </a:rPr>
                <a:t>52</a:t>
              </a:r>
              <a:endParaRPr lang="en-US" sz="4800" spc="-96" kern="0" b="0" i="0" dirty="0">
                <a:solidFill>
                  <a:srgbClr val="070154"/>
                </a:solidFill>
                <a:latin typeface="IBM Plex Mono SemiBold"/>
                <a:ea typeface="IBM Plex Mono SemiBold"/>
                <a:cs typeface="IBM Plex Mono SemiBold"/>
              </a:endParaRPr>
            </a:p>
          </p:txBody>
        </p:sp>
        <p:sp>
          <p:nvSpPr>
            <p:cNvPr id="33" name="node09.label"/>
            <p:cNvSpPr/>
            <p:nvPr/>
          </p:nvSpPr>
          <p:spPr>
            <a:xfrm>
              <a:off x="6210300" y="4726750"/>
              <a:ext cx="16002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days in A/R</a:t>
              </a:r>
              <a:endParaRPr lang="en-US" sz="1400" spc="0" kern="0" b="0" i="0" dirty="0">
                <a:solidFill>
                  <a:srgbClr val="50658E"/>
                </a:solidFill>
                <a:latin typeface="IBM Plex Sans"/>
                <a:ea typeface="IBM Plex Sans"/>
                <a:cs typeface="IBM Plex Sans"/>
              </a:endParaRPr>
            </a:p>
          </p:txBody>
        </p:sp>
      </p:grpSp>
      <p:grpSp>
        <p:nvGrpSpPr>
          <p:cNvPr id="56" name="node10"/>
          <p:cNvGrpSpPr/>
          <p:nvPr/>
        </p:nvGrpSpPr>
        <p:grpSpPr>
          <a:xfrm>
            <a:off x="723900" y="5257800"/>
            <a:ext cx="7086600" cy="266700"/>
            <a:chOff x="723900" y="5257800"/>
            <a:chExt cx="7086600" cy="266700"/>
          </a:xfrm>
        </p:grpSpPr>
        <p:sp>
          <p:nvSpPr>
            <p:cNvPr id="34" name="node10.text"/>
            <p:cNvSpPr/>
            <p:nvPr/>
          </p:nvSpPr>
          <p:spPr>
            <a:xfrm>
              <a:off x="723900" y="5257800"/>
              <a:ext cx="70866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Our reading: the complication is organizational as much as technical.</a:t>
              </a:r>
              <a:endParaRPr lang="en-US" sz="1400" spc="0" kern="0" b="0" i="0" dirty="0">
                <a:solidFill>
                  <a:srgbClr val="070154"/>
                </a:solidFill>
                <a:latin typeface="IBM Plex Sans"/>
                <a:ea typeface="IBM Plex Sans"/>
                <a:cs typeface="IBM Plex Sans"/>
              </a:endParaRPr>
            </a:p>
          </p:txBody>
        </p:sp>
      </p:grpSp>
      <p:grpSp>
        <p:nvGrpSpPr>
          <p:cNvPr id="57" name="node11"/>
          <p:cNvGrpSpPr/>
          <p:nvPr/>
        </p:nvGrpSpPr>
        <p:grpSpPr>
          <a:xfrm>
            <a:off x="8953500" y="1600200"/>
            <a:ext cx="2514600" cy="152400"/>
            <a:chOff x="8953500" y="1600200"/>
            <a:chExt cx="2514600" cy="152400"/>
          </a:xfrm>
        </p:grpSpPr>
        <p:sp>
          <p:nvSpPr>
            <p:cNvPr id="35" name="node11.text"/>
            <p:cNvSpPr/>
            <p:nvPr/>
          </p:nvSpPr>
          <p:spPr>
            <a:xfrm>
              <a:off x="8953500" y="16002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CED7E6"/>
                  </a:solidFill>
                  <a:latin typeface="IBM Plex Mono Medium"/>
                  <a:ea typeface="IBM Plex Mono Medium"/>
                  <a:cs typeface="IBM Plex Mono Medium"/>
                </a:rPr>
                <a:t>WHAT YOU ASKED FOR</a:t>
              </a:r>
              <a:endParaRPr lang="en-US" sz="900" spc="54" kern="0" b="0" i="0" dirty="0">
                <a:solidFill>
                  <a:srgbClr val="CED7E6"/>
                </a:solidFill>
                <a:latin typeface="IBM Plex Mono Medium"/>
                <a:ea typeface="IBM Plex Mono Medium"/>
                <a:cs typeface="IBM Plex Mono Medium"/>
              </a:endParaRPr>
            </a:p>
          </p:txBody>
        </p:sp>
      </p:grpSp>
      <p:grpSp>
        <p:nvGrpSpPr>
          <p:cNvPr id="58" name="node12"/>
          <p:cNvGrpSpPr/>
          <p:nvPr/>
        </p:nvGrpSpPr>
        <p:grpSpPr>
          <a:xfrm>
            <a:off x="8953500" y="1905000"/>
            <a:ext cx="2514600" cy="762000"/>
            <a:chOff x="8953500" y="1905000"/>
            <a:chExt cx="2514600" cy="762000"/>
          </a:xfrm>
        </p:grpSpPr>
        <p:sp>
          <p:nvSpPr>
            <p:cNvPr id="36" name="node12.text"/>
            <p:cNvSpPr/>
            <p:nvPr/>
          </p:nvSpPr>
          <p:spPr>
            <a:xfrm>
              <a:off x="8953500" y="1905000"/>
              <a:ext cx="2514600" cy="7620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FFFFFF"/>
                  </a:solidFill>
                  <a:latin typeface="IBM Plex Sans SemiBold"/>
                  <a:ea typeface="IBM Plex Sans SemiBold"/>
                  <a:cs typeface="IBM Plex Sans SemiBold"/>
                </a:rPr>
                <a:t>One joined-up design</a:t>
              </a:r>
              <a:endParaRPr lang="en-US" sz="2400" spc="-36" kern="0" b="0" i="0" dirty="0">
                <a:solidFill>
                  <a:srgbClr val="FFFFFF"/>
                </a:solidFill>
                <a:latin typeface="IBM Plex Sans SemiBold"/>
                <a:ea typeface="IBM Plex Sans SemiBold"/>
                <a:cs typeface="IBM Plex Sans SemiBold"/>
              </a:endParaRPr>
            </a:p>
          </p:txBody>
        </p:sp>
      </p:grpSp>
      <p:grpSp>
        <p:nvGrpSpPr>
          <p:cNvPr id="59" name="node13"/>
          <p:cNvGrpSpPr/>
          <p:nvPr/>
        </p:nvGrpSpPr>
        <p:grpSpPr>
          <a:xfrm>
            <a:off x="8953500" y="2819400"/>
            <a:ext cx="2514600" cy="1485900"/>
            <a:chOff x="8953500" y="2819400"/>
            <a:chExt cx="2514600" cy="1485900"/>
          </a:xfrm>
        </p:grpSpPr>
        <p:sp>
          <p:nvSpPr>
            <p:cNvPr id="37" name="node13.source-001.bullet"/>
            <p:cNvSpPr/>
            <p:nvPr/>
          </p:nvSpPr>
          <p:spPr>
            <a:xfrm>
              <a:off x="8953500" y="2908300"/>
              <a:ext cx="38100" cy="38100"/>
            </a:xfrm>
            <a:prstGeom prst="rect">
              <a:avLst/>
            </a:prstGeom>
            <a:solidFill>
              <a:srgbClr val="FFFFFF"/>
            </a:solidFill>
            <a:ln>
              <a:noFill/>
            </a:ln>
          </p:spPr>
        </p:sp>
        <p:sp>
          <p:nvSpPr>
            <p:cNvPr id="38" name="node13.source-001.text"/>
            <p:cNvSpPr/>
            <p:nvPr/>
          </p:nvSpPr>
          <p:spPr>
            <a:xfrm>
              <a:off x="9105900" y="2819400"/>
              <a:ext cx="23622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A unified access and revenue cycle design</a:t>
              </a:r>
              <a:endParaRPr lang="en-US" sz="1200" spc="0" kern="0" b="0" i="0" dirty="0">
                <a:solidFill>
                  <a:srgbClr val="FFFFFF"/>
                </a:solidFill>
                <a:latin typeface="IBM Plex Sans"/>
                <a:ea typeface="IBM Plex Sans"/>
                <a:cs typeface="IBM Plex Sans"/>
              </a:endParaRPr>
            </a:p>
          </p:txBody>
        </p:sp>
        <p:sp>
          <p:nvSpPr>
            <p:cNvPr id="39" name="node13.source-002.bullet"/>
            <p:cNvSpPr/>
            <p:nvPr/>
          </p:nvSpPr>
          <p:spPr>
            <a:xfrm>
              <a:off x="8953500" y="3403600"/>
              <a:ext cx="38100" cy="38100"/>
            </a:xfrm>
            <a:prstGeom prst="rect">
              <a:avLst/>
            </a:prstGeom>
            <a:solidFill>
              <a:srgbClr val="FFFFFF"/>
            </a:solidFill>
            <a:ln>
              <a:noFill/>
            </a:ln>
          </p:spPr>
        </p:sp>
        <p:sp>
          <p:nvSpPr>
            <p:cNvPr id="40" name="node13.source-002.text"/>
            <p:cNvSpPr/>
            <p:nvPr/>
          </p:nvSpPr>
          <p:spPr>
            <a:xfrm>
              <a:off x="9105900" y="33147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A roadmap that fits the EHR date</a:t>
              </a:r>
              <a:endParaRPr lang="en-US" sz="1200" spc="0" kern="0" b="0" i="0" dirty="0">
                <a:solidFill>
                  <a:srgbClr val="FFFFFF"/>
                </a:solidFill>
                <a:latin typeface="IBM Plex Sans"/>
                <a:ea typeface="IBM Plex Sans"/>
                <a:cs typeface="IBM Plex Sans"/>
              </a:endParaRPr>
            </a:p>
          </p:txBody>
        </p:sp>
        <p:sp>
          <p:nvSpPr>
            <p:cNvPr id="41" name="node13.source-003.bullet"/>
            <p:cNvSpPr/>
            <p:nvPr/>
          </p:nvSpPr>
          <p:spPr>
            <a:xfrm>
              <a:off x="8953500" y="3670300"/>
              <a:ext cx="38100" cy="38100"/>
            </a:xfrm>
            <a:prstGeom prst="rect">
              <a:avLst/>
            </a:prstGeom>
            <a:solidFill>
              <a:srgbClr val="FFFFFF"/>
            </a:solidFill>
            <a:ln>
              <a:noFill/>
            </a:ln>
          </p:spPr>
        </p:sp>
        <p:sp>
          <p:nvSpPr>
            <p:cNvPr id="42" name="node13.source-003.text"/>
            <p:cNvSpPr/>
            <p:nvPr/>
          </p:nvSpPr>
          <p:spPr>
            <a:xfrm>
              <a:off x="9105900" y="35814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Named owners and measures</a:t>
              </a:r>
              <a:endParaRPr lang="en-US" sz="1200" spc="0" kern="0" b="0" i="0" dirty="0">
                <a:solidFill>
                  <a:srgbClr val="FFFFFF"/>
                </a:solidFill>
                <a:latin typeface="IBM Plex Sans"/>
                <a:ea typeface="IBM Plex Sans"/>
                <a:cs typeface="IBM Plex Sans"/>
              </a:endParaRPr>
            </a:p>
          </p:txBody>
        </p:sp>
        <p:sp>
          <p:nvSpPr>
            <p:cNvPr id="43" name="node13.source-004.bullet"/>
            <p:cNvSpPr/>
            <p:nvPr/>
          </p:nvSpPr>
          <p:spPr>
            <a:xfrm>
              <a:off x="8953500" y="3937000"/>
              <a:ext cx="38100" cy="38100"/>
            </a:xfrm>
            <a:prstGeom prst="rect">
              <a:avLst/>
            </a:prstGeom>
            <a:solidFill>
              <a:srgbClr val="FFFFFF"/>
            </a:solidFill>
            <a:ln>
              <a:noFill/>
            </a:ln>
          </p:spPr>
        </p:sp>
        <p:sp>
          <p:nvSpPr>
            <p:cNvPr id="44" name="node13.source-004.text"/>
            <p:cNvSpPr/>
            <p:nvPr/>
          </p:nvSpPr>
          <p:spPr>
            <a:xfrm>
              <a:off x="9105900" y="3848100"/>
              <a:ext cx="23622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Seven measures baselined in two weeks</a:t>
              </a:r>
              <a:endParaRPr lang="en-US" sz="1200" spc="0" kern="0" b="0" i="0" dirty="0">
                <a:solidFill>
                  <a:srgbClr val="FFFFFF"/>
                </a:solidFill>
                <a:latin typeface="IBM Plex Sans"/>
                <a:ea typeface="IBM Plex Sans"/>
                <a:cs typeface="IBM Plex Sans"/>
              </a:endParaRPr>
            </a:p>
          </p:txBody>
        </p:sp>
      </p:grpSp>
      <p:sp>
        <p:nvSpPr>
          <p:cNvPr id="45" name="node14"/>
          <p:cNvSpPr/>
          <p:nvPr/>
        </p:nvSpPr>
        <p:spPr>
          <a:xfrm>
            <a:off x="8953500" y="4914900"/>
            <a:ext cx="2514600" cy="9525"/>
          </a:xfrm>
          <a:prstGeom prst="rect">
            <a:avLst/>
          </a:prstGeom>
          <a:solidFill>
            <a:srgbClr val="50658E"/>
          </a:solidFill>
          <a:ln>
            <a:noFill/>
          </a:ln>
        </p:spPr>
      </p:sp>
      <p:grpSp>
        <p:nvGrpSpPr>
          <p:cNvPr id="60" name="node15"/>
          <p:cNvGrpSpPr/>
          <p:nvPr/>
        </p:nvGrpSpPr>
        <p:grpSpPr>
          <a:xfrm>
            <a:off x="8953500" y="5143500"/>
            <a:ext cx="2514600" cy="152400"/>
            <a:chOff x="8953500" y="5143500"/>
            <a:chExt cx="2514600" cy="152400"/>
          </a:xfrm>
        </p:grpSpPr>
        <p:sp>
          <p:nvSpPr>
            <p:cNvPr id="46" name="node15.text"/>
            <p:cNvSpPr/>
            <p:nvPr/>
          </p:nvSpPr>
          <p:spPr>
            <a:xfrm>
              <a:off x="8953500" y="51435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CED7E6"/>
                  </a:solidFill>
                  <a:latin typeface="IBM Plex Mono Medium"/>
                  <a:ea typeface="IBM Plex Mono Medium"/>
                  <a:cs typeface="IBM Plex Mono Medium"/>
                </a:rPr>
                <a:t>FIXED POINT</a:t>
              </a:r>
              <a:endParaRPr lang="en-US" sz="900" spc="54" kern="0" b="0" i="0" dirty="0">
                <a:solidFill>
                  <a:srgbClr val="CED7E6"/>
                </a:solidFill>
                <a:latin typeface="IBM Plex Mono Medium"/>
                <a:ea typeface="IBM Plex Mono Medium"/>
                <a:cs typeface="IBM Plex Mono Medium"/>
              </a:endParaRPr>
            </a:p>
          </p:txBody>
        </p:sp>
      </p:grpSp>
      <p:grpSp>
        <p:nvGrpSpPr>
          <p:cNvPr id="61" name="node16"/>
          <p:cNvGrpSpPr/>
          <p:nvPr/>
        </p:nvGrpSpPr>
        <p:grpSpPr>
          <a:xfrm>
            <a:off x="8953500" y="5372100"/>
            <a:ext cx="2514600" cy="266700"/>
            <a:chOff x="8953500" y="5372100"/>
            <a:chExt cx="2514600" cy="266700"/>
          </a:xfrm>
        </p:grpSpPr>
        <p:sp>
          <p:nvSpPr>
            <p:cNvPr id="47" name="node16.text"/>
            <p:cNvSpPr/>
            <p:nvPr/>
          </p:nvSpPr>
          <p:spPr>
            <a:xfrm>
              <a:off x="8953500" y="5372100"/>
              <a:ext cx="25146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FFFFFF"/>
                  </a:solidFill>
                  <a:latin typeface="IBM Plex Sans"/>
                  <a:ea typeface="IBM Plex Sans"/>
                  <a:cs typeface="IBM Plex Sans"/>
                </a:rPr>
                <a:t>EHR go-live in Q3</a:t>
              </a:r>
              <a:endParaRPr lang="en-US" sz="1400" spc="0" kern="0" b="0" i="0" dirty="0">
                <a:solidFill>
                  <a:srgbClr val="FFFFFF"/>
                </a:solidFill>
                <a:latin typeface="IBM Plex Sans"/>
                <a:ea typeface="IBM Plex Sans"/>
                <a:cs typeface="IBM Plex Sans"/>
              </a:endParaRPr>
            </a:p>
          </p:txBody>
        </p:sp>
      </p:grpSp>
    </p:spTree>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name="source-574">
    <p:spTree>
      <p:nvGrpSpPr>
        <p:cNvPr id="1" name=""/>
        <p:cNvGrpSpPr/>
        <p:nvPr/>
      </p:nvGrpSpPr>
      <p:grpSpPr>
        <a:xfrm>
          <a:off x="0" y="0"/>
          <a:ext cx="0" cy="0"/>
          <a:chOff x="0" y="0"/>
          <a:chExt cx="0" cy="0"/>
        </a:xfrm>
      </p:grpSpPr>
      <p:sp>
        <p:nvSpPr>
          <p:cNvPr id="3" name="eyebrow"/>
          <p:cNvSpPr/>
          <p:nvPr/>
        </p:nvSpPr>
        <p:spPr>
          <a:xfrm>
            <a:off x="723900" y="457200"/>
            <a:ext cx="34290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OUR UNDERSTANDING</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3429000" cy="13716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Situation, complication and ask in one reading</a:t>
            </a:r>
            <a:endParaRPr lang="en-US" sz="2400" spc="-36"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676900"/>
            <a:ext cx="3429000" cy="3048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Sample figures for layout only; replace with the client's RFP and engagement facts before use.</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183</a:t>
            </a:fld>
            <a:endParaRPr lang="en-US" sz="700" spc="0" kern="0" b="0" i="0" dirty="0">
              <a:solidFill>
                <a:srgbClr val="070154"/>
              </a:solidFill>
              <a:latin typeface="IBM Plex Mono SemiBold"/>
              <a:ea typeface="IBM Plex Mono SemiBold"/>
              <a:cs typeface="IBM Plex Mono SemiBold"/>
            </a:endParaRPr>
          </a:p>
        </p:txBody>
      </p:sp>
      <p:grpSp>
        <p:nvGrpSpPr>
          <p:cNvPr id="46" name="node01"/>
          <p:cNvGrpSpPr/>
          <p:nvPr/>
        </p:nvGrpSpPr>
        <p:grpSpPr>
          <a:xfrm>
            <a:off x="723900" y="2286000"/>
            <a:ext cx="3429000" cy="1181100"/>
            <a:chOff x="723900" y="2286000"/>
            <a:chExt cx="3429000" cy="1181100"/>
          </a:xfrm>
        </p:grpSpPr>
        <p:sp>
          <p:nvSpPr>
            <p:cNvPr id="7" name="node01.title"/>
            <p:cNvSpPr/>
            <p:nvPr/>
          </p:nvSpPr>
          <p:spPr>
            <a:xfrm>
              <a:off x="723900" y="2286000"/>
              <a:ext cx="34290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How we read it</a:t>
              </a:r>
              <a:endParaRPr lang="en-US" sz="1800" spc="-18" kern="0" b="0" i="0" dirty="0">
                <a:solidFill>
                  <a:srgbClr val="070154"/>
                </a:solidFill>
                <a:latin typeface="IBM Plex Sans SemiBold"/>
                <a:ea typeface="IBM Plex Sans SemiBold"/>
                <a:cs typeface="IBM Plex Sans SemiBold"/>
              </a:endParaRPr>
            </a:p>
          </p:txBody>
        </p:sp>
        <p:sp>
          <p:nvSpPr>
            <p:cNvPr id="8" name="node01.body"/>
            <p:cNvSpPr/>
            <p:nvPr/>
          </p:nvSpPr>
          <p:spPr>
            <a:xfrm>
              <a:off x="723900" y="2667000"/>
              <a:ext cx="3429000" cy="8001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The complication is organizational as much as technical, so the ask has to join access, billing and the EHR plan.</a:t>
              </a:r>
              <a:endParaRPr lang="en-US" sz="1400" spc="0" kern="0" b="0" i="0" dirty="0">
                <a:solidFill>
                  <a:srgbClr val="50658E"/>
                </a:solidFill>
                <a:latin typeface="IBM Plex Sans"/>
                <a:ea typeface="IBM Plex Sans"/>
                <a:cs typeface="IBM Plex Sans"/>
              </a:endParaRPr>
            </a:p>
          </p:txBody>
        </p:sp>
      </p:grpSp>
      <p:grpSp>
        <p:nvGrpSpPr>
          <p:cNvPr id="47" name="node02"/>
          <p:cNvGrpSpPr/>
          <p:nvPr/>
        </p:nvGrpSpPr>
        <p:grpSpPr>
          <a:xfrm>
            <a:off x="723900" y="3543300"/>
            <a:ext cx="3429000" cy="1907350"/>
            <a:chOff x="723900" y="3543300"/>
            <a:chExt cx="3429000" cy="1907350"/>
          </a:xfrm>
        </p:grpSpPr>
        <p:sp>
          <p:nvSpPr>
            <p:cNvPr id="9" name="node02.container"/>
            <p:cNvSpPr/>
            <p:nvPr/>
          </p:nvSpPr>
          <p:spPr>
            <a:xfrm>
              <a:off x="723900" y="3543300"/>
              <a:ext cx="3429000" cy="1907350"/>
            </a:xfrm>
            <a:prstGeom prst="rect">
              <a:avLst/>
            </a:prstGeom>
            <a:solidFill>
              <a:srgbClr val="F900D3"/>
            </a:solidFill>
            <a:ln>
              <a:noFill/>
            </a:ln>
          </p:spPr>
        </p:sp>
        <p:sp>
          <p:nvSpPr>
            <p:cNvPr id="10" name="node02.eyebrow"/>
            <p:cNvSpPr/>
            <p:nvPr/>
          </p:nvSpPr>
          <p:spPr>
            <a:xfrm>
              <a:off x="952500" y="3771900"/>
              <a:ext cx="29718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70154"/>
                  </a:solidFill>
                  <a:latin typeface="IBM Plex Mono SemiBold"/>
                  <a:ea typeface="IBM Plex Mono SemiBold"/>
                  <a:cs typeface="IBM Plex Mono SemiBold"/>
                </a:rPr>
                <a:t>WHERE CASH WAITS</a:t>
              </a:r>
              <a:endParaRPr lang="en-US" sz="1000" spc="80" kern="0" b="0" i="0" dirty="0">
                <a:solidFill>
                  <a:srgbClr val="070154"/>
                </a:solidFill>
                <a:latin typeface="IBM Plex Mono SemiBold"/>
                <a:ea typeface="IBM Plex Mono SemiBold"/>
                <a:cs typeface="IBM Plex Mono SemiBold"/>
              </a:endParaRPr>
            </a:p>
          </p:txBody>
        </p:sp>
        <p:sp>
          <p:nvSpPr>
            <p:cNvPr id="11" name="node02.metric.value"/>
            <p:cNvSpPr/>
            <p:nvPr/>
          </p:nvSpPr>
          <p:spPr>
            <a:xfrm>
              <a:off x="952500" y="4000500"/>
              <a:ext cx="2971800" cy="611950"/>
            </a:xfrm>
            <a:prstGeom prst="rect">
              <a:avLst/>
            </a:prstGeom>
            <a:noFill/>
            <a:ln/>
          </p:spPr>
          <p:txBody>
            <a:bodyPr wrap="square" lIns="0" tIns="0" rIns="0" bIns="0" rtlCol="0" anchor="t"/>
            <a:lstStyle/>
            <a:p>
              <a:pPr algn="l" indent="0" marL="0">
                <a:lnSpc>
                  <a:spcPts val="4800"/>
                </a:lnSpc>
                <a:buNone/>
              </a:pPr>
              <a:r>
                <a:rPr lang="en-US" sz="4800" spc="-96" kern="0" b="0" i="0" dirty="0">
                  <a:solidFill>
                    <a:srgbClr val="FFFFFF"/>
                  </a:solidFill>
                  <a:latin typeface="IBM Plex Mono SemiBold"/>
                  <a:ea typeface="IBM Plex Mono SemiBold"/>
                  <a:cs typeface="IBM Plex Mono SemiBold"/>
                </a:rPr>
                <a:t>52 days</a:t>
              </a:r>
              <a:endParaRPr lang="en-US" sz="4800" spc="-96" kern="0" b="0" i="0" dirty="0">
                <a:solidFill>
                  <a:srgbClr val="FFFFFF"/>
                </a:solidFill>
                <a:latin typeface="IBM Plex Mono SemiBold"/>
                <a:ea typeface="IBM Plex Mono SemiBold"/>
                <a:cs typeface="IBM Plex Mono SemiBold"/>
              </a:endParaRPr>
            </a:p>
          </p:txBody>
        </p:sp>
        <p:sp>
          <p:nvSpPr>
            <p:cNvPr id="12" name="node02.metric.label"/>
            <p:cNvSpPr/>
            <p:nvPr/>
          </p:nvSpPr>
          <p:spPr>
            <a:xfrm>
              <a:off x="952500" y="4688650"/>
              <a:ext cx="29718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in A/R, above peers, is the cost of the front-end gap</a:t>
              </a:r>
              <a:endParaRPr lang="en-US" sz="1400" spc="0" kern="0" b="0" i="0" dirty="0">
                <a:solidFill>
                  <a:srgbClr val="070154"/>
                </a:solidFill>
                <a:latin typeface="IBM Plex Sans"/>
                <a:ea typeface="IBM Plex Sans"/>
                <a:cs typeface="IBM Plex Sans"/>
              </a:endParaRPr>
            </a:p>
          </p:txBody>
        </p:sp>
      </p:grpSp>
      <p:grpSp>
        <p:nvGrpSpPr>
          <p:cNvPr id="48" name="node03"/>
          <p:cNvGrpSpPr/>
          <p:nvPr/>
        </p:nvGrpSpPr>
        <p:grpSpPr>
          <a:xfrm>
            <a:off x="4381500" y="457200"/>
            <a:ext cx="7086600" cy="1600200"/>
            <a:chOff x="4381500" y="457200"/>
            <a:chExt cx="7086600" cy="1600200"/>
          </a:xfrm>
        </p:grpSpPr>
        <p:sp>
          <p:nvSpPr>
            <p:cNvPr id="13" name="node03.surface"/>
            <p:cNvSpPr/>
            <p:nvPr/>
          </p:nvSpPr>
          <p:spPr>
            <a:xfrm>
              <a:off x="4381500" y="457200"/>
              <a:ext cx="7086600" cy="1600200"/>
            </a:xfrm>
            <a:prstGeom prst="rect">
              <a:avLst/>
            </a:prstGeom>
            <a:solidFill>
              <a:srgbClr val="E8EEF8"/>
            </a:solidFill>
            <a:ln>
              <a:noFill/>
            </a:ln>
          </p:spPr>
        </p:sp>
      </p:grpSp>
      <p:grpSp>
        <p:nvGrpSpPr>
          <p:cNvPr id="49" name="node04"/>
          <p:cNvGrpSpPr/>
          <p:nvPr/>
        </p:nvGrpSpPr>
        <p:grpSpPr>
          <a:xfrm>
            <a:off x="4610100" y="685800"/>
            <a:ext cx="1905000" cy="152400"/>
            <a:chOff x="4610100" y="685800"/>
            <a:chExt cx="1905000" cy="152400"/>
          </a:xfrm>
        </p:grpSpPr>
        <p:sp>
          <p:nvSpPr>
            <p:cNvPr id="14" name="node04.text"/>
            <p:cNvSpPr/>
            <p:nvPr/>
          </p:nvSpPr>
          <p:spPr>
            <a:xfrm>
              <a:off x="4610100" y="685800"/>
              <a:ext cx="1905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SITUATION</a:t>
              </a:r>
              <a:endParaRPr lang="en-US" sz="900" spc="54" kern="0" b="0" i="0" dirty="0">
                <a:solidFill>
                  <a:srgbClr val="50658E"/>
                </a:solidFill>
                <a:latin typeface="IBM Plex Mono Medium"/>
                <a:ea typeface="IBM Plex Mono Medium"/>
                <a:cs typeface="IBM Plex Mono Medium"/>
              </a:endParaRPr>
            </a:p>
          </p:txBody>
        </p:sp>
      </p:grpSp>
      <p:grpSp>
        <p:nvGrpSpPr>
          <p:cNvPr id="50" name="node05"/>
          <p:cNvGrpSpPr/>
          <p:nvPr/>
        </p:nvGrpSpPr>
        <p:grpSpPr>
          <a:xfrm>
            <a:off x="4610100" y="990600"/>
            <a:ext cx="1905000" cy="762000"/>
            <a:chOff x="4610100" y="990600"/>
            <a:chExt cx="1905000" cy="762000"/>
          </a:xfrm>
        </p:grpSpPr>
        <p:sp>
          <p:nvSpPr>
            <p:cNvPr id="15" name="node05.text"/>
            <p:cNvSpPr/>
            <p:nvPr/>
          </p:nvSpPr>
          <p:spPr>
            <a:xfrm>
              <a:off x="4610100" y="990600"/>
              <a:ext cx="1905000" cy="7620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Where we start</a:t>
              </a:r>
              <a:endParaRPr lang="en-US" sz="2400" spc="-36" kern="0" b="0" i="0" dirty="0">
                <a:solidFill>
                  <a:srgbClr val="070154"/>
                </a:solidFill>
                <a:latin typeface="IBM Plex Sans SemiBold"/>
                <a:ea typeface="IBM Plex Sans SemiBold"/>
                <a:cs typeface="IBM Plex Sans SemiBold"/>
              </a:endParaRPr>
            </a:p>
          </p:txBody>
        </p:sp>
      </p:grpSp>
      <p:grpSp>
        <p:nvGrpSpPr>
          <p:cNvPr id="51" name="node06"/>
          <p:cNvGrpSpPr/>
          <p:nvPr/>
        </p:nvGrpSpPr>
        <p:grpSpPr>
          <a:xfrm>
            <a:off x="6743700" y="685800"/>
            <a:ext cx="2743200" cy="990600"/>
            <a:chOff x="6743700" y="685800"/>
            <a:chExt cx="2743200" cy="990600"/>
          </a:xfrm>
        </p:grpSpPr>
        <p:sp>
          <p:nvSpPr>
            <p:cNvPr id="16" name="node06.source-001.bullet"/>
            <p:cNvSpPr/>
            <p:nvPr/>
          </p:nvSpPr>
          <p:spPr>
            <a:xfrm>
              <a:off x="6743700" y="774700"/>
              <a:ext cx="38100" cy="38100"/>
            </a:xfrm>
            <a:prstGeom prst="rect">
              <a:avLst/>
            </a:prstGeom>
            <a:solidFill>
              <a:srgbClr val="070154"/>
            </a:solidFill>
            <a:ln>
              <a:noFill/>
            </a:ln>
          </p:spPr>
        </p:sp>
        <p:sp>
          <p:nvSpPr>
            <p:cNvPr id="17" name="node06.source-001.text"/>
            <p:cNvSpPr/>
            <p:nvPr/>
          </p:nvSpPr>
          <p:spPr>
            <a:xfrm>
              <a:off x="6896100" y="685800"/>
              <a:ext cx="25908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Seven hospitals, 64 clinics, three scheduling tools</a:t>
              </a:r>
              <a:endParaRPr lang="en-US" sz="1200" spc="0" kern="0" b="0" i="0" dirty="0">
                <a:solidFill>
                  <a:srgbClr val="070154"/>
                </a:solidFill>
                <a:latin typeface="IBM Plex Sans"/>
                <a:ea typeface="IBM Plex Sans"/>
                <a:cs typeface="IBM Plex Sans"/>
              </a:endParaRPr>
            </a:p>
          </p:txBody>
        </p:sp>
        <p:sp>
          <p:nvSpPr>
            <p:cNvPr id="18" name="node06.source-002.bullet"/>
            <p:cNvSpPr/>
            <p:nvPr/>
          </p:nvSpPr>
          <p:spPr>
            <a:xfrm>
              <a:off x="6743700" y="1270000"/>
              <a:ext cx="38100" cy="38100"/>
            </a:xfrm>
            <a:prstGeom prst="rect">
              <a:avLst/>
            </a:prstGeom>
            <a:solidFill>
              <a:srgbClr val="070154"/>
            </a:solidFill>
            <a:ln>
              <a:noFill/>
            </a:ln>
          </p:spPr>
        </p:sp>
        <p:sp>
          <p:nvSpPr>
            <p:cNvPr id="19" name="node06.source-002.text"/>
            <p:cNvSpPr/>
            <p:nvPr/>
          </p:nvSpPr>
          <p:spPr>
            <a:xfrm>
              <a:off x="6896100" y="1181100"/>
              <a:ext cx="2590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Registration varies by site</a:t>
              </a:r>
              <a:endParaRPr lang="en-US" sz="1200" spc="0" kern="0" b="0" i="0" dirty="0">
                <a:solidFill>
                  <a:srgbClr val="070154"/>
                </a:solidFill>
                <a:latin typeface="IBM Plex Sans"/>
                <a:ea typeface="IBM Plex Sans"/>
                <a:cs typeface="IBM Plex Sans"/>
              </a:endParaRPr>
            </a:p>
          </p:txBody>
        </p:sp>
        <p:sp>
          <p:nvSpPr>
            <p:cNvPr id="20" name="node06.source-003.bullet"/>
            <p:cNvSpPr/>
            <p:nvPr/>
          </p:nvSpPr>
          <p:spPr>
            <a:xfrm>
              <a:off x="6743700" y="1536700"/>
              <a:ext cx="38100" cy="38100"/>
            </a:xfrm>
            <a:prstGeom prst="rect">
              <a:avLst/>
            </a:prstGeom>
            <a:solidFill>
              <a:srgbClr val="070154"/>
            </a:solidFill>
            <a:ln>
              <a:noFill/>
            </a:ln>
          </p:spPr>
        </p:sp>
        <p:sp>
          <p:nvSpPr>
            <p:cNvPr id="21" name="node06.source-003.text"/>
            <p:cNvSpPr/>
            <p:nvPr/>
          </p:nvSpPr>
          <p:spPr>
            <a:xfrm>
              <a:off x="6896100" y="1447800"/>
              <a:ext cx="2590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Three acquisitions in four years</a:t>
              </a:r>
              <a:endParaRPr lang="en-US" sz="1200" spc="0" kern="0" b="0" i="0" dirty="0">
                <a:solidFill>
                  <a:srgbClr val="070154"/>
                </a:solidFill>
                <a:latin typeface="IBM Plex Sans"/>
                <a:ea typeface="IBM Plex Sans"/>
                <a:cs typeface="IBM Plex Sans"/>
              </a:endParaRPr>
            </a:p>
          </p:txBody>
        </p:sp>
      </p:grpSp>
      <p:grpSp>
        <p:nvGrpSpPr>
          <p:cNvPr id="52" name="node07"/>
          <p:cNvGrpSpPr/>
          <p:nvPr/>
        </p:nvGrpSpPr>
        <p:grpSpPr>
          <a:xfrm>
            <a:off x="9715500" y="685800"/>
            <a:ext cx="1524000" cy="954850"/>
            <a:chOff x="9715500" y="685800"/>
            <a:chExt cx="1524000" cy="954850"/>
          </a:xfrm>
        </p:grpSpPr>
        <p:sp>
          <p:nvSpPr>
            <p:cNvPr id="22" name="node07.value"/>
            <p:cNvSpPr/>
            <p:nvPr/>
          </p:nvSpPr>
          <p:spPr>
            <a:xfrm>
              <a:off x="9715500" y="685800"/>
              <a:ext cx="1524000" cy="611950"/>
            </a:xfrm>
            <a:prstGeom prst="rect">
              <a:avLst/>
            </a:prstGeom>
            <a:noFill/>
            <a:ln/>
          </p:spPr>
          <p:txBody>
            <a:bodyPr wrap="square" lIns="0" tIns="0" rIns="0" bIns="0" rtlCol="0" anchor="t"/>
            <a:lstStyle/>
            <a:p>
              <a:pPr algn="l" indent="0" marL="0">
                <a:lnSpc>
                  <a:spcPts val="4800"/>
                </a:lnSpc>
                <a:buNone/>
              </a:pPr>
              <a:r>
                <a:rPr lang="en-US" sz="4800" spc="-96" kern="0" b="0" i="0" dirty="0">
                  <a:solidFill>
                    <a:srgbClr val="070154"/>
                  </a:solidFill>
                  <a:latin typeface="IBM Plex Mono SemiBold"/>
                  <a:ea typeface="IBM Plex Mono SemiBold"/>
                  <a:cs typeface="IBM Plex Mono SemiBold"/>
                </a:rPr>
                <a:t>3</a:t>
              </a:r>
              <a:endParaRPr lang="en-US" sz="4800" spc="-96" kern="0" b="0" i="0" dirty="0">
                <a:solidFill>
                  <a:srgbClr val="070154"/>
                </a:solidFill>
                <a:latin typeface="IBM Plex Mono SemiBold"/>
                <a:ea typeface="IBM Plex Mono SemiBold"/>
                <a:cs typeface="IBM Plex Mono SemiBold"/>
              </a:endParaRPr>
            </a:p>
          </p:txBody>
        </p:sp>
        <p:sp>
          <p:nvSpPr>
            <p:cNvPr id="23" name="node07.label"/>
            <p:cNvSpPr/>
            <p:nvPr/>
          </p:nvSpPr>
          <p:spPr>
            <a:xfrm>
              <a:off x="9715500" y="1373950"/>
              <a:ext cx="15240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scheduling tools</a:t>
              </a:r>
              <a:endParaRPr lang="en-US" sz="1400" spc="0" kern="0" b="0" i="0" dirty="0">
                <a:solidFill>
                  <a:srgbClr val="50658E"/>
                </a:solidFill>
                <a:latin typeface="IBM Plex Sans"/>
                <a:ea typeface="IBM Plex Sans"/>
                <a:cs typeface="IBM Plex Sans"/>
              </a:endParaRPr>
            </a:p>
          </p:txBody>
        </p:sp>
      </p:grpSp>
      <p:grpSp>
        <p:nvGrpSpPr>
          <p:cNvPr id="53" name="node08"/>
          <p:cNvGrpSpPr/>
          <p:nvPr/>
        </p:nvGrpSpPr>
        <p:grpSpPr>
          <a:xfrm>
            <a:off x="4381500" y="2286000"/>
            <a:ext cx="7086600" cy="1600200"/>
            <a:chOff x="4381500" y="2286000"/>
            <a:chExt cx="7086600" cy="1600200"/>
          </a:xfrm>
        </p:grpSpPr>
        <p:sp>
          <p:nvSpPr>
            <p:cNvPr id="24" name="node08.surface"/>
            <p:cNvSpPr/>
            <p:nvPr/>
          </p:nvSpPr>
          <p:spPr>
            <a:xfrm>
              <a:off x="4381500" y="2286000"/>
              <a:ext cx="7086600" cy="1600200"/>
            </a:xfrm>
            <a:prstGeom prst="rect">
              <a:avLst/>
            </a:prstGeom>
            <a:solidFill>
              <a:srgbClr val="E8EEF8"/>
            </a:solidFill>
            <a:ln>
              <a:noFill/>
            </a:ln>
          </p:spPr>
        </p:sp>
      </p:grpSp>
      <p:grpSp>
        <p:nvGrpSpPr>
          <p:cNvPr id="54" name="node09"/>
          <p:cNvGrpSpPr/>
          <p:nvPr/>
        </p:nvGrpSpPr>
        <p:grpSpPr>
          <a:xfrm>
            <a:off x="4610100" y="2514600"/>
            <a:ext cx="1905000" cy="152400"/>
            <a:chOff x="4610100" y="2514600"/>
            <a:chExt cx="1905000" cy="152400"/>
          </a:xfrm>
        </p:grpSpPr>
        <p:sp>
          <p:nvSpPr>
            <p:cNvPr id="25" name="node09.text"/>
            <p:cNvSpPr/>
            <p:nvPr/>
          </p:nvSpPr>
          <p:spPr>
            <a:xfrm>
              <a:off x="4610100" y="2514600"/>
              <a:ext cx="1905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COMPLICATION</a:t>
              </a:r>
              <a:endParaRPr lang="en-US" sz="900" spc="54" kern="0" b="0" i="0" dirty="0">
                <a:solidFill>
                  <a:srgbClr val="50658E"/>
                </a:solidFill>
                <a:latin typeface="IBM Plex Mono Medium"/>
                <a:ea typeface="IBM Plex Mono Medium"/>
                <a:cs typeface="IBM Plex Mono Medium"/>
              </a:endParaRPr>
            </a:p>
          </p:txBody>
        </p:sp>
      </p:grpSp>
      <p:grpSp>
        <p:nvGrpSpPr>
          <p:cNvPr id="55" name="node10"/>
          <p:cNvGrpSpPr/>
          <p:nvPr/>
        </p:nvGrpSpPr>
        <p:grpSpPr>
          <a:xfrm>
            <a:off x="4610100" y="2819400"/>
            <a:ext cx="1905000" cy="381000"/>
            <a:chOff x="4610100" y="2819400"/>
            <a:chExt cx="1905000" cy="381000"/>
          </a:xfrm>
        </p:grpSpPr>
        <p:sp>
          <p:nvSpPr>
            <p:cNvPr id="26" name="node10.text"/>
            <p:cNvSpPr/>
            <p:nvPr/>
          </p:nvSpPr>
          <p:spPr>
            <a:xfrm>
              <a:off x="4610100" y="2819400"/>
              <a:ext cx="1905000" cy="3810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In the way</a:t>
              </a:r>
              <a:endParaRPr lang="en-US" sz="2400" spc="-36" kern="0" b="0" i="0" dirty="0">
                <a:solidFill>
                  <a:srgbClr val="070154"/>
                </a:solidFill>
                <a:latin typeface="IBM Plex Sans SemiBold"/>
                <a:ea typeface="IBM Plex Sans SemiBold"/>
                <a:cs typeface="IBM Plex Sans SemiBold"/>
              </a:endParaRPr>
            </a:p>
          </p:txBody>
        </p:sp>
      </p:grpSp>
      <p:grpSp>
        <p:nvGrpSpPr>
          <p:cNvPr id="56" name="node11"/>
          <p:cNvGrpSpPr/>
          <p:nvPr/>
        </p:nvGrpSpPr>
        <p:grpSpPr>
          <a:xfrm>
            <a:off x="6743700" y="2514600"/>
            <a:ext cx="2743200" cy="762000"/>
            <a:chOff x="6743700" y="2514600"/>
            <a:chExt cx="2743200" cy="762000"/>
          </a:xfrm>
        </p:grpSpPr>
        <p:sp>
          <p:nvSpPr>
            <p:cNvPr id="27" name="node11.source-001.bullet"/>
            <p:cNvSpPr/>
            <p:nvPr/>
          </p:nvSpPr>
          <p:spPr>
            <a:xfrm>
              <a:off x="6743700" y="2603500"/>
              <a:ext cx="38100" cy="38100"/>
            </a:xfrm>
            <a:prstGeom prst="rect">
              <a:avLst/>
            </a:prstGeom>
            <a:solidFill>
              <a:srgbClr val="070154"/>
            </a:solidFill>
            <a:ln>
              <a:noFill/>
            </a:ln>
          </p:spPr>
        </p:sp>
        <p:sp>
          <p:nvSpPr>
            <p:cNvPr id="28" name="node11.source-001.text"/>
            <p:cNvSpPr/>
            <p:nvPr/>
          </p:nvSpPr>
          <p:spPr>
            <a:xfrm>
              <a:off x="6896100" y="2514600"/>
              <a:ext cx="2590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Front-end errors reach the claim</a:t>
              </a:r>
              <a:endParaRPr lang="en-US" sz="1200" spc="0" kern="0" b="0" i="0" dirty="0">
                <a:solidFill>
                  <a:srgbClr val="070154"/>
                </a:solidFill>
                <a:latin typeface="IBM Plex Sans"/>
                <a:ea typeface="IBM Plex Sans"/>
                <a:cs typeface="IBM Plex Sans"/>
              </a:endParaRPr>
            </a:p>
          </p:txBody>
        </p:sp>
        <p:sp>
          <p:nvSpPr>
            <p:cNvPr id="29" name="node11.source-002.bullet"/>
            <p:cNvSpPr/>
            <p:nvPr/>
          </p:nvSpPr>
          <p:spPr>
            <a:xfrm>
              <a:off x="6743700" y="2870200"/>
              <a:ext cx="38100" cy="38100"/>
            </a:xfrm>
            <a:prstGeom prst="rect">
              <a:avLst/>
            </a:prstGeom>
            <a:solidFill>
              <a:srgbClr val="070154"/>
            </a:solidFill>
            <a:ln>
              <a:noFill/>
            </a:ln>
          </p:spPr>
        </p:sp>
        <p:sp>
          <p:nvSpPr>
            <p:cNvPr id="30" name="node11.source-002.text"/>
            <p:cNvSpPr/>
            <p:nvPr/>
          </p:nvSpPr>
          <p:spPr>
            <a:xfrm>
              <a:off x="6896100" y="2781300"/>
              <a:ext cx="2590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Patients repeat the same details</a:t>
              </a:r>
              <a:endParaRPr lang="en-US" sz="1200" spc="0" kern="0" b="0" i="0" dirty="0">
                <a:solidFill>
                  <a:srgbClr val="070154"/>
                </a:solidFill>
                <a:latin typeface="IBM Plex Sans"/>
                <a:ea typeface="IBM Plex Sans"/>
                <a:cs typeface="IBM Plex Sans"/>
              </a:endParaRPr>
            </a:p>
          </p:txBody>
        </p:sp>
        <p:sp>
          <p:nvSpPr>
            <p:cNvPr id="31" name="node11.source-003.bullet"/>
            <p:cNvSpPr/>
            <p:nvPr/>
          </p:nvSpPr>
          <p:spPr>
            <a:xfrm>
              <a:off x="6743700" y="3136900"/>
              <a:ext cx="38100" cy="38100"/>
            </a:xfrm>
            <a:prstGeom prst="rect">
              <a:avLst/>
            </a:prstGeom>
            <a:solidFill>
              <a:srgbClr val="070154"/>
            </a:solidFill>
            <a:ln>
              <a:noFill/>
            </a:ln>
          </p:spPr>
        </p:sp>
        <p:sp>
          <p:nvSpPr>
            <p:cNvPr id="32" name="node11.source-003.text"/>
            <p:cNvSpPr/>
            <p:nvPr/>
          </p:nvSpPr>
          <p:spPr>
            <a:xfrm>
              <a:off x="6896100" y="3048000"/>
              <a:ext cx="2590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Access and billing split by leader</a:t>
              </a:r>
              <a:endParaRPr lang="en-US" sz="1200" spc="0" kern="0" b="0" i="0" dirty="0">
                <a:solidFill>
                  <a:srgbClr val="070154"/>
                </a:solidFill>
                <a:latin typeface="IBM Plex Sans"/>
                <a:ea typeface="IBM Plex Sans"/>
                <a:cs typeface="IBM Plex Sans"/>
              </a:endParaRPr>
            </a:p>
          </p:txBody>
        </p:sp>
      </p:grpSp>
      <p:grpSp>
        <p:nvGrpSpPr>
          <p:cNvPr id="57" name="node12"/>
          <p:cNvGrpSpPr/>
          <p:nvPr/>
        </p:nvGrpSpPr>
        <p:grpSpPr>
          <a:xfrm>
            <a:off x="9715500" y="2514600"/>
            <a:ext cx="1524000" cy="1221550"/>
            <a:chOff x="9715500" y="2514600"/>
            <a:chExt cx="1524000" cy="1221550"/>
          </a:xfrm>
        </p:grpSpPr>
        <p:sp>
          <p:nvSpPr>
            <p:cNvPr id="33" name="node12.value"/>
            <p:cNvSpPr/>
            <p:nvPr/>
          </p:nvSpPr>
          <p:spPr>
            <a:xfrm>
              <a:off x="9715500" y="2514600"/>
              <a:ext cx="1524000" cy="611950"/>
            </a:xfrm>
            <a:prstGeom prst="rect">
              <a:avLst/>
            </a:prstGeom>
            <a:noFill/>
            <a:ln/>
          </p:spPr>
          <p:txBody>
            <a:bodyPr wrap="square" lIns="0" tIns="0" rIns="0" bIns="0" rtlCol="0" anchor="t"/>
            <a:lstStyle/>
            <a:p>
              <a:pPr algn="l" indent="0" marL="0">
                <a:lnSpc>
                  <a:spcPts val="4800"/>
                </a:lnSpc>
                <a:buNone/>
              </a:pPr>
              <a:r>
                <a:rPr lang="en-US" sz="4800" spc="-96" kern="0" b="0" i="0" dirty="0">
                  <a:solidFill>
                    <a:srgbClr val="070154"/>
                  </a:solidFill>
                  <a:latin typeface="IBM Plex Mono SemiBold"/>
                  <a:ea typeface="IBM Plex Mono SemiBold"/>
                  <a:cs typeface="IBM Plex Mono SemiBold"/>
                </a:rPr>
                <a:t>11%</a:t>
              </a:r>
              <a:endParaRPr lang="en-US" sz="4800" spc="-96" kern="0" b="0" i="0" dirty="0">
                <a:solidFill>
                  <a:srgbClr val="070154"/>
                </a:solidFill>
                <a:latin typeface="IBM Plex Mono SemiBold"/>
                <a:ea typeface="IBM Plex Mono SemiBold"/>
                <a:cs typeface="IBM Plex Mono SemiBold"/>
              </a:endParaRPr>
            </a:p>
          </p:txBody>
        </p:sp>
        <p:sp>
          <p:nvSpPr>
            <p:cNvPr id="34" name="node12.label"/>
            <p:cNvSpPr/>
            <p:nvPr/>
          </p:nvSpPr>
          <p:spPr>
            <a:xfrm>
              <a:off x="9715500" y="3202750"/>
              <a:ext cx="15240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of denials start at registration</a:t>
              </a:r>
              <a:endParaRPr lang="en-US" sz="1400" spc="0" kern="0" b="0" i="0" dirty="0">
                <a:solidFill>
                  <a:srgbClr val="50658E"/>
                </a:solidFill>
                <a:latin typeface="IBM Plex Sans"/>
                <a:ea typeface="IBM Plex Sans"/>
                <a:cs typeface="IBM Plex Sans"/>
              </a:endParaRPr>
            </a:p>
          </p:txBody>
        </p:sp>
      </p:grpSp>
      <p:grpSp>
        <p:nvGrpSpPr>
          <p:cNvPr id="58" name="node13"/>
          <p:cNvGrpSpPr/>
          <p:nvPr/>
        </p:nvGrpSpPr>
        <p:grpSpPr>
          <a:xfrm>
            <a:off x="4381500" y="3886200"/>
            <a:ext cx="7086600" cy="1600200"/>
            <a:chOff x="4381500" y="3886200"/>
            <a:chExt cx="7086600" cy="1600200"/>
          </a:xfrm>
        </p:grpSpPr>
        <p:sp>
          <p:nvSpPr>
            <p:cNvPr id="35" name="node13.surface"/>
            <p:cNvSpPr/>
            <p:nvPr/>
          </p:nvSpPr>
          <p:spPr>
            <a:xfrm>
              <a:off x="4381500" y="3886200"/>
              <a:ext cx="7086600" cy="1600200"/>
            </a:xfrm>
            <a:prstGeom prst="rect">
              <a:avLst/>
            </a:prstGeom>
            <a:solidFill>
              <a:srgbClr val="070154"/>
            </a:solidFill>
            <a:ln>
              <a:noFill/>
            </a:ln>
          </p:spPr>
        </p:sp>
      </p:grpSp>
      <p:grpSp>
        <p:nvGrpSpPr>
          <p:cNvPr id="59" name="node14"/>
          <p:cNvGrpSpPr/>
          <p:nvPr/>
        </p:nvGrpSpPr>
        <p:grpSpPr>
          <a:xfrm>
            <a:off x="4610100" y="4114800"/>
            <a:ext cx="1905000" cy="152400"/>
            <a:chOff x="4610100" y="4114800"/>
            <a:chExt cx="1905000" cy="152400"/>
          </a:xfrm>
        </p:grpSpPr>
        <p:sp>
          <p:nvSpPr>
            <p:cNvPr id="36" name="node14.text"/>
            <p:cNvSpPr/>
            <p:nvPr/>
          </p:nvSpPr>
          <p:spPr>
            <a:xfrm>
              <a:off x="4610100" y="4114800"/>
              <a:ext cx="1905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CED7E6"/>
                  </a:solidFill>
                  <a:latin typeface="IBM Plex Mono Medium"/>
                  <a:ea typeface="IBM Plex Mono Medium"/>
                  <a:cs typeface="IBM Plex Mono Medium"/>
                </a:rPr>
                <a:t>THE ASK</a:t>
              </a:r>
              <a:endParaRPr lang="en-US" sz="900" spc="54" kern="0" b="0" i="0" dirty="0">
                <a:solidFill>
                  <a:srgbClr val="CED7E6"/>
                </a:solidFill>
                <a:latin typeface="IBM Plex Mono Medium"/>
                <a:ea typeface="IBM Plex Mono Medium"/>
                <a:cs typeface="IBM Plex Mono Medium"/>
              </a:endParaRPr>
            </a:p>
          </p:txBody>
        </p:sp>
      </p:grpSp>
      <p:grpSp>
        <p:nvGrpSpPr>
          <p:cNvPr id="60" name="node15"/>
          <p:cNvGrpSpPr/>
          <p:nvPr/>
        </p:nvGrpSpPr>
        <p:grpSpPr>
          <a:xfrm>
            <a:off x="4610100" y="4419600"/>
            <a:ext cx="1905000" cy="762000"/>
            <a:chOff x="4610100" y="4419600"/>
            <a:chExt cx="1905000" cy="762000"/>
          </a:xfrm>
        </p:grpSpPr>
        <p:sp>
          <p:nvSpPr>
            <p:cNvPr id="37" name="node15.text"/>
            <p:cNvSpPr/>
            <p:nvPr/>
          </p:nvSpPr>
          <p:spPr>
            <a:xfrm>
              <a:off x="4610100" y="4419600"/>
              <a:ext cx="1905000" cy="7620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FFFFFF"/>
                  </a:solidFill>
                  <a:latin typeface="IBM Plex Sans SemiBold"/>
                  <a:ea typeface="IBM Plex Sans SemiBold"/>
                  <a:cs typeface="IBM Plex Sans SemiBold"/>
                </a:rPr>
                <a:t>What you need</a:t>
              </a:r>
              <a:endParaRPr lang="en-US" sz="2400" spc="-36" kern="0" b="0" i="0" dirty="0">
                <a:solidFill>
                  <a:srgbClr val="FFFFFF"/>
                </a:solidFill>
                <a:latin typeface="IBM Plex Sans SemiBold"/>
                <a:ea typeface="IBM Plex Sans SemiBold"/>
                <a:cs typeface="IBM Plex Sans SemiBold"/>
              </a:endParaRPr>
            </a:p>
          </p:txBody>
        </p:sp>
      </p:grpSp>
      <p:grpSp>
        <p:nvGrpSpPr>
          <p:cNvPr id="61" name="node16"/>
          <p:cNvGrpSpPr/>
          <p:nvPr/>
        </p:nvGrpSpPr>
        <p:grpSpPr>
          <a:xfrm>
            <a:off x="6743700" y="4114800"/>
            <a:ext cx="2743200" cy="762000"/>
            <a:chOff x="6743700" y="4114800"/>
            <a:chExt cx="2743200" cy="762000"/>
          </a:xfrm>
        </p:grpSpPr>
        <p:sp>
          <p:nvSpPr>
            <p:cNvPr id="38" name="node16.source-001.bullet"/>
            <p:cNvSpPr/>
            <p:nvPr/>
          </p:nvSpPr>
          <p:spPr>
            <a:xfrm>
              <a:off x="6743700" y="4203700"/>
              <a:ext cx="38100" cy="38100"/>
            </a:xfrm>
            <a:prstGeom prst="rect">
              <a:avLst/>
            </a:prstGeom>
            <a:solidFill>
              <a:srgbClr val="FFFFFF"/>
            </a:solidFill>
            <a:ln>
              <a:noFill/>
            </a:ln>
          </p:spPr>
        </p:sp>
        <p:sp>
          <p:nvSpPr>
            <p:cNvPr id="39" name="node16.source-001.text"/>
            <p:cNvSpPr/>
            <p:nvPr/>
          </p:nvSpPr>
          <p:spPr>
            <a:xfrm>
              <a:off x="6896100" y="4114800"/>
              <a:ext cx="2590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One access and revenue cycle design</a:t>
              </a:r>
              <a:endParaRPr lang="en-US" sz="1200" spc="0" kern="0" b="0" i="0" dirty="0">
                <a:solidFill>
                  <a:srgbClr val="FFFFFF"/>
                </a:solidFill>
                <a:latin typeface="IBM Plex Sans"/>
                <a:ea typeface="IBM Plex Sans"/>
                <a:cs typeface="IBM Plex Sans"/>
              </a:endParaRPr>
            </a:p>
          </p:txBody>
        </p:sp>
        <p:sp>
          <p:nvSpPr>
            <p:cNvPr id="40" name="node16.source-002.bullet"/>
            <p:cNvSpPr/>
            <p:nvPr/>
          </p:nvSpPr>
          <p:spPr>
            <a:xfrm>
              <a:off x="6743700" y="4470400"/>
              <a:ext cx="38100" cy="38100"/>
            </a:xfrm>
            <a:prstGeom prst="rect">
              <a:avLst/>
            </a:prstGeom>
            <a:solidFill>
              <a:srgbClr val="FFFFFF"/>
            </a:solidFill>
            <a:ln>
              <a:noFill/>
            </a:ln>
          </p:spPr>
        </p:sp>
        <p:sp>
          <p:nvSpPr>
            <p:cNvPr id="41" name="node16.source-002.text"/>
            <p:cNvSpPr/>
            <p:nvPr/>
          </p:nvSpPr>
          <p:spPr>
            <a:xfrm>
              <a:off x="6896100" y="4381500"/>
              <a:ext cx="2590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A roadmap that fits the EHR date</a:t>
              </a:r>
              <a:endParaRPr lang="en-US" sz="1200" spc="0" kern="0" b="0" i="0" dirty="0">
                <a:solidFill>
                  <a:srgbClr val="FFFFFF"/>
                </a:solidFill>
                <a:latin typeface="IBM Plex Sans"/>
                <a:ea typeface="IBM Plex Sans"/>
                <a:cs typeface="IBM Plex Sans"/>
              </a:endParaRPr>
            </a:p>
          </p:txBody>
        </p:sp>
        <p:sp>
          <p:nvSpPr>
            <p:cNvPr id="42" name="node16.source-003.bullet"/>
            <p:cNvSpPr/>
            <p:nvPr/>
          </p:nvSpPr>
          <p:spPr>
            <a:xfrm>
              <a:off x="6743700" y="4737100"/>
              <a:ext cx="38100" cy="38100"/>
            </a:xfrm>
            <a:prstGeom prst="rect">
              <a:avLst/>
            </a:prstGeom>
            <a:solidFill>
              <a:srgbClr val="FFFFFF"/>
            </a:solidFill>
            <a:ln>
              <a:noFill/>
            </a:ln>
          </p:spPr>
        </p:sp>
        <p:sp>
          <p:nvSpPr>
            <p:cNvPr id="43" name="node16.source-003.text"/>
            <p:cNvSpPr/>
            <p:nvPr/>
          </p:nvSpPr>
          <p:spPr>
            <a:xfrm>
              <a:off x="6896100" y="4648200"/>
              <a:ext cx="2590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Named owners and measures</a:t>
              </a:r>
              <a:endParaRPr lang="en-US" sz="1200" spc="0" kern="0" b="0" i="0" dirty="0">
                <a:solidFill>
                  <a:srgbClr val="FFFFFF"/>
                </a:solidFill>
                <a:latin typeface="IBM Plex Sans"/>
                <a:ea typeface="IBM Plex Sans"/>
                <a:cs typeface="IBM Plex Sans"/>
              </a:endParaRPr>
            </a:p>
          </p:txBody>
        </p:sp>
      </p:grpSp>
      <p:grpSp>
        <p:nvGrpSpPr>
          <p:cNvPr id="62" name="node17"/>
          <p:cNvGrpSpPr/>
          <p:nvPr/>
        </p:nvGrpSpPr>
        <p:grpSpPr>
          <a:xfrm>
            <a:off x="9715500" y="4114800"/>
            <a:ext cx="1524000" cy="1221550"/>
            <a:chOff x="9715500" y="4114800"/>
            <a:chExt cx="1524000" cy="1221550"/>
          </a:xfrm>
        </p:grpSpPr>
        <p:sp>
          <p:nvSpPr>
            <p:cNvPr id="44" name="node17.value"/>
            <p:cNvSpPr/>
            <p:nvPr/>
          </p:nvSpPr>
          <p:spPr>
            <a:xfrm>
              <a:off x="9715500" y="4114800"/>
              <a:ext cx="1524000" cy="611950"/>
            </a:xfrm>
            <a:prstGeom prst="rect">
              <a:avLst/>
            </a:prstGeom>
            <a:noFill/>
            <a:ln/>
          </p:spPr>
          <p:txBody>
            <a:bodyPr wrap="square" lIns="0" tIns="0" rIns="0" bIns="0" rtlCol="0" anchor="t"/>
            <a:lstStyle/>
            <a:p>
              <a:pPr algn="l" indent="0" marL="0">
                <a:lnSpc>
                  <a:spcPts val="4800"/>
                </a:lnSpc>
                <a:buNone/>
              </a:pPr>
              <a:r>
                <a:rPr lang="en-US" sz="4800" spc="-96" kern="0" b="0" i="0" dirty="0">
                  <a:solidFill>
                    <a:srgbClr val="FFFFFF"/>
                  </a:solidFill>
                  <a:latin typeface="IBM Plex Mono SemiBold"/>
                  <a:ea typeface="IBM Plex Mono SemiBold"/>
                  <a:cs typeface="IBM Plex Mono SemiBold"/>
                </a:rPr>
                <a:t>7</a:t>
              </a:r>
              <a:endParaRPr lang="en-US" sz="4800" spc="-96" kern="0" b="0" i="0" dirty="0">
                <a:solidFill>
                  <a:srgbClr val="FFFFFF"/>
                </a:solidFill>
                <a:latin typeface="IBM Plex Mono SemiBold"/>
                <a:ea typeface="IBM Plex Mono SemiBold"/>
                <a:cs typeface="IBM Plex Mono SemiBold"/>
              </a:endParaRPr>
            </a:p>
          </p:txBody>
        </p:sp>
        <p:sp>
          <p:nvSpPr>
            <p:cNvPr id="45" name="node17.label"/>
            <p:cNvSpPr/>
            <p:nvPr/>
          </p:nvSpPr>
          <p:spPr>
            <a:xfrm>
              <a:off x="9715500" y="4802950"/>
              <a:ext cx="15240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CED7E6"/>
                  </a:solidFill>
                  <a:latin typeface="IBM Plex Sans"/>
                  <a:ea typeface="IBM Plex Sans"/>
                  <a:cs typeface="IBM Plex Sans"/>
                </a:rPr>
                <a:t>measures to baseline</a:t>
              </a:r>
              <a:endParaRPr lang="en-US" sz="1400" spc="0" kern="0" b="0" i="0" dirty="0">
                <a:solidFill>
                  <a:srgbClr val="CED7E6"/>
                </a:solidFill>
                <a:latin typeface="IBM Plex Sans"/>
                <a:ea typeface="IBM Plex Sans"/>
                <a:cs typeface="IBM Plex Sans"/>
              </a:endParaRPr>
            </a:p>
          </p:txBody>
        </p:sp>
      </p:grpSp>
    </p:spTree>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name="source-577">
    <p:spTree>
      <p:nvGrpSpPr>
        <p:cNvPr id="1" name=""/>
        <p:cNvGrpSpPr/>
        <p:nvPr/>
      </p:nvGrpSpPr>
      <p:grpSpPr>
        <a:xfrm>
          <a:off x="0" y="0"/>
          <a:ext cx="0" cy="0"/>
          <a:chOff x="0" y="0"/>
          <a:chExt cx="0" cy="0"/>
        </a:xfrm>
      </p:grpSpPr>
      <p:sp>
        <p:nvSpPr>
          <p:cNvPr id="3" name="eyebrow"/>
          <p:cNvSpPr/>
          <p:nvPr/>
        </p:nvSpPr>
        <p:spPr>
          <a:xfrm>
            <a:off x="4381500" y="457200"/>
            <a:ext cx="70866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OUR UNDERSTANDING</a:t>
            </a:r>
            <a:endParaRPr lang="en-US" sz="1000" spc="80" kern="0" b="0" i="0" dirty="0">
              <a:solidFill>
                <a:srgbClr val="0047FF"/>
              </a:solidFill>
              <a:latin typeface="IBM Plex Mono SemiBold"/>
              <a:ea typeface="IBM Plex Mono SemiBold"/>
              <a:cs typeface="IBM Plex Mono SemiBold"/>
            </a:endParaRPr>
          </a:p>
        </p:txBody>
      </p:sp>
      <p:pic>
        <p:nvPicPr>
          <p:cNvPr id="4" name="title.mark-002-001" descr="highlight-1; canonical SHA256=b0048aa39744978d339a9910f5cc1482814a8a0eae4c5a63e1f80d6a2885b314">    </p:cNvPr>
          <p:cNvPicPr>
            <a:picLocks noChangeAspect="1"/>
          </p:cNvPicPr>
          <p:nvPr/>
        </p:nvPicPr>
        <p:blipFill>
          <a:blip r:embed="rId1"/>
          <a:stretch>
            <a:fillRect/>
          </a:stretch>
        </p:blipFill>
        <p:spPr>
          <a:xfrm>
            <a:off x="7271534" y="733532"/>
            <a:ext cx="3416261" cy="374904"/>
          </a:xfrm>
          <a:prstGeom prst="rect">
            <a:avLst/>
          </a:prstGeom>
        </p:spPr>
      </p:pic>
      <p:pic>
        <p:nvPicPr>
          <p:cNvPr id="5" name="title.mark-002-002" descr="highlight-1; canonical SHA256=b0048aa39744978d339a9910f5cc1482814a8a0eae4c5a63e1f80d6a2885b314">    </p:cNvPr>
          <p:cNvPicPr>
            <a:picLocks noChangeAspect="1"/>
          </p:cNvPicPr>
          <p:nvPr/>
        </p:nvPicPr>
        <p:blipFill>
          <a:blip r:embed="rId2"/>
          <a:stretch>
            <a:fillRect/>
          </a:stretch>
        </p:blipFill>
        <p:spPr>
          <a:xfrm>
            <a:off x="4340860" y="1190732"/>
            <a:ext cx="1308870" cy="374904"/>
          </a:xfrm>
          <a:prstGeom prst="rect">
            <a:avLst/>
          </a:prstGeom>
        </p:spPr>
      </p:pic>
      <p:sp>
        <p:nvSpPr>
          <p:cNvPr id="6" name="title"/>
          <p:cNvSpPr/>
          <p:nvPr/>
        </p:nvSpPr>
        <p:spPr>
          <a:xfrm>
            <a:off x="4381500" y="685800"/>
            <a:ext cx="7086600" cy="11430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 xml:space="preserve">You asked us to </a:t>
            </a:r>
            <a:r>
              <a:rPr lang="en-US" sz="3200" spc="-590" kern="0" b="0" i="0" dirty="0">
                <a:solidFill>
                  <a:srgbClr val="070154"/>
                </a:solidFill>
                <a:latin typeface="IBM Plex Sans SemiBold"/>
                <a:ea typeface="IBM Plex Sans SemiBold"/>
                <a:cs typeface="IBM Plex Sans SemiBold"/>
              </a:rPr>
              <a:t xml:space="preserve"> </a:t>
            </a:r>
            <a:r>
              <a:rPr lang="en-US" sz="3200" spc="-64" kern="0" b="0" i="0" dirty="0">
                <a:solidFill>
                  <a:srgbClr val="070154"/>
                </a:solidFill>
                <a:latin typeface="IBM Plex Sans SemiBold"/>
                <a:ea typeface="IBM Plex Sans SemiBold"/>
                <a:cs typeface="IBM Plex Sans SemiBold"/>
              </a:rPr>
              <a:t xml:space="preserve">modernize patient </a:t>
            </a:r>
            <a:br>
              <a:rPr lang="en-US" sz="3200" spc="-64" kern="0" b="0" i="0" dirty="0">
                <a:solidFill>
                  <a:srgbClr val="070154"/>
                </a:solidFill>
                <a:latin typeface="IBM Plex Sans SemiBold"/>
                <a:ea typeface="IBM Plex Sans SemiBold"/>
                <a:cs typeface="IBM Plex Sans SemiBold"/>
              </a:rPr>
            </a:br>
            <a:r>
              <a:rPr lang="en-US" sz="3200" spc="-64" kern="0" b="0" i="0" dirty="0">
                <a:solidFill>
                  <a:srgbClr val="070154"/>
                </a:solidFill>
                <a:latin typeface="IBM Plex Sans SemiBold"/>
                <a:ea typeface="IBM Plex Sans SemiBold"/>
                <a:cs typeface="IBM Plex Sans SemiBold"/>
              </a:rPr>
              <a:t xml:space="preserve">access</a:t>
            </a:r>
            <a:r>
              <a:rPr lang="en-US" sz="3200" spc="-590" kern="0" b="0" i="0" dirty="0">
                <a:solidFill>
                  <a:srgbClr val="070154"/>
                </a:solidFill>
                <a:latin typeface="IBM Plex Sans SemiBold"/>
                <a:ea typeface="IBM Plex Sans SemiBold"/>
                <a:cs typeface="IBM Plex Sans SemiBold"/>
              </a:rPr>
              <a:t xml:space="preserve"> </a:t>
            </a:r>
            <a:r>
              <a:rPr lang="en-US" sz="3200" spc="-64" kern="0" b="0" i="0" dirty="0">
                <a:solidFill>
                  <a:srgbClr val="070154"/>
                </a:solidFill>
                <a:latin typeface="IBM Plex Sans SemiBold"/>
                <a:ea typeface="IBM Plex Sans SemiBold"/>
                <a:cs typeface="IBM Plex Sans SemiBold"/>
              </a:rPr>
              <a:t xml:space="preserve"> and the revenue cycle</a:t>
            </a:r>
            <a:endParaRPr lang="en-US" sz="3200" spc="-64" kern="0" b="0" i="0" dirty="0">
              <a:solidFill>
                <a:srgbClr val="070154"/>
              </a:solidFill>
              <a:latin typeface="IBM Plex Sans SemiBold"/>
              <a:ea typeface="IBM Plex Sans SemiBold"/>
              <a:cs typeface="IBM Plex Sans SemiBold"/>
            </a:endParaRPr>
          </a:p>
        </p:txBody>
      </p:sp>
      <p:sp>
        <p:nvSpPr>
          <p:cNvPr id="7" name="source"/>
          <p:cNvSpPr/>
          <p:nvPr/>
        </p:nvSpPr>
        <p:spPr>
          <a:xfrm>
            <a:off x="4381500" y="5829300"/>
            <a:ext cx="70866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Sample RFP language and figures for layout only; replace before use.</a:t>
            </a:r>
            <a:endParaRPr lang="en-US" sz="900" spc="0" kern="0" b="0" i="0" dirty="0">
              <a:solidFill>
                <a:srgbClr val="50658E"/>
              </a:solidFill>
              <a:latin typeface="IBM Plex Sans"/>
              <a:ea typeface="IBM Plex Sans"/>
              <a:cs typeface="IBM Plex Sans"/>
            </a:endParaRPr>
          </a:p>
        </p:txBody>
      </p:sp>
      <p:sp>
        <p:nvSpPr>
          <p:cNvPr id="8"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184</a:t>
            </a:fld>
            <a:endParaRPr lang="en-US" sz="700" spc="0" kern="0" b="0" i="0" dirty="0">
              <a:solidFill>
                <a:srgbClr val="070154"/>
              </a:solidFill>
              <a:latin typeface="IBM Plex Mono SemiBold"/>
              <a:ea typeface="IBM Plex Mono SemiBold"/>
              <a:cs typeface="IBM Plex Mono SemiBold"/>
            </a:endParaRPr>
          </a:p>
        </p:txBody>
      </p:sp>
      <p:grpSp>
        <p:nvGrpSpPr>
          <p:cNvPr id="33" name="node01"/>
          <p:cNvGrpSpPr/>
          <p:nvPr/>
        </p:nvGrpSpPr>
        <p:grpSpPr>
          <a:xfrm>
            <a:off x="723900" y="1600200"/>
            <a:ext cx="2514600" cy="152400"/>
            <a:chOff x="723900" y="1600200"/>
            <a:chExt cx="2514600" cy="152400"/>
          </a:xfrm>
        </p:grpSpPr>
        <p:sp>
          <p:nvSpPr>
            <p:cNvPr id="9" name="node01.text"/>
            <p:cNvSpPr/>
            <p:nvPr/>
          </p:nvSpPr>
          <p:spPr>
            <a:xfrm>
              <a:off x="723900" y="16002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CED7E6"/>
                  </a:solidFill>
                  <a:latin typeface="IBM Plex Mono Medium"/>
                  <a:ea typeface="IBM Plex Mono Medium"/>
                  <a:cs typeface="IBM Plex Mono Medium"/>
                </a:rPr>
                <a:t>RFP SECTION 1.2</a:t>
              </a:r>
              <a:endParaRPr lang="en-US" sz="900" spc="54" kern="0" b="0" i="0" dirty="0">
                <a:solidFill>
                  <a:srgbClr val="CED7E6"/>
                </a:solidFill>
                <a:latin typeface="IBM Plex Mono Medium"/>
                <a:ea typeface="IBM Plex Mono Medium"/>
                <a:cs typeface="IBM Plex Mono Medium"/>
              </a:endParaRPr>
            </a:p>
          </p:txBody>
        </p:sp>
      </p:grpSp>
      <p:grpSp>
        <p:nvGrpSpPr>
          <p:cNvPr id="34" name="node02"/>
          <p:cNvGrpSpPr/>
          <p:nvPr/>
        </p:nvGrpSpPr>
        <p:grpSpPr>
          <a:xfrm>
            <a:off x="723900" y="1905000"/>
            <a:ext cx="2514600" cy="914400"/>
            <a:chOff x="723900" y="1905000"/>
            <a:chExt cx="2514600" cy="914400"/>
          </a:xfrm>
        </p:grpSpPr>
        <p:sp>
          <p:nvSpPr>
            <p:cNvPr id="10" name="node02.text"/>
            <p:cNvSpPr/>
            <p:nvPr/>
          </p:nvSpPr>
          <p:spPr>
            <a:xfrm>
              <a:off x="723900" y="1905000"/>
              <a:ext cx="2514600" cy="9144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FFFFFF"/>
                  </a:solidFill>
                  <a:latin typeface="IBM Plex Sans SemiBold"/>
                  <a:ea typeface="IBM Plex Sans SemiBold"/>
                  <a:cs typeface="IBM Plex Sans SemiBold"/>
                </a:rPr>
                <a:t>“We want a partner who owns the outcome, not the work plan.”</a:t>
              </a:r>
              <a:endParaRPr lang="en-US" sz="1800" spc="-18" kern="0" b="0" i="0" dirty="0">
                <a:solidFill>
                  <a:srgbClr val="FFFFFF"/>
                </a:solidFill>
                <a:latin typeface="IBM Plex Sans SemiBold"/>
                <a:ea typeface="IBM Plex Sans SemiBold"/>
                <a:cs typeface="IBM Plex Sans SemiBold"/>
              </a:endParaRPr>
            </a:p>
          </p:txBody>
        </p:sp>
      </p:grpSp>
      <p:sp>
        <p:nvSpPr>
          <p:cNvPr id="11" name="node03"/>
          <p:cNvSpPr/>
          <p:nvPr/>
        </p:nvSpPr>
        <p:spPr>
          <a:xfrm>
            <a:off x="723900" y="3657600"/>
            <a:ext cx="2514600" cy="9525"/>
          </a:xfrm>
          <a:prstGeom prst="rect">
            <a:avLst/>
          </a:prstGeom>
          <a:solidFill>
            <a:srgbClr val="50658E"/>
          </a:solidFill>
          <a:ln>
            <a:noFill/>
          </a:ln>
        </p:spPr>
      </p:sp>
      <p:grpSp>
        <p:nvGrpSpPr>
          <p:cNvPr id="35" name="node04"/>
          <p:cNvGrpSpPr/>
          <p:nvPr/>
        </p:nvGrpSpPr>
        <p:grpSpPr>
          <a:xfrm>
            <a:off x="723900" y="3886200"/>
            <a:ext cx="2514600" cy="152400"/>
            <a:chOff x="723900" y="3886200"/>
            <a:chExt cx="2514600" cy="152400"/>
          </a:xfrm>
        </p:grpSpPr>
        <p:sp>
          <p:nvSpPr>
            <p:cNvPr id="12" name="node04.text"/>
            <p:cNvSpPr/>
            <p:nvPr/>
          </p:nvSpPr>
          <p:spPr>
            <a:xfrm>
              <a:off x="723900" y="38862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CED7E6"/>
                  </a:solidFill>
                  <a:latin typeface="IBM Plex Mono Medium"/>
                  <a:ea typeface="IBM Plex Mono Medium"/>
                  <a:cs typeface="IBM Plex Mono Medium"/>
                </a:rPr>
                <a:t>NORTHFIELD TODAY</a:t>
              </a:r>
              <a:endParaRPr lang="en-US" sz="900" spc="54" kern="0" b="0" i="0" dirty="0">
                <a:solidFill>
                  <a:srgbClr val="CED7E6"/>
                </a:solidFill>
                <a:latin typeface="IBM Plex Mono Medium"/>
                <a:ea typeface="IBM Plex Mono Medium"/>
                <a:cs typeface="IBM Plex Mono Medium"/>
              </a:endParaRPr>
            </a:p>
          </p:txBody>
        </p:sp>
      </p:grpSp>
      <p:grpSp>
        <p:nvGrpSpPr>
          <p:cNvPr id="36" name="node05"/>
          <p:cNvGrpSpPr/>
          <p:nvPr/>
        </p:nvGrpSpPr>
        <p:grpSpPr>
          <a:xfrm>
            <a:off x="723900" y="4191000"/>
            <a:ext cx="2514600" cy="1257300"/>
            <a:chOff x="723900" y="4191000"/>
            <a:chExt cx="2514600" cy="1257300"/>
          </a:xfrm>
        </p:grpSpPr>
        <p:sp>
          <p:nvSpPr>
            <p:cNvPr id="13" name="node05.source-001.bullet"/>
            <p:cNvSpPr/>
            <p:nvPr/>
          </p:nvSpPr>
          <p:spPr>
            <a:xfrm>
              <a:off x="723900" y="4279900"/>
              <a:ext cx="38100" cy="38100"/>
            </a:xfrm>
            <a:prstGeom prst="rect">
              <a:avLst/>
            </a:prstGeom>
            <a:solidFill>
              <a:srgbClr val="FFFFFF"/>
            </a:solidFill>
            <a:ln>
              <a:noFill/>
            </a:ln>
          </p:spPr>
        </p:sp>
        <p:sp>
          <p:nvSpPr>
            <p:cNvPr id="14" name="node05.source-001.text"/>
            <p:cNvSpPr/>
            <p:nvPr/>
          </p:nvSpPr>
          <p:spPr>
            <a:xfrm>
              <a:off x="876300" y="41910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Seven hospitals, 64 clinics</a:t>
              </a:r>
              <a:endParaRPr lang="en-US" sz="1200" spc="0" kern="0" b="0" i="0" dirty="0">
                <a:solidFill>
                  <a:srgbClr val="FFFFFF"/>
                </a:solidFill>
                <a:latin typeface="IBM Plex Sans"/>
                <a:ea typeface="IBM Plex Sans"/>
                <a:cs typeface="IBM Plex Sans"/>
              </a:endParaRPr>
            </a:p>
          </p:txBody>
        </p:sp>
        <p:sp>
          <p:nvSpPr>
            <p:cNvPr id="15" name="node05.source-002.bullet"/>
            <p:cNvSpPr/>
            <p:nvPr/>
          </p:nvSpPr>
          <p:spPr>
            <a:xfrm>
              <a:off x="723900" y="4546600"/>
              <a:ext cx="38100" cy="38100"/>
            </a:xfrm>
            <a:prstGeom prst="rect">
              <a:avLst/>
            </a:prstGeom>
            <a:solidFill>
              <a:srgbClr val="FFFFFF"/>
            </a:solidFill>
            <a:ln>
              <a:noFill/>
            </a:ln>
          </p:spPr>
        </p:sp>
        <p:sp>
          <p:nvSpPr>
            <p:cNvPr id="16" name="node05.source-002.text"/>
            <p:cNvSpPr/>
            <p:nvPr/>
          </p:nvSpPr>
          <p:spPr>
            <a:xfrm>
              <a:off x="876300" y="44577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Three scheduling tools</a:t>
              </a:r>
              <a:endParaRPr lang="en-US" sz="1200" spc="0" kern="0" b="0" i="0" dirty="0">
                <a:solidFill>
                  <a:srgbClr val="FFFFFF"/>
                </a:solidFill>
                <a:latin typeface="IBM Plex Sans"/>
                <a:ea typeface="IBM Plex Sans"/>
                <a:cs typeface="IBM Plex Sans"/>
              </a:endParaRPr>
            </a:p>
          </p:txBody>
        </p:sp>
        <p:sp>
          <p:nvSpPr>
            <p:cNvPr id="17" name="node05.source-003.bullet"/>
            <p:cNvSpPr/>
            <p:nvPr/>
          </p:nvSpPr>
          <p:spPr>
            <a:xfrm>
              <a:off x="723900" y="4813300"/>
              <a:ext cx="38100" cy="38100"/>
            </a:xfrm>
            <a:prstGeom prst="rect">
              <a:avLst/>
            </a:prstGeom>
            <a:solidFill>
              <a:srgbClr val="FFFFFF"/>
            </a:solidFill>
            <a:ln>
              <a:noFill/>
            </a:ln>
          </p:spPr>
        </p:sp>
        <p:sp>
          <p:nvSpPr>
            <p:cNvPr id="18" name="node05.source-003.text"/>
            <p:cNvSpPr/>
            <p:nvPr/>
          </p:nvSpPr>
          <p:spPr>
            <a:xfrm>
              <a:off x="876300" y="4724400"/>
              <a:ext cx="23622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11% of denials start at registration</a:t>
              </a:r>
              <a:endParaRPr lang="en-US" sz="1200" spc="0" kern="0" b="0" i="0" dirty="0">
                <a:solidFill>
                  <a:srgbClr val="FFFFFF"/>
                </a:solidFill>
                <a:latin typeface="IBM Plex Sans"/>
                <a:ea typeface="IBM Plex Sans"/>
                <a:cs typeface="IBM Plex Sans"/>
              </a:endParaRPr>
            </a:p>
          </p:txBody>
        </p:sp>
        <p:sp>
          <p:nvSpPr>
            <p:cNvPr id="19" name="node05.source-004.bullet"/>
            <p:cNvSpPr/>
            <p:nvPr/>
          </p:nvSpPr>
          <p:spPr>
            <a:xfrm>
              <a:off x="723900" y="5308600"/>
              <a:ext cx="38100" cy="38100"/>
            </a:xfrm>
            <a:prstGeom prst="rect">
              <a:avLst/>
            </a:prstGeom>
            <a:solidFill>
              <a:srgbClr val="FFFFFF"/>
            </a:solidFill>
            <a:ln>
              <a:noFill/>
            </a:ln>
          </p:spPr>
        </p:sp>
        <p:sp>
          <p:nvSpPr>
            <p:cNvPr id="20" name="node05.source-004.text"/>
            <p:cNvSpPr/>
            <p:nvPr/>
          </p:nvSpPr>
          <p:spPr>
            <a:xfrm>
              <a:off x="876300" y="52197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EHR go-live in Q3 next year</a:t>
              </a:r>
              <a:endParaRPr lang="en-US" sz="1200" spc="0" kern="0" b="0" i="0" dirty="0">
                <a:solidFill>
                  <a:srgbClr val="FFFFFF"/>
                </a:solidFill>
                <a:latin typeface="IBM Plex Sans"/>
                <a:ea typeface="IBM Plex Sans"/>
                <a:cs typeface="IBM Plex Sans"/>
              </a:endParaRPr>
            </a:p>
          </p:txBody>
        </p:sp>
      </p:grpSp>
      <p:grpSp>
        <p:nvGrpSpPr>
          <p:cNvPr id="37" name="node06"/>
          <p:cNvGrpSpPr/>
          <p:nvPr/>
        </p:nvGrpSpPr>
        <p:grpSpPr>
          <a:xfrm>
            <a:off x="4381500" y="2057400"/>
            <a:ext cx="7086600" cy="609600"/>
            <a:chOff x="4381500" y="2057400"/>
            <a:chExt cx="7086600" cy="609600"/>
          </a:xfrm>
        </p:grpSpPr>
        <p:sp>
          <p:nvSpPr>
            <p:cNvPr id="21" name="node06.text"/>
            <p:cNvSpPr/>
            <p:nvPr/>
          </p:nvSpPr>
          <p:spPr>
            <a:xfrm>
              <a:off x="4381500" y="2057400"/>
              <a:ext cx="7086600" cy="609600"/>
            </a:xfrm>
            <a:prstGeom prst="rect">
              <a:avLst/>
            </a:prstGeom>
            <a:noFill/>
            <a:ln/>
          </p:spPr>
          <p:txBody>
            <a:bodyPr wrap="square" lIns="0" tIns="0" rIns="0" bIns="0" rtlCol="0" anchor="t"/>
            <a:lstStyle/>
            <a:p>
              <a:pPr algn="l" indent="0" marL="0">
                <a:lnSpc>
                  <a:spcPts val="2400"/>
                </a:lnSpc>
                <a:buNone/>
              </a:pPr>
              <a:r>
                <a:rPr lang="en-US" sz="1600" spc="0" kern="0" b="0" i="0" dirty="0">
                  <a:solidFill>
                    <a:srgbClr val="50658E"/>
                  </a:solidFill>
                  <a:latin typeface="IBM Plex Sans"/>
                  <a:ea typeface="IBM Plex Sans"/>
                  <a:cs typeface="IBM Plex Sans"/>
                </a:rPr>
                <a:t>Northfield wants one partner to redesign how patients are scheduled, registered and billed, and to own the result.</a:t>
              </a:r>
              <a:endParaRPr lang="en-US" sz="1600" spc="0" kern="0" b="0" i="0" dirty="0">
                <a:solidFill>
                  <a:srgbClr val="50658E"/>
                </a:solidFill>
                <a:latin typeface="IBM Plex Sans"/>
                <a:ea typeface="IBM Plex Sans"/>
                <a:cs typeface="IBM Plex Sans"/>
              </a:endParaRPr>
            </a:p>
          </p:txBody>
        </p:sp>
      </p:grpSp>
      <p:grpSp>
        <p:nvGrpSpPr>
          <p:cNvPr id="38" name="node07"/>
          <p:cNvGrpSpPr/>
          <p:nvPr/>
        </p:nvGrpSpPr>
        <p:grpSpPr>
          <a:xfrm>
            <a:off x="4381500" y="3048000"/>
            <a:ext cx="2971800" cy="381000"/>
            <a:chOff x="4381500" y="3048000"/>
            <a:chExt cx="2971800" cy="381000"/>
          </a:xfrm>
        </p:grpSpPr>
        <p:sp>
          <p:nvSpPr>
            <p:cNvPr id="22" name="node07.number"/>
            <p:cNvSpPr/>
            <p:nvPr/>
          </p:nvSpPr>
          <p:spPr>
            <a:xfrm>
              <a:off x="4381500" y="3112008"/>
              <a:ext cx="27432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01</a:t>
              </a:r>
              <a:endParaRPr lang="en-US" sz="1800" spc="0" kern="0" b="0" i="0" dirty="0">
                <a:solidFill>
                  <a:srgbClr val="0047FF"/>
                </a:solidFill>
                <a:latin typeface="IBM Plex Mono SemiBold"/>
                <a:ea typeface="IBM Plex Mono SemiBold"/>
                <a:cs typeface="IBM Plex Mono SemiBold"/>
              </a:endParaRPr>
            </a:p>
          </p:txBody>
        </p:sp>
        <p:sp>
          <p:nvSpPr>
            <p:cNvPr id="23" name="node07.text"/>
            <p:cNvSpPr/>
            <p:nvPr/>
          </p:nvSpPr>
          <p:spPr>
            <a:xfrm>
              <a:off x="4768850" y="3048000"/>
              <a:ext cx="2584450" cy="3810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One front door</a:t>
              </a:r>
              <a:endParaRPr lang="en-US" sz="2400" spc="-36" kern="0" b="0" i="0" dirty="0">
                <a:solidFill>
                  <a:srgbClr val="070154"/>
                </a:solidFill>
                <a:latin typeface="IBM Plex Sans SemiBold"/>
                <a:ea typeface="IBM Plex Sans SemiBold"/>
                <a:cs typeface="IBM Plex Sans SemiBold"/>
              </a:endParaRPr>
            </a:p>
          </p:txBody>
        </p:sp>
      </p:grpSp>
      <p:grpSp>
        <p:nvGrpSpPr>
          <p:cNvPr id="39" name="node08"/>
          <p:cNvGrpSpPr/>
          <p:nvPr/>
        </p:nvGrpSpPr>
        <p:grpSpPr>
          <a:xfrm>
            <a:off x="7581900" y="3048000"/>
            <a:ext cx="3886200" cy="533400"/>
            <a:chOff x="7581900" y="3048000"/>
            <a:chExt cx="3886200" cy="533400"/>
          </a:xfrm>
        </p:grpSpPr>
        <p:sp>
          <p:nvSpPr>
            <p:cNvPr id="24" name="node08.body"/>
            <p:cNvSpPr/>
            <p:nvPr/>
          </p:nvSpPr>
          <p:spPr>
            <a:xfrm>
              <a:off x="7581900" y="3048000"/>
              <a:ext cx="38862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A single scheduling and registration experience across all seven hospitals and 64 clinics.</a:t>
              </a:r>
              <a:endParaRPr lang="en-US" sz="1400" spc="0" kern="0" b="0" i="0" dirty="0">
                <a:solidFill>
                  <a:srgbClr val="50658E"/>
                </a:solidFill>
                <a:latin typeface="IBM Plex Sans"/>
                <a:ea typeface="IBM Plex Sans"/>
                <a:cs typeface="IBM Plex Sans"/>
              </a:endParaRPr>
            </a:p>
          </p:txBody>
        </p:sp>
      </p:grpSp>
      <p:sp>
        <p:nvSpPr>
          <p:cNvPr id="25" name="node09"/>
          <p:cNvSpPr/>
          <p:nvPr/>
        </p:nvSpPr>
        <p:spPr>
          <a:xfrm>
            <a:off x="4381500" y="3886200"/>
            <a:ext cx="7086600" cy="9525"/>
          </a:xfrm>
          <a:prstGeom prst="rect">
            <a:avLst/>
          </a:prstGeom>
          <a:solidFill>
            <a:srgbClr val="CED7E6"/>
          </a:solidFill>
          <a:ln>
            <a:noFill/>
          </a:ln>
        </p:spPr>
      </p:sp>
      <p:grpSp>
        <p:nvGrpSpPr>
          <p:cNvPr id="40" name="node10"/>
          <p:cNvGrpSpPr/>
          <p:nvPr/>
        </p:nvGrpSpPr>
        <p:grpSpPr>
          <a:xfrm>
            <a:off x="4381500" y="4038600"/>
            <a:ext cx="2971800" cy="381000"/>
            <a:chOff x="4381500" y="4038600"/>
            <a:chExt cx="2971800" cy="381000"/>
          </a:xfrm>
        </p:grpSpPr>
        <p:sp>
          <p:nvSpPr>
            <p:cNvPr id="26" name="node10.number"/>
            <p:cNvSpPr/>
            <p:nvPr/>
          </p:nvSpPr>
          <p:spPr>
            <a:xfrm>
              <a:off x="4381500" y="4102608"/>
              <a:ext cx="27432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02</a:t>
              </a:r>
              <a:endParaRPr lang="en-US" sz="1800" spc="0" kern="0" b="0" i="0" dirty="0">
                <a:solidFill>
                  <a:srgbClr val="0047FF"/>
                </a:solidFill>
                <a:latin typeface="IBM Plex Mono SemiBold"/>
                <a:ea typeface="IBM Plex Mono SemiBold"/>
                <a:cs typeface="IBM Plex Mono SemiBold"/>
              </a:endParaRPr>
            </a:p>
          </p:txBody>
        </p:sp>
        <p:sp>
          <p:nvSpPr>
            <p:cNvPr id="27" name="node10.text"/>
            <p:cNvSpPr/>
            <p:nvPr/>
          </p:nvSpPr>
          <p:spPr>
            <a:xfrm>
              <a:off x="4768850" y="4038600"/>
              <a:ext cx="2584450" cy="3810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One revenue cycle</a:t>
              </a:r>
              <a:endParaRPr lang="en-US" sz="2400" spc="-36" kern="0" b="0" i="0" dirty="0">
                <a:solidFill>
                  <a:srgbClr val="070154"/>
                </a:solidFill>
                <a:latin typeface="IBM Plex Sans SemiBold"/>
                <a:ea typeface="IBM Plex Sans SemiBold"/>
                <a:cs typeface="IBM Plex Sans SemiBold"/>
              </a:endParaRPr>
            </a:p>
          </p:txBody>
        </p:sp>
      </p:grpSp>
      <p:grpSp>
        <p:nvGrpSpPr>
          <p:cNvPr id="41" name="node11"/>
          <p:cNvGrpSpPr/>
          <p:nvPr/>
        </p:nvGrpSpPr>
        <p:grpSpPr>
          <a:xfrm>
            <a:off x="7581900" y="4038600"/>
            <a:ext cx="3886200" cy="533400"/>
            <a:chOff x="7581900" y="4038600"/>
            <a:chExt cx="3886200" cy="533400"/>
          </a:xfrm>
        </p:grpSpPr>
        <p:sp>
          <p:nvSpPr>
            <p:cNvPr id="28" name="node11.body"/>
            <p:cNvSpPr/>
            <p:nvPr/>
          </p:nvSpPr>
          <p:spPr>
            <a:xfrm>
              <a:off x="7581900" y="4038600"/>
              <a:ext cx="38862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Common front-end, claims and denial processes that cut days in A/R and rework.</a:t>
              </a:r>
              <a:endParaRPr lang="en-US" sz="1400" spc="0" kern="0" b="0" i="0" dirty="0">
                <a:solidFill>
                  <a:srgbClr val="50658E"/>
                </a:solidFill>
                <a:latin typeface="IBM Plex Sans"/>
                <a:ea typeface="IBM Plex Sans"/>
                <a:cs typeface="IBM Plex Sans"/>
              </a:endParaRPr>
            </a:p>
          </p:txBody>
        </p:sp>
      </p:grpSp>
      <p:sp>
        <p:nvSpPr>
          <p:cNvPr id="29" name="node12"/>
          <p:cNvSpPr/>
          <p:nvPr/>
        </p:nvSpPr>
        <p:spPr>
          <a:xfrm>
            <a:off x="4381500" y="4876800"/>
            <a:ext cx="7086600" cy="9525"/>
          </a:xfrm>
          <a:prstGeom prst="rect">
            <a:avLst/>
          </a:prstGeom>
          <a:solidFill>
            <a:srgbClr val="CED7E6"/>
          </a:solidFill>
          <a:ln>
            <a:noFill/>
          </a:ln>
        </p:spPr>
      </p:sp>
      <p:grpSp>
        <p:nvGrpSpPr>
          <p:cNvPr id="42" name="node13"/>
          <p:cNvGrpSpPr/>
          <p:nvPr/>
        </p:nvGrpSpPr>
        <p:grpSpPr>
          <a:xfrm>
            <a:off x="4381500" y="5029200"/>
            <a:ext cx="2971800" cy="381000"/>
            <a:chOff x="4381500" y="5029200"/>
            <a:chExt cx="2971800" cy="381000"/>
          </a:xfrm>
        </p:grpSpPr>
        <p:sp>
          <p:nvSpPr>
            <p:cNvPr id="30" name="node13.number"/>
            <p:cNvSpPr/>
            <p:nvPr/>
          </p:nvSpPr>
          <p:spPr>
            <a:xfrm>
              <a:off x="4381500" y="5093208"/>
              <a:ext cx="27432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03</a:t>
              </a:r>
              <a:endParaRPr lang="en-US" sz="1800" spc="0" kern="0" b="0" i="0" dirty="0">
                <a:solidFill>
                  <a:srgbClr val="0047FF"/>
                </a:solidFill>
                <a:latin typeface="IBM Plex Mono SemiBold"/>
                <a:ea typeface="IBM Plex Mono SemiBold"/>
                <a:cs typeface="IBM Plex Mono SemiBold"/>
              </a:endParaRPr>
            </a:p>
          </p:txBody>
        </p:sp>
        <p:sp>
          <p:nvSpPr>
            <p:cNvPr id="31" name="node13.text"/>
            <p:cNvSpPr/>
            <p:nvPr/>
          </p:nvSpPr>
          <p:spPr>
            <a:xfrm>
              <a:off x="4768850" y="5029200"/>
              <a:ext cx="2584450" cy="3810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One owner</a:t>
              </a:r>
              <a:endParaRPr lang="en-US" sz="2400" spc="-36" kern="0" b="0" i="0" dirty="0">
                <a:solidFill>
                  <a:srgbClr val="070154"/>
                </a:solidFill>
                <a:latin typeface="IBM Plex Sans SemiBold"/>
                <a:ea typeface="IBM Plex Sans SemiBold"/>
                <a:cs typeface="IBM Plex Sans SemiBold"/>
              </a:endParaRPr>
            </a:p>
          </p:txBody>
        </p:sp>
      </p:grpSp>
      <p:grpSp>
        <p:nvGrpSpPr>
          <p:cNvPr id="43" name="node14"/>
          <p:cNvGrpSpPr/>
          <p:nvPr/>
        </p:nvGrpSpPr>
        <p:grpSpPr>
          <a:xfrm>
            <a:off x="7581900" y="5029200"/>
            <a:ext cx="3886200" cy="533400"/>
            <a:chOff x="7581900" y="5029200"/>
            <a:chExt cx="3886200" cy="533400"/>
          </a:xfrm>
        </p:grpSpPr>
        <p:sp>
          <p:nvSpPr>
            <p:cNvPr id="32" name="node14.body"/>
            <p:cNvSpPr/>
            <p:nvPr/>
          </p:nvSpPr>
          <p:spPr>
            <a:xfrm>
              <a:off x="7581900" y="5029200"/>
              <a:ext cx="38862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A partner accountable from design through adoption.</a:t>
              </a:r>
              <a:endParaRPr lang="en-US" sz="1400" spc="0" kern="0" b="0" i="0" dirty="0">
                <a:solidFill>
                  <a:srgbClr val="50658E"/>
                </a:solidFill>
                <a:latin typeface="IBM Plex Sans"/>
                <a:ea typeface="IBM Plex Sans"/>
                <a:cs typeface="IBM Plex Sans"/>
              </a:endParaRPr>
            </a:p>
          </p:txBody>
        </p:sp>
      </p:grpSp>
    </p:spTree>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name="source-581">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INVESTMENT AND VALUE</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Five levers turn $4.2M of spend into $6.0M net</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60579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Sample figures for layout only; replace with current program data before use.</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410325"/>
            <a:ext cx="304800" cy="13335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185</a:t>
            </a:fld>
            <a:endParaRPr lang="en-US" sz="700" spc="0" kern="0" b="0" i="0" dirty="0">
              <a:solidFill>
                <a:srgbClr val="070154"/>
              </a:solidFill>
              <a:latin typeface="IBM Plex Mono SemiBold"/>
              <a:ea typeface="IBM Plex Mono SemiBold"/>
              <a:cs typeface="IBM Plex Mono SemiBold"/>
            </a:endParaRPr>
          </a:p>
        </p:txBody>
      </p:sp>
      <p:sp>
        <p:nvSpPr>
          <p:cNvPr id="7" name="node01"/>
          <p:cNvSpPr/>
          <p:nvPr/>
        </p:nvSpPr>
        <p:spPr>
          <a:xfrm>
            <a:off x="723900" y="4343400"/>
            <a:ext cx="6172200" cy="9525"/>
          </a:xfrm>
          <a:prstGeom prst="rect">
            <a:avLst/>
          </a:prstGeom>
          <a:solidFill>
            <a:srgbClr val="CED7E6"/>
          </a:solidFill>
          <a:ln>
            <a:noFill/>
          </a:ln>
        </p:spPr>
      </p:sp>
      <p:grpSp>
        <p:nvGrpSpPr>
          <p:cNvPr id="50" name="node02"/>
          <p:cNvGrpSpPr/>
          <p:nvPr/>
        </p:nvGrpSpPr>
        <p:grpSpPr>
          <a:xfrm>
            <a:off x="723900" y="1600200"/>
            <a:ext cx="838200" cy="228600"/>
            <a:chOff x="723900" y="1600200"/>
            <a:chExt cx="838200" cy="228600"/>
          </a:xfrm>
        </p:grpSpPr>
        <p:sp>
          <p:nvSpPr>
            <p:cNvPr id="8" name="node02.text"/>
            <p:cNvSpPr/>
            <p:nvPr/>
          </p:nvSpPr>
          <p:spPr>
            <a:xfrm>
              <a:off x="723900" y="1600200"/>
              <a:ext cx="838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Investment</a:t>
              </a:r>
              <a:endParaRPr lang="en-US" sz="1200" spc="0" kern="0" b="0" i="0" dirty="0">
                <a:solidFill>
                  <a:srgbClr val="070154"/>
                </a:solidFill>
                <a:latin typeface="IBM Plex Sans"/>
                <a:ea typeface="IBM Plex Sans"/>
                <a:cs typeface="IBM Plex Sans"/>
              </a:endParaRPr>
            </a:p>
          </p:txBody>
        </p:sp>
      </p:grpSp>
      <p:grpSp>
        <p:nvGrpSpPr>
          <p:cNvPr id="51" name="node03"/>
          <p:cNvGrpSpPr/>
          <p:nvPr/>
        </p:nvGrpSpPr>
        <p:grpSpPr>
          <a:xfrm>
            <a:off x="723900" y="4343400"/>
            <a:ext cx="685800" cy="1600200"/>
            <a:chOff x="723900" y="4343400"/>
            <a:chExt cx="685800" cy="1600200"/>
          </a:xfrm>
        </p:grpSpPr>
        <p:sp>
          <p:nvSpPr>
            <p:cNvPr id="9" name="node03.surface"/>
            <p:cNvSpPr/>
            <p:nvPr/>
          </p:nvSpPr>
          <p:spPr>
            <a:xfrm>
              <a:off x="723900" y="4343400"/>
              <a:ext cx="685800" cy="1600200"/>
            </a:xfrm>
            <a:prstGeom prst="rect">
              <a:avLst/>
            </a:prstGeom>
            <a:solidFill>
              <a:srgbClr val="070154"/>
            </a:solidFill>
            <a:ln>
              <a:noFill/>
            </a:ln>
          </p:spPr>
        </p:sp>
        <p:sp>
          <p:nvSpPr>
            <p:cNvPr id="10" name="node03.text"/>
            <p:cNvSpPr/>
            <p:nvPr/>
          </p:nvSpPr>
          <p:spPr>
            <a:xfrm>
              <a:off x="800100" y="5029200"/>
              <a:ext cx="5334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$4.2M</a:t>
              </a:r>
              <a:endParaRPr lang="en-US" sz="1200" spc="0" kern="0" b="0" i="0" dirty="0">
                <a:solidFill>
                  <a:srgbClr val="FFFFFF"/>
                </a:solidFill>
                <a:latin typeface="IBM Plex Sans"/>
                <a:ea typeface="IBM Plex Sans"/>
                <a:cs typeface="IBM Plex Sans"/>
              </a:endParaRPr>
            </a:p>
          </p:txBody>
        </p:sp>
      </p:grpSp>
      <p:grpSp>
        <p:nvGrpSpPr>
          <p:cNvPr id="52" name="node04"/>
          <p:cNvGrpSpPr/>
          <p:nvPr/>
        </p:nvGrpSpPr>
        <p:grpSpPr>
          <a:xfrm>
            <a:off x="1409700" y="5943600"/>
            <a:ext cx="228600" cy="1"/>
            <a:chOff x="1409700" y="5943600"/>
            <a:chExt cx="228600" cy="1"/>
          </a:xfrm>
        </p:grpSpPr>
        <p:sp>
          <p:nvSpPr>
            <p:cNvPr id="11" name="node04.segment-1"/>
            <p:cNvSpPr/>
            <p:nvPr/>
          </p:nvSpPr>
          <p:spPr>
            <a:xfrm>
              <a:off x="1409700" y="5943600"/>
              <a:ext cx="228600" cy="0"/>
            </a:xfrm>
            <a:custGeom>
              <a:avLst/>
              <a:gdLst/>
              <a:ahLst/>
              <a:cxnLst/>
              <a:rect l="l" t="t" r="r" b="b"/>
              <a:pathLst>
                <a:path w="228600">
                  <a:moveTo>
                    <a:pt x="0" y="0"/>
                  </a:moveTo>
                  <a:lnTo>
                    <a:pt x="228600" y="0"/>
                  </a:lnTo>
                </a:path>
              </a:pathLst>
            </a:custGeom>
            <a:ln w="19050">
              <a:solidFill>
                <a:srgbClr val="070154"/>
              </a:solidFill>
              <a:prstDash val="sysDot"/>
            </a:ln>
          </p:spPr>
        </p:sp>
      </p:grpSp>
      <p:grpSp>
        <p:nvGrpSpPr>
          <p:cNvPr id="53" name="node05"/>
          <p:cNvGrpSpPr/>
          <p:nvPr/>
        </p:nvGrpSpPr>
        <p:grpSpPr>
          <a:xfrm>
            <a:off x="1638300" y="1600200"/>
            <a:ext cx="838200" cy="457200"/>
            <a:chOff x="1638300" y="1600200"/>
            <a:chExt cx="838200" cy="457200"/>
          </a:xfrm>
        </p:grpSpPr>
        <p:sp>
          <p:nvSpPr>
            <p:cNvPr id="12" name="node05.text"/>
            <p:cNvSpPr/>
            <p:nvPr/>
          </p:nvSpPr>
          <p:spPr>
            <a:xfrm>
              <a:off x="1638300" y="1600200"/>
              <a:ext cx="8382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Close and reporting</a:t>
              </a:r>
              <a:endParaRPr lang="en-US" sz="1200" spc="0" kern="0" b="0" i="0" dirty="0">
                <a:solidFill>
                  <a:srgbClr val="070154"/>
                </a:solidFill>
                <a:latin typeface="IBM Plex Sans"/>
                <a:ea typeface="IBM Plex Sans"/>
                <a:cs typeface="IBM Plex Sans"/>
              </a:endParaRPr>
            </a:p>
          </p:txBody>
        </p:sp>
      </p:grpSp>
      <p:grpSp>
        <p:nvGrpSpPr>
          <p:cNvPr id="54" name="node06"/>
          <p:cNvGrpSpPr/>
          <p:nvPr/>
        </p:nvGrpSpPr>
        <p:grpSpPr>
          <a:xfrm>
            <a:off x="1638300" y="4572000"/>
            <a:ext cx="685800" cy="1371600"/>
            <a:chOff x="1638300" y="4572000"/>
            <a:chExt cx="685800" cy="1371600"/>
          </a:xfrm>
        </p:grpSpPr>
        <p:sp>
          <p:nvSpPr>
            <p:cNvPr id="13" name="node06.surface"/>
            <p:cNvSpPr/>
            <p:nvPr/>
          </p:nvSpPr>
          <p:spPr>
            <a:xfrm>
              <a:off x="1638300" y="4572000"/>
              <a:ext cx="685800" cy="1371600"/>
            </a:xfrm>
            <a:prstGeom prst="rect">
              <a:avLst/>
            </a:prstGeom>
            <a:solidFill>
              <a:srgbClr val="CED7E6"/>
            </a:solidFill>
            <a:ln>
              <a:noFill/>
            </a:ln>
          </p:spPr>
        </p:sp>
        <p:sp>
          <p:nvSpPr>
            <p:cNvPr id="14" name="node06.text"/>
            <p:cNvSpPr/>
            <p:nvPr/>
          </p:nvSpPr>
          <p:spPr>
            <a:xfrm>
              <a:off x="1714500" y="5143500"/>
              <a:ext cx="5334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$3.6M</a:t>
              </a:r>
              <a:endParaRPr lang="en-US" sz="1200" spc="0" kern="0" b="0" i="0" dirty="0">
                <a:solidFill>
                  <a:srgbClr val="070154"/>
                </a:solidFill>
                <a:latin typeface="IBM Plex Sans"/>
                <a:ea typeface="IBM Plex Sans"/>
                <a:cs typeface="IBM Plex Sans"/>
              </a:endParaRPr>
            </a:p>
          </p:txBody>
        </p:sp>
      </p:grpSp>
      <p:grpSp>
        <p:nvGrpSpPr>
          <p:cNvPr id="55" name="node07"/>
          <p:cNvGrpSpPr/>
          <p:nvPr/>
        </p:nvGrpSpPr>
        <p:grpSpPr>
          <a:xfrm>
            <a:off x="2324100" y="4572000"/>
            <a:ext cx="228600" cy="1"/>
            <a:chOff x="2324100" y="4572000"/>
            <a:chExt cx="228600" cy="1"/>
          </a:xfrm>
        </p:grpSpPr>
        <p:sp>
          <p:nvSpPr>
            <p:cNvPr id="15" name="node07.segment-1"/>
            <p:cNvSpPr/>
            <p:nvPr/>
          </p:nvSpPr>
          <p:spPr>
            <a:xfrm>
              <a:off x="2324100" y="4572000"/>
              <a:ext cx="228600" cy="0"/>
            </a:xfrm>
            <a:custGeom>
              <a:avLst/>
              <a:gdLst/>
              <a:ahLst/>
              <a:cxnLst/>
              <a:rect l="l" t="t" r="r" b="b"/>
              <a:pathLst>
                <a:path w="228600">
                  <a:moveTo>
                    <a:pt x="0" y="0"/>
                  </a:moveTo>
                  <a:lnTo>
                    <a:pt x="228600" y="0"/>
                  </a:lnTo>
                </a:path>
              </a:pathLst>
            </a:custGeom>
            <a:ln w="19050">
              <a:solidFill>
                <a:srgbClr val="070154"/>
              </a:solidFill>
              <a:prstDash val="sysDot"/>
            </a:ln>
          </p:spPr>
        </p:sp>
      </p:grpSp>
      <p:grpSp>
        <p:nvGrpSpPr>
          <p:cNvPr id="56" name="node08"/>
          <p:cNvGrpSpPr/>
          <p:nvPr/>
        </p:nvGrpSpPr>
        <p:grpSpPr>
          <a:xfrm>
            <a:off x="2552700" y="1600200"/>
            <a:ext cx="838200" cy="457200"/>
            <a:chOff x="2552700" y="1600200"/>
            <a:chExt cx="838200" cy="457200"/>
          </a:xfrm>
        </p:grpSpPr>
        <p:sp>
          <p:nvSpPr>
            <p:cNvPr id="16" name="node08.text"/>
            <p:cNvSpPr/>
            <p:nvPr/>
          </p:nvSpPr>
          <p:spPr>
            <a:xfrm>
              <a:off x="2552700" y="1600200"/>
              <a:ext cx="8382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Revenue cycle</a:t>
              </a:r>
              <a:endParaRPr lang="en-US" sz="1200" spc="0" kern="0" b="0" i="0" dirty="0">
                <a:solidFill>
                  <a:srgbClr val="070154"/>
                </a:solidFill>
                <a:latin typeface="IBM Plex Sans"/>
                <a:ea typeface="IBM Plex Sans"/>
                <a:cs typeface="IBM Plex Sans"/>
              </a:endParaRPr>
            </a:p>
          </p:txBody>
        </p:sp>
      </p:grpSp>
      <p:grpSp>
        <p:nvGrpSpPr>
          <p:cNvPr id="57" name="node09"/>
          <p:cNvGrpSpPr/>
          <p:nvPr/>
        </p:nvGrpSpPr>
        <p:grpSpPr>
          <a:xfrm>
            <a:off x="2552700" y="3429000"/>
            <a:ext cx="685800" cy="1143000"/>
            <a:chOff x="2552700" y="3429000"/>
            <a:chExt cx="685800" cy="1143000"/>
          </a:xfrm>
        </p:grpSpPr>
        <p:sp>
          <p:nvSpPr>
            <p:cNvPr id="17" name="node09.surface"/>
            <p:cNvSpPr/>
            <p:nvPr/>
          </p:nvSpPr>
          <p:spPr>
            <a:xfrm>
              <a:off x="2552700" y="3429000"/>
              <a:ext cx="685800" cy="1143000"/>
            </a:xfrm>
            <a:prstGeom prst="rect">
              <a:avLst/>
            </a:prstGeom>
            <a:solidFill>
              <a:srgbClr val="CED7E6"/>
            </a:solidFill>
            <a:ln>
              <a:noFill/>
            </a:ln>
          </p:spPr>
        </p:sp>
        <p:sp>
          <p:nvSpPr>
            <p:cNvPr id="18" name="node09.text"/>
            <p:cNvSpPr/>
            <p:nvPr/>
          </p:nvSpPr>
          <p:spPr>
            <a:xfrm>
              <a:off x="2628900" y="3886200"/>
              <a:ext cx="5334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$3.0M</a:t>
              </a:r>
              <a:endParaRPr lang="en-US" sz="1200" spc="0" kern="0" b="0" i="0" dirty="0">
                <a:solidFill>
                  <a:srgbClr val="070154"/>
                </a:solidFill>
                <a:latin typeface="IBM Plex Sans"/>
                <a:ea typeface="IBM Plex Sans"/>
                <a:cs typeface="IBM Plex Sans"/>
              </a:endParaRPr>
            </a:p>
          </p:txBody>
        </p:sp>
      </p:grpSp>
      <p:grpSp>
        <p:nvGrpSpPr>
          <p:cNvPr id="58" name="node10"/>
          <p:cNvGrpSpPr/>
          <p:nvPr/>
        </p:nvGrpSpPr>
        <p:grpSpPr>
          <a:xfrm>
            <a:off x="3238500" y="3429000"/>
            <a:ext cx="228600" cy="1"/>
            <a:chOff x="3238500" y="3429000"/>
            <a:chExt cx="228600" cy="1"/>
          </a:xfrm>
        </p:grpSpPr>
        <p:sp>
          <p:nvSpPr>
            <p:cNvPr id="19" name="node10.segment-1"/>
            <p:cNvSpPr/>
            <p:nvPr/>
          </p:nvSpPr>
          <p:spPr>
            <a:xfrm>
              <a:off x="3238500" y="3429000"/>
              <a:ext cx="228600" cy="0"/>
            </a:xfrm>
            <a:custGeom>
              <a:avLst/>
              <a:gdLst/>
              <a:ahLst/>
              <a:cxnLst/>
              <a:rect l="l" t="t" r="r" b="b"/>
              <a:pathLst>
                <a:path w="228600">
                  <a:moveTo>
                    <a:pt x="0" y="0"/>
                  </a:moveTo>
                  <a:lnTo>
                    <a:pt x="228600" y="0"/>
                  </a:lnTo>
                </a:path>
              </a:pathLst>
            </a:custGeom>
            <a:ln w="19050">
              <a:solidFill>
                <a:srgbClr val="070154"/>
              </a:solidFill>
              <a:prstDash val="sysDot"/>
            </a:ln>
          </p:spPr>
        </p:sp>
      </p:grpSp>
      <p:grpSp>
        <p:nvGrpSpPr>
          <p:cNvPr id="59" name="node11"/>
          <p:cNvGrpSpPr/>
          <p:nvPr/>
        </p:nvGrpSpPr>
        <p:grpSpPr>
          <a:xfrm>
            <a:off x="3467100" y="1600200"/>
            <a:ext cx="838200" cy="457200"/>
            <a:chOff x="3467100" y="1600200"/>
            <a:chExt cx="838200" cy="457200"/>
          </a:xfrm>
        </p:grpSpPr>
        <p:sp>
          <p:nvSpPr>
            <p:cNvPr id="20" name="node11.text"/>
            <p:cNvSpPr/>
            <p:nvPr/>
          </p:nvSpPr>
          <p:spPr>
            <a:xfrm>
              <a:off x="3467100" y="1600200"/>
              <a:ext cx="8382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Procure-to-pay</a:t>
              </a:r>
              <a:endParaRPr lang="en-US" sz="1200" spc="0" kern="0" b="0" i="0" dirty="0">
                <a:solidFill>
                  <a:srgbClr val="070154"/>
                </a:solidFill>
                <a:latin typeface="IBM Plex Sans"/>
                <a:ea typeface="IBM Plex Sans"/>
                <a:cs typeface="IBM Plex Sans"/>
              </a:endParaRPr>
            </a:p>
          </p:txBody>
        </p:sp>
      </p:grpSp>
      <p:grpSp>
        <p:nvGrpSpPr>
          <p:cNvPr id="60" name="node12"/>
          <p:cNvGrpSpPr/>
          <p:nvPr/>
        </p:nvGrpSpPr>
        <p:grpSpPr>
          <a:xfrm>
            <a:off x="3467100" y="2743200"/>
            <a:ext cx="685800" cy="685800"/>
            <a:chOff x="3467100" y="2743200"/>
            <a:chExt cx="685800" cy="685800"/>
          </a:xfrm>
        </p:grpSpPr>
        <p:sp>
          <p:nvSpPr>
            <p:cNvPr id="21" name="node12.surface"/>
            <p:cNvSpPr/>
            <p:nvPr/>
          </p:nvSpPr>
          <p:spPr>
            <a:xfrm>
              <a:off x="3467100" y="2743200"/>
              <a:ext cx="685800" cy="685800"/>
            </a:xfrm>
            <a:prstGeom prst="rect">
              <a:avLst/>
            </a:prstGeom>
            <a:solidFill>
              <a:srgbClr val="CED7E6"/>
            </a:solidFill>
            <a:ln>
              <a:noFill/>
            </a:ln>
          </p:spPr>
        </p:sp>
        <p:sp>
          <p:nvSpPr>
            <p:cNvPr id="22" name="node12.text"/>
            <p:cNvSpPr/>
            <p:nvPr/>
          </p:nvSpPr>
          <p:spPr>
            <a:xfrm>
              <a:off x="3543300" y="2971800"/>
              <a:ext cx="5334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$1.8M</a:t>
              </a:r>
              <a:endParaRPr lang="en-US" sz="1200" spc="0" kern="0" b="0" i="0" dirty="0">
                <a:solidFill>
                  <a:srgbClr val="070154"/>
                </a:solidFill>
                <a:latin typeface="IBM Plex Sans"/>
                <a:ea typeface="IBM Plex Sans"/>
                <a:cs typeface="IBM Plex Sans"/>
              </a:endParaRPr>
            </a:p>
          </p:txBody>
        </p:sp>
      </p:grpSp>
      <p:grpSp>
        <p:nvGrpSpPr>
          <p:cNvPr id="61" name="node13"/>
          <p:cNvGrpSpPr/>
          <p:nvPr/>
        </p:nvGrpSpPr>
        <p:grpSpPr>
          <a:xfrm>
            <a:off x="4152900" y="2743200"/>
            <a:ext cx="228600" cy="1"/>
            <a:chOff x="4152900" y="2743200"/>
            <a:chExt cx="228600" cy="1"/>
          </a:xfrm>
        </p:grpSpPr>
        <p:sp>
          <p:nvSpPr>
            <p:cNvPr id="23" name="node13.segment-1"/>
            <p:cNvSpPr/>
            <p:nvPr/>
          </p:nvSpPr>
          <p:spPr>
            <a:xfrm>
              <a:off x="4152900" y="2743200"/>
              <a:ext cx="228600" cy="0"/>
            </a:xfrm>
            <a:custGeom>
              <a:avLst/>
              <a:gdLst/>
              <a:ahLst/>
              <a:cxnLst/>
              <a:rect l="l" t="t" r="r" b="b"/>
              <a:pathLst>
                <a:path w="228600">
                  <a:moveTo>
                    <a:pt x="0" y="0"/>
                  </a:moveTo>
                  <a:lnTo>
                    <a:pt x="228600" y="0"/>
                  </a:lnTo>
                </a:path>
              </a:pathLst>
            </a:custGeom>
            <a:ln w="19050">
              <a:solidFill>
                <a:srgbClr val="070154"/>
              </a:solidFill>
              <a:prstDash val="sysDot"/>
            </a:ln>
          </p:spPr>
        </p:sp>
      </p:grpSp>
      <p:grpSp>
        <p:nvGrpSpPr>
          <p:cNvPr id="62" name="node14"/>
          <p:cNvGrpSpPr/>
          <p:nvPr/>
        </p:nvGrpSpPr>
        <p:grpSpPr>
          <a:xfrm>
            <a:off x="4381500" y="1600200"/>
            <a:ext cx="838200" cy="457200"/>
            <a:chOff x="4381500" y="1600200"/>
            <a:chExt cx="838200" cy="457200"/>
          </a:xfrm>
        </p:grpSpPr>
        <p:sp>
          <p:nvSpPr>
            <p:cNvPr id="24" name="node14.text"/>
            <p:cNvSpPr/>
            <p:nvPr/>
          </p:nvSpPr>
          <p:spPr>
            <a:xfrm>
              <a:off x="4381500" y="1600200"/>
              <a:ext cx="8382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Rework and errors</a:t>
              </a:r>
              <a:endParaRPr lang="en-US" sz="1200" spc="0" kern="0" b="0" i="0" dirty="0">
                <a:solidFill>
                  <a:srgbClr val="070154"/>
                </a:solidFill>
                <a:latin typeface="IBM Plex Sans"/>
                <a:ea typeface="IBM Plex Sans"/>
                <a:cs typeface="IBM Plex Sans"/>
              </a:endParaRPr>
            </a:p>
          </p:txBody>
        </p:sp>
      </p:grpSp>
      <p:grpSp>
        <p:nvGrpSpPr>
          <p:cNvPr id="63" name="node15"/>
          <p:cNvGrpSpPr/>
          <p:nvPr/>
        </p:nvGrpSpPr>
        <p:grpSpPr>
          <a:xfrm>
            <a:off x="4381500" y="2286000"/>
            <a:ext cx="685800" cy="457200"/>
            <a:chOff x="4381500" y="2286000"/>
            <a:chExt cx="685800" cy="457200"/>
          </a:xfrm>
        </p:grpSpPr>
        <p:sp>
          <p:nvSpPr>
            <p:cNvPr id="25" name="node15.surface"/>
            <p:cNvSpPr/>
            <p:nvPr/>
          </p:nvSpPr>
          <p:spPr>
            <a:xfrm>
              <a:off x="4381500" y="2286000"/>
              <a:ext cx="685800" cy="457200"/>
            </a:xfrm>
            <a:prstGeom prst="rect">
              <a:avLst/>
            </a:prstGeom>
            <a:solidFill>
              <a:srgbClr val="CED7E6"/>
            </a:solidFill>
            <a:ln>
              <a:noFill/>
            </a:ln>
          </p:spPr>
        </p:sp>
        <p:sp>
          <p:nvSpPr>
            <p:cNvPr id="26" name="node15.text"/>
            <p:cNvSpPr/>
            <p:nvPr/>
          </p:nvSpPr>
          <p:spPr>
            <a:xfrm>
              <a:off x="4457700" y="2400300"/>
              <a:ext cx="5334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$1.2M</a:t>
              </a:r>
              <a:endParaRPr lang="en-US" sz="1200" spc="0" kern="0" b="0" i="0" dirty="0">
                <a:solidFill>
                  <a:srgbClr val="070154"/>
                </a:solidFill>
                <a:latin typeface="IBM Plex Sans"/>
                <a:ea typeface="IBM Plex Sans"/>
                <a:cs typeface="IBM Plex Sans"/>
              </a:endParaRPr>
            </a:p>
          </p:txBody>
        </p:sp>
      </p:grpSp>
      <p:grpSp>
        <p:nvGrpSpPr>
          <p:cNvPr id="64" name="node16"/>
          <p:cNvGrpSpPr/>
          <p:nvPr/>
        </p:nvGrpSpPr>
        <p:grpSpPr>
          <a:xfrm>
            <a:off x="5067300" y="2286000"/>
            <a:ext cx="228600" cy="1"/>
            <a:chOff x="5067300" y="2286000"/>
            <a:chExt cx="228600" cy="1"/>
          </a:xfrm>
        </p:grpSpPr>
        <p:sp>
          <p:nvSpPr>
            <p:cNvPr id="27" name="node16.segment-1"/>
            <p:cNvSpPr/>
            <p:nvPr/>
          </p:nvSpPr>
          <p:spPr>
            <a:xfrm>
              <a:off x="5067300" y="2286000"/>
              <a:ext cx="228600" cy="0"/>
            </a:xfrm>
            <a:custGeom>
              <a:avLst/>
              <a:gdLst/>
              <a:ahLst/>
              <a:cxnLst/>
              <a:rect l="l" t="t" r="r" b="b"/>
              <a:pathLst>
                <a:path w="228600">
                  <a:moveTo>
                    <a:pt x="0" y="0"/>
                  </a:moveTo>
                  <a:lnTo>
                    <a:pt x="228600" y="0"/>
                  </a:lnTo>
                </a:path>
              </a:pathLst>
            </a:custGeom>
            <a:ln w="19050">
              <a:solidFill>
                <a:srgbClr val="070154"/>
              </a:solidFill>
              <a:prstDash val="sysDot"/>
            </a:ln>
          </p:spPr>
        </p:sp>
      </p:grpSp>
      <p:grpSp>
        <p:nvGrpSpPr>
          <p:cNvPr id="65" name="node17"/>
          <p:cNvGrpSpPr/>
          <p:nvPr/>
        </p:nvGrpSpPr>
        <p:grpSpPr>
          <a:xfrm>
            <a:off x="5295900" y="1600200"/>
            <a:ext cx="838200" cy="457200"/>
            <a:chOff x="5295900" y="1600200"/>
            <a:chExt cx="838200" cy="457200"/>
          </a:xfrm>
        </p:grpSpPr>
        <p:sp>
          <p:nvSpPr>
            <p:cNvPr id="28" name="node17.text"/>
            <p:cNvSpPr/>
            <p:nvPr/>
          </p:nvSpPr>
          <p:spPr>
            <a:xfrm>
              <a:off x="5295900" y="1600200"/>
              <a:ext cx="8382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Risk avoided</a:t>
              </a:r>
              <a:endParaRPr lang="en-US" sz="1200" spc="0" kern="0" b="0" i="0" dirty="0">
                <a:solidFill>
                  <a:srgbClr val="070154"/>
                </a:solidFill>
                <a:latin typeface="IBM Plex Sans"/>
                <a:ea typeface="IBM Plex Sans"/>
                <a:cs typeface="IBM Plex Sans"/>
              </a:endParaRPr>
            </a:p>
          </p:txBody>
        </p:sp>
      </p:grpSp>
      <p:grpSp>
        <p:nvGrpSpPr>
          <p:cNvPr id="66" name="node18"/>
          <p:cNvGrpSpPr/>
          <p:nvPr/>
        </p:nvGrpSpPr>
        <p:grpSpPr>
          <a:xfrm>
            <a:off x="5295900" y="2057400"/>
            <a:ext cx="685800" cy="228600"/>
            <a:chOff x="5295900" y="2057400"/>
            <a:chExt cx="685800" cy="228600"/>
          </a:xfrm>
        </p:grpSpPr>
        <p:sp>
          <p:nvSpPr>
            <p:cNvPr id="29" name="node18.surface"/>
            <p:cNvSpPr/>
            <p:nvPr/>
          </p:nvSpPr>
          <p:spPr>
            <a:xfrm>
              <a:off x="5295900" y="2057400"/>
              <a:ext cx="685800" cy="228600"/>
            </a:xfrm>
            <a:prstGeom prst="rect">
              <a:avLst/>
            </a:prstGeom>
            <a:solidFill>
              <a:srgbClr val="CED7E6"/>
            </a:solidFill>
            <a:ln>
              <a:noFill/>
            </a:ln>
          </p:spPr>
        </p:sp>
        <p:sp>
          <p:nvSpPr>
            <p:cNvPr id="30" name="node18.text"/>
            <p:cNvSpPr/>
            <p:nvPr/>
          </p:nvSpPr>
          <p:spPr>
            <a:xfrm>
              <a:off x="5372100" y="2057400"/>
              <a:ext cx="5334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$0.6M</a:t>
              </a:r>
              <a:endParaRPr lang="en-US" sz="1200" spc="0" kern="0" b="0" i="0" dirty="0">
                <a:solidFill>
                  <a:srgbClr val="070154"/>
                </a:solidFill>
                <a:latin typeface="IBM Plex Sans"/>
                <a:ea typeface="IBM Plex Sans"/>
                <a:cs typeface="IBM Plex Sans"/>
              </a:endParaRPr>
            </a:p>
          </p:txBody>
        </p:sp>
      </p:grpSp>
      <p:grpSp>
        <p:nvGrpSpPr>
          <p:cNvPr id="67" name="node19"/>
          <p:cNvGrpSpPr/>
          <p:nvPr/>
        </p:nvGrpSpPr>
        <p:grpSpPr>
          <a:xfrm>
            <a:off x="5981700" y="2057400"/>
            <a:ext cx="228600" cy="1"/>
            <a:chOff x="5981700" y="2057400"/>
            <a:chExt cx="228600" cy="1"/>
          </a:xfrm>
        </p:grpSpPr>
        <p:sp>
          <p:nvSpPr>
            <p:cNvPr id="31" name="node19.segment-1"/>
            <p:cNvSpPr/>
            <p:nvPr/>
          </p:nvSpPr>
          <p:spPr>
            <a:xfrm>
              <a:off x="5981700" y="2057400"/>
              <a:ext cx="228600" cy="0"/>
            </a:xfrm>
            <a:custGeom>
              <a:avLst/>
              <a:gdLst/>
              <a:ahLst/>
              <a:cxnLst/>
              <a:rect l="l" t="t" r="r" b="b"/>
              <a:pathLst>
                <a:path w="228600">
                  <a:moveTo>
                    <a:pt x="0" y="0"/>
                  </a:moveTo>
                  <a:lnTo>
                    <a:pt x="228600" y="0"/>
                  </a:lnTo>
                </a:path>
              </a:pathLst>
            </a:custGeom>
            <a:ln w="19050">
              <a:solidFill>
                <a:srgbClr val="070154"/>
              </a:solidFill>
              <a:prstDash val="sysDot"/>
            </a:ln>
          </p:spPr>
        </p:sp>
      </p:grpSp>
      <p:grpSp>
        <p:nvGrpSpPr>
          <p:cNvPr id="68" name="node20"/>
          <p:cNvGrpSpPr/>
          <p:nvPr/>
        </p:nvGrpSpPr>
        <p:grpSpPr>
          <a:xfrm>
            <a:off x="6210300" y="1600200"/>
            <a:ext cx="838200" cy="228600"/>
            <a:chOff x="6210300" y="1600200"/>
            <a:chExt cx="838200" cy="228600"/>
          </a:xfrm>
        </p:grpSpPr>
        <p:sp>
          <p:nvSpPr>
            <p:cNvPr id="32" name="node20.text"/>
            <p:cNvSpPr/>
            <p:nvPr/>
          </p:nvSpPr>
          <p:spPr>
            <a:xfrm>
              <a:off x="6210300" y="1600200"/>
              <a:ext cx="838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Net value</a:t>
              </a:r>
              <a:endParaRPr lang="en-US" sz="1200" spc="0" kern="0" b="0" i="0" dirty="0">
                <a:solidFill>
                  <a:srgbClr val="070154"/>
                </a:solidFill>
                <a:latin typeface="IBM Plex Sans"/>
                <a:ea typeface="IBM Plex Sans"/>
                <a:cs typeface="IBM Plex Sans"/>
              </a:endParaRPr>
            </a:p>
          </p:txBody>
        </p:sp>
      </p:grpSp>
      <p:grpSp>
        <p:nvGrpSpPr>
          <p:cNvPr id="69" name="node21"/>
          <p:cNvGrpSpPr/>
          <p:nvPr/>
        </p:nvGrpSpPr>
        <p:grpSpPr>
          <a:xfrm>
            <a:off x="6210300" y="2057400"/>
            <a:ext cx="685800" cy="2286000"/>
            <a:chOff x="6210300" y="2057400"/>
            <a:chExt cx="685800" cy="2286000"/>
          </a:xfrm>
        </p:grpSpPr>
        <p:sp>
          <p:nvSpPr>
            <p:cNvPr id="33" name="node21.surface"/>
            <p:cNvSpPr/>
            <p:nvPr/>
          </p:nvSpPr>
          <p:spPr>
            <a:xfrm>
              <a:off x="6210300" y="2057400"/>
              <a:ext cx="685800" cy="2286000"/>
            </a:xfrm>
            <a:prstGeom prst="rect">
              <a:avLst/>
            </a:prstGeom>
            <a:solidFill>
              <a:srgbClr val="F900D3"/>
            </a:solidFill>
            <a:ln>
              <a:noFill/>
            </a:ln>
          </p:spPr>
        </p:sp>
        <p:sp>
          <p:nvSpPr>
            <p:cNvPr id="34" name="node21.text"/>
            <p:cNvSpPr/>
            <p:nvPr/>
          </p:nvSpPr>
          <p:spPr>
            <a:xfrm>
              <a:off x="6286500" y="3086100"/>
              <a:ext cx="5334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$6.0M</a:t>
              </a:r>
              <a:endParaRPr lang="en-US" sz="1200" spc="0" kern="0" b="0" i="0" dirty="0">
                <a:solidFill>
                  <a:srgbClr val="FFFFFF"/>
                </a:solidFill>
                <a:latin typeface="IBM Plex Sans"/>
                <a:ea typeface="IBM Plex Sans"/>
                <a:cs typeface="IBM Plex Sans"/>
              </a:endParaRPr>
            </a:p>
          </p:txBody>
        </p:sp>
      </p:grpSp>
      <p:grpSp>
        <p:nvGrpSpPr>
          <p:cNvPr id="70" name="node22"/>
          <p:cNvGrpSpPr/>
          <p:nvPr/>
        </p:nvGrpSpPr>
        <p:grpSpPr>
          <a:xfrm>
            <a:off x="8039100" y="1600200"/>
            <a:ext cx="3429000" cy="152400"/>
            <a:chOff x="8039100" y="1600200"/>
            <a:chExt cx="3429000" cy="152400"/>
          </a:xfrm>
        </p:grpSpPr>
        <p:sp>
          <p:nvSpPr>
            <p:cNvPr id="35" name="node22.text"/>
            <p:cNvSpPr/>
            <p:nvPr/>
          </p:nvSpPr>
          <p:spPr>
            <a:xfrm>
              <a:off x="8039100" y="1600200"/>
              <a:ext cx="3429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READING THE BRIDGE</a:t>
              </a:r>
              <a:endParaRPr lang="en-US" sz="900" spc="54" kern="0" b="0" i="0" dirty="0">
                <a:solidFill>
                  <a:srgbClr val="0047FF"/>
                </a:solidFill>
                <a:latin typeface="IBM Plex Mono Medium"/>
                <a:ea typeface="IBM Plex Mono Medium"/>
                <a:cs typeface="IBM Plex Mono Medium"/>
              </a:endParaRPr>
            </a:p>
          </p:txBody>
        </p:sp>
      </p:grpSp>
      <p:grpSp>
        <p:nvGrpSpPr>
          <p:cNvPr id="71" name="node23"/>
          <p:cNvGrpSpPr/>
          <p:nvPr/>
        </p:nvGrpSpPr>
        <p:grpSpPr>
          <a:xfrm>
            <a:off x="8039100" y="1905000"/>
            <a:ext cx="3429000" cy="1028700"/>
            <a:chOff x="8039100" y="1905000"/>
            <a:chExt cx="3429000" cy="1028700"/>
          </a:xfrm>
        </p:grpSpPr>
        <p:sp>
          <p:nvSpPr>
            <p:cNvPr id="36" name="node23.source-001.bullet"/>
            <p:cNvSpPr/>
            <p:nvPr/>
          </p:nvSpPr>
          <p:spPr>
            <a:xfrm>
              <a:off x="8039100" y="1993900"/>
              <a:ext cx="38100" cy="38100"/>
            </a:xfrm>
            <a:prstGeom prst="rect">
              <a:avLst/>
            </a:prstGeom>
            <a:solidFill>
              <a:srgbClr val="070154"/>
            </a:solidFill>
            <a:ln>
              <a:noFill/>
            </a:ln>
          </p:spPr>
        </p:sp>
        <p:sp>
          <p:nvSpPr>
            <p:cNvPr id="37" name="node23.source-001.text"/>
            <p:cNvSpPr/>
            <p:nvPr/>
          </p:nvSpPr>
          <p:spPr>
            <a:xfrm>
              <a:off x="8191500" y="19050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 xml:space="preserve">Close and reporting</a:t>
              </a:r>
              <a:r>
                <a:rPr lang="en-US" sz="1200" spc="0" kern="0" b="0" i="0" dirty="0">
                  <a:solidFill>
                    <a:srgbClr val="50658E"/>
                  </a:solidFill>
                  <a:latin typeface="IBM Plex Sans"/>
                  <a:ea typeface="IBM Plex Sans"/>
                  <a:cs typeface="IBM Plex Sans"/>
                </a:rPr>
                <a:t xml:space="preserve"> 35% of five-year value</a:t>
              </a:r>
              <a:endParaRPr lang="en-US" sz="1200" spc="0" kern="0" b="0" i="0" dirty="0">
                <a:solidFill>
                  <a:srgbClr val="070154"/>
                </a:solidFill>
                <a:latin typeface="IBM Plex Sans"/>
                <a:ea typeface="IBM Plex Sans"/>
                <a:cs typeface="IBM Plex Sans"/>
              </a:endParaRPr>
            </a:p>
          </p:txBody>
        </p:sp>
        <p:sp>
          <p:nvSpPr>
            <p:cNvPr id="38" name="node23.source-002.bullet"/>
            <p:cNvSpPr/>
            <p:nvPr/>
          </p:nvSpPr>
          <p:spPr>
            <a:xfrm>
              <a:off x="8039100" y="2260600"/>
              <a:ext cx="38100" cy="38100"/>
            </a:xfrm>
            <a:prstGeom prst="rect">
              <a:avLst/>
            </a:prstGeom>
            <a:solidFill>
              <a:srgbClr val="070154"/>
            </a:solidFill>
            <a:ln>
              <a:noFill/>
            </a:ln>
          </p:spPr>
        </p:sp>
        <p:sp>
          <p:nvSpPr>
            <p:cNvPr id="39" name="node23.source-002.text"/>
            <p:cNvSpPr/>
            <p:nvPr/>
          </p:nvSpPr>
          <p:spPr>
            <a:xfrm>
              <a:off x="8191500" y="21717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 xml:space="preserve">Revenue cycle</a:t>
              </a:r>
              <a:r>
                <a:rPr lang="en-US" sz="1200" spc="0" kern="0" b="0" i="0" dirty="0">
                  <a:solidFill>
                    <a:srgbClr val="50658E"/>
                  </a:solidFill>
                  <a:latin typeface="IBM Plex Sans"/>
                  <a:ea typeface="IBM Plex Sans"/>
                  <a:cs typeface="IBM Plex Sans"/>
                </a:rPr>
                <a:t xml:space="preserve"> 29%, the fastest to start</a:t>
              </a:r>
              <a:endParaRPr lang="en-US" sz="1200" spc="0" kern="0" b="0" i="0" dirty="0">
                <a:solidFill>
                  <a:srgbClr val="070154"/>
                </a:solidFill>
                <a:latin typeface="IBM Plex Sans"/>
                <a:ea typeface="IBM Plex Sans"/>
                <a:cs typeface="IBM Plex Sans"/>
              </a:endParaRPr>
            </a:p>
          </p:txBody>
        </p:sp>
        <p:sp>
          <p:nvSpPr>
            <p:cNvPr id="40" name="node23.source-003.bullet"/>
            <p:cNvSpPr/>
            <p:nvPr/>
          </p:nvSpPr>
          <p:spPr>
            <a:xfrm>
              <a:off x="8039100" y="2527300"/>
              <a:ext cx="38100" cy="38100"/>
            </a:xfrm>
            <a:prstGeom prst="rect">
              <a:avLst/>
            </a:prstGeom>
            <a:solidFill>
              <a:srgbClr val="070154"/>
            </a:solidFill>
            <a:ln>
              <a:noFill/>
            </a:ln>
          </p:spPr>
        </p:sp>
        <p:sp>
          <p:nvSpPr>
            <p:cNvPr id="41" name="node23.source-003.text"/>
            <p:cNvSpPr/>
            <p:nvPr/>
          </p:nvSpPr>
          <p:spPr>
            <a:xfrm>
              <a:off x="8191500" y="24384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 xml:space="preserve">Procure-to-pay</a:t>
              </a:r>
              <a:r>
                <a:rPr lang="en-US" sz="1200" spc="0" kern="0" b="0" i="0" dirty="0">
                  <a:solidFill>
                    <a:srgbClr val="50658E"/>
                  </a:solidFill>
                  <a:latin typeface="IBM Plex Sans"/>
                  <a:ea typeface="IBM Plex Sans"/>
                  <a:cs typeface="IBM Plex Sans"/>
                </a:rPr>
                <a:t xml:space="preserve"> 18%</a:t>
              </a:r>
              <a:endParaRPr lang="en-US" sz="1200" spc="0" kern="0" b="0" i="0" dirty="0">
                <a:solidFill>
                  <a:srgbClr val="070154"/>
                </a:solidFill>
                <a:latin typeface="IBM Plex Sans"/>
                <a:ea typeface="IBM Plex Sans"/>
                <a:cs typeface="IBM Plex Sans"/>
              </a:endParaRPr>
            </a:p>
          </p:txBody>
        </p:sp>
        <p:sp>
          <p:nvSpPr>
            <p:cNvPr id="42" name="node23.source-004.bullet"/>
            <p:cNvSpPr/>
            <p:nvPr/>
          </p:nvSpPr>
          <p:spPr>
            <a:xfrm>
              <a:off x="8039100" y="2794000"/>
              <a:ext cx="38100" cy="38100"/>
            </a:xfrm>
            <a:prstGeom prst="rect">
              <a:avLst/>
            </a:prstGeom>
            <a:solidFill>
              <a:srgbClr val="070154"/>
            </a:solidFill>
            <a:ln>
              <a:noFill/>
            </a:ln>
          </p:spPr>
        </p:sp>
        <p:sp>
          <p:nvSpPr>
            <p:cNvPr id="43" name="node23.source-004.text"/>
            <p:cNvSpPr/>
            <p:nvPr/>
          </p:nvSpPr>
          <p:spPr>
            <a:xfrm>
              <a:off x="8191500" y="27051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 xml:space="preserve">Rework and risk</a:t>
              </a:r>
              <a:r>
                <a:rPr lang="en-US" sz="1200" spc="0" kern="0" b="0" i="0" dirty="0">
                  <a:solidFill>
                    <a:srgbClr val="50658E"/>
                  </a:solidFill>
                  <a:latin typeface="IBM Plex Sans"/>
                  <a:ea typeface="IBM Plex Sans"/>
                  <a:cs typeface="IBM Plex Sans"/>
                </a:rPr>
                <a:t xml:space="preserve"> 18% together</a:t>
              </a:r>
              <a:endParaRPr lang="en-US" sz="1200" spc="0" kern="0" b="0" i="0" dirty="0">
                <a:solidFill>
                  <a:srgbClr val="070154"/>
                </a:solidFill>
                <a:latin typeface="IBM Plex Sans"/>
                <a:ea typeface="IBM Plex Sans"/>
                <a:cs typeface="IBM Plex Sans"/>
              </a:endParaRPr>
            </a:p>
          </p:txBody>
        </p:sp>
      </p:grpSp>
      <p:sp>
        <p:nvSpPr>
          <p:cNvPr id="44" name="node24"/>
          <p:cNvSpPr/>
          <p:nvPr/>
        </p:nvSpPr>
        <p:spPr>
          <a:xfrm>
            <a:off x="8039100" y="3657600"/>
            <a:ext cx="3429000" cy="9525"/>
          </a:xfrm>
          <a:prstGeom prst="rect">
            <a:avLst/>
          </a:prstGeom>
          <a:solidFill>
            <a:srgbClr val="CED7E6"/>
          </a:solidFill>
          <a:ln>
            <a:noFill/>
          </a:ln>
        </p:spPr>
      </p:sp>
      <p:grpSp>
        <p:nvGrpSpPr>
          <p:cNvPr id="72" name="node25"/>
          <p:cNvGrpSpPr/>
          <p:nvPr/>
        </p:nvGrpSpPr>
        <p:grpSpPr>
          <a:xfrm>
            <a:off x="8039100" y="3810000"/>
            <a:ext cx="3429000" cy="457200"/>
            <a:chOff x="8039100" y="3810000"/>
            <a:chExt cx="3429000" cy="457200"/>
          </a:xfrm>
        </p:grpSpPr>
        <p:sp>
          <p:nvSpPr>
            <p:cNvPr id="45" name="node25.text"/>
            <p:cNvSpPr/>
            <p:nvPr/>
          </p:nvSpPr>
          <p:spPr>
            <a:xfrm>
              <a:off x="8039100" y="3810000"/>
              <a:ext cx="34290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Bars show five-year value in $M. The investment hangs below the zero line.</a:t>
              </a:r>
              <a:endParaRPr lang="en-US" sz="1200" spc="0" kern="0" b="0" i="0" dirty="0">
                <a:solidFill>
                  <a:srgbClr val="50658E"/>
                </a:solidFill>
                <a:latin typeface="IBM Plex Sans"/>
                <a:ea typeface="IBM Plex Sans"/>
                <a:cs typeface="IBM Plex Sans"/>
              </a:endParaRPr>
            </a:p>
          </p:txBody>
        </p:sp>
      </p:grpSp>
      <p:grpSp>
        <p:nvGrpSpPr>
          <p:cNvPr id="73" name="node26"/>
          <p:cNvGrpSpPr/>
          <p:nvPr/>
        </p:nvGrpSpPr>
        <p:grpSpPr>
          <a:xfrm>
            <a:off x="8039100" y="4724400"/>
            <a:ext cx="1600200" cy="954850"/>
            <a:chOff x="8039100" y="4724400"/>
            <a:chExt cx="1600200" cy="954850"/>
          </a:xfrm>
        </p:grpSpPr>
        <p:sp>
          <p:nvSpPr>
            <p:cNvPr id="46" name="node26.value"/>
            <p:cNvSpPr/>
            <p:nvPr/>
          </p:nvSpPr>
          <p:spPr>
            <a:xfrm>
              <a:off x="8039100" y="4724400"/>
              <a:ext cx="1600200" cy="611950"/>
            </a:xfrm>
            <a:prstGeom prst="rect">
              <a:avLst/>
            </a:prstGeom>
            <a:noFill/>
            <a:ln/>
          </p:spPr>
          <p:txBody>
            <a:bodyPr wrap="square" lIns="0" tIns="0" rIns="0" bIns="0" rtlCol="0" anchor="t"/>
            <a:lstStyle/>
            <a:p>
              <a:pPr algn="l" indent="0" marL="0">
                <a:lnSpc>
                  <a:spcPts val="4800"/>
                </a:lnSpc>
                <a:buNone/>
              </a:pPr>
              <a:r>
                <a:rPr lang="en-US" sz="4800" spc="-96" kern="0" b="0" i="0" dirty="0">
                  <a:solidFill>
                    <a:srgbClr val="070154"/>
                  </a:solidFill>
                  <a:latin typeface="IBM Plex Mono SemiBold"/>
                  <a:ea typeface="IBM Plex Mono SemiBold"/>
                  <a:cs typeface="IBM Plex Mono SemiBold"/>
                </a:rPr>
                <a:t>2.4x</a:t>
              </a:r>
              <a:endParaRPr lang="en-US" sz="4800" spc="-96" kern="0" b="0" i="0" dirty="0">
                <a:solidFill>
                  <a:srgbClr val="070154"/>
                </a:solidFill>
                <a:latin typeface="IBM Plex Mono SemiBold"/>
                <a:ea typeface="IBM Plex Mono SemiBold"/>
                <a:cs typeface="IBM Plex Mono SemiBold"/>
              </a:endParaRPr>
            </a:p>
          </p:txBody>
        </p:sp>
        <p:sp>
          <p:nvSpPr>
            <p:cNvPr id="47" name="node26.label"/>
            <p:cNvSpPr/>
            <p:nvPr/>
          </p:nvSpPr>
          <p:spPr>
            <a:xfrm>
              <a:off x="8039100" y="5412550"/>
              <a:ext cx="16002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value per dollar</a:t>
              </a:r>
              <a:endParaRPr lang="en-US" sz="1400" spc="0" kern="0" b="0" i="0" dirty="0">
                <a:solidFill>
                  <a:srgbClr val="50658E"/>
                </a:solidFill>
                <a:latin typeface="IBM Plex Sans"/>
                <a:ea typeface="IBM Plex Sans"/>
                <a:cs typeface="IBM Plex Sans"/>
              </a:endParaRPr>
            </a:p>
          </p:txBody>
        </p:sp>
      </p:grpSp>
      <p:grpSp>
        <p:nvGrpSpPr>
          <p:cNvPr id="74" name="node27"/>
          <p:cNvGrpSpPr/>
          <p:nvPr/>
        </p:nvGrpSpPr>
        <p:grpSpPr>
          <a:xfrm>
            <a:off x="9867900" y="4724400"/>
            <a:ext cx="1600200" cy="954850"/>
            <a:chOff x="9867900" y="4724400"/>
            <a:chExt cx="1600200" cy="954850"/>
          </a:xfrm>
        </p:grpSpPr>
        <p:sp>
          <p:nvSpPr>
            <p:cNvPr id="48" name="node27.value"/>
            <p:cNvSpPr/>
            <p:nvPr/>
          </p:nvSpPr>
          <p:spPr>
            <a:xfrm>
              <a:off x="9867900" y="4724400"/>
              <a:ext cx="1600200" cy="611950"/>
            </a:xfrm>
            <a:prstGeom prst="rect">
              <a:avLst/>
            </a:prstGeom>
            <a:noFill/>
            <a:ln/>
          </p:spPr>
          <p:txBody>
            <a:bodyPr wrap="square" lIns="0" tIns="0" rIns="0" bIns="0" rtlCol="0" anchor="t"/>
            <a:lstStyle/>
            <a:p>
              <a:pPr algn="l" indent="0" marL="0">
                <a:lnSpc>
                  <a:spcPts val="4800"/>
                </a:lnSpc>
                <a:buNone/>
              </a:pPr>
              <a:r>
                <a:rPr lang="en-US" sz="4800" spc="-96" kern="0" b="0" i="0" dirty="0">
                  <a:solidFill>
                    <a:srgbClr val="070154"/>
                  </a:solidFill>
                  <a:latin typeface="IBM Plex Mono SemiBold"/>
                  <a:ea typeface="IBM Plex Mono SemiBold"/>
                  <a:cs typeface="IBM Plex Mono SemiBold"/>
                </a:rPr>
                <a:t>143%</a:t>
              </a:r>
              <a:endParaRPr lang="en-US" sz="4800" spc="-96" kern="0" b="0" i="0" dirty="0">
                <a:solidFill>
                  <a:srgbClr val="070154"/>
                </a:solidFill>
                <a:latin typeface="IBM Plex Mono SemiBold"/>
                <a:ea typeface="IBM Plex Mono SemiBold"/>
                <a:cs typeface="IBM Plex Mono SemiBold"/>
              </a:endParaRPr>
            </a:p>
          </p:txBody>
        </p:sp>
        <p:sp>
          <p:nvSpPr>
            <p:cNvPr id="49" name="node27.label"/>
            <p:cNvSpPr/>
            <p:nvPr/>
          </p:nvSpPr>
          <p:spPr>
            <a:xfrm>
              <a:off x="9867900" y="5412550"/>
              <a:ext cx="16002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five-year ROI</a:t>
              </a:r>
              <a:endParaRPr lang="en-US" sz="1400" spc="0" kern="0" b="0" i="0" dirty="0">
                <a:solidFill>
                  <a:srgbClr val="50658E"/>
                </a:solidFill>
                <a:latin typeface="IBM Plex Sans"/>
                <a:ea typeface="IBM Plex Sans"/>
                <a:cs typeface="IBM Plex Sans"/>
              </a:endParaRPr>
            </a:p>
          </p:txBody>
        </p:sp>
      </p:grpSp>
    </p:spTree>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name="source-582">
    <p:spTree>
      <p:nvGrpSpPr>
        <p:cNvPr id="1" name=""/>
        <p:cNvGrpSpPr/>
        <p:nvPr/>
      </p:nvGrpSpPr>
      <p:grpSpPr>
        <a:xfrm>
          <a:off x="0" y="0"/>
          <a:ext cx="0" cy="0"/>
          <a:chOff x="0" y="0"/>
          <a:chExt cx="0" cy="0"/>
        </a:xfrm>
      </p:grpSpPr>
      <p:sp>
        <p:nvSpPr>
          <p:cNvPr id="3" name="eyebrow"/>
          <p:cNvSpPr/>
          <p:nvPr/>
        </p:nvSpPr>
        <p:spPr>
          <a:xfrm>
            <a:off x="723900" y="457200"/>
            <a:ext cx="34290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INVESTMENT AND VALUE</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3429000" cy="9144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Five levers turn $4.2M of spend into $6.0M net</a:t>
            </a:r>
            <a:endParaRPr lang="en-US" sz="2400" spc="-36"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676900"/>
            <a:ext cx="3429000" cy="3048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Sample figures for layout only; replace with current firm data before use.</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186</a:t>
            </a:fld>
            <a:endParaRPr lang="en-US" sz="700" spc="0" kern="0" b="0" i="0" dirty="0">
              <a:solidFill>
                <a:srgbClr val="070154"/>
              </a:solidFill>
              <a:latin typeface="IBM Plex Mono SemiBold"/>
              <a:ea typeface="IBM Plex Mono SemiBold"/>
              <a:cs typeface="IBM Plex Mono SemiBold"/>
            </a:endParaRPr>
          </a:p>
        </p:txBody>
      </p:sp>
      <p:sp>
        <p:nvSpPr>
          <p:cNvPr id="7" name="node01"/>
          <p:cNvSpPr/>
          <p:nvPr/>
        </p:nvSpPr>
        <p:spPr>
          <a:xfrm>
            <a:off x="4381500" y="3429000"/>
            <a:ext cx="6172200" cy="9525"/>
          </a:xfrm>
          <a:prstGeom prst="rect">
            <a:avLst/>
          </a:prstGeom>
          <a:solidFill>
            <a:srgbClr val="CED7E6"/>
          </a:solidFill>
          <a:ln>
            <a:noFill/>
          </a:ln>
        </p:spPr>
      </p:sp>
      <p:grpSp>
        <p:nvGrpSpPr>
          <p:cNvPr id="62" name="node02"/>
          <p:cNvGrpSpPr/>
          <p:nvPr/>
        </p:nvGrpSpPr>
        <p:grpSpPr>
          <a:xfrm>
            <a:off x="4381500" y="685800"/>
            <a:ext cx="838200" cy="228600"/>
            <a:chOff x="4381500" y="685800"/>
            <a:chExt cx="838200" cy="228600"/>
          </a:xfrm>
        </p:grpSpPr>
        <p:sp>
          <p:nvSpPr>
            <p:cNvPr id="8" name="node02.text"/>
            <p:cNvSpPr/>
            <p:nvPr/>
          </p:nvSpPr>
          <p:spPr>
            <a:xfrm>
              <a:off x="4381500" y="685800"/>
              <a:ext cx="838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Investment</a:t>
              </a:r>
              <a:endParaRPr lang="en-US" sz="1200" spc="0" kern="0" b="0" i="0" dirty="0">
                <a:solidFill>
                  <a:srgbClr val="070154"/>
                </a:solidFill>
                <a:latin typeface="IBM Plex Sans"/>
                <a:ea typeface="IBM Plex Sans"/>
                <a:cs typeface="IBM Plex Sans"/>
              </a:endParaRPr>
            </a:p>
          </p:txBody>
        </p:sp>
      </p:grpSp>
      <p:grpSp>
        <p:nvGrpSpPr>
          <p:cNvPr id="63" name="node03"/>
          <p:cNvGrpSpPr/>
          <p:nvPr/>
        </p:nvGrpSpPr>
        <p:grpSpPr>
          <a:xfrm>
            <a:off x="4381500" y="3429000"/>
            <a:ext cx="685800" cy="1600200"/>
            <a:chOff x="4381500" y="3429000"/>
            <a:chExt cx="685800" cy="1600200"/>
          </a:xfrm>
        </p:grpSpPr>
        <p:sp>
          <p:nvSpPr>
            <p:cNvPr id="9" name="node03.surface"/>
            <p:cNvSpPr/>
            <p:nvPr/>
          </p:nvSpPr>
          <p:spPr>
            <a:xfrm>
              <a:off x="4381500" y="3429000"/>
              <a:ext cx="685800" cy="1600200"/>
            </a:xfrm>
            <a:prstGeom prst="rect">
              <a:avLst/>
            </a:prstGeom>
            <a:solidFill>
              <a:srgbClr val="070154"/>
            </a:solidFill>
            <a:ln>
              <a:noFill/>
            </a:ln>
          </p:spPr>
        </p:sp>
        <p:sp>
          <p:nvSpPr>
            <p:cNvPr id="10" name="node03.text"/>
            <p:cNvSpPr/>
            <p:nvPr/>
          </p:nvSpPr>
          <p:spPr>
            <a:xfrm>
              <a:off x="4457700" y="4114800"/>
              <a:ext cx="5334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$4.2M</a:t>
              </a:r>
              <a:endParaRPr lang="en-US" sz="1200" spc="0" kern="0" b="0" i="0" dirty="0">
                <a:solidFill>
                  <a:srgbClr val="FFFFFF"/>
                </a:solidFill>
                <a:latin typeface="IBM Plex Sans"/>
                <a:ea typeface="IBM Plex Sans"/>
                <a:cs typeface="IBM Plex Sans"/>
              </a:endParaRPr>
            </a:p>
          </p:txBody>
        </p:sp>
      </p:grpSp>
      <p:grpSp>
        <p:nvGrpSpPr>
          <p:cNvPr id="64" name="node04"/>
          <p:cNvGrpSpPr/>
          <p:nvPr/>
        </p:nvGrpSpPr>
        <p:grpSpPr>
          <a:xfrm>
            <a:off x="5067300" y="5029200"/>
            <a:ext cx="228600" cy="1"/>
            <a:chOff x="5067300" y="5029200"/>
            <a:chExt cx="228600" cy="1"/>
          </a:xfrm>
        </p:grpSpPr>
        <p:sp>
          <p:nvSpPr>
            <p:cNvPr id="11" name="node04.segment-1"/>
            <p:cNvSpPr/>
            <p:nvPr/>
          </p:nvSpPr>
          <p:spPr>
            <a:xfrm>
              <a:off x="5067300" y="5029200"/>
              <a:ext cx="228600" cy="0"/>
            </a:xfrm>
            <a:custGeom>
              <a:avLst/>
              <a:gdLst/>
              <a:ahLst/>
              <a:cxnLst/>
              <a:rect l="l" t="t" r="r" b="b"/>
              <a:pathLst>
                <a:path w="228600">
                  <a:moveTo>
                    <a:pt x="0" y="0"/>
                  </a:moveTo>
                  <a:lnTo>
                    <a:pt x="228600" y="0"/>
                  </a:lnTo>
                </a:path>
              </a:pathLst>
            </a:custGeom>
            <a:ln w="19050">
              <a:solidFill>
                <a:srgbClr val="070154"/>
              </a:solidFill>
              <a:prstDash val="sysDot"/>
            </a:ln>
          </p:spPr>
        </p:sp>
      </p:grpSp>
      <p:grpSp>
        <p:nvGrpSpPr>
          <p:cNvPr id="65" name="node05"/>
          <p:cNvGrpSpPr/>
          <p:nvPr/>
        </p:nvGrpSpPr>
        <p:grpSpPr>
          <a:xfrm>
            <a:off x="5295900" y="685800"/>
            <a:ext cx="838200" cy="457200"/>
            <a:chOff x="5295900" y="685800"/>
            <a:chExt cx="838200" cy="457200"/>
          </a:xfrm>
        </p:grpSpPr>
        <p:sp>
          <p:nvSpPr>
            <p:cNvPr id="12" name="node05.text"/>
            <p:cNvSpPr/>
            <p:nvPr/>
          </p:nvSpPr>
          <p:spPr>
            <a:xfrm>
              <a:off x="5295900" y="685800"/>
              <a:ext cx="8382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Close and reporting</a:t>
              </a:r>
              <a:endParaRPr lang="en-US" sz="1200" spc="0" kern="0" b="0" i="0" dirty="0">
                <a:solidFill>
                  <a:srgbClr val="070154"/>
                </a:solidFill>
                <a:latin typeface="IBM Plex Sans"/>
                <a:ea typeface="IBM Plex Sans"/>
                <a:cs typeface="IBM Plex Sans"/>
              </a:endParaRPr>
            </a:p>
          </p:txBody>
        </p:sp>
      </p:grpSp>
      <p:grpSp>
        <p:nvGrpSpPr>
          <p:cNvPr id="66" name="node06"/>
          <p:cNvGrpSpPr/>
          <p:nvPr/>
        </p:nvGrpSpPr>
        <p:grpSpPr>
          <a:xfrm>
            <a:off x="5295900" y="3657600"/>
            <a:ext cx="685800" cy="1371600"/>
            <a:chOff x="5295900" y="3657600"/>
            <a:chExt cx="685800" cy="1371600"/>
          </a:xfrm>
        </p:grpSpPr>
        <p:sp>
          <p:nvSpPr>
            <p:cNvPr id="13" name="node06.surface"/>
            <p:cNvSpPr/>
            <p:nvPr/>
          </p:nvSpPr>
          <p:spPr>
            <a:xfrm>
              <a:off x="5295900" y="3657600"/>
              <a:ext cx="685800" cy="1371600"/>
            </a:xfrm>
            <a:prstGeom prst="rect">
              <a:avLst/>
            </a:prstGeom>
            <a:solidFill>
              <a:srgbClr val="CED7E6"/>
            </a:solidFill>
            <a:ln>
              <a:noFill/>
            </a:ln>
          </p:spPr>
        </p:sp>
        <p:sp>
          <p:nvSpPr>
            <p:cNvPr id="14" name="node06.text"/>
            <p:cNvSpPr/>
            <p:nvPr/>
          </p:nvSpPr>
          <p:spPr>
            <a:xfrm>
              <a:off x="5372100" y="4229100"/>
              <a:ext cx="5334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$3.6M</a:t>
              </a:r>
              <a:endParaRPr lang="en-US" sz="1200" spc="0" kern="0" b="0" i="0" dirty="0">
                <a:solidFill>
                  <a:srgbClr val="070154"/>
                </a:solidFill>
                <a:latin typeface="IBM Plex Sans"/>
                <a:ea typeface="IBM Plex Sans"/>
                <a:cs typeface="IBM Plex Sans"/>
              </a:endParaRPr>
            </a:p>
          </p:txBody>
        </p:sp>
      </p:grpSp>
      <p:grpSp>
        <p:nvGrpSpPr>
          <p:cNvPr id="67" name="node07"/>
          <p:cNvGrpSpPr/>
          <p:nvPr/>
        </p:nvGrpSpPr>
        <p:grpSpPr>
          <a:xfrm>
            <a:off x="5981700" y="3657600"/>
            <a:ext cx="228600" cy="1"/>
            <a:chOff x="5981700" y="3657600"/>
            <a:chExt cx="228600" cy="1"/>
          </a:xfrm>
        </p:grpSpPr>
        <p:sp>
          <p:nvSpPr>
            <p:cNvPr id="15" name="node07.segment-1"/>
            <p:cNvSpPr/>
            <p:nvPr/>
          </p:nvSpPr>
          <p:spPr>
            <a:xfrm>
              <a:off x="5981700" y="3657600"/>
              <a:ext cx="228600" cy="0"/>
            </a:xfrm>
            <a:custGeom>
              <a:avLst/>
              <a:gdLst/>
              <a:ahLst/>
              <a:cxnLst/>
              <a:rect l="l" t="t" r="r" b="b"/>
              <a:pathLst>
                <a:path w="228600">
                  <a:moveTo>
                    <a:pt x="0" y="0"/>
                  </a:moveTo>
                  <a:lnTo>
                    <a:pt x="228600" y="0"/>
                  </a:lnTo>
                </a:path>
              </a:pathLst>
            </a:custGeom>
            <a:ln w="19050">
              <a:solidFill>
                <a:srgbClr val="070154"/>
              </a:solidFill>
              <a:prstDash val="sysDot"/>
            </a:ln>
          </p:spPr>
        </p:sp>
      </p:grpSp>
      <p:grpSp>
        <p:nvGrpSpPr>
          <p:cNvPr id="68" name="node08"/>
          <p:cNvGrpSpPr/>
          <p:nvPr/>
        </p:nvGrpSpPr>
        <p:grpSpPr>
          <a:xfrm>
            <a:off x="6210300" y="685800"/>
            <a:ext cx="838200" cy="457200"/>
            <a:chOff x="6210300" y="685800"/>
            <a:chExt cx="838200" cy="457200"/>
          </a:xfrm>
        </p:grpSpPr>
        <p:sp>
          <p:nvSpPr>
            <p:cNvPr id="16" name="node08.text"/>
            <p:cNvSpPr/>
            <p:nvPr/>
          </p:nvSpPr>
          <p:spPr>
            <a:xfrm>
              <a:off x="6210300" y="685800"/>
              <a:ext cx="8382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Revenue cycle</a:t>
              </a:r>
              <a:endParaRPr lang="en-US" sz="1200" spc="0" kern="0" b="0" i="0" dirty="0">
                <a:solidFill>
                  <a:srgbClr val="070154"/>
                </a:solidFill>
                <a:latin typeface="IBM Plex Sans"/>
                <a:ea typeface="IBM Plex Sans"/>
                <a:cs typeface="IBM Plex Sans"/>
              </a:endParaRPr>
            </a:p>
          </p:txBody>
        </p:sp>
      </p:grpSp>
      <p:grpSp>
        <p:nvGrpSpPr>
          <p:cNvPr id="69" name="node09"/>
          <p:cNvGrpSpPr/>
          <p:nvPr/>
        </p:nvGrpSpPr>
        <p:grpSpPr>
          <a:xfrm>
            <a:off x="6210300" y="2514600"/>
            <a:ext cx="685800" cy="1143000"/>
            <a:chOff x="6210300" y="2514600"/>
            <a:chExt cx="685800" cy="1143000"/>
          </a:xfrm>
        </p:grpSpPr>
        <p:sp>
          <p:nvSpPr>
            <p:cNvPr id="17" name="node09.surface"/>
            <p:cNvSpPr/>
            <p:nvPr/>
          </p:nvSpPr>
          <p:spPr>
            <a:xfrm>
              <a:off x="6210300" y="2514600"/>
              <a:ext cx="685800" cy="1143000"/>
            </a:xfrm>
            <a:prstGeom prst="rect">
              <a:avLst/>
            </a:prstGeom>
            <a:solidFill>
              <a:srgbClr val="CED7E6"/>
            </a:solidFill>
            <a:ln>
              <a:noFill/>
            </a:ln>
          </p:spPr>
        </p:sp>
        <p:sp>
          <p:nvSpPr>
            <p:cNvPr id="18" name="node09.text"/>
            <p:cNvSpPr/>
            <p:nvPr/>
          </p:nvSpPr>
          <p:spPr>
            <a:xfrm>
              <a:off x="6286500" y="2971800"/>
              <a:ext cx="5334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$3.0M</a:t>
              </a:r>
              <a:endParaRPr lang="en-US" sz="1200" spc="0" kern="0" b="0" i="0" dirty="0">
                <a:solidFill>
                  <a:srgbClr val="070154"/>
                </a:solidFill>
                <a:latin typeface="IBM Plex Sans"/>
                <a:ea typeface="IBM Plex Sans"/>
                <a:cs typeface="IBM Plex Sans"/>
              </a:endParaRPr>
            </a:p>
          </p:txBody>
        </p:sp>
      </p:grpSp>
      <p:grpSp>
        <p:nvGrpSpPr>
          <p:cNvPr id="70" name="node10"/>
          <p:cNvGrpSpPr/>
          <p:nvPr/>
        </p:nvGrpSpPr>
        <p:grpSpPr>
          <a:xfrm>
            <a:off x="6896100" y="2514600"/>
            <a:ext cx="228600" cy="1"/>
            <a:chOff x="6896100" y="2514600"/>
            <a:chExt cx="228600" cy="1"/>
          </a:xfrm>
        </p:grpSpPr>
        <p:sp>
          <p:nvSpPr>
            <p:cNvPr id="19" name="node10.segment-1"/>
            <p:cNvSpPr/>
            <p:nvPr/>
          </p:nvSpPr>
          <p:spPr>
            <a:xfrm>
              <a:off x="6896100" y="2514600"/>
              <a:ext cx="228600" cy="0"/>
            </a:xfrm>
            <a:custGeom>
              <a:avLst/>
              <a:gdLst/>
              <a:ahLst/>
              <a:cxnLst/>
              <a:rect l="l" t="t" r="r" b="b"/>
              <a:pathLst>
                <a:path w="228600">
                  <a:moveTo>
                    <a:pt x="0" y="0"/>
                  </a:moveTo>
                  <a:lnTo>
                    <a:pt x="228600" y="0"/>
                  </a:lnTo>
                </a:path>
              </a:pathLst>
            </a:custGeom>
            <a:ln w="19050">
              <a:solidFill>
                <a:srgbClr val="070154"/>
              </a:solidFill>
              <a:prstDash val="sysDot"/>
            </a:ln>
          </p:spPr>
        </p:sp>
      </p:grpSp>
      <p:grpSp>
        <p:nvGrpSpPr>
          <p:cNvPr id="71" name="node11"/>
          <p:cNvGrpSpPr/>
          <p:nvPr/>
        </p:nvGrpSpPr>
        <p:grpSpPr>
          <a:xfrm>
            <a:off x="7124700" y="685800"/>
            <a:ext cx="838200" cy="457200"/>
            <a:chOff x="7124700" y="685800"/>
            <a:chExt cx="838200" cy="457200"/>
          </a:xfrm>
        </p:grpSpPr>
        <p:sp>
          <p:nvSpPr>
            <p:cNvPr id="20" name="node11.text"/>
            <p:cNvSpPr/>
            <p:nvPr/>
          </p:nvSpPr>
          <p:spPr>
            <a:xfrm>
              <a:off x="7124700" y="685800"/>
              <a:ext cx="8382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Procure-to-pay</a:t>
              </a:r>
              <a:endParaRPr lang="en-US" sz="1200" spc="0" kern="0" b="0" i="0" dirty="0">
                <a:solidFill>
                  <a:srgbClr val="070154"/>
                </a:solidFill>
                <a:latin typeface="IBM Plex Sans"/>
                <a:ea typeface="IBM Plex Sans"/>
                <a:cs typeface="IBM Plex Sans"/>
              </a:endParaRPr>
            </a:p>
          </p:txBody>
        </p:sp>
      </p:grpSp>
      <p:grpSp>
        <p:nvGrpSpPr>
          <p:cNvPr id="72" name="node12"/>
          <p:cNvGrpSpPr/>
          <p:nvPr/>
        </p:nvGrpSpPr>
        <p:grpSpPr>
          <a:xfrm>
            <a:off x="7124700" y="1828800"/>
            <a:ext cx="685800" cy="685800"/>
            <a:chOff x="7124700" y="1828800"/>
            <a:chExt cx="685800" cy="685800"/>
          </a:xfrm>
        </p:grpSpPr>
        <p:sp>
          <p:nvSpPr>
            <p:cNvPr id="21" name="node12.surface"/>
            <p:cNvSpPr/>
            <p:nvPr/>
          </p:nvSpPr>
          <p:spPr>
            <a:xfrm>
              <a:off x="7124700" y="1828800"/>
              <a:ext cx="685800" cy="685800"/>
            </a:xfrm>
            <a:prstGeom prst="rect">
              <a:avLst/>
            </a:prstGeom>
            <a:solidFill>
              <a:srgbClr val="CED7E6"/>
            </a:solidFill>
            <a:ln>
              <a:noFill/>
            </a:ln>
          </p:spPr>
        </p:sp>
        <p:sp>
          <p:nvSpPr>
            <p:cNvPr id="22" name="node12.text"/>
            <p:cNvSpPr/>
            <p:nvPr/>
          </p:nvSpPr>
          <p:spPr>
            <a:xfrm>
              <a:off x="7200900" y="2057400"/>
              <a:ext cx="5334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$1.8M</a:t>
              </a:r>
              <a:endParaRPr lang="en-US" sz="1200" spc="0" kern="0" b="0" i="0" dirty="0">
                <a:solidFill>
                  <a:srgbClr val="070154"/>
                </a:solidFill>
                <a:latin typeface="IBM Plex Sans"/>
                <a:ea typeface="IBM Plex Sans"/>
                <a:cs typeface="IBM Plex Sans"/>
              </a:endParaRPr>
            </a:p>
          </p:txBody>
        </p:sp>
      </p:grpSp>
      <p:grpSp>
        <p:nvGrpSpPr>
          <p:cNvPr id="73" name="node13"/>
          <p:cNvGrpSpPr/>
          <p:nvPr/>
        </p:nvGrpSpPr>
        <p:grpSpPr>
          <a:xfrm>
            <a:off x="7810500" y="1828800"/>
            <a:ext cx="228600" cy="1"/>
            <a:chOff x="7810500" y="1828800"/>
            <a:chExt cx="228600" cy="1"/>
          </a:xfrm>
        </p:grpSpPr>
        <p:sp>
          <p:nvSpPr>
            <p:cNvPr id="23" name="node13.segment-1"/>
            <p:cNvSpPr/>
            <p:nvPr/>
          </p:nvSpPr>
          <p:spPr>
            <a:xfrm>
              <a:off x="7810500" y="1828800"/>
              <a:ext cx="228600" cy="0"/>
            </a:xfrm>
            <a:custGeom>
              <a:avLst/>
              <a:gdLst/>
              <a:ahLst/>
              <a:cxnLst/>
              <a:rect l="l" t="t" r="r" b="b"/>
              <a:pathLst>
                <a:path w="228600">
                  <a:moveTo>
                    <a:pt x="0" y="0"/>
                  </a:moveTo>
                  <a:lnTo>
                    <a:pt x="228600" y="0"/>
                  </a:lnTo>
                </a:path>
              </a:pathLst>
            </a:custGeom>
            <a:ln w="19050">
              <a:solidFill>
                <a:srgbClr val="070154"/>
              </a:solidFill>
              <a:prstDash val="sysDot"/>
            </a:ln>
          </p:spPr>
        </p:sp>
      </p:grpSp>
      <p:grpSp>
        <p:nvGrpSpPr>
          <p:cNvPr id="74" name="node14"/>
          <p:cNvGrpSpPr/>
          <p:nvPr/>
        </p:nvGrpSpPr>
        <p:grpSpPr>
          <a:xfrm>
            <a:off x="8039100" y="685800"/>
            <a:ext cx="838200" cy="457200"/>
            <a:chOff x="8039100" y="685800"/>
            <a:chExt cx="838200" cy="457200"/>
          </a:xfrm>
        </p:grpSpPr>
        <p:sp>
          <p:nvSpPr>
            <p:cNvPr id="24" name="node14.text"/>
            <p:cNvSpPr/>
            <p:nvPr/>
          </p:nvSpPr>
          <p:spPr>
            <a:xfrm>
              <a:off x="8039100" y="685800"/>
              <a:ext cx="8382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Rework and errors</a:t>
              </a:r>
              <a:endParaRPr lang="en-US" sz="1200" spc="0" kern="0" b="0" i="0" dirty="0">
                <a:solidFill>
                  <a:srgbClr val="070154"/>
                </a:solidFill>
                <a:latin typeface="IBM Plex Sans"/>
                <a:ea typeface="IBM Plex Sans"/>
                <a:cs typeface="IBM Plex Sans"/>
              </a:endParaRPr>
            </a:p>
          </p:txBody>
        </p:sp>
      </p:grpSp>
      <p:grpSp>
        <p:nvGrpSpPr>
          <p:cNvPr id="75" name="node15"/>
          <p:cNvGrpSpPr/>
          <p:nvPr/>
        </p:nvGrpSpPr>
        <p:grpSpPr>
          <a:xfrm>
            <a:off x="8039100" y="1371600"/>
            <a:ext cx="685800" cy="457200"/>
            <a:chOff x="8039100" y="1371600"/>
            <a:chExt cx="685800" cy="457200"/>
          </a:xfrm>
        </p:grpSpPr>
        <p:sp>
          <p:nvSpPr>
            <p:cNvPr id="25" name="node15.surface"/>
            <p:cNvSpPr/>
            <p:nvPr/>
          </p:nvSpPr>
          <p:spPr>
            <a:xfrm>
              <a:off x="8039100" y="1371600"/>
              <a:ext cx="685800" cy="457200"/>
            </a:xfrm>
            <a:prstGeom prst="rect">
              <a:avLst/>
            </a:prstGeom>
            <a:solidFill>
              <a:srgbClr val="CED7E6"/>
            </a:solidFill>
            <a:ln>
              <a:noFill/>
            </a:ln>
          </p:spPr>
        </p:sp>
        <p:sp>
          <p:nvSpPr>
            <p:cNvPr id="26" name="node15.text"/>
            <p:cNvSpPr/>
            <p:nvPr/>
          </p:nvSpPr>
          <p:spPr>
            <a:xfrm>
              <a:off x="8115300" y="1485900"/>
              <a:ext cx="5334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$1.2M</a:t>
              </a:r>
              <a:endParaRPr lang="en-US" sz="1200" spc="0" kern="0" b="0" i="0" dirty="0">
                <a:solidFill>
                  <a:srgbClr val="070154"/>
                </a:solidFill>
                <a:latin typeface="IBM Plex Sans"/>
                <a:ea typeface="IBM Plex Sans"/>
                <a:cs typeface="IBM Plex Sans"/>
              </a:endParaRPr>
            </a:p>
          </p:txBody>
        </p:sp>
      </p:grpSp>
      <p:grpSp>
        <p:nvGrpSpPr>
          <p:cNvPr id="76" name="node16"/>
          <p:cNvGrpSpPr/>
          <p:nvPr/>
        </p:nvGrpSpPr>
        <p:grpSpPr>
          <a:xfrm>
            <a:off x="8724900" y="1371600"/>
            <a:ext cx="228600" cy="1"/>
            <a:chOff x="8724900" y="1371600"/>
            <a:chExt cx="228600" cy="1"/>
          </a:xfrm>
        </p:grpSpPr>
        <p:sp>
          <p:nvSpPr>
            <p:cNvPr id="27" name="node16.segment-1"/>
            <p:cNvSpPr/>
            <p:nvPr/>
          </p:nvSpPr>
          <p:spPr>
            <a:xfrm>
              <a:off x="8724900" y="1371600"/>
              <a:ext cx="228600" cy="0"/>
            </a:xfrm>
            <a:custGeom>
              <a:avLst/>
              <a:gdLst/>
              <a:ahLst/>
              <a:cxnLst/>
              <a:rect l="l" t="t" r="r" b="b"/>
              <a:pathLst>
                <a:path w="228600">
                  <a:moveTo>
                    <a:pt x="0" y="0"/>
                  </a:moveTo>
                  <a:lnTo>
                    <a:pt x="228600" y="0"/>
                  </a:lnTo>
                </a:path>
              </a:pathLst>
            </a:custGeom>
            <a:ln w="19050">
              <a:solidFill>
                <a:srgbClr val="070154"/>
              </a:solidFill>
              <a:prstDash val="sysDot"/>
            </a:ln>
          </p:spPr>
        </p:sp>
      </p:grpSp>
      <p:grpSp>
        <p:nvGrpSpPr>
          <p:cNvPr id="77" name="node17"/>
          <p:cNvGrpSpPr/>
          <p:nvPr/>
        </p:nvGrpSpPr>
        <p:grpSpPr>
          <a:xfrm>
            <a:off x="8953500" y="685800"/>
            <a:ext cx="838200" cy="457200"/>
            <a:chOff x="8953500" y="685800"/>
            <a:chExt cx="838200" cy="457200"/>
          </a:xfrm>
        </p:grpSpPr>
        <p:sp>
          <p:nvSpPr>
            <p:cNvPr id="28" name="node17.text"/>
            <p:cNvSpPr/>
            <p:nvPr/>
          </p:nvSpPr>
          <p:spPr>
            <a:xfrm>
              <a:off x="8953500" y="685800"/>
              <a:ext cx="8382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Risk avoided</a:t>
              </a:r>
              <a:endParaRPr lang="en-US" sz="1200" spc="0" kern="0" b="0" i="0" dirty="0">
                <a:solidFill>
                  <a:srgbClr val="070154"/>
                </a:solidFill>
                <a:latin typeface="IBM Plex Sans"/>
                <a:ea typeface="IBM Plex Sans"/>
                <a:cs typeface="IBM Plex Sans"/>
              </a:endParaRPr>
            </a:p>
          </p:txBody>
        </p:sp>
      </p:grpSp>
      <p:grpSp>
        <p:nvGrpSpPr>
          <p:cNvPr id="78" name="node18"/>
          <p:cNvGrpSpPr/>
          <p:nvPr/>
        </p:nvGrpSpPr>
        <p:grpSpPr>
          <a:xfrm>
            <a:off x="8953500" y="1143000"/>
            <a:ext cx="685800" cy="228600"/>
            <a:chOff x="8953500" y="1143000"/>
            <a:chExt cx="685800" cy="228600"/>
          </a:xfrm>
        </p:grpSpPr>
        <p:sp>
          <p:nvSpPr>
            <p:cNvPr id="29" name="node18.surface"/>
            <p:cNvSpPr/>
            <p:nvPr/>
          </p:nvSpPr>
          <p:spPr>
            <a:xfrm>
              <a:off x="8953500" y="1143000"/>
              <a:ext cx="685800" cy="228600"/>
            </a:xfrm>
            <a:prstGeom prst="rect">
              <a:avLst/>
            </a:prstGeom>
            <a:solidFill>
              <a:srgbClr val="CED7E6"/>
            </a:solidFill>
            <a:ln>
              <a:noFill/>
            </a:ln>
          </p:spPr>
        </p:sp>
        <p:sp>
          <p:nvSpPr>
            <p:cNvPr id="30" name="node18.text"/>
            <p:cNvSpPr/>
            <p:nvPr/>
          </p:nvSpPr>
          <p:spPr>
            <a:xfrm>
              <a:off x="9029700" y="1143000"/>
              <a:ext cx="5334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$0.6M</a:t>
              </a:r>
              <a:endParaRPr lang="en-US" sz="1200" spc="0" kern="0" b="0" i="0" dirty="0">
                <a:solidFill>
                  <a:srgbClr val="070154"/>
                </a:solidFill>
                <a:latin typeface="IBM Plex Sans"/>
                <a:ea typeface="IBM Plex Sans"/>
                <a:cs typeface="IBM Plex Sans"/>
              </a:endParaRPr>
            </a:p>
          </p:txBody>
        </p:sp>
      </p:grpSp>
      <p:grpSp>
        <p:nvGrpSpPr>
          <p:cNvPr id="79" name="node19"/>
          <p:cNvGrpSpPr/>
          <p:nvPr/>
        </p:nvGrpSpPr>
        <p:grpSpPr>
          <a:xfrm>
            <a:off x="9639300" y="1143000"/>
            <a:ext cx="228600" cy="1"/>
            <a:chOff x="9639300" y="1143000"/>
            <a:chExt cx="228600" cy="1"/>
          </a:xfrm>
        </p:grpSpPr>
        <p:sp>
          <p:nvSpPr>
            <p:cNvPr id="31" name="node19.segment-1"/>
            <p:cNvSpPr/>
            <p:nvPr/>
          </p:nvSpPr>
          <p:spPr>
            <a:xfrm>
              <a:off x="9639300" y="1143000"/>
              <a:ext cx="228600" cy="0"/>
            </a:xfrm>
            <a:custGeom>
              <a:avLst/>
              <a:gdLst/>
              <a:ahLst/>
              <a:cxnLst/>
              <a:rect l="l" t="t" r="r" b="b"/>
              <a:pathLst>
                <a:path w="228600">
                  <a:moveTo>
                    <a:pt x="0" y="0"/>
                  </a:moveTo>
                  <a:lnTo>
                    <a:pt x="228600" y="0"/>
                  </a:lnTo>
                </a:path>
              </a:pathLst>
            </a:custGeom>
            <a:ln w="19050">
              <a:solidFill>
                <a:srgbClr val="070154"/>
              </a:solidFill>
              <a:prstDash val="sysDot"/>
            </a:ln>
          </p:spPr>
        </p:sp>
      </p:grpSp>
      <p:grpSp>
        <p:nvGrpSpPr>
          <p:cNvPr id="80" name="node20"/>
          <p:cNvGrpSpPr/>
          <p:nvPr/>
        </p:nvGrpSpPr>
        <p:grpSpPr>
          <a:xfrm>
            <a:off x="9867900" y="685800"/>
            <a:ext cx="838200" cy="228600"/>
            <a:chOff x="9867900" y="685800"/>
            <a:chExt cx="838200" cy="228600"/>
          </a:xfrm>
        </p:grpSpPr>
        <p:sp>
          <p:nvSpPr>
            <p:cNvPr id="32" name="node20.text"/>
            <p:cNvSpPr/>
            <p:nvPr/>
          </p:nvSpPr>
          <p:spPr>
            <a:xfrm>
              <a:off x="9867900" y="685800"/>
              <a:ext cx="838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Net value</a:t>
              </a:r>
              <a:endParaRPr lang="en-US" sz="1200" spc="0" kern="0" b="0" i="0" dirty="0">
                <a:solidFill>
                  <a:srgbClr val="070154"/>
                </a:solidFill>
                <a:latin typeface="IBM Plex Sans"/>
                <a:ea typeface="IBM Plex Sans"/>
                <a:cs typeface="IBM Plex Sans"/>
              </a:endParaRPr>
            </a:p>
          </p:txBody>
        </p:sp>
      </p:grpSp>
      <p:grpSp>
        <p:nvGrpSpPr>
          <p:cNvPr id="81" name="node21"/>
          <p:cNvGrpSpPr/>
          <p:nvPr/>
        </p:nvGrpSpPr>
        <p:grpSpPr>
          <a:xfrm>
            <a:off x="9867900" y="1143000"/>
            <a:ext cx="685800" cy="2286000"/>
            <a:chOff x="9867900" y="1143000"/>
            <a:chExt cx="685800" cy="2286000"/>
          </a:xfrm>
        </p:grpSpPr>
        <p:sp>
          <p:nvSpPr>
            <p:cNvPr id="33" name="node21.surface"/>
            <p:cNvSpPr/>
            <p:nvPr/>
          </p:nvSpPr>
          <p:spPr>
            <a:xfrm>
              <a:off x="9867900" y="1143000"/>
              <a:ext cx="685800" cy="2286000"/>
            </a:xfrm>
            <a:prstGeom prst="rect">
              <a:avLst/>
            </a:prstGeom>
            <a:solidFill>
              <a:srgbClr val="F900D3"/>
            </a:solidFill>
            <a:ln>
              <a:noFill/>
            </a:ln>
          </p:spPr>
        </p:sp>
        <p:sp>
          <p:nvSpPr>
            <p:cNvPr id="34" name="node21.text"/>
            <p:cNvSpPr/>
            <p:nvPr/>
          </p:nvSpPr>
          <p:spPr>
            <a:xfrm>
              <a:off x="9944100" y="2171700"/>
              <a:ext cx="5334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$6.0M</a:t>
              </a:r>
              <a:endParaRPr lang="en-US" sz="1200" spc="0" kern="0" b="0" i="0" dirty="0">
                <a:solidFill>
                  <a:srgbClr val="FFFFFF"/>
                </a:solidFill>
                <a:latin typeface="IBM Plex Sans"/>
                <a:ea typeface="IBM Plex Sans"/>
                <a:cs typeface="IBM Plex Sans"/>
              </a:endParaRPr>
            </a:p>
          </p:txBody>
        </p:sp>
      </p:grpSp>
      <p:grpSp>
        <p:nvGrpSpPr>
          <p:cNvPr id="82" name="node22"/>
          <p:cNvGrpSpPr/>
          <p:nvPr/>
        </p:nvGrpSpPr>
        <p:grpSpPr>
          <a:xfrm>
            <a:off x="4381500" y="5029200"/>
            <a:ext cx="2057400" cy="457200"/>
            <a:chOff x="4381500" y="5029200"/>
            <a:chExt cx="2057400" cy="457200"/>
          </a:xfrm>
        </p:grpSpPr>
        <p:sp>
          <p:nvSpPr>
            <p:cNvPr id="35" name="node22.surface"/>
            <p:cNvSpPr/>
            <p:nvPr/>
          </p:nvSpPr>
          <p:spPr>
            <a:xfrm>
              <a:off x="4381500" y="5029200"/>
              <a:ext cx="2057400" cy="457200"/>
            </a:xfrm>
            <a:prstGeom prst="rect">
              <a:avLst/>
            </a:prstGeom>
            <a:solidFill>
              <a:srgbClr val="070154"/>
            </a:solidFill>
            <a:ln>
              <a:noFill/>
            </a:ln>
          </p:spPr>
        </p:sp>
        <p:sp>
          <p:nvSpPr>
            <p:cNvPr id="36" name="node22.text"/>
            <p:cNvSpPr/>
            <p:nvPr/>
          </p:nvSpPr>
          <p:spPr>
            <a:xfrm>
              <a:off x="4533900" y="5143500"/>
              <a:ext cx="17526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Investment $4.2M</a:t>
              </a:r>
              <a:endParaRPr lang="en-US" sz="1200" spc="0" kern="0" b="0" i="0" dirty="0">
                <a:solidFill>
                  <a:srgbClr val="FFFFFF"/>
                </a:solidFill>
                <a:latin typeface="IBM Plex Sans"/>
                <a:ea typeface="IBM Plex Sans"/>
                <a:cs typeface="IBM Plex Sans"/>
              </a:endParaRPr>
            </a:p>
          </p:txBody>
        </p:sp>
      </p:grpSp>
      <p:grpSp>
        <p:nvGrpSpPr>
          <p:cNvPr id="83" name="node23"/>
          <p:cNvGrpSpPr/>
          <p:nvPr/>
        </p:nvGrpSpPr>
        <p:grpSpPr>
          <a:xfrm>
            <a:off x="6896100" y="5029200"/>
            <a:ext cx="2057400" cy="457200"/>
            <a:chOff x="6896100" y="5029200"/>
            <a:chExt cx="2057400" cy="457200"/>
          </a:xfrm>
        </p:grpSpPr>
        <p:sp>
          <p:nvSpPr>
            <p:cNvPr id="37" name="node23.surface"/>
            <p:cNvSpPr/>
            <p:nvPr/>
          </p:nvSpPr>
          <p:spPr>
            <a:xfrm>
              <a:off x="6896100" y="5029200"/>
              <a:ext cx="2057400" cy="457200"/>
            </a:xfrm>
            <a:prstGeom prst="rect">
              <a:avLst/>
            </a:prstGeom>
            <a:solidFill>
              <a:srgbClr val="CED7E6"/>
            </a:solidFill>
            <a:ln>
              <a:noFill/>
            </a:ln>
          </p:spPr>
        </p:sp>
        <p:sp>
          <p:nvSpPr>
            <p:cNvPr id="38" name="node23.text"/>
            <p:cNvSpPr/>
            <p:nvPr/>
          </p:nvSpPr>
          <p:spPr>
            <a:xfrm>
              <a:off x="7048500" y="5143500"/>
              <a:ext cx="17526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Value $10.2M</a:t>
              </a:r>
              <a:endParaRPr lang="en-US" sz="1200" spc="0" kern="0" b="0" i="0" dirty="0">
                <a:solidFill>
                  <a:srgbClr val="070154"/>
                </a:solidFill>
                <a:latin typeface="IBM Plex Sans"/>
                <a:ea typeface="IBM Plex Sans"/>
                <a:cs typeface="IBM Plex Sans"/>
              </a:endParaRPr>
            </a:p>
          </p:txBody>
        </p:sp>
      </p:grpSp>
      <p:grpSp>
        <p:nvGrpSpPr>
          <p:cNvPr id="84" name="node24"/>
          <p:cNvGrpSpPr/>
          <p:nvPr/>
        </p:nvGrpSpPr>
        <p:grpSpPr>
          <a:xfrm>
            <a:off x="9410700" y="5029200"/>
            <a:ext cx="2057400" cy="457200"/>
            <a:chOff x="9410700" y="5029200"/>
            <a:chExt cx="2057400" cy="457200"/>
          </a:xfrm>
        </p:grpSpPr>
        <p:sp>
          <p:nvSpPr>
            <p:cNvPr id="39" name="node24.surface"/>
            <p:cNvSpPr/>
            <p:nvPr/>
          </p:nvSpPr>
          <p:spPr>
            <a:xfrm>
              <a:off x="9410700" y="5029200"/>
              <a:ext cx="2057400" cy="457200"/>
            </a:xfrm>
            <a:prstGeom prst="rect">
              <a:avLst/>
            </a:prstGeom>
            <a:solidFill>
              <a:srgbClr val="F900D3"/>
            </a:solidFill>
            <a:ln>
              <a:noFill/>
            </a:ln>
          </p:spPr>
        </p:sp>
        <p:sp>
          <p:nvSpPr>
            <p:cNvPr id="40" name="node24.text"/>
            <p:cNvSpPr/>
            <p:nvPr/>
          </p:nvSpPr>
          <p:spPr>
            <a:xfrm>
              <a:off x="9563100" y="5143500"/>
              <a:ext cx="17526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Net $6.0M</a:t>
              </a:r>
              <a:endParaRPr lang="en-US" sz="1200" spc="0" kern="0" b="0" i="0" dirty="0">
                <a:solidFill>
                  <a:srgbClr val="FFFFFF"/>
                </a:solidFill>
                <a:latin typeface="IBM Plex Sans"/>
                <a:ea typeface="IBM Plex Sans"/>
                <a:cs typeface="IBM Plex Sans"/>
              </a:endParaRPr>
            </a:p>
          </p:txBody>
        </p:sp>
      </p:grpSp>
      <p:grpSp>
        <p:nvGrpSpPr>
          <p:cNvPr id="85" name="node25"/>
          <p:cNvGrpSpPr/>
          <p:nvPr/>
        </p:nvGrpSpPr>
        <p:grpSpPr>
          <a:xfrm>
            <a:off x="723900" y="2057400"/>
            <a:ext cx="3429000" cy="152400"/>
            <a:chOff x="723900" y="2057400"/>
            <a:chExt cx="3429000" cy="152400"/>
          </a:xfrm>
        </p:grpSpPr>
        <p:sp>
          <p:nvSpPr>
            <p:cNvPr id="41" name="node25.text"/>
            <p:cNvSpPr/>
            <p:nvPr/>
          </p:nvSpPr>
          <p:spPr>
            <a:xfrm>
              <a:off x="723900" y="2057400"/>
              <a:ext cx="3429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SHARE OF FIVE-YEAR VALUE</a:t>
              </a:r>
              <a:endParaRPr lang="en-US" sz="900" spc="54" kern="0" b="0" i="0" dirty="0">
                <a:solidFill>
                  <a:srgbClr val="0047FF"/>
                </a:solidFill>
                <a:latin typeface="IBM Plex Mono Medium"/>
                <a:ea typeface="IBM Plex Mono Medium"/>
                <a:cs typeface="IBM Plex Mono Medium"/>
              </a:endParaRPr>
            </a:p>
          </p:txBody>
        </p:sp>
      </p:grpSp>
      <p:grpSp>
        <p:nvGrpSpPr>
          <p:cNvPr id="86" name="node26"/>
          <p:cNvGrpSpPr/>
          <p:nvPr/>
        </p:nvGrpSpPr>
        <p:grpSpPr>
          <a:xfrm>
            <a:off x="723900" y="2362200"/>
            <a:ext cx="3429000" cy="1028700"/>
            <a:chOff x="723900" y="2362200"/>
            <a:chExt cx="3429000" cy="1028700"/>
          </a:xfrm>
        </p:grpSpPr>
        <p:sp>
          <p:nvSpPr>
            <p:cNvPr id="42" name="node26.source-001.bullet"/>
            <p:cNvSpPr/>
            <p:nvPr/>
          </p:nvSpPr>
          <p:spPr>
            <a:xfrm>
              <a:off x="723900" y="2451100"/>
              <a:ext cx="38100" cy="38100"/>
            </a:xfrm>
            <a:prstGeom prst="rect">
              <a:avLst/>
            </a:prstGeom>
            <a:solidFill>
              <a:srgbClr val="070154"/>
            </a:solidFill>
            <a:ln>
              <a:noFill/>
            </a:ln>
          </p:spPr>
        </p:sp>
        <p:sp>
          <p:nvSpPr>
            <p:cNvPr id="43" name="node26.source-001.text"/>
            <p:cNvSpPr/>
            <p:nvPr/>
          </p:nvSpPr>
          <p:spPr>
            <a:xfrm>
              <a:off x="876300" y="23622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 xml:space="preserve">Close and reporting</a:t>
              </a:r>
              <a:r>
                <a:rPr lang="en-US" sz="1200" spc="0" kern="0" b="0" i="0" dirty="0">
                  <a:solidFill>
                    <a:srgbClr val="50658E"/>
                  </a:solidFill>
                  <a:latin typeface="IBM Plex Sans"/>
                  <a:ea typeface="IBM Plex Sans"/>
                  <a:cs typeface="IBM Plex Sans"/>
                </a:rPr>
                <a:t xml:space="preserve"> 35%</a:t>
              </a:r>
              <a:endParaRPr lang="en-US" sz="1200" spc="0" kern="0" b="0" i="0" dirty="0">
                <a:solidFill>
                  <a:srgbClr val="070154"/>
                </a:solidFill>
                <a:latin typeface="IBM Plex Sans"/>
                <a:ea typeface="IBM Plex Sans"/>
                <a:cs typeface="IBM Plex Sans"/>
              </a:endParaRPr>
            </a:p>
          </p:txBody>
        </p:sp>
        <p:sp>
          <p:nvSpPr>
            <p:cNvPr id="44" name="node26.source-002.bullet"/>
            <p:cNvSpPr/>
            <p:nvPr/>
          </p:nvSpPr>
          <p:spPr>
            <a:xfrm>
              <a:off x="723900" y="2717800"/>
              <a:ext cx="38100" cy="38100"/>
            </a:xfrm>
            <a:prstGeom prst="rect">
              <a:avLst/>
            </a:prstGeom>
            <a:solidFill>
              <a:srgbClr val="070154"/>
            </a:solidFill>
            <a:ln>
              <a:noFill/>
            </a:ln>
          </p:spPr>
        </p:sp>
        <p:sp>
          <p:nvSpPr>
            <p:cNvPr id="45" name="node26.source-002.text"/>
            <p:cNvSpPr/>
            <p:nvPr/>
          </p:nvSpPr>
          <p:spPr>
            <a:xfrm>
              <a:off x="876300" y="26289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 xml:space="preserve">Revenue cycle</a:t>
              </a:r>
              <a:r>
                <a:rPr lang="en-US" sz="1200" spc="0" kern="0" b="0" i="0" dirty="0">
                  <a:solidFill>
                    <a:srgbClr val="50658E"/>
                  </a:solidFill>
                  <a:latin typeface="IBM Plex Sans"/>
                  <a:ea typeface="IBM Plex Sans"/>
                  <a:cs typeface="IBM Plex Sans"/>
                </a:rPr>
                <a:t xml:space="preserve"> 29%</a:t>
              </a:r>
              <a:endParaRPr lang="en-US" sz="1200" spc="0" kern="0" b="0" i="0" dirty="0">
                <a:solidFill>
                  <a:srgbClr val="070154"/>
                </a:solidFill>
                <a:latin typeface="IBM Plex Sans"/>
                <a:ea typeface="IBM Plex Sans"/>
                <a:cs typeface="IBM Plex Sans"/>
              </a:endParaRPr>
            </a:p>
          </p:txBody>
        </p:sp>
        <p:sp>
          <p:nvSpPr>
            <p:cNvPr id="46" name="node26.source-003.bullet"/>
            <p:cNvSpPr/>
            <p:nvPr/>
          </p:nvSpPr>
          <p:spPr>
            <a:xfrm>
              <a:off x="723900" y="2984500"/>
              <a:ext cx="38100" cy="38100"/>
            </a:xfrm>
            <a:prstGeom prst="rect">
              <a:avLst/>
            </a:prstGeom>
            <a:solidFill>
              <a:srgbClr val="070154"/>
            </a:solidFill>
            <a:ln>
              <a:noFill/>
            </a:ln>
          </p:spPr>
        </p:sp>
        <p:sp>
          <p:nvSpPr>
            <p:cNvPr id="47" name="node26.source-003.text"/>
            <p:cNvSpPr/>
            <p:nvPr/>
          </p:nvSpPr>
          <p:spPr>
            <a:xfrm>
              <a:off x="876300" y="28956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 xml:space="preserve">Procure-to-pay</a:t>
              </a:r>
              <a:r>
                <a:rPr lang="en-US" sz="1200" spc="0" kern="0" b="0" i="0" dirty="0">
                  <a:solidFill>
                    <a:srgbClr val="50658E"/>
                  </a:solidFill>
                  <a:latin typeface="IBM Plex Sans"/>
                  <a:ea typeface="IBM Plex Sans"/>
                  <a:cs typeface="IBM Plex Sans"/>
                </a:rPr>
                <a:t xml:space="preserve"> 18%</a:t>
              </a:r>
              <a:endParaRPr lang="en-US" sz="1200" spc="0" kern="0" b="0" i="0" dirty="0">
                <a:solidFill>
                  <a:srgbClr val="070154"/>
                </a:solidFill>
                <a:latin typeface="IBM Plex Sans"/>
                <a:ea typeface="IBM Plex Sans"/>
                <a:cs typeface="IBM Plex Sans"/>
              </a:endParaRPr>
            </a:p>
          </p:txBody>
        </p:sp>
        <p:sp>
          <p:nvSpPr>
            <p:cNvPr id="48" name="node26.source-004.bullet"/>
            <p:cNvSpPr/>
            <p:nvPr/>
          </p:nvSpPr>
          <p:spPr>
            <a:xfrm>
              <a:off x="723900" y="3251200"/>
              <a:ext cx="38100" cy="38100"/>
            </a:xfrm>
            <a:prstGeom prst="rect">
              <a:avLst/>
            </a:prstGeom>
            <a:solidFill>
              <a:srgbClr val="070154"/>
            </a:solidFill>
            <a:ln>
              <a:noFill/>
            </a:ln>
          </p:spPr>
        </p:sp>
        <p:sp>
          <p:nvSpPr>
            <p:cNvPr id="49" name="node26.source-004.text"/>
            <p:cNvSpPr/>
            <p:nvPr/>
          </p:nvSpPr>
          <p:spPr>
            <a:xfrm>
              <a:off x="876300" y="31623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 xml:space="preserve">Rework and risk</a:t>
              </a:r>
              <a:r>
                <a:rPr lang="en-US" sz="1200" spc="0" kern="0" b="0" i="0" dirty="0">
                  <a:solidFill>
                    <a:srgbClr val="50658E"/>
                  </a:solidFill>
                  <a:latin typeface="IBM Plex Sans"/>
                  <a:ea typeface="IBM Plex Sans"/>
                  <a:cs typeface="IBM Plex Sans"/>
                </a:rPr>
                <a:t xml:space="preserve"> 18%</a:t>
              </a:r>
              <a:endParaRPr lang="en-US" sz="1200" spc="0" kern="0" b="0" i="0" dirty="0">
                <a:solidFill>
                  <a:srgbClr val="070154"/>
                </a:solidFill>
                <a:latin typeface="IBM Plex Sans"/>
                <a:ea typeface="IBM Plex Sans"/>
                <a:cs typeface="IBM Plex Sans"/>
              </a:endParaRPr>
            </a:p>
          </p:txBody>
        </p:sp>
      </p:grpSp>
      <p:sp>
        <p:nvSpPr>
          <p:cNvPr id="50" name="node27"/>
          <p:cNvSpPr/>
          <p:nvPr/>
        </p:nvSpPr>
        <p:spPr>
          <a:xfrm>
            <a:off x="723900" y="3429000"/>
            <a:ext cx="3429000" cy="9525"/>
          </a:xfrm>
          <a:prstGeom prst="rect">
            <a:avLst/>
          </a:prstGeom>
          <a:solidFill>
            <a:srgbClr val="CED7E6"/>
          </a:solidFill>
          <a:ln>
            <a:noFill/>
          </a:ln>
        </p:spPr>
      </p:sp>
      <p:grpSp>
        <p:nvGrpSpPr>
          <p:cNvPr id="87" name="node28"/>
          <p:cNvGrpSpPr/>
          <p:nvPr/>
        </p:nvGrpSpPr>
        <p:grpSpPr>
          <a:xfrm>
            <a:off x="723900" y="3619500"/>
            <a:ext cx="1828800" cy="228600"/>
            <a:chOff x="723900" y="3619500"/>
            <a:chExt cx="1828800" cy="228600"/>
          </a:xfrm>
        </p:grpSpPr>
        <p:sp>
          <p:nvSpPr>
            <p:cNvPr id="51" name="node28.text"/>
            <p:cNvSpPr/>
            <p:nvPr/>
          </p:nvSpPr>
          <p:spPr>
            <a:xfrm>
              <a:off x="723900" y="3619500"/>
              <a:ext cx="1828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Value per dollar</a:t>
              </a:r>
              <a:endParaRPr lang="en-US" sz="1200" spc="0" kern="0" b="0" i="0" dirty="0">
                <a:solidFill>
                  <a:srgbClr val="50658E"/>
                </a:solidFill>
                <a:latin typeface="IBM Plex Sans"/>
                <a:ea typeface="IBM Plex Sans"/>
                <a:cs typeface="IBM Plex Sans"/>
              </a:endParaRPr>
            </a:p>
          </p:txBody>
        </p:sp>
      </p:grpSp>
      <p:grpSp>
        <p:nvGrpSpPr>
          <p:cNvPr id="88" name="node29"/>
          <p:cNvGrpSpPr/>
          <p:nvPr/>
        </p:nvGrpSpPr>
        <p:grpSpPr>
          <a:xfrm>
            <a:off x="2552700" y="3581400"/>
            <a:ext cx="1600200" cy="304800"/>
            <a:chOff x="2552700" y="3581400"/>
            <a:chExt cx="1600200" cy="304800"/>
          </a:xfrm>
        </p:grpSpPr>
        <p:sp>
          <p:nvSpPr>
            <p:cNvPr id="52" name="node29.text"/>
            <p:cNvSpPr/>
            <p:nvPr/>
          </p:nvSpPr>
          <p:spPr>
            <a:xfrm>
              <a:off x="2552700" y="3581400"/>
              <a:ext cx="16002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2.4x</a:t>
              </a:r>
              <a:endParaRPr lang="en-US" sz="1800" spc="-18" kern="0" b="0" i="0" dirty="0">
                <a:solidFill>
                  <a:srgbClr val="070154"/>
                </a:solidFill>
                <a:latin typeface="IBM Plex Sans SemiBold"/>
                <a:ea typeface="IBM Plex Sans SemiBold"/>
                <a:cs typeface="IBM Plex Sans SemiBold"/>
              </a:endParaRPr>
            </a:p>
          </p:txBody>
        </p:sp>
      </p:grpSp>
      <p:sp>
        <p:nvSpPr>
          <p:cNvPr id="53" name="node30"/>
          <p:cNvSpPr/>
          <p:nvPr/>
        </p:nvSpPr>
        <p:spPr>
          <a:xfrm>
            <a:off x="723900" y="3962400"/>
            <a:ext cx="3429000" cy="9525"/>
          </a:xfrm>
          <a:prstGeom prst="rect">
            <a:avLst/>
          </a:prstGeom>
          <a:solidFill>
            <a:srgbClr val="CED7E6"/>
          </a:solidFill>
          <a:ln>
            <a:noFill/>
          </a:ln>
        </p:spPr>
      </p:sp>
      <p:grpSp>
        <p:nvGrpSpPr>
          <p:cNvPr id="89" name="node31"/>
          <p:cNvGrpSpPr/>
          <p:nvPr/>
        </p:nvGrpSpPr>
        <p:grpSpPr>
          <a:xfrm>
            <a:off x="723900" y="4152900"/>
            <a:ext cx="1828800" cy="228600"/>
            <a:chOff x="723900" y="4152900"/>
            <a:chExt cx="1828800" cy="228600"/>
          </a:xfrm>
        </p:grpSpPr>
        <p:sp>
          <p:nvSpPr>
            <p:cNvPr id="54" name="node31.text"/>
            <p:cNvSpPr/>
            <p:nvPr/>
          </p:nvSpPr>
          <p:spPr>
            <a:xfrm>
              <a:off x="723900" y="4152900"/>
              <a:ext cx="1828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Five-year ROI</a:t>
              </a:r>
              <a:endParaRPr lang="en-US" sz="1200" spc="0" kern="0" b="0" i="0" dirty="0">
                <a:solidFill>
                  <a:srgbClr val="50658E"/>
                </a:solidFill>
                <a:latin typeface="IBM Plex Sans"/>
                <a:ea typeface="IBM Plex Sans"/>
                <a:cs typeface="IBM Plex Sans"/>
              </a:endParaRPr>
            </a:p>
          </p:txBody>
        </p:sp>
      </p:grpSp>
      <p:grpSp>
        <p:nvGrpSpPr>
          <p:cNvPr id="90" name="node32"/>
          <p:cNvGrpSpPr/>
          <p:nvPr/>
        </p:nvGrpSpPr>
        <p:grpSpPr>
          <a:xfrm>
            <a:off x="2552700" y="4114800"/>
            <a:ext cx="1600200" cy="304800"/>
            <a:chOff x="2552700" y="4114800"/>
            <a:chExt cx="1600200" cy="304800"/>
          </a:xfrm>
        </p:grpSpPr>
        <p:sp>
          <p:nvSpPr>
            <p:cNvPr id="55" name="node32.text"/>
            <p:cNvSpPr/>
            <p:nvPr/>
          </p:nvSpPr>
          <p:spPr>
            <a:xfrm>
              <a:off x="2552700" y="4114800"/>
              <a:ext cx="16002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143%</a:t>
              </a:r>
              <a:endParaRPr lang="en-US" sz="1800" spc="-18" kern="0" b="0" i="0" dirty="0">
                <a:solidFill>
                  <a:srgbClr val="070154"/>
                </a:solidFill>
                <a:latin typeface="IBM Plex Sans SemiBold"/>
                <a:ea typeface="IBM Plex Sans SemiBold"/>
                <a:cs typeface="IBM Plex Sans SemiBold"/>
              </a:endParaRPr>
            </a:p>
          </p:txBody>
        </p:sp>
      </p:grpSp>
      <p:sp>
        <p:nvSpPr>
          <p:cNvPr id="56" name="node33"/>
          <p:cNvSpPr/>
          <p:nvPr/>
        </p:nvSpPr>
        <p:spPr>
          <a:xfrm>
            <a:off x="723900" y="4495800"/>
            <a:ext cx="3429000" cy="9525"/>
          </a:xfrm>
          <a:prstGeom prst="rect">
            <a:avLst/>
          </a:prstGeom>
          <a:solidFill>
            <a:srgbClr val="CED7E6"/>
          </a:solidFill>
          <a:ln>
            <a:noFill/>
          </a:ln>
        </p:spPr>
      </p:sp>
      <p:grpSp>
        <p:nvGrpSpPr>
          <p:cNvPr id="91" name="node34"/>
          <p:cNvGrpSpPr/>
          <p:nvPr/>
        </p:nvGrpSpPr>
        <p:grpSpPr>
          <a:xfrm>
            <a:off x="723900" y="4686300"/>
            <a:ext cx="1828800" cy="228600"/>
            <a:chOff x="723900" y="4686300"/>
            <a:chExt cx="1828800" cy="228600"/>
          </a:xfrm>
        </p:grpSpPr>
        <p:sp>
          <p:nvSpPr>
            <p:cNvPr id="57" name="node34.text"/>
            <p:cNvSpPr/>
            <p:nvPr/>
          </p:nvSpPr>
          <p:spPr>
            <a:xfrm>
              <a:off x="723900" y="4686300"/>
              <a:ext cx="1828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Payback</a:t>
              </a:r>
              <a:endParaRPr lang="en-US" sz="1200" spc="0" kern="0" b="0" i="0" dirty="0">
                <a:solidFill>
                  <a:srgbClr val="50658E"/>
                </a:solidFill>
                <a:latin typeface="IBM Plex Sans"/>
                <a:ea typeface="IBM Plex Sans"/>
                <a:cs typeface="IBM Plex Sans"/>
              </a:endParaRPr>
            </a:p>
          </p:txBody>
        </p:sp>
      </p:grpSp>
      <p:grpSp>
        <p:nvGrpSpPr>
          <p:cNvPr id="92" name="node35"/>
          <p:cNvGrpSpPr/>
          <p:nvPr/>
        </p:nvGrpSpPr>
        <p:grpSpPr>
          <a:xfrm>
            <a:off x="2552700" y="4648200"/>
            <a:ext cx="1600200" cy="304800"/>
            <a:chOff x="2552700" y="4648200"/>
            <a:chExt cx="1600200" cy="304800"/>
          </a:xfrm>
        </p:grpSpPr>
        <p:sp>
          <p:nvSpPr>
            <p:cNvPr id="58" name="node35.text"/>
            <p:cNvSpPr/>
            <p:nvPr/>
          </p:nvSpPr>
          <p:spPr>
            <a:xfrm>
              <a:off x="2552700" y="4648200"/>
              <a:ext cx="16002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month 31</a:t>
              </a:r>
              <a:endParaRPr lang="en-US" sz="1800" spc="-18" kern="0" b="0" i="0" dirty="0">
                <a:solidFill>
                  <a:srgbClr val="070154"/>
                </a:solidFill>
                <a:latin typeface="IBM Plex Sans SemiBold"/>
                <a:ea typeface="IBM Plex Sans SemiBold"/>
                <a:cs typeface="IBM Plex Sans SemiBold"/>
              </a:endParaRPr>
            </a:p>
          </p:txBody>
        </p:sp>
      </p:grpSp>
      <p:sp>
        <p:nvSpPr>
          <p:cNvPr id="59" name="node36"/>
          <p:cNvSpPr/>
          <p:nvPr/>
        </p:nvSpPr>
        <p:spPr>
          <a:xfrm>
            <a:off x="723900" y="5029200"/>
            <a:ext cx="3429000" cy="9525"/>
          </a:xfrm>
          <a:prstGeom prst="rect">
            <a:avLst/>
          </a:prstGeom>
          <a:solidFill>
            <a:srgbClr val="CED7E6"/>
          </a:solidFill>
          <a:ln>
            <a:noFill/>
          </a:ln>
        </p:spPr>
      </p:sp>
      <p:grpSp>
        <p:nvGrpSpPr>
          <p:cNvPr id="93" name="node37"/>
          <p:cNvGrpSpPr/>
          <p:nvPr/>
        </p:nvGrpSpPr>
        <p:grpSpPr>
          <a:xfrm>
            <a:off x="723900" y="5219700"/>
            <a:ext cx="1828800" cy="228600"/>
            <a:chOff x="723900" y="5219700"/>
            <a:chExt cx="1828800" cy="228600"/>
          </a:xfrm>
        </p:grpSpPr>
        <p:sp>
          <p:nvSpPr>
            <p:cNvPr id="60" name="node37.text"/>
            <p:cNvSpPr/>
            <p:nvPr/>
          </p:nvSpPr>
          <p:spPr>
            <a:xfrm>
              <a:off x="723900" y="5219700"/>
              <a:ext cx="1828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NPV at 8%</a:t>
              </a:r>
              <a:endParaRPr lang="en-US" sz="1200" spc="0" kern="0" b="0" i="0" dirty="0">
                <a:solidFill>
                  <a:srgbClr val="50658E"/>
                </a:solidFill>
                <a:latin typeface="IBM Plex Sans"/>
                <a:ea typeface="IBM Plex Sans"/>
                <a:cs typeface="IBM Plex Sans"/>
              </a:endParaRPr>
            </a:p>
          </p:txBody>
        </p:sp>
      </p:grpSp>
      <p:grpSp>
        <p:nvGrpSpPr>
          <p:cNvPr id="94" name="node38"/>
          <p:cNvGrpSpPr/>
          <p:nvPr/>
        </p:nvGrpSpPr>
        <p:grpSpPr>
          <a:xfrm>
            <a:off x="2552700" y="5181600"/>
            <a:ext cx="1600200" cy="304800"/>
            <a:chOff x="2552700" y="5181600"/>
            <a:chExt cx="1600200" cy="304800"/>
          </a:xfrm>
        </p:grpSpPr>
        <p:sp>
          <p:nvSpPr>
            <p:cNvPr id="61" name="node38.text"/>
            <p:cNvSpPr/>
            <p:nvPr/>
          </p:nvSpPr>
          <p:spPr>
            <a:xfrm>
              <a:off x="2552700" y="5181600"/>
              <a:ext cx="16002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$4.1M</a:t>
              </a:r>
              <a:endParaRPr lang="en-US" sz="1800" spc="-18" kern="0" b="0" i="0" dirty="0">
                <a:solidFill>
                  <a:srgbClr val="070154"/>
                </a:solidFill>
                <a:latin typeface="IBM Plex Sans SemiBold"/>
                <a:ea typeface="IBM Plex Sans SemiBold"/>
                <a:cs typeface="IBM Plex Sans SemiBold"/>
              </a:endParaRPr>
            </a:p>
          </p:txBody>
        </p:sp>
      </p:grpSp>
    </p:spTree>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name="source-584">
    <p:spTree>
      <p:nvGrpSpPr>
        <p:cNvPr id="1" name=""/>
        <p:cNvGrpSpPr/>
        <p:nvPr/>
      </p:nvGrpSpPr>
      <p:grpSpPr>
        <a:xfrm>
          <a:off x="0" y="0"/>
          <a:ext cx="0" cy="0"/>
          <a:chOff x="0" y="0"/>
          <a:chExt cx="0" cy="0"/>
        </a:xfrm>
      </p:grpSpPr>
      <p:sp>
        <p:nvSpPr>
          <p:cNvPr id="3" name="eyebrow"/>
          <p:cNvSpPr/>
          <p:nvPr/>
        </p:nvSpPr>
        <p:spPr>
          <a:xfrm>
            <a:off x="8039100" y="457200"/>
            <a:ext cx="34290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INVESTMENT AND VALUE</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8039100" y="685800"/>
            <a:ext cx="3429000" cy="9144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Value overtakes cost in month 31</a:t>
            </a:r>
            <a:endParaRPr lang="en-US" sz="2400" spc="-36" kern="0" b="0" i="0" dirty="0">
              <a:solidFill>
                <a:srgbClr val="070154"/>
              </a:solidFill>
              <a:latin typeface="IBM Plex Sans SemiBold"/>
              <a:ea typeface="IBM Plex Sans SemiBold"/>
              <a:cs typeface="IBM Plex Sans SemiBold"/>
            </a:endParaRPr>
          </a:p>
        </p:txBody>
      </p:sp>
      <p:sp>
        <p:nvSpPr>
          <p:cNvPr id="5" name="source"/>
          <p:cNvSpPr/>
          <p:nvPr/>
        </p:nvSpPr>
        <p:spPr>
          <a:xfrm>
            <a:off x="8039100" y="5676900"/>
            <a:ext cx="3429000" cy="3048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Sample figures for layout only; replace with current firm data before use.</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187</a:t>
            </a:fld>
            <a:endParaRPr lang="en-US" sz="700" spc="0" kern="0" b="0" i="0" dirty="0">
              <a:solidFill>
                <a:srgbClr val="070154"/>
              </a:solidFill>
              <a:latin typeface="IBM Plex Mono SemiBold"/>
              <a:ea typeface="IBM Plex Mono SemiBold"/>
              <a:cs typeface="IBM Plex Mono SemiBold"/>
            </a:endParaRPr>
          </a:p>
        </p:txBody>
      </p:sp>
      <p:grpSp>
        <p:nvGrpSpPr>
          <p:cNvPr id="35" name="node01"/>
          <p:cNvGrpSpPr/>
          <p:nvPr/>
        </p:nvGrpSpPr>
        <p:grpSpPr>
          <a:xfrm>
            <a:off x="723900" y="457200"/>
            <a:ext cx="7086600" cy="5029200"/>
            <a:chOff x="723900" y="457200"/>
            <a:chExt cx="7086600" cy="5029200"/>
          </a:xfrm>
        </p:grpSpPr>
        <p:sp>
          <p:nvSpPr>
            <p:cNvPr id="7" name="node01.title"/>
            <p:cNvSpPr/>
            <p:nvPr/>
          </p:nvSpPr>
          <p:spPr>
            <a:xfrm>
              <a:off x="723900" y="457200"/>
              <a:ext cx="70866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Cumulative cost and value</a:t>
              </a:r>
              <a:endParaRPr lang="en-US" sz="1800" spc="-18" kern="0" b="0" i="0" dirty="0">
                <a:solidFill>
                  <a:srgbClr val="070154"/>
                </a:solidFill>
                <a:latin typeface="IBM Plex Sans SemiBold"/>
                <a:ea typeface="IBM Plex Sans SemiBold"/>
                <a:cs typeface="IBM Plex Sans SemiBold"/>
              </a:endParaRPr>
            </a:p>
          </p:txBody>
        </p:sp>
        <p:sp>
          <p:nvSpPr>
            <p:cNvPr id="8" name="node01.units"/>
            <p:cNvSpPr/>
            <p:nvPr/>
          </p:nvSpPr>
          <p:spPr>
            <a:xfrm>
              <a:off x="723900" y="762000"/>
              <a:ext cx="7086600" cy="190500"/>
            </a:xfrm>
            <a:prstGeom prst="rect">
              <a:avLst/>
            </a:prstGeom>
            <a:noFill/>
            <a:ln/>
          </p:spPr>
          <p:txBody>
            <a:bodyPr wrap="square" lIns="0" tIns="0" rIns="0" bIns="0" rtlCol="0" anchor="t"/>
            <a:lstStyle/>
            <a:p>
              <a:pPr algn="l" indent="0" marL="0">
                <a:lnSpc>
                  <a:spcPts val="1200"/>
                </a:lnSpc>
                <a:buNone/>
              </a:pPr>
              <a:r>
                <a:rPr lang="en-US" sz="900" spc="60" kern="0" b="0" i="0" dirty="0">
                  <a:solidFill>
                    <a:srgbClr val="50658E"/>
                  </a:solidFill>
                  <a:latin typeface="IBM Plex Mono Medium"/>
                  <a:ea typeface="IBM Plex Mono Medium"/>
                  <a:cs typeface="IBM Plex Mono Medium"/>
                </a:rPr>
                <a:t>$M, BY QUARTER, FIVE YEARS</a:t>
              </a:r>
              <a:endParaRPr lang="en-US" sz="900" spc="60" kern="0" b="0" i="0" dirty="0">
                <a:solidFill>
                  <a:srgbClr val="50658E"/>
                </a:solidFill>
                <a:latin typeface="IBM Plex Mono Medium"/>
                <a:ea typeface="IBM Plex Mono Medium"/>
                <a:cs typeface="IBM Plex Mono Medium"/>
              </a:endParaRPr>
            </a:p>
          </p:txBody>
        </p:sp>
        <p:graphicFrame>
          <p:nvGraphicFramePr>
            <p:cNvPr id="9" name="node01.native" descr=""/>
            <p:cNvGraphicFramePr/>
            <p:nvPr/>
          </p:nvGraphicFramePr>
          <p:xfrm>
            <a:off x="723900" y="1066800"/>
            <a:ext cx="7086600" cy="4419600"/>
          </p:xfrm>
          <a:graphic xmlns:a="http://schemas.openxmlformats.org/drawingml/2006/main">
            <a:graphicData uri="http://schemas.openxmlformats.org/drawingml/2006/chart">
              <c:chart xmlns:c="http://schemas.openxmlformats.org/drawingml/2006/chart" r:id="rId1"/>
            </a:graphicData>
          </a:graphic>
        </p:graphicFrame>
        <p:sp>
          <p:nvSpPr>
            <p:cNvPr id="10" name="node01.direct-1"/>
            <p:cNvSpPr/>
            <p:nvPr/>
          </p:nvSpPr>
          <p:spPr>
            <a:xfrm>
              <a:off x="6591300" y="1593850"/>
              <a:ext cx="1219200" cy="209550"/>
            </a:xfrm>
            <a:prstGeom prst="rect">
              <a:avLst/>
            </a:prstGeom>
            <a:noFill/>
            <a:ln/>
          </p:spPr>
          <p:txBody>
            <a:bodyPr wrap="square" lIns="0" tIns="0" rIns="0" bIns="0" rtlCol="0" anchor="t"/>
            <a:lstStyle/>
            <a:p>
              <a:pPr algn="l" indent="0" marL="0">
                <a:lnSpc>
                  <a:spcPts val="1400"/>
                </a:lnSpc>
                <a:buNone/>
              </a:pPr>
              <a:r>
                <a:rPr lang="en-US" sz="1100" spc="0" kern="0" b="0" i="0" dirty="0">
                  <a:solidFill>
                    <a:srgbClr val="070154"/>
                  </a:solidFill>
                  <a:latin typeface="IBM Plex Sans SemiBold"/>
                  <a:ea typeface="IBM Plex Sans SemiBold"/>
                  <a:cs typeface="IBM Plex Sans SemiBold"/>
                </a:rPr>
                <a:t>Value · 10.2</a:t>
              </a:r>
              <a:endParaRPr lang="en-US" sz="1100" spc="0" kern="0" b="0" i="0" dirty="0">
                <a:solidFill>
                  <a:srgbClr val="070154"/>
                </a:solidFill>
                <a:latin typeface="IBM Plex Sans SemiBold"/>
                <a:ea typeface="IBM Plex Sans SemiBold"/>
                <a:cs typeface="IBM Plex Sans SemiBold"/>
              </a:endParaRPr>
            </a:p>
          </p:txBody>
        </p:sp>
        <p:sp>
          <p:nvSpPr>
            <p:cNvPr id="11" name="node01.direct-2"/>
            <p:cNvSpPr/>
            <p:nvPr/>
          </p:nvSpPr>
          <p:spPr>
            <a:xfrm>
              <a:off x="6591300" y="3689350"/>
              <a:ext cx="1219200" cy="209550"/>
            </a:xfrm>
            <a:prstGeom prst="rect">
              <a:avLst/>
            </a:prstGeom>
            <a:noFill/>
            <a:ln/>
          </p:spPr>
          <p:txBody>
            <a:bodyPr wrap="square" lIns="0" tIns="0" rIns="0" bIns="0" rtlCol="0" anchor="t"/>
            <a:lstStyle/>
            <a:p>
              <a:pPr algn="l" indent="0" marL="0">
                <a:lnSpc>
                  <a:spcPts val="1400"/>
                </a:lnSpc>
                <a:buNone/>
              </a:pPr>
              <a:r>
                <a:rPr lang="en-US" sz="1100" spc="0" kern="0" b="0" i="0" dirty="0">
                  <a:solidFill>
                    <a:srgbClr val="070154"/>
                  </a:solidFill>
                  <a:latin typeface="IBM Plex Sans SemiBold"/>
                  <a:ea typeface="IBM Plex Sans SemiBold"/>
                  <a:cs typeface="IBM Plex Sans SemiBold"/>
                </a:rPr>
                <a:t>Cost · 4.2</a:t>
              </a:r>
              <a:endParaRPr lang="en-US" sz="1100" spc="0" kern="0" b="0" i="0" dirty="0">
                <a:solidFill>
                  <a:srgbClr val="070154"/>
                </a:solidFill>
                <a:latin typeface="IBM Plex Sans SemiBold"/>
                <a:ea typeface="IBM Plex Sans SemiBold"/>
                <a:cs typeface="IBM Plex Sans SemiBold"/>
              </a:endParaRPr>
            </a:p>
          </p:txBody>
        </p:sp>
      </p:grpSp>
      <p:grpSp>
        <p:nvGrpSpPr>
          <p:cNvPr id="36" name="node02"/>
          <p:cNvGrpSpPr/>
          <p:nvPr/>
        </p:nvGrpSpPr>
        <p:grpSpPr>
          <a:xfrm>
            <a:off x="3721100" y="1117600"/>
            <a:ext cx="88900" cy="2784037"/>
            <a:chOff x="3721100" y="1117600"/>
            <a:chExt cx="88900" cy="2784037"/>
          </a:xfrm>
        </p:grpSpPr>
        <p:sp>
          <p:nvSpPr>
            <p:cNvPr id="12" name="node02.segment-1"/>
            <p:cNvSpPr/>
            <p:nvPr/>
          </p:nvSpPr>
          <p:spPr>
            <a:xfrm>
              <a:off x="3765550" y="1117600"/>
              <a:ext cx="0" cy="2739587"/>
            </a:xfrm>
            <a:custGeom>
              <a:avLst/>
              <a:gdLst/>
              <a:ahLst/>
              <a:cxnLst/>
              <a:rect l="l" t="t" r="r" b="b"/>
              <a:pathLst>
                <a:path h="2739587">
                  <a:moveTo>
                    <a:pt x="0" y="2739587"/>
                  </a:moveTo>
                  <a:lnTo>
                    <a:pt x="0" y="0"/>
                  </a:lnTo>
                </a:path>
              </a:pathLst>
            </a:custGeom>
            <a:ln w="12700">
              <a:solidFill>
                <a:srgbClr val="0047FF"/>
              </a:solidFill>
              <a:prstDash val="solid"/>
            </a:ln>
          </p:spPr>
        </p:sp>
        <p:sp>
          <p:nvSpPr>
            <p:cNvPr id="13" name="node02.start-dot"/>
            <p:cNvSpPr/>
            <p:nvPr/>
          </p:nvSpPr>
          <p:spPr>
            <a:xfrm>
              <a:off x="3721100" y="3812737"/>
              <a:ext cx="88900" cy="88900"/>
            </a:xfrm>
            <a:prstGeom prst="ellipse">
              <a:avLst/>
            </a:prstGeom>
            <a:solidFill>
              <a:srgbClr val="0047FF"/>
            </a:solidFill>
            <a:ln>
              <a:noFill/>
            </a:ln>
          </p:spPr>
        </p:sp>
      </p:grpSp>
      <p:grpSp>
        <p:nvGrpSpPr>
          <p:cNvPr id="37" name="node03"/>
          <p:cNvGrpSpPr/>
          <p:nvPr/>
        </p:nvGrpSpPr>
        <p:grpSpPr>
          <a:xfrm>
            <a:off x="3879850" y="990600"/>
            <a:ext cx="2540000" cy="228600"/>
            <a:chOff x="3879850" y="990600"/>
            <a:chExt cx="2540000" cy="228600"/>
          </a:xfrm>
        </p:grpSpPr>
        <p:sp>
          <p:nvSpPr>
            <p:cNvPr id="14" name="node03.text"/>
            <p:cNvSpPr/>
            <p:nvPr/>
          </p:nvSpPr>
          <p:spPr>
            <a:xfrm>
              <a:off x="3879850" y="990600"/>
              <a:ext cx="2540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047FF"/>
                  </a:solidFill>
                  <a:latin typeface="IBM Plex Sans"/>
                  <a:ea typeface="IBM Plex Sans"/>
                  <a:cs typeface="IBM Plex Sans"/>
                </a:rPr>
                <a:t>Break-even in month 31</a:t>
              </a:r>
              <a:endParaRPr lang="en-US" sz="1200" spc="0" kern="0" b="0" i="0" dirty="0">
                <a:solidFill>
                  <a:srgbClr val="0047FF"/>
                </a:solidFill>
                <a:latin typeface="IBM Plex Sans"/>
                <a:ea typeface="IBM Plex Sans"/>
                <a:cs typeface="IBM Plex Sans"/>
              </a:endParaRPr>
            </a:p>
          </p:txBody>
        </p:sp>
      </p:grpSp>
      <p:grpSp>
        <p:nvGrpSpPr>
          <p:cNvPr id="38" name="node04"/>
          <p:cNvGrpSpPr/>
          <p:nvPr/>
        </p:nvGrpSpPr>
        <p:grpSpPr>
          <a:xfrm>
            <a:off x="3879850" y="1219200"/>
            <a:ext cx="2540000" cy="228600"/>
            <a:chOff x="3879850" y="1219200"/>
            <a:chExt cx="2540000" cy="228600"/>
          </a:xfrm>
        </p:grpSpPr>
        <p:sp>
          <p:nvSpPr>
            <p:cNvPr id="15" name="node04.text"/>
            <p:cNvSpPr/>
            <p:nvPr/>
          </p:nvSpPr>
          <p:spPr>
            <a:xfrm>
              <a:off x="3879850" y="1219200"/>
              <a:ext cx="2540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Value reaches $4.0M</a:t>
              </a:r>
              <a:endParaRPr lang="en-US" sz="1200" spc="0" kern="0" b="0" i="0" dirty="0">
                <a:solidFill>
                  <a:srgbClr val="50658E"/>
                </a:solidFill>
                <a:latin typeface="IBM Plex Sans"/>
                <a:ea typeface="IBM Plex Sans"/>
                <a:cs typeface="IBM Plex Sans"/>
              </a:endParaRPr>
            </a:p>
          </p:txBody>
        </p:sp>
      </p:grpSp>
      <p:grpSp>
        <p:nvGrpSpPr>
          <p:cNvPr id="39" name="node05"/>
          <p:cNvGrpSpPr/>
          <p:nvPr/>
        </p:nvGrpSpPr>
        <p:grpSpPr>
          <a:xfrm>
            <a:off x="8039100" y="1828800"/>
            <a:ext cx="3429000" cy="152400"/>
            <a:chOff x="8039100" y="1828800"/>
            <a:chExt cx="3429000" cy="152400"/>
          </a:xfrm>
        </p:grpSpPr>
        <p:sp>
          <p:nvSpPr>
            <p:cNvPr id="16" name="node05.text"/>
            <p:cNvSpPr/>
            <p:nvPr/>
          </p:nvSpPr>
          <p:spPr>
            <a:xfrm>
              <a:off x="8039100" y="1828800"/>
              <a:ext cx="3429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READING THE CURVES</a:t>
              </a:r>
              <a:endParaRPr lang="en-US" sz="900" spc="54" kern="0" b="0" i="0" dirty="0">
                <a:solidFill>
                  <a:srgbClr val="0047FF"/>
                </a:solidFill>
                <a:latin typeface="IBM Plex Mono Medium"/>
                <a:ea typeface="IBM Plex Mono Medium"/>
                <a:cs typeface="IBM Plex Mono Medium"/>
              </a:endParaRPr>
            </a:p>
          </p:txBody>
        </p:sp>
      </p:grpSp>
      <p:grpSp>
        <p:nvGrpSpPr>
          <p:cNvPr id="40" name="node06"/>
          <p:cNvGrpSpPr/>
          <p:nvPr/>
        </p:nvGrpSpPr>
        <p:grpSpPr>
          <a:xfrm>
            <a:off x="8039100" y="2133600"/>
            <a:ext cx="3429000" cy="762000"/>
            <a:chOff x="8039100" y="2133600"/>
            <a:chExt cx="3429000" cy="762000"/>
          </a:xfrm>
        </p:grpSpPr>
        <p:sp>
          <p:nvSpPr>
            <p:cNvPr id="17" name="node06.source-001.bullet"/>
            <p:cNvSpPr/>
            <p:nvPr/>
          </p:nvSpPr>
          <p:spPr>
            <a:xfrm>
              <a:off x="8039100" y="2222500"/>
              <a:ext cx="38100" cy="38100"/>
            </a:xfrm>
            <a:prstGeom prst="rect">
              <a:avLst/>
            </a:prstGeom>
            <a:solidFill>
              <a:srgbClr val="070154"/>
            </a:solidFill>
            <a:ln>
              <a:noFill/>
            </a:ln>
          </p:spPr>
        </p:sp>
        <p:sp>
          <p:nvSpPr>
            <p:cNvPr id="18" name="node06.source-001.text"/>
            <p:cNvSpPr/>
            <p:nvPr/>
          </p:nvSpPr>
          <p:spPr>
            <a:xfrm>
              <a:off x="8191500" y="21336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Spend peaks in year one at $0.6M a quarter</a:t>
              </a:r>
              <a:endParaRPr lang="en-US" sz="1200" spc="0" kern="0" b="0" i="0" dirty="0">
                <a:solidFill>
                  <a:srgbClr val="070154"/>
                </a:solidFill>
                <a:latin typeface="IBM Plex Sans"/>
                <a:ea typeface="IBM Plex Sans"/>
                <a:cs typeface="IBM Plex Sans"/>
              </a:endParaRPr>
            </a:p>
          </p:txBody>
        </p:sp>
        <p:sp>
          <p:nvSpPr>
            <p:cNvPr id="19" name="node06.source-002.bullet"/>
            <p:cNvSpPr/>
            <p:nvPr/>
          </p:nvSpPr>
          <p:spPr>
            <a:xfrm>
              <a:off x="8039100" y="2489200"/>
              <a:ext cx="38100" cy="38100"/>
            </a:xfrm>
            <a:prstGeom prst="rect">
              <a:avLst/>
            </a:prstGeom>
            <a:solidFill>
              <a:srgbClr val="070154"/>
            </a:solidFill>
            <a:ln>
              <a:noFill/>
            </a:ln>
          </p:spPr>
        </p:sp>
        <p:sp>
          <p:nvSpPr>
            <p:cNvPr id="20" name="node06.source-002.text"/>
            <p:cNvSpPr/>
            <p:nvPr/>
          </p:nvSpPr>
          <p:spPr>
            <a:xfrm>
              <a:off x="8191500" y="24003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Value ramps from $0.6M to $2.6M a year</a:t>
              </a:r>
              <a:endParaRPr lang="en-US" sz="1200" spc="0" kern="0" b="0" i="0" dirty="0">
                <a:solidFill>
                  <a:srgbClr val="070154"/>
                </a:solidFill>
                <a:latin typeface="IBM Plex Sans"/>
                <a:ea typeface="IBM Plex Sans"/>
                <a:cs typeface="IBM Plex Sans"/>
              </a:endParaRPr>
            </a:p>
          </p:txBody>
        </p:sp>
        <p:sp>
          <p:nvSpPr>
            <p:cNvPr id="21" name="node06.source-003.bullet"/>
            <p:cNvSpPr/>
            <p:nvPr/>
          </p:nvSpPr>
          <p:spPr>
            <a:xfrm>
              <a:off x="8039100" y="2755900"/>
              <a:ext cx="38100" cy="38100"/>
            </a:xfrm>
            <a:prstGeom prst="rect">
              <a:avLst/>
            </a:prstGeom>
            <a:solidFill>
              <a:srgbClr val="070154"/>
            </a:solidFill>
            <a:ln>
              <a:noFill/>
            </a:ln>
          </p:spPr>
        </p:sp>
        <p:sp>
          <p:nvSpPr>
            <p:cNvPr id="22" name="node06.source-003.text"/>
            <p:cNvSpPr/>
            <p:nvPr/>
          </p:nvSpPr>
          <p:spPr>
            <a:xfrm>
              <a:off x="8191500" y="26670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Spend stops after year three</a:t>
              </a:r>
              <a:endParaRPr lang="en-US" sz="1200" spc="0" kern="0" b="0" i="0" dirty="0">
                <a:solidFill>
                  <a:srgbClr val="070154"/>
                </a:solidFill>
                <a:latin typeface="IBM Plex Sans"/>
                <a:ea typeface="IBM Plex Sans"/>
                <a:cs typeface="IBM Plex Sans"/>
              </a:endParaRPr>
            </a:p>
          </p:txBody>
        </p:sp>
      </p:grpSp>
      <p:sp>
        <p:nvSpPr>
          <p:cNvPr id="23" name="node07"/>
          <p:cNvSpPr/>
          <p:nvPr/>
        </p:nvSpPr>
        <p:spPr>
          <a:xfrm>
            <a:off x="8039100" y="3581400"/>
            <a:ext cx="3429000" cy="9525"/>
          </a:xfrm>
          <a:prstGeom prst="rect">
            <a:avLst/>
          </a:prstGeom>
          <a:solidFill>
            <a:srgbClr val="CED7E6"/>
          </a:solidFill>
          <a:ln>
            <a:noFill/>
          </a:ln>
        </p:spPr>
      </p:sp>
      <p:grpSp>
        <p:nvGrpSpPr>
          <p:cNvPr id="41" name="node08"/>
          <p:cNvGrpSpPr/>
          <p:nvPr/>
        </p:nvGrpSpPr>
        <p:grpSpPr>
          <a:xfrm>
            <a:off x="8039100" y="3695700"/>
            <a:ext cx="1828800" cy="228600"/>
            <a:chOff x="8039100" y="3695700"/>
            <a:chExt cx="1828800" cy="228600"/>
          </a:xfrm>
        </p:grpSpPr>
        <p:sp>
          <p:nvSpPr>
            <p:cNvPr id="24" name="node08.text"/>
            <p:cNvSpPr/>
            <p:nvPr/>
          </p:nvSpPr>
          <p:spPr>
            <a:xfrm>
              <a:off x="8039100" y="3695700"/>
              <a:ext cx="1828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Total cost</a:t>
              </a:r>
              <a:endParaRPr lang="en-US" sz="1200" spc="0" kern="0" b="0" i="0" dirty="0">
                <a:solidFill>
                  <a:srgbClr val="50658E"/>
                </a:solidFill>
                <a:latin typeface="IBM Plex Sans"/>
                <a:ea typeface="IBM Plex Sans"/>
                <a:cs typeface="IBM Plex Sans"/>
              </a:endParaRPr>
            </a:p>
          </p:txBody>
        </p:sp>
      </p:grpSp>
      <p:grpSp>
        <p:nvGrpSpPr>
          <p:cNvPr id="42" name="node09"/>
          <p:cNvGrpSpPr/>
          <p:nvPr/>
        </p:nvGrpSpPr>
        <p:grpSpPr>
          <a:xfrm>
            <a:off x="9867900" y="3657600"/>
            <a:ext cx="1600200" cy="304800"/>
            <a:chOff x="9867900" y="3657600"/>
            <a:chExt cx="1600200" cy="304800"/>
          </a:xfrm>
        </p:grpSpPr>
        <p:sp>
          <p:nvSpPr>
            <p:cNvPr id="25" name="node09.text"/>
            <p:cNvSpPr/>
            <p:nvPr/>
          </p:nvSpPr>
          <p:spPr>
            <a:xfrm>
              <a:off x="9867900" y="3657600"/>
              <a:ext cx="16002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$4.2M</a:t>
              </a:r>
              <a:endParaRPr lang="en-US" sz="1800" spc="-18" kern="0" b="0" i="0" dirty="0">
                <a:solidFill>
                  <a:srgbClr val="070154"/>
                </a:solidFill>
                <a:latin typeface="IBM Plex Sans SemiBold"/>
                <a:ea typeface="IBM Plex Sans SemiBold"/>
                <a:cs typeface="IBM Plex Sans SemiBold"/>
              </a:endParaRPr>
            </a:p>
          </p:txBody>
        </p:sp>
      </p:grpSp>
      <p:sp>
        <p:nvSpPr>
          <p:cNvPr id="26" name="node10"/>
          <p:cNvSpPr/>
          <p:nvPr/>
        </p:nvSpPr>
        <p:spPr>
          <a:xfrm>
            <a:off x="8039100" y="4114800"/>
            <a:ext cx="3429000" cy="9525"/>
          </a:xfrm>
          <a:prstGeom prst="rect">
            <a:avLst/>
          </a:prstGeom>
          <a:solidFill>
            <a:srgbClr val="CED7E6"/>
          </a:solidFill>
          <a:ln>
            <a:noFill/>
          </a:ln>
        </p:spPr>
      </p:sp>
      <p:grpSp>
        <p:nvGrpSpPr>
          <p:cNvPr id="43" name="node11"/>
          <p:cNvGrpSpPr/>
          <p:nvPr/>
        </p:nvGrpSpPr>
        <p:grpSpPr>
          <a:xfrm>
            <a:off x="8039100" y="4229100"/>
            <a:ext cx="1828800" cy="228600"/>
            <a:chOff x="8039100" y="4229100"/>
            <a:chExt cx="1828800" cy="228600"/>
          </a:xfrm>
        </p:grpSpPr>
        <p:sp>
          <p:nvSpPr>
            <p:cNvPr id="27" name="node11.text"/>
            <p:cNvSpPr/>
            <p:nvPr/>
          </p:nvSpPr>
          <p:spPr>
            <a:xfrm>
              <a:off x="8039100" y="4229100"/>
              <a:ext cx="1828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Five-year value</a:t>
              </a:r>
              <a:endParaRPr lang="en-US" sz="1200" spc="0" kern="0" b="0" i="0" dirty="0">
                <a:solidFill>
                  <a:srgbClr val="50658E"/>
                </a:solidFill>
                <a:latin typeface="IBM Plex Sans"/>
                <a:ea typeface="IBM Plex Sans"/>
                <a:cs typeface="IBM Plex Sans"/>
              </a:endParaRPr>
            </a:p>
          </p:txBody>
        </p:sp>
      </p:grpSp>
      <p:grpSp>
        <p:nvGrpSpPr>
          <p:cNvPr id="44" name="node12"/>
          <p:cNvGrpSpPr/>
          <p:nvPr/>
        </p:nvGrpSpPr>
        <p:grpSpPr>
          <a:xfrm>
            <a:off x="9867900" y="4191000"/>
            <a:ext cx="1600200" cy="304800"/>
            <a:chOff x="9867900" y="4191000"/>
            <a:chExt cx="1600200" cy="304800"/>
          </a:xfrm>
        </p:grpSpPr>
        <p:sp>
          <p:nvSpPr>
            <p:cNvPr id="28" name="node12.text"/>
            <p:cNvSpPr/>
            <p:nvPr/>
          </p:nvSpPr>
          <p:spPr>
            <a:xfrm>
              <a:off x="9867900" y="4191000"/>
              <a:ext cx="16002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$10.2M</a:t>
              </a:r>
              <a:endParaRPr lang="en-US" sz="1800" spc="-18" kern="0" b="0" i="0" dirty="0">
                <a:solidFill>
                  <a:srgbClr val="070154"/>
                </a:solidFill>
                <a:latin typeface="IBM Plex Sans SemiBold"/>
                <a:ea typeface="IBM Plex Sans SemiBold"/>
                <a:cs typeface="IBM Plex Sans SemiBold"/>
              </a:endParaRPr>
            </a:p>
          </p:txBody>
        </p:sp>
      </p:grpSp>
      <p:sp>
        <p:nvSpPr>
          <p:cNvPr id="29" name="node13"/>
          <p:cNvSpPr/>
          <p:nvPr/>
        </p:nvSpPr>
        <p:spPr>
          <a:xfrm>
            <a:off x="8039100" y="4648200"/>
            <a:ext cx="3429000" cy="9525"/>
          </a:xfrm>
          <a:prstGeom prst="rect">
            <a:avLst/>
          </a:prstGeom>
          <a:solidFill>
            <a:srgbClr val="CED7E6"/>
          </a:solidFill>
          <a:ln>
            <a:noFill/>
          </a:ln>
        </p:spPr>
      </p:sp>
      <p:grpSp>
        <p:nvGrpSpPr>
          <p:cNvPr id="45" name="node14"/>
          <p:cNvGrpSpPr/>
          <p:nvPr/>
        </p:nvGrpSpPr>
        <p:grpSpPr>
          <a:xfrm>
            <a:off x="8039100" y="4762500"/>
            <a:ext cx="1828800" cy="228600"/>
            <a:chOff x="8039100" y="4762500"/>
            <a:chExt cx="1828800" cy="228600"/>
          </a:xfrm>
        </p:grpSpPr>
        <p:sp>
          <p:nvSpPr>
            <p:cNvPr id="30" name="node14.text"/>
            <p:cNvSpPr/>
            <p:nvPr/>
          </p:nvSpPr>
          <p:spPr>
            <a:xfrm>
              <a:off x="8039100" y="4762500"/>
              <a:ext cx="1828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Net value</a:t>
              </a:r>
              <a:endParaRPr lang="en-US" sz="1200" spc="0" kern="0" b="0" i="0" dirty="0">
                <a:solidFill>
                  <a:srgbClr val="50658E"/>
                </a:solidFill>
                <a:latin typeface="IBM Plex Sans"/>
                <a:ea typeface="IBM Plex Sans"/>
                <a:cs typeface="IBM Plex Sans"/>
              </a:endParaRPr>
            </a:p>
          </p:txBody>
        </p:sp>
      </p:grpSp>
      <p:grpSp>
        <p:nvGrpSpPr>
          <p:cNvPr id="46" name="node15"/>
          <p:cNvGrpSpPr/>
          <p:nvPr/>
        </p:nvGrpSpPr>
        <p:grpSpPr>
          <a:xfrm>
            <a:off x="9867900" y="4724400"/>
            <a:ext cx="1600200" cy="304800"/>
            <a:chOff x="9867900" y="4724400"/>
            <a:chExt cx="1600200" cy="304800"/>
          </a:xfrm>
        </p:grpSpPr>
        <p:sp>
          <p:nvSpPr>
            <p:cNvPr id="31" name="node15.text"/>
            <p:cNvSpPr/>
            <p:nvPr/>
          </p:nvSpPr>
          <p:spPr>
            <a:xfrm>
              <a:off x="9867900" y="4724400"/>
              <a:ext cx="16002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$6.0M</a:t>
              </a:r>
              <a:endParaRPr lang="en-US" sz="1800" spc="-18" kern="0" b="0" i="0" dirty="0">
                <a:solidFill>
                  <a:srgbClr val="070154"/>
                </a:solidFill>
                <a:latin typeface="IBM Plex Sans SemiBold"/>
                <a:ea typeface="IBM Plex Sans SemiBold"/>
                <a:cs typeface="IBM Plex Sans SemiBold"/>
              </a:endParaRPr>
            </a:p>
          </p:txBody>
        </p:sp>
      </p:grpSp>
      <p:sp>
        <p:nvSpPr>
          <p:cNvPr id="32" name="node16"/>
          <p:cNvSpPr/>
          <p:nvPr/>
        </p:nvSpPr>
        <p:spPr>
          <a:xfrm>
            <a:off x="8039100" y="5067300"/>
            <a:ext cx="3429000" cy="9525"/>
          </a:xfrm>
          <a:prstGeom prst="rect">
            <a:avLst/>
          </a:prstGeom>
          <a:solidFill>
            <a:srgbClr val="CED7E6"/>
          </a:solidFill>
          <a:ln>
            <a:noFill/>
          </a:ln>
        </p:spPr>
      </p:sp>
      <p:grpSp>
        <p:nvGrpSpPr>
          <p:cNvPr id="47" name="node17"/>
          <p:cNvGrpSpPr/>
          <p:nvPr/>
        </p:nvGrpSpPr>
        <p:grpSpPr>
          <a:xfrm>
            <a:off x="8039100" y="5181600"/>
            <a:ext cx="1828800" cy="228600"/>
            <a:chOff x="8039100" y="5181600"/>
            <a:chExt cx="1828800" cy="228600"/>
          </a:xfrm>
        </p:grpSpPr>
        <p:sp>
          <p:nvSpPr>
            <p:cNvPr id="33" name="node17.text"/>
            <p:cNvSpPr/>
            <p:nvPr/>
          </p:nvSpPr>
          <p:spPr>
            <a:xfrm>
              <a:off x="8039100" y="5181600"/>
              <a:ext cx="1828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Payback</a:t>
              </a:r>
              <a:endParaRPr lang="en-US" sz="1200" spc="0" kern="0" b="0" i="0" dirty="0">
                <a:solidFill>
                  <a:srgbClr val="50658E"/>
                </a:solidFill>
                <a:latin typeface="IBM Plex Sans"/>
                <a:ea typeface="IBM Plex Sans"/>
                <a:cs typeface="IBM Plex Sans"/>
              </a:endParaRPr>
            </a:p>
          </p:txBody>
        </p:sp>
      </p:grpSp>
      <p:grpSp>
        <p:nvGrpSpPr>
          <p:cNvPr id="48" name="node18"/>
          <p:cNvGrpSpPr/>
          <p:nvPr/>
        </p:nvGrpSpPr>
        <p:grpSpPr>
          <a:xfrm>
            <a:off x="9867900" y="5143500"/>
            <a:ext cx="1600200" cy="304800"/>
            <a:chOff x="9867900" y="5143500"/>
            <a:chExt cx="1600200" cy="304800"/>
          </a:xfrm>
        </p:grpSpPr>
        <p:sp>
          <p:nvSpPr>
            <p:cNvPr id="34" name="node18.text"/>
            <p:cNvSpPr/>
            <p:nvPr/>
          </p:nvSpPr>
          <p:spPr>
            <a:xfrm>
              <a:off x="9867900" y="5143500"/>
              <a:ext cx="16002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month 31</a:t>
              </a:r>
              <a:endParaRPr lang="en-US" sz="1800" spc="-18" kern="0" b="0" i="0" dirty="0">
                <a:solidFill>
                  <a:srgbClr val="070154"/>
                </a:solidFill>
                <a:latin typeface="IBM Plex Sans SemiBold"/>
                <a:ea typeface="IBM Plex Sans SemiBold"/>
                <a:cs typeface="IBM Plex Sans SemiBold"/>
              </a:endParaRPr>
            </a:p>
          </p:txBody>
        </p:sp>
      </p:grpSp>
    </p:spTree>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name="source-598">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INVESTMENT AND VALUE</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Hard and capacity value make up 96% of the case</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Sample figures for layout only; replace with current program data before use.</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188</a:t>
            </a:fld>
            <a:endParaRPr lang="en-US" sz="700" spc="0" kern="0" b="0" i="0" dirty="0">
              <a:solidFill>
                <a:srgbClr val="070154"/>
              </a:solidFill>
              <a:latin typeface="IBM Plex Mono SemiBold"/>
              <a:ea typeface="IBM Plex Mono SemiBold"/>
              <a:cs typeface="IBM Plex Mono SemiBold"/>
            </a:endParaRPr>
          </a:p>
        </p:txBody>
      </p:sp>
      <p:grpSp>
        <p:nvGrpSpPr>
          <p:cNvPr id="60" name="node01"/>
          <p:cNvGrpSpPr/>
          <p:nvPr/>
        </p:nvGrpSpPr>
        <p:grpSpPr>
          <a:xfrm>
            <a:off x="723900" y="1600200"/>
            <a:ext cx="5943600" cy="457200"/>
            <a:chOff x="723900" y="1600200"/>
            <a:chExt cx="5943600" cy="457200"/>
          </a:xfrm>
        </p:grpSpPr>
        <p:sp>
          <p:nvSpPr>
            <p:cNvPr id="7" name="node01.surface"/>
            <p:cNvSpPr/>
            <p:nvPr/>
          </p:nvSpPr>
          <p:spPr>
            <a:xfrm>
              <a:off x="723900" y="1600200"/>
              <a:ext cx="5943600" cy="457200"/>
            </a:xfrm>
            <a:prstGeom prst="rect">
              <a:avLst/>
            </a:prstGeom>
            <a:solidFill>
              <a:srgbClr val="070154"/>
            </a:solidFill>
            <a:ln>
              <a:noFill/>
            </a:ln>
          </p:spPr>
        </p:sp>
        <p:sp>
          <p:nvSpPr>
            <p:cNvPr id="8" name="node01.text"/>
            <p:cNvSpPr/>
            <p:nvPr/>
          </p:nvSpPr>
          <p:spPr>
            <a:xfrm>
              <a:off x="876300" y="1714500"/>
              <a:ext cx="5638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Hard value $1.5M</a:t>
              </a:r>
              <a:endParaRPr lang="en-US" sz="1200" spc="0" kern="0" b="0" i="0" dirty="0">
                <a:solidFill>
                  <a:srgbClr val="FFFFFF"/>
                </a:solidFill>
                <a:latin typeface="IBM Plex Sans"/>
                <a:ea typeface="IBM Plex Sans"/>
                <a:cs typeface="IBM Plex Sans"/>
              </a:endParaRPr>
            </a:p>
          </p:txBody>
        </p:sp>
      </p:grpSp>
      <p:grpSp>
        <p:nvGrpSpPr>
          <p:cNvPr id="61" name="node02"/>
          <p:cNvGrpSpPr/>
          <p:nvPr/>
        </p:nvGrpSpPr>
        <p:grpSpPr>
          <a:xfrm>
            <a:off x="6896100" y="1600200"/>
            <a:ext cx="4114800" cy="457200"/>
            <a:chOff x="6896100" y="1600200"/>
            <a:chExt cx="4114800" cy="457200"/>
          </a:xfrm>
        </p:grpSpPr>
        <p:sp>
          <p:nvSpPr>
            <p:cNvPr id="9" name="node02.surface"/>
            <p:cNvSpPr/>
            <p:nvPr/>
          </p:nvSpPr>
          <p:spPr>
            <a:xfrm>
              <a:off x="6896100" y="1600200"/>
              <a:ext cx="4114800" cy="457200"/>
            </a:xfrm>
            <a:prstGeom prst="rect">
              <a:avLst/>
            </a:prstGeom>
            <a:solidFill>
              <a:srgbClr val="CED7E6"/>
            </a:solidFill>
            <a:ln>
              <a:noFill/>
            </a:ln>
          </p:spPr>
        </p:sp>
        <p:sp>
          <p:nvSpPr>
            <p:cNvPr id="10" name="node02.text"/>
            <p:cNvSpPr/>
            <p:nvPr/>
          </p:nvSpPr>
          <p:spPr>
            <a:xfrm>
              <a:off x="7048500" y="1714500"/>
              <a:ext cx="3810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Capacity value $1.0M</a:t>
              </a:r>
              <a:endParaRPr lang="en-US" sz="1200" spc="0" kern="0" b="0" i="0" dirty="0">
                <a:solidFill>
                  <a:srgbClr val="070154"/>
                </a:solidFill>
                <a:latin typeface="IBM Plex Sans"/>
                <a:ea typeface="IBM Plex Sans"/>
                <a:cs typeface="IBM Plex Sans"/>
              </a:endParaRPr>
            </a:p>
          </p:txBody>
        </p:sp>
      </p:grpSp>
      <p:grpSp>
        <p:nvGrpSpPr>
          <p:cNvPr id="62" name="node03"/>
          <p:cNvGrpSpPr/>
          <p:nvPr/>
        </p:nvGrpSpPr>
        <p:grpSpPr>
          <a:xfrm>
            <a:off x="11239500" y="1600200"/>
            <a:ext cx="228600" cy="457200"/>
            <a:chOff x="11239500" y="1600200"/>
            <a:chExt cx="228600" cy="457200"/>
          </a:xfrm>
        </p:grpSpPr>
        <p:sp>
          <p:nvSpPr>
            <p:cNvPr id="11" name="node03.surface"/>
            <p:cNvSpPr/>
            <p:nvPr/>
          </p:nvSpPr>
          <p:spPr>
            <a:xfrm>
              <a:off x="11239500" y="1600200"/>
              <a:ext cx="228600" cy="457200"/>
            </a:xfrm>
            <a:prstGeom prst="rect">
              <a:avLst/>
            </a:prstGeom>
            <a:solidFill>
              <a:srgbClr val="F900D3"/>
            </a:solidFill>
            <a:ln>
              <a:noFill/>
            </a:ln>
          </p:spPr>
        </p:sp>
      </p:grpSp>
      <p:grpSp>
        <p:nvGrpSpPr>
          <p:cNvPr id="63" name="node04"/>
          <p:cNvGrpSpPr/>
          <p:nvPr/>
        </p:nvGrpSpPr>
        <p:grpSpPr>
          <a:xfrm>
            <a:off x="723900" y="2362200"/>
            <a:ext cx="2514600" cy="152400"/>
            <a:chOff x="723900" y="2362200"/>
            <a:chExt cx="2514600" cy="152400"/>
          </a:xfrm>
        </p:grpSpPr>
        <p:sp>
          <p:nvSpPr>
            <p:cNvPr id="12" name="node04.text"/>
            <p:cNvSpPr/>
            <p:nvPr/>
          </p:nvSpPr>
          <p:spPr>
            <a:xfrm>
              <a:off x="723900" y="23622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HARD VALUE</a:t>
              </a:r>
              <a:endParaRPr lang="en-US" sz="900" spc="54" kern="0" b="0" i="0" dirty="0">
                <a:solidFill>
                  <a:srgbClr val="0047FF"/>
                </a:solidFill>
                <a:latin typeface="IBM Plex Mono Medium"/>
                <a:ea typeface="IBM Plex Mono Medium"/>
                <a:cs typeface="IBM Plex Mono Medium"/>
              </a:endParaRPr>
            </a:p>
          </p:txBody>
        </p:sp>
      </p:grpSp>
      <p:grpSp>
        <p:nvGrpSpPr>
          <p:cNvPr id="64" name="node05"/>
          <p:cNvGrpSpPr/>
          <p:nvPr/>
        </p:nvGrpSpPr>
        <p:grpSpPr>
          <a:xfrm>
            <a:off x="723900" y="2590800"/>
            <a:ext cx="2514600" cy="458978"/>
            <a:chOff x="723900" y="2590800"/>
            <a:chExt cx="2514600" cy="458978"/>
          </a:xfrm>
        </p:grpSpPr>
        <p:sp>
          <p:nvSpPr>
            <p:cNvPr id="13" name="node05.text"/>
            <p:cNvSpPr/>
            <p:nvPr/>
          </p:nvSpPr>
          <p:spPr>
            <a:xfrm>
              <a:off x="723900" y="2590800"/>
              <a:ext cx="2514600" cy="458978"/>
            </a:xfrm>
            <a:prstGeom prst="rect">
              <a:avLst/>
            </a:prstGeom>
            <a:noFill/>
            <a:ln/>
          </p:spPr>
          <p:txBody>
            <a:bodyPr wrap="square" lIns="0" tIns="0" rIns="0" bIns="0" rtlCol="0" anchor="t"/>
            <a:lstStyle/>
            <a:p>
              <a:pPr algn="l" indent="0" marL="0">
                <a:lnSpc>
                  <a:spcPts val="3600"/>
                </a:lnSpc>
                <a:buNone/>
              </a:pPr>
              <a:r>
                <a:rPr lang="en-US" sz="3600" spc="-72" kern="0" b="0" i="0" dirty="0">
                  <a:solidFill>
                    <a:srgbClr val="070154"/>
                  </a:solidFill>
                  <a:latin typeface="IBM Plex Mono SemiBold"/>
                  <a:ea typeface="IBM Plex Mono SemiBold"/>
                  <a:cs typeface="IBM Plex Mono SemiBold"/>
                </a:rPr>
                <a:t>$1.5M</a:t>
              </a:r>
              <a:endParaRPr lang="en-US" sz="3600" spc="-72" kern="0" b="0" i="0" dirty="0">
                <a:solidFill>
                  <a:srgbClr val="070154"/>
                </a:solidFill>
                <a:latin typeface="IBM Plex Mono SemiBold"/>
                <a:ea typeface="IBM Plex Mono SemiBold"/>
                <a:cs typeface="IBM Plex Mono SemiBold"/>
              </a:endParaRPr>
            </a:p>
          </p:txBody>
        </p:sp>
      </p:grpSp>
      <p:grpSp>
        <p:nvGrpSpPr>
          <p:cNvPr id="65" name="node06"/>
          <p:cNvGrpSpPr/>
          <p:nvPr/>
        </p:nvGrpSpPr>
        <p:grpSpPr>
          <a:xfrm>
            <a:off x="723900" y="3200400"/>
            <a:ext cx="2514600" cy="228600"/>
            <a:chOff x="723900" y="3200400"/>
            <a:chExt cx="2514600" cy="228600"/>
          </a:xfrm>
        </p:grpSpPr>
        <p:sp>
          <p:nvSpPr>
            <p:cNvPr id="14" name="node06.text"/>
            <p:cNvSpPr/>
            <p:nvPr/>
          </p:nvSpPr>
          <p:spPr>
            <a:xfrm>
              <a:off x="723900" y="3200400"/>
              <a:ext cx="2514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Cash</a:t>
              </a:r>
              <a:endParaRPr lang="en-US" sz="1200" spc="0" kern="0" b="0" i="0" dirty="0">
                <a:solidFill>
                  <a:srgbClr val="50658E"/>
                </a:solidFill>
                <a:latin typeface="IBM Plex Sans"/>
                <a:ea typeface="IBM Plex Sans"/>
                <a:cs typeface="IBM Plex Sans"/>
              </a:endParaRPr>
            </a:p>
          </p:txBody>
        </p:sp>
      </p:grpSp>
      <p:sp>
        <p:nvSpPr>
          <p:cNvPr id="15" name="node07"/>
          <p:cNvSpPr/>
          <p:nvPr/>
        </p:nvSpPr>
        <p:spPr>
          <a:xfrm>
            <a:off x="723900" y="3505200"/>
            <a:ext cx="2514600" cy="9525"/>
          </a:xfrm>
          <a:prstGeom prst="rect">
            <a:avLst/>
          </a:prstGeom>
          <a:solidFill>
            <a:srgbClr val="CED7E6"/>
          </a:solidFill>
          <a:ln>
            <a:noFill/>
          </a:ln>
        </p:spPr>
      </p:sp>
      <p:grpSp>
        <p:nvGrpSpPr>
          <p:cNvPr id="66" name="node08"/>
          <p:cNvGrpSpPr/>
          <p:nvPr/>
        </p:nvGrpSpPr>
        <p:grpSpPr>
          <a:xfrm>
            <a:off x="723900" y="3657600"/>
            <a:ext cx="2514600" cy="762000"/>
            <a:chOff x="723900" y="3657600"/>
            <a:chExt cx="2514600" cy="762000"/>
          </a:xfrm>
        </p:grpSpPr>
        <p:sp>
          <p:nvSpPr>
            <p:cNvPr id="16" name="node08.source-001.bullet"/>
            <p:cNvSpPr/>
            <p:nvPr/>
          </p:nvSpPr>
          <p:spPr>
            <a:xfrm>
              <a:off x="723900" y="3746500"/>
              <a:ext cx="38100" cy="38100"/>
            </a:xfrm>
            <a:prstGeom prst="rect">
              <a:avLst/>
            </a:prstGeom>
            <a:solidFill>
              <a:srgbClr val="070154"/>
            </a:solidFill>
            <a:ln>
              <a:noFill/>
            </a:ln>
          </p:spPr>
        </p:sp>
        <p:sp>
          <p:nvSpPr>
            <p:cNvPr id="17" name="node08.source-001.text"/>
            <p:cNvSpPr/>
            <p:nvPr/>
          </p:nvSpPr>
          <p:spPr>
            <a:xfrm>
              <a:off x="876300" y="36576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Revenue cycle: denials recovered</a:t>
              </a:r>
              <a:endParaRPr lang="en-US" sz="1200" spc="0" kern="0" b="0" i="0" dirty="0">
                <a:solidFill>
                  <a:srgbClr val="070154"/>
                </a:solidFill>
                <a:latin typeface="IBM Plex Sans"/>
                <a:ea typeface="IBM Plex Sans"/>
                <a:cs typeface="IBM Plex Sans"/>
              </a:endParaRPr>
            </a:p>
          </p:txBody>
        </p:sp>
        <p:sp>
          <p:nvSpPr>
            <p:cNvPr id="18" name="node08.source-002.bullet"/>
            <p:cNvSpPr/>
            <p:nvPr/>
          </p:nvSpPr>
          <p:spPr>
            <a:xfrm>
              <a:off x="723900" y="4013200"/>
              <a:ext cx="38100" cy="38100"/>
            </a:xfrm>
            <a:prstGeom prst="rect">
              <a:avLst/>
            </a:prstGeom>
            <a:solidFill>
              <a:srgbClr val="070154"/>
            </a:solidFill>
            <a:ln>
              <a:noFill/>
            </a:ln>
          </p:spPr>
        </p:sp>
        <p:sp>
          <p:nvSpPr>
            <p:cNvPr id="19" name="node08.source-002.text"/>
            <p:cNvSpPr/>
            <p:nvPr/>
          </p:nvSpPr>
          <p:spPr>
            <a:xfrm>
              <a:off x="876300" y="39243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Procure-to-pay: contract savings</a:t>
              </a:r>
              <a:endParaRPr lang="en-US" sz="1200" spc="0" kern="0" b="0" i="0" dirty="0">
                <a:solidFill>
                  <a:srgbClr val="070154"/>
                </a:solidFill>
                <a:latin typeface="IBM Plex Sans"/>
                <a:ea typeface="IBM Plex Sans"/>
                <a:cs typeface="IBM Plex Sans"/>
              </a:endParaRPr>
            </a:p>
          </p:txBody>
        </p:sp>
        <p:sp>
          <p:nvSpPr>
            <p:cNvPr id="20" name="node08.source-003.bullet"/>
            <p:cNvSpPr/>
            <p:nvPr/>
          </p:nvSpPr>
          <p:spPr>
            <a:xfrm>
              <a:off x="723900" y="4279900"/>
              <a:ext cx="38100" cy="38100"/>
            </a:xfrm>
            <a:prstGeom prst="rect">
              <a:avLst/>
            </a:prstGeom>
            <a:solidFill>
              <a:srgbClr val="070154"/>
            </a:solidFill>
            <a:ln>
              <a:noFill/>
            </a:ln>
          </p:spPr>
        </p:sp>
        <p:sp>
          <p:nvSpPr>
            <p:cNvPr id="21" name="node08.source-003.text"/>
            <p:cNvSpPr/>
            <p:nvPr/>
          </p:nvSpPr>
          <p:spPr>
            <a:xfrm>
              <a:off x="876300" y="41910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Rework: avoided write-offs</a:t>
              </a:r>
              <a:endParaRPr lang="en-US" sz="1200" spc="0" kern="0" b="0" i="0" dirty="0">
                <a:solidFill>
                  <a:srgbClr val="070154"/>
                </a:solidFill>
                <a:latin typeface="IBM Plex Sans"/>
                <a:ea typeface="IBM Plex Sans"/>
                <a:cs typeface="IBM Plex Sans"/>
              </a:endParaRPr>
            </a:p>
          </p:txBody>
        </p:sp>
      </p:grpSp>
      <p:grpSp>
        <p:nvGrpSpPr>
          <p:cNvPr id="67" name="node09"/>
          <p:cNvGrpSpPr/>
          <p:nvPr/>
        </p:nvGrpSpPr>
        <p:grpSpPr>
          <a:xfrm>
            <a:off x="723900" y="5257800"/>
            <a:ext cx="2514600" cy="457200"/>
            <a:chOff x="723900" y="5257800"/>
            <a:chExt cx="2514600" cy="457200"/>
          </a:xfrm>
        </p:grpSpPr>
        <p:sp>
          <p:nvSpPr>
            <p:cNvPr id="22" name="node09.surface"/>
            <p:cNvSpPr/>
            <p:nvPr/>
          </p:nvSpPr>
          <p:spPr>
            <a:xfrm>
              <a:off x="723900" y="5257800"/>
              <a:ext cx="2514600" cy="457200"/>
            </a:xfrm>
            <a:prstGeom prst="rect">
              <a:avLst/>
            </a:prstGeom>
            <a:solidFill>
              <a:srgbClr val="CED7E6"/>
            </a:solidFill>
            <a:ln>
              <a:noFill/>
            </a:ln>
          </p:spPr>
        </p:sp>
        <p:sp>
          <p:nvSpPr>
            <p:cNvPr id="23" name="node09.text"/>
            <p:cNvSpPr/>
            <p:nvPr/>
          </p:nvSpPr>
          <p:spPr>
            <a:xfrm>
              <a:off x="876300" y="5372100"/>
              <a:ext cx="2209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Counted in ROI</a:t>
              </a:r>
              <a:endParaRPr lang="en-US" sz="1200" spc="0" kern="0" b="0" i="0" dirty="0">
                <a:solidFill>
                  <a:srgbClr val="070154"/>
                </a:solidFill>
                <a:latin typeface="IBM Plex Sans"/>
                <a:ea typeface="IBM Plex Sans"/>
                <a:cs typeface="IBM Plex Sans"/>
              </a:endParaRPr>
            </a:p>
          </p:txBody>
        </p:sp>
      </p:grpSp>
      <p:grpSp>
        <p:nvGrpSpPr>
          <p:cNvPr id="68" name="node10"/>
          <p:cNvGrpSpPr/>
          <p:nvPr/>
        </p:nvGrpSpPr>
        <p:grpSpPr>
          <a:xfrm>
            <a:off x="3467100" y="2362200"/>
            <a:ext cx="2514600" cy="152400"/>
            <a:chOff x="3467100" y="2362200"/>
            <a:chExt cx="2514600" cy="152400"/>
          </a:xfrm>
        </p:grpSpPr>
        <p:sp>
          <p:nvSpPr>
            <p:cNvPr id="24" name="node10.text"/>
            <p:cNvSpPr/>
            <p:nvPr/>
          </p:nvSpPr>
          <p:spPr>
            <a:xfrm>
              <a:off x="3467100" y="23622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CAPACITY VALUE</a:t>
              </a:r>
              <a:endParaRPr lang="en-US" sz="900" spc="54" kern="0" b="0" i="0" dirty="0">
                <a:solidFill>
                  <a:srgbClr val="0047FF"/>
                </a:solidFill>
                <a:latin typeface="IBM Plex Mono Medium"/>
                <a:ea typeface="IBM Plex Mono Medium"/>
                <a:cs typeface="IBM Plex Mono Medium"/>
              </a:endParaRPr>
            </a:p>
          </p:txBody>
        </p:sp>
      </p:grpSp>
      <p:grpSp>
        <p:nvGrpSpPr>
          <p:cNvPr id="69" name="node11"/>
          <p:cNvGrpSpPr/>
          <p:nvPr/>
        </p:nvGrpSpPr>
        <p:grpSpPr>
          <a:xfrm>
            <a:off x="3467100" y="2590800"/>
            <a:ext cx="2514600" cy="458978"/>
            <a:chOff x="3467100" y="2590800"/>
            <a:chExt cx="2514600" cy="458978"/>
          </a:xfrm>
        </p:grpSpPr>
        <p:sp>
          <p:nvSpPr>
            <p:cNvPr id="25" name="node11.text"/>
            <p:cNvSpPr/>
            <p:nvPr/>
          </p:nvSpPr>
          <p:spPr>
            <a:xfrm>
              <a:off x="3467100" y="2590800"/>
              <a:ext cx="2514600" cy="458978"/>
            </a:xfrm>
            <a:prstGeom prst="rect">
              <a:avLst/>
            </a:prstGeom>
            <a:noFill/>
            <a:ln/>
          </p:spPr>
          <p:txBody>
            <a:bodyPr wrap="square" lIns="0" tIns="0" rIns="0" bIns="0" rtlCol="0" anchor="t"/>
            <a:lstStyle/>
            <a:p>
              <a:pPr algn="l" indent="0" marL="0">
                <a:lnSpc>
                  <a:spcPts val="3600"/>
                </a:lnSpc>
                <a:buNone/>
              </a:pPr>
              <a:r>
                <a:rPr lang="en-US" sz="3600" spc="-72" kern="0" b="0" i="0" dirty="0">
                  <a:solidFill>
                    <a:srgbClr val="070154"/>
                  </a:solidFill>
                  <a:latin typeface="IBM Plex Mono SemiBold"/>
                  <a:ea typeface="IBM Plex Mono SemiBold"/>
                  <a:cs typeface="IBM Plex Mono SemiBold"/>
                </a:rPr>
                <a:t>$1.0M</a:t>
              </a:r>
              <a:endParaRPr lang="en-US" sz="3600" spc="-72" kern="0" b="0" i="0" dirty="0">
                <a:solidFill>
                  <a:srgbClr val="070154"/>
                </a:solidFill>
                <a:latin typeface="IBM Plex Mono SemiBold"/>
                <a:ea typeface="IBM Plex Mono SemiBold"/>
                <a:cs typeface="IBM Plex Mono SemiBold"/>
              </a:endParaRPr>
            </a:p>
          </p:txBody>
        </p:sp>
      </p:grpSp>
      <p:grpSp>
        <p:nvGrpSpPr>
          <p:cNvPr id="70" name="node12"/>
          <p:cNvGrpSpPr/>
          <p:nvPr/>
        </p:nvGrpSpPr>
        <p:grpSpPr>
          <a:xfrm>
            <a:off x="3467100" y="3200400"/>
            <a:ext cx="2514600" cy="228600"/>
            <a:chOff x="3467100" y="3200400"/>
            <a:chExt cx="2514600" cy="228600"/>
          </a:xfrm>
        </p:grpSpPr>
        <p:sp>
          <p:nvSpPr>
            <p:cNvPr id="26" name="node12.text"/>
            <p:cNvSpPr/>
            <p:nvPr/>
          </p:nvSpPr>
          <p:spPr>
            <a:xfrm>
              <a:off x="3467100" y="3200400"/>
              <a:ext cx="2514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Redeployed time</a:t>
              </a:r>
              <a:endParaRPr lang="en-US" sz="1200" spc="0" kern="0" b="0" i="0" dirty="0">
                <a:solidFill>
                  <a:srgbClr val="50658E"/>
                </a:solidFill>
                <a:latin typeface="IBM Plex Sans"/>
                <a:ea typeface="IBM Plex Sans"/>
                <a:cs typeface="IBM Plex Sans"/>
              </a:endParaRPr>
            </a:p>
          </p:txBody>
        </p:sp>
      </p:grpSp>
      <p:sp>
        <p:nvSpPr>
          <p:cNvPr id="27" name="node13"/>
          <p:cNvSpPr/>
          <p:nvPr/>
        </p:nvSpPr>
        <p:spPr>
          <a:xfrm>
            <a:off x="3467100" y="3505200"/>
            <a:ext cx="2514600" cy="9525"/>
          </a:xfrm>
          <a:prstGeom prst="rect">
            <a:avLst/>
          </a:prstGeom>
          <a:solidFill>
            <a:srgbClr val="CED7E6"/>
          </a:solidFill>
          <a:ln>
            <a:noFill/>
          </a:ln>
        </p:spPr>
      </p:sp>
      <p:grpSp>
        <p:nvGrpSpPr>
          <p:cNvPr id="71" name="node14"/>
          <p:cNvGrpSpPr/>
          <p:nvPr/>
        </p:nvGrpSpPr>
        <p:grpSpPr>
          <a:xfrm>
            <a:off x="3467100" y="3657600"/>
            <a:ext cx="2514600" cy="762000"/>
            <a:chOff x="3467100" y="3657600"/>
            <a:chExt cx="2514600" cy="762000"/>
          </a:xfrm>
        </p:grpSpPr>
        <p:sp>
          <p:nvSpPr>
            <p:cNvPr id="28" name="node14.source-001.bullet"/>
            <p:cNvSpPr/>
            <p:nvPr/>
          </p:nvSpPr>
          <p:spPr>
            <a:xfrm>
              <a:off x="3467100" y="3746500"/>
              <a:ext cx="38100" cy="38100"/>
            </a:xfrm>
            <a:prstGeom prst="rect">
              <a:avLst/>
            </a:prstGeom>
            <a:solidFill>
              <a:srgbClr val="070154"/>
            </a:solidFill>
            <a:ln>
              <a:noFill/>
            </a:ln>
          </p:spPr>
        </p:sp>
        <p:sp>
          <p:nvSpPr>
            <p:cNvPr id="29" name="node14.source-001.text"/>
            <p:cNvSpPr/>
            <p:nvPr/>
          </p:nvSpPr>
          <p:spPr>
            <a:xfrm>
              <a:off x="3619500" y="36576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38,000 hours a year freed</a:t>
              </a:r>
              <a:endParaRPr lang="en-US" sz="1200" spc="0" kern="0" b="0" i="0" dirty="0">
                <a:solidFill>
                  <a:srgbClr val="070154"/>
                </a:solidFill>
                <a:latin typeface="IBM Plex Sans"/>
                <a:ea typeface="IBM Plex Sans"/>
                <a:cs typeface="IBM Plex Sans"/>
              </a:endParaRPr>
            </a:p>
          </p:txBody>
        </p:sp>
        <p:sp>
          <p:nvSpPr>
            <p:cNvPr id="30" name="node14.source-002.bullet"/>
            <p:cNvSpPr/>
            <p:nvPr/>
          </p:nvSpPr>
          <p:spPr>
            <a:xfrm>
              <a:off x="3467100" y="4013200"/>
              <a:ext cx="38100" cy="38100"/>
            </a:xfrm>
            <a:prstGeom prst="rect">
              <a:avLst/>
            </a:prstGeom>
            <a:solidFill>
              <a:srgbClr val="070154"/>
            </a:solidFill>
            <a:ln>
              <a:noFill/>
            </a:ln>
          </p:spPr>
        </p:sp>
        <p:sp>
          <p:nvSpPr>
            <p:cNvPr id="31" name="node14.source-002.text"/>
            <p:cNvSpPr/>
            <p:nvPr/>
          </p:nvSpPr>
          <p:spPr>
            <a:xfrm>
              <a:off x="3619500" y="39243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Valued at loaded cost</a:t>
              </a:r>
              <a:endParaRPr lang="en-US" sz="1200" spc="0" kern="0" b="0" i="0" dirty="0">
                <a:solidFill>
                  <a:srgbClr val="070154"/>
                </a:solidFill>
                <a:latin typeface="IBM Plex Sans"/>
                <a:ea typeface="IBM Plex Sans"/>
                <a:cs typeface="IBM Plex Sans"/>
              </a:endParaRPr>
            </a:p>
          </p:txBody>
        </p:sp>
        <p:sp>
          <p:nvSpPr>
            <p:cNvPr id="32" name="node14.source-003.bullet"/>
            <p:cNvSpPr/>
            <p:nvPr/>
          </p:nvSpPr>
          <p:spPr>
            <a:xfrm>
              <a:off x="3467100" y="4279900"/>
              <a:ext cx="38100" cy="38100"/>
            </a:xfrm>
            <a:prstGeom prst="rect">
              <a:avLst/>
            </a:prstGeom>
            <a:solidFill>
              <a:srgbClr val="070154"/>
            </a:solidFill>
            <a:ln>
              <a:noFill/>
            </a:ln>
          </p:spPr>
        </p:sp>
        <p:sp>
          <p:nvSpPr>
            <p:cNvPr id="33" name="node14.source-003.text"/>
            <p:cNvSpPr/>
            <p:nvPr/>
          </p:nvSpPr>
          <p:spPr>
            <a:xfrm>
              <a:off x="3619500" y="41910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Redeployed, not removed</a:t>
              </a:r>
              <a:endParaRPr lang="en-US" sz="1200" spc="0" kern="0" b="0" i="0" dirty="0">
                <a:solidFill>
                  <a:srgbClr val="070154"/>
                </a:solidFill>
                <a:latin typeface="IBM Plex Sans"/>
                <a:ea typeface="IBM Plex Sans"/>
                <a:cs typeface="IBM Plex Sans"/>
              </a:endParaRPr>
            </a:p>
          </p:txBody>
        </p:sp>
      </p:grpSp>
      <p:grpSp>
        <p:nvGrpSpPr>
          <p:cNvPr id="72" name="node15"/>
          <p:cNvGrpSpPr/>
          <p:nvPr/>
        </p:nvGrpSpPr>
        <p:grpSpPr>
          <a:xfrm>
            <a:off x="3467100" y="5257800"/>
            <a:ext cx="2514600" cy="457200"/>
            <a:chOff x="3467100" y="5257800"/>
            <a:chExt cx="2514600" cy="457200"/>
          </a:xfrm>
        </p:grpSpPr>
        <p:sp>
          <p:nvSpPr>
            <p:cNvPr id="34" name="node15.surface"/>
            <p:cNvSpPr/>
            <p:nvPr/>
          </p:nvSpPr>
          <p:spPr>
            <a:xfrm>
              <a:off x="3467100" y="5257800"/>
              <a:ext cx="2514600" cy="457200"/>
            </a:xfrm>
            <a:prstGeom prst="rect">
              <a:avLst/>
            </a:prstGeom>
            <a:solidFill>
              <a:srgbClr val="CED7E6"/>
            </a:solidFill>
            <a:ln>
              <a:noFill/>
            </a:ln>
          </p:spPr>
        </p:sp>
        <p:sp>
          <p:nvSpPr>
            <p:cNvPr id="35" name="node15.text"/>
            <p:cNvSpPr/>
            <p:nvPr/>
          </p:nvSpPr>
          <p:spPr>
            <a:xfrm>
              <a:off x="3619500" y="5372100"/>
              <a:ext cx="2209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Counted in ROI</a:t>
              </a:r>
              <a:endParaRPr lang="en-US" sz="1200" spc="0" kern="0" b="0" i="0" dirty="0">
                <a:solidFill>
                  <a:srgbClr val="070154"/>
                </a:solidFill>
                <a:latin typeface="IBM Plex Sans"/>
                <a:ea typeface="IBM Plex Sans"/>
                <a:cs typeface="IBM Plex Sans"/>
              </a:endParaRPr>
            </a:p>
          </p:txBody>
        </p:sp>
      </p:grpSp>
      <p:grpSp>
        <p:nvGrpSpPr>
          <p:cNvPr id="73" name="node16"/>
          <p:cNvGrpSpPr/>
          <p:nvPr/>
        </p:nvGrpSpPr>
        <p:grpSpPr>
          <a:xfrm>
            <a:off x="6210300" y="2362200"/>
            <a:ext cx="2514600" cy="152400"/>
            <a:chOff x="6210300" y="2362200"/>
            <a:chExt cx="2514600" cy="152400"/>
          </a:xfrm>
        </p:grpSpPr>
        <p:sp>
          <p:nvSpPr>
            <p:cNvPr id="36" name="node16.text"/>
            <p:cNvSpPr/>
            <p:nvPr/>
          </p:nvSpPr>
          <p:spPr>
            <a:xfrm>
              <a:off x="6210300" y="23622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RISK AVOIDED</a:t>
              </a:r>
              <a:endParaRPr lang="en-US" sz="900" spc="54" kern="0" b="0" i="0" dirty="0">
                <a:solidFill>
                  <a:srgbClr val="0047FF"/>
                </a:solidFill>
                <a:latin typeface="IBM Plex Mono Medium"/>
                <a:ea typeface="IBM Plex Mono Medium"/>
                <a:cs typeface="IBM Plex Mono Medium"/>
              </a:endParaRPr>
            </a:p>
          </p:txBody>
        </p:sp>
      </p:grpSp>
      <p:grpSp>
        <p:nvGrpSpPr>
          <p:cNvPr id="74" name="node17"/>
          <p:cNvGrpSpPr/>
          <p:nvPr/>
        </p:nvGrpSpPr>
        <p:grpSpPr>
          <a:xfrm>
            <a:off x="6210300" y="2590800"/>
            <a:ext cx="2514600" cy="458978"/>
            <a:chOff x="6210300" y="2590800"/>
            <a:chExt cx="2514600" cy="458978"/>
          </a:xfrm>
        </p:grpSpPr>
        <p:sp>
          <p:nvSpPr>
            <p:cNvPr id="37" name="node17.text"/>
            <p:cNvSpPr/>
            <p:nvPr/>
          </p:nvSpPr>
          <p:spPr>
            <a:xfrm>
              <a:off x="6210300" y="2590800"/>
              <a:ext cx="2514600" cy="458978"/>
            </a:xfrm>
            <a:prstGeom prst="rect">
              <a:avLst/>
            </a:prstGeom>
            <a:noFill/>
            <a:ln/>
          </p:spPr>
          <p:txBody>
            <a:bodyPr wrap="square" lIns="0" tIns="0" rIns="0" bIns="0" rtlCol="0" anchor="t"/>
            <a:lstStyle/>
            <a:p>
              <a:pPr algn="l" indent="0" marL="0">
                <a:lnSpc>
                  <a:spcPts val="3600"/>
                </a:lnSpc>
                <a:buNone/>
              </a:pPr>
              <a:r>
                <a:rPr lang="en-US" sz="3600" spc="-72" kern="0" b="0" i="0" dirty="0">
                  <a:solidFill>
                    <a:srgbClr val="070154"/>
                  </a:solidFill>
                  <a:latin typeface="IBM Plex Mono SemiBold"/>
                  <a:ea typeface="IBM Plex Mono SemiBold"/>
                  <a:cs typeface="IBM Plex Mono SemiBold"/>
                </a:rPr>
                <a:t>$0.1M</a:t>
              </a:r>
              <a:endParaRPr lang="en-US" sz="3600" spc="-72" kern="0" b="0" i="0" dirty="0">
                <a:solidFill>
                  <a:srgbClr val="070154"/>
                </a:solidFill>
                <a:latin typeface="IBM Plex Mono SemiBold"/>
                <a:ea typeface="IBM Plex Mono SemiBold"/>
                <a:cs typeface="IBM Plex Mono SemiBold"/>
              </a:endParaRPr>
            </a:p>
          </p:txBody>
        </p:sp>
      </p:grpSp>
      <p:grpSp>
        <p:nvGrpSpPr>
          <p:cNvPr id="75" name="node18"/>
          <p:cNvGrpSpPr/>
          <p:nvPr/>
        </p:nvGrpSpPr>
        <p:grpSpPr>
          <a:xfrm>
            <a:off x="6210300" y="3200400"/>
            <a:ext cx="2514600" cy="228600"/>
            <a:chOff x="6210300" y="3200400"/>
            <a:chExt cx="2514600" cy="228600"/>
          </a:xfrm>
        </p:grpSpPr>
        <p:sp>
          <p:nvSpPr>
            <p:cNvPr id="38" name="node18.text"/>
            <p:cNvSpPr/>
            <p:nvPr/>
          </p:nvSpPr>
          <p:spPr>
            <a:xfrm>
              <a:off x="6210300" y="3200400"/>
              <a:ext cx="2514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Expected loss</a:t>
              </a:r>
              <a:endParaRPr lang="en-US" sz="1200" spc="0" kern="0" b="0" i="0" dirty="0">
                <a:solidFill>
                  <a:srgbClr val="50658E"/>
                </a:solidFill>
                <a:latin typeface="IBM Plex Sans"/>
                <a:ea typeface="IBM Plex Sans"/>
                <a:cs typeface="IBM Plex Sans"/>
              </a:endParaRPr>
            </a:p>
          </p:txBody>
        </p:sp>
      </p:grpSp>
      <p:sp>
        <p:nvSpPr>
          <p:cNvPr id="39" name="node19"/>
          <p:cNvSpPr/>
          <p:nvPr/>
        </p:nvSpPr>
        <p:spPr>
          <a:xfrm>
            <a:off x="6210300" y="3505200"/>
            <a:ext cx="2514600" cy="9525"/>
          </a:xfrm>
          <a:prstGeom prst="rect">
            <a:avLst/>
          </a:prstGeom>
          <a:solidFill>
            <a:srgbClr val="CED7E6"/>
          </a:solidFill>
          <a:ln>
            <a:noFill/>
          </a:ln>
        </p:spPr>
      </p:sp>
      <p:grpSp>
        <p:nvGrpSpPr>
          <p:cNvPr id="76" name="node20"/>
          <p:cNvGrpSpPr/>
          <p:nvPr/>
        </p:nvGrpSpPr>
        <p:grpSpPr>
          <a:xfrm>
            <a:off x="6210300" y="3657600"/>
            <a:ext cx="2514600" cy="762000"/>
            <a:chOff x="6210300" y="3657600"/>
            <a:chExt cx="2514600" cy="762000"/>
          </a:xfrm>
        </p:grpSpPr>
        <p:sp>
          <p:nvSpPr>
            <p:cNvPr id="40" name="node20.source-001.bullet"/>
            <p:cNvSpPr/>
            <p:nvPr/>
          </p:nvSpPr>
          <p:spPr>
            <a:xfrm>
              <a:off x="6210300" y="3746500"/>
              <a:ext cx="38100" cy="38100"/>
            </a:xfrm>
            <a:prstGeom prst="rect">
              <a:avLst/>
            </a:prstGeom>
            <a:solidFill>
              <a:srgbClr val="070154"/>
            </a:solidFill>
            <a:ln>
              <a:noFill/>
            </a:ln>
          </p:spPr>
        </p:sp>
        <p:sp>
          <p:nvSpPr>
            <p:cNvPr id="41" name="node20.source-001.text"/>
            <p:cNvSpPr/>
            <p:nvPr/>
          </p:nvSpPr>
          <p:spPr>
            <a:xfrm>
              <a:off x="6362700" y="36576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Fewer open audit findings</a:t>
              </a:r>
              <a:endParaRPr lang="en-US" sz="1200" spc="0" kern="0" b="0" i="0" dirty="0">
                <a:solidFill>
                  <a:srgbClr val="070154"/>
                </a:solidFill>
                <a:latin typeface="IBM Plex Sans"/>
                <a:ea typeface="IBM Plex Sans"/>
                <a:cs typeface="IBM Plex Sans"/>
              </a:endParaRPr>
            </a:p>
          </p:txBody>
        </p:sp>
        <p:sp>
          <p:nvSpPr>
            <p:cNvPr id="42" name="node20.source-002.bullet"/>
            <p:cNvSpPr/>
            <p:nvPr/>
          </p:nvSpPr>
          <p:spPr>
            <a:xfrm>
              <a:off x="6210300" y="4013200"/>
              <a:ext cx="38100" cy="38100"/>
            </a:xfrm>
            <a:prstGeom prst="rect">
              <a:avLst/>
            </a:prstGeom>
            <a:solidFill>
              <a:srgbClr val="070154"/>
            </a:solidFill>
            <a:ln>
              <a:noFill/>
            </a:ln>
          </p:spPr>
        </p:sp>
        <p:sp>
          <p:nvSpPr>
            <p:cNvPr id="43" name="node20.source-002.text"/>
            <p:cNvSpPr/>
            <p:nvPr/>
          </p:nvSpPr>
          <p:spPr>
            <a:xfrm>
              <a:off x="6362700" y="39243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Probability times impact</a:t>
              </a:r>
              <a:endParaRPr lang="en-US" sz="1200" spc="0" kern="0" b="0" i="0" dirty="0">
                <a:solidFill>
                  <a:srgbClr val="070154"/>
                </a:solidFill>
                <a:latin typeface="IBM Plex Sans"/>
                <a:ea typeface="IBM Plex Sans"/>
                <a:cs typeface="IBM Plex Sans"/>
              </a:endParaRPr>
            </a:p>
          </p:txBody>
        </p:sp>
        <p:sp>
          <p:nvSpPr>
            <p:cNvPr id="44" name="node20.source-003.bullet"/>
            <p:cNvSpPr/>
            <p:nvPr/>
          </p:nvSpPr>
          <p:spPr>
            <a:xfrm>
              <a:off x="6210300" y="4279900"/>
              <a:ext cx="38100" cy="38100"/>
            </a:xfrm>
            <a:prstGeom prst="rect">
              <a:avLst/>
            </a:prstGeom>
            <a:solidFill>
              <a:srgbClr val="070154"/>
            </a:solidFill>
            <a:ln>
              <a:noFill/>
            </a:ln>
          </p:spPr>
        </p:sp>
        <p:sp>
          <p:nvSpPr>
            <p:cNvPr id="45" name="node20.source-003.text"/>
            <p:cNvSpPr/>
            <p:nvPr/>
          </p:nvSpPr>
          <p:spPr>
            <a:xfrm>
              <a:off x="6362700" y="41910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Reviewed with Compliance</a:t>
              </a:r>
              <a:endParaRPr lang="en-US" sz="1200" spc="0" kern="0" b="0" i="0" dirty="0">
                <a:solidFill>
                  <a:srgbClr val="070154"/>
                </a:solidFill>
                <a:latin typeface="IBM Plex Sans"/>
                <a:ea typeface="IBM Plex Sans"/>
                <a:cs typeface="IBM Plex Sans"/>
              </a:endParaRPr>
            </a:p>
          </p:txBody>
        </p:sp>
      </p:grpSp>
      <p:grpSp>
        <p:nvGrpSpPr>
          <p:cNvPr id="77" name="node21"/>
          <p:cNvGrpSpPr/>
          <p:nvPr/>
        </p:nvGrpSpPr>
        <p:grpSpPr>
          <a:xfrm>
            <a:off x="6210300" y="5257800"/>
            <a:ext cx="2514600" cy="457200"/>
            <a:chOff x="6210300" y="5257800"/>
            <a:chExt cx="2514600" cy="457200"/>
          </a:xfrm>
        </p:grpSpPr>
        <p:sp>
          <p:nvSpPr>
            <p:cNvPr id="46" name="node21.surface"/>
            <p:cNvSpPr/>
            <p:nvPr/>
          </p:nvSpPr>
          <p:spPr>
            <a:xfrm>
              <a:off x="6210300" y="5257800"/>
              <a:ext cx="2514600" cy="457200"/>
            </a:xfrm>
            <a:prstGeom prst="rect">
              <a:avLst/>
            </a:prstGeom>
            <a:solidFill>
              <a:srgbClr val="CED7E6"/>
            </a:solidFill>
            <a:ln>
              <a:noFill/>
            </a:ln>
          </p:spPr>
        </p:sp>
        <p:sp>
          <p:nvSpPr>
            <p:cNvPr id="47" name="node21.text"/>
            <p:cNvSpPr/>
            <p:nvPr/>
          </p:nvSpPr>
          <p:spPr>
            <a:xfrm>
              <a:off x="6362700" y="5372100"/>
              <a:ext cx="2209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Counted in ROI</a:t>
              </a:r>
              <a:endParaRPr lang="en-US" sz="1200" spc="0" kern="0" b="0" i="0" dirty="0">
                <a:solidFill>
                  <a:srgbClr val="070154"/>
                </a:solidFill>
                <a:latin typeface="IBM Plex Sans"/>
                <a:ea typeface="IBM Plex Sans"/>
                <a:cs typeface="IBM Plex Sans"/>
              </a:endParaRPr>
            </a:p>
          </p:txBody>
        </p:sp>
      </p:grpSp>
      <p:grpSp>
        <p:nvGrpSpPr>
          <p:cNvPr id="78" name="node22"/>
          <p:cNvGrpSpPr/>
          <p:nvPr/>
        </p:nvGrpSpPr>
        <p:grpSpPr>
          <a:xfrm>
            <a:off x="8953500" y="2362200"/>
            <a:ext cx="2514600" cy="152400"/>
            <a:chOff x="8953500" y="2362200"/>
            <a:chExt cx="2514600" cy="152400"/>
          </a:xfrm>
        </p:grpSpPr>
        <p:sp>
          <p:nvSpPr>
            <p:cNvPr id="48" name="node22.text"/>
            <p:cNvSpPr/>
            <p:nvPr/>
          </p:nvSpPr>
          <p:spPr>
            <a:xfrm>
              <a:off x="8953500" y="23622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STRATEGIC VALUE</a:t>
              </a:r>
              <a:endParaRPr lang="en-US" sz="900" spc="54" kern="0" b="0" i="0" dirty="0">
                <a:solidFill>
                  <a:srgbClr val="0047FF"/>
                </a:solidFill>
                <a:latin typeface="IBM Plex Mono Medium"/>
                <a:ea typeface="IBM Plex Mono Medium"/>
                <a:cs typeface="IBM Plex Mono Medium"/>
              </a:endParaRPr>
            </a:p>
          </p:txBody>
        </p:sp>
      </p:grpSp>
      <p:grpSp>
        <p:nvGrpSpPr>
          <p:cNvPr id="79" name="node23"/>
          <p:cNvGrpSpPr/>
          <p:nvPr/>
        </p:nvGrpSpPr>
        <p:grpSpPr>
          <a:xfrm>
            <a:off x="8953500" y="2590800"/>
            <a:ext cx="2514600" cy="458978"/>
            <a:chOff x="8953500" y="2590800"/>
            <a:chExt cx="2514600" cy="458978"/>
          </a:xfrm>
        </p:grpSpPr>
        <p:sp>
          <p:nvSpPr>
            <p:cNvPr id="49" name="node23.text"/>
            <p:cNvSpPr/>
            <p:nvPr/>
          </p:nvSpPr>
          <p:spPr>
            <a:xfrm>
              <a:off x="8953500" y="2590800"/>
              <a:ext cx="2514600" cy="458978"/>
            </a:xfrm>
            <a:prstGeom prst="rect">
              <a:avLst/>
            </a:prstGeom>
            <a:noFill/>
            <a:ln/>
          </p:spPr>
          <p:txBody>
            <a:bodyPr wrap="square" lIns="0" tIns="0" rIns="0" bIns="0" rtlCol="0" anchor="t"/>
            <a:lstStyle/>
            <a:p>
              <a:pPr algn="l" indent="0" marL="0">
                <a:lnSpc>
                  <a:spcPts val="3600"/>
                </a:lnSpc>
                <a:buNone/>
              </a:pPr>
              <a:r>
                <a:rPr lang="en-US" sz="3600" spc="-72" kern="0" b="0" i="0" dirty="0">
                  <a:solidFill>
                    <a:srgbClr val="070154"/>
                  </a:solidFill>
                  <a:latin typeface="IBM Plex Mono SemiBold"/>
                  <a:ea typeface="IBM Plex Mono SemiBold"/>
                  <a:cs typeface="IBM Plex Mono SemiBold"/>
                </a:rPr>
                <a:t>Excluded</a:t>
              </a:r>
              <a:endParaRPr lang="en-US" sz="3600" spc="-72" kern="0" b="0" i="0" dirty="0">
                <a:solidFill>
                  <a:srgbClr val="070154"/>
                </a:solidFill>
                <a:latin typeface="IBM Plex Mono SemiBold"/>
                <a:ea typeface="IBM Plex Mono SemiBold"/>
                <a:cs typeface="IBM Plex Mono SemiBold"/>
              </a:endParaRPr>
            </a:p>
          </p:txBody>
        </p:sp>
      </p:grpSp>
      <p:grpSp>
        <p:nvGrpSpPr>
          <p:cNvPr id="80" name="node24"/>
          <p:cNvGrpSpPr/>
          <p:nvPr/>
        </p:nvGrpSpPr>
        <p:grpSpPr>
          <a:xfrm>
            <a:off x="8953500" y="3200400"/>
            <a:ext cx="2514600" cy="228600"/>
            <a:chOff x="8953500" y="3200400"/>
            <a:chExt cx="2514600" cy="228600"/>
          </a:xfrm>
        </p:grpSpPr>
        <p:sp>
          <p:nvSpPr>
            <p:cNvPr id="50" name="node24.text"/>
            <p:cNvSpPr/>
            <p:nvPr/>
          </p:nvSpPr>
          <p:spPr>
            <a:xfrm>
              <a:off x="8953500" y="3200400"/>
              <a:ext cx="2514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Tracked, not banked</a:t>
              </a:r>
              <a:endParaRPr lang="en-US" sz="1200" spc="0" kern="0" b="0" i="0" dirty="0">
                <a:solidFill>
                  <a:srgbClr val="50658E"/>
                </a:solidFill>
                <a:latin typeface="IBM Plex Sans"/>
                <a:ea typeface="IBM Plex Sans"/>
                <a:cs typeface="IBM Plex Sans"/>
              </a:endParaRPr>
            </a:p>
          </p:txBody>
        </p:sp>
      </p:grpSp>
      <p:sp>
        <p:nvSpPr>
          <p:cNvPr id="51" name="node25"/>
          <p:cNvSpPr/>
          <p:nvPr/>
        </p:nvSpPr>
        <p:spPr>
          <a:xfrm>
            <a:off x="8953500" y="3505200"/>
            <a:ext cx="2514600" cy="9525"/>
          </a:xfrm>
          <a:prstGeom prst="rect">
            <a:avLst/>
          </a:prstGeom>
          <a:solidFill>
            <a:srgbClr val="CED7E6"/>
          </a:solidFill>
          <a:ln>
            <a:noFill/>
          </a:ln>
        </p:spPr>
      </p:sp>
      <p:grpSp>
        <p:nvGrpSpPr>
          <p:cNvPr id="81" name="node26"/>
          <p:cNvGrpSpPr/>
          <p:nvPr/>
        </p:nvGrpSpPr>
        <p:grpSpPr>
          <a:xfrm>
            <a:off x="8953500" y="3657600"/>
            <a:ext cx="2514600" cy="990600"/>
            <a:chOff x="8953500" y="3657600"/>
            <a:chExt cx="2514600" cy="990600"/>
          </a:xfrm>
        </p:grpSpPr>
        <p:sp>
          <p:nvSpPr>
            <p:cNvPr id="52" name="node26.source-001.bullet"/>
            <p:cNvSpPr/>
            <p:nvPr/>
          </p:nvSpPr>
          <p:spPr>
            <a:xfrm>
              <a:off x="8953500" y="3746500"/>
              <a:ext cx="38100" cy="38100"/>
            </a:xfrm>
            <a:prstGeom prst="rect">
              <a:avLst/>
            </a:prstGeom>
            <a:solidFill>
              <a:srgbClr val="070154"/>
            </a:solidFill>
            <a:ln>
              <a:noFill/>
            </a:ln>
          </p:spPr>
        </p:sp>
        <p:sp>
          <p:nvSpPr>
            <p:cNvPr id="53" name="node26.source-001.text"/>
            <p:cNvSpPr/>
            <p:nvPr/>
          </p:nvSpPr>
          <p:spPr>
            <a:xfrm>
              <a:off x="9105900" y="3657600"/>
              <a:ext cx="23622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Faster clinical and financial decisions</a:t>
              </a:r>
              <a:endParaRPr lang="en-US" sz="1200" spc="0" kern="0" b="0" i="0" dirty="0">
                <a:solidFill>
                  <a:srgbClr val="070154"/>
                </a:solidFill>
                <a:latin typeface="IBM Plex Sans"/>
                <a:ea typeface="IBM Plex Sans"/>
                <a:cs typeface="IBM Plex Sans"/>
              </a:endParaRPr>
            </a:p>
          </p:txBody>
        </p:sp>
        <p:sp>
          <p:nvSpPr>
            <p:cNvPr id="54" name="node26.source-002.bullet"/>
            <p:cNvSpPr/>
            <p:nvPr/>
          </p:nvSpPr>
          <p:spPr>
            <a:xfrm>
              <a:off x="8953500" y="4241800"/>
              <a:ext cx="38100" cy="38100"/>
            </a:xfrm>
            <a:prstGeom prst="rect">
              <a:avLst/>
            </a:prstGeom>
            <a:solidFill>
              <a:srgbClr val="070154"/>
            </a:solidFill>
            <a:ln>
              <a:noFill/>
            </a:ln>
          </p:spPr>
        </p:sp>
        <p:sp>
          <p:nvSpPr>
            <p:cNvPr id="55" name="node26.source-002.text"/>
            <p:cNvSpPr/>
            <p:nvPr/>
          </p:nvSpPr>
          <p:spPr>
            <a:xfrm>
              <a:off x="9105900" y="41529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Audit readiness</a:t>
              </a:r>
              <a:endParaRPr lang="en-US" sz="1200" spc="0" kern="0" b="0" i="0" dirty="0">
                <a:solidFill>
                  <a:srgbClr val="070154"/>
                </a:solidFill>
                <a:latin typeface="IBM Plex Sans"/>
                <a:ea typeface="IBM Plex Sans"/>
                <a:cs typeface="IBM Plex Sans"/>
              </a:endParaRPr>
            </a:p>
          </p:txBody>
        </p:sp>
        <p:sp>
          <p:nvSpPr>
            <p:cNvPr id="56" name="node26.source-003.bullet"/>
            <p:cNvSpPr/>
            <p:nvPr/>
          </p:nvSpPr>
          <p:spPr>
            <a:xfrm>
              <a:off x="8953500" y="4508500"/>
              <a:ext cx="38100" cy="38100"/>
            </a:xfrm>
            <a:prstGeom prst="rect">
              <a:avLst/>
            </a:prstGeom>
            <a:solidFill>
              <a:srgbClr val="070154"/>
            </a:solidFill>
            <a:ln>
              <a:noFill/>
            </a:ln>
          </p:spPr>
        </p:sp>
        <p:sp>
          <p:nvSpPr>
            <p:cNvPr id="57" name="node26.source-003.text"/>
            <p:cNvSpPr/>
            <p:nvPr/>
          </p:nvSpPr>
          <p:spPr>
            <a:xfrm>
              <a:off x="9105900" y="44196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Retention of finance talent</a:t>
              </a:r>
              <a:endParaRPr lang="en-US" sz="1200" spc="0" kern="0" b="0" i="0" dirty="0">
                <a:solidFill>
                  <a:srgbClr val="070154"/>
                </a:solidFill>
                <a:latin typeface="IBM Plex Sans"/>
                <a:ea typeface="IBM Plex Sans"/>
                <a:cs typeface="IBM Plex Sans"/>
              </a:endParaRPr>
            </a:p>
          </p:txBody>
        </p:sp>
      </p:grpSp>
      <p:grpSp>
        <p:nvGrpSpPr>
          <p:cNvPr id="82" name="node27"/>
          <p:cNvGrpSpPr/>
          <p:nvPr/>
        </p:nvGrpSpPr>
        <p:grpSpPr>
          <a:xfrm>
            <a:off x="8953500" y="5257800"/>
            <a:ext cx="2514600" cy="457200"/>
            <a:chOff x="8953500" y="5257800"/>
            <a:chExt cx="2514600" cy="457200"/>
          </a:xfrm>
        </p:grpSpPr>
        <p:sp>
          <p:nvSpPr>
            <p:cNvPr id="58" name="node27.surface"/>
            <p:cNvSpPr/>
            <p:nvPr/>
          </p:nvSpPr>
          <p:spPr>
            <a:xfrm>
              <a:off x="8953500" y="5257800"/>
              <a:ext cx="2514600" cy="457200"/>
            </a:xfrm>
            <a:prstGeom prst="rect">
              <a:avLst/>
            </a:prstGeom>
            <a:solidFill>
              <a:srgbClr val="E8EEF8"/>
            </a:solidFill>
            <a:ln>
              <a:noFill/>
            </a:ln>
          </p:spPr>
        </p:sp>
        <p:sp>
          <p:nvSpPr>
            <p:cNvPr id="59" name="node27.text"/>
            <p:cNvSpPr/>
            <p:nvPr/>
          </p:nvSpPr>
          <p:spPr>
            <a:xfrm>
              <a:off x="9105900" y="5372100"/>
              <a:ext cx="2209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Excluded from ROI</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name="source-599">
    <p:spTree>
      <p:nvGrpSpPr>
        <p:cNvPr id="1" name=""/>
        <p:cNvGrpSpPr/>
        <p:nvPr/>
      </p:nvGrpSpPr>
      <p:grpSpPr>
        <a:xfrm>
          <a:off x="0" y="0"/>
          <a:ext cx="0" cy="0"/>
          <a:chOff x="0" y="0"/>
          <a:chExt cx="0" cy="0"/>
        </a:xfrm>
      </p:grpSpPr>
      <p:sp>
        <p:nvSpPr>
          <p:cNvPr id="3" name="eyebrow"/>
          <p:cNvSpPr/>
          <p:nvPr/>
        </p:nvSpPr>
        <p:spPr>
          <a:xfrm>
            <a:off x="723900" y="457200"/>
            <a:ext cx="70866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INVESTMENT AND VALUE</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70866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Cash and capacity are 96% of value</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70866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Sample figures for layout only; replace with current program data before use.</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FFFFFF"/>
                </a:solidFill>
                <a:latin typeface="IBM Plex Mono SemiBold"/>
                <a:ea typeface="IBM Plex Mono SemiBold"/>
                <a:cs typeface="IBM Plex Mono SemiBold"/>
              </a:rPr>
              <a:t>189</a:t>
            </a:fld>
            <a:endParaRPr lang="en-US" sz="700" spc="0" kern="0" b="0" i="0" dirty="0">
              <a:solidFill>
                <a:srgbClr val="FFFFFF"/>
              </a:solidFill>
              <a:latin typeface="IBM Plex Mono SemiBold"/>
              <a:ea typeface="IBM Plex Mono SemiBold"/>
              <a:cs typeface="IBM Plex Mono SemiBold"/>
            </a:endParaRPr>
          </a:p>
        </p:txBody>
      </p:sp>
      <p:grpSp>
        <p:nvGrpSpPr>
          <p:cNvPr id="35" name="node01"/>
          <p:cNvGrpSpPr/>
          <p:nvPr/>
        </p:nvGrpSpPr>
        <p:grpSpPr>
          <a:xfrm>
            <a:off x="723900" y="1600200"/>
            <a:ext cx="3429000" cy="3886200"/>
            <a:chOff x="723900" y="1600200"/>
            <a:chExt cx="3429000" cy="3886200"/>
          </a:xfrm>
        </p:grpSpPr>
        <p:sp>
          <p:nvSpPr>
            <p:cNvPr id="7" name="node01.title"/>
            <p:cNvSpPr/>
            <p:nvPr/>
          </p:nvSpPr>
          <p:spPr>
            <a:xfrm>
              <a:off x="723900" y="1600200"/>
              <a:ext cx="34290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Annual value by type</a:t>
              </a:r>
              <a:endParaRPr lang="en-US" sz="1800" spc="-18" kern="0" b="0" i="0" dirty="0">
                <a:solidFill>
                  <a:srgbClr val="070154"/>
                </a:solidFill>
                <a:latin typeface="IBM Plex Sans SemiBold"/>
                <a:ea typeface="IBM Plex Sans SemiBold"/>
                <a:cs typeface="IBM Plex Sans SemiBold"/>
              </a:endParaRPr>
            </a:p>
          </p:txBody>
        </p:sp>
        <p:graphicFrame>
          <p:nvGraphicFramePr>
            <p:cNvPr id="8" name="node01.native" descr=""/>
            <p:cNvGraphicFramePr/>
            <p:nvPr/>
          </p:nvGraphicFramePr>
          <p:xfrm>
            <a:off x="723900" y="2019300"/>
            <a:ext cx="3429000" cy="3467100"/>
          </p:xfrm>
          <a:graphic xmlns:a="http://schemas.openxmlformats.org/drawingml/2006/main">
            <a:graphicData uri="http://schemas.openxmlformats.org/drawingml/2006/chart">
              <c:chart xmlns:c="http://schemas.openxmlformats.org/drawingml/2006/chart" r:id="rId1"/>
            </a:graphicData>
          </a:graphic>
        </p:graphicFrame>
        <p:sp>
          <p:nvSpPr>
            <p:cNvPr id="9" name="node01.center.value"/>
            <p:cNvSpPr/>
            <p:nvPr/>
          </p:nvSpPr>
          <p:spPr>
            <a:xfrm>
              <a:off x="1752600" y="3600450"/>
              <a:ext cx="1371600" cy="304800"/>
            </a:xfrm>
            <a:prstGeom prst="rect">
              <a:avLst/>
            </a:prstGeom>
            <a:noFill/>
            <a:ln/>
          </p:spPr>
          <p:txBody>
            <a:bodyPr wrap="square" lIns="0" tIns="0" rIns="0" bIns="0" rtlCol="0" anchor="t"/>
            <a:lstStyle/>
            <a:p>
              <a:pPr algn="ctr" indent="0" marL="0">
                <a:lnSpc>
                  <a:spcPts val="2400"/>
                </a:lnSpc>
                <a:buNone/>
              </a:pPr>
              <a:r>
                <a:rPr lang="en-US" sz="1800" spc="0" kern="0" b="0" i="0" dirty="0">
                  <a:solidFill>
                    <a:srgbClr val="070154"/>
                  </a:solidFill>
                  <a:latin typeface="IBM Plex Mono SemiBold"/>
                  <a:ea typeface="IBM Plex Mono SemiBold"/>
                  <a:cs typeface="IBM Plex Mono SemiBold"/>
                </a:rPr>
                <a:t>$2.6M</a:t>
              </a:r>
              <a:endParaRPr lang="en-US" sz="1800" spc="0" kern="0" b="0" i="0" dirty="0">
                <a:solidFill>
                  <a:srgbClr val="070154"/>
                </a:solidFill>
                <a:latin typeface="IBM Plex Mono SemiBold"/>
                <a:ea typeface="IBM Plex Mono SemiBold"/>
                <a:cs typeface="IBM Plex Mono SemiBold"/>
              </a:endParaRPr>
            </a:p>
          </p:txBody>
        </p:sp>
        <p:sp>
          <p:nvSpPr>
            <p:cNvPr id="10" name="node01.center.label"/>
            <p:cNvSpPr/>
            <p:nvPr/>
          </p:nvSpPr>
          <p:spPr>
            <a:xfrm>
              <a:off x="1752600" y="3943350"/>
              <a:ext cx="13716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50658E"/>
                  </a:solidFill>
                  <a:latin typeface="IBM Plex Sans"/>
                  <a:ea typeface="IBM Plex Sans"/>
                  <a:cs typeface="IBM Plex Sans"/>
                </a:rPr>
                <a:t>a year</a:t>
              </a:r>
              <a:endParaRPr lang="en-US" sz="1200" spc="0" kern="0" b="0" i="0" dirty="0">
                <a:solidFill>
                  <a:srgbClr val="50658E"/>
                </a:solidFill>
                <a:latin typeface="IBM Plex Sans"/>
                <a:ea typeface="IBM Plex Sans"/>
                <a:cs typeface="IBM Plex Sans"/>
              </a:endParaRPr>
            </a:p>
          </p:txBody>
        </p:sp>
      </p:grpSp>
      <p:grpSp>
        <p:nvGrpSpPr>
          <p:cNvPr id="36" name="node02"/>
          <p:cNvGrpSpPr/>
          <p:nvPr/>
        </p:nvGrpSpPr>
        <p:grpSpPr>
          <a:xfrm>
            <a:off x="4381500" y="1600200"/>
            <a:ext cx="3429000" cy="152400"/>
            <a:chOff x="4381500" y="1600200"/>
            <a:chExt cx="3429000" cy="152400"/>
          </a:xfrm>
        </p:grpSpPr>
        <p:sp>
          <p:nvSpPr>
            <p:cNvPr id="11" name="node02.text"/>
            <p:cNvSpPr/>
            <p:nvPr/>
          </p:nvSpPr>
          <p:spPr>
            <a:xfrm>
              <a:off x="4381500" y="1600200"/>
              <a:ext cx="3429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WHAT EACH TYPE MEANS</a:t>
              </a:r>
              <a:endParaRPr lang="en-US" sz="900" spc="54" kern="0" b="0" i="0" dirty="0">
                <a:solidFill>
                  <a:srgbClr val="0047FF"/>
                </a:solidFill>
                <a:latin typeface="IBM Plex Mono Medium"/>
                <a:ea typeface="IBM Plex Mono Medium"/>
                <a:cs typeface="IBM Plex Mono Medium"/>
              </a:endParaRPr>
            </a:p>
          </p:txBody>
        </p:sp>
      </p:grpSp>
      <p:grpSp>
        <p:nvGrpSpPr>
          <p:cNvPr id="37" name="node03"/>
          <p:cNvGrpSpPr/>
          <p:nvPr/>
        </p:nvGrpSpPr>
        <p:grpSpPr>
          <a:xfrm>
            <a:off x="4381500" y="1905000"/>
            <a:ext cx="3429000" cy="457200"/>
            <a:chOff x="4381500" y="1905000"/>
            <a:chExt cx="3429000" cy="457200"/>
          </a:xfrm>
        </p:grpSpPr>
        <p:sp>
          <p:nvSpPr>
            <p:cNvPr id="12" name="node03.text"/>
            <p:cNvSpPr/>
            <p:nvPr/>
          </p:nvSpPr>
          <p:spPr>
            <a:xfrm>
              <a:off x="4381500" y="1905000"/>
              <a:ext cx="34290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Hard value shows up in the ledger: collected revenue, contract savings and avoided write-offs.</a:t>
              </a:r>
              <a:endParaRPr lang="en-US" sz="1200" spc="0" kern="0" b="0" i="0" dirty="0">
                <a:solidFill>
                  <a:srgbClr val="070154"/>
                </a:solidFill>
                <a:latin typeface="IBM Plex Sans"/>
                <a:ea typeface="IBM Plex Sans"/>
                <a:cs typeface="IBM Plex Sans"/>
              </a:endParaRPr>
            </a:p>
          </p:txBody>
        </p:sp>
      </p:grpSp>
      <p:grpSp>
        <p:nvGrpSpPr>
          <p:cNvPr id="38" name="node04"/>
          <p:cNvGrpSpPr/>
          <p:nvPr/>
        </p:nvGrpSpPr>
        <p:grpSpPr>
          <a:xfrm>
            <a:off x="4381500" y="2514600"/>
            <a:ext cx="3429000" cy="457200"/>
            <a:chOff x="4381500" y="2514600"/>
            <a:chExt cx="3429000" cy="457200"/>
          </a:xfrm>
        </p:grpSpPr>
        <p:sp>
          <p:nvSpPr>
            <p:cNvPr id="13" name="node04.text"/>
            <p:cNvSpPr/>
            <p:nvPr/>
          </p:nvSpPr>
          <p:spPr>
            <a:xfrm>
              <a:off x="4381500" y="2514600"/>
              <a:ext cx="34290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Capacity value is time released, valued at loaded cost and redeployed.</a:t>
              </a:r>
              <a:endParaRPr lang="en-US" sz="1200" spc="0" kern="0" b="0" i="0" dirty="0">
                <a:solidFill>
                  <a:srgbClr val="070154"/>
                </a:solidFill>
                <a:latin typeface="IBM Plex Sans"/>
                <a:ea typeface="IBM Plex Sans"/>
                <a:cs typeface="IBM Plex Sans"/>
              </a:endParaRPr>
            </a:p>
          </p:txBody>
        </p:sp>
      </p:grpSp>
      <p:grpSp>
        <p:nvGrpSpPr>
          <p:cNvPr id="39" name="node05"/>
          <p:cNvGrpSpPr/>
          <p:nvPr/>
        </p:nvGrpSpPr>
        <p:grpSpPr>
          <a:xfrm>
            <a:off x="4381500" y="3124200"/>
            <a:ext cx="3429000" cy="457200"/>
            <a:chOff x="4381500" y="3124200"/>
            <a:chExt cx="3429000" cy="457200"/>
          </a:xfrm>
        </p:grpSpPr>
        <p:sp>
          <p:nvSpPr>
            <p:cNvPr id="14" name="node05.text"/>
            <p:cNvSpPr/>
            <p:nvPr/>
          </p:nvSpPr>
          <p:spPr>
            <a:xfrm>
              <a:off x="4381500" y="3124200"/>
              <a:ext cx="34290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Risk avoided is expected loss: probability times impact.</a:t>
              </a:r>
              <a:endParaRPr lang="en-US" sz="1200" spc="0" kern="0" b="0" i="0" dirty="0">
                <a:solidFill>
                  <a:srgbClr val="070154"/>
                </a:solidFill>
                <a:latin typeface="IBM Plex Sans"/>
                <a:ea typeface="IBM Plex Sans"/>
                <a:cs typeface="IBM Plex Sans"/>
              </a:endParaRPr>
            </a:p>
          </p:txBody>
        </p:sp>
      </p:grpSp>
      <p:sp>
        <p:nvSpPr>
          <p:cNvPr id="15" name="node06"/>
          <p:cNvSpPr/>
          <p:nvPr/>
        </p:nvSpPr>
        <p:spPr>
          <a:xfrm>
            <a:off x="4381500" y="3733800"/>
            <a:ext cx="3429000" cy="9525"/>
          </a:xfrm>
          <a:prstGeom prst="rect">
            <a:avLst/>
          </a:prstGeom>
          <a:solidFill>
            <a:srgbClr val="CED7E6"/>
          </a:solidFill>
          <a:ln>
            <a:noFill/>
          </a:ln>
        </p:spPr>
      </p:sp>
      <p:grpSp>
        <p:nvGrpSpPr>
          <p:cNvPr id="40" name="node07"/>
          <p:cNvGrpSpPr/>
          <p:nvPr/>
        </p:nvGrpSpPr>
        <p:grpSpPr>
          <a:xfrm>
            <a:off x="4381500" y="3962400"/>
            <a:ext cx="1600200" cy="954850"/>
            <a:chOff x="4381500" y="3962400"/>
            <a:chExt cx="1600200" cy="954850"/>
          </a:xfrm>
        </p:grpSpPr>
        <p:sp>
          <p:nvSpPr>
            <p:cNvPr id="16" name="node07.value"/>
            <p:cNvSpPr/>
            <p:nvPr/>
          </p:nvSpPr>
          <p:spPr>
            <a:xfrm>
              <a:off x="4381500" y="3962400"/>
              <a:ext cx="1600200" cy="611950"/>
            </a:xfrm>
            <a:prstGeom prst="rect">
              <a:avLst/>
            </a:prstGeom>
            <a:noFill/>
            <a:ln/>
          </p:spPr>
          <p:txBody>
            <a:bodyPr wrap="square" lIns="0" tIns="0" rIns="0" bIns="0" rtlCol="0" anchor="t"/>
            <a:lstStyle/>
            <a:p>
              <a:pPr algn="l" indent="0" marL="0">
                <a:lnSpc>
                  <a:spcPts val="4800"/>
                </a:lnSpc>
                <a:buNone/>
              </a:pPr>
              <a:r>
                <a:rPr lang="en-US" sz="4800" spc="-96" kern="0" b="0" i="0" dirty="0">
                  <a:solidFill>
                    <a:srgbClr val="070154"/>
                  </a:solidFill>
                  <a:latin typeface="IBM Plex Mono SemiBold"/>
                  <a:ea typeface="IBM Plex Mono SemiBold"/>
                  <a:cs typeface="IBM Plex Mono SemiBold"/>
                </a:rPr>
                <a:t>58%</a:t>
              </a:r>
              <a:endParaRPr lang="en-US" sz="4800" spc="-96" kern="0" b="0" i="0" dirty="0">
                <a:solidFill>
                  <a:srgbClr val="070154"/>
                </a:solidFill>
                <a:latin typeface="IBM Plex Mono SemiBold"/>
                <a:ea typeface="IBM Plex Mono SemiBold"/>
                <a:cs typeface="IBM Plex Mono SemiBold"/>
              </a:endParaRPr>
            </a:p>
          </p:txBody>
        </p:sp>
        <p:sp>
          <p:nvSpPr>
            <p:cNvPr id="17" name="node07.label"/>
            <p:cNvSpPr/>
            <p:nvPr/>
          </p:nvSpPr>
          <p:spPr>
            <a:xfrm>
              <a:off x="4381500" y="4650550"/>
              <a:ext cx="16002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hard value</a:t>
              </a:r>
              <a:endParaRPr lang="en-US" sz="1400" spc="0" kern="0" b="0" i="0" dirty="0">
                <a:solidFill>
                  <a:srgbClr val="50658E"/>
                </a:solidFill>
                <a:latin typeface="IBM Plex Sans"/>
                <a:ea typeface="IBM Plex Sans"/>
                <a:cs typeface="IBM Plex Sans"/>
              </a:endParaRPr>
            </a:p>
          </p:txBody>
        </p:sp>
      </p:grpSp>
      <p:grpSp>
        <p:nvGrpSpPr>
          <p:cNvPr id="41" name="node08"/>
          <p:cNvGrpSpPr/>
          <p:nvPr/>
        </p:nvGrpSpPr>
        <p:grpSpPr>
          <a:xfrm>
            <a:off x="6210300" y="3962400"/>
            <a:ext cx="1600200" cy="954850"/>
            <a:chOff x="6210300" y="3962400"/>
            <a:chExt cx="1600200" cy="954850"/>
          </a:xfrm>
        </p:grpSpPr>
        <p:sp>
          <p:nvSpPr>
            <p:cNvPr id="18" name="node08.value"/>
            <p:cNvSpPr/>
            <p:nvPr/>
          </p:nvSpPr>
          <p:spPr>
            <a:xfrm>
              <a:off x="6210300" y="3962400"/>
              <a:ext cx="1600200" cy="611950"/>
            </a:xfrm>
            <a:prstGeom prst="rect">
              <a:avLst/>
            </a:prstGeom>
            <a:noFill/>
            <a:ln/>
          </p:spPr>
          <p:txBody>
            <a:bodyPr wrap="square" lIns="0" tIns="0" rIns="0" bIns="0" rtlCol="0" anchor="t"/>
            <a:lstStyle/>
            <a:p>
              <a:pPr algn="l" indent="0" marL="0">
                <a:lnSpc>
                  <a:spcPts val="4800"/>
                </a:lnSpc>
                <a:buNone/>
              </a:pPr>
              <a:r>
                <a:rPr lang="en-US" sz="4800" spc="-96" kern="0" b="0" i="0" dirty="0">
                  <a:solidFill>
                    <a:srgbClr val="070154"/>
                  </a:solidFill>
                  <a:latin typeface="IBM Plex Mono SemiBold"/>
                  <a:ea typeface="IBM Plex Mono SemiBold"/>
                  <a:cs typeface="IBM Plex Mono SemiBold"/>
                </a:rPr>
                <a:t>38%</a:t>
              </a:r>
              <a:endParaRPr lang="en-US" sz="4800" spc="-96" kern="0" b="0" i="0" dirty="0">
                <a:solidFill>
                  <a:srgbClr val="070154"/>
                </a:solidFill>
                <a:latin typeface="IBM Plex Mono SemiBold"/>
                <a:ea typeface="IBM Plex Mono SemiBold"/>
                <a:cs typeface="IBM Plex Mono SemiBold"/>
              </a:endParaRPr>
            </a:p>
          </p:txBody>
        </p:sp>
        <p:sp>
          <p:nvSpPr>
            <p:cNvPr id="19" name="node08.label"/>
            <p:cNvSpPr/>
            <p:nvPr/>
          </p:nvSpPr>
          <p:spPr>
            <a:xfrm>
              <a:off x="6210300" y="4650550"/>
              <a:ext cx="16002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capacity value</a:t>
              </a:r>
              <a:endParaRPr lang="en-US" sz="1400" spc="0" kern="0" b="0" i="0" dirty="0">
                <a:solidFill>
                  <a:srgbClr val="50658E"/>
                </a:solidFill>
                <a:latin typeface="IBM Plex Sans"/>
                <a:ea typeface="IBM Plex Sans"/>
                <a:cs typeface="IBM Plex Sans"/>
              </a:endParaRPr>
            </a:p>
          </p:txBody>
        </p:sp>
      </p:grpSp>
      <p:grpSp>
        <p:nvGrpSpPr>
          <p:cNvPr id="42" name="node09"/>
          <p:cNvGrpSpPr/>
          <p:nvPr/>
        </p:nvGrpSpPr>
        <p:grpSpPr>
          <a:xfrm>
            <a:off x="723900" y="5105400"/>
            <a:ext cx="7086600" cy="152400"/>
            <a:chOff x="723900" y="5105400"/>
            <a:chExt cx="7086600" cy="152400"/>
          </a:xfrm>
        </p:grpSpPr>
        <p:sp>
          <p:nvSpPr>
            <p:cNvPr id="20" name="node09.text"/>
            <p:cNvSpPr/>
            <p:nvPr/>
          </p:nvSpPr>
          <p:spPr>
            <a:xfrm>
              <a:off x="723900" y="5105400"/>
              <a:ext cx="7086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TREATMENT</a:t>
              </a:r>
              <a:endParaRPr lang="en-US" sz="900" spc="54" kern="0" b="0" i="0" dirty="0">
                <a:solidFill>
                  <a:srgbClr val="0047FF"/>
                </a:solidFill>
                <a:latin typeface="IBM Plex Mono Medium"/>
                <a:ea typeface="IBM Plex Mono Medium"/>
                <a:cs typeface="IBM Plex Mono Medium"/>
              </a:endParaRPr>
            </a:p>
          </p:txBody>
        </p:sp>
      </p:grpSp>
      <p:grpSp>
        <p:nvGrpSpPr>
          <p:cNvPr id="43" name="node10"/>
          <p:cNvGrpSpPr/>
          <p:nvPr/>
        </p:nvGrpSpPr>
        <p:grpSpPr>
          <a:xfrm>
            <a:off x="723900" y="5334000"/>
            <a:ext cx="7086600" cy="228600"/>
            <a:chOff x="723900" y="5334000"/>
            <a:chExt cx="7086600" cy="228600"/>
          </a:xfrm>
        </p:grpSpPr>
        <p:sp>
          <p:nvSpPr>
            <p:cNvPr id="21" name="node10.text"/>
            <p:cNvSpPr/>
            <p:nvPr/>
          </p:nvSpPr>
          <p:spPr>
            <a:xfrm>
              <a:off x="723900" y="5334000"/>
              <a:ext cx="708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Finance validates against the ledger; Compliance reviews the risk estimate yearly.</a:t>
              </a:r>
              <a:endParaRPr lang="en-US" sz="1200" spc="0" kern="0" b="0" i="0" dirty="0">
                <a:solidFill>
                  <a:srgbClr val="50658E"/>
                </a:solidFill>
                <a:latin typeface="IBM Plex Sans"/>
                <a:ea typeface="IBM Plex Sans"/>
                <a:cs typeface="IBM Plex Sans"/>
              </a:endParaRPr>
            </a:p>
          </p:txBody>
        </p:sp>
      </p:grpSp>
      <p:grpSp>
        <p:nvGrpSpPr>
          <p:cNvPr id="44" name="node11"/>
          <p:cNvGrpSpPr/>
          <p:nvPr/>
        </p:nvGrpSpPr>
        <p:grpSpPr>
          <a:xfrm>
            <a:off x="8953500" y="1600200"/>
            <a:ext cx="2514600" cy="152400"/>
            <a:chOff x="8953500" y="1600200"/>
            <a:chExt cx="2514600" cy="152400"/>
          </a:xfrm>
        </p:grpSpPr>
        <p:sp>
          <p:nvSpPr>
            <p:cNvPr id="22" name="node11.text"/>
            <p:cNvSpPr/>
            <p:nvPr/>
          </p:nvSpPr>
          <p:spPr>
            <a:xfrm>
              <a:off x="8953500" y="16002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CED7E6"/>
                  </a:solidFill>
                  <a:latin typeface="IBM Plex Mono Medium"/>
                  <a:ea typeface="IBM Plex Mono Medium"/>
                  <a:cs typeface="IBM Plex Mono Medium"/>
                </a:rPr>
                <a:t>NOT IN THE CASE</a:t>
              </a:r>
              <a:endParaRPr lang="en-US" sz="900" spc="54" kern="0" b="0" i="0" dirty="0">
                <a:solidFill>
                  <a:srgbClr val="CED7E6"/>
                </a:solidFill>
                <a:latin typeface="IBM Plex Mono Medium"/>
                <a:ea typeface="IBM Plex Mono Medium"/>
                <a:cs typeface="IBM Plex Mono Medium"/>
              </a:endParaRPr>
            </a:p>
          </p:txBody>
        </p:sp>
      </p:grpSp>
      <p:grpSp>
        <p:nvGrpSpPr>
          <p:cNvPr id="45" name="node12"/>
          <p:cNvGrpSpPr/>
          <p:nvPr/>
        </p:nvGrpSpPr>
        <p:grpSpPr>
          <a:xfrm>
            <a:off x="8953500" y="1905000"/>
            <a:ext cx="2514600" cy="1257300"/>
            <a:chOff x="8953500" y="1905000"/>
            <a:chExt cx="2514600" cy="1257300"/>
          </a:xfrm>
        </p:grpSpPr>
        <p:sp>
          <p:nvSpPr>
            <p:cNvPr id="23" name="node12.source-001.bullet"/>
            <p:cNvSpPr/>
            <p:nvPr/>
          </p:nvSpPr>
          <p:spPr>
            <a:xfrm>
              <a:off x="8953500" y="1993900"/>
              <a:ext cx="38100" cy="38100"/>
            </a:xfrm>
            <a:prstGeom prst="rect">
              <a:avLst/>
            </a:prstGeom>
            <a:solidFill>
              <a:srgbClr val="FFFFFF"/>
            </a:solidFill>
            <a:ln>
              <a:noFill/>
            </a:ln>
          </p:spPr>
        </p:sp>
        <p:sp>
          <p:nvSpPr>
            <p:cNvPr id="24" name="node12.source-001.text"/>
            <p:cNvSpPr/>
            <p:nvPr/>
          </p:nvSpPr>
          <p:spPr>
            <a:xfrm>
              <a:off x="9105900" y="1905000"/>
              <a:ext cx="23622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Faster clinical and financial decisions</a:t>
              </a:r>
              <a:endParaRPr lang="en-US" sz="1200" spc="0" kern="0" b="0" i="0" dirty="0">
                <a:solidFill>
                  <a:srgbClr val="FFFFFF"/>
                </a:solidFill>
                <a:latin typeface="IBM Plex Sans"/>
                <a:ea typeface="IBM Plex Sans"/>
                <a:cs typeface="IBM Plex Sans"/>
              </a:endParaRPr>
            </a:p>
          </p:txBody>
        </p:sp>
        <p:sp>
          <p:nvSpPr>
            <p:cNvPr id="25" name="node12.source-002.bullet"/>
            <p:cNvSpPr/>
            <p:nvPr/>
          </p:nvSpPr>
          <p:spPr>
            <a:xfrm>
              <a:off x="8953500" y="2489200"/>
              <a:ext cx="38100" cy="38100"/>
            </a:xfrm>
            <a:prstGeom prst="rect">
              <a:avLst/>
            </a:prstGeom>
            <a:solidFill>
              <a:srgbClr val="FFFFFF"/>
            </a:solidFill>
            <a:ln>
              <a:noFill/>
            </a:ln>
          </p:spPr>
        </p:sp>
        <p:sp>
          <p:nvSpPr>
            <p:cNvPr id="26" name="node12.source-002.text"/>
            <p:cNvSpPr/>
            <p:nvPr/>
          </p:nvSpPr>
          <p:spPr>
            <a:xfrm>
              <a:off x="9105900" y="24003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Audit readiness</a:t>
              </a:r>
              <a:endParaRPr lang="en-US" sz="1200" spc="0" kern="0" b="0" i="0" dirty="0">
                <a:solidFill>
                  <a:srgbClr val="FFFFFF"/>
                </a:solidFill>
                <a:latin typeface="IBM Plex Sans"/>
                <a:ea typeface="IBM Plex Sans"/>
                <a:cs typeface="IBM Plex Sans"/>
              </a:endParaRPr>
            </a:p>
          </p:txBody>
        </p:sp>
        <p:sp>
          <p:nvSpPr>
            <p:cNvPr id="27" name="node12.source-003.bullet"/>
            <p:cNvSpPr/>
            <p:nvPr/>
          </p:nvSpPr>
          <p:spPr>
            <a:xfrm>
              <a:off x="8953500" y="2755900"/>
              <a:ext cx="38100" cy="38100"/>
            </a:xfrm>
            <a:prstGeom prst="rect">
              <a:avLst/>
            </a:prstGeom>
            <a:solidFill>
              <a:srgbClr val="FFFFFF"/>
            </a:solidFill>
            <a:ln>
              <a:noFill/>
            </a:ln>
          </p:spPr>
        </p:sp>
        <p:sp>
          <p:nvSpPr>
            <p:cNvPr id="28" name="node12.source-003.text"/>
            <p:cNvSpPr/>
            <p:nvPr/>
          </p:nvSpPr>
          <p:spPr>
            <a:xfrm>
              <a:off x="9105900" y="26670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Retention of finance talent</a:t>
              </a:r>
              <a:endParaRPr lang="en-US" sz="1200" spc="0" kern="0" b="0" i="0" dirty="0">
                <a:solidFill>
                  <a:srgbClr val="FFFFFF"/>
                </a:solidFill>
                <a:latin typeface="IBM Plex Sans"/>
                <a:ea typeface="IBM Plex Sans"/>
                <a:cs typeface="IBM Plex Sans"/>
              </a:endParaRPr>
            </a:p>
          </p:txBody>
        </p:sp>
        <p:sp>
          <p:nvSpPr>
            <p:cNvPr id="29" name="node12.source-004.bullet"/>
            <p:cNvSpPr/>
            <p:nvPr/>
          </p:nvSpPr>
          <p:spPr>
            <a:xfrm>
              <a:off x="8953500" y="3022600"/>
              <a:ext cx="38100" cy="38100"/>
            </a:xfrm>
            <a:prstGeom prst="rect">
              <a:avLst/>
            </a:prstGeom>
            <a:solidFill>
              <a:srgbClr val="FFFFFF"/>
            </a:solidFill>
            <a:ln>
              <a:noFill/>
            </a:ln>
          </p:spPr>
        </p:sp>
        <p:sp>
          <p:nvSpPr>
            <p:cNvPr id="30" name="node12.source-004.text"/>
            <p:cNvSpPr/>
            <p:nvPr/>
          </p:nvSpPr>
          <p:spPr>
            <a:xfrm>
              <a:off x="9105900" y="29337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A platform for later waves</a:t>
              </a:r>
              <a:endParaRPr lang="en-US" sz="1200" spc="0" kern="0" b="0" i="0" dirty="0">
                <a:solidFill>
                  <a:srgbClr val="FFFFFF"/>
                </a:solidFill>
                <a:latin typeface="IBM Plex Sans"/>
                <a:ea typeface="IBM Plex Sans"/>
                <a:cs typeface="IBM Plex Sans"/>
              </a:endParaRPr>
            </a:p>
          </p:txBody>
        </p:sp>
      </p:grpSp>
      <p:sp>
        <p:nvSpPr>
          <p:cNvPr id="31" name="node13"/>
          <p:cNvSpPr/>
          <p:nvPr/>
        </p:nvSpPr>
        <p:spPr>
          <a:xfrm>
            <a:off x="8953500" y="3657600"/>
            <a:ext cx="2514600" cy="9525"/>
          </a:xfrm>
          <a:prstGeom prst="rect">
            <a:avLst/>
          </a:prstGeom>
          <a:solidFill>
            <a:srgbClr val="50658E"/>
          </a:solidFill>
          <a:ln>
            <a:noFill/>
          </a:ln>
        </p:spPr>
      </p:sp>
      <p:grpSp>
        <p:nvGrpSpPr>
          <p:cNvPr id="46" name="node14"/>
          <p:cNvGrpSpPr/>
          <p:nvPr/>
        </p:nvGrpSpPr>
        <p:grpSpPr>
          <a:xfrm>
            <a:off x="8953500" y="3810000"/>
            <a:ext cx="2514600" cy="457200"/>
            <a:chOff x="8953500" y="3810000"/>
            <a:chExt cx="2514600" cy="457200"/>
          </a:xfrm>
        </p:grpSpPr>
        <p:sp>
          <p:nvSpPr>
            <p:cNvPr id="32" name="node14.text"/>
            <p:cNvSpPr/>
            <p:nvPr/>
          </p:nvSpPr>
          <p:spPr>
            <a:xfrm>
              <a:off x="8953500" y="3810000"/>
              <a:ext cx="25146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CED7E6"/>
                  </a:solidFill>
                  <a:latin typeface="IBM Plex Sans"/>
                  <a:ea typeface="IBM Plex Sans"/>
                  <a:cs typeface="IBM Plex Sans"/>
                </a:rPr>
                <a:t>Tracked every quarter, never counted toward ROI or payback.</a:t>
              </a:r>
              <a:endParaRPr lang="en-US" sz="1200" spc="0" kern="0" b="0" i="0" dirty="0">
                <a:solidFill>
                  <a:srgbClr val="CED7E6"/>
                </a:solidFill>
                <a:latin typeface="IBM Plex Sans"/>
                <a:ea typeface="IBM Plex Sans"/>
                <a:cs typeface="IBM Plex Sans"/>
              </a:endParaRPr>
            </a:p>
          </p:txBody>
        </p:sp>
      </p:grpSp>
      <p:grpSp>
        <p:nvGrpSpPr>
          <p:cNvPr id="47" name="node15"/>
          <p:cNvGrpSpPr/>
          <p:nvPr/>
        </p:nvGrpSpPr>
        <p:grpSpPr>
          <a:xfrm>
            <a:off x="8953500" y="4572000"/>
            <a:ext cx="2514600" cy="152400"/>
            <a:chOff x="8953500" y="4572000"/>
            <a:chExt cx="2514600" cy="152400"/>
          </a:xfrm>
        </p:grpSpPr>
        <p:sp>
          <p:nvSpPr>
            <p:cNvPr id="33" name="node15.text"/>
            <p:cNvSpPr/>
            <p:nvPr/>
          </p:nvSpPr>
          <p:spPr>
            <a:xfrm>
              <a:off x="8953500" y="4572000"/>
              <a:ext cx="2514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CED7E6"/>
                  </a:solidFill>
                  <a:latin typeface="IBM Plex Mono Medium"/>
                  <a:ea typeface="IBM Plex Mono Medium"/>
                  <a:cs typeface="IBM Plex Mono Medium"/>
                </a:rPr>
                <a:t>HOW IT IS TRACKED</a:t>
              </a:r>
              <a:endParaRPr lang="en-US" sz="900" spc="54" kern="0" b="0" i="0" dirty="0">
                <a:solidFill>
                  <a:srgbClr val="CED7E6"/>
                </a:solidFill>
                <a:latin typeface="IBM Plex Mono Medium"/>
                <a:ea typeface="IBM Plex Mono Medium"/>
                <a:cs typeface="IBM Plex Mono Medium"/>
              </a:endParaRPr>
            </a:p>
          </p:txBody>
        </p:sp>
      </p:grpSp>
      <p:grpSp>
        <p:nvGrpSpPr>
          <p:cNvPr id="48" name="node16"/>
          <p:cNvGrpSpPr/>
          <p:nvPr/>
        </p:nvGrpSpPr>
        <p:grpSpPr>
          <a:xfrm>
            <a:off x="8953500" y="4876800"/>
            <a:ext cx="2514600" cy="685800"/>
            <a:chOff x="8953500" y="4876800"/>
            <a:chExt cx="2514600" cy="685800"/>
          </a:xfrm>
        </p:grpSpPr>
        <p:sp>
          <p:nvSpPr>
            <p:cNvPr id="34" name="node16.text"/>
            <p:cNvSpPr/>
            <p:nvPr/>
          </p:nvSpPr>
          <p:spPr>
            <a:xfrm>
              <a:off x="8953500" y="4876800"/>
              <a:ext cx="2514600" cy="685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A quarterly pulse survey and decision-cycle times, reported beside the value tracker.</a:t>
              </a:r>
              <a:endParaRPr lang="en-US" sz="1200" spc="0" kern="0" b="0" i="0" dirty="0">
                <a:solidFill>
                  <a:srgbClr val="FFFFFF"/>
                </a:solidFill>
                <a:latin typeface="IBM Plex Sans"/>
                <a:ea typeface="IBM Plex Sans"/>
                <a:cs typeface="IBM Plex Sans"/>
              </a:endParaRPr>
            </a:p>
          </p:txBody>
        </p:sp>
      </p:grpSp>
    </p:spTree>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name="source-603">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VENDOR SELECTION</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Vendor B leads the weighted scorecard</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190</a:t>
            </a:fld>
            <a:endParaRPr lang="en-US" sz="700" spc="0" kern="0" b="0" i="0" dirty="0">
              <a:solidFill>
                <a:srgbClr val="070154"/>
              </a:solidFill>
              <a:latin typeface="IBM Plex Mono SemiBold"/>
              <a:ea typeface="IBM Plex Mono SemiBold"/>
              <a:cs typeface="IBM Plex Mono SemiBold"/>
            </a:endParaRPr>
          </a:p>
        </p:txBody>
      </p:sp>
      <p:grpSp>
        <p:nvGrpSpPr>
          <p:cNvPr id="24" name="node01"/>
          <p:cNvGrpSpPr/>
          <p:nvPr/>
        </p:nvGrpSpPr>
        <p:grpSpPr>
          <a:xfrm>
            <a:off x="723900" y="1600200"/>
            <a:ext cx="7086600" cy="3657600"/>
            <a:chOff x="723900" y="1600200"/>
            <a:chExt cx="7086600" cy="3657600"/>
          </a:xfrm>
        </p:grpSpPr>
        <p:graphicFrame>
          <p:nvGraphicFramePr>
            <p:cNvPr id="6" name="node01.native"/>
            <p:cNvGraphicFramePr>
              <a:graphicFrameLocks noGrp="1"/>
            </p:cNvGraphicFramePr>
            <p:nvPr>
              <p:extLst>
                <p:ext uri="{D42A27DB-BD31-4B8C-83A1-F6EECF244321}">
                  <p14:modId xmlns:p14="http://schemas.microsoft.com/office/powerpoint/2010/main" val="1579011935"/>
                </p:ext>
              </p:extLst>
            </p:nvPr>
          </p:nvGraphicFramePr>
          <p:xfrm>
            <a:off x="723900" y="1600200"/>
            <a:ext cx="7086600" cy="3657600"/>
          </p:xfrm>
          <a:graphic>
            <a:graphicData uri="http://schemas.openxmlformats.org/drawingml/2006/table">
              <a:tbl>
                <a:tblPr/>
                <a:tblGrid>
                  <a:gridCol w="2514600"/>
                  <a:gridCol w="914400"/>
                  <a:gridCol w="1219200"/>
                  <a:gridCol w="1219200"/>
                  <a:gridCol w="1219200"/>
                </a:tblGrid>
                <a:tr h="457200">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CRITERION</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r"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WEIGHT</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r"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VENDOR A</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r" marL="0" indent="0">
                          <a:lnSpc>
                            <a:spcPts val="1200"/>
                          </a:lnSpc>
                          <a:spcBef>
                            <a:spcPts val="0"/>
                          </a:spcBef>
                          <a:spcAft>
                            <a:spcPts val="0"/>
                          </a:spcAft>
                          <a:buNone/>
                          <a:defRPr lang="en-US" sz="900" spc="54" kern="0" b="0" i="0" dirty="0">
                            <a:solidFill>
                              <a:srgbClr val="0047FF"/>
                            </a:solidFill>
                            <a:latin typeface="IBM Plex Mono SemiBold"/>
                            <a:ea typeface="IBM Plex Mono SemiBold"/>
                            <a:cs typeface="IBM Plex Mono SemiBold"/>
                          </a:defRPr>
                        </a:pPr>
                        <a:r>
                          <a:rPr lang="en-US" sz="900" spc="54" kern="0" b="0" i="0" dirty="0">
                            <a:solidFill>
                              <a:srgbClr val="0047FF"/>
                            </a:solidFill>
                            <a:latin typeface="IBM Plex Mono SemiBold"/>
                            <a:ea typeface="IBM Plex Mono SemiBold"/>
                            <a:cs typeface="IBM Plex Mono SemiBold"/>
                          </a:rPr>
                          <a:t xml:space="preserve">VENDOR B</a:t>
                        </a:r>
                        <a:endParaRPr lang="en-US" sz="900" spc="54" kern="0" b="0" i="0" dirty="0">
                          <a:solidFill>
                            <a:srgbClr val="0047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E8EEF8"/>
                      </a:solidFill>
                    </a:tcPr>
                  </a:tc>
                  <a:tc>
                    <a:txBody>
                      <a:bodyPr wrap="square" anchor="ctr" lIns="0" rIns="0" tIns="0" bIns="0">
                        <a:noAutofit/>
                      </a:bodyPr>
                      <a:lstStyle/>
                      <a:p>
                        <a:pPr algn="r"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VENDOR C</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r>
                <a:tr h="457200">
                  <a:tc>
                    <a:txBody>
                      <a:bodyPr wrap="square" anchor="ctr" lIns="0" rIns="0" tIns="0" bIns="0">
                        <a:noAutofit/>
                      </a:bodyPr>
                      <a:lstStyle/>
                      <a:p>
                        <a:pPr algn="l" marL="0" indent="0">
                          <a:lnSpc>
                            <a:spcPts val="2100"/>
                          </a:lnSpc>
                          <a:spcBef>
                            <a:spcPts val="0"/>
                          </a:spcBef>
                          <a:spcAft>
                            <a:spcPts val="0"/>
                          </a:spcAft>
                          <a:buNone/>
                          <a:defRPr lang="en-US" sz="1400" spc="0" kern="0" b="0" i="0" dirty="0">
                            <a:solidFill>
                              <a:srgbClr val="070154"/>
                            </a:solidFill>
                            <a:latin typeface="IBM Plex Sans SemiBold"/>
                            <a:ea typeface="IBM Plex Sans SemiBold"/>
                            <a:cs typeface="IBM Plex Sans SemiBold"/>
                          </a:defRPr>
                        </a:pPr>
                        <a:r>
                          <a:rPr lang="en-US" sz="1400" spc="0" kern="0" b="0" i="0" dirty="0">
                            <a:solidFill>
                              <a:srgbClr val="070154"/>
                            </a:solidFill>
                            <a:latin typeface="IBM Plex Sans SemiBold"/>
                            <a:ea typeface="IBM Plex Sans SemiBold"/>
                            <a:cs typeface="IBM Plex Sans SemiBold"/>
                          </a:rPr>
                          <a:t xml:space="preserve">Functional fit</a:t>
                        </a:r>
                        <a:endParaRPr lang="en-US" sz="14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r" marL="0" indent="0">
                          <a:lnSpc>
                            <a:spcPts val="2100"/>
                          </a:lnSpc>
                          <a:spcBef>
                            <a:spcPts val="0"/>
                          </a:spcBef>
                          <a:spcAft>
                            <a:spcPts val="0"/>
                          </a:spcAft>
                          <a:buNone/>
                          <a:defRPr lang="en-US" sz="1400" spc="0" kern="0" b="0" i="0" dirty="0">
                            <a:solidFill>
                              <a:srgbClr val="070154"/>
                            </a:solidFill>
                            <a:latin typeface="IBM Plex Mono SemiBold"/>
                            <a:ea typeface="IBM Plex Mono SemiBold"/>
                            <a:cs typeface="IBM Plex Mono SemiBold"/>
                          </a:defRPr>
                        </a:pPr>
                        <a:r>
                          <a:rPr lang="en-US" sz="1400" spc="0" kern="0" b="0" i="0" dirty="0">
                            <a:solidFill>
                              <a:srgbClr val="070154"/>
                            </a:solidFill>
                            <a:latin typeface="IBM Plex Mono SemiBold"/>
                            <a:ea typeface="IBM Plex Mono SemiBold"/>
                            <a:cs typeface="IBM Plex Mono SemiBold"/>
                          </a:rPr>
                          <a:t xml:space="preserve">25%</a:t>
                        </a:r>
                        <a:endParaRPr lang="en-US" sz="14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r" marL="0" indent="0">
                          <a:lnSpc>
                            <a:spcPts val="2100"/>
                          </a:lnSpc>
                          <a:spcBef>
                            <a:spcPts val="0"/>
                          </a:spcBef>
                          <a:spcAft>
                            <a:spcPts val="0"/>
                          </a:spcAft>
                          <a:buNone/>
                          <a:defRPr lang="en-US" sz="1400" spc="0" kern="0" b="0" i="0" dirty="0">
                            <a:solidFill>
                              <a:srgbClr val="070154"/>
                            </a:solidFill>
                            <a:latin typeface="IBM Plex Mono SemiBold"/>
                            <a:ea typeface="IBM Plex Mono SemiBold"/>
                            <a:cs typeface="IBM Plex Mono SemiBold"/>
                          </a:defRPr>
                        </a:pPr>
                        <a:r>
                          <a:rPr lang="en-US" sz="1400" spc="0" kern="0" b="0" i="0" dirty="0">
                            <a:solidFill>
                              <a:srgbClr val="070154"/>
                            </a:solidFill>
                            <a:latin typeface="IBM Plex Mono SemiBold"/>
                            <a:ea typeface="IBM Plex Mono SemiBold"/>
                            <a:cs typeface="IBM Plex Mono SemiBold"/>
                          </a:rPr>
                          <a:t xml:space="preserve">4</a:t>
                        </a:r>
                        <a:endParaRPr lang="en-US" sz="14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r" marL="0" indent="0">
                          <a:lnSpc>
                            <a:spcPts val="2100"/>
                          </a:lnSpc>
                          <a:spcBef>
                            <a:spcPts val="0"/>
                          </a:spcBef>
                          <a:spcAft>
                            <a:spcPts val="0"/>
                          </a:spcAft>
                          <a:buNone/>
                          <a:defRPr lang="en-US" sz="1400" spc="0" kern="0" b="0" i="0" dirty="0">
                            <a:solidFill>
                              <a:srgbClr val="070154"/>
                            </a:solidFill>
                            <a:latin typeface="IBM Plex Mono SemiBold"/>
                            <a:ea typeface="IBM Plex Mono SemiBold"/>
                            <a:cs typeface="IBM Plex Mono SemiBold"/>
                          </a:defRPr>
                        </a:pPr>
                        <a:r>
                          <a:rPr lang="en-US" sz="1400" spc="0" kern="0" b="0" i="0" dirty="0">
                            <a:solidFill>
                              <a:srgbClr val="070154"/>
                            </a:solidFill>
                            <a:latin typeface="IBM Plex Mono SemiBold"/>
                            <a:ea typeface="IBM Plex Mono SemiBold"/>
                            <a:cs typeface="IBM Plex Mono SemiBold"/>
                          </a:rPr>
                          <a:t xml:space="preserve">5</a:t>
                        </a:r>
                        <a:endParaRPr lang="en-US" sz="14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E8EEF8"/>
                      </a:solidFill>
                    </a:tcPr>
                  </a:tc>
                  <a:tc>
                    <a:txBody>
                      <a:bodyPr wrap="square" anchor="ctr" lIns="0" rIns="0" tIns="0" bIns="0">
                        <a:noAutofit/>
                      </a:bodyPr>
                      <a:lstStyle/>
                      <a:p>
                        <a:pPr algn="r" marL="0" indent="0">
                          <a:lnSpc>
                            <a:spcPts val="2100"/>
                          </a:lnSpc>
                          <a:spcBef>
                            <a:spcPts val="0"/>
                          </a:spcBef>
                          <a:spcAft>
                            <a:spcPts val="0"/>
                          </a:spcAft>
                          <a:buNone/>
                          <a:defRPr lang="en-US" sz="1400" spc="0" kern="0" b="0" i="0" dirty="0">
                            <a:solidFill>
                              <a:srgbClr val="070154"/>
                            </a:solidFill>
                            <a:latin typeface="IBM Plex Mono SemiBold"/>
                            <a:ea typeface="IBM Plex Mono SemiBold"/>
                            <a:cs typeface="IBM Plex Mono SemiBold"/>
                          </a:defRPr>
                        </a:pPr>
                        <a:r>
                          <a:rPr lang="en-US" sz="1400" spc="0" kern="0" b="0" i="0" dirty="0">
                            <a:solidFill>
                              <a:srgbClr val="070154"/>
                            </a:solidFill>
                            <a:latin typeface="IBM Plex Mono SemiBold"/>
                            <a:ea typeface="IBM Plex Mono SemiBold"/>
                            <a:cs typeface="IBM Plex Mono SemiBold"/>
                          </a:rPr>
                          <a:t xml:space="preserve">3</a:t>
                        </a:r>
                        <a:endParaRPr lang="en-US" sz="14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457200">
                  <a:tc>
                    <a:txBody>
                      <a:bodyPr wrap="square" anchor="ctr" lIns="0" rIns="0" tIns="0" bIns="0">
                        <a:noAutofit/>
                      </a:bodyPr>
                      <a:lstStyle/>
                      <a:p>
                        <a:pPr algn="l" marL="0" indent="0">
                          <a:lnSpc>
                            <a:spcPts val="2100"/>
                          </a:lnSpc>
                          <a:spcBef>
                            <a:spcPts val="0"/>
                          </a:spcBef>
                          <a:spcAft>
                            <a:spcPts val="0"/>
                          </a:spcAft>
                          <a:buNone/>
                          <a:defRPr lang="en-US" sz="1400" spc="0" kern="0" b="0" i="0" dirty="0">
                            <a:solidFill>
                              <a:srgbClr val="070154"/>
                            </a:solidFill>
                            <a:latin typeface="IBM Plex Sans SemiBold"/>
                            <a:ea typeface="IBM Plex Sans SemiBold"/>
                            <a:cs typeface="IBM Plex Sans SemiBold"/>
                          </a:defRPr>
                        </a:pPr>
                        <a:r>
                          <a:rPr lang="en-US" sz="1400" spc="0" kern="0" b="0" i="0" dirty="0">
                            <a:solidFill>
                              <a:srgbClr val="070154"/>
                            </a:solidFill>
                            <a:latin typeface="IBM Plex Sans SemiBold"/>
                            <a:ea typeface="IBM Plex Sans SemiBold"/>
                            <a:cs typeface="IBM Plex Sans SemiBold"/>
                          </a:rPr>
                          <a:t xml:space="preserve">Integration effort</a:t>
                        </a:r>
                        <a:endParaRPr lang="en-US" sz="14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r" marL="0" indent="0">
                          <a:lnSpc>
                            <a:spcPts val="2100"/>
                          </a:lnSpc>
                          <a:spcBef>
                            <a:spcPts val="0"/>
                          </a:spcBef>
                          <a:spcAft>
                            <a:spcPts val="0"/>
                          </a:spcAft>
                          <a:buNone/>
                          <a:defRPr lang="en-US" sz="1400" spc="0" kern="0" b="0" i="0" dirty="0">
                            <a:solidFill>
                              <a:srgbClr val="070154"/>
                            </a:solidFill>
                            <a:latin typeface="IBM Plex Mono SemiBold"/>
                            <a:ea typeface="IBM Plex Mono SemiBold"/>
                            <a:cs typeface="IBM Plex Mono SemiBold"/>
                          </a:defRPr>
                        </a:pPr>
                        <a:r>
                          <a:rPr lang="en-US" sz="1400" spc="0" kern="0" b="0" i="0" dirty="0">
                            <a:solidFill>
                              <a:srgbClr val="070154"/>
                            </a:solidFill>
                            <a:latin typeface="IBM Plex Mono SemiBold"/>
                            <a:ea typeface="IBM Plex Mono SemiBold"/>
                            <a:cs typeface="IBM Plex Mono SemiBold"/>
                          </a:rPr>
                          <a:t xml:space="preserve">20%</a:t>
                        </a:r>
                        <a:endParaRPr lang="en-US" sz="14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r" marL="0" indent="0">
                          <a:lnSpc>
                            <a:spcPts val="2100"/>
                          </a:lnSpc>
                          <a:spcBef>
                            <a:spcPts val="0"/>
                          </a:spcBef>
                          <a:spcAft>
                            <a:spcPts val="0"/>
                          </a:spcAft>
                          <a:buNone/>
                          <a:defRPr lang="en-US" sz="1400" spc="0" kern="0" b="0" i="0" dirty="0">
                            <a:solidFill>
                              <a:srgbClr val="070154"/>
                            </a:solidFill>
                            <a:latin typeface="IBM Plex Mono SemiBold"/>
                            <a:ea typeface="IBM Plex Mono SemiBold"/>
                            <a:cs typeface="IBM Plex Mono SemiBold"/>
                          </a:defRPr>
                        </a:pPr>
                        <a:r>
                          <a:rPr lang="en-US" sz="1400" spc="0" kern="0" b="0" i="0" dirty="0">
                            <a:solidFill>
                              <a:srgbClr val="070154"/>
                            </a:solidFill>
                            <a:latin typeface="IBM Plex Mono SemiBold"/>
                            <a:ea typeface="IBM Plex Mono SemiBold"/>
                            <a:cs typeface="IBM Plex Mono SemiBold"/>
                          </a:rPr>
                          <a:t xml:space="preserve">3</a:t>
                        </a:r>
                        <a:endParaRPr lang="en-US" sz="14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r" marL="0" indent="0">
                          <a:lnSpc>
                            <a:spcPts val="2100"/>
                          </a:lnSpc>
                          <a:spcBef>
                            <a:spcPts val="0"/>
                          </a:spcBef>
                          <a:spcAft>
                            <a:spcPts val="0"/>
                          </a:spcAft>
                          <a:buNone/>
                          <a:defRPr lang="en-US" sz="1400" spc="0" kern="0" b="0" i="0" dirty="0">
                            <a:solidFill>
                              <a:srgbClr val="070154"/>
                            </a:solidFill>
                            <a:latin typeface="IBM Plex Mono SemiBold"/>
                            <a:ea typeface="IBM Plex Mono SemiBold"/>
                            <a:cs typeface="IBM Plex Mono SemiBold"/>
                          </a:defRPr>
                        </a:pPr>
                        <a:r>
                          <a:rPr lang="en-US" sz="1400" spc="0" kern="0" b="0" i="0" dirty="0">
                            <a:solidFill>
                              <a:srgbClr val="070154"/>
                            </a:solidFill>
                            <a:latin typeface="IBM Plex Mono SemiBold"/>
                            <a:ea typeface="IBM Plex Mono SemiBold"/>
                            <a:cs typeface="IBM Plex Mono SemiBold"/>
                          </a:rPr>
                          <a:t xml:space="preserve">4</a:t>
                        </a:r>
                        <a:endParaRPr lang="en-US" sz="14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E8EEF8"/>
                      </a:solidFill>
                    </a:tcPr>
                  </a:tc>
                  <a:tc>
                    <a:txBody>
                      <a:bodyPr wrap="square" anchor="ctr" lIns="0" rIns="0" tIns="0" bIns="0">
                        <a:noAutofit/>
                      </a:bodyPr>
                      <a:lstStyle/>
                      <a:p>
                        <a:pPr algn="r" marL="0" indent="0">
                          <a:lnSpc>
                            <a:spcPts val="2100"/>
                          </a:lnSpc>
                          <a:spcBef>
                            <a:spcPts val="0"/>
                          </a:spcBef>
                          <a:spcAft>
                            <a:spcPts val="0"/>
                          </a:spcAft>
                          <a:buNone/>
                          <a:defRPr lang="en-US" sz="1400" spc="0" kern="0" b="0" i="0" dirty="0">
                            <a:solidFill>
                              <a:srgbClr val="070154"/>
                            </a:solidFill>
                            <a:latin typeface="IBM Plex Mono SemiBold"/>
                            <a:ea typeface="IBM Plex Mono SemiBold"/>
                            <a:cs typeface="IBM Plex Mono SemiBold"/>
                          </a:defRPr>
                        </a:pPr>
                        <a:r>
                          <a:rPr lang="en-US" sz="1400" spc="0" kern="0" b="0" i="0" dirty="0">
                            <a:solidFill>
                              <a:srgbClr val="070154"/>
                            </a:solidFill>
                            <a:latin typeface="IBM Plex Mono SemiBold"/>
                            <a:ea typeface="IBM Plex Mono SemiBold"/>
                            <a:cs typeface="IBM Plex Mono SemiBold"/>
                          </a:rPr>
                          <a:t xml:space="preserve">5</a:t>
                        </a:r>
                        <a:endParaRPr lang="en-US" sz="14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457200">
                  <a:tc>
                    <a:txBody>
                      <a:bodyPr wrap="square" anchor="ctr" lIns="0" rIns="0" tIns="0" bIns="0">
                        <a:noAutofit/>
                      </a:bodyPr>
                      <a:lstStyle/>
                      <a:p>
                        <a:pPr algn="l" marL="0" indent="0">
                          <a:lnSpc>
                            <a:spcPts val="2100"/>
                          </a:lnSpc>
                          <a:spcBef>
                            <a:spcPts val="0"/>
                          </a:spcBef>
                          <a:spcAft>
                            <a:spcPts val="0"/>
                          </a:spcAft>
                          <a:buNone/>
                          <a:defRPr lang="en-US" sz="1400" spc="0" kern="0" b="0" i="0" dirty="0">
                            <a:solidFill>
                              <a:srgbClr val="070154"/>
                            </a:solidFill>
                            <a:latin typeface="IBM Plex Sans SemiBold"/>
                            <a:ea typeface="IBM Plex Sans SemiBold"/>
                            <a:cs typeface="IBM Plex Sans SemiBold"/>
                          </a:defRPr>
                        </a:pPr>
                        <a:r>
                          <a:rPr lang="en-US" sz="1400" spc="0" kern="0" b="0" i="0" dirty="0">
                            <a:solidFill>
                              <a:srgbClr val="070154"/>
                            </a:solidFill>
                            <a:latin typeface="IBM Plex Sans SemiBold"/>
                            <a:ea typeface="IBM Plex Sans SemiBold"/>
                            <a:cs typeface="IBM Plex Sans SemiBold"/>
                          </a:rPr>
                          <a:t xml:space="preserve">Security and compliance</a:t>
                        </a:r>
                        <a:endParaRPr lang="en-US" sz="14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r" marL="0" indent="0">
                          <a:lnSpc>
                            <a:spcPts val="2100"/>
                          </a:lnSpc>
                          <a:spcBef>
                            <a:spcPts val="0"/>
                          </a:spcBef>
                          <a:spcAft>
                            <a:spcPts val="0"/>
                          </a:spcAft>
                          <a:buNone/>
                          <a:defRPr lang="en-US" sz="1400" spc="0" kern="0" b="0" i="0" dirty="0">
                            <a:solidFill>
                              <a:srgbClr val="070154"/>
                            </a:solidFill>
                            <a:latin typeface="IBM Plex Mono SemiBold"/>
                            <a:ea typeface="IBM Plex Mono SemiBold"/>
                            <a:cs typeface="IBM Plex Mono SemiBold"/>
                          </a:defRPr>
                        </a:pPr>
                        <a:r>
                          <a:rPr lang="en-US" sz="1400" spc="0" kern="0" b="0" i="0" dirty="0">
                            <a:solidFill>
                              <a:srgbClr val="070154"/>
                            </a:solidFill>
                            <a:latin typeface="IBM Plex Mono SemiBold"/>
                            <a:ea typeface="IBM Plex Mono SemiBold"/>
                            <a:cs typeface="IBM Plex Mono SemiBold"/>
                          </a:rPr>
                          <a:t xml:space="preserve">20%</a:t>
                        </a:r>
                        <a:endParaRPr lang="en-US" sz="14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r" marL="0" indent="0">
                          <a:lnSpc>
                            <a:spcPts val="2100"/>
                          </a:lnSpc>
                          <a:spcBef>
                            <a:spcPts val="0"/>
                          </a:spcBef>
                          <a:spcAft>
                            <a:spcPts val="0"/>
                          </a:spcAft>
                          <a:buNone/>
                          <a:defRPr lang="en-US" sz="1400" spc="0" kern="0" b="0" i="0" dirty="0">
                            <a:solidFill>
                              <a:srgbClr val="070154"/>
                            </a:solidFill>
                            <a:latin typeface="IBM Plex Mono SemiBold"/>
                            <a:ea typeface="IBM Plex Mono SemiBold"/>
                            <a:cs typeface="IBM Plex Mono SemiBold"/>
                          </a:defRPr>
                        </a:pPr>
                        <a:r>
                          <a:rPr lang="en-US" sz="1400" spc="0" kern="0" b="0" i="0" dirty="0">
                            <a:solidFill>
                              <a:srgbClr val="070154"/>
                            </a:solidFill>
                            <a:latin typeface="IBM Plex Mono SemiBold"/>
                            <a:ea typeface="IBM Plex Mono SemiBold"/>
                            <a:cs typeface="IBM Plex Mono SemiBold"/>
                          </a:rPr>
                          <a:t xml:space="preserve">4</a:t>
                        </a:r>
                        <a:endParaRPr lang="en-US" sz="14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r" marL="0" indent="0">
                          <a:lnSpc>
                            <a:spcPts val="2100"/>
                          </a:lnSpc>
                          <a:spcBef>
                            <a:spcPts val="0"/>
                          </a:spcBef>
                          <a:spcAft>
                            <a:spcPts val="0"/>
                          </a:spcAft>
                          <a:buNone/>
                          <a:defRPr lang="en-US" sz="1400" spc="0" kern="0" b="0" i="0" dirty="0">
                            <a:solidFill>
                              <a:srgbClr val="070154"/>
                            </a:solidFill>
                            <a:latin typeface="IBM Plex Mono SemiBold"/>
                            <a:ea typeface="IBM Plex Mono SemiBold"/>
                            <a:cs typeface="IBM Plex Mono SemiBold"/>
                          </a:defRPr>
                        </a:pPr>
                        <a:r>
                          <a:rPr lang="en-US" sz="1400" spc="0" kern="0" b="0" i="0" dirty="0">
                            <a:solidFill>
                              <a:srgbClr val="070154"/>
                            </a:solidFill>
                            <a:latin typeface="IBM Plex Mono SemiBold"/>
                            <a:ea typeface="IBM Plex Mono SemiBold"/>
                            <a:cs typeface="IBM Plex Mono SemiBold"/>
                          </a:rPr>
                          <a:t xml:space="preserve">4</a:t>
                        </a:r>
                        <a:endParaRPr lang="en-US" sz="14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E8EEF8"/>
                      </a:solidFill>
                    </a:tcPr>
                  </a:tc>
                  <a:tc>
                    <a:txBody>
                      <a:bodyPr wrap="square" anchor="ctr" lIns="0" rIns="0" tIns="0" bIns="0">
                        <a:noAutofit/>
                      </a:bodyPr>
                      <a:lstStyle/>
                      <a:p>
                        <a:pPr algn="r" marL="0" indent="0">
                          <a:lnSpc>
                            <a:spcPts val="2100"/>
                          </a:lnSpc>
                          <a:spcBef>
                            <a:spcPts val="0"/>
                          </a:spcBef>
                          <a:spcAft>
                            <a:spcPts val="0"/>
                          </a:spcAft>
                          <a:buNone/>
                          <a:defRPr lang="en-US" sz="1400" spc="0" kern="0" b="0" i="0" dirty="0">
                            <a:solidFill>
                              <a:srgbClr val="070154"/>
                            </a:solidFill>
                            <a:latin typeface="IBM Plex Mono SemiBold"/>
                            <a:ea typeface="IBM Plex Mono SemiBold"/>
                            <a:cs typeface="IBM Plex Mono SemiBold"/>
                          </a:defRPr>
                        </a:pPr>
                        <a:r>
                          <a:rPr lang="en-US" sz="1400" spc="0" kern="0" b="0" i="0" dirty="0">
                            <a:solidFill>
                              <a:srgbClr val="070154"/>
                            </a:solidFill>
                            <a:latin typeface="IBM Plex Mono SemiBold"/>
                            <a:ea typeface="IBM Plex Mono SemiBold"/>
                            <a:cs typeface="IBM Plex Mono SemiBold"/>
                          </a:rPr>
                          <a:t xml:space="preserve">3</a:t>
                        </a:r>
                        <a:endParaRPr lang="en-US" sz="14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457200">
                  <a:tc>
                    <a:txBody>
                      <a:bodyPr wrap="square" anchor="ctr" lIns="0" rIns="0" tIns="0" bIns="0">
                        <a:noAutofit/>
                      </a:bodyPr>
                      <a:lstStyle/>
                      <a:p>
                        <a:pPr algn="l" marL="0" indent="0">
                          <a:lnSpc>
                            <a:spcPts val="2100"/>
                          </a:lnSpc>
                          <a:spcBef>
                            <a:spcPts val="0"/>
                          </a:spcBef>
                          <a:spcAft>
                            <a:spcPts val="0"/>
                          </a:spcAft>
                          <a:buNone/>
                          <a:defRPr lang="en-US" sz="1400" spc="0" kern="0" b="0" i="0" dirty="0">
                            <a:solidFill>
                              <a:srgbClr val="070154"/>
                            </a:solidFill>
                            <a:latin typeface="IBM Plex Sans SemiBold"/>
                            <a:ea typeface="IBM Plex Sans SemiBold"/>
                            <a:cs typeface="IBM Plex Sans SemiBold"/>
                          </a:defRPr>
                        </a:pPr>
                        <a:r>
                          <a:rPr lang="en-US" sz="1400" spc="0" kern="0" b="0" i="0" dirty="0">
                            <a:solidFill>
                              <a:srgbClr val="070154"/>
                            </a:solidFill>
                            <a:latin typeface="IBM Plex Sans SemiBold"/>
                            <a:ea typeface="IBM Plex Sans SemiBold"/>
                            <a:cs typeface="IBM Plex Sans SemiBold"/>
                          </a:rPr>
                          <a:t xml:space="preserve">Total cost of ownership</a:t>
                        </a:r>
                        <a:endParaRPr lang="en-US" sz="14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r" marL="0" indent="0">
                          <a:lnSpc>
                            <a:spcPts val="2100"/>
                          </a:lnSpc>
                          <a:spcBef>
                            <a:spcPts val="0"/>
                          </a:spcBef>
                          <a:spcAft>
                            <a:spcPts val="0"/>
                          </a:spcAft>
                          <a:buNone/>
                          <a:defRPr lang="en-US" sz="1400" spc="0" kern="0" b="0" i="0" dirty="0">
                            <a:solidFill>
                              <a:srgbClr val="070154"/>
                            </a:solidFill>
                            <a:latin typeface="IBM Plex Mono SemiBold"/>
                            <a:ea typeface="IBM Plex Mono SemiBold"/>
                            <a:cs typeface="IBM Plex Mono SemiBold"/>
                          </a:defRPr>
                        </a:pPr>
                        <a:r>
                          <a:rPr lang="en-US" sz="1400" spc="0" kern="0" b="0" i="0" dirty="0">
                            <a:solidFill>
                              <a:srgbClr val="070154"/>
                            </a:solidFill>
                            <a:latin typeface="IBM Plex Mono SemiBold"/>
                            <a:ea typeface="IBM Plex Mono SemiBold"/>
                            <a:cs typeface="IBM Plex Mono SemiBold"/>
                          </a:rPr>
                          <a:t xml:space="preserve">15%</a:t>
                        </a:r>
                        <a:endParaRPr lang="en-US" sz="14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r" marL="0" indent="0">
                          <a:lnSpc>
                            <a:spcPts val="2100"/>
                          </a:lnSpc>
                          <a:spcBef>
                            <a:spcPts val="0"/>
                          </a:spcBef>
                          <a:spcAft>
                            <a:spcPts val="0"/>
                          </a:spcAft>
                          <a:buNone/>
                          <a:defRPr lang="en-US" sz="1400" spc="0" kern="0" b="0" i="0" dirty="0">
                            <a:solidFill>
                              <a:srgbClr val="070154"/>
                            </a:solidFill>
                            <a:latin typeface="IBM Plex Mono SemiBold"/>
                            <a:ea typeface="IBM Plex Mono SemiBold"/>
                            <a:cs typeface="IBM Plex Mono SemiBold"/>
                          </a:defRPr>
                        </a:pPr>
                        <a:r>
                          <a:rPr lang="en-US" sz="1400" spc="0" kern="0" b="0" i="0" dirty="0">
                            <a:solidFill>
                              <a:srgbClr val="070154"/>
                            </a:solidFill>
                            <a:latin typeface="IBM Plex Mono SemiBold"/>
                            <a:ea typeface="IBM Plex Mono SemiBold"/>
                            <a:cs typeface="IBM Plex Mono SemiBold"/>
                          </a:rPr>
                          <a:t xml:space="preserve">3</a:t>
                        </a:r>
                        <a:endParaRPr lang="en-US" sz="14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r" marL="0" indent="0">
                          <a:lnSpc>
                            <a:spcPts val="2100"/>
                          </a:lnSpc>
                          <a:spcBef>
                            <a:spcPts val="0"/>
                          </a:spcBef>
                          <a:spcAft>
                            <a:spcPts val="0"/>
                          </a:spcAft>
                          <a:buNone/>
                          <a:defRPr lang="en-US" sz="1400" spc="0" kern="0" b="0" i="0" dirty="0">
                            <a:solidFill>
                              <a:srgbClr val="070154"/>
                            </a:solidFill>
                            <a:latin typeface="IBM Plex Mono SemiBold"/>
                            <a:ea typeface="IBM Plex Mono SemiBold"/>
                            <a:cs typeface="IBM Plex Mono SemiBold"/>
                          </a:defRPr>
                        </a:pPr>
                        <a:r>
                          <a:rPr lang="en-US" sz="1400" spc="0" kern="0" b="0" i="0" dirty="0">
                            <a:solidFill>
                              <a:srgbClr val="070154"/>
                            </a:solidFill>
                            <a:latin typeface="IBM Plex Mono SemiBold"/>
                            <a:ea typeface="IBM Plex Mono SemiBold"/>
                            <a:cs typeface="IBM Plex Mono SemiBold"/>
                          </a:rPr>
                          <a:t xml:space="preserve">3</a:t>
                        </a:r>
                        <a:endParaRPr lang="en-US" sz="14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E8EEF8"/>
                      </a:solidFill>
                    </a:tcPr>
                  </a:tc>
                  <a:tc>
                    <a:txBody>
                      <a:bodyPr wrap="square" anchor="ctr" lIns="0" rIns="0" tIns="0" bIns="0">
                        <a:noAutofit/>
                      </a:bodyPr>
                      <a:lstStyle/>
                      <a:p>
                        <a:pPr algn="r" marL="0" indent="0">
                          <a:lnSpc>
                            <a:spcPts val="2100"/>
                          </a:lnSpc>
                          <a:spcBef>
                            <a:spcPts val="0"/>
                          </a:spcBef>
                          <a:spcAft>
                            <a:spcPts val="0"/>
                          </a:spcAft>
                          <a:buNone/>
                          <a:defRPr lang="en-US" sz="1400" spc="0" kern="0" b="0" i="0" dirty="0">
                            <a:solidFill>
                              <a:srgbClr val="070154"/>
                            </a:solidFill>
                            <a:latin typeface="IBM Plex Mono SemiBold"/>
                            <a:ea typeface="IBM Plex Mono SemiBold"/>
                            <a:cs typeface="IBM Plex Mono SemiBold"/>
                          </a:defRPr>
                        </a:pPr>
                        <a:r>
                          <a:rPr lang="en-US" sz="1400" spc="0" kern="0" b="0" i="0" dirty="0">
                            <a:solidFill>
                              <a:srgbClr val="070154"/>
                            </a:solidFill>
                            <a:latin typeface="IBM Plex Mono SemiBold"/>
                            <a:ea typeface="IBM Plex Mono SemiBold"/>
                            <a:cs typeface="IBM Plex Mono SemiBold"/>
                          </a:rPr>
                          <a:t xml:space="preserve">5</a:t>
                        </a:r>
                        <a:endParaRPr lang="en-US" sz="14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457200">
                  <a:tc>
                    <a:txBody>
                      <a:bodyPr wrap="square" anchor="ctr" lIns="0" rIns="0" tIns="0" bIns="0">
                        <a:noAutofit/>
                      </a:bodyPr>
                      <a:lstStyle/>
                      <a:p>
                        <a:pPr algn="l" marL="0" indent="0">
                          <a:lnSpc>
                            <a:spcPts val="2100"/>
                          </a:lnSpc>
                          <a:spcBef>
                            <a:spcPts val="0"/>
                          </a:spcBef>
                          <a:spcAft>
                            <a:spcPts val="0"/>
                          </a:spcAft>
                          <a:buNone/>
                          <a:defRPr lang="en-US" sz="1400" spc="0" kern="0" b="0" i="0" dirty="0">
                            <a:solidFill>
                              <a:srgbClr val="070154"/>
                            </a:solidFill>
                            <a:latin typeface="IBM Plex Sans SemiBold"/>
                            <a:ea typeface="IBM Plex Sans SemiBold"/>
                            <a:cs typeface="IBM Plex Sans SemiBold"/>
                          </a:defRPr>
                        </a:pPr>
                        <a:r>
                          <a:rPr lang="en-US" sz="1400" spc="0" kern="0" b="0" i="0" dirty="0">
                            <a:solidFill>
                              <a:srgbClr val="070154"/>
                            </a:solidFill>
                            <a:latin typeface="IBM Plex Sans SemiBold"/>
                            <a:ea typeface="IBM Plex Sans SemiBold"/>
                            <a:cs typeface="IBM Plex Sans SemiBold"/>
                          </a:rPr>
                          <a:t xml:space="preserve">Vendor viability</a:t>
                        </a:r>
                        <a:endParaRPr lang="en-US" sz="14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r" marL="0" indent="0">
                          <a:lnSpc>
                            <a:spcPts val="2100"/>
                          </a:lnSpc>
                          <a:spcBef>
                            <a:spcPts val="0"/>
                          </a:spcBef>
                          <a:spcAft>
                            <a:spcPts val="0"/>
                          </a:spcAft>
                          <a:buNone/>
                          <a:defRPr lang="en-US" sz="1400" spc="0" kern="0" b="0" i="0" dirty="0">
                            <a:solidFill>
                              <a:srgbClr val="070154"/>
                            </a:solidFill>
                            <a:latin typeface="IBM Plex Mono SemiBold"/>
                            <a:ea typeface="IBM Plex Mono SemiBold"/>
                            <a:cs typeface="IBM Plex Mono SemiBold"/>
                          </a:defRPr>
                        </a:pPr>
                        <a:r>
                          <a:rPr lang="en-US" sz="1400" spc="0" kern="0" b="0" i="0" dirty="0">
                            <a:solidFill>
                              <a:srgbClr val="070154"/>
                            </a:solidFill>
                            <a:latin typeface="IBM Plex Mono SemiBold"/>
                            <a:ea typeface="IBM Plex Mono SemiBold"/>
                            <a:cs typeface="IBM Plex Mono SemiBold"/>
                          </a:rPr>
                          <a:t xml:space="preserve">10%</a:t>
                        </a:r>
                        <a:endParaRPr lang="en-US" sz="14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r" marL="0" indent="0">
                          <a:lnSpc>
                            <a:spcPts val="2100"/>
                          </a:lnSpc>
                          <a:spcBef>
                            <a:spcPts val="0"/>
                          </a:spcBef>
                          <a:spcAft>
                            <a:spcPts val="0"/>
                          </a:spcAft>
                          <a:buNone/>
                          <a:defRPr lang="en-US" sz="1400" spc="0" kern="0" b="0" i="0" dirty="0">
                            <a:solidFill>
                              <a:srgbClr val="070154"/>
                            </a:solidFill>
                            <a:latin typeface="IBM Plex Mono SemiBold"/>
                            <a:ea typeface="IBM Plex Mono SemiBold"/>
                            <a:cs typeface="IBM Plex Mono SemiBold"/>
                          </a:defRPr>
                        </a:pPr>
                        <a:r>
                          <a:rPr lang="en-US" sz="1400" spc="0" kern="0" b="0" i="0" dirty="0">
                            <a:solidFill>
                              <a:srgbClr val="070154"/>
                            </a:solidFill>
                            <a:latin typeface="IBM Plex Mono SemiBold"/>
                            <a:ea typeface="IBM Plex Mono SemiBold"/>
                            <a:cs typeface="IBM Plex Mono SemiBold"/>
                          </a:rPr>
                          <a:t xml:space="preserve">4</a:t>
                        </a:r>
                        <a:endParaRPr lang="en-US" sz="14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r" marL="0" indent="0">
                          <a:lnSpc>
                            <a:spcPts val="2100"/>
                          </a:lnSpc>
                          <a:spcBef>
                            <a:spcPts val="0"/>
                          </a:spcBef>
                          <a:spcAft>
                            <a:spcPts val="0"/>
                          </a:spcAft>
                          <a:buNone/>
                          <a:defRPr lang="en-US" sz="1400" spc="0" kern="0" b="0" i="0" dirty="0">
                            <a:solidFill>
                              <a:srgbClr val="070154"/>
                            </a:solidFill>
                            <a:latin typeface="IBM Plex Mono SemiBold"/>
                            <a:ea typeface="IBM Plex Mono SemiBold"/>
                            <a:cs typeface="IBM Plex Mono SemiBold"/>
                          </a:defRPr>
                        </a:pPr>
                        <a:r>
                          <a:rPr lang="en-US" sz="1400" spc="0" kern="0" b="0" i="0" dirty="0">
                            <a:solidFill>
                              <a:srgbClr val="070154"/>
                            </a:solidFill>
                            <a:latin typeface="IBM Plex Mono SemiBold"/>
                            <a:ea typeface="IBM Plex Mono SemiBold"/>
                            <a:cs typeface="IBM Plex Mono SemiBold"/>
                          </a:rPr>
                          <a:t xml:space="preserve">4</a:t>
                        </a:r>
                        <a:endParaRPr lang="en-US" sz="14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E8EEF8"/>
                      </a:solidFill>
                    </a:tcPr>
                  </a:tc>
                  <a:tc>
                    <a:txBody>
                      <a:bodyPr wrap="square" anchor="ctr" lIns="0" rIns="0" tIns="0" bIns="0">
                        <a:noAutofit/>
                      </a:bodyPr>
                      <a:lstStyle/>
                      <a:p>
                        <a:pPr algn="r" marL="0" indent="0">
                          <a:lnSpc>
                            <a:spcPts val="2100"/>
                          </a:lnSpc>
                          <a:spcBef>
                            <a:spcPts val="0"/>
                          </a:spcBef>
                          <a:spcAft>
                            <a:spcPts val="0"/>
                          </a:spcAft>
                          <a:buNone/>
                          <a:defRPr lang="en-US" sz="1400" spc="0" kern="0" b="0" i="0" dirty="0">
                            <a:solidFill>
                              <a:srgbClr val="070154"/>
                            </a:solidFill>
                            <a:latin typeface="IBM Plex Mono SemiBold"/>
                            <a:ea typeface="IBM Plex Mono SemiBold"/>
                            <a:cs typeface="IBM Plex Mono SemiBold"/>
                          </a:defRPr>
                        </a:pPr>
                        <a:r>
                          <a:rPr lang="en-US" sz="1400" spc="0" kern="0" b="0" i="0" dirty="0">
                            <a:solidFill>
                              <a:srgbClr val="070154"/>
                            </a:solidFill>
                            <a:latin typeface="IBM Plex Mono SemiBold"/>
                            <a:ea typeface="IBM Plex Mono SemiBold"/>
                            <a:cs typeface="IBM Plex Mono SemiBold"/>
                          </a:rPr>
                          <a:t xml:space="preserve">3</a:t>
                        </a:r>
                        <a:endParaRPr lang="en-US" sz="14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457200">
                  <a:tc>
                    <a:txBody>
                      <a:bodyPr wrap="square" anchor="ctr" lIns="0" rIns="0" tIns="0" bIns="0">
                        <a:noAutofit/>
                      </a:bodyPr>
                      <a:lstStyle/>
                      <a:p>
                        <a:pPr algn="l" marL="0" indent="0">
                          <a:lnSpc>
                            <a:spcPts val="2100"/>
                          </a:lnSpc>
                          <a:spcBef>
                            <a:spcPts val="0"/>
                          </a:spcBef>
                          <a:spcAft>
                            <a:spcPts val="0"/>
                          </a:spcAft>
                          <a:buNone/>
                          <a:defRPr lang="en-US" sz="1400" spc="0" kern="0" b="0" i="0" dirty="0">
                            <a:solidFill>
                              <a:srgbClr val="070154"/>
                            </a:solidFill>
                            <a:latin typeface="IBM Plex Sans SemiBold"/>
                            <a:ea typeface="IBM Plex Sans SemiBold"/>
                            <a:cs typeface="IBM Plex Sans SemiBold"/>
                          </a:defRPr>
                        </a:pPr>
                        <a:r>
                          <a:rPr lang="en-US" sz="1400" spc="0" kern="0" b="0" i="0" dirty="0">
                            <a:solidFill>
                              <a:srgbClr val="070154"/>
                            </a:solidFill>
                            <a:latin typeface="IBM Plex Sans SemiBold"/>
                            <a:ea typeface="IBM Plex Sans SemiBold"/>
                            <a:cs typeface="IBM Plex Sans SemiBold"/>
                          </a:rPr>
                          <a:t xml:space="preserve">Delivery support</a:t>
                        </a:r>
                        <a:endParaRPr lang="en-US" sz="14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r" marL="0" indent="0">
                          <a:lnSpc>
                            <a:spcPts val="2100"/>
                          </a:lnSpc>
                          <a:spcBef>
                            <a:spcPts val="0"/>
                          </a:spcBef>
                          <a:spcAft>
                            <a:spcPts val="0"/>
                          </a:spcAft>
                          <a:buNone/>
                          <a:defRPr lang="en-US" sz="1400" spc="0" kern="0" b="0" i="0" dirty="0">
                            <a:solidFill>
                              <a:srgbClr val="070154"/>
                            </a:solidFill>
                            <a:latin typeface="IBM Plex Mono SemiBold"/>
                            <a:ea typeface="IBM Plex Mono SemiBold"/>
                            <a:cs typeface="IBM Plex Mono SemiBold"/>
                          </a:defRPr>
                        </a:pPr>
                        <a:r>
                          <a:rPr lang="en-US" sz="1400" spc="0" kern="0" b="0" i="0" dirty="0">
                            <a:solidFill>
                              <a:srgbClr val="070154"/>
                            </a:solidFill>
                            <a:latin typeface="IBM Plex Mono SemiBold"/>
                            <a:ea typeface="IBM Plex Mono SemiBold"/>
                            <a:cs typeface="IBM Plex Mono SemiBold"/>
                          </a:rPr>
                          <a:t xml:space="preserve">10%</a:t>
                        </a:r>
                        <a:endParaRPr lang="en-US" sz="14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r" marL="0" indent="0">
                          <a:lnSpc>
                            <a:spcPts val="2100"/>
                          </a:lnSpc>
                          <a:spcBef>
                            <a:spcPts val="0"/>
                          </a:spcBef>
                          <a:spcAft>
                            <a:spcPts val="0"/>
                          </a:spcAft>
                          <a:buNone/>
                          <a:defRPr lang="en-US" sz="1400" spc="0" kern="0" b="0" i="0" dirty="0">
                            <a:solidFill>
                              <a:srgbClr val="070154"/>
                            </a:solidFill>
                            <a:latin typeface="IBM Plex Mono SemiBold"/>
                            <a:ea typeface="IBM Plex Mono SemiBold"/>
                            <a:cs typeface="IBM Plex Mono SemiBold"/>
                          </a:defRPr>
                        </a:pPr>
                        <a:r>
                          <a:rPr lang="en-US" sz="1400" spc="0" kern="0" b="0" i="0" dirty="0">
                            <a:solidFill>
                              <a:srgbClr val="070154"/>
                            </a:solidFill>
                            <a:latin typeface="IBM Plex Mono SemiBold"/>
                            <a:ea typeface="IBM Plex Mono SemiBold"/>
                            <a:cs typeface="IBM Plex Mono SemiBold"/>
                          </a:rPr>
                          <a:t xml:space="preserve">2</a:t>
                        </a:r>
                        <a:endParaRPr lang="en-US" sz="14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r" marL="0" indent="0">
                          <a:lnSpc>
                            <a:spcPts val="2100"/>
                          </a:lnSpc>
                          <a:spcBef>
                            <a:spcPts val="0"/>
                          </a:spcBef>
                          <a:spcAft>
                            <a:spcPts val="0"/>
                          </a:spcAft>
                          <a:buNone/>
                          <a:defRPr lang="en-US" sz="1400" spc="0" kern="0" b="0" i="0" dirty="0">
                            <a:solidFill>
                              <a:srgbClr val="070154"/>
                            </a:solidFill>
                            <a:latin typeface="IBM Plex Mono SemiBold"/>
                            <a:ea typeface="IBM Plex Mono SemiBold"/>
                            <a:cs typeface="IBM Plex Mono SemiBold"/>
                          </a:defRPr>
                        </a:pPr>
                        <a:r>
                          <a:rPr lang="en-US" sz="1400" spc="0" kern="0" b="0" i="0" dirty="0">
                            <a:solidFill>
                              <a:srgbClr val="070154"/>
                            </a:solidFill>
                            <a:latin typeface="IBM Plex Mono SemiBold"/>
                            <a:ea typeface="IBM Plex Mono SemiBold"/>
                            <a:cs typeface="IBM Plex Mono SemiBold"/>
                          </a:rPr>
                          <a:t xml:space="preserve">4</a:t>
                        </a:r>
                        <a:endParaRPr lang="en-US" sz="14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E8EEF8"/>
                      </a:solidFill>
                    </a:tcPr>
                  </a:tc>
                  <a:tc>
                    <a:txBody>
                      <a:bodyPr wrap="square" anchor="ctr" lIns="0" rIns="0" tIns="0" bIns="0">
                        <a:noAutofit/>
                      </a:bodyPr>
                      <a:lstStyle/>
                      <a:p>
                        <a:pPr algn="r" marL="0" indent="0">
                          <a:lnSpc>
                            <a:spcPts val="2100"/>
                          </a:lnSpc>
                          <a:spcBef>
                            <a:spcPts val="0"/>
                          </a:spcBef>
                          <a:spcAft>
                            <a:spcPts val="0"/>
                          </a:spcAft>
                          <a:buNone/>
                          <a:defRPr lang="en-US" sz="1400" spc="0" kern="0" b="0" i="0" dirty="0">
                            <a:solidFill>
                              <a:srgbClr val="070154"/>
                            </a:solidFill>
                            <a:latin typeface="IBM Plex Mono SemiBold"/>
                            <a:ea typeface="IBM Plex Mono SemiBold"/>
                            <a:cs typeface="IBM Plex Mono SemiBold"/>
                          </a:defRPr>
                        </a:pPr>
                        <a:r>
                          <a:rPr lang="en-US" sz="1400" spc="0" kern="0" b="0" i="0" dirty="0">
                            <a:solidFill>
                              <a:srgbClr val="070154"/>
                            </a:solidFill>
                            <a:latin typeface="IBM Plex Mono SemiBold"/>
                            <a:ea typeface="IBM Plex Mono SemiBold"/>
                            <a:cs typeface="IBM Plex Mono SemiBold"/>
                          </a:rPr>
                          <a:t xml:space="preserve">3</a:t>
                        </a:r>
                        <a:endParaRPr lang="en-US" sz="14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457200">
                  <a:tc>
                    <a:txBody>
                      <a:bodyPr wrap="square" anchor="ctr" lIns="0" rIns="0" tIns="0" bIns="0">
                        <a:noAutofit/>
                      </a:bodyPr>
                      <a:lstStyle/>
                      <a:p>
                        <a:pPr algn="l" marL="0" indent="0">
                          <a:lnSpc>
                            <a:spcPts val="2100"/>
                          </a:lnSpc>
                          <a:spcBef>
                            <a:spcPts val="0"/>
                          </a:spcBef>
                          <a:spcAft>
                            <a:spcPts val="0"/>
                          </a:spcAft>
                          <a:buNone/>
                          <a:defRPr lang="en-US" sz="1400" spc="0" kern="0" b="0" i="0" dirty="0">
                            <a:solidFill>
                              <a:srgbClr val="070154"/>
                            </a:solidFill>
                            <a:latin typeface="IBM Plex Sans SemiBold"/>
                            <a:ea typeface="IBM Plex Sans SemiBold"/>
                            <a:cs typeface="IBM Plex Sans SemiBold"/>
                          </a:defRPr>
                        </a:pPr>
                        <a:r>
                          <a:rPr lang="en-US" sz="1400" spc="0" kern="0" b="0" i="0" dirty="0">
                            <a:solidFill>
                              <a:srgbClr val="070154"/>
                            </a:solidFill>
                            <a:latin typeface="IBM Plex Sans SemiBold"/>
                            <a:ea typeface="IBM Plex Sans SemiBold"/>
                            <a:cs typeface="IBM Plex Sans SemiBold"/>
                          </a:rPr>
                          <a:t xml:space="preserve">Weighted total</a:t>
                        </a:r>
                        <a:endParaRPr lang="en-US" sz="14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19050" cap="flat" cmpd="sng" algn="ctr">
                        <a:solidFill>
                          <a:srgbClr val="070154"/>
                        </a:solidFill>
                        <a:prstDash val="solid"/>
                        <a:round/>
                        <a:headEnd type="none" w="med" len="med"/>
                        <a:tailEnd type="none" w="med" len="med"/>
                      </a:lnT>
                      <a:lnB w="0" cap="flat" cmpd="sng" algn="ctr">
                        <a:noFill/>
                      </a:lnB>
                      <a:solidFill>
                        <a:srgbClr val="E8EEF8"/>
                      </a:solidFill>
                    </a:tcPr>
                  </a:tc>
                  <a:tc>
                    <a:txBody>
                      <a:bodyPr wrap="square" anchor="ctr" lIns="0" rIns="0" tIns="0" bIns="0">
                        <a:noAutofit/>
                      </a:bodyPr>
                      <a:lstStyle/>
                      <a:p>
                        <a:pPr algn="r" marL="0" indent="0">
                          <a:lnSpc>
                            <a:spcPts val="2100"/>
                          </a:lnSpc>
                          <a:spcBef>
                            <a:spcPts val="0"/>
                          </a:spcBef>
                          <a:spcAft>
                            <a:spcPts val="0"/>
                          </a:spcAft>
                          <a:buNone/>
                          <a:defRPr lang="en-US" sz="1400" spc="0" kern="0" b="0" i="0" dirty="0">
                            <a:solidFill>
                              <a:srgbClr val="070154"/>
                            </a:solidFill>
                            <a:latin typeface="IBM Plex Mono SemiBold"/>
                            <a:ea typeface="IBM Plex Mono SemiBold"/>
                            <a:cs typeface="IBM Plex Mono SemiBold"/>
                          </a:defRPr>
                        </a:pPr>
                        <a:r>
                          <a:rPr lang="en-US" sz="1400" spc="0" kern="0" b="0" i="0" dirty="0">
                            <a:solidFill>
                              <a:srgbClr val="070154"/>
                            </a:solidFill>
                            <a:latin typeface="IBM Plex Mono SemiBold"/>
                            <a:ea typeface="IBM Plex Mono SemiBold"/>
                            <a:cs typeface="IBM Plex Mono SemiBold"/>
                          </a:rPr>
                          <a:t xml:space="preserve">100%</a:t>
                        </a:r>
                        <a:endParaRPr lang="en-US" sz="14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19050" cap="flat" cmpd="sng" algn="ctr">
                        <a:solidFill>
                          <a:srgbClr val="070154"/>
                        </a:solidFill>
                        <a:prstDash val="solid"/>
                        <a:round/>
                        <a:headEnd type="none" w="med" len="med"/>
                        <a:tailEnd type="none" w="med" len="med"/>
                      </a:lnT>
                      <a:lnB w="0" cap="flat" cmpd="sng" algn="ctr">
                        <a:noFill/>
                      </a:lnB>
                      <a:solidFill>
                        <a:srgbClr val="E8EEF8"/>
                      </a:solidFill>
                    </a:tcPr>
                  </a:tc>
                  <a:tc>
                    <a:txBody>
                      <a:bodyPr wrap="square" anchor="ctr" lIns="0" rIns="0" tIns="0" bIns="0">
                        <a:noAutofit/>
                      </a:bodyPr>
                      <a:lstStyle/>
                      <a:p>
                        <a:pPr algn="r" marL="0" indent="0">
                          <a:lnSpc>
                            <a:spcPts val="2100"/>
                          </a:lnSpc>
                          <a:spcBef>
                            <a:spcPts val="0"/>
                          </a:spcBef>
                          <a:spcAft>
                            <a:spcPts val="0"/>
                          </a:spcAft>
                          <a:buNone/>
                          <a:defRPr lang="en-US" sz="1400" spc="0" kern="0" b="0" i="0" dirty="0">
                            <a:solidFill>
                              <a:srgbClr val="070154"/>
                            </a:solidFill>
                            <a:latin typeface="IBM Plex Mono SemiBold"/>
                            <a:ea typeface="IBM Plex Mono SemiBold"/>
                            <a:cs typeface="IBM Plex Mono SemiBold"/>
                          </a:defRPr>
                        </a:pPr>
                        <a:r>
                          <a:rPr lang="en-US" sz="1400" spc="0" kern="0" b="0" i="0" dirty="0">
                            <a:solidFill>
                              <a:srgbClr val="070154"/>
                            </a:solidFill>
                            <a:latin typeface="IBM Plex Mono SemiBold"/>
                            <a:ea typeface="IBM Plex Mono SemiBold"/>
                            <a:cs typeface="IBM Plex Mono SemiBold"/>
                          </a:rPr>
                          <a:t xml:space="preserve">3.45</a:t>
                        </a:r>
                        <a:endParaRPr lang="en-US" sz="14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19050" cap="flat" cmpd="sng" algn="ctr">
                        <a:solidFill>
                          <a:srgbClr val="070154"/>
                        </a:solidFill>
                        <a:prstDash val="solid"/>
                        <a:round/>
                        <a:headEnd type="none" w="med" len="med"/>
                        <a:tailEnd type="none" w="med" len="med"/>
                      </a:lnT>
                      <a:lnB w="0" cap="flat" cmpd="sng" algn="ctr">
                        <a:noFill/>
                      </a:lnB>
                      <a:solidFill>
                        <a:srgbClr val="E8EEF8"/>
                      </a:solidFill>
                    </a:tcPr>
                  </a:tc>
                  <a:tc>
                    <a:txBody>
                      <a:bodyPr wrap="square" anchor="ctr" lIns="0" rIns="0" tIns="0" bIns="0">
                        <a:noAutofit/>
                      </a:bodyPr>
                      <a:lstStyle/>
                      <a:p>
                        <a:pPr algn="r" marL="0" indent="0">
                          <a:lnSpc>
                            <a:spcPts val="2100"/>
                          </a:lnSpc>
                          <a:spcBef>
                            <a:spcPts val="0"/>
                          </a:spcBef>
                          <a:spcAft>
                            <a:spcPts val="0"/>
                          </a:spcAft>
                          <a:buNone/>
                          <a:defRPr lang="en-US" sz="1400" spc="0" kern="0" b="0" i="0" dirty="0">
                            <a:solidFill>
                              <a:srgbClr val="070154"/>
                            </a:solidFill>
                            <a:latin typeface="IBM Plex Mono SemiBold"/>
                            <a:ea typeface="IBM Plex Mono SemiBold"/>
                            <a:cs typeface="IBM Plex Mono SemiBold"/>
                          </a:defRPr>
                        </a:pPr>
                        <a:r>
                          <a:rPr lang="en-US" sz="1400" spc="0" kern="0" b="0" i="0" dirty="0">
                            <a:solidFill>
                              <a:srgbClr val="070154"/>
                            </a:solidFill>
                            <a:latin typeface="IBM Plex Mono SemiBold"/>
                            <a:ea typeface="IBM Plex Mono SemiBold"/>
                            <a:cs typeface="IBM Plex Mono SemiBold"/>
                          </a:rPr>
                          <a:t xml:space="preserve">4.10</a:t>
                        </a:r>
                        <a:endParaRPr lang="en-US" sz="14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19050" cap="flat" cmpd="sng" algn="ctr">
                        <a:solidFill>
                          <a:srgbClr val="070154"/>
                        </a:solidFill>
                        <a:prstDash val="solid"/>
                        <a:round/>
                        <a:headEnd type="none" w="med" len="med"/>
                        <a:tailEnd type="none" w="med" len="med"/>
                      </a:lnT>
                      <a:lnB w="0" cap="flat" cmpd="sng" algn="ctr">
                        <a:noFill/>
                      </a:lnB>
                      <a:solidFill>
                        <a:srgbClr val="E8EEF8"/>
                      </a:solidFill>
                    </a:tcPr>
                  </a:tc>
                  <a:tc>
                    <a:txBody>
                      <a:bodyPr wrap="square" anchor="ctr" lIns="0" rIns="0" tIns="0" bIns="0">
                        <a:noAutofit/>
                      </a:bodyPr>
                      <a:lstStyle/>
                      <a:p>
                        <a:pPr algn="r" marL="0" indent="0">
                          <a:lnSpc>
                            <a:spcPts val="2100"/>
                          </a:lnSpc>
                          <a:spcBef>
                            <a:spcPts val="0"/>
                          </a:spcBef>
                          <a:spcAft>
                            <a:spcPts val="0"/>
                          </a:spcAft>
                          <a:buNone/>
                          <a:defRPr lang="en-US" sz="1400" spc="0" kern="0" b="0" i="0" dirty="0">
                            <a:solidFill>
                              <a:srgbClr val="070154"/>
                            </a:solidFill>
                            <a:latin typeface="IBM Plex Mono SemiBold"/>
                            <a:ea typeface="IBM Plex Mono SemiBold"/>
                            <a:cs typeface="IBM Plex Mono SemiBold"/>
                          </a:defRPr>
                        </a:pPr>
                        <a:r>
                          <a:rPr lang="en-US" sz="1400" spc="0" kern="0" b="0" i="0" dirty="0">
                            <a:solidFill>
                              <a:srgbClr val="070154"/>
                            </a:solidFill>
                            <a:latin typeface="IBM Plex Mono SemiBold"/>
                            <a:ea typeface="IBM Plex Mono SemiBold"/>
                            <a:cs typeface="IBM Plex Mono SemiBold"/>
                          </a:rPr>
                          <a:t xml:space="preserve">3.70</a:t>
                        </a:r>
                        <a:endParaRPr lang="en-US" sz="1400" spc="0"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19050" cap="flat" cmpd="sng" algn="ctr">
                        <a:solidFill>
                          <a:srgbClr val="070154"/>
                        </a:solidFill>
                        <a:prstDash val="solid"/>
                        <a:round/>
                        <a:headEnd type="none" w="med" len="med"/>
                        <a:tailEnd type="none" w="med" len="med"/>
                      </a:lnT>
                      <a:lnB w="0" cap="flat" cmpd="sng" algn="ctr">
                        <a:noFill/>
                      </a:lnB>
                      <a:solidFill>
                        <a:srgbClr val="E8EEF8"/>
                      </a:solidFill>
                    </a:tcPr>
                  </a:tc>
                </a:tr>
              </a:tbl>
            </a:graphicData>
          </a:graphic>
        </p:graphicFrame>
        <p:sp>
          <p:nvSpPr>
            <p:cNvPr id="7" name="node01.highlight-edge"/>
            <p:cNvSpPr/>
            <p:nvPr/>
          </p:nvSpPr>
          <p:spPr>
            <a:xfrm>
              <a:off x="5372100" y="1562100"/>
              <a:ext cx="1219200" cy="38100"/>
            </a:xfrm>
            <a:prstGeom prst="rect">
              <a:avLst/>
            </a:prstGeom>
            <a:solidFill>
              <a:srgbClr val="0047FF"/>
            </a:solidFill>
            <a:ln>
              <a:noFill/>
            </a:ln>
          </p:spPr>
        </p:sp>
      </p:grpSp>
      <p:grpSp>
        <p:nvGrpSpPr>
          <p:cNvPr id="25" name="node02"/>
          <p:cNvGrpSpPr/>
          <p:nvPr/>
        </p:nvGrpSpPr>
        <p:grpSpPr>
          <a:xfrm>
            <a:off x="8039100" y="1600200"/>
            <a:ext cx="3429000" cy="3657600"/>
            <a:chOff x="8039100" y="1600200"/>
            <a:chExt cx="3429000" cy="3657600"/>
          </a:xfrm>
        </p:grpSpPr>
        <p:sp>
          <p:nvSpPr>
            <p:cNvPr id="8" name="node02.container"/>
            <p:cNvSpPr/>
            <p:nvPr/>
          </p:nvSpPr>
          <p:spPr>
            <a:xfrm>
              <a:off x="8039100" y="1600200"/>
              <a:ext cx="3429000" cy="3657600"/>
            </a:xfrm>
            <a:prstGeom prst="rect">
              <a:avLst/>
            </a:prstGeom>
            <a:solidFill>
              <a:srgbClr val="E8EEF8"/>
            </a:solidFill>
            <a:ln>
              <a:noFill/>
            </a:ln>
          </p:spPr>
        </p:sp>
        <p:sp>
          <p:nvSpPr>
            <p:cNvPr id="9" name="node02.edge"/>
            <p:cNvSpPr/>
            <p:nvPr/>
          </p:nvSpPr>
          <p:spPr>
            <a:xfrm>
              <a:off x="8039100" y="1600200"/>
              <a:ext cx="3429000" cy="38100"/>
            </a:xfrm>
            <a:prstGeom prst="rect">
              <a:avLst/>
            </a:prstGeom>
            <a:solidFill>
              <a:srgbClr val="0047FF"/>
            </a:solidFill>
            <a:ln>
              <a:noFill/>
            </a:ln>
          </p:spPr>
        </p:sp>
        <p:sp>
          <p:nvSpPr>
            <p:cNvPr id="10" name="node02.label"/>
            <p:cNvSpPr/>
            <p:nvPr/>
          </p:nvSpPr>
          <p:spPr>
            <a:xfrm>
              <a:off x="8267700" y="1866900"/>
              <a:ext cx="2971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RECOMMENDATION</a:t>
              </a:r>
              <a:endParaRPr lang="en-US" sz="900" spc="54" kern="0" b="0" i="0" dirty="0">
                <a:solidFill>
                  <a:srgbClr val="0047FF"/>
                </a:solidFill>
                <a:latin typeface="IBM Plex Mono Medium"/>
                <a:ea typeface="IBM Plex Mono Medium"/>
                <a:cs typeface="IBM Plex Mono Medium"/>
              </a:endParaRPr>
            </a:p>
          </p:txBody>
        </p:sp>
        <p:sp>
          <p:nvSpPr>
            <p:cNvPr id="11" name="node02.title"/>
            <p:cNvSpPr/>
            <p:nvPr/>
          </p:nvSpPr>
          <p:spPr>
            <a:xfrm>
              <a:off x="8267700" y="2057400"/>
              <a:ext cx="29718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Select Vendor B</a:t>
              </a:r>
              <a:endParaRPr lang="en-US" sz="1800" spc="-18" kern="0" b="0" i="0" dirty="0">
                <a:solidFill>
                  <a:srgbClr val="070154"/>
                </a:solidFill>
                <a:latin typeface="IBM Plex Sans SemiBold"/>
                <a:ea typeface="IBM Plex Sans SemiBold"/>
                <a:cs typeface="IBM Plex Sans SemiBold"/>
              </a:endParaRPr>
            </a:p>
          </p:txBody>
        </p:sp>
        <p:sp>
          <p:nvSpPr>
            <p:cNvPr id="12" name="node02.body.item-001.paragraph"/>
            <p:cNvSpPr/>
            <p:nvPr/>
          </p:nvSpPr>
          <p:spPr>
            <a:xfrm>
              <a:off x="8267700" y="2476500"/>
              <a:ext cx="29718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Vendor B scores highest overall and leads on functional fit and integration.</a:t>
              </a:r>
              <a:endParaRPr lang="en-US" sz="1200" spc="0" kern="0" b="0" i="0" dirty="0">
                <a:solidFill>
                  <a:srgbClr val="50658E"/>
                </a:solidFill>
                <a:latin typeface="IBM Plex Sans"/>
                <a:ea typeface="IBM Plex Sans"/>
                <a:cs typeface="IBM Plex Sans"/>
              </a:endParaRPr>
            </a:p>
          </p:txBody>
        </p:sp>
        <p:sp>
          <p:nvSpPr>
            <p:cNvPr id="13" name="node02.body.item-002.bullets.item-001.marker"/>
            <p:cNvSpPr/>
            <p:nvPr/>
          </p:nvSpPr>
          <p:spPr>
            <a:xfrm>
              <a:off x="8267700" y="3060700"/>
              <a:ext cx="38100" cy="38100"/>
            </a:xfrm>
            <a:prstGeom prst="rect">
              <a:avLst/>
            </a:prstGeom>
            <a:solidFill>
              <a:srgbClr val="070154"/>
            </a:solidFill>
            <a:ln>
              <a:noFill/>
            </a:ln>
          </p:spPr>
        </p:sp>
        <p:sp>
          <p:nvSpPr>
            <p:cNvPr id="14" name="node02.body.item-002.bullets.item-001.text"/>
            <p:cNvSpPr/>
            <p:nvPr/>
          </p:nvSpPr>
          <p:spPr>
            <a:xfrm>
              <a:off x="8420100" y="2971800"/>
              <a:ext cx="281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Confirm security controls before contract</a:t>
              </a:r>
              <a:endParaRPr lang="en-US" sz="1200" spc="0" kern="0" b="0" i="0" dirty="0">
                <a:solidFill>
                  <a:srgbClr val="070154"/>
                </a:solidFill>
                <a:latin typeface="IBM Plex Sans"/>
                <a:ea typeface="IBM Plex Sans"/>
                <a:cs typeface="IBM Plex Sans"/>
              </a:endParaRPr>
            </a:p>
          </p:txBody>
        </p:sp>
        <p:sp>
          <p:nvSpPr>
            <p:cNvPr id="15" name="node02.body.item-002.bullets.item-002.marker"/>
            <p:cNvSpPr/>
            <p:nvPr/>
          </p:nvSpPr>
          <p:spPr>
            <a:xfrm>
              <a:off x="8267700" y="3327400"/>
              <a:ext cx="38100" cy="38100"/>
            </a:xfrm>
            <a:prstGeom prst="rect">
              <a:avLst/>
            </a:prstGeom>
            <a:solidFill>
              <a:srgbClr val="070154"/>
            </a:solidFill>
            <a:ln>
              <a:noFill/>
            </a:ln>
          </p:spPr>
        </p:sp>
        <p:sp>
          <p:nvSpPr>
            <p:cNvPr id="16" name="node02.body.item-002.bullets.item-002.text"/>
            <p:cNvSpPr/>
            <p:nvPr/>
          </p:nvSpPr>
          <p:spPr>
            <a:xfrm>
              <a:off x="8420100" y="3238500"/>
              <a:ext cx="281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Negotiate the cost of ownership terms</a:t>
              </a:r>
              <a:endParaRPr lang="en-US" sz="1200" spc="0" kern="0" b="0" i="0" dirty="0">
                <a:solidFill>
                  <a:srgbClr val="070154"/>
                </a:solidFill>
                <a:latin typeface="IBM Plex Sans"/>
                <a:ea typeface="IBM Plex Sans"/>
                <a:cs typeface="IBM Plex Sans"/>
              </a:endParaRPr>
            </a:p>
          </p:txBody>
        </p:sp>
        <p:sp>
          <p:nvSpPr>
            <p:cNvPr id="17" name="node02.body.item-002.bullets.item-003.marker"/>
            <p:cNvSpPr/>
            <p:nvPr/>
          </p:nvSpPr>
          <p:spPr>
            <a:xfrm>
              <a:off x="8267700" y="3594100"/>
              <a:ext cx="38100" cy="38100"/>
            </a:xfrm>
            <a:prstGeom prst="rect">
              <a:avLst/>
            </a:prstGeom>
            <a:solidFill>
              <a:srgbClr val="070154"/>
            </a:solidFill>
            <a:ln>
              <a:noFill/>
            </a:ln>
          </p:spPr>
        </p:sp>
        <p:sp>
          <p:nvSpPr>
            <p:cNvPr id="18" name="node02.body.item-002.bullets.item-003.text"/>
            <p:cNvSpPr/>
            <p:nvPr/>
          </p:nvSpPr>
          <p:spPr>
            <a:xfrm>
              <a:off x="8420100" y="3505200"/>
              <a:ext cx="281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Pilot with one Northfield business unit</a:t>
              </a:r>
              <a:endParaRPr lang="en-US" sz="1200" spc="0" kern="0" b="0" i="0" dirty="0">
                <a:solidFill>
                  <a:srgbClr val="070154"/>
                </a:solidFill>
                <a:latin typeface="IBM Plex Sans"/>
                <a:ea typeface="IBM Plex Sans"/>
                <a:cs typeface="IBM Plex Sans"/>
              </a:endParaRPr>
            </a:p>
          </p:txBody>
        </p:sp>
        <p:sp>
          <p:nvSpPr>
            <p:cNvPr id="19" name="node02.tag-bg"/>
            <p:cNvSpPr/>
            <p:nvPr/>
          </p:nvSpPr>
          <p:spPr>
            <a:xfrm>
              <a:off x="10463969" y="1600200"/>
              <a:ext cx="1004131" cy="228600"/>
            </a:xfrm>
            <a:prstGeom prst="rect">
              <a:avLst/>
            </a:prstGeom>
            <a:solidFill>
              <a:srgbClr val="0047FF"/>
            </a:solidFill>
            <a:ln>
              <a:noFill/>
            </a:ln>
          </p:spPr>
        </p:sp>
        <p:sp>
          <p:nvSpPr>
            <p:cNvPr id="20" name="node02.tag"/>
            <p:cNvSpPr/>
            <p:nvPr/>
          </p:nvSpPr>
          <p:spPr>
            <a:xfrm>
              <a:off x="10540169" y="1638300"/>
              <a:ext cx="851731" cy="17145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FFFFF"/>
                  </a:solidFill>
                  <a:latin typeface="IBM Plex Mono SemiBold"/>
                  <a:ea typeface="IBM Plex Mono SemiBold"/>
                  <a:cs typeface="IBM Plex Mono SemiBold"/>
                </a:rPr>
                <a:t>RECOMMENDED</a:t>
              </a:r>
              <a:endParaRPr lang="en-US" sz="900" spc="54" kern="0" b="0" i="0" dirty="0">
                <a:solidFill>
                  <a:srgbClr val="FFFFFF"/>
                </a:solidFill>
                <a:latin typeface="IBM Plex Mono SemiBold"/>
                <a:ea typeface="IBM Plex Mono SemiBold"/>
                <a:cs typeface="IBM Plex Mono SemiBold"/>
              </a:endParaRPr>
            </a:p>
          </p:txBody>
        </p:sp>
      </p:grpSp>
      <p:grpSp>
        <p:nvGrpSpPr>
          <p:cNvPr id="26" name="node03"/>
          <p:cNvGrpSpPr/>
          <p:nvPr/>
        </p:nvGrpSpPr>
        <p:grpSpPr>
          <a:xfrm>
            <a:off x="8267700" y="4191000"/>
            <a:ext cx="2971800" cy="611950"/>
            <a:chOff x="8267700" y="4191000"/>
            <a:chExt cx="2971800" cy="611950"/>
          </a:xfrm>
        </p:grpSpPr>
        <p:sp>
          <p:nvSpPr>
            <p:cNvPr id="21" name="node03.text"/>
            <p:cNvSpPr/>
            <p:nvPr/>
          </p:nvSpPr>
          <p:spPr>
            <a:xfrm>
              <a:off x="8267700" y="4191000"/>
              <a:ext cx="2971800" cy="611950"/>
            </a:xfrm>
            <a:prstGeom prst="rect">
              <a:avLst/>
            </a:prstGeom>
            <a:noFill/>
            <a:ln/>
          </p:spPr>
          <p:txBody>
            <a:bodyPr wrap="square" lIns="0" tIns="0" rIns="0" bIns="0" rtlCol="0" anchor="t"/>
            <a:lstStyle/>
            <a:p>
              <a:pPr algn="l" indent="0" marL="0">
                <a:lnSpc>
                  <a:spcPts val="4800"/>
                </a:lnSpc>
                <a:buNone/>
              </a:pPr>
              <a:r>
                <a:rPr lang="en-US" sz="4800" spc="-96" kern="0" b="0" i="0" dirty="0">
                  <a:solidFill>
                    <a:srgbClr val="070154"/>
                  </a:solidFill>
                  <a:latin typeface="IBM Plex Mono SemiBold"/>
                  <a:ea typeface="IBM Plex Mono SemiBold"/>
                  <a:cs typeface="IBM Plex Mono SemiBold"/>
                </a:rPr>
                <a:t>4.10</a:t>
              </a:r>
              <a:endParaRPr lang="en-US" sz="4800" spc="-96" kern="0" b="0" i="0" dirty="0">
                <a:solidFill>
                  <a:srgbClr val="070154"/>
                </a:solidFill>
                <a:latin typeface="IBM Plex Mono SemiBold"/>
                <a:ea typeface="IBM Plex Mono SemiBold"/>
                <a:cs typeface="IBM Plex Mono SemiBold"/>
              </a:endParaRPr>
            </a:p>
          </p:txBody>
        </p:sp>
      </p:grpSp>
      <p:grpSp>
        <p:nvGrpSpPr>
          <p:cNvPr id="27" name="node04"/>
          <p:cNvGrpSpPr/>
          <p:nvPr/>
        </p:nvGrpSpPr>
        <p:grpSpPr>
          <a:xfrm>
            <a:off x="8267700" y="4876800"/>
            <a:ext cx="2971800" cy="228600"/>
            <a:chOff x="8267700" y="4876800"/>
            <a:chExt cx="2971800" cy="228600"/>
          </a:xfrm>
        </p:grpSpPr>
        <p:sp>
          <p:nvSpPr>
            <p:cNvPr id="22" name="node04.text"/>
            <p:cNvSpPr/>
            <p:nvPr/>
          </p:nvSpPr>
          <p:spPr>
            <a:xfrm>
              <a:off x="8267700" y="48768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Vendor B total, out of 5</a:t>
              </a:r>
              <a:endParaRPr lang="en-US" sz="1200" spc="0" kern="0" b="0" i="0" dirty="0">
                <a:solidFill>
                  <a:srgbClr val="50658E"/>
                </a:solidFill>
                <a:latin typeface="IBM Plex Sans"/>
                <a:ea typeface="IBM Plex Sans"/>
                <a:cs typeface="IBM Plex Sans"/>
              </a:endParaRPr>
            </a:p>
          </p:txBody>
        </p:sp>
      </p:grpSp>
      <p:grpSp>
        <p:nvGrpSpPr>
          <p:cNvPr id="28" name="node05"/>
          <p:cNvGrpSpPr/>
          <p:nvPr/>
        </p:nvGrpSpPr>
        <p:grpSpPr>
          <a:xfrm>
            <a:off x="723900" y="5486400"/>
            <a:ext cx="10744200" cy="228600"/>
            <a:chOff x="723900" y="5486400"/>
            <a:chExt cx="10744200" cy="228600"/>
          </a:xfrm>
        </p:grpSpPr>
        <p:sp>
          <p:nvSpPr>
            <p:cNvPr id="23" name="node05.text"/>
            <p:cNvSpPr/>
            <p:nvPr/>
          </p:nvSpPr>
          <p:spPr>
            <a:xfrm>
              <a:off x="723900" y="5486400"/>
              <a:ext cx="10744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Scores run 1 to 5, with 5 best. Weights were agreed with the steering committee and total 100%.</a:t>
              </a:r>
              <a:endParaRPr lang="en-US" sz="1200" spc="0" kern="0" b="0" i="0" dirty="0">
                <a:solidFill>
                  <a:srgbClr val="50658E"/>
                </a:solidFill>
                <a:latin typeface="IBM Plex Sans"/>
                <a:ea typeface="IBM Plex Sans"/>
                <a:cs typeface="IBM Plex Sans"/>
              </a:endParaRPr>
            </a:p>
          </p:txBody>
        </p:sp>
      </p:grpSp>
    </p:spTree>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name="source-605">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VENDOR SELECTION</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Three steps narrowed twelve vendors to one</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191</a:t>
            </a:fld>
            <a:endParaRPr lang="en-US" sz="700" spc="0" kern="0" b="0" i="0" dirty="0">
              <a:solidFill>
                <a:srgbClr val="070154"/>
              </a:solidFill>
              <a:latin typeface="IBM Plex Mono SemiBold"/>
              <a:ea typeface="IBM Plex Mono SemiBold"/>
              <a:cs typeface="IBM Plex Mono SemiBold"/>
            </a:endParaRPr>
          </a:p>
        </p:txBody>
      </p:sp>
      <p:grpSp>
        <p:nvGrpSpPr>
          <p:cNvPr id="44" name="node01"/>
          <p:cNvGrpSpPr/>
          <p:nvPr/>
        </p:nvGrpSpPr>
        <p:grpSpPr>
          <a:xfrm>
            <a:off x="723900" y="1600200"/>
            <a:ext cx="3429000" cy="457200"/>
            <a:chOff x="723900" y="1600200"/>
            <a:chExt cx="3429000" cy="457200"/>
          </a:xfrm>
        </p:grpSpPr>
        <p:sp>
          <p:nvSpPr>
            <p:cNvPr id="6" name="node01.surface"/>
            <p:cNvSpPr/>
            <p:nvPr/>
          </p:nvSpPr>
          <p:spPr>
            <a:xfrm>
              <a:off x="723900" y="1600200"/>
              <a:ext cx="3429000" cy="457200"/>
            </a:xfrm>
            <a:custGeom>
              <a:avLst/>
              <a:gdLst/>
              <a:ahLst/>
              <a:cxnLst/>
              <a:rect l="l" t="t" r="r" b="b"/>
              <a:pathLst>
                <a:path w="3429000" h="457200">
                  <a:moveTo>
                    <a:pt x="0" y="0"/>
                  </a:moveTo>
                  <a:lnTo>
                    <a:pt x="3276600" y="0"/>
                  </a:lnTo>
                  <a:lnTo>
                    <a:pt x="3429000" y="228600"/>
                  </a:lnTo>
                  <a:lnTo>
                    <a:pt x="3276600" y="457200"/>
                  </a:lnTo>
                  <a:lnTo>
                    <a:pt x="0" y="457200"/>
                  </a:lnTo>
                  <a:close/>
                </a:path>
              </a:pathLst>
            </a:custGeom>
            <a:solidFill>
              <a:srgbClr val="E8EEF8"/>
            </a:solidFill>
            <a:ln>
              <a:noFill/>
            </a:ln>
          </p:spPr>
        </p:sp>
        <p:sp>
          <p:nvSpPr>
            <p:cNvPr id="7" name="node01.text"/>
            <p:cNvSpPr/>
            <p:nvPr/>
          </p:nvSpPr>
          <p:spPr>
            <a:xfrm>
              <a:off x="876300" y="1695450"/>
              <a:ext cx="30480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070154"/>
                  </a:solidFill>
                  <a:latin typeface="IBM Plex Sans"/>
                  <a:ea typeface="IBM Plex Sans"/>
                  <a:cs typeface="IBM Plex Sans"/>
                </a:rPr>
                <a:t>Long list</a:t>
              </a:r>
              <a:endParaRPr lang="en-US" sz="1400" spc="0" kern="0" b="0" i="0" dirty="0">
                <a:solidFill>
                  <a:srgbClr val="070154"/>
                </a:solidFill>
                <a:latin typeface="IBM Plex Sans"/>
                <a:ea typeface="IBM Plex Sans"/>
                <a:cs typeface="IBM Plex Sans"/>
              </a:endParaRPr>
            </a:p>
          </p:txBody>
        </p:sp>
      </p:grpSp>
      <p:grpSp>
        <p:nvGrpSpPr>
          <p:cNvPr id="45" name="node02"/>
          <p:cNvGrpSpPr/>
          <p:nvPr/>
        </p:nvGrpSpPr>
        <p:grpSpPr>
          <a:xfrm>
            <a:off x="723900" y="2286000"/>
            <a:ext cx="3429000" cy="2971800"/>
            <a:chOff x="723900" y="2286000"/>
            <a:chExt cx="3429000" cy="2971800"/>
          </a:xfrm>
        </p:grpSpPr>
        <p:sp>
          <p:nvSpPr>
            <p:cNvPr id="8" name="node02.container"/>
            <p:cNvSpPr/>
            <p:nvPr/>
          </p:nvSpPr>
          <p:spPr>
            <a:xfrm>
              <a:off x="723900" y="2286000"/>
              <a:ext cx="3429000" cy="2971800"/>
            </a:xfrm>
            <a:prstGeom prst="rect">
              <a:avLst/>
            </a:prstGeom>
            <a:solidFill>
              <a:srgbClr val="E8EEF8"/>
            </a:solidFill>
            <a:ln>
              <a:noFill/>
            </a:ln>
          </p:spPr>
        </p:sp>
      </p:grpSp>
      <p:grpSp>
        <p:nvGrpSpPr>
          <p:cNvPr id="46" name="node03"/>
          <p:cNvGrpSpPr/>
          <p:nvPr/>
        </p:nvGrpSpPr>
        <p:grpSpPr>
          <a:xfrm>
            <a:off x="952500" y="2514600"/>
            <a:ext cx="2971800" cy="458978"/>
            <a:chOff x="952500" y="2514600"/>
            <a:chExt cx="2971800" cy="458978"/>
          </a:xfrm>
        </p:grpSpPr>
        <p:sp>
          <p:nvSpPr>
            <p:cNvPr id="9" name="node03.text"/>
            <p:cNvSpPr/>
            <p:nvPr/>
          </p:nvSpPr>
          <p:spPr>
            <a:xfrm>
              <a:off x="952500" y="2514600"/>
              <a:ext cx="2971800" cy="458978"/>
            </a:xfrm>
            <a:prstGeom prst="rect">
              <a:avLst/>
            </a:prstGeom>
            <a:noFill/>
            <a:ln/>
          </p:spPr>
          <p:txBody>
            <a:bodyPr wrap="square" lIns="0" tIns="0" rIns="0" bIns="0" rtlCol="0" anchor="t"/>
            <a:lstStyle/>
            <a:p>
              <a:pPr algn="l" indent="0" marL="0">
                <a:lnSpc>
                  <a:spcPts val="3600"/>
                </a:lnSpc>
                <a:buNone/>
              </a:pPr>
              <a:r>
                <a:rPr lang="en-US" sz="3600" spc="-72" kern="0" b="0" i="0" dirty="0">
                  <a:solidFill>
                    <a:srgbClr val="070154"/>
                  </a:solidFill>
                  <a:latin typeface="IBM Plex Mono SemiBold"/>
                  <a:ea typeface="IBM Plex Mono SemiBold"/>
                  <a:cs typeface="IBM Plex Mono SemiBold"/>
                </a:rPr>
                <a:t>12 vendors</a:t>
              </a:r>
              <a:endParaRPr lang="en-US" sz="3600" spc="-72" kern="0" b="0" i="0" dirty="0">
                <a:solidFill>
                  <a:srgbClr val="070154"/>
                </a:solidFill>
                <a:latin typeface="IBM Plex Mono SemiBold"/>
                <a:ea typeface="IBM Plex Mono SemiBold"/>
                <a:cs typeface="IBM Plex Mono SemiBold"/>
              </a:endParaRPr>
            </a:p>
          </p:txBody>
        </p:sp>
      </p:grpSp>
      <p:grpSp>
        <p:nvGrpSpPr>
          <p:cNvPr id="47" name="node04"/>
          <p:cNvGrpSpPr/>
          <p:nvPr/>
        </p:nvGrpSpPr>
        <p:grpSpPr>
          <a:xfrm>
            <a:off x="952500" y="3200400"/>
            <a:ext cx="2971800" cy="152400"/>
            <a:chOff x="952500" y="3200400"/>
            <a:chExt cx="2971800" cy="152400"/>
          </a:xfrm>
        </p:grpSpPr>
        <p:sp>
          <p:nvSpPr>
            <p:cNvPr id="10" name="node04.text"/>
            <p:cNvSpPr/>
            <p:nvPr/>
          </p:nvSpPr>
          <p:spPr>
            <a:xfrm>
              <a:off x="952500" y="3200400"/>
              <a:ext cx="2971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CRITERIA APPLIED</a:t>
              </a:r>
              <a:endParaRPr lang="en-US" sz="900" spc="54" kern="0" b="0" i="0" dirty="0">
                <a:solidFill>
                  <a:srgbClr val="0047FF"/>
                </a:solidFill>
                <a:latin typeface="IBM Plex Mono Medium"/>
                <a:ea typeface="IBM Plex Mono Medium"/>
                <a:cs typeface="IBM Plex Mono Medium"/>
              </a:endParaRPr>
            </a:p>
          </p:txBody>
        </p:sp>
      </p:grpSp>
      <p:grpSp>
        <p:nvGrpSpPr>
          <p:cNvPr id="48" name="node05"/>
          <p:cNvGrpSpPr/>
          <p:nvPr/>
        </p:nvGrpSpPr>
        <p:grpSpPr>
          <a:xfrm>
            <a:off x="952500" y="3429000"/>
            <a:ext cx="2971800" cy="762000"/>
            <a:chOff x="952500" y="3429000"/>
            <a:chExt cx="2971800" cy="762000"/>
          </a:xfrm>
        </p:grpSpPr>
        <p:sp>
          <p:nvSpPr>
            <p:cNvPr id="11" name="node05.source-001.bullet"/>
            <p:cNvSpPr/>
            <p:nvPr/>
          </p:nvSpPr>
          <p:spPr>
            <a:xfrm>
              <a:off x="952500" y="3517900"/>
              <a:ext cx="38100" cy="38100"/>
            </a:xfrm>
            <a:prstGeom prst="rect">
              <a:avLst/>
            </a:prstGeom>
            <a:solidFill>
              <a:srgbClr val="070154"/>
            </a:solidFill>
            <a:ln>
              <a:noFill/>
            </a:ln>
          </p:spPr>
        </p:sp>
        <p:sp>
          <p:nvSpPr>
            <p:cNvPr id="12" name="node05.source-001.text"/>
            <p:cNvSpPr/>
            <p:nvPr/>
          </p:nvSpPr>
          <p:spPr>
            <a:xfrm>
              <a:off x="1104900" y="3429000"/>
              <a:ext cx="281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Serves healthcare payers</a:t>
              </a:r>
              <a:endParaRPr lang="en-US" sz="1200" spc="0" kern="0" b="0" i="0" dirty="0">
                <a:solidFill>
                  <a:srgbClr val="070154"/>
                </a:solidFill>
                <a:latin typeface="IBM Plex Sans"/>
                <a:ea typeface="IBM Plex Sans"/>
                <a:cs typeface="IBM Plex Sans"/>
              </a:endParaRPr>
            </a:p>
          </p:txBody>
        </p:sp>
        <p:sp>
          <p:nvSpPr>
            <p:cNvPr id="13" name="node05.source-002.bullet"/>
            <p:cNvSpPr/>
            <p:nvPr/>
          </p:nvSpPr>
          <p:spPr>
            <a:xfrm>
              <a:off x="952500" y="3784600"/>
              <a:ext cx="38100" cy="38100"/>
            </a:xfrm>
            <a:prstGeom prst="rect">
              <a:avLst/>
            </a:prstGeom>
            <a:solidFill>
              <a:srgbClr val="070154"/>
            </a:solidFill>
            <a:ln>
              <a:noFill/>
            </a:ln>
          </p:spPr>
        </p:sp>
        <p:sp>
          <p:nvSpPr>
            <p:cNvPr id="14" name="node05.source-002.text"/>
            <p:cNvSpPr/>
            <p:nvPr/>
          </p:nvSpPr>
          <p:spPr>
            <a:xfrm>
              <a:off x="1104900" y="3695700"/>
              <a:ext cx="281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Supports our ERP platform</a:t>
              </a:r>
              <a:endParaRPr lang="en-US" sz="1200" spc="0" kern="0" b="0" i="0" dirty="0">
                <a:solidFill>
                  <a:srgbClr val="070154"/>
                </a:solidFill>
                <a:latin typeface="IBM Plex Sans"/>
                <a:ea typeface="IBM Plex Sans"/>
                <a:cs typeface="IBM Plex Sans"/>
              </a:endParaRPr>
            </a:p>
          </p:txBody>
        </p:sp>
        <p:sp>
          <p:nvSpPr>
            <p:cNvPr id="15" name="node05.source-003.bullet"/>
            <p:cNvSpPr/>
            <p:nvPr/>
          </p:nvSpPr>
          <p:spPr>
            <a:xfrm>
              <a:off x="952500" y="4051300"/>
              <a:ext cx="38100" cy="38100"/>
            </a:xfrm>
            <a:prstGeom prst="rect">
              <a:avLst/>
            </a:prstGeom>
            <a:solidFill>
              <a:srgbClr val="070154"/>
            </a:solidFill>
            <a:ln>
              <a:noFill/>
            </a:ln>
          </p:spPr>
        </p:sp>
        <p:sp>
          <p:nvSpPr>
            <p:cNvPr id="16" name="node05.source-003.text"/>
            <p:cNvSpPr/>
            <p:nvPr/>
          </p:nvSpPr>
          <p:spPr>
            <a:xfrm>
              <a:off x="1104900" y="3962400"/>
              <a:ext cx="281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Offers a cloud delivery model</a:t>
              </a:r>
              <a:endParaRPr lang="en-US" sz="1200" spc="0" kern="0" b="0" i="0" dirty="0">
                <a:solidFill>
                  <a:srgbClr val="070154"/>
                </a:solidFill>
                <a:latin typeface="IBM Plex Sans"/>
                <a:ea typeface="IBM Plex Sans"/>
                <a:cs typeface="IBM Plex Sans"/>
              </a:endParaRPr>
            </a:p>
          </p:txBody>
        </p:sp>
      </p:grpSp>
      <p:grpSp>
        <p:nvGrpSpPr>
          <p:cNvPr id="49" name="node06"/>
          <p:cNvGrpSpPr/>
          <p:nvPr/>
        </p:nvGrpSpPr>
        <p:grpSpPr>
          <a:xfrm>
            <a:off x="952500" y="4343400"/>
            <a:ext cx="2971800" cy="228600"/>
            <a:chOff x="952500" y="4343400"/>
            <a:chExt cx="2971800" cy="228600"/>
          </a:xfrm>
        </p:grpSpPr>
        <p:sp>
          <p:nvSpPr>
            <p:cNvPr id="17" name="node06.text"/>
            <p:cNvSpPr/>
            <p:nvPr/>
          </p:nvSpPr>
          <p:spPr>
            <a:xfrm>
              <a:off x="952500" y="43434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8 vendors out: missing a must-have</a:t>
              </a:r>
              <a:endParaRPr lang="en-US" sz="1200" spc="0" kern="0" b="0" i="0" dirty="0">
                <a:solidFill>
                  <a:srgbClr val="50658E"/>
                </a:solidFill>
                <a:latin typeface="IBM Plex Sans"/>
                <a:ea typeface="IBM Plex Sans"/>
                <a:cs typeface="IBM Plex Sans"/>
              </a:endParaRPr>
            </a:p>
          </p:txBody>
        </p:sp>
      </p:grpSp>
      <p:grpSp>
        <p:nvGrpSpPr>
          <p:cNvPr id="50" name="node07"/>
          <p:cNvGrpSpPr/>
          <p:nvPr/>
        </p:nvGrpSpPr>
        <p:grpSpPr>
          <a:xfrm>
            <a:off x="4381500" y="1600200"/>
            <a:ext cx="3429000" cy="457200"/>
            <a:chOff x="4381500" y="1600200"/>
            <a:chExt cx="3429000" cy="457200"/>
          </a:xfrm>
        </p:grpSpPr>
        <p:sp>
          <p:nvSpPr>
            <p:cNvPr id="18" name="node07.surface"/>
            <p:cNvSpPr/>
            <p:nvPr/>
          </p:nvSpPr>
          <p:spPr>
            <a:xfrm>
              <a:off x="4381500" y="1600200"/>
              <a:ext cx="3429000" cy="457200"/>
            </a:xfrm>
            <a:custGeom>
              <a:avLst/>
              <a:gdLst/>
              <a:ahLst/>
              <a:cxnLst/>
              <a:rect l="l" t="t" r="r" b="b"/>
              <a:pathLst>
                <a:path w="3429000" h="457200">
                  <a:moveTo>
                    <a:pt x="0" y="0"/>
                  </a:moveTo>
                  <a:lnTo>
                    <a:pt x="3276600" y="0"/>
                  </a:lnTo>
                  <a:lnTo>
                    <a:pt x="3429000" y="228600"/>
                  </a:lnTo>
                  <a:lnTo>
                    <a:pt x="3276600" y="457200"/>
                  </a:lnTo>
                  <a:lnTo>
                    <a:pt x="0" y="457200"/>
                  </a:lnTo>
                  <a:lnTo>
                    <a:pt x="152400" y="228600"/>
                  </a:lnTo>
                  <a:close/>
                </a:path>
              </a:pathLst>
            </a:custGeom>
            <a:solidFill>
              <a:srgbClr val="E8EEF8"/>
            </a:solidFill>
            <a:ln>
              <a:noFill/>
            </a:ln>
          </p:spPr>
        </p:sp>
        <p:sp>
          <p:nvSpPr>
            <p:cNvPr id="19" name="node07.text"/>
            <p:cNvSpPr/>
            <p:nvPr/>
          </p:nvSpPr>
          <p:spPr>
            <a:xfrm>
              <a:off x="4686300" y="1695450"/>
              <a:ext cx="28956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070154"/>
                  </a:solidFill>
                  <a:latin typeface="IBM Plex Sans"/>
                  <a:ea typeface="IBM Plex Sans"/>
                  <a:cs typeface="IBM Plex Sans"/>
                </a:rPr>
                <a:t>Short list</a:t>
              </a:r>
              <a:endParaRPr lang="en-US" sz="1400" spc="0" kern="0" b="0" i="0" dirty="0">
                <a:solidFill>
                  <a:srgbClr val="070154"/>
                </a:solidFill>
                <a:latin typeface="IBM Plex Sans"/>
                <a:ea typeface="IBM Plex Sans"/>
                <a:cs typeface="IBM Plex Sans"/>
              </a:endParaRPr>
            </a:p>
          </p:txBody>
        </p:sp>
      </p:grpSp>
      <p:grpSp>
        <p:nvGrpSpPr>
          <p:cNvPr id="51" name="node08"/>
          <p:cNvGrpSpPr/>
          <p:nvPr/>
        </p:nvGrpSpPr>
        <p:grpSpPr>
          <a:xfrm>
            <a:off x="4381500" y="2286000"/>
            <a:ext cx="3429000" cy="2743200"/>
            <a:chOff x="4381500" y="2286000"/>
            <a:chExt cx="3429000" cy="2743200"/>
          </a:xfrm>
        </p:grpSpPr>
        <p:sp>
          <p:nvSpPr>
            <p:cNvPr id="20" name="node08.container"/>
            <p:cNvSpPr/>
            <p:nvPr/>
          </p:nvSpPr>
          <p:spPr>
            <a:xfrm>
              <a:off x="4381500" y="2286000"/>
              <a:ext cx="3429000" cy="2743200"/>
            </a:xfrm>
            <a:prstGeom prst="rect">
              <a:avLst/>
            </a:prstGeom>
            <a:solidFill>
              <a:srgbClr val="E8EEF8"/>
            </a:solidFill>
            <a:ln>
              <a:noFill/>
            </a:ln>
          </p:spPr>
        </p:sp>
      </p:grpSp>
      <p:grpSp>
        <p:nvGrpSpPr>
          <p:cNvPr id="52" name="node09"/>
          <p:cNvGrpSpPr/>
          <p:nvPr/>
        </p:nvGrpSpPr>
        <p:grpSpPr>
          <a:xfrm>
            <a:off x="4610100" y="2514600"/>
            <a:ext cx="2971800" cy="458978"/>
            <a:chOff x="4610100" y="2514600"/>
            <a:chExt cx="2971800" cy="458978"/>
          </a:xfrm>
        </p:grpSpPr>
        <p:sp>
          <p:nvSpPr>
            <p:cNvPr id="21" name="node09.text"/>
            <p:cNvSpPr/>
            <p:nvPr/>
          </p:nvSpPr>
          <p:spPr>
            <a:xfrm>
              <a:off x="4610100" y="2514600"/>
              <a:ext cx="2971800" cy="458978"/>
            </a:xfrm>
            <a:prstGeom prst="rect">
              <a:avLst/>
            </a:prstGeom>
            <a:noFill/>
            <a:ln/>
          </p:spPr>
          <p:txBody>
            <a:bodyPr wrap="square" lIns="0" tIns="0" rIns="0" bIns="0" rtlCol="0" anchor="t"/>
            <a:lstStyle/>
            <a:p>
              <a:pPr algn="l" indent="0" marL="0">
                <a:lnSpc>
                  <a:spcPts val="3600"/>
                </a:lnSpc>
                <a:buNone/>
              </a:pPr>
              <a:r>
                <a:rPr lang="en-US" sz="3600" spc="-72" kern="0" b="0" i="0" dirty="0">
                  <a:solidFill>
                    <a:srgbClr val="070154"/>
                  </a:solidFill>
                  <a:latin typeface="IBM Plex Mono SemiBold"/>
                  <a:ea typeface="IBM Plex Mono SemiBold"/>
                  <a:cs typeface="IBM Plex Mono SemiBold"/>
                </a:rPr>
                <a:t>4 vendors</a:t>
              </a:r>
              <a:endParaRPr lang="en-US" sz="3600" spc="-72" kern="0" b="0" i="0" dirty="0">
                <a:solidFill>
                  <a:srgbClr val="070154"/>
                </a:solidFill>
                <a:latin typeface="IBM Plex Mono SemiBold"/>
                <a:ea typeface="IBM Plex Mono SemiBold"/>
                <a:cs typeface="IBM Plex Mono SemiBold"/>
              </a:endParaRPr>
            </a:p>
          </p:txBody>
        </p:sp>
      </p:grpSp>
      <p:grpSp>
        <p:nvGrpSpPr>
          <p:cNvPr id="53" name="node10"/>
          <p:cNvGrpSpPr/>
          <p:nvPr/>
        </p:nvGrpSpPr>
        <p:grpSpPr>
          <a:xfrm>
            <a:off x="4610100" y="3200400"/>
            <a:ext cx="2971800" cy="152400"/>
            <a:chOff x="4610100" y="3200400"/>
            <a:chExt cx="2971800" cy="152400"/>
          </a:xfrm>
        </p:grpSpPr>
        <p:sp>
          <p:nvSpPr>
            <p:cNvPr id="22" name="node10.text"/>
            <p:cNvSpPr/>
            <p:nvPr/>
          </p:nvSpPr>
          <p:spPr>
            <a:xfrm>
              <a:off x="4610100" y="3200400"/>
              <a:ext cx="2971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CRITERIA APPLIED</a:t>
              </a:r>
              <a:endParaRPr lang="en-US" sz="900" spc="54" kern="0" b="0" i="0" dirty="0">
                <a:solidFill>
                  <a:srgbClr val="0047FF"/>
                </a:solidFill>
                <a:latin typeface="IBM Plex Mono Medium"/>
                <a:ea typeface="IBM Plex Mono Medium"/>
                <a:cs typeface="IBM Plex Mono Medium"/>
              </a:endParaRPr>
            </a:p>
          </p:txBody>
        </p:sp>
      </p:grpSp>
      <p:grpSp>
        <p:nvGrpSpPr>
          <p:cNvPr id="54" name="node11"/>
          <p:cNvGrpSpPr/>
          <p:nvPr/>
        </p:nvGrpSpPr>
        <p:grpSpPr>
          <a:xfrm>
            <a:off x="4610100" y="3429000"/>
            <a:ext cx="2971800" cy="762000"/>
            <a:chOff x="4610100" y="3429000"/>
            <a:chExt cx="2971800" cy="762000"/>
          </a:xfrm>
        </p:grpSpPr>
        <p:sp>
          <p:nvSpPr>
            <p:cNvPr id="23" name="node11.source-001.bullet"/>
            <p:cNvSpPr/>
            <p:nvPr/>
          </p:nvSpPr>
          <p:spPr>
            <a:xfrm>
              <a:off x="4610100" y="3517900"/>
              <a:ext cx="38100" cy="38100"/>
            </a:xfrm>
            <a:prstGeom prst="rect">
              <a:avLst/>
            </a:prstGeom>
            <a:solidFill>
              <a:srgbClr val="070154"/>
            </a:solidFill>
            <a:ln>
              <a:noFill/>
            </a:ln>
          </p:spPr>
        </p:sp>
        <p:sp>
          <p:nvSpPr>
            <p:cNvPr id="24" name="node11.source-001.text"/>
            <p:cNvSpPr/>
            <p:nvPr/>
          </p:nvSpPr>
          <p:spPr>
            <a:xfrm>
              <a:off x="4762500" y="3429000"/>
              <a:ext cx="281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Scripted demo against five use cases</a:t>
              </a:r>
              <a:endParaRPr lang="en-US" sz="1200" spc="0" kern="0" b="0" i="0" dirty="0">
                <a:solidFill>
                  <a:srgbClr val="070154"/>
                </a:solidFill>
                <a:latin typeface="IBM Plex Sans"/>
                <a:ea typeface="IBM Plex Sans"/>
                <a:cs typeface="IBM Plex Sans"/>
              </a:endParaRPr>
            </a:p>
          </p:txBody>
        </p:sp>
        <p:sp>
          <p:nvSpPr>
            <p:cNvPr id="25" name="node11.source-002.bullet"/>
            <p:cNvSpPr/>
            <p:nvPr/>
          </p:nvSpPr>
          <p:spPr>
            <a:xfrm>
              <a:off x="4610100" y="3784600"/>
              <a:ext cx="38100" cy="38100"/>
            </a:xfrm>
            <a:prstGeom prst="rect">
              <a:avLst/>
            </a:prstGeom>
            <a:solidFill>
              <a:srgbClr val="070154"/>
            </a:solidFill>
            <a:ln>
              <a:noFill/>
            </a:ln>
          </p:spPr>
        </p:sp>
        <p:sp>
          <p:nvSpPr>
            <p:cNvPr id="26" name="node11.source-002.text"/>
            <p:cNvSpPr/>
            <p:nvPr/>
          </p:nvSpPr>
          <p:spPr>
            <a:xfrm>
              <a:off x="4762500" y="3695700"/>
              <a:ext cx="281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Reference calls with two peers</a:t>
              </a:r>
              <a:endParaRPr lang="en-US" sz="1200" spc="0" kern="0" b="0" i="0" dirty="0">
                <a:solidFill>
                  <a:srgbClr val="070154"/>
                </a:solidFill>
                <a:latin typeface="IBM Plex Sans"/>
                <a:ea typeface="IBM Plex Sans"/>
                <a:cs typeface="IBM Plex Sans"/>
              </a:endParaRPr>
            </a:p>
          </p:txBody>
        </p:sp>
        <p:sp>
          <p:nvSpPr>
            <p:cNvPr id="27" name="node11.source-003.bullet"/>
            <p:cNvSpPr/>
            <p:nvPr/>
          </p:nvSpPr>
          <p:spPr>
            <a:xfrm>
              <a:off x="4610100" y="4051300"/>
              <a:ext cx="38100" cy="38100"/>
            </a:xfrm>
            <a:prstGeom prst="rect">
              <a:avLst/>
            </a:prstGeom>
            <a:solidFill>
              <a:srgbClr val="070154"/>
            </a:solidFill>
            <a:ln>
              <a:noFill/>
            </a:ln>
          </p:spPr>
        </p:sp>
        <p:sp>
          <p:nvSpPr>
            <p:cNvPr id="28" name="node11.source-003.text"/>
            <p:cNvSpPr/>
            <p:nvPr/>
          </p:nvSpPr>
          <p:spPr>
            <a:xfrm>
              <a:off x="4762500" y="3962400"/>
              <a:ext cx="281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Security and cost review</a:t>
              </a:r>
              <a:endParaRPr lang="en-US" sz="1200" spc="0" kern="0" b="0" i="0" dirty="0">
                <a:solidFill>
                  <a:srgbClr val="070154"/>
                </a:solidFill>
                <a:latin typeface="IBM Plex Sans"/>
                <a:ea typeface="IBM Plex Sans"/>
                <a:cs typeface="IBM Plex Sans"/>
              </a:endParaRPr>
            </a:p>
          </p:txBody>
        </p:sp>
      </p:grpSp>
      <p:grpSp>
        <p:nvGrpSpPr>
          <p:cNvPr id="55" name="node12"/>
          <p:cNvGrpSpPr/>
          <p:nvPr/>
        </p:nvGrpSpPr>
        <p:grpSpPr>
          <a:xfrm>
            <a:off x="4610100" y="4343400"/>
            <a:ext cx="2971800" cy="228600"/>
            <a:chOff x="4610100" y="4343400"/>
            <a:chExt cx="2971800" cy="228600"/>
          </a:xfrm>
        </p:grpSpPr>
        <p:sp>
          <p:nvSpPr>
            <p:cNvPr id="29" name="node12.text"/>
            <p:cNvSpPr/>
            <p:nvPr/>
          </p:nvSpPr>
          <p:spPr>
            <a:xfrm>
              <a:off x="4610100" y="43434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3 vendors out: weaker fit or higher cost</a:t>
              </a:r>
              <a:endParaRPr lang="en-US" sz="1200" spc="0" kern="0" b="0" i="0" dirty="0">
                <a:solidFill>
                  <a:srgbClr val="50658E"/>
                </a:solidFill>
                <a:latin typeface="IBM Plex Sans"/>
                <a:ea typeface="IBM Plex Sans"/>
                <a:cs typeface="IBM Plex Sans"/>
              </a:endParaRPr>
            </a:p>
          </p:txBody>
        </p:sp>
      </p:grpSp>
      <p:grpSp>
        <p:nvGrpSpPr>
          <p:cNvPr id="56" name="node13"/>
          <p:cNvGrpSpPr/>
          <p:nvPr/>
        </p:nvGrpSpPr>
        <p:grpSpPr>
          <a:xfrm>
            <a:off x="8039100" y="1600200"/>
            <a:ext cx="3429000" cy="457200"/>
            <a:chOff x="8039100" y="1600200"/>
            <a:chExt cx="3429000" cy="457200"/>
          </a:xfrm>
        </p:grpSpPr>
        <p:sp>
          <p:nvSpPr>
            <p:cNvPr id="30" name="node13.surface"/>
            <p:cNvSpPr/>
            <p:nvPr/>
          </p:nvSpPr>
          <p:spPr>
            <a:xfrm>
              <a:off x="8039100" y="1600200"/>
              <a:ext cx="3429000" cy="457200"/>
            </a:xfrm>
            <a:custGeom>
              <a:avLst/>
              <a:gdLst/>
              <a:ahLst/>
              <a:cxnLst/>
              <a:rect l="l" t="t" r="r" b="b"/>
              <a:pathLst>
                <a:path w="3429000" h="457200">
                  <a:moveTo>
                    <a:pt x="0" y="0"/>
                  </a:moveTo>
                  <a:lnTo>
                    <a:pt x="3276600" y="0"/>
                  </a:lnTo>
                  <a:lnTo>
                    <a:pt x="3429000" y="228600"/>
                  </a:lnTo>
                  <a:lnTo>
                    <a:pt x="3276600" y="457200"/>
                  </a:lnTo>
                  <a:lnTo>
                    <a:pt x="0" y="457200"/>
                  </a:lnTo>
                  <a:lnTo>
                    <a:pt x="152400" y="228600"/>
                  </a:lnTo>
                  <a:close/>
                </a:path>
              </a:pathLst>
            </a:custGeom>
            <a:solidFill>
              <a:srgbClr val="070154"/>
            </a:solidFill>
            <a:ln>
              <a:noFill/>
            </a:ln>
          </p:spPr>
        </p:sp>
        <p:sp>
          <p:nvSpPr>
            <p:cNvPr id="31" name="node13.text"/>
            <p:cNvSpPr/>
            <p:nvPr/>
          </p:nvSpPr>
          <p:spPr>
            <a:xfrm>
              <a:off x="8343900" y="1695450"/>
              <a:ext cx="28956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FFFFFF"/>
                  </a:solidFill>
                  <a:latin typeface="IBM Plex Sans"/>
                  <a:ea typeface="IBM Plex Sans"/>
                  <a:cs typeface="IBM Plex Sans"/>
                </a:rPr>
                <a:t>Recommended</a:t>
              </a:r>
              <a:endParaRPr lang="en-US" sz="1400" spc="0" kern="0" b="0" i="0" dirty="0">
                <a:solidFill>
                  <a:srgbClr val="FFFFFF"/>
                </a:solidFill>
                <a:latin typeface="IBM Plex Sans"/>
                <a:ea typeface="IBM Plex Sans"/>
                <a:cs typeface="IBM Plex Sans"/>
              </a:endParaRPr>
            </a:p>
          </p:txBody>
        </p:sp>
      </p:grpSp>
      <p:grpSp>
        <p:nvGrpSpPr>
          <p:cNvPr id="57" name="node14"/>
          <p:cNvGrpSpPr/>
          <p:nvPr/>
        </p:nvGrpSpPr>
        <p:grpSpPr>
          <a:xfrm>
            <a:off x="8039100" y="2286000"/>
            <a:ext cx="3429000" cy="2514600"/>
            <a:chOff x="8039100" y="2286000"/>
            <a:chExt cx="3429000" cy="2514600"/>
          </a:xfrm>
        </p:grpSpPr>
        <p:sp>
          <p:nvSpPr>
            <p:cNvPr id="32" name="node14.container"/>
            <p:cNvSpPr/>
            <p:nvPr/>
          </p:nvSpPr>
          <p:spPr>
            <a:xfrm>
              <a:off x="8039100" y="2286000"/>
              <a:ext cx="3429000" cy="2514600"/>
            </a:xfrm>
            <a:prstGeom prst="rect">
              <a:avLst/>
            </a:prstGeom>
            <a:solidFill>
              <a:srgbClr val="070154"/>
            </a:solidFill>
            <a:ln>
              <a:noFill/>
            </a:ln>
          </p:spPr>
        </p:sp>
      </p:grpSp>
      <p:grpSp>
        <p:nvGrpSpPr>
          <p:cNvPr id="58" name="node15"/>
          <p:cNvGrpSpPr/>
          <p:nvPr/>
        </p:nvGrpSpPr>
        <p:grpSpPr>
          <a:xfrm>
            <a:off x="8267700" y="2514600"/>
            <a:ext cx="2971800" cy="458978"/>
            <a:chOff x="8267700" y="2514600"/>
            <a:chExt cx="2971800" cy="458978"/>
          </a:xfrm>
        </p:grpSpPr>
        <p:sp>
          <p:nvSpPr>
            <p:cNvPr id="33" name="node15.text"/>
            <p:cNvSpPr/>
            <p:nvPr/>
          </p:nvSpPr>
          <p:spPr>
            <a:xfrm>
              <a:off x="8267700" y="2514600"/>
              <a:ext cx="2971800" cy="458978"/>
            </a:xfrm>
            <a:prstGeom prst="rect">
              <a:avLst/>
            </a:prstGeom>
            <a:noFill/>
            <a:ln/>
          </p:spPr>
          <p:txBody>
            <a:bodyPr wrap="square" lIns="0" tIns="0" rIns="0" bIns="0" rtlCol="0" anchor="t"/>
            <a:lstStyle/>
            <a:p>
              <a:pPr algn="l" indent="0" marL="0">
                <a:lnSpc>
                  <a:spcPts val="3600"/>
                </a:lnSpc>
                <a:buNone/>
              </a:pPr>
              <a:r>
                <a:rPr lang="en-US" sz="3600" spc="-72" kern="0" b="0" i="0" dirty="0">
                  <a:solidFill>
                    <a:srgbClr val="FFFFFF"/>
                  </a:solidFill>
                  <a:latin typeface="IBM Plex Mono SemiBold"/>
                  <a:ea typeface="IBM Plex Mono SemiBold"/>
                  <a:cs typeface="IBM Plex Mono SemiBold"/>
                </a:rPr>
                <a:t>1 vendor</a:t>
              </a:r>
              <a:endParaRPr lang="en-US" sz="3600" spc="-72" kern="0" b="0" i="0" dirty="0">
                <a:solidFill>
                  <a:srgbClr val="FFFFFF"/>
                </a:solidFill>
                <a:latin typeface="IBM Plex Mono SemiBold"/>
                <a:ea typeface="IBM Plex Mono SemiBold"/>
                <a:cs typeface="IBM Plex Mono SemiBold"/>
              </a:endParaRPr>
            </a:p>
          </p:txBody>
        </p:sp>
      </p:grpSp>
      <p:grpSp>
        <p:nvGrpSpPr>
          <p:cNvPr id="59" name="node16"/>
          <p:cNvGrpSpPr/>
          <p:nvPr/>
        </p:nvGrpSpPr>
        <p:grpSpPr>
          <a:xfrm>
            <a:off x="8267700" y="3200400"/>
            <a:ext cx="2971800" cy="152400"/>
            <a:chOff x="8267700" y="3200400"/>
            <a:chExt cx="2971800" cy="152400"/>
          </a:xfrm>
        </p:grpSpPr>
        <p:sp>
          <p:nvSpPr>
            <p:cNvPr id="34" name="node16.text"/>
            <p:cNvSpPr/>
            <p:nvPr/>
          </p:nvSpPr>
          <p:spPr>
            <a:xfrm>
              <a:off x="8267700" y="3200400"/>
              <a:ext cx="2971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FFFFF"/>
                  </a:solidFill>
                  <a:latin typeface="IBM Plex Mono Medium"/>
                  <a:ea typeface="IBM Plex Mono Medium"/>
                  <a:cs typeface="IBM Plex Mono Medium"/>
                </a:rPr>
                <a:t>CRITERIA APPLIED</a:t>
              </a:r>
              <a:endParaRPr lang="en-US" sz="900" spc="54" kern="0" b="0" i="0" dirty="0">
                <a:solidFill>
                  <a:srgbClr val="FFFFFF"/>
                </a:solidFill>
                <a:latin typeface="IBM Plex Mono Medium"/>
                <a:ea typeface="IBM Plex Mono Medium"/>
                <a:cs typeface="IBM Plex Mono Medium"/>
              </a:endParaRPr>
            </a:p>
          </p:txBody>
        </p:sp>
      </p:grpSp>
      <p:grpSp>
        <p:nvGrpSpPr>
          <p:cNvPr id="60" name="node17"/>
          <p:cNvGrpSpPr/>
          <p:nvPr/>
        </p:nvGrpSpPr>
        <p:grpSpPr>
          <a:xfrm>
            <a:off x="8267700" y="3429000"/>
            <a:ext cx="2971800" cy="762000"/>
            <a:chOff x="8267700" y="3429000"/>
            <a:chExt cx="2971800" cy="762000"/>
          </a:xfrm>
        </p:grpSpPr>
        <p:sp>
          <p:nvSpPr>
            <p:cNvPr id="35" name="node17.source-001.bullet"/>
            <p:cNvSpPr/>
            <p:nvPr/>
          </p:nvSpPr>
          <p:spPr>
            <a:xfrm>
              <a:off x="8267700" y="3517900"/>
              <a:ext cx="38100" cy="38100"/>
            </a:xfrm>
            <a:prstGeom prst="rect">
              <a:avLst/>
            </a:prstGeom>
            <a:solidFill>
              <a:srgbClr val="FFFFFF"/>
            </a:solidFill>
            <a:ln>
              <a:noFill/>
            </a:ln>
          </p:spPr>
        </p:sp>
        <p:sp>
          <p:nvSpPr>
            <p:cNvPr id="36" name="node17.source-001.text"/>
            <p:cNvSpPr/>
            <p:nvPr/>
          </p:nvSpPr>
          <p:spPr>
            <a:xfrm>
              <a:off x="8420100" y="3429000"/>
              <a:ext cx="281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Weighted scorecard result</a:t>
              </a:r>
              <a:endParaRPr lang="en-US" sz="1200" spc="0" kern="0" b="0" i="0" dirty="0">
                <a:solidFill>
                  <a:srgbClr val="FFFFFF"/>
                </a:solidFill>
                <a:latin typeface="IBM Plex Sans"/>
                <a:ea typeface="IBM Plex Sans"/>
                <a:cs typeface="IBM Plex Sans"/>
              </a:endParaRPr>
            </a:p>
          </p:txBody>
        </p:sp>
        <p:sp>
          <p:nvSpPr>
            <p:cNvPr id="37" name="node17.source-002.bullet"/>
            <p:cNvSpPr/>
            <p:nvPr/>
          </p:nvSpPr>
          <p:spPr>
            <a:xfrm>
              <a:off x="8267700" y="3784600"/>
              <a:ext cx="38100" cy="38100"/>
            </a:xfrm>
            <a:prstGeom prst="rect">
              <a:avLst/>
            </a:prstGeom>
            <a:solidFill>
              <a:srgbClr val="FFFFFF"/>
            </a:solidFill>
            <a:ln>
              <a:noFill/>
            </a:ln>
          </p:spPr>
        </p:sp>
        <p:sp>
          <p:nvSpPr>
            <p:cNvPr id="38" name="node17.source-002.text"/>
            <p:cNvSpPr/>
            <p:nvPr/>
          </p:nvSpPr>
          <p:spPr>
            <a:xfrm>
              <a:off x="8420100" y="3695700"/>
              <a:ext cx="281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Steering committee review</a:t>
              </a:r>
              <a:endParaRPr lang="en-US" sz="1200" spc="0" kern="0" b="0" i="0" dirty="0">
                <a:solidFill>
                  <a:srgbClr val="FFFFFF"/>
                </a:solidFill>
                <a:latin typeface="IBM Plex Sans"/>
                <a:ea typeface="IBM Plex Sans"/>
                <a:cs typeface="IBM Plex Sans"/>
              </a:endParaRPr>
            </a:p>
          </p:txBody>
        </p:sp>
        <p:sp>
          <p:nvSpPr>
            <p:cNvPr id="39" name="node17.source-003.bullet"/>
            <p:cNvSpPr/>
            <p:nvPr/>
          </p:nvSpPr>
          <p:spPr>
            <a:xfrm>
              <a:off x="8267700" y="4051300"/>
              <a:ext cx="38100" cy="38100"/>
            </a:xfrm>
            <a:prstGeom prst="rect">
              <a:avLst/>
            </a:prstGeom>
            <a:solidFill>
              <a:srgbClr val="FFFFFF"/>
            </a:solidFill>
            <a:ln>
              <a:noFill/>
            </a:ln>
          </p:spPr>
        </p:sp>
        <p:sp>
          <p:nvSpPr>
            <p:cNvPr id="40" name="node17.source-003.text"/>
            <p:cNvSpPr/>
            <p:nvPr/>
          </p:nvSpPr>
          <p:spPr>
            <a:xfrm>
              <a:off x="8420100" y="3962400"/>
              <a:ext cx="281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Negotiation terms confirmed</a:t>
              </a:r>
              <a:endParaRPr lang="en-US" sz="1200" spc="0" kern="0" b="0" i="0" dirty="0">
                <a:solidFill>
                  <a:srgbClr val="FFFFFF"/>
                </a:solidFill>
                <a:latin typeface="IBM Plex Sans"/>
                <a:ea typeface="IBM Plex Sans"/>
                <a:cs typeface="IBM Plex Sans"/>
              </a:endParaRPr>
            </a:p>
          </p:txBody>
        </p:sp>
      </p:grpSp>
      <p:grpSp>
        <p:nvGrpSpPr>
          <p:cNvPr id="61" name="node18"/>
          <p:cNvGrpSpPr/>
          <p:nvPr/>
        </p:nvGrpSpPr>
        <p:grpSpPr>
          <a:xfrm>
            <a:off x="8267700" y="4343400"/>
            <a:ext cx="2971800" cy="228600"/>
            <a:chOff x="8267700" y="4343400"/>
            <a:chExt cx="2971800" cy="228600"/>
          </a:xfrm>
        </p:grpSpPr>
        <p:sp>
          <p:nvSpPr>
            <p:cNvPr id="41" name="node18.text"/>
            <p:cNvSpPr/>
            <p:nvPr/>
          </p:nvSpPr>
          <p:spPr>
            <a:xfrm>
              <a:off x="8267700" y="43434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Vendor B proceeds to contract</a:t>
              </a:r>
              <a:endParaRPr lang="en-US" sz="1200" spc="0" kern="0" b="0" i="0" dirty="0">
                <a:solidFill>
                  <a:srgbClr val="FFFFFF"/>
                </a:solidFill>
                <a:latin typeface="IBM Plex Sans"/>
                <a:ea typeface="IBM Plex Sans"/>
                <a:cs typeface="IBM Plex Sans"/>
              </a:endParaRPr>
            </a:p>
          </p:txBody>
        </p:sp>
      </p:grpSp>
      <p:grpSp>
        <p:nvGrpSpPr>
          <p:cNvPr id="62" name="node19"/>
          <p:cNvGrpSpPr/>
          <p:nvPr/>
        </p:nvGrpSpPr>
        <p:grpSpPr>
          <a:xfrm>
            <a:off x="723900" y="5486400"/>
            <a:ext cx="10744200" cy="457200"/>
            <a:chOff x="723900" y="5486400"/>
            <a:chExt cx="10744200" cy="457200"/>
          </a:xfrm>
        </p:grpSpPr>
        <p:sp>
          <p:nvSpPr>
            <p:cNvPr id="42" name="node19.surface"/>
            <p:cNvSpPr/>
            <p:nvPr/>
          </p:nvSpPr>
          <p:spPr>
            <a:xfrm>
              <a:off x="723900" y="5486400"/>
              <a:ext cx="10744200" cy="457200"/>
            </a:xfrm>
            <a:prstGeom prst="rect">
              <a:avLst/>
            </a:prstGeom>
            <a:solidFill>
              <a:srgbClr val="070154"/>
            </a:solidFill>
            <a:ln>
              <a:noFill/>
            </a:ln>
          </p:spPr>
        </p:sp>
        <p:sp>
          <p:nvSpPr>
            <p:cNvPr id="43" name="node19.text"/>
            <p:cNvSpPr/>
            <p:nvPr/>
          </p:nvSpPr>
          <p:spPr>
            <a:xfrm>
              <a:off x="876300" y="5600700"/>
              <a:ext cx="104394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Each step tightens the test: must-haves first, then fit, then total value.</a:t>
              </a:r>
              <a:endParaRPr lang="en-US" sz="1200" spc="0" kern="0" b="0" i="0" dirty="0">
                <a:solidFill>
                  <a:srgbClr val="FFFFFF"/>
                </a:solidFill>
                <a:latin typeface="IBM Plex Sans"/>
                <a:ea typeface="IBM Plex Sans"/>
                <a:cs typeface="IBM Plex Sans"/>
              </a:endParaRPr>
            </a:p>
          </p:txBody>
        </p:sp>
      </p:grpSp>
    </p:spTree>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name="source-606">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VENDOR OPTIONS</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Three vendors, each with a clear trade-off</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192</a:t>
            </a:fld>
            <a:endParaRPr lang="en-US" sz="700" spc="0" kern="0" b="0" i="0" dirty="0">
              <a:solidFill>
                <a:srgbClr val="070154"/>
              </a:solidFill>
              <a:latin typeface="IBM Plex Mono SemiBold"/>
              <a:ea typeface="IBM Plex Mono SemiBold"/>
              <a:cs typeface="IBM Plex Mono SemiBold"/>
            </a:endParaRPr>
          </a:p>
        </p:txBody>
      </p:sp>
      <p:grpSp>
        <p:nvGrpSpPr>
          <p:cNvPr id="99" name="node01"/>
          <p:cNvGrpSpPr/>
          <p:nvPr/>
        </p:nvGrpSpPr>
        <p:grpSpPr>
          <a:xfrm>
            <a:off x="723900" y="1600200"/>
            <a:ext cx="3429000" cy="4343400"/>
            <a:chOff x="723900" y="1600200"/>
            <a:chExt cx="3429000" cy="4343400"/>
          </a:xfrm>
        </p:grpSpPr>
        <p:sp>
          <p:nvSpPr>
            <p:cNvPr id="6" name="node01.container"/>
            <p:cNvSpPr/>
            <p:nvPr/>
          </p:nvSpPr>
          <p:spPr>
            <a:xfrm>
              <a:off x="723900" y="1600200"/>
              <a:ext cx="3429000" cy="4343400"/>
            </a:xfrm>
            <a:prstGeom prst="rect">
              <a:avLst/>
            </a:prstGeom>
            <a:solidFill>
              <a:srgbClr val="E8EEF8"/>
            </a:solidFill>
            <a:ln>
              <a:noFill/>
            </a:ln>
          </p:spPr>
        </p:sp>
      </p:grpSp>
      <p:grpSp>
        <p:nvGrpSpPr>
          <p:cNvPr id="100" name="node02"/>
          <p:cNvGrpSpPr/>
          <p:nvPr/>
        </p:nvGrpSpPr>
        <p:grpSpPr>
          <a:xfrm>
            <a:off x="952500" y="1828800"/>
            <a:ext cx="1600200" cy="457200"/>
            <a:chOff x="952500" y="1828800"/>
            <a:chExt cx="1600200" cy="457200"/>
          </a:xfrm>
        </p:grpSpPr>
        <p:sp>
          <p:nvSpPr>
            <p:cNvPr id="7" name="node02.background"/>
            <p:cNvSpPr/>
            <p:nvPr/>
          </p:nvSpPr>
          <p:spPr>
            <a:xfrm>
              <a:off x="952500" y="1828800"/>
              <a:ext cx="1600200" cy="457200"/>
            </a:xfrm>
            <a:prstGeom prst="rect">
              <a:avLst/>
            </a:prstGeom>
            <a:solidFill>
              <a:srgbClr val="FFFFFF"/>
            </a:solidFill>
            <a:ln>
              <a:noFill/>
            </a:ln>
          </p:spPr>
        </p:sp>
        <p:sp>
          <p:nvSpPr>
            <p:cNvPr id="8" name="node02.hatch.000"/>
            <p:cNvSpPr/>
            <p:nvPr/>
          </p:nvSpPr>
          <p:spPr>
            <a:xfrm>
              <a:off x="952500" y="1828800"/>
              <a:ext cx="1600200" cy="457200"/>
            </a:xfrm>
            <a:custGeom>
              <a:avLst/>
              <a:gdLst/>
              <a:ahLst/>
              <a:cxnLst/>
              <a:rect l="l" t="t" r="r" b="b"/>
              <a:pathLst>
                <a:path w="1600200" h="457200">
                  <a:moveTo>
                    <a:pt x="0" y="215526"/>
                  </a:moveTo>
                  <a:lnTo>
                    <a:pt x="0" y="107763"/>
                  </a:lnTo>
                  <a:lnTo>
                    <a:pt x="107763" y="0"/>
                  </a:lnTo>
                  <a:lnTo>
                    <a:pt x="215526" y="0"/>
                  </a:lnTo>
                  <a:close/>
                </a:path>
              </a:pathLst>
            </a:custGeom>
            <a:solidFill>
              <a:srgbClr val="F3F6FC"/>
            </a:solidFill>
            <a:ln>
              <a:noFill/>
            </a:ln>
          </p:spPr>
        </p:sp>
        <p:sp>
          <p:nvSpPr>
            <p:cNvPr id="9" name="node02.hatch.001"/>
            <p:cNvSpPr/>
            <p:nvPr/>
          </p:nvSpPr>
          <p:spPr>
            <a:xfrm>
              <a:off x="952500" y="1828800"/>
              <a:ext cx="1600200" cy="457200"/>
            </a:xfrm>
            <a:custGeom>
              <a:avLst/>
              <a:gdLst/>
              <a:ahLst/>
              <a:cxnLst/>
              <a:rect l="l" t="t" r="r" b="b"/>
              <a:pathLst>
                <a:path w="1600200" h="457200">
                  <a:moveTo>
                    <a:pt x="0" y="431052"/>
                  </a:moveTo>
                  <a:lnTo>
                    <a:pt x="0" y="323289"/>
                  </a:lnTo>
                  <a:lnTo>
                    <a:pt x="323289" y="0"/>
                  </a:lnTo>
                  <a:lnTo>
                    <a:pt x="431052" y="0"/>
                  </a:lnTo>
                  <a:close/>
                </a:path>
              </a:pathLst>
            </a:custGeom>
            <a:solidFill>
              <a:srgbClr val="F3F6FC"/>
            </a:solidFill>
            <a:ln>
              <a:noFill/>
            </a:ln>
          </p:spPr>
        </p:sp>
        <p:sp>
          <p:nvSpPr>
            <p:cNvPr id="10" name="node02.hatch.002"/>
            <p:cNvSpPr/>
            <p:nvPr/>
          </p:nvSpPr>
          <p:spPr>
            <a:xfrm>
              <a:off x="952500" y="1828800"/>
              <a:ext cx="1600200" cy="457200"/>
            </a:xfrm>
            <a:custGeom>
              <a:avLst/>
              <a:gdLst/>
              <a:ahLst/>
              <a:cxnLst/>
              <a:rect l="l" t="t" r="r" b="b"/>
              <a:pathLst>
                <a:path w="1600200" h="457200">
                  <a:moveTo>
                    <a:pt x="538815" y="0"/>
                  </a:moveTo>
                  <a:lnTo>
                    <a:pt x="646578" y="0"/>
                  </a:lnTo>
                  <a:lnTo>
                    <a:pt x="189378" y="457200"/>
                  </a:lnTo>
                  <a:lnTo>
                    <a:pt x="81615" y="457200"/>
                  </a:lnTo>
                  <a:close/>
                </a:path>
              </a:pathLst>
            </a:custGeom>
            <a:solidFill>
              <a:srgbClr val="F3F6FC"/>
            </a:solidFill>
            <a:ln>
              <a:noFill/>
            </a:ln>
          </p:spPr>
        </p:sp>
        <p:sp>
          <p:nvSpPr>
            <p:cNvPr id="11" name="node02.hatch.003"/>
            <p:cNvSpPr/>
            <p:nvPr/>
          </p:nvSpPr>
          <p:spPr>
            <a:xfrm>
              <a:off x="952500" y="1828800"/>
              <a:ext cx="1600200" cy="457200"/>
            </a:xfrm>
            <a:custGeom>
              <a:avLst/>
              <a:gdLst/>
              <a:ahLst/>
              <a:cxnLst/>
              <a:rect l="l" t="t" r="r" b="b"/>
              <a:pathLst>
                <a:path w="1600200" h="457200">
                  <a:moveTo>
                    <a:pt x="754342" y="0"/>
                  </a:moveTo>
                  <a:lnTo>
                    <a:pt x="862105" y="0"/>
                  </a:lnTo>
                  <a:lnTo>
                    <a:pt x="404905" y="457200"/>
                  </a:lnTo>
                  <a:lnTo>
                    <a:pt x="297142" y="457200"/>
                  </a:lnTo>
                  <a:close/>
                </a:path>
              </a:pathLst>
            </a:custGeom>
            <a:solidFill>
              <a:srgbClr val="F3F6FC"/>
            </a:solidFill>
            <a:ln>
              <a:noFill/>
            </a:ln>
          </p:spPr>
        </p:sp>
        <p:sp>
          <p:nvSpPr>
            <p:cNvPr id="12" name="node02.hatch.004"/>
            <p:cNvSpPr/>
            <p:nvPr/>
          </p:nvSpPr>
          <p:spPr>
            <a:xfrm>
              <a:off x="952500" y="1828800"/>
              <a:ext cx="1600200" cy="457200"/>
            </a:xfrm>
            <a:custGeom>
              <a:avLst/>
              <a:gdLst/>
              <a:ahLst/>
              <a:cxnLst/>
              <a:rect l="l" t="t" r="r" b="b"/>
              <a:pathLst>
                <a:path w="1600200" h="457200">
                  <a:moveTo>
                    <a:pt x="969868" y="0"/>
                  </a:moveTo>
                  <a:lnTo>
                    <a:pt x="1077631" y="0"/>
                  </a:lnTo>
                  <a:lnTo>
                    <a:pt x="620431" y="457200"/>
                  </a:lnTo>
                  <a:lnTo>
                    <a:pt x="512668" y="457200"/>
                  </a:lnTo>
                  <a:close/>
                </a:path>
              </a:pathLst>
            </a:custGeom>
            <a:solidFill>
              <a:srgbClr val="F3F6FC"/>
            </a:solidFill>
            <a:ln>
              <a:noFill/>
            </a:ln>
          </p:spPr>
        </p:sp>
        <p:sp>
          <p:nvSpPr>
            <p:cNvPr id="13" name="node02.hatch.005"/>
            <p:cNvSpPr/>
            <p:nvPr/>
          </p:nvSpPr>
          <p:spPr>
            <a:xfrm>
              <a:off x="952500" y="1828800"/>
              <a:ext cx="1600200" cy="457200"/>
            </a:xfrm>
            <a:custGeom>
              <a:avLst/>
              <a:gdLst/>
              <a:ahLst/>
              <a:cxnLst/>
              <a:rect l="l" t="t" r="r" b="b"/>
              <a:pathLst>
                <a:path w="1600200" h="457200">
                  <a:moveTo>
                    <a:pt x="1185394" y="0"/>
                  </a:moveTo>
                  <a:lnTo>
                    <a:pt x="1293157" y="0"/>
                  </a:lnTo>
                  <a:lnTo>
                    <a:pt x="835957" y="457200"/>
                  </a:lnTo>
                  <a:lnTo>
                    <a:pt x="728194" y="457200"/>
                  </a:lnTo>
                  <a:close/>
                </a:path>
              </a:pathLst>
            </a:custGeom>
            <a:solidFill>
              <a:srgbClr val="F3F6FC"/>
            </a:solidFill>
            <a:ln>
              <a:noFill/>
            </a:ln>
          </p:spPr>
        </p:sp>
        <p:sp>
          <p:nvSpPr>
            <p:cNvPr id="14" name="node02.hatch.006"/>
            <p:cNvSpPr/>
            <p:nvPr/>
          </p:nvSpPr>
          <p:spPr>
            <a:xfrm>
              <a:off x="952500" y="1828800"/>
              <a:ext cx="1600200" cy="457200"/>
            </a:xfrm>
            <a:custGeom>
              <a:avLst/>
              <a:gdLst/>
              <a:ahLst/>
              <a:cxnLst/>
              <a:rect l="l" t="t" r="r" b="b"/>
              <a:pathLst>
                <a:path w="1600200" h="457200">
                  <a:moveTo>
                    <a:pt x="1400920" y="0"/>
                  </a:moveTo>
                  <a:lnTo>
                    <a:pt x="1508683" y="0"/>
                  </a:lnTo>
                  <a:lnTo>
                    <a:pt x="1051483" y="457200"/>
                  </a:lnTo>
                  <a:lnTo>
                    <a:pt x="943720" y="457200"/>
                  </a:lnTo>
                  <a:close/>
                </a:path>
              </a:pathLst>
            </a:custGeom>
            <a:solidFill>
              <a:srgbClr val="F3F6FC"/>
            </a:solidFill>
            <a:ln>
              <a:noFill/>
            </a:ln>
          </p:spPr>
        </p:sp>
        <p:sp>
          <p:nvSpPr>
            <p:cNvPr id="15" name="node02.hatch.007"/>
            <p:cNvSpPr/>
            <p:nvPr/>
          </p:nvSpPr>
          <p:spPr>
            <a:xfrm>
              <a:off x="952500" y="1828800"/>
              <a:ext cx="1600200" cy="457200"/>
            </a:xfrm>
            <a:custGeom>
              <a:avLst/>
              <a:gdLst/>
              <a:ahLst/>
              <a:cxnLst/>
              <a:rect l="l" t="t" r="r" b="b"/>
              <a:pathLst>
                <a:path w="1600200" h="457200">
                  <a:moveTo>
                    <a:pt x="1600200" y="16246"/>
                  </a:moveTo>
                  <a:lnTo>
                    <a:pt x="1600200" y="124009"/>
                  </a:lnTo>
                  <a:lnTo>
                    <a:pt x="1267009" y="457200"/>
                  </a:lnTo>
                  <a:lnTo>
                    <a:pt x="1159246" y="457200"/>
                  </a:lnTo>
                  <a:close/>
                </a:path>
              </a:pathLst>
            </a:custGeom>
            <a:solidFill>
              <a:srgbClr val="F3F6FC"/>
            </a:solidFill>
            <a:ln>
              <a:noFill/>
            </a:ln>
          </p:spPr>
        </p:sp>
        <p:sp>
          <p:nvSpPr>
            <p:cNvPr id="16" name="node02.hatch.008"/>
            <p:cNvSpPr/>
            <p:nvPr/>
          </p:nvSpPr>
          <p:spPr>
            <a:xfrm>
              <a:off x="952500" y="1828800"/>
              <a:ext cx="1600200" cy="457200"/>
            </a:xfrm>
            <a:custGeom>
              <a:avLst/>
              <a:gdLst/>
              <a:ahLst/>
              <a:cxnLst/>
              <a:rect l="l" t="t" r="r" b="b"/>
              <a:pathLst>
                <a:path w="1600200" h="457200">
                  <a:moveTo>
                    <a:pt x="1600200" y="231772"/>
                  </a:moveTo>
                  <a:lnTo>
                    <a:pt x="1600200" y="339535"/>
                  </a:lnTo>
                  <a:lnTo>
                    <a:pt x="1482535" y="457200"/>
                  </a:lnTo>
                  <a:lnTo>
                    <a:pt x="1374772" y="457200"/>
                  </a:lnTo>
                  <a:close/>
                </a:path>
              </a:pathLst>
            </a:custGeom>
            <a:solidFill>
              <a:srgbClr val="F3F6FC"/>
            </a:solidFill>
            <a:ln>
              <a:noFill/>
            </a:ln>
          </p:spPr>
        </p:sp>
        <p:sp>
          <p:nvSpPr>
            <p:cNvPr id="17" name="node02.hatch.009"/>
            <p:cNvSpPr/>
            <p:nvPr/>
          </p:nvSpPr>
          <p:spPr>
            <a:xfrm>
              <a:off x="952500" y="1828800"/>
              <a:ext cx="1600200" cy="457200"/>
            </a:xfrm>
            <a:custGeom>
              <a:avLst/>
              <a:gdLst/>
              <a:ahLst/>
              <a:cxnLst/>
              <a:rect l="l" t="t" r="r" b="b"/>
              <a:pathLst>
                <a:path w="1600200" h="457200">
                  <a:moveTo>
                    <a:pt x="1600200" y="447298"/>
                  </a:moveTo>
                  <a:lnTo>
                    <a:pt x="1600200" y="457200"/>
                  </a:lnTo>
                  <a:lnTo>
                    <a:pt x="1590298" y="457200"/>
                  </a:lnTo>
                  <a:close/>
                </a:path>
              </a:pathLst>
            </a:custGeom>
            <a:solidFill>
              <a:srgbClr val="F3F6FC"/>
            </a:solidFill>
            <a:ln>
              <a:noFill/>
            </a:ln>
          </p:spPr>
        </p:sp>
        <p:sp>
          <p:nvSpPr>
            <p:cNvPr id="18" name="node02.border"/>
            <p:cNvSpPr/>
            <p:nvPr/>
          </p:nvSpPr>
          <p:spPr>
            <a:xfrm>
              <a:off x="952500" y="1828800"/>
              <a:ext cx="1600200" cy="457200"/>
            </a:xfrm>
            <a:prstGeom prst="rect">
              <a:avLst/>
            </a:prstGeom>
            <a:ln w="12700">
              <a:solidFill>
                <a:srgbClr val="97A4BA"/>
              </a:solidFill>
              <a:prstDash val="solid"/>
            </a:ln>
          </p:spPr>
        </p:sp>
        <p:sp>
          <p:nvSpPr>
            <p:cNvPr id="19" name="node02.placeholder"/>
            <p:cNvSpPr/>
            <p:nvPr/>
          </p:nvSpPr>
          <p:spPr>
            <a:xfrm>
              <a:off x="977900" y="1971675"/>
              <a:ext cx="1549400" cy="17145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SemiBold"/>
                  <a:ea typeface="IBM Plex Mono SemiBold"/>
                  <a:cs typeface="IBM Plex Mono SemiBold"/>
                </a:rPr>
                <a:t>VENDOR A LOGO</a:t>
              </a:r>
              <a:endParaRPr lang="en-US" sz="900" spc="54" kern="0" b="0" i="0" dirty="0">
                <a:solidFill>
                  <a:srgbClr val="50658E"/>
                </a:solidFill>
                <a:latin typeface="IBM Plex Mono SemiBold"/>
                <a:ea typeface="IBM Plex Mono SemiBold"/>
                <a:cs typeface="IBM Plex Mono SemiBold"/>
              </a:endParaRPr>
            </a:p>
          </p:txBody>
        </p:sp>
      </p:grpSp>
      <p:grpSp>
        <p:nvGrpSpPr>
          <p:cNvPr id="101" name="node03"/>
          <p:cNvGrpSpPr/>
          <p:nvPr/>
        </p:nvGrpSpPr>
        <p:grpSpPr>
          <a:xfrm>
            <a:off x="952500" y="2400300"/>
            <a:ext cx="2971800" cy="533400"/>
            <a:chOff x="952500" y="2400300"/>
            <a:chExt cx="2971800" cy="533400"/>
          </a:xfrm>
        </p:grpSpPr>
        <p:sp>
          <p:nvSpPr>
            <p:cNvPr id="20" name="node03.text"/>
            <p:cNvSpPr/>
            <p:nvPr/>
          </p:nvSpPr>
          <p:spPr>
            <a:xfrm>
              <a:off x="952500" y="2400300"/>
              <a:ext cx="29718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Established suite with broad coverage</a:t>
              </a:r>
              <a:endParaRPr lang="en-US" sz="1400" spc="0" kern="0" b="0" i="0" dirty="0">
                <a:solidFill>
                  <a:srgbClr val="070154"/>
                </a:solidFill>
                <a:latin typeface="IBM Plex Sans"/>
                <a:ea typeface="IBM Plex Sans"/>
                <a:cs typeface="IBM Plex Sans"/>
              </a:endParaRPr>
            </a:p>
          </p:txBody>
        </p:sp>
      </p:grpSp>
      <p:grpSp>
        <p:nvGrpSpPr>
          <p:cNvPr id="102" name="node04"/>
          <p:cNvGrpSpPr/>
          <p:nvPr/>
        </p:nvGrpSpPr>
        <p:grpSpPr>
          <a:xfrm>
            <a:off x="952500" y="3086100"/>
            <a:ext cx="2971800" cy="152400"/>
            <a:chOff x="952500" y="3086100"/>
            <a:chExt cx="2971800" cy="152400"/>
          </a:xfrm>
        </p:grpSpPr>
        <p:sp>
          <p:nvSpPr>
            <p:cNvPr id="21" name="node04.text"/>
            <p:cNvSpPr/>
            <p:nvPr/>
          </p:nvSpPr>
          <p:spPr>
            <a:xfrm>
              <a:off x="952500" y="3086100"/>
              <a:ext cx="2971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STRENGTHS</a:t>
              </a:r>
              <a:endParaRPr lang="en-US" sz="900" spc="54" kern="0" b="0" i="0" dirty="0">
                <a:solidFill>
                  <a:srgbClr val="0047FF"/>
                </a:solidFill>
                <a:latin typeface="IBM Plex Mono Medium"/>
                <a:ea typeface="IBM Plex Mono Medium"/>
                <a:cs typeface="IBM Plex Mono Medium"/>
              </a:endParaRPr>
            </a:p>
          </p:txBody>
        </p:sp>
      </p:grpSp>
      <p:grpSp>
        <p:nvGrpSpPr>
          <p:cNvPr id="103" name="node05"/>
          <p:cNvGrpSpPr/>
          <p:nvPr/>
        </p:nvGrpSpPr>
        <p:grpSpPr>
          <a:xfrm>
            <a:off x="952500" y="3314700"/>
            <a:ext cx="2971800" cy="495300"/>
            <a:chOff x="952500" y="3314700"/>
            <a:chExt cx="2971800" cy="495300"/>
          </a:xfrm>
        </p:grpSpPr>
        <p:sp>
          <p:nvSpPr>
            <p:cNvPr id="22" name="node05.source-001.bullet"/>
            <p:cNvSpPr/>
            <p:nvPr/>
          </p:nvSpPr>
          <p:spPr>
            <a:xfrm>
              <a:off x="952500" y="3403600"/>
              <a:ext cx="38100" cy="38100"/>
            </a:xfrm>
            <a:prstGeom prst="rect">
              <a:avLst/>
            </a:prstGeom>
            <a:solidFill>
              <a:srgbClr val="070154"/>
            </a:solidFill>
            <a:ln>
              <a:noFill/>
            </a:ln>
          </p:spPr>
        </p:sp>
        <p:sp>
          <p:nvSpPr>
            <p:cNvPr id="23" name="node05.source-001.text"/>
            <p:cNvSpPr/>
            <p:nvPr/>
          </p:nvSpPr>
          <p:spPr>
            <a:xfrm>
              <a:off x="1104900" y="3314700"/>
              <a:ext cx="281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Wide module coverage</a:t>
              </a:r>
              <a:endParaRPr lang="en-US" sz="1200" spc="0" kern="0" b="0" i="0" dirty="0">
                <a:solidFill>
                  <a:srgbClr val="070154"/>
                </a:solidFill>
                <a:latin typeface="IBM Plex Sans"/>
                <a:ea typeface="IBM Plex Sans"/>
                <a:cs typeface="IBM Plex Sans"/>
              </a:endParaRPr>
            </a:p>
          </p:txBody>
        </p:sp>
        <p:sp>
          <p:nvSpPr>
            <p:cNvPr id="24" name="node05.source-002.bullet"/>
            <p:cNvSpPr/>
            <p:nvPr/>
          </p:nvSpPr>
          <p:spPr>
            <a:xfrm>
              <a:off x="952500" y="3670300"/>
              <a:ext cx="38100" cy="38100"/>
            </a:xfrm>
            <a:prstGeom prst="rect">
              <a:avLst/>
            </a:prstGeom>
            <a:solidFill>
              <a:srgbClr val="070154"/>
            </a:solidFill>
            <a:ln>
              <a:noFill/>
            </a:ln>
          </p:spPr>
        </p:sp>
        <p:sp>
          <p:nvSpPr>
            <p:cNvPr id="25" name="node05.source-002.text"/>
            <p:cNvSpPr/>
            <p:nvPr/>
          </p:nvSpPr>
          <p:spPr>
            <a:xfrm>
              <a:off x="1104900" y="3581400"/>
              <a:ext cx="281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Large partner network</a:t>
              </a:r>
              <a:endParaRPr lang="en-US" sz="1200" spc="0" kern="0" b="0" i="0" dirty="0">
                <a:solidFill>
                  <a:srgbClr val="070154"/>
                </a:solidFill>
                <a:latin typeface="IBM Plex Sans"/>
                <a:ea typeface="IBM Plex Sans"/>
                <a:cs typeface="IBM Plex Sans"/>
              </a:endParaRPr>
            </a:p>
          </p:txBody>
        </p:sp>
      </p:grpSp>
      <p:grpSp>
        <p:nvGrpSpPr>
          <p:cNvPr id="104" name="node06"/>
          <p:cNvGrpSpPr/>
          <p:nvPr/>
        </p:nvGrpSpPr>
        <p:grpSpPr>
          <a:xfrm>
            <a:off x="952500" y="4000500"/>
            <a:ext cx="2971800" cy="152400"/>
            <a:chOff x="952500" y="4000500"/>
            <a:chExt cx="2971800" cy="152400"/>
          </a:xfrm>
        </p:grpSpPr>
        <p:sp>
          <p:nvSpPr>
            <p:cNvPr id="26" name="node06.text"/>
            <p:cNvSpPr/>
            <p:nvPr/>
          </p:nvSpPr>
          <p:spPr>
            <a:xfrm>
              <a:off x="952500" y="4000500"/>
              <a:ext cx="2971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WATCH-OUTS</a:t>
              </a:r>
              <a:endParaRPr lang="en-US" sz="900" spc="54" kern="0" b="0" i="0" dirty="0">
                <a:solidFill>
                  <a:srgbClr val="0047FF"/>
                </a:solidFill>
                <a:latin typeface="IBM Plex Mono Medium"/>
                <a:ea typeface="IBM Plex Mono Medium"/>
                <a:cs typeface="IBM Plex Mono Medium"/>
              </a:endParaRPr>
            </a:p>
          </p:txBody>
        </p:sp>
      </p:grpSp>
      <p:grpSp>
        <p:nvGrpSpPr>
          <p:cNvPr id="105" name="node07"/>
          <p:cNvGrpSpPr/>
          <p:nvPr/>
        </p:nvGrpSpPr>
        <p:grpSpPr>
          <a:xfrm>
            <a:off x="952500" y="4229100"/>
            <a:ext cx="2971800" cy="495300"/>
            <a:chOff x="952500" y="4229100"/>
            <a:chExt cx="2971800" cy="495300"/>
          </a:xfrm>
        </p:grpSpPr>
        <p:sp>
          <p:nvSpPr>
            <p:cNvPr id="27" name="node07.source-001.bullet"/>
            <p:cNvSpPr/>
            <p:nvPr/>
          </p:nvSpPr>
          <p:spPr>
            <a:xfrm>
              <a:off x="952500" y="4318000"/>
              <a:ext cx="38100" cy="38100"/>
            </a:xfrm>
            <a:prstGeom prst="rect">
              <a:avLst/>
            </a:prstGeom>
            <a:solidFill>
              <a:srgbClr val="070154"/>
            </a:solidFill>
            <a:ln>
              <a:noFill/>
            </a:ln>
          </p:spPr>
        </p:sp>
        <p:sp>
          <p:nvSpPr>
            <p:cNvPr id="28" name="node07.source-001.text"/>
            <p:cNvSpPr/>
            <p:nvPr/>
          </p:nvSpPr>
          <p:spPr>
            <a:xfrm>
              <a:off x="1104900" y="4229100"/>
              <a:ext cx="281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Heavy configuration effort</a:t>
              </a:r>
              <a:endParaRPr lang="en-US" sz="1200" spc="0" kern="0" b="0" i="0" dirty="0">
                <a:solidFill>
                  <a:srgbClr val="070154"/>
                </a:solidFill>
                <a:latin typeface="IBM Plex Sans"/>
                <a:ea typeface="IBM Plex Sans"/>
                <a:cs typeface="IBM Plex Sans"/>
              </a:endParaRPr>
            </a:p>
          </p:txBody>
        </p:sp>
        <p:sp>
          <p:nvSpPr>
            <p:cNvPr id="29" name="node07.source-002.bullet"/>
            <p:cNvSpPr/>
            <p:nvPr/>
          </p:nvSpPr>
          <p:spPr>
            <a:xfrm>
              <a:off x="952500" y="4584700"/>
              <a:ext cx="38100" cy="38100"/>
            </a:xfrm>
            <a:prstGeom prst="rect">
              <a:avLst/>
            </a:prstGeom>
            <a:solidFill>
              <a:srgbClr val="070154"/>
            </a:solidFill>
            <a:ln>
              <a:noFill/>
            </a:ln>
          </p:spPr>
        </p:sp>
        <p:sp>
          <p:nvSpPr>
            <p:cNvPr id="30" name="node07.source-002.text"/>
            <p:cNvSpPr/>
            <p:nvPr/>
          </p:nvSpPr>
          <p:spPr>
            <a:xfrm>
              <a:off x="1104900" y="4495800"/>
              <a:ext cx="281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Slower release cadence</a:t>
              </a:r>
              <a:endParaRPr lang="en-US" sz="1200" spc="0" kern="0" b="0" i="0" dirty="0">
                <a:solidFill>
                  <a:srgbClr val="070154"/>
                </a:solidFill>
                <a:latin typeface="IBM Plex Sans"/>
                <a:ea typeface="IBM Plex Sans"/>
                <a:cs typeface="IBM Plex Sans"/>
              </a:endParaRPr>
            </a:p>
          </p:txBody>
        </p:sp>
      </p:grpSp>
      <p:grpSp>
        <p:nvGrpSpPr>
          <p:cNvPr id="106" name="node08"/>
          <p:cNvGrpSpPr/>
          <p:nvPr/>
        </p:nvGrpSpPr>
        <p:grpSpPr>
          <a:xfrm>
            <a:off x="952500" y="5029200"/>
            <a:ext cx="2971800" cy="711200"/>
            <a:chOff x="952500" y="5029200"/>
            <a:chExt cx="2971800" cy="711200"/>
          </a:xfrm>
        </p:grpSpPr>
        <p:graphicFrame>
          <p:nvGraphicFramePr>
            <p:cNvPr id="31" name="node08.native"/>
            <p:cNvGraphicFramePr>
              <a:graphicFrameLocks noGrp="1"/>
            </p:cNvGraphicFramePr>
            <p:nvPr>
              <p:extLst>
                <p:ext uri="{D42A27DB-BD31-4B8C-83A1-F6EECF244321}">
                  <p14:modId xmlns:p14="http://schemas.microsoft.com/office/powerpoint/2010/main" val="1579011935"/>
                </p:ext>
              </p:extLst>
            </p:nvPr>
          </p:nvGraphicFramePr>
          <p:xfrm>
            <a:off x="952500" y="5029200"/>
            <a:ext cx="2971800" cy="711200"/>
          </p:xfrm>
          <a:graphic>
            <a:graphicData uri="http://schemas.openxmlformats.org/drawingml/2006/table">
              <a:tbl>
                <a:tblPr/>
                <a:tblGrid>
                  <a:gridCol w="1219200"/>
                  <a:gridCol w="1752600"/>
                </a:tblGrid>
                <a:tr h="355600">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FIT</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INDICATIVE COST</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r>
                <a:tr h="3556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 · 9 months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bl>
            </a:graphicData>
          </a:graphic>
        </p:graphicFrame>
        <p:sp>
          <p:nvSpPr>
            <p:cNvPr id="32" name="node08.row.item-001.f.rating-1"/>
            <p:cNvSpPr/>
            <p:nvPr/>
          </p:nvSpPr>
          <p:spPr>
            <a:xfrm>
              <a:off x="1104900" y="5511800"/>
              <a:ext cx="101600" cy="101600"/>
            </a:xfrm>
            <a:prstGeom prst="rect">
              <a:avLst/>
            </a:prstGeom>
            <a:solidFill>
              <a:srgbClr val="070154"/>
            </a:solidFill>
            <a:ln w="9525">
              <a:solidFill>
                <a:srgbClr val="070154"/>
              </a:solidFill>
              <a:prstDash val="solid"/>
            </a:ln>
          </p:spPr>
        </p:sp>
        <p:sp>
          <p:nvSpPr>
            <p:cNvPr id="33" name="node08.row.item-001.f.rating-2"/>
            <p:cNvSpPr/>
            <p:nvPr/>
          </p:nvSpPr>
          <p:spPr>
            <a:xfrm>
              <a:off x="1244600" y="5511800"/>
              <a:ext cx="101600" cy="101600"/>
            </a:xfrm>
            <a:prstGeom prst="rect">
              <a:avLst/>
            </a:prstGeom>
            <a:solidFill>
              <a:srgbClr val="070154"/>
            </a:solidFill>
            <a:ln w="9525">
              <a:solidFill>
                <a:srgbClr val="070154"/>
              </a:solidFill>
              <a:prstDash val="solid"/>
            </a:ln>
          </p:spPr>
        </p:sp>
        <p:sp>
          <p:nvSpPr>
            <p:cNvPr id="34" name="node08.row.item-001.f.rating-3"/>
            <p:cNvSpPr/>
            <p:nvPr/>
          </p:nvSpPr>
          <p:spPr>
            <a:xfrm>
              <a:off x="1384300" y="5511800"/>
              <a:ext cx="101600" cy="101600"/>
            </a:xfrm>
            <a:prstGeom prst="rect">
              <a:avLst/>
            </a:prstGeom>
            <a:solidFill>
              <a:srgbClr val="070154"/>
            </a:solidFill>
            <a:ln w="9525">
              <a:solidFill>
                <a:srgbClr val="070154"/>
              </a:solidFill>
              <a:prstDash val="solid"/>
            </a:ln>
          </p:spPr>
        </p:sp>
        <p:sp>
          <p:nvSpPr>
            <p:cNvPr id="35" name="node08.row.item-001.f.rating-4"/>
            <p:cNvSpPr/>
            <p:nvPr/>
          </p:nvSpPr>
          <p:spPr>
            <a:xfrm>
              <a:off x="1524000" y="5511800"/>
              <a:ext cx="101600" cy="101600"/>
            </a:xfrm>
            <a:prstGeom prst="rect">
              <a:avLst/>
            </a:prstGeom>
            <a:solidFill>
              <a:srgbClr val="FFFFFF"/>
            </a:solidFill>
            <a:ln w="9525">
              <a:solidFill>
                <a:srgbClr val="070154"/>
              </a:solidFill>
              <a:prstDash val="solid"/>
            </a:ln>
          </p:spPr>
        </p:sp>
      </p:grpSp>
      <p:grpSp>
        <p:nvGrpSpPr>
          <p:cNvPr id="107" name="node09"/>
          <p:cNvGrpSpPr/>
          <p:nvPr/>
        </p:nvGrpSpPr>
        <p:grpSpPr>
          <a:xfrm>
            <a:off x="4381500" y="1600200"/>
            <a:ext cx="3429000" cy="4343400"/>
            <a:chOff x="4381500" y="1600200"/>
            <a:chExt cx="3429000" cy="4343400"/>
          </a:xfrm>
        </p:grpSpPr>
        <p:sp>
          <p:nvSpPr>
            <p:cNvPr id="36" name="node09.container"/>
            <p:cNvSpPr/>
            <p:nvPr/>
          </p:nvSpPr>
          <p:spPr>
            <a:xfrm>
              <a:off x="4381500" y="1600200"/>
              <a:ext cx="3429000" cy="4343400"/>
            </a:xfrm>
            <a:prstGeom prst="rect">
              <a:avLst/>
            </a:prstGeom>
            <a:solidFill>
              <a:srgbClr val="E8EEF8"/>
            </a:solidFill>
            <a:ln>
              <a:noFill/>
            </a:ln>
          </p:spPr>
        </p:sp>
        <p:sp>
          <p:nvSpPr>
            <p:cNvPr id="37" name="node09.edge"/>
            <p:cNvSpPr/>
            <p:nvPr/>
          </p:nvSpPr>
          <p:spPr>
            <a:xfrm>
              <a:off x="4381500" y="1600200"/>
              <a:ext cx="3429000" cy="38100"/>
            </a:xfrm>
            <a:prstGeom prst="rect">
              <a:avLst/>
            </a:prstGeom>
            <a:solidFill>
              <a:srgbClr val="0047FF"/>
            </a:solidFill>
            <a:ln>
              <a:noFill/>
            </a:ln>
          </p:spPr>
        </p:sp>
        <p:sp>
          <p:nvSpPr>
            <p:cNvPr id="38" name="node09.tag-bg"/>
            <p:cNvSpPr/>
            <p:nvPr/>
          </p:nvSpPr>
          <p:spPr>
            <a:xfrm>
              <a:off x="6806369" y="1600200"/>
              <a:ext cx="1004131" cy="228600"/>
            </a:xfrm>
            <a:prstGeom prst="rect">
              <a:avLst/>
            </a:prstGeom>
            <a:solidFill>
              <a:srgbClr val="0047FF"/>
            </a:solidFill>
            <a:ln>
              <a:noFill/>
            </a:ln>
          </p:spPr>
        </p:sp>
        <p:sp>
          <p:nvSpPr>
            <p:cNvPr id="39" name="node09.tag"/>
            <p:cNvSpPr/>
            <p:nvPr/>
          </p:nvSpPr>
          <p:spPr>
            <a:xfrm>
              <a:off x="6882569" y="1638300"/>
              <a:ext cx="851731" cy="17145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FFFFF"/>
                  </a:solidFill>
                  <a:latin typeface="IBM Plex Mono SemiBold"/>
                  <a:ea typeface="IBM Plex Mono SemiBold"/>
                  <a:cs typeface="IBM Plex Mono SemiBold"/>
                </a:rPr>
                <a:t>RECOMMENDED</a:t>
              </a:r>
              <a:endParaRPr lang="en-US" sz="900" spc="54" kern="0" b="0" i="0" dirty="0">
                <a:solidFill>
                  <a:srgbClr val="FFFFFF"/>
                </a:solidFill>
                <a:latin typeface="IBM Plex Mono SemiBold"/>
                <a:ea typeface="IBM Plex Mono SemiBold"/>
                <a:cs typeface="IBM Plex Mono SemiBold"/>
              </a:endParaRPr>
            </a:p>
          </p:txBody>
        </p:sp>
      </p:grpSp>
      <p:grpSp>
        <p:nvGrpSpPr>
          <p:cNvPr id="108" name="node10"/>
          <p:cNvGrpSpPr/>
          <p:nvPr/>
        </p:nvGrpSpPr>
        <p:grpSpPr>
          <a:xfrm>
            <a:off x="4610100" y="1828800"/>
            <a:ext cx="1600200" cy="457200"/>
            <a:chOff x="4610100" y="1828800"/>
            <a:chExt cx="1600200" cy="457200"/>
          </a:xfrm>
        </p:grpSpPr>
        <p:sp>
          <p:nvSpPr>
            <p:cNvPr id="40" name="node10.background"/>
            <p:cNvSpPr/>
            <p:nvPr/>
          </p:nvSpPr>
          <p:spPr>
            <a:xfrm>
              <a:off x="4610100" y="1828800"/>
              <a:ext cx="1600200" cy="457200"/>
            </a:xfrm>
            <a:prstGeom prst="rect">
              <a:avLst/>
            </a:prstGeom>
            <a:solidFill>
              <a:srgbClr val="FFFFFF"/>
            </a:solidFill>
            <a:ln>
              <a:noFill/>
            </a:ln>
          </p:spPr>
        </p:sp>
        <p:sp>
          <p:nvSpPr>
            <p:cNvPr id="41" name="node10.hatch.000"/>
            <p:cNvSpPr/>
            <p:nvPr/>
          </p:nvSpPr>
          <p:spPr>
            <a:xfrm>
              <a:off x="4610100" y="1828800"/>
              <a:ext cx="1600200" cy="457200"/>
            </a:xfrm>
            <a:custGeom>
              <a:avLst/>
              <a:gdLst/>
              <a:ahLst/>
              <a:cxnLst/>
              <a:rect l="l" t="t" r="r" b="b"/>
              <a:pathLst>
                <a:path w="1600200" h="457200">
                  <a:moveTo>
                    <a:pt x="0" y="215526"/>
                  </a:moveTo>
                  <a:lnTo>
                    <a:pt x="0" y="107763"/>
                  </a:lnTo>
                  <a:lnTo>
                    <a:pt x="107763" y="0"/>
                  </a:lnTo>
                  <a:lnTo>
                    <a:pt x="215526" y="0"/>
                  </a:lnTo>
                  <a:close/>
                </a:path>
              </a:pathLst>
            </a:custGeom>
            <a:solidFill>
              <a:srgbClr val="F3F6FC"/>
            </a:solidFill>
            <a:ln>
              <a:noFill/>
            </a:ln>
          </p:spPr>
        </p:sp>
        <p:sp>
          <p:nvSpPr>
            <p:cNvPr id="42" name="node10.hatch.001"/>
            <p:cNvSpPr/>
            <p:nvPr/>
          </p:nvSpPr>
          <p:spPr>
            <a:xfrm>
              <a:off x="4610100" y="1828800"/>
              <a:ext cx="1600200" cy="457200"/>
            </a:xfrm>
            <a:custGeom>
              <a:avLst/>
              <a:gdLst/>
              <a:ahLst/>
              <a:cxnLst/>
              <a:rect l="l" t="t" r="r" b="b"/>
              <a:pathLst>
                <a:path w="1600200" h="457200">
                  <a:moveTo>
                    <a:pt x="0" y="431052"/>
                  </a:moveTo>
                  <a:lnTo>
                    <a:pt x="0" y="323289"/>
                  </a:lnTo>
                  <a:lnTo>
                    <a:pt x="323289" y="0"/>
                  </a:lnTo>
                  <a:lnTo>
                    <a:pt x="431052" y="0"/>
                  </a:lnTo>
                  <a:close/>
                </a:path>
              </a:pathLst>
            </a:custGeom>
            <a:solidFill>
              <a:srgbClr val="F3F6FC"/>
            </a:solidFill>
            <a:ln>
              <a:noFill/>
            </a:ln>
          </p:spPr>
        </p:sp>
        <p:sp>
          <p:nvSpPr>
            <p:cNvPr id="43" name="node10.hatch.002"/>
            <p:cNvSpPr/>
            <p:nvPr/>
          </p:nvSpPr>
          <p:spPr>
            <a:xfrm>
              <a:off x="4610100" y="1828800"/>
              <a:ext cx="1600200" cy="457200"/>
            </a:xfrm>
            <a:custGeom>
              <a:avLst/>
              <a:gdLst/>
              <a:ahLst/>
              <a:cxnLst/>
              <a:rect l="l" t="t" r="r" b="b"/>
              <a:pathLst>
                <a:path w="1600200" h="457200">
                  <a:moveTo>
                    <a:pt x="538815" y="0"/>
                  </a:moveTo>
                  <a:lnTo>
                    <a:pt x="646578" y="0"/>
                  </a:lnTo>
                  <a:lnTo>
                    <a:pt x="189378" y="457200"/>
                  </a:lnTo>
                  <a:lnTo>
                    <a:pt x="81615" y="457200"/>
                  </a:lnTo>
                  <a:close/>
                </a:path>
              </a:pathLst>
            </a:custGeom>
            <a:solidFill>
              <a:srgbClr val="F3F6FC"/>
            </a:solidFill>
            <a:ln>
              <a:noFill/>
            </a:ln>
          </p:spPr>
        </p:sp>
        <p:sp>
          <p:nvSpPr>
            <p:cNvPr id="44" name="node10.hatch.003"/>
            <p:cNvSpPr/>
            <p:nvPr/>
          </p:nvSpPr>
          <p:spPr>
            <a:xfrm>
              <a:off x="4610100" y="1828800"/>
              <a:ext cx="1600200" cy="457200"/>
            </a:xfrm>
            <a:custGeom>
              <a:avLst/>
              <a:gdLst/>
              <a:ahLst/>
              <a:cxnLst/>
              <a:rect l="l" t="t" r="r" b="b"/>
              <a:pathLst>
                <a:path w="1600200" h="457200">
                  <a:moveTo>
                    <a:pt x="754342" y="0"/>
                  </a:moveTo>
                  <a:lnTo>
                    <a:pt x="862105" y="0"/>
                  </a:lnTo>
                  <a:lnTo>
                    <a:pt x="404905" y="457200"/>
                  </a:lnTo>
                  <a:lnTo>
                    <a:pt x="297142" y="457200"/>
                  </a:lnTo>
                  <a:close/>
                </a:path>
              </a:pathLst>
            </a:custGeom>
            <a:solidFill>
              <a:srgbClr val="F3F6FC"/>
            </a:solidFill>
            <a:ln>
              <a:noFill/>
            </a:ln>
          </p:spPr>
        </p:sp>
        <p:sp>
          <p:nvSpPr>
            <p:cNvPr id="45" name="node10.hatch.004"/>
            <p:cNvSpPr/>
            <p:nvPr/>
          </p:nvSpPr>
          <p:spPr>
            <a:xfrm>
              <a:off x="4610100" y="1828800"/>
              <a:ext cx="1600200" cy="457200"/>
            </a:xfrm>
            <a:custGeom>
              <a:avLst/>
              <a:gdLst/>
              <a:ahLst/>
              <a:cxnLst/>
              <a:rect l="l" t="t" r="r" b="b"/>
              <a:pathLst>
                <a:path w="1600200" h="457200">
                  <a:moveTo>
                    <a:pt x="969868" y="0"/>
                  </a:moveTo>
                  <a:lnTo>
                    <a:pt x="1077631" y="0"/>
                  </a:lnTo>
                  <a:lnTo>
                    <a:pt x="620431" y="457200"/>
                  </a:lnTo>
                  <a:lnTo>
                    <a:pt x="512668" y="457200"/>
                  </a:lnTo>
                  <a:close/>
                </a:path>
              </a:pathLst>
            </a:custGeom>
            <a:solidFill>
              <a:srgbClr val="F3F6FC"/>
            </a:solidFill>
            <a:ln>
              <a:noFill/>
            </a:ln>
          </p:spPr>
        </p:sp>
        <p:sp>
          <p:nvSpPr>
            <p:cNvPr id="46" name="node10.hatch.005"/>
            <p:cNvSpPr/>
            <p:nvPr/>
          </p:nvSpPr>
          <p:spPr>
            <a:xfrm>
              <a:off x="4610100" y="1828800"/>
              <a:ext cx="1600200" cy="457200"/>
            </a:xfrm>
            <a:custGeom>
              <a:avLst/>
              <a:gdLst/>
              <a:ahLst/>
              <a:cxnLst/>
              <a:rect l="l" t="t" r="r" b="b"/>
              <a:pathLst>
                <a:path w="1600200" h="457200">
                  <a:moveTo>
                    <a:pt x="1185394" y="0"/>
                  </a:moveTo>
                  <a:lnTo>
                    <a:pt x="1293157" y="0"/>
                  </a:lnTo>
                  <a:lnTo>
                    <a:pt x="835957" y="457200"/>
                  </a:lnTo>
                  <a:lnTo>
                    <a:pt x="728194" y="457200"/>
                  </a:lnTo>
                  <a:close/>
                </a:path>
              </a:pathLst>
            </a:custGeom>
            <a:solidFill>
              <a:srgbClr val="F3F6FC"/>
            </a:solidFill>
            <a:ln>
              <a:noFill/>
            </a:ln>
          </p:spPr>
        </p:sp>
        <p:sp>
          <p:nvSpPr>
            <p:cNvPr id="47" name="node10.hatch.006"/>
            <p:cNvSpPr/>
            <p:nvPr/>
          </p:nvSpPr>
          <p:spPr>
            <a:xfrm>
              <a:off x="4610100" y="1828800"/>
              <a:ext cx="1600200" cy="457200"/>
            </a:xfrm>
            <a:custGeom>
              <a:avLst/>
              <a:gdLst/>
              <a:ahLst/>
              <a:cxnLst/>
              <a:rect l="l" t="t" r="r" b="b"/>
              <a:pathLst>
                <a:path w="1600200" h="457200">
                  <a:moveTo>
                    <a:pt x="1400920" y="0"/>
                  </a:moveTo>
                  <a:lnTo>
                    <a:pt x="1508683" y="0"/>
                  </a:lnTo>
                  <a:lnTo>
                    <a:pt x="1051483" y="457200"/>
                  </a:lnTo>
                  <a:lnTo>
                    <a:pt x="943720" y="457200"/>
                  </a:lnTo>
                  <a:close/>
                </a:path>
              </a:pathLst>
            </a:custGeom>
            <a:solidFill>
              <a:srgbClr val="F3F6FC"/>
            </a:solidFill>
            <a:ln>
              <a:noFill/>
            </a:ln>
          </p:spPr>
        </p:sp>
        <p:sp>
          <p:nvSpPr>
            <p:cNvPr id="48" name="node10.hatch.007"/>
            <p:cNvSpPr/>
            <p:nvPr/>
          </p:nvSpPr>
          <p:spPr>
            <a:xfrm>
              <a:off x="4610100" y="1828800"/>
              <a:ext cx="1600200" cy="457200"/>
            </a:xfrm>
            <a:custGeom>
              <a:avLst/>
              <a:gdLst/>
              <a:ahLst/>
              <a:cxnLst/>
              <a:rect l="l" t="t" r="r" b="b"/>
              <a:pathLst>
                <a:path w="1600200" h="457200">
                  <a:moveTo>
                    <a:pt x="1600200" y="16246"/>
                  </a:moveTo>
                  <a:lnTo>
                    <a:pt x="1600200" y="124009"/>
                  </a:lnTo>
                  <a:lnTo>
                    <a:pt x="1267009" y="457200"/>
                  </a:lnTo>
                  <a:lnTo>
                    <a:pt x="1159246" y="457200"/>
                  </a:lnTo>
                  <a:close/>
                </a:path>
              </a:pathLst>
            </a:custGeom>
            <a:solidFill>
              <a:srgbClr val="F3F6FC"/>
            </a:solidFill>
            <a:ln>
              <a:noFill/>
            </a:ln>
          </p:spPr>
        </p:sp>
        <p:sp>
          <p:nvSpPr>
            <p:cNvPr id="49" name="node10.hatch.008"/>
            <p:cNvSpPr/>
            <p:nvPr/>
          </p:nvSpPr>
          <p:spPr>
            <a:xfrm>
              <a:off x="4610100" y="1828800"/>
              <a:ext cx="1600200" cy="457200"/>
            </a:xfrm>
            <a:custGeom>
              <a:avLst/>
              <a:gdLst/>
              <a:ahLst/>
              <a:cxnLst/>
              <a:rect l="l" t="t" r="r" b="b"/>
              <a:pathLst>
                <a:path w="1600200" h="457200">
                  <a:moveTo>
                    <a:pt x="1600200" y="231772"/>
                  </a:moveTo>
                  <a:lnTo>
                    <a:pt x="1600200" y="339535"/>
                  </a:lnTo>
                  <a:lnTo>
                    <a:pt x="1482535" y="457200"/>
                  </a:lnTo>
                  <a:lnTo>
                    <a:pt x="1374772" y="457200"/>
                  </a:lnTo>
                  <a:close/>
                </a:path>
              </a:pathLst>
            </a:custGeom>
            <a:solidFill>
              <a:srgbClr val="F3F6FC"/>
            </a:solidFill>
            <a:ln>
              <a:noFill/>
            </a:ln>
          </p:spPr>
        </p:sp>
        <p:sp>
          <p:nvSpPr>
            <p:cNvPr id="50" name="node10.hatch.009"/>
            <p:cNvSpPr/>
            <p:nvPr/>
          </p:nvSpPr>
          <p:spPr>
            <a:xfrm>
              <a:off x="4610100" y="1828800"/>
              <a:ext cx="1600200" cy="457200"/>
            </a:xfrm>
            <a:custGeom>
              <a:avLst/>
              <a:gdLst/>
              <a:ahLst/>
              <a:cxnLst/>
              <a:rect l="l" t="t" r="r" b="b"/>
              <a:pathLst>
                <a:path w="1600200" h="457200">
                  <a:moveTo>
                    <a:pt x="1600200" y="447298"/>
                  </a:moveTo>
                  <a:lnTo>
                    <a:pt x="1600200" y="457200"/>
                  </a:lnTo>
                  <a:lnTo>
                    <a:pt x="1590298" y="457200"/>
                  </a:lnTo>
                  <a:close/>
                </a:path>
              </a:pathLst>
            </a:custGeom>
            <a:solidFill>
              <a:srgbClr val="F3F6FC"/>
            </a:solidFill>
            <a:ln>
              <a:noFill/>
            </a:ln>
          </p:spPr>
        </p:sp>
        <p:sp>
          <p:nvSpPr>
            <p:cNvPr id="51" name="node10.border"/>
            <p:cNvSpPr/>
            <p:nvPr/>
          </p:nvSpPr>
          <p:spPr>
            <a:xfrm>
              <a:off x="4610100" y="1828800"/>
              <a:ext cx="1600200" cy="457200"/>
            </a:xfrm>
            <a:prstGeom prst="rect">
              <a:avLst/>
            </a:prstGeom>
            <a:ln w="12700">
              <a:solidFill>
                <a:srgbClr val="97A4BA"/>
              </a:solidFill>
              <a:prstDash val="solid"/>
            </a:ln>
          </p:spPr>
        </p:sp>
        <p:sp>
          <p:nvSpPr>
            <p:cNvPr id="52" name="node10.placeholder"/>
            <p:cNvSpPr/>
            <p:nvPr/>
          </p:nvSpPr>
          <p:spPr>
            <a:xfrm>
              <a:off x="4635500" y="1971675"/>
              <a:ext cx="1549400" cy="17145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SemiBold"/>
                  <a:ea typeface="IBM Plex Mono SemiBold"/>
                  <a:cs typeface="IBM Plex Mono SemiBold"/>
                </a:rPr>
                <a:t>VENDOR B LOGO</a:t>
              </a:r>
              <a:endParaRPr lang="en-US" sz="900" spc="54" kern="0" b="0" i="0" dirty="0">
                <a:solidFill>
                  <a:srgbClr val="50658E"/>
                </a:solidFill>
                <a:latin typeface="IBM Plex Mono SemiBold"/>
                <a:ea typeface="IBM Plex Mono SemiBold"/>
                <a:cs typeface="IBM Plex Mono SemiBold"/>
              </a:endParaRPr>
            </a:p>
          </p:txBody>
        </p:sp>
      </p:grpSp>
      <p:grpSp>
        <p:nvGrpSpPr>
          <p:cNvPr id="109" name="node11"/>
          <p:cNvGrpSpPr/>
          <p:nvPr/>
        </p:nvGrpSpPr>
        <p:grpSpPr>
          <a:xfrm>
            <a:off x="4610100" y="2400300"/>
            <a:ext cx="2971800" cy="533400"/>
            <a:chOff x="4610100" y="2400300"/>
            <a:chExt cx="2971800" cy="533400"/>
          </a:xfrm>
        </p:grpSpPr>
        <p:sp>
          <p:nvSpPr>
            <p:cNvPr id="53" name="node11.text"/>
            <p:cNvSpPr/>
            <p:nvPr/>
          </p:nvSpPr>
          <p:spPr>
            <a:xfrm>
              <a:off x="4610100" y="2400300"/>
              <a:ext cx="29718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Modern platform built for fast integration</a:t>
              </a:r>
              <a:endParaRPr lang="en-US" sz="1400" spc="0" kern="0" b="0" i="0" dirty="0">
                <a:solidFill>
                  <a:srgbClr val="070154"/>
                </a:solidFill>
                <a:latin typeface="IBM Plex Sans"/>
                <a:ea typeface="IBM Plex Sans"/>
                <a:cs typeface="IBM Plex Sans"/>
              </a:endParaRPr>
            </a:p>
          </p:txBody>
        </p:sp>
      </p:grpSp>
      <p:grpSp>
        <p:nvGrpSpPr>
          <p:cNvPr id="110" name="node12"/>
          <p:cNvGrpSpPr/>
          <p:nvPr/>
        </p:nvGrpSpPr>
        <p:grpSpPr>
          <a:xfrm>
            <a:off x="4610100" y="3086100"/>
            <a:ext cx="2971800" cy="152400"/>
            <a:chOff x="4610100" y="3086100"/>
            <a:chExt cx="2971800" cy="152400"/>
          </a:xfrm>
        </p:grpSpPr>
        <p:sp>
          <p:nvSpPr>
            <p:cNvPr id="54" name="node12.text"/>
            <p:cNvSpPr/>
            <p:nvPr/>
          </p:nvSpPr>
          <p:spPr>
            <a:xfrm>
              <a:off x="4610100" y="3086100"/>
              <a:ext cx="2971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STRENGTHS</a:t>
              </a:r>
              <a:endParaRPr lang="en-US" sz="900" spc="54" kern="0" b="0" i="0" dirty="0">
                <a:solidFill>
                  <a:srgbClr val="0047FF"/>
                </a:solidFill>
                <a:latin typeface="IBM Plex Mono Medium"/>
                <a:ea typeface="IBM Plex Mono Medium"/>
                <a:cs typeface="IBM Plex Mono Medium"/>
              </a:endParaRPr>
            </a:p>
          </p:txBody>
        </p:sp>
      </p:grpSp>
      <p:grpSp>
        <p:nvGrpSpPr>
          <p:cNvPr id="111" name="node13"/>
          <p:cNvGrpSpPr/>
          <p:nvPr/>
        </p:nvGrpSpPr>
        <p:grpSpPr>
          <a:xfrm>
            <a:off x="4610100" y="3314700"/>
            <a:ext cx="2971800" cy="495300"/>
            <a:chOff x="4610100" y="3314700"/>
            <a:chExt cx="2971800" cy="495300"/>
          </a:xfrm>
        </p:grpSpPr>
        <p:sp>
          <p:nvSpPr>
            <p:cNvPr id="55" name="node13.source-001.bullet"/>
            <p:cNvSpPr/>
            <p:nvPr/>
          </p:nvSpPr>
          <p:spPr>
            <a:xfrm>
              <a:off x="4610100" y="3403600"/>
              <a:ext cx="38100" cy="38100"/>
            </a:xfrm>
            <a:prstGeom prst="rect">
              <a:avLst/>
            </a:prstGeom>
            <a:solidFill>
              <a:srgbClr val="070154"/>
            </a:solidFill>
            <a:ln>
              <a:noFill/>
            </a:ln>
          </p:spPr>
        </p:sp>
        <p:sp>
          <p:nvSpPr>
            <p:cNvPr id="56" name="node13.source-001.text"/>
            <p:cNvSpPr/>
            <p:nvPr/>
          </p:nvSpPr>
          <p:spPr>
            <a:xfrm>
              <a:off x="4762500" y="3314700"/>
              <a:ext cx="281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Strong ERP integration</a:t>
              </a:r>
              <a:endParaRPr lang="en-US" sz="1200" spc="0" kern="0" b="0" i="0" dirty="0">
                <a:solidFill>
                  <a:srgbClr val="070154"/>
                </a:solidFill>
                <a:latin typeface="IBM Plex Sans"/>
                <a:ea typeface="IBM Plex Sans"/>
                <a:cs typeface="IBM Plex Sans"/>
              </a:endParaRPr>
            </a:p>
          </p:txBody>
        </p:sp>
        <p:sp>
          <p:nvSpPr>
            <p:cNvPr id="57" name="node13.source-002.bullet"/>
            <p:cNvSpPr/>
            <p:nvPr/>
          </p:nvSpPr>
          <p:spPr>
            <a:xfrm>
              <a:off x="4610100" y="3670300"/>
              <a:ext cx="38100" cy="38100"/>
            </a:xfrm>
            <a:prstGeom prst="rect">
              <a:avLst/>
            </a:prstGeom>
            <a:solidFill>
              <a:srgbClr val="070154"/>
            </a:solidFill>
            <a:ln>
              <a:noFill/>
            </a:ln>
          </p:spPr>
        </p:sp>
        <p:sp>
          <p:nvSpPr>
            <p:cNvPr id="58" name="node13.source-002.text"/>
            <p:cNvSpPr/>
            <p:nvPr/>
          </p:nvSpPr>
          <p:spPr>
            <a:xfrm>
              <a:off x="4762500" y="3581400"/>
              <a:ext cx="281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Quick time to value</a:t>
              </a:r>
              <a:endParaRPr lang="en-US" sz="1200" spc="0" kern="0" b="0" i="0" dirty="0">
                <a:solidFill>
                  <a:srgbClr val="070154"/>
                </a:solidFill>
                <a:latin typeface="IBM Plex Sans"/>
                <a:ea typeface="IBM Plex Sans"/>
                <a:cs typeface="IBM Plex Sans"/>
              </a:endParaRPr>
            </a:p>
          </p:txBody>
        </p:sp>
      </p:grpSp>
      <p:grpSp>
        <p:nvGrpSpPr>
          <p:cNvPr id="112" name="node14"/>
          <p:cNvGrpSpPr/>
          <p:nvPr/>
        </p:nvGrpSpPr>
        <p:grpSpPr>
          <a:xfrm>
            <a:off x="4610100" y="4000500"/>
            <a:ext cx="2971800" cy="152400"/>
            <a:chOff x="4610100" y="4000500"/>
            <a:chExt cx="2971800" cy="152400"/>
          </a:xfrm>
        </p:grpSpPr>
        <p:sp>
          <p:nvSpPr>
            <p:cNvPr id="59" name="node14.text"/>
            <p:cNvSpPr/>
            <p:nvPr/>
          </p:nvSpPr>
          <p:spPr>
            <a:xfrm>
              <a:off x="4610100" y="4000500"/>
              <a:ext cx="2971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WATCH-OUTS</a:t>
              </a:r>
              <a:endParaRPr lang="en-US" sz="900" spc="54" kern="0" b="0" i="0" dirty="0">
                <a:solidFill>
                  <a:srgbClr val="0047FF"/>
                </a:solidFill>
                <a:latin typeface="IBM Plex Mono Medium"/>
                <a:ea typeface="IBM Plex Mono Medium"/>
                <a:cs typeface="IBM Plex Mono Medium"/>
              </a:endParaRPr>
            </a:p>
          </p:txBody>
        </p:sp>
      </p:grpSp>
      <p:grpSp>
        <p:nvGrpSpPr>
          <p:cNvPr id="113" name="node15"/>
          <p:cNvGrpSpPr/>
          <p:nvPr/>
        </p:nvGrpSpPr>
        <p:grpSpPr>
          <a:xfrm>
            <a:off x="4610100" y="4229100"/>
            <a:ext cx="2971800" cy="495300"/>
            <a:chOff x="4610100" y="4229100"/>
            <a:chExt cx="2971800" cy="495300"/>
          </a:xfrm>
        </p:grpSpPr>
        <p:sp>
          <p:nvSpPr>
            <p:cNvPr id="60" name="node15.source-001.bullet"/>
            <p:cNvSpPr/>
            <p:nvPr/>
          </p:nvSpPr>
          <p:spPr>
            <a:xfrm>
              <a:off x="4610100" y="4318000"/>
              <a:ext cx="38100" cy="38100"/>
            </a:xfrm>
            <a:prstGeom prst="rect">
              <a:avLst/>
            </a:prstGeom>
            <a:solidFill>
              <a:srgbClr val="070154"/>
            </a:solidFill>
            <a:ln>
              <a:noFill/>
            </a:ln>
          </p:spPr>
        </p:sp>
        <p:sp>
          <p:nvSpPr>
            <p:cNvPr id="61" name="node15.source-001.text"/>
            <p:cNvSpPr/>
            <p:nvPr/>
          </p:nvSpPr>
          <p:spPr>
            <a:xfrm>
              <a:off x="4762500" y="4229100"/>
              <a:ext cx="281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Thinner security depth</a:t>
              </a:r>
              <a:endParaRPr lang="en-US" sz="1200" spc="0" kern="0" b="0" i="0" dirty="0">
                <a:solidFill>
                  <a:srgbClr val="070154"/>
                </a:solidFill>
                <a:latin typeface="IBM Plex Sans"/>
                <a:ea typeface="IBM Plex Sans"/>
                <a:cs typeface="IBM Plex Sans"/>
              </a:endParaRPr>
            </a:p>
          </p:txBody>
        </p:sp>
        <p:sp>
          <p:nvSpPr>
            <p:cNvPr id="62" name="node15.source-002.bullet"/>
            <p:cNvSpPr/>
            <p:nvPr/>
          </p:nvSpPr>
          <p:spPr>
            <a:xfrm>
              <a:off x="4610100" y="4584700"/>
              <a:ext cx="38100" cy="38100"/>
            </a:xfrm>
            <a:prstGeom prst="rect">
              <a:avLst/>
            </a:prstGeom>
            <a:solidFill>
              <a:srgbClr val="070154"/>
            </a:solidFill>
            <a:ln>
              <a:noFill/>
            </a:ln>
          </p:spPr>
        </p:sp>
        <p:sp>
          <p:nvSpPr>
            <p:cNvPr id="63" name="node15.source-002.text"/>
            <p:cNvSpPr/>
            <p:nvPr/>
          </p:nvSpPr>
          <p:spPr>
            <a:xfrm>
              <a:off x="4762500" y="4495800"/>
              <a:ext cx="281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Smaller support team</a:t>
              </a:r>
              <a:endParaRPr lang="en-US" sz="1200" spc="0" kern="0" b="0" i="0" dirty="0">
                <a:solidFill>
                  <a:srgbClr val="070154"/>
                </a:solidFill>
                <a:latin typeface="IBM Plex Sans"/>
                <a:ea typeface="IBM Plex Sans"/>
                <a:cs typeface="IBM Plex Sans"/>
              </a:endParaRPr>
            </a:p>
          </p:txBody>
        </p:sp>
      </p:grpSp>
      <p:grpSp>
        <p:nvGrpSpPr>
          <p:cNvPr id="114" name="node16"/>
          <p:cNvGrpSpPr/>
          <p:nvPr/>
        </p:nvGrpSpPr>
        <p:grpSpPr>
          <a:xfrm>
            <a:off x="4610100" y="5029200"/>
            <a:ext cx="2971800" cy="711200"/>
            <a:chOff x="4610100" y="5029200"/>
            <a:chExt cx="2971800" cy="711200"/>
          </a:xfrm>
        </p:grpSpPr>
        <p:graphicFrame>
          <p:nvGraphicFramePr>
            <p:cNvPr id="64" name="node16.native"/>
            <p:cNvGraphicFramePr>
              <a:graphicFrameLocks noGrp="1"/>
            </p:cNvGraphicFramePr>
            <p:nvPr>
              <p:extLst>
                <p:ext uri="{D42A27DB-BD31-4B8C-83A1-F6EECF244321}">
                  <p14:modId xmlns:p14="http://schemas.microsoft.com/office/powerpoint/2010/main" val="1579011935"/>
                </p:ext>
              </p:extLst>
            </p:nvPr>
          </p:nvGraphicFramePr>
          <p:xfrm>
            <a:off x="4610100" y="5029200"/>
            <a:ext cx="2971800" cy="711200"/>
          </p:xfrm>
          <a:graphic>
            <a:graphicData uri="http://schemas.openxmlformats.org/drawingml/2006/table">
              <a:tbl>
                <a:tblPr/>
                <a:tblGrid>
                  <a:gridCol w="1219200"/>
                  <a:gridCol w="1752600"/>
                </a:tblGrid>
                <a:tr h="355600">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FIT</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INDICATIVE COST</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r>
                <a:tr h="3556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 · 6 months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bl>
            </a:graphicData>
          </a:graphic>
        </p:graphicFrame>
        <p:sp>
          <p:nvSpPr>
            <p:cNvPr id="65" name="node16.row.item-001.f.rating-1"/>
            <p:cNvSpPr/>
            <p:nvPr/>
          </p:nvSpPr>
          <p:spPr>
            <a:xfrm>
              <a:off x="4762500" y="5511800"/>
              <a:ext cx="101600" cy="101600"/>
            </a:xfrm>
            <a:prstGeom prst="rect">
              <a:avLst/>
            </a:prstGeom>
            <a:solidFill>
              <a:srgbClr val="0047FF"/>
            </a:solidFill>
            <a:ln w="9525">
              <a:solidFill>
                <a:srgbClr val="0047FF"/>
              </a:solidFill>
              <a:prstDash val="solid"/>
            </a:ln>
          </p:spPr>
        </p:sp>
        <p:sp>
          <p:nvSpPr>
            <p:cNvPr id="66" name="node16.row.item-001.f.rating-2"/>
            <p:cNvSpPr/>
            <p:nvPr/>
          </p:nvSpPr>
          <p:spPr>
            <a:xfrm>
              <a:off x="4902200" y="5511800"/>
              <a:ext cx="101600" cy="101600"/>
            </a:xfrm>
            <a:prstGeom prst="rect">
              <a:avLst/>
            </a:prstGeom>
            <a:solidFill>
              <a:srgbClr val="0047FF"/>
            </a:solidFill>
            <a:ln w="9525">
              <a:solidFill>
                <a:srgbClr val="0047FF"/>
              </a:solidFill>
              <a:prstDash val="solid"/>
            </a:ln>
          </p:spPr>
        </p:sp>
        <p:sp>
          <p:nvSpPr>
            <p:cNvPr id="67" name="node16.row.item-001.f.rating-3"/>
            <p:cNvSpPr/>
            <p:nvPr/>
          </p:nvSpPr>
          <p:spPr>
            <a:xfrm>
              <a:off x="5041900" y="5511800"/>
              <a:ext cx="101600" cy="101600"/>
            </a:xfrm>
            <a:prstGeom prst="rect">
              <a:avLst/>
            </a:prstGeom>
            <a:solidFill>
              <a:srgbClr val="0047FF"/>
            </a:solidFill>
            <a:ln w="9525">
              <a:solidFill>
                <a:srgbClr val="0047FF"/>
              </a:solidFill>
              <a:prstDash val="solid"/>
            </a:ln>
          </p:spPr>
        </p:sp>
        <p:sp>
          <p:nvSpPr>
            <p:cNvPr id="68" name="node16.row.item-001.f.rating-4"/>
            <p:cNvSpPr/>
            <p:nvPr/>
          </p:nvSpPr>
          <p:spPr>
            <a:xfrm>
              <a:off x="5181600" y="5511800"/>
              <a:ext cx="101600" cy="101600"/>
            </a:xfrm>
            <a:prstGeom prst="rect">
              <a:avLst/>
            </a:prstGeom>
            <a:solidFill>
              <a:srgbClr val="0047FF"/>
            </a:solidFill>
            <a:ln w="9525">
              <a:solidFill>
                <a:srgbClr val="0047FF"/>
              </a:solidFill>
              <a:prstDash val="solid"/>
            </a:ln>
          </p:spPr>
        </p:sp>
      </p:grpSp>
      <p:grpSp>
        <p:nvGrpSpPr>
          <p:cNvPr id="115" name="node17"/>
          <p:cNvGrpSpPr/>
          <p:nvPr/>
        </p:nvGrpSpPr>
        <p:grpSpPr>
          <a:xfrm>
            <a:off x="8039100" y="1600200"/>
            <a:ext cx="3429000" cy="4343400"/>
            <a:chOff x="8039100" y="1600200"/>
            <a:chExt cx="3429000" cy="4343400"/>
          </a:xfrm>
        </p:grpSpPr>
        <p:sp>
          <p:nvSpPr>
            <p:cNvPr id="69" name="node17.container"/>
            <p:cNvSpPr/>
            <p:nvPr/>
          </p:nvSpPr>
          <p:spPr>
            <a:xfrm>
              <a:off x="8039100" y="1600200"/>
              <a:ext cx="3429000" cy="4343400"/>
            </a:xfrm>
            <a:prstGeom prst="rect">
              <a:avLst/>
            </a:prstGeom>
            <a:solidFill>
              <a:srgbClr val="E8EEF8"/>
            </a:solidFill>
            <a:ln>
              <a:noFill/>
            </a:ln>
          </p:spPr>
        </p:sp>
      </p:grpSp>
      <p:grpSp>
        <p:nvGrpSpPr>
          <p:cNvPr id="116" name="node18"/>
          <p:cNvGrpSpPr/>
          <p:nvPr/>
        </p:nvGrpSpPr>
        <p:grpSpPr>
          <a:xfrm>
            <a:off x="8267700" y="1828800"/>
            <a:ext cx="1600200" cy="457200"/>
            <a:chOff x="8267700" y="1828800"/>
            <a:chExt cx="1600200" cy="457200"/>
          </a:xfrm>
        </p:grpSpPr>
        <p:sp>
          <p:nvSpPr>
            <p:cNvPr id="70" name="node18.background"/>
            <p:cNvSpPr/>
            <p:nvPr/>
          </p:nvSpPr>
          <p:spPr>
            <a:xfrm>
              <a:off x="8267700" y="1828800"/>
              <a:ext cx="1600200" cy="457200"/>
            </a:xfrm>
            <a:prstGeom prst="rect">
              <a:avLst/>
            </a:prstGeom>
            <a:solidFill>
              <a:srgbClr val="FFFFFF"/>
            </a:solidFill>
            <a:ln>
              <a:noFill/>
            </a:ln>
          </p:spPr>
        </p:sp>
        <p:sp>
          <p:nvSpPr>
            <p:cNvPr id="71" name="node18.hatch.000"/>
            <p:cNvSpPr/>
            <p:nvPr/>
          </p:nvSpPr>
          <p:spPr>
            <a:xfrm>
              <a:off x="8267700" y="1828800"/>
              <a:ext cx="1600200" cy="457200"/>
            </a:xfrm>
            <a:custGeom>
              <a:avLst/>
              <a:gdLst/>
              <a:ahLst/>
              <a:cxnLst/>
              <a:rect l="l" t="t" r="r" b="b"/>
              <a:pathLst>
                <a:path w="1600200" h="457200">
                  <a:moveTo>
                    <a:pt x="0" y="215526"/>
                  </a:moveTo>
                  <a:lnTo>
                    <a:pt x="0" y="107763"/>
                  </a:lnTo>
                  <a:lnTo>
                    <a:pt x="107763" y="0"/>
                  </a:lnTo>
                  <a:lnTo>
                    <a:pt x="215526" y="0"/>
                  </a:lnTo>
                  <a:close/>
                </a:path>
              </a:pathLst>
            </a:custGeom>
            <a:solidFill>
              <a:srgbClr val="F3F6FC"/>
            </a:solidFill>
            <a:ln>
              <a:noFill/>
            </a:ln>
          </p:spPr>
        </p:sp>
        <p:sp>
          <p:nvSpPr>
            <p:cNvPr id="72" name="node18.hatch.001"/>
            <p:cNvSpPr/>
            <p:nvPr/>
          </p:nvSpPr>
          <p:spPr>
            <a:xfrm>
              <a:off x="8267700" y="1828800"/>
              <a:ext cx="1600200" cy="457200"/>
            </a:xfrm>
            <a:custGeom>
              <a:avLst/>
              <a:gdLst/>
              <a:ahLst/>
              <a:cxnLst/>
              <a:rect l="l" t="t" r="r" b="b"/>
              <a:pathLst>
                <a:path w="1600200" h="457200">
                  <a:moveTo>
                    <a:pt x="0" y="431052"/>
                  </a:moveTo>
                  <a:lnTo>
                    <a:pt x="0" y="323289"/>
                  </a:lnTo>
                  <a:lnTo>
                    <a:pt x="323289" y="0"/>
                  </a:lnTo>
                  <a:lnTo>
                    <a:pt x="431052" y="0"/>
                  </a:lnTo>
                  <a:close/>
                </a:path>
              </a:pathLst>
            </a:custGeom>
            <a:solidFill>
              <a:srgbClr val="F3F6FC"/>
            </a:solidFill>
            <a:ln>
              <a:noFill/>
            </a:ln>
          </p:spPr>
        </p:sp>
        <p:sp>
          <p:nvSpPr>
            <p:cNvPr id="73" name="node18.hatch.002"/>
            <p:cNvSpPr/>
            <p:nvPr/>
          </p:nvSpPr>
          <p:spPr>
            <a:xfrm>
              <a:off x="8267700" y="1828800"/>
              <a:ext cx="1600200" cy="457200"/>
            </a:xfrm>
            <a:custGeom>
              <a:avLst/>
              <a:gdLst/>
              <a:ahLst/>
              <a:cxnLst/>
              <a:rect l="l" t="t" r="r" b="b"/>
              <a:pathLst>
                <a:path w="1600200" h="457200">
                  <a:moveTo>
                    <a:pt x="538815" y="0"/>
                  </a:moveTo>
                  <a:lnTo>
                    <a:pt x="646578" y="0"/>
                  </a:lnTo>
                  <a:lnTo>
                    <a:pt x="189378" y="457200"/>
                  </a:lnTo>
                  <a:lnTo>
                    <a:pt x="81615" y="457200"/>
                  </a:lnTo>
                  <a:close/>
                </a:path>
              </a:pathLst>
            </a:custGeom>
            <a:solidFill>
              <a:srgbClr val="F3F6FC"/>
            </a:solidFill>
            <a:ln>
              <a:noFill/>
            </a:ln>
          </p:spPr>
        </p:sp>
        <p:sp>
          <p:nvSpPr>
            <p:cNvPr id="74" name="node18.hatch.003"/>
            <p:cNvSpPr/>
            <p:nvPr/>
          </p:nvSpPr>
          <p:spPr>
            <a:xfrm>
              <a:off x="8267700" y="1828800"/>
              <a:ext cx="1600200" cy="457200"/>
            </a:xfrm>
            <a:custGeom>
              <a:avLst/>
              <a:gdLst/>
              <a:ahLst/>
              <a:cxnLst/>
              <a:rect l="l" t="t" r="r" b="b"/>
              <a:pathLst>
                <a:path w="1600200" h="457200">
                  <a:moveTo>
                    <a:pt x="754342" y="0"/>
                  </a:moveTo>
                  <a:lnTo>
                    <a:pt x="862105" y="0"/>
                  </a:lnTo>
                  <a:lnTo>
                    <a:pt x="404905" y="457200"/>
                  </a:lnTo>
                  <a:lnTo>
                    <a:pt x="297142" y="457200"/>
                  </a:lnTo>
                  <a:close/>
                </a:path>
              </a:pathLst>
            </a:custGeom>
            <a:solidFill>
              <a:srgbClr val="F3F6FC"/>
            </a:solidFill>
            <a:ln>
              <a:noFill/>
            </a:ln>
          </p:spPr>
        </p:sp>
        <p:sp>
          <p:nvSpPr>
            <p:cNvPr id="75" name="node18.hatch.004"/>
            <p:cNvSpPr/>
            <p:nvPr/>
          </p:nvSpPr>
          <p:spPr>
            <a:xfrm>
              <a:off x="8267700" y="1828800"/>
              <a:ext cx="1600200" cy="457200"/>
            </a:xfrm>
            <a:custGeom>
              <a:avLst/>
              <a:gdLst/>
              <a:ahLst/>
              <a:cxnLst/>
              <a:rect l="l" t="t" r="r" b="b"/>
              <a:pathLst>
                <a:path w="1600200" h="457200">
                  <a:moveTo>
                    <a:pt x="969868" y="0"/>
                  </a:moveTo>
                  <a:lnTo>
                    <a:pt x="1077631" y="0"/>
                  </a:lnTo>
                  <a:lnTo>
                    <a:pt x="620431" y="457200"/>
                  </a:lnTo>
                  <a:lnTo>
                    <a:pt x="512668" y="457200"/>
                  </a:lnTo>
                  <a:close/>
                </a:path>
              </a:pathLst>
            </a:custGeom>
            <a:solidFill>
              <a:srgbClr val="F3F6FC"/>
            </a:solidFill>
            <a:ln>
              <a:noFill/>
            </a:ln>
          </p:spPr>
        </p:sp>
        <p:sp>
          <p:nvSpPr>
            <p:cNvPr id="76" name="node18.hatch.005"/>
            <p:cNvSpPr/>
            <p:nvPr/>
          </p:nvSpPr>
          <p:spPr>
            <a:xfrm>
              <a:off x="8267700" y="1828800"/>
              <a:ext cx="1600200" cy="457200"/>
            </a:xfrm>
            <a:custGeom>
              <a:avLst/>
              <a:gdLst/>
              <a:ahLst/>
              <a:cxnLst/>
              <a:rect l="l" t="t" r="r" b="b"/>
              <a:pathLst>
                <a:path w="1600200" h="457200">
                  <a:moveTo>
                    <a:pt x="1185394" y="0"/>
                  </a:moveTo>
                  <a:lnTo>
                    <a:pt x="1293157" y="0"/>
                  </a:lnTo>
                  <a:lnTo>
                    <a:pt x="835957" y="457200"/>
                  </a:lnTo>
                  <a:lnTo>
                    <a:pt x="728194" y="457200"/>
                  </a:lnTo>
                  <a:close/>
                </a:path>
              </a:pathLst>
            </a:custGeom>
            <a:solidFill>
              <a:srgbClr val="F3F6FC"/>
            </a:solidFill>
            <a:ln>
              <a:noFill/>
            </a:ln>
          </p:spPr>
        </p:sp>
        <p:sp>
          <p:nvSpPr>
            <p:cNvPr id="77" name="node18.hatch.006"/>
            <p:cNvSpPr/>
            <p:nvPr/>
          </p:nvSpPr>
          <p:spPr>
            <a:xfrm>
              <a:off x="8267700" y="1828800"/>
              <a:ext cx="1600200" cy="457200"/>
            </a:xfrm>
            <a:custGeom>
              <a:avLst/>
              <a:gdLst/>
              <a:ahLst/>
              <a:cxnLst/>
              <a:rect l="l" t="t" r="r" b="b"/>
              <a:pathLst>
                <a:path w="1600200" h="457200">
                  <a:moveTo>
                    <a:pt x="1400920" y="0"/>
                  </a:moveTo>
                  <a:lnTo>
                    <a:pt x="1508683" y="0"/>
                  </a:lnTo>
                  <a:lnTo>
                    <a:pt x="1051483" y="457200"/>
                  </a:lnTo>
                  <a:lnTo>
                    <a:pt x="943720" y="457200"/>
                  </a:lnTo>
                  <a:close/>
                </a:path>
              </a:pathLst>
            </a:custGeom>
            <a:solidFill>
              <a:srgbClr val="F3F6FC"/>
            </a:solidFill>
            <a:ln>
              <a:noFill/>
            </a:ln>
          </p:spPr>
        </p:sp>
        <p:sp>
          <p:nvSpPr>
            <p:cNvPr id="78" name="node18.hatch.007"/>
            <p:cNvSpPr/>
            <p:nvPr/>
          </p:nvSpPr>
          <p:spPr>
            <a:xfrm>
              <a:off x="8267700" y="1828800"/>
              <a:ext cx="1600200" cy="457200"/>
            </a:xfrm>
            <a:custGeom>
              <a:avLst/>
              <a:gdLst/>
              <a:ahLst/>
              <a:cxnLst/>
              <a:rect l="l" t="t" r="r" b="b"/>
              <a:pathLst>
                <a:path w="1600200" h="457200">
                  <a:moveTo>
                    <a:pt x="1600200" y="16246"/>
                  </a:moveTo>
                  <a:lnTo>
                    <a:pt x="1600200" y="124009"/>
                  </a:lnTo>
                  <a:lnTo>
                    <a:pt x="1267009" y="457200"/>
                  </a:lnTo>
                  <a:lnTo>
                    <a:pt x="1159246" y="457200"/>
                  </a:lnTo>
                  <a:close/>
                </a:path>
              </a:pathLst>
            </a:custGeom>
            <a:solidFill>
              <a:srgbClr val="F3F6FC"/>
            </a:solidFill>
            <a:ln>
              <a:noFill/>
            </a:ln>
          </p:spPr>
        </p:sp>
        <p:sp>
          <p:nvSpPr>
            <p:cNvPr id="79" name="node18.hatch.008"/>
            <p:cNvSpPr/>
            <p:nvPr/>
          </p:nvSpPr>
          <p:spPr>
            <a:xfrm>
              <a:off x="8267700" y="1828800"/>
              <a:ext cx="1600200" cy="457200"/>
            </a:xfrm>
            <a:custGeom>
              <a:avLst/>
              <a:gdLst/>
              <a:ahLst/>
              <a:cxnLst/>
              <a:rect l="l" t="t" r="r" b="b"/>
              <a:pathLst>
                <a:path w="1600200" h="457200">
                  <a:moveTo>
                    <a:pt x="1600200" y="231772"/>
                  </a:moveTo>
                  <a:lnTo>
                    <a:pt x="1600200" y="339535"/>
                  </a:lnTo>
                  <a:lnTo>
                    <a:pt x="1482535" y="457200"/>
                  </a:lnTo>
                  <a:lnTo>
                    <a:pt x="1374772" y="457200"/>
                  </a:lnTo>
                  <a:close/>
                </a:path>
              </a:pathLst>
            </a:custGeom>
            <a:solidFill>
              <a:srgbClr val="F3F6FC"/>
            </a:solidFill>
            <a:ln>
              <a:noFill/>
            </a:ln>
          </p:spPr>
        </p:sp>
        <p:sp>
          <p:nvSpPr>
            <p:cNvPr id="80" name="node18.hatch.009"/>
            <p:cNvSpPr/>
            <p:nvPr/>
          </p:nvSpPr>
          <p:spPr>
            <a:xfrm>
              <a:off x="8267700" y="1828800"/>
              <a:ext cx="1600200" cy="457200"/>
            </a:xfrm>
            <a:custGeom>
              <a:avLst/>
              <a:gdLst/>
              <a:ahLst/>
              <a:cxnLst/>
              <a:rect l="l" t="t" r="r" b="b"/>
              <a:pathLst>
                <a:path w="1600200" h="457200">
                  <a:moveTo>
                    <a:pt x="1600200" y="447298"/>
                  </a:moveTo>
                  <a:lnTo>
                    <a:pt x="1600200" y="457200"/>
                  </a:lnTo>
                  <a:lnTo>
                    <a:pt x="1590298" y="457200"/>
                  </a:lnTo>
                  <a:close/>
                </a:path>
              </a:pathLst>
            </a:custGeom>
            <a:solidFill>
              <a:srgbClr val="F3F6FC"/>
            </a:solidFill>
            <a:ln>
              <a:noFill/>
            </a:ln>
          </p:spPr>
        </p:sp>
        <p:sp>
          <p:nvSpPr>
            <p:cNvPr id="81" name="node18.border"/>
            <p:cNvSpPr/>
            <p:nvPr/>
          </p:nvSpPr>
          <p:spPr>
            <a:xfrm>
              <a:off x="8267700" y="1828800"/>
              <a:ext cx="1600200" cy="457200"/>
            </a:xfrm>
            <a:prstGeom prst="rect">
              <a:avLst/>
            </a:prstGeom>
            <a:ln w="12700">
              <a:solidFill>
                <a:srgbClr val="97A4BA"/>
              </a:solidFill>
              <a:prstDash val="solid"/>
            </a:ln>
          </p:spPr>
        </p:sp>
        <p:sp>
          <p:nvSpPr>
            <p:cNvPr id="82" name="node18.placeholder"/>
            <p:cNvSpPr/>
            <p:nvPr/>
          </p:nvSpPr>
          <p:spPr>
            <a:xfrm>
              <a:off x="8293100" y="1971675"/>
              <a:ext cx="1549400" cy="17145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SemiBold"/>
                  <a:ea typeface="IBM Plex Mono SemiBold"/>
                  <a:cs typeface="IBM Plex Mono SemiBold"/>
                </a:rPr>
                <a:t>VENDOR C LOGO</a:t>
              </a:r>
              <a:endParaRPr lang="en-US" sz="900" spc="54" kern="0" b="0" i="0" dirty="0">
                <a:solidFill>
                  <a:srgbClr val="50658E"/>
                </a:solidFill>
                <a:latin typeface="IBM Plex Mono SemiBold"/>
                <a:ea typeface="IBM Plex Mono SemiBold"/>
                <a:cs typeface="IBM Plex Mono SemiBold"/>
              </a:endParaRPr>
            </a:p>
          </p:txBody>
        </p:sp>
      </p:grpSp>
      <p:grpSp>
        <p:nvGrpSpPr>
          <p:cNvPr id="117" name="node19"/>
          <p:cNvGrpSpPr/>
          <p:nvPr/>
        </p:nvGrpSpPr>
        <p:grpSpPr>
          <a:xfrm>
            <a:off x="8267700" y="2400300"/>
            <a:ext cx="2971800" cy="266700"/>
            <a:chOff x="8267700" y="2400300"/>
            <a:chExt cx="2971800" cy="266700"/>
          </a:xfrm>
        </p:grpSpPr>
        <p:sp>
          <p:nvSpPr>
            <p:cNvPr id="83" name="node19.text"/>
            <p:cNvSpPr/>
            <p:nvPr/>
          </p:nvSpPr>
          <p:spPr>
            <a:xfrm>
              <a:off x="8267700" y="2400300"/>
              <a:ext cx="29718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Low-cost option for focused needs</a:t>
              </a:r>
              <a:endParaRPr lang="en-US" sz="1400" spc="0" kern="0" b="0" i="0" dirty="0">
                <a:solidFill>
                  <a:srgbClr val="070154"/>
                </a:solidFill>
                <a:latin typeface="IBM Plex Sans"/>
                <a:ea typeface="IBM Plex Sans"/>
                <a:cs typeface="IBM Plex Sans"/>
              </a:endParaRPr>
            </a:p>
          </p:txBody>
        </p:sp>
      </p:grpSp>
      <p:grpSp>
        <p:nvGrpSpPr>
          <p:cNvPr id="118" name="node20"/>
          <p:cNvGrpSpPr/>
          <p:nvPr/>
        </p:nvGrpSpPr>
        <p:grpSpPr>
          <a:xfrm>
            <a:off x="8267700" y="3086100"/>
            <a:ext cx="2971800" cy="152400"/>
            <a:chOff x="8267700" y="3086100"/>
            <a:chExt cx="2971800" cy="152400"/>
          </a:xfrm>
        </p:grpSpPr>
        <p:sp>
          <p:nvSpPr>
            <p:cNvPr id="84" name="node20.text"/>
            <p:cNvSpPr/>
            <p:nvPr/>
          </p:nvSpPr>
          <p:spPr>
            <a:xfrm>
              <a:off x="8267700" y="3086100"/>
              <a:ext cx="2971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STRENGTHS</a:t>
              </a:r>
              <a:endParaRPr lang="en-US" sz="900" spc="54" kern="0" b="0" i="0" dirty="0">
                <a:solidFill>
                  <a:srgbClr val="0047FF"/>
                </a:solidFill>
                <a:latin typeface="IBM Plex Mono Medium"/>
                <a:ea typeface="IBM Plex Mono Medium"/>
                <a:cs typeface="IBM Plex Mono Medium"/>
              </a:endParaRPr>
            </a:p>
          </p:txBody>
        </p:sp>
      </p:grpSp>
      <p:grpSp>
        <p:nvGrpSpPr>
          <p:cNvPr id="119" name="node21"/>
          <p:cNvGrpSpPr/>
          <p:nvPr/>
        </p:nvGrpSpPr>
        <p:grpSpPr>
          <a:xfrm>
            <a:off x="8267700" y="3314700"/>
            <a:ext cx="2971800" cy="495300"/>
            <a:chOff x="8267700" y="3314700"/>
            <a:chExt cx="2971800" cy="495300"/>
          </a:xfrm>
        </p:grpSpPr>
        <p:sp>
          <p:nvSpPr>
            <p:cNvPr id="85" name="node21.source-001.bullet"/>
            <p:cNvSpPr/>
            <p:nvPr/>
          </p:nvSpPr>
          <p:spPr>
            <a:xfrm>
              <a:off x="8267700" y="3403600"/>
              <a:ext cx="38100" cy="38100"/>
            </a:xfrm>
            <a:prstGeom prst="rect">
              <a:avLst/>
            </a:prstGeom>
            <a:solidFill>
              <a:srgbClr val="070154"/>
            </a:solidFill>
            <a:ln>
              <a:noFill/>
            </a:ln>
          </p:spPr>
        </p:sp>
        <p:sp>
          <p:nvSpPr>
            <p:cNvPr id="86" name="node21.source-001.text"/>
            <p:cNvSpPr/>
            <p:nvPr/>
          </p:nvSpPr>
          <p:spPr>
            <a:xfrm>
              <a:off x="8420100" y="3314700"/>
              <a:ext cx="281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Lowest license cost</a:t>
              </a:r>
              <a:endParaRPr lang="en-US" sz="1200" spc="0" kern="0" b="0" i="0" dirty="0">
                <a:solidFill>
                  <a:srgbClr val="070154"/>
                </a:solidFill>
                <a:latin typeface="IBM Plex Sans"/>
                <a:ea typeface="IBM Plex Sans"/>
                <a:cs typeface="IBM Plex Sans"/>
              </a:endParaRPr>
            </a:p>
          </p:txBody>
        </p:sp>
        <p:sp>
          <p:nvSpPr>
            <p:cNvPr id="87" name="node21.source-002.bullet"/>
            <p:cNvSpPr/>
            <p:nvPr/>
          </p:nvSpPr>
          <p:spPr>
            <a:xfrm>
              <a:off x="8267700" y="3670300"/>
              <a:ext cx="38100" cy="38100"/>
            </a:xfrm>
            <a:prstGeom prst="rect">
              <a:avLst/>
            </a:prstGeom>
            <a:solidFill>
              <a:srgbClr val="070154"/>
            </a:solidFill>
            <a:ln>
              <a:noFill/>
            </a:ln>
          </p:spPr>
        </p:sp>
        <p:sp>
          <p:nvSpPr>
            <p:cNvPr id="88" name="node21.source-002.text"/>
            <p:cNvSpPr/>
            <p:nvPr/>
          </p:nvSpPr>
          <p:spPr>
            <a:xfrm>
              <a:off x="8420100" y="3581400"/>
              <a:ext cx="281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Simple to administer</a:t>
              </a:r>
              <a:endParaRPr lang="en-US" sz="1200" spc="0" kern="0" b="0" i="0" dirty="0">
                <a:solidFill>
                  <a:srgbClr val="070154"/>
                </a:solidFill>
                <a:latin typeface="IBM Plex Sans"/>
                <a:ea typeface="IBM Plex Sans"/>
                <a:cs typeface="IBM Plex Sans"/>
              </a:endParaRPr>
            </a:p>
          </p:txBody>
        </p:sp>
      </p:grpSp>
      <p:grpSp>
        <p:nvGrpSpPr>
          <p:cNvPr id="120" name="node22"/>
          <p:cNvGrpSpPr/>
          <p:nvPr/>
        </p:nvGrpSpPr>
        <p:grpSpPr>
          <a:xfrm>
            <a:off x="8267700" y="4000500"/>
            <a:ext cx="2971800" cy="152400"/>
            <a:chOff x="8267700" y="4000500"/>
            <a:chExt cx="2971800" cy="152400"/>
          </a:xfrm>
        </p:grpSpPr>
        <p:sp>
          <p:nvSpPr>
            <p:cNvPr id="89" name="node22.text"/>
            <p:cNvSpPr/>
            <p:nvPr/>
          </p:nvSpPr>
          <p:spPr>
            <a:xfrm>
              <a:off x="8267700" y="4000500"/>
              <a:ext cx="2971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WATCH-OUTS</a:t>
              </a:r>
              <a:endParaRPr lang="en-US" sz="900" spc="54" kern="0" b="0" i="0" dirty="0">
                <a:solidFill>
                  <a:srgbClr val="0047FF"/>
                </a:solidFill>
                <a:latin typeface="IBM Plex Mono Medium"/>
                <a:ea typeface="IBM Plex Mono Medium"/>
                <a:cs typeface="IBM Plex Mono Medium"/>
              </a:endParaRPr>
            </a:p>
          </p:txBody>
        </p:sp>
      </p:grpSp>
      <p:grpSp>
        <p:nvGrpSpPr>
          <p:cNvPr id="121" name="node23"/>
          <p:cNvGrpSpPr/>
          <p:nvPr/>
        </p:nvGrpSpPr>
        <p:grpSpPr>
          <a:xfrm>
            <a:off x="8267700" y="4229100"/>
            <a:ext cx="2971800" cy="495300"/>
            <a:chOff x="8267700" y="4229100"/>
            <a:chExt cx="2971800" cy="495300"/>
          </a:xfrm>
        </p:grpSpPr>
        <p:sp>
          <p:nvSpPr>
            <p:cNvPr id="90" name="node23.source-001.bullet"/>
            <p:cNvSpPr/>
            <p:nvPr/>
          </p:nvSpPr>
          <p:spPr>
            <a:xfrm>
              <a:off x="8267700" y="4318000"/>
              <a:ext cx="38100" cy="38100"/>
            </a:xfrm>
            <a:prstGeom prst="rect">
              <a:avLst/>
            </a:prstGeom>
            <a:solidFill>
              <a:srgbClr val="070154"/>
            </a:solidFill>
            <a:ln>
              <a:noFill/>
            </a:ln>
          </p:spPr>
        </p:sp>
        <p:sp>
          <p:nvSpPr>
            <p:cNvPr id="91" name="node23.source-001.text"/>
            <p:cNvSpPr/>
            <p:nvPr/>
          </p:nvSpPr>
          <p:spPr>
            <a:xfrm>
              <a:off x="8420100" y="4229100"/>
              <a:ext cx="281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Limited workflow depth</a:t>
              </a:r>
              <a:endParaRPr lang="en-US" sz="1200" spc="0" kern="0" b="0" i="0" dirty="0">
                <a:solidFill>
                  <a:srgbClr val="070154"/>
                </a:solidFill>
                <a:latin typeface="IBM Plex Sans"/>
                <a:ea typeface="IBM Plex Sans"/>
                <a:cs typeface="IBM Plex Sans"/>
              </a:endParaRPr>
            </a:p>
          </p:txBody>
        </p:sp>
        <p:sp>
          <p:nvSpPr>
            <p:cNvPr id="92" name="node23.source-002.bullet"/>
            <p:cNvSpPr/>
            <p:nvPr/>
          </p:nvSpPr>
          <p:spPr>
            <a:xfrm>
              <a:off x="8267700" y="4584700"/>
              <a:ext cx="38100" cy="38100"/>
            </a:xfrm>
            <a:prstGeom prst="rect">
              <a:avLst/>
            </a:prstGeom>
            <a:solidFill>
              <a:srgbClr val="070154"/>
            </a:solidFill>
            <a:ln>
              <a:noFill/>
            </a:ln>
          </p:spPr>
        </p:sp>
        <p:sp>
          <p:nvSpPr>
            <p:cNvPr id="93" name="node23.source-002.text"/>
            <p:cNvSpPr/>
            <p:nvPr/>
          </p:nvSpPr>
          <p:spPr>
            <a:xfrm>
              <a:off x="8420100" y="4495800"/>
              <a:ext cx="281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Few healthcare references</a:t>
              </a:r>
              <a:endParaRPr lang="en-US" sz="1200" spc="0" kern="0" b="0" i="0" dirty="0">
                <a:solidFill>
                  <a:srgbClr val="070154"/>
                </a:solidFill>
                <a:latin typeface="IBM Plex Sans"/>
                <a:ea typeface="IBM Plex Sans"/>
                <a:cs typeface="IBM Plex Sans"/>
              </a:endParaRPr>
            </a:p>
          </p:txBody>
        </p:sp>
      </p:grpSp>
      <p:grpSp>
        <p:nvGrpSpPr>
          <p:cNvPr id="122" name="node24"/>
          <p:cNvGrpSpPr/>
          <p:nvPr/>
        </p:nvGrpSpPr>
        <p:grpSpPr>
          <a:xfrm>
            <a:off x="8267700" y="5029200"/>
            <a:ext cx="2971800" cy="711200"/>
            <a:chOff x="8267700" y="5029200"/>
            <a:chExt cx="2971800" cy="711200"/>
          </a:xfrm>
        </p:grpSpPr>
        <p:graphicFrame>
          <p:nvGraphicFramePr>
            <p:cNvPr id="94" name="node24.native"/>
            <p:cNvGraphicFramePr>
              <a:graphicFrameLocks noGrp="1"/>
            </p:cNvGraphicFramePr>
            <p:nvPr>
              <p:extLst>
                <p:ext uri="{D42A27DB-BD31-4B8C-83A1-F6EECF244321}">
                  <p14:modId xmlns:p14="http://schemas.microsoft.com/office/powerpoint/2010/main" val="1579011935"/>
                </p:ext>
              </p:extLst>
            </p:nvPr>
          </p:nvGraphicFramePr>
          <p:xfrm>
            <a:off x="8267700" y="5029200"/>
            <a:ext cx="2971800" cy="711200"/>
          </p:xfrm>
          <a:graphic>
            <a:graphicData uri="http://schemas.openxmlformats.org/drawingml/2006/table">
              <a:tbl>
                <a:tblPr/>
                <a:tblGrid>
                  <a:gridCol w="1219200"/>
                  <a:gridCol w="1752600"/>
                </a:tblGrid>
                <a:tr h="355600">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FIT</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070154"/>
                            </a:solidFill>
                            <a:latin typeface="IBM Plex Mono SemiBold"/>
                            <a:ea typeface="IBM Plex Mono SemiBold"/>
                            <a:cs typeface="IBM Plex Mono SemiBold"/>
                          </a:defRPr>
                        </a:pPr>
                        <a:r>
                          <a:rPr lang="en-US" sz="900" spc="54" kern="0" b="0" i="0" dirty="0">
                            <a:solidFill>
                              <a:srgbClr val="070154"/>
                            </a:solidFill>
                            <a:latin typeface="IBM Plex Mono SemiBold"/>
                            <a:ea typeface="IBM Plex Mono SemiBold"/>
                            <a:cs typeface="IBM Plex Mono SemiBold"/>
                          </a:rPr>
                          <a:t xml:space="preserve">INDICATIVE COST</a:t>
                        </a:r>
                        <a:endParaRPr lang="en-US" sz="900" spc="54" kern="0" b="0" i="0" dirty="0">
                          <a:solidFill>
                            <a:srgbClr val="070154"/>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19050" cap="flat" cmpd="sng" algn="ctr">
                        <a:solidFill>
                          <a:srgbClr val="070154"/>
                        </a:solidFill>
                        <a:prstDash val="solid"/>
                        <a:round/>
                        <a:headEnd type="none" w="med" len="med"/>
                        <a:tailEnd type="none" w="med" len="med"/>
                      </a:lnB>
                      <a:solidFill>
                        <a:srgbClr val="FFFFFF"/>
                      </a:solidFill>
                    </a:tcPr>
                  </a:tc>
                </a:tr>
                <a:tr h="3556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 · 5 months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bl>
            </a:graphicData>
          </a:graphic>
        </p:graphicFrame>
        <p:sp>
          <p:nvSpPr>
            <p:cNvPr id="95" name="node24.row.item-001.f.rating-1"/>
            <p:cNvSpPr/>
            <p:nvPr/>
          </p:nvSpPr>
          <p:spPr>
            <a:xfrm>
              <a:off x="8420100" y="5511800"/>
              <a:ext cx="101600" cy="101600"/>
            </a:xfrm>
            <a:prstGeom prst="rect">
              <a:avLst/>
            </a:prstGeom>
            <a:solidFill>
              <a:srgbClr val="070154"/>
            </a:solidFill>
            <a:ln w="9525">
              <a:solidFill>
                <a:srgbClr val="070154"/>
              </a:solidFill>
              <a:prstDash val="solid"/>
            </a:ln>
          </p:spPr>
        </p:sp>
        <p:sp>
          <p:nvSpPr>
            <p:cNvPr id="96" name="node24.row.item-001.f.rating-2"/>
            <p:cNvSpPr/>
            <p:nvPr/>
          </p:nvSpPr>
          <p:spPr>
            <a:xfrm>
              <a:off x="8559800" y="5511800"/>
              <a:ext cx="101600" cy="101600"/>
            </a:xfrm>
            <a:prstGeom prst="rect">
              <a:avLst/>
            </a:prstGeom>
            <a:solidFill>
              <a:srgbClr val="070154"/>
            </a:solidFill>
            <a:ln w="9525">
              <a:solidFill>
                <a:srgbClr val="070154"/>
              </a:solidFill>
              <a:prstDash val="solid"/>
            </a:ln>
          </p:spPr>
        </p:sp>
        <p:sp>
          <p:nvSpPr>
            <p:cNvPr id="97" name="node24.row.item-001.f.rating-3"/>
            <p:cNvSpPr/>
            <p:nvPr/>
          </p:nvSpPr>
          <p:spPr>
            <a:xfrm>
              <a:off x="8699500" y="5511800"/>
              <a:ext cx="101600" cy="101600"/>
            </a:xfrm>
            <a:prstGeom prst="rect">
              <a:avLst/>
            </a:prstGeom>
            <a:solidFill>
              <a:srgbClr val="FFFFFF"/>
            </a:solidFill>
            <a:ln w="9525">
              <a:solidFill>
                <a:srgbClr val="070154"/>
              </a:solidFill>
              <a:prstDash val="solid"/>
            </a:ln>
          </p:spPr>
        </p:sp>
        <p:sp>
          <p:nvSpPr>
            <p:cNvPr id="98" name="node24.row.item-001.f.rating-4"/>
            <p:cNvSpPr/>
            <p:nvPr/>
          </p:nvSpPr>
          <p:spPr>
            <a:xfrm>
              <a:off x="8839200" y="5511800"/>
              <a:ext cx="101600" cy="101600"/>
            </a:xfrm>
            <a:prstGeom prst="rect">
              <a:avLst/>
            </a:prstGeom>
            <a:solidFill>
              <a:srgbClr val="FFFFFF"/>
            </a:solidFill>
            <a:ln w="9525">
              <a:solidFill>
                <a:srgbClr val="070154"/>
              </a:solidFill>
              <a:prstDash val="solid"/>
            </a:ln>
          </p:spPr>
        </p:sp>
      </p:grpSp>
    </p:spTree>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name="source-608">
    <p:spTree>
      <p:nvGrpSpPr>
        <p:cNvPr id="1" name=""/>
        <p:cNvGrpSpPr/>
        <p:nvPr/>
      </p:nvGrpSpPr>
      <p:grpSpPr>
        <a:xfrm>
          <a:off x="0" y="0"/>
          <a:ext cx="0" cy="0"/>
          <a:chOff x="0" y="0"/>
          <a:chExt cx="0" cy="0"/>
        </a:xfrm>
      </p:grpSpPr>
      <p:sp>
        <p:nvSpPr>
          <p:cNvPr id="3" name="eyebrow"/>
          <p:cNvSpPr/>
          <p:nvPr/>
        </p:nvSpPr>
        <p:spPr>
          <a:xfrm>
            <a:off x="8039100" y="457200"/>
            <a:ext cx="34290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INITIATIVE PORTFOLIO</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8039100" y="685800"/>
            <a:ext cx="3429000" cy="9144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Six initiatives across four capabilities</a:t>
            </a:r>
            <a:endParaRPr lang="en-US" sz="2400" spc="-36" kern="0" b="0" i="0" dirty="0">
              <a:solidFill>
                <a:srgbClr val="070154"/>
              </a:solidFill>
              <a:latin typeface="IBM Plex Sans SemiBold"/>
              <a:ea typeface="IBM Plex Sans SemiBold"/>
              <a:cs typeface="IBM Plex Sans SemiBold"/>
            </a:endParaRPr>
          </a:p>
        </p:txBody>
      </p:sp>
      <p:sp>
        <p:nvSpPr>
          <p:cNvPr id="5" name="source"/>
          <p:cNvSpPr/>
          <p:nvPr/>
        </p:nvSpPr>
        <p:spPr>
          <a:xfrm>
            <a:off x="8039100" y="5829300"/>
            <a:ext cx="34290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Northfield finance and operations workshops, Sep 2026.</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193</a:t>
            </a:fld>
            <a:endParaRPr lang="en-US" sz="700" spc="0" kern="0" b="0" i="0" dirty="0">
              <a:solidFill>
                <a:srgbClr val="070154"/>
              </a:solidFill>
              <a:latin typeface="IBM Plex Mono SemiBold"/>
              <a:ea typeface="IBM Plex Mono SemiBold"/>
              <a:cs typeface="IBM Plex Mono SemiBold"/>
            </a:endParaRPr>
          </a:p>
        </p:txBody>
      </p:sp>
      <p:grpSp>
        <p:nvGrpSpPr>
          <p:cNvPr id="63" name="node01"/>
          <p:cNvGrpSpPr/>
          <p:nvPr/>
        </p:nvGrpSpPr>
        <p:grpSpPr>
          <a:xfrm>
            <a:off x="838200" y="457200"/>
            <a:ext cx="6858000" cy="5257800"/>
            <a:chOff x="838200" y="457200"/>
            <a:chExt cx="6858000" cy="5257800"/>
          </a:xfrm>
        </p:grpSpPr>
        <p:sp>
          <p:nvSpPr>
            <p:cNvPr id="7" name="node01.sets.source-001.circle"/>
            <p:cNvSpPr/>
            <p:nvPr/>
          </p:nvSpPr>
          <p:spPr>
            <a:xfrm>
              <a:off x="1287780" y="469900"/>
              <a:ext cx="3982720" cy="3982720"/>
            </a:xfrm>
            <a:prstGeom prst="ellipse">
              <a:avLst/>
            </a:prstGeom>
            <a:solidFill>
              <a:srgbClr val="E8EEF8">
                <a:alpha val="70000"/>
              </a:srgbClr>
            </a:solidFill>
            <a:ln w="12700">
              <a:solidFill>
                <a:srgbClr val="070154"/>
              </a:solidFill>
              <a:prstDash val="solid"/>
            </a:ln>
          </p:spPr>
        </p:sp>
        <p:sp>
          <p:nvSpPr>
            <p:cNvPr id="8" name="node01.sets.source-002.circle"/>
            <p:cNvSpPr/>
            <p:nvPr/>
          </p:nvSpPr>
          <p:spPr>
            <a:xfrm>
              <a:off x="3263900" y="469900"/>
              <a:ext cx="3982720" cy="3982720"/>
            </a:xfrm>
            <a:prstGeom prst="ellipse">
              <a:avLst/>
            </a:prstGeom>
            <a:solidFill>
              <a:srgbClr val="CED7E6">
                <a:alpha val="70000"/>
              </a:srgbClr>
            </a:solidFill>
            <a:ln w="12700">
              <a:solidFill>
                <a:srgbClr val="070154"/>
              </a:solidFill>
              <a:prstDash val="solid"/>
            </a:ln>
          </p:spPr>
        </p:sp>
        <p:sp>
          <p:nvSpPr>
            <p:cNvPr id="9" name="node01.sets.source-003.circle"/>
            <p:cNvSpPr/>
            <p:nvPr/>
          </p:nvSpPr>
          <p:spPr>
            <a:xfrm>
              <a:off x="1287780" y="1719580"/>
              <a:ext cx="3982720" cy="3982720"/>
            </a:xfrm>
            <a:prstGeom prst="ellipse">
              <a:avLst/>
            </a:prstGeom>
            <a:solidFill>
              <a:srgbClr val="B9C9F0">
                <a:alpha val="70000"/>
              </a:srgbClr>
            </a:solidFill>
            <a:ln w="12700">
              <a:solidFill>
                <a:srgbClr val="070154"/>
              </a:solidFill>
              <a:prstDash val="solid"/>
            </a:ln>
          </p:spPr>
        </p:sp>
        <p:sp>
          <p:nvSpPr>
            <p:cNvPr id="10" name="node01.sets.source-004.circle"/>
            <p:cNvSpPr/>
            <p:nvPr/>
          </p:nvSpPr>
          <p:spPr>
            <a:xfrm>
              <a:off x="3263900" y="1719580"/>
              <a:ext cx="3982720" cy="3982720"/>
            </a:xfrm>
            <a:prstGeom prst="ellipse">
              <a:avLst/>
            </a:prstGeom>
            <a:solidFill>
              <a:srgbClr val="F3D6EE">
                <a:alpha val="70000"/>
              </a:srgbClr>
            </a:solidFill>
            <a:ln w="12700">
              <a:solidFill>
                <a:srgbClr val="070154"/>
              </a:solidFill>
              <a:prstDash val="solid"/>
            </a:ln>
          </p:spPr>
        </p:sp>
        <p:sp>
          <p:nvSpPr>
            <p:cNvPr id="11" name="node01.sets.source-001.label"/>
            <p:cNvSpPr/>
            <p:nvPr/>
          </p:nvSpPr>
          <p:spPr>
            <a:xfrm>
              <a:off x="1770380" y="1358900"/>
              <a:ext cx="1608210" cy="247650"/>
            </a:xfrm>
            <a:prstGeom prst="rect">
              <a:avLst/>
            </a:prstGeom>
            <a:noFill/>
            <a:ln/>
          </p:spPr>
          <p:txBody>
            <a:bodyPr wrap="square" lIns="0" tIns="0" rIns="0" bIns="0" rtlCol="0" anchor="ctr"/>
            <a:lstStyle/>
            <a:p>
              <a:pPr algn="ctr" indent="0" marL="0">
                <a:lnSpc>
                  <a:spcPts val="1625"/>
                </a:lnSpc>
                <a:buNone/>
              </a:pPr>
              <a:r>
                <a:rPr lang="en-US" sz="1300" spc="78" kern="0" b="0" i="0" dirty="0">
                  <a:solidFill>
                    <a:srgbClr val="070154"/>
                  </a:solidFill>
                  <a:latin typeface="IBM Plex Mono SemiBold"/>
                  <a:ea typeface="IBM Plex Mono SemiBold"/>
                  <a:cs typeface="IBM Plex Mono SemiBold"/>
                </a:rPr>
                <a:t>DATA</a:t>
              </a:r>
              <a:endParaRPr lang="en-US" sz="1300" spc="78" kern="0" b="0" i="0" dirty="0">
                <a:solidFill>
                  <a:srgbClr val="070154"/>
                </a:solidFill>
                <a:latin typeface="IBM Plex Mono SemiBold"/>
                <a:ea typeface="IBM Plex Mono SemiBold"/>
                <a:cs typeface="IBM Plex Mono SemiBold"/>
              </a:endParaRPr>
            </a:p>
          </p:txBody>
        </p:sp>
        <p:sp>
          <p:nvSpPr>
            <p:cNvPr id="12" name="node01.sets.source-002.label"/>
            <p:cNvSpPr/>
            <p:nvPr/>
          </p:nvSpPr>
          <p:spPr>
            <a:xfrm>
              <a:off x="5148580" y="1358900"/>
              <a:ext cx="1608210" cy="247650"/>
            </a:xfrm>
            <a:prstGeom prst="rect">
              <a:avLst/>
            </a:prstGeom>
            <a:noFill/>
            <a:ln/>
          </p:spPr>
          <p:txBody>
            <a:bodyPr wrap="square" lIns="0" tIns="0" rIns="0" bIns="0" rtlCol="0" anchor="ctr"/>
            <a:lstStyle/>
            <a:p>
              <a:pPr algn="ctr" indent="0" marL="0">
                <a:lnSpc>
                  <a:spcPts val="1625"/>
                </a:lnSpc>
                <a:buNone/>
              </a:pPr>
              <a:r>
                <a:rPr lang="en-US" sz="1300" spc="78" kern="0" b="0" i="0" dirty="0">
                  <a:solidFill>
                    <a:srgbClr val="070154"/>
                  </a:solidFill>
                  <a:latin typeface="IBM Plex Mono SemiBold"/>
                  <a:ea typeface="IBM Plex Mono SemiBold"/>
                  <a:cs typeface="IBM Plex Mono SemiBold"/>
                </a:rPr>
                <a:t>PROCESS</a:t>
              </a:r>
              <a:endParaRPr lang="en-US" sz="1300" spc="78" kern="0" b="0" i="0" dirty="0">
                <a:solidFill>
                  <a:srgbClr val="070154"/>
                </a:solidFill>
                <a:latin typeface="IBM Plex Mono SemiBold"/>
                <a:ea typeface="IBM Plex Mono SemiBold"/>
                <a:cs typeface="IBM Plex Mono SemiBold"/>
              </a:endParaRPr>
            </a:p>
          </p:txBody>
        </p:sp>
        <p:sp>
          <p:nvSpPr>
            <p:cNvPr id="13" name="node01.sets.source-003.label"/>
            <p:cNvSpPr/>
            <p:nvPr/>
          </p:nvSpPr>
          <p:spPr>
            <a:xfrm>
              <a:off x="1770380" y="4508500"/>
              <a:ext cx="1608210" cy="247650"/>
            </a:xfrm>
            <a:prstGeom prst="rect">
              <a:avLst/>
            </a:prstGeom>
            <a:noFill/>
            <a:ln/>
          </p:spPr>
          <p:txBody>
            <a:bodyPr wrap="square" lIns="0" tIns="0" rIns="0" bIns="0" rtlCol="0" anchor="ctr"/>
            <a:lstStyle/>
            <a:p>
              <a:pPr algn="ctr" indent="0" marL="0">
                <a:lnSpc>
                  <a:spcPts val="1625"/>
                </a:lnSpc>
                <a:buNone/>
              </a:pPr>
              <a:r>
                <a:rPr lang="en-US" sz="1300" spc="78" kern="0" b="0" i="0" dirty="0">
                  <a:solidFill>
                    <a:srgbClr val="070154"/>
                  </a:solidFill>
                  <a:latin typeface="IBM Plex Mono SemiBold"/>
                  <a:ea typeface="IBM Plex Mono SemiBold"/>
                  <a:cs typeface="IBM Plex Mono SemiBold"/>
                </a:rPr>
                <a:t>PEOPLE</a:t>
              </a:r>
              <a:endParaRPr lang="en-US" sz="1300" spc="78" kern="0" b="0" i="0" dirty="0">
                <a:solidFill>
                  <a:srgbClr val="070154"/>
                </a:solidFill>
                <a:latin typeface="IBM Plex Mono SemiBold"/>
                <a:ea typeface="IBM Plex Mono SemiBold"/>
                <a:cs typeface="IBM Plex Mono SemiBold"/>
              </a:endParaRPr>
            </a:p>
          </p:txBody>
        </p:sp>
        <p:sp>
          <p:nvSpPr>
            <p:cNvPr id="14" name="node01.sets.source-004.label"/>
            <p:cNvSpPr/>
            <p:nvPr/>
          </p:nvSpPr>
          <p:spPr>
            <a:xfrm>
              <a:off x="5148580" y="4584700"/>
              <a:ext cx="1608210" cy="247650"/>
            </a:xfrm>
            <a:prstGeom prst="rect">
              <a:avLst/>
            </a:prstGeom>
            <a:noFill/>
            <a:ln/>
          </p:spPr>
          <p:txBody>
            <a:bodyPr wrap="square" lIns="0" tIns="0" rIns="0" bIns="0" rtlCol="0" anchor="ctr"/>
            <a:lstStyle/>
            <a:p>
              <a:pPr algn="ctr" indent="0" marL="0">
                <a:lnSpc>
                  <a:spcPts val="1625"/>
                </a:lnSpc>
                <a:buNone/>
              </a:pPr>
              <a:r>
                <a:rPr lang="en-US" sz="1300" spc="78" kern="0" b="0" i="0" dirty="0">
                  <a:solidFill>
                    <a:srgbClr val="070154"/>
                  </a:solidFill>
                  <a:latin typeface="IBM Plex Mono SemiBold"/>
                  <a:ea typeface="IBM Plex Mono SemiBold"/>
                  <a:cs typeface="IBM Plex Mono SemiBold"/>
                </a:rPr>
                <a:t>TECHNOLOGY</a:t>
              </a:r>
              <a:endParaRPr lang="en-US" sz="1300" spc="78" kern="0" b="0" i="0" dirty="0">
                <a:solidFill>
                  <a:srgbClr val="070154"/>
                </a:solidFill>
                <a:latin typeface="IBM Plex Mono SemiBold"/>
                <a:ea typeface="IBM Plex Mono SemiBold"/>
                <a:cs typeface="IBM Plex Mono SemiBold"/>
              </a:endParaRPr>
            </a:p>
          </p:txBody>
        </p:sp>
        <p:sp>
          <p:nvSpPr>
            <p:cNvPr id="15" name="node01.points.source-001.halo"/>
            <p:cNvSpPr/>
            <p:nvPr/>
          </p:nvSpPr>
          <p:spPr>
            <a:xfrm>
              <a:off x="2246884" y="1644650"/>
              <a:ext cx="266700" cy="266700"/>
            </a:xfrm>
            <a:prstGeom prst="ellipse">
              <a:avLst/>
            </a:prstGeom>
            <a:solidFill>
              <a:srgbClr val="FFFFFF"/>
            </a:solidFill>
            <a:ln>
              <a:noFill/>
            </a:ln>
          </p:spPr>
        </p:sp>
        <p:sp>
          <p:nvSpPr>
            <p:cNvPr id="16" name="node01.points.source-001.marker"/>
            <p:cNvSpPr/>
            <p:nvPr/>
          </p:nvSpPr>
          <p:spPr>
            <a:xfrm>
              <a:off x="2265934" y="1663700"/>
              <a:ext cx="228600" cy="228600"/>
            </a:xfrm>
            <a:prstGeom prst="ellipse">
              <a:avLst/>
            </a:prstGeom>
            <a:solidFill>
              <a:srgbClr val="070154"/>
            </a:solidFill>
            <a:ln>
              <a:noFill/>
            </a:ln>
          </p:spPr>
        </p:sp>
        <p:sp>
          <p:nvSpPr>
            <p:cNvPr id="17" name="node01.points.source-001.number"/>
            <p:cNvSpPr/>
            <p:nvPr/>
          </p:nvSpPr>
          <p:spPr>
            <a:xfrm>
              <a:off x="2265934" y="1663700"/>
              <a:ext cx="228600" cy="228600"/>
            </a:xfrm>
            <a:prstGeom prst="rect">
              <a:avLst/>
            </a:prstGeom>
            <a:noFill/>
            <a:ln/>
          </p:spPr>
          <p:txBody>
            <a:bodyPr wrap="square" lIns="0" tIns="0" rIns="0" bIns="0" rtlCol="0" anchor="ctr"/>
            <a:lstStyle/>
            <a:p>
              <a:pPr algn="ctr" indent="0" marL="0">
                <a:lnSpc>
                  <a:spcPts val="1000"/>
                </a:lnSpc>
                <a:buNone/>
              </a:pPr>
              <a:r>
                <a:rPr lang="en-US" sz="1000" spc="0" kern="0" b="0" i="0" dirty="0">
                  <a:solidFill>
                    <a:srgbClr val="FFFFFF"/>
                  </a:solidFill>
                  <a:latin typeface="IBM Plex Mono SemiBold"/>
                  <a:ea typeface="IBM Plex Mono SemiBold"/>
                  <a:cs typeface="IBM Plex Mono SemiBold"/>
                </a:rPr>
                <a:t>1</a:t>
              </a:r>
              <a:endParaRPr lang="en-US" sz="1000" spc="0" kern="0" b="0" i="0" dirty="0">
                <a:solidFill>
                  <a:srgbClr val="FFFFFF"/>
                </a:solidFill>
                <a:latin typeface="IBM Plex Mono SemiBold"/>
                <a:ea typeface="IBM Plex Mono SemiBold"/>
                <a:cs typeface="IBM Plex Mono SemiBold"/>
              </a:endParaRPr>
            </a:p>
          </p:txBody>
        </p:sp>
        <p:sp>
          <p:nvSpPr>
            <p:cNvPr id="18" name="node01.points.source-001.badge"/>
            <p:cNvSpPr/>
            <p:nvPr/>
          </p:nvSpPr>
          <p:spPr>
            <a:xfrm>
              <a:off x="2537396" y="1684338"/>
              <a:ext cx="704729" cy="187325"/>
            </a:xfrm>
            <a:prstGeom prst="rect">
              <a:avLst/>
            </a:prstGeom>
            <a:solidFill>
              <a:srgbClr val="FFFFFF"/>
            </a:solidFill>
            <a:ln w="9525">
              <a:solidFill>
                <a:srgbClr val="070154"/>
              </a:solidFill>
              <a:prstDash val="solid"/>
            </a:ln>
          </p:spPr>
        </p:sp>
        <p:sp>
          <p:nvSpPr>
            <p:cNvPr id="19" name="node01.points.source-001.label"/>
            <p:cNvSpPr/>
            <p:nvPr/>
          </p:nvSpPr>
          <p:spPr>
            <a:xfrm>
              <a:off x="2596134" y="1679575"/>
              <a:ext cx="587254" cy="196850"/>
            </a:xfrm>
            <a:prstGeom prst="rect">
              <a:avLst/>
            </a:prstGeom>
            <a:noFill/>
            <a:ln/>
          </p:spPr>
          <p:txBody>
            <a:bodyPr wrap="square" lIns="0" tIns="0" rIns="0" bIns="0" rtlCol="0" anchor="ctr"/>
            <a:lstStyle/>
            <a:p>
              <a:pPr algn="ctr" indent="0" marL="0">
                <a:lnSpc>
                  <a:spcPts val="950"/>
                </a:lnSpc>
                <a:buNone/>
              </a:pPr>
              <a:r>
                <a:rPr lang="en-US" sz="950" spc="57" kern="0" b="0" i="0" dirty="0">
                  <a:solidFill>
                    <a:srgbClr val="070154"/>
                  </a:solidFill>
                  <a:latin typeface="IBM Plex Mono SemiBold"/>
                  <a:ea typeface="IBM Plex Mono SemiBold"/>
                  <a:cs typeface="IBM Plex Mono SemiBold"/>
                </a:rPr>
                <a:t>MDM HUB</a:t>
              </a:r>
              <a:endParaRPr lang="en-US" sz="950" spc="57" kern="0" b="0" i="0" dirty="0">
                <a:solidFill>
                  <a:srgbClr val="070154"/>
                </a:solidFill>
                <a:latin typeface="IBM Plex Mono SemiBold"/>
                <a:ea typeface="IBM Plex Mono SemiBold"/>
                <a:cs typeface="IBM Plex Mono SemiBold"/>
              </a:endParaRPr>
            </a:p>
          </p:txBody>
        </p:sp>
        <p:sp>
          <p:nvSpPr>
            <p:cNvPr id="20" name="node01.points.source-002.halo"/>
            <p:cNvSpPr/>
            <p:nvPr/>
          </p:nvSpPr>
          <p:spPr>
            <a:xfrm>
              <a:off x="6020816" y="1644650"/>
              <a:ext cx="266700" cy="266700"/>
            </a:xfrm>
            <a:prstGeom prst="ellipse">
              <a:avLst/>
            </a:prstGeom>
            <a:solidFill>
              <a:srgbClr val="FFFFFF"/>
            </a:solidFill>
            <a:ln>
              <a:noFill/>
            </a:ln>
          </p:spPr>
        </p:sp>
        <p:sp>
          <p:nvSpPr>
            <p:cNvPr id="21" name="node01.points.source-002.marker"/>
            <p:cNvSpPr/>
            <p:nvPr/>
          </p:nvSpPr>
          <p:spPr>
            <a:xfrm>
              <a:off x="6039866" y="1663700"/>
              <a:ext cx="228600" cy="228600"/>
            </a:xfrm>
            <a:prstGeom prst="ellipse">
              <a:avLst/>
            </a:prstGeom>
            <a:solidFill>
              <a:srgbClr val="070154"/>
            </a:solidFill>
            <a:ln>
              <a:noFill/>
            </a:ln>
          </p:spPr>
        </p:sp>
        <p:sp>
          <p:nvSpPr>
            <p:cNvPr id="22" name="node01.points.source-002.number"/>
            <p:cNvSpPr/>
            <p:nvPr/>
          </p:nvSpPr>
          <p:spPr>
            <a:xfrm>
              <a:off x="6039866" y="1663700"/>
              <a:ext cx="228600" cy="228600"/>
            </a:xfrm>
            <a:prstGeom prst="rect">
              <a:avLst/>
            </a:prstGeom>
            <a:noFill/>
            <a:ln/>
          </p:spPr>
          <p:txBody>
            <a:bodyPr wrap="square" lIns="0" tIns="0" rIns="0" bIns="0" rtlCol="0" anchor="ctr"/>
            <a:lstStyle/>
            <a:p>
              <a:pPr algn="ctr" indent="0" marL="0">
                <a:lnSpc>
                  <a:spcPts val="1000"/>
                </a:lnSpc>
                <a:buNone/>
              </a:pPr>
              <a:r>
                <a:rPr lang="en-US" sz="1000" spc="0" kern="0" b="0" i="0" dirty="0">
                  <a:solidFill>
                    <a:srgbClr val="FFFFFF"/>
                  </a:solidFill>
                  <a:latin typeface="IBM Plex Mono SemiBold"/>
                  <a:ea typeface="IBM Plex Mono SemiBold"/>
                  <a:cs typeface="IBM Plex Mono SemiBold"/>
                </a:rPr>
                <a:t>2</a:t>
              </a:r>
              <a:endParaRPr lang="en-US" sz="1000" spc="0" kern="0" b="0" i="0" dirty="0">
                <a:solidFill>
                  <a:srgbClr val="FFFFFF"/>
                </a:solidFill>
                <a:latin typeface="IBM Plex Mono SemiBold"/>
                <a:ea typeface="IBM Plex Mono SemiBold"/>
                <a:cs typeface="IBM Plex Mono SemiBold"/>
              </a:endParaRPr>
            </a:p>
          </p:txBody>
        </p:sp>
        <p:sp>
          <p:nvSpPr>
            <p:cNvPr id="23" name="node01.points.source-002.badge"/>
            <p:cNvSpPr/>
            <p:nvPr/>
          </p:nvSpPr>
          <p:spPr>
            <a:xfrm>
              <a:off x="5212010" y="1684338"/>
              <a:ext cx="784994" cy="187325"/>
            </a:xfrm>
            <a:prstGeom prst="rect">
              <a:avLst/>
            </a:prstGeom>
            <a:solidFill>
              <a:srgbClr val="FFFFFF"/>
            </a:solidFill>
            <a:ln w="9525">
              <a:solidFill>
                <a:srgbClr val="070154"/>
              </a:solidFill>
              <a:prstDash val="solid"/>
            </a:ln>
          </p:spPr>
        </p:sp>
        <p:sp>
          <p:nvSpPr>
            <p:cNvPr id="24" name="node01.points.source-002.label"/>
            <p:cNvSpPr/>
            <p:nvPr/>
          </p:nvSpPr>
          <p:spPr>
            <a:xfrm>
              <a:off x="5270747" y="1679575"/>
              <a:ext cx="667519" cy="196850"/>
            </a:xfrm>
            <a:prstGeom prst="rect">
              <a:avLst/>
            </a:prstGeom>
            <a:noFill/>
            <a:ln/>
          </p:spPr>
          <p:txBody>
            <a:bodyPr wrap="square" lIns="0" tIns="0" rIns="0" bIns="0" rtlCol="0" anchor="ctr"/>
            <a:lstStyle/>
            <a:p>
              <a:pPr algn="ctr" indent="0" marL="0">
                <a:lnSpc>
                  <a:spcPts val="950"/>
                </a:lnSpc>
                <a:buNone/>
              </a:pPr>
              <a:r>
                <a:rPr lang="en-US" sz="950" spc="57" kern="0" b="0" i="0" dirty="0">
                  <a:solidFill>
                    <a:srgbClr val="070154"/>
                  </a:solidFill>
                  <a:latin typeface="IBM Plex Mono SemiBold"/>
                  <a:ea typeface="IBM Plex Mono SemiBold"/>
                  <a:cs typeface="IBM Plex Mono SemiBold"/>
                </a:rPr>
                <a:t>CALENDAR</a:t>
              </a:r>
              <a:endParaRPr lang="en-US" sz="950" spc="57" kern="0" b="0" i="0" dirty="0">
                <a:solidFill>
                  <a:srgbClr val="070154"/>
                </a:solidFill>
                <a:latin typeface="IBM Plex Mono SemiBold"/>
                <a:ea typeface="IBM Plex Mono SemiBold"/>
                <a:cs typeface="IBM Plex Mono SemiBold"/>
              </a:endParaRPr>
            </a:p>
          </p:txBody>
        </p:sp>
        <p:sp>
          <p:nvSpPr>
            <p:cNvPr id="25" name="node01.points.source-003.halo"/>
            <p:cNvSpPr/>
            <p:nvPr/>
          </p:nvSpPr>
          <p:spPr>
            <a:xfrm>
              <a:off x="6020816" y="4260850"/>
              <a:ext cx="266700" cy="266700"/>
            </a:xfrm>
            <a:prstGeom prst="ellipse">
              <a:avLst/>
            </a:prstGeom>
            <a:solidFill>
              <a:srgbClr val="FFFFFF"/>
            </a:solidFill>
            <a:ln>
              <a:noFill/>
            </a:ln>
          </p:spPr>
        </p:sp>
        <p:sp>
          <p:nvSpPr>
            <p:cNvPr id="26" name="node01.points.source-003.marker"/>
            <p:cNvSpPr/>
            <p:nvPr/>
          </p:nvSpPr>
          <p:spPr>
            <a:xfrm>
              <a:off x="6039866" y="4279900"/>
              <a:ext cx="228600" cy="228600"/>
            </a:xfrm>
            <a:prstGeom prst="ellipse">
              <a:avLst/>
            </a:prstGeom>
            <a:solidFill>
              <a:srgbClr val="070154"/>
            </a:solidFill>
            <a:ln>
              <a:noFill/>
            </a:ln>
          </p:spPr>
        </p:sp>
        <p:sp>
          <p:nvSpPr>
            <p:cNvPr id="27" name="node01.points.source-003.number"/>
            <p:cNvSpPr/>
            <p:nvPr/>
          </p:nvSpPr>
          <p:spPr>
            <a:xfrm>
              <a:off x="6039866" y="4279900"/>
              <a:ext cx="228600" cy="228600"/>
            </a:xfrm>
            <a:prstGeom prst="rect">
              <a:avLst/>
            </a:prstGeom>
            <a:noFill/>
            <a:ln/>
          </p:spPr>
          <p:txBody>
            <a:bodyPr wrap="square" lIns="0" tIns="0" rIns="0" bIns="0" rtlCol="0" anchor="ctr"/>
            <a:lstStyle/>
            <a:p>
              <a:pPr algn="ctr" indent="0" marL="0">
                <a:lnSpc>
                  <a:spcPts val="1000"/>
                </a:lnSpc>
                <a:buNone/>
              </a:pPr>
              <a:r>
                <a:rPr lang="en-US" sz="1000" spc="0" kern="0" b="0" i="0" dirty="0">
                  <a:solidFill>
                    <a:srgbClr val="FFFFFF"/>
                  </a:solidFill>
                  <a:latin typeface="IBM Plex Mono SemiBold"/>
                  <a:ea typeface="IBM Plex Mono SemiBold"/>
                  <a:cs typeface="IBM Plex Mono SemiBold"/>
                </a:rPr>
                <a:t>3</a:t>
              </a:r>
              <a:endParaRPr lang="en-US" sz="1000" spc="0" kern="0" b="0" i="0" dirty="0">
                <a:solidFill>
                  <a:srgbClr val="FFFFFF"/>
                </a:solidFill>
                <a:latin typeface="IBM Plex Mono SemiBold"/>
                <a:ea typeface="IBM Plex Mono SemiBold"/>
                <a:cs typeface="IBM Plex Mono SemiBold"/>
              </a:endParaRPr>
            </a:p>
          </p:txBody>
        </p:sp>
        <p:sp>
          <p:nvSpPr>
            <p:cNvPr id="28" name="node01.points.source-003.badge"/>
            <p:cNvSpPr/>
            <p:nvPr/>
          </p:nvSpPr>
          <p:spPr>
            <a:xfrm>
              <a:off x="5613334" y="4300538"/>
              <a:ext cx="383670" cy="187325"/>
            </a:xfrm>
            <a:prstGeom prst="rect">
              <a:avLst/>
            </a:prstGeom>
            <a:solidFill>
              <a:srgbClr val="FFFFFF"/>
            </a:solidFill>
            <a:ln w="9525">
              <a:solidFill>
                <a:srgbClr val="070154"/>
              </a:solidFill>
              <a:prstDash val="solid"/>
            </a:ln>
          </p:spPr>
        </p:sp>
        <p:sp>
          <p:nvSpPr>
            <p:cNvPr id="29" name="node01.points.source-003.label"/>
            <p:cNvSpPr/>
            <p:nvPr/>
          </p:nvSpPr>
          <p:spPr>
            <a:xfrm>
              <a:off x="5672071" y="4295775"/>
              <a:ext cx="266195" cy="196850"/>
            </a:xfrm>
            <a:prstGeom prst="rect">
              <a:avLst/>
            </a:prstGeom>
            <a:noFill/>
            <a:ln/>
          </p:spPr>
          <p:txBody>
            <a:bodyPr wrap="square" lIns="0" tIns="0" rIns="0" bIns="0" rtlCol="0" anchor="ctr"/>
            <a:lstStyle/>
            <a:p>
              <a:pPr algn="ctr" indent="0" marL="0">
                <a:lnSpc>
                  <a:spcPts val="950"/>
                </a:lnSpc>
                <a:buNone/>
              </a:pPr>
              <a:r>
                <a:rPr lang="en-US" sz="950" spc="57" kern="0" b="0" i="0" dirty="0">
                  <a:solidFill>
                    <a:srgbClr val="070154"/>
                  </a:solidFill>
                  <a:latin typeface="IBM Plex Mono SemiBold"/>
                  <a:ea typeface="IBM Plex Mono SemiBold"/>
                  <a:cs typeface="IBM Plex Mono SemiBold"/>
                </a:rPr>
                <a:t>ERP</a:t>
              </a:r>
              <a:endParaRPr lang="en-US" sz="950" spc="57" kern="0" b="0" i="0" dirty="0">
                <a:solidFill>
                  <a:srgbClr val="070154"/>
                </a:solidFill>
                <a:latin typeface="IBM Plex Mono SemiBold"/>
                <a:ea typeface="IBM Plex Mono SemiBold"/>
                <a:cs typeface="IBM Plex Mono SemiBold"/>
              </a:endParaRPr>
            </a:p>
          </p:txBody>
        </p:sp>
        <p:sp>
          <p:nvSpPr>
            <p:cNvPr id="30" name="node01.points.source-004.halo"/>
            <p:cNvSpPr/>
            <p:nvPr/>
          </p:nvSpPr>
          <p:spPr>
            <a:xfrm>
              <a:off x="3886962" y="1554175"/>
              <a:ext cx="266700" cy="266700"/>
            </a:xfrm>
            <a:prstGeom prst="ellipse">
              <a:avLst/>
            </a:prstGeom>
            <a:solidFill>
              <a:srgbClr val="FFFFFF"/>
            </a:solidFill>
            <a:ln>
              <a:noFill/>
            </a:ln>
          </p:spPr>
        </p:sp>
        <p:sp>
          <p:nvSpPr>
            <p:cNvPr id="31" name="node01.points.source-004.marker"/>
            <p:cNvSpPr/>
            <p:nvPr/>
          </p:nvSpPr>
          <p:spPr>
            <a:xfrm>
              <a:off x="3906012" y="1573225"/>
              <a:ext cx="228600" cy="228600"/>
            </a:xfrm>
            <a:prstGeom prst="ellipse">
              <a:avLst/>
            </a:prstGeom>
            <a:solidFill>
              <a:srgbClr val="070154"/>
            </a:solidFill>
            <a:ln>
              <a:noFill/>
            </a:ln>
          </p:spPr>
        </p:sp>
        <p:sp>
          <p:nvSpPr>
            <p:cNvPr id="32" name="node01.points.source-004.number"/>
            <p:cNvSpPr/>
            <p:nvPr/>
          </p:nvSpPr>
          <p:spPr>
            <a:xfrm>
              <a:off x="3906012" y="1573225"/>
              <a:ext cx="228600" cy="228600"/>
            </a:xfrm>
            <a:prstGeom prst="rect">
              <a:avLst/>
            </a:prstGeom>
            <a:noFill/>
            <a:ln/>
          </p:spPr>
          <p:txBody>
            <a:bodyPr wrap="square" lIns="0" tIns="0" rIns="0" bIns="0" rtlCol="0" anchor="ctr"/>
            <a:lstStyle/>
            <a:p>
              <a:pPr algn="ctr" indent="0" marL="0">
                <a:lnSpc>
                  <a:spcPts val="1000"/>
                </a:lnSpc>
                <a:buNone/>
              </a:pPr>
              <a:r>
                <a:rPr lang="en-US" sz="1000" spc="0" kern="0" b="0" i="0" dirty="0">
                  <a:solidFill>
                    <a:srgbClr val="FFFFFF"/>
                  </a:solidFill>
                  <a:latin typeface="IBM Plex Mono SemiBold"/>
                  <a:ea typeface="IBM Plex Mono SemiBold"/>
                  <a:cs typeface="IBM Plex Mono SemiBold"/>
                </a:rPr>
                <a:t>4</a:t>
              </a:r>
              <a:endParaRPr lang="en-US" sz="1000" spc="0" kern="0" b="0" i="0" dirty="0">
                <a:solidFill>
                  <a:srgbClr val="FFFFFF"/>
                </a:solidFill>
                <a:latin typeface="IBM Plex Mono SemiBold"/>
                <a:ea typeface="IBM Plex Mono SemiBold"/>
                <a:cs typeface="IBM Plex Mono SemiBold"/>
              </a:endParaRPr>
            </a:p>
          </p:txBody>
        </p:sp>
        <p:sp>
          <p:nvSpPr>
            <p:cNvPr id="33" name="node01.points.source-004.badge"/>
            <p:cNvSpPr/>
            <p:nvPr/>
          </p:nvSpPr>
          <p:spPr>
            <a:xfrm>
              <a:off x="4177475" y="1593863"/>
              <a:ext cx="704729" cy="187325"/>
            </a:xfrm>
            <a:prstGeom prst="rect">
              <a:avLst/>
            </a:prstGeom>
            <a:solidFill>
              <a:srgbClr val="FFFFFF"/>
            </a:solidFill>
            <a:ln w="9525">
              <a:solidFill>
                <a:srgbClr val="070154"/>
              </a:solidFill>
              <a:prstDash val="solid"/>
            </a:ln>
          </p:spPr>
        </p:sp>
        <p:sp>
          <p:nvSpPr>
            <p:cNvPr id="34" name="node01.points.source-004.label"/>
            <p:cNvSpPr/>
            <p:nvPr/>
          </p:nvSpPr>
          <p:spPr>
            <a:xfrm>
              <a:off x="4236212" y="1589100"/>
              <a:ext cx="587254" cy="196850"/>
            </a:xfrm>
            <a:prstGeom prst="rect">
              <a:avLst/>
            </a:prstGeom>
            <a:noFill/>
            <a:ln/>
          </p:spPr>
          <p:txBody>
            <a:bodyPr wrap="square" lIns="0" tIns="0" rIns="0" bIns="0" rtlCol="0" anchor="ctr"/>
            <a:lstStyle/>
            <a:p>
              <a:pPr algn="ctr" indent="0" marL="0">
                <a:lnSpc>
                  <a:spcPts val="950"/>
                </a:lnSpc>
                <a:buNone/>
              </a:pPr>
              <a:r>
                <a:rPr lang="en-US" sz="950" spc="57" kern="0" b="0" i="0" dirty="0">
                  <a:solidFill>
                    <a:srgbClr val="070154"/>
                  </a:solidFill>
                  <a:latin typeface="IBM Plex Mono SemiBold"/>
                  <a:ea typeface="IBM Plex Mono SemiBold"/>
                  <a:cs typeface="IBM Plex Mono SemiBold"/>
                </a:rPr>
                <a:t>STEWARD</a:t>
              </a:r>
              <a:endParaRPr lang="en-US" sz="950" spc="57" kern="0" b="0" i="0" dirty="0">
                <a:solidFill>
                  <a:srgbClr val="070154"/>
                </a:solidFill>
                <a:latin typeface="IBM Plex Mono SemiBold"/>
                <a:ea typeface="IBM Plex Mono SemiBold"/>
                <a:cs typeface="IBM Plex Mono SemiBold"/>
              </a:endParaRPr>
            </a:p>
          </p:txBody>
        </p:sp>
        <p:sp>
          <p:nvSpPr>
            <p:cNvPr id="35" name="node01.points.source-005.halo"/>
            <p:cNvSpPr/>
            <p:nvPr/>
          </p:nvSpPr>
          <p:spPr>
            <a:xfrm>
              <a:off x="3886962" y="4351325"/>
              <a:ext cx="266700" cy="266700"/>
            </a:xfrm>
            <a:prstGeom prst="ellipse">
              <a:avLst/>
            </a:prstGeom>
            <a:solidFill>
              <a:srgbClr val="FFFFFF"/>
            </a:solidFill>
            <a:ln>
              <a:noFill/>
            </a:ln>
          </p:spPr>
        </p:sp>
        <p:sp>
          <p:nvSpPr>
            <p:cNvPr id="36" name="node01.points.source-005.marker"/>
            <p:cNvSpPr/>
            <p:nvPr/>
          </p:nvSpPr>
          <p:spPr>
            <a:xfrm>
              <a:off x="3906012" y="4370375"/>
              <a:ext cx="228600" cy="228600"/>
            </a:xfrm>
            <a:prstGeom prst="ellipse">
              <a:avLst/>
            </a:prstGeom>
            <a:solidFill>
              <a:srgbClr val="070154"/>
            </a:solidFill>
            <a:ln>
              <a:noFill/>
            </a:ln>
          </p:spPr>
        </p:sp>
        <p:sp>
          <p:nvSpPr>
            <p:cNvPr id="37" name="node01.points.source-005.number"/>
            <p:cNvSpPr/>
            <p:nvPr/>
          </p:nvSpPr>
          <p:spPr>
            <a:xfrm>
              <a:off x="3906012" y="4370375"/>
              <a:ext cx="228600" cy="228600"/>
            </a:xfrm>
            <a:prstGeom prst="rect">
              <a:avLst/>
            </a:prstGeom>
            <a:noFill/>
            <a:ln/>
          </p:spPr>
          <p:txBody>
            <a:bodyPr wrap="square" lIns="0" tIns="0" rIns="0" bIns="0" rtlCol="0" anchor="ctr"/>
            <a:lstStyle/>
            <a:p>
              <a:pPr algn="ctr" indent="0" marL="0">
                <a:lnSpc>
                  <a:spcPts val="1000"/>
                </a:lnSpc>
                <a:buNone/>
              </a:pPr>
              <a:r>
                <a:rPr lang="en-US" sz="1000" spc="0" kern="0" b="0" i="0" dirty="0">
                  <a:solidFill>
                    <a:srgbClr val="FFFFFF"/>
                  </a:solidFill>
                  <a:latin typeface="IBM Plex Mono SemiBold"/>
                  <a:ea typeface="IBM Plex Mono SemiBold"/>
                  <a:cs typeface="IBM Plex Mono SemiBold"/>
                </a:rPr>
                <a:t>5</a:t>
              </a:r>
              <a:endParaRPr lang="en-US" sz="1000" spc="0" kern="0" b="0" i="0" dirty="0">
                <a:solidFill>
                  <a:srgbClr val="FFFFFF"/>
                </a:solidFill>
                <a:latin typeface="IBM Plex Mono SemiBold"/>
                <a:ea typeface="IBM Plex Mono SemiBold"/>
                <a:cs typeface="IBM Plex Mono SemiBold"/>
              </a:endParaRPr>
            </a:p>
          </p:txBody>
        </p:sp>
        <p:sp>
          <p:nvSpPr>
            <p:cNvPr id="38" name="node01.points.source-005.badge"/>
            <p:cNvSpPr/>
            <p:nvPr/>
          </p:nvSpPr>
          <p:spPr>
            <a:xfrm>
              <a:off x="4177475" y="4391012"/>
              <a:ext cx="704729" cy="187325"/>
            </a:xfrm>
            <a:prstGeom prst="rect">
              <a:avLst/>
            </a:prstGeom>
            <a:solidFill>
              <a:srgbClr val="FFFFFF"/>
            </a:solidFill>
            <a:ln w="9525">
              <a:solidFill>
                <a:srgbClr val="070154"/>
              </a:solidFill>
              <a:prstDash val="solid"/>
            </a:ln>
          </p:spPr>
        </p:sp>
        <p:sp>
          <p:nvSpPr>
            <p:cNvPr id="39" name="node01.points.source-005.label"/>
            <p:cNvSpPr/>
            <p:nvPr/>
          </p:nvSpPr>
          <p:spPr>
            <a:xfrm>
              <a:off x="4236212" y="4386250"/>
              <a:ext cx="587254" cy="196850"/>
            </a:xfrm>
            <a:prstGeom prst="rect">
              <a:avLst/>
            </a:prstGeom>
            <a:noFill/>
            <a:ln/>
          </p:spPr>
          <p:txBody>
            <a:bodyPr wrap="square" lIns="0" tIns="0" rIns="0" bIns="0" rtlCol="0" anchor="ctr"/>
            <a:lstStyle/>
            <a:p>
              <a:pPr algn="ctr" indent="0" marL="0">
                <a:lnSpc>
                  <a:spcPts val="950"/>
                </a:lnSpc>
                <a:buNone/>
              </a:pPr>
              <a:r>
                <a:rPr lang="en-US" sz="950" spc="57" kern="0" b="0" i="0" dirty="0">
                  <a:solidFill>
                    <a:srgbClr val="070154"/>
                  </a:solidFill>
                  <a:latin typeface="IBM Plex Mono SemiBold"/>
                  <a:ea typeface="IBM Plex Mono SemiBold"/>
                  <a:cs typeface="IBM Plex Mono SemiBold"/>
                </a:rPr>
                <a:t>ACADEMY</a:t>
              </a:r>
              <a:endParaRPr lang="en-US" sz="950" spc="57" kern="0" b="0" i="0" dirty="0">
                <a:solidFill>
                  <a:srgbClr val="070154"/>
                </a:solidFill>
                <a:latin typeface="IBM Plex Mono SemiBold"/>
                <a:ea typeface="IBM Plex Mono SemiBold"/>
                <a:cs typeface="IBM Plex Mono SemiBold"/>
              </a:endParaRPr>
            </a:p>
          </p:txBody>
        </p:sp>
        <p:sp>
          <p:nvSpPr>
            <p:cNvPr id="40" name="node01.points.source-006.halo"/>
            <p:cNvSpPr/>
            <p:nvPr/>
          </p:nvSpPr>
          <p:spPr>
            <a:xfrm>
              <a:off x="2659380" y="2952750"/>
              <a:ext cx="266700" cy="266700"/>
            </a:xfrm>
            <a:prstGeom prst="ellipse">
              <a:avLst/>
            </a:prstGeom>
            <a:solidFill>
              <a:srgbClr val="FFFFFF"/>
            </a:solidFill>
            <a:ln>
              <a:noFill/>
            </a:ln>
          </p:spPr>
        </p:sp>
        <p:sp>
          <p:nvSpPr>
            <p:cNvPr id="41" name="node01.points.source-006.marker"/>
            <p:cNvSpPr/>
            <p:nvPr/>
          </p:nvSpPr>
          <p:spPr>
            <a:xfrm>
              <a:off x="2678430" y="2971800"/>
              <a:ext cx="228600" cy="228600"/>
            </a:xfrm>
            <a:prstGeom prst="ellipse">
              <a:avLst/>
            </a:prstGeom>
            <a:solidFill>
              <a:srgbClr val="070154"/>
            </a:solidFill>
            <a:ln>
              <a:noFill/>
            </a:ln>
          </p:spPr>
        </p:sp>
        <p:sp>
          <p:nvSpPr>
            <p:cNvPr id="42" name="node01.points.source-006.number"/>
            <p:cNvSpPr/>
            <p:nvPr/>
          </p:nvSpPr>
          <p:spPr>
            <a:xfrm>
              <a:off x="2678430" y="2971800"/>
              <a:ext cx="228600" cy="228600"/>
            </a:xfrm>
            <a:prstGeom prst="rect">
              <a:avLst/>
            </a:prstGeom>
            <a:noFill/>
            <a:ln/>
          </p:spPr>
          <p:txBody>
            <a:bodyPr wrap="square" lIns="0" tIns="0" rIns="0" bIns="0" rtlCol="0" anchor="ctr"/>
            <a:lstStyle/>
            <a:p>
              <a:pPr algn="ctr" indent="0" marL="0">
                <a:lnSpc>
                  <a:spcPts val="1000"/>
                </a:lnSpc>
                <a:buNone/>
              </a:pPr>
              <a:r>
                <a:rPr lang="en-US" sz="1000" spc="0" kern="0" b="0" i="0" dirty="0">
                  <a:solidFill>
                    <a:srgbClr val="FFFFFF"/>
                  </a:solidFill>
                  <a:latin typeface="IBM Plex Mono SemiBold"/>
                  <a:ea typeface="IBM Plex Mono SemiBold"/>
                  <a:cs typeface="IBM Plex Mono SemiBold"/>
                </a:rPr>
                <a:t>6</a:t>
              </a:r>
              <a:endParaRPr lang="en-US" sz="1000" spc="0" kern="0" b="0" i="0" dirty="0">
                <a:solidFill>
                  <a:srgbClr val="FFFFFF"/>
                </a:solidFill>
                <a:latin typeface="IBM Plex Mono SemiBold"/>
                <a:ea typeface="IBM Plex Mono SemiBold"/>
                <a:cs typeface="IBM Plex Mono SemiBold"/>
              </a:endParaRPr>
            </a:p>
          </p:txBody>
        </p:sp>
        <p:sp>
          <p:nvSpPr>
            <p:cNvPr id="43" name="node01.points.source-006.badge"/>
            <p:cNvSpPr/>
            <p:nvPr/>
          </p:nvSpPr>
          <p:spPr>
            <a:xfrm>
              <a:off x="2949892" y="2992438"/>
              <a:ext cx="624464" cy="187325"/>
            </a:xfrm>
            <a:prstGeom prst="rect">
              <a:avLst/>
            </a:prstGeom>
            <a:solidFill>
              <a:srgbClr val="FFFFFF"/>
            </a:solidFill>
            <a:ln w="9525">
              <a:solidFill>
                <a:srgbClr val="070154"/>
              </a:solidFill>
              <a:prstDash val="solid"/>
            </a:ln>
          </p:spPr>
        </p:sp>
        <p:sp>
          <p:nvSpPr>
            <p:cNvPr id="44" name="node01.points.source-006.label"/>
            <p:cNvSpPr/>
            <p:nvPr/>
          </p:nvSpPr>
          <p:spPr>
            <a:xfrm>
              <a:off x="3008630" y="2987675"/>
              <a:ext cx="506989" cy="196850"/>
            </a:xfrm>
            <a:prstGeom prst="rect">
              <a:avLst/>
            </a:prstGeom>
            <a:noFill/>
            <a:ln/>
          </p:spPr>
          <p:txBody>
            <a:bodyPr wrap="square" lIns="0" tIns="0" rIns="0" bIns="0" rtlCol="0" anchor="ctr"/>
            <a:lstStyle/>
            <a:p>
              <a:pPr algn="ctr" indent="0" marL="0">
                <a:lnSpc>
                  <a:spcPts val="950"/>
                </a:lnSpc>
                <a:buNone/>
              </a:pPr>
              <a:r>
                <a:rPr lang="en-US" sz="950" spc="57" kern="0" b="0" i="0" dirty="0">
                  <a:solidFill>
                    <a:srgbClr val="070154"/>
                  </a:solidFill>
                  <a:latin typeface="IBM Plex Mono SemiBold"/>
                  <a:ea typeface="IBM Plex Mono SemiBold"/>
                  <a:cs typeface="IBM Plex Mono SemiBold"/>
                </a:rPr>
                <a:t>SKILLS</a:t>
              </a:r>
              <a:endParaRPr lang="en-US" sz="950" spc="57" kern="0" b="0" i="0" dirty="0">
                <a:solidFill>
                  <a:srgbClr val="070154"/>
                </a:solidFill>
                <a:latin typeface="IBM Plex Mono SemiBold"/>
                <a:ea typeface="IBM Plex Mono SemiBold"/>
                <a:cs typeface="IBM Plex Mono SemiBold"/>
              </a:endParaRPr>
            </a:p>
          </p:txBody>
        </p:sp>
      </p:grpSp>
      <p:grpSp>
        <p:nvGrpSpPr>
          <p:cNvPr id="64" name="node02"/>
          <p:cNvGrpSpPr/>
          <p:nvPr/>
        </p:nvGrpSpPr>
        <p:grpSpPr>
          <a:xfrm>
            <a:off x="8039100" y="2057400"/>
            <a:ext cx="3429000" cy="3505200"/>
            <a:chOff x="8039100" y="2057400"/>
            <a:chExt cx="3429000" cy="3505200"/>
          </a:xfrm>
        </p:grpSpPr>
        <p:sp>
          <p:nvSpPr>
            <p:cNvPr id="45" name="node02.source-001.number"/>
            <p:cNvSpPr/>
            <p:nvPr/>
          </p:nvSpPr>
          <p:spPr>
            <a:xfrm>
              <a:off x="8039100" y="2057400"/>
              <a:ext cx="381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047FF"/>
                  </a:solidFill>
                  <a:latin typeface="IBM Plex Mono SemiBold"/>
                  <a:ea typeface="IBM Plex Mono SemiBold"/>
                  <a:cs typeface="IBM Plex Mono SemiBold"/>
                </a:rPr>
                <a:t>01</a:t>
              </a:r>
              <a:endParaRPr lang="en-US" sz="1200" spc="0" kern="0" b="0" i="0" dirty="0">
                <a:solidFill>
                  <a:srgbClr val="0047FF"/>
                </a:solidFill>
                <a:latin typeface="IBM Plex Mono SemiBold"/>
                <a:ea typeface="IBM Plex Mono SemiBold"/>
                <a:cs typeface="IBM Plex Mono SemiBold"/>
              </a:endParaRPr>
            </a:p>
          </p:txBody>
        </p:sp>
        <p:sp>
          <p:nvSpPr>
            <p:cNvPr id="46" name="node02.source-001.title"/>
            <p:cNvSpPr/>
            <p:nvPr/>
          </p:nvSpPr>
          <p:spPr>
            <a:xfrm>
              <a:off x="8572500" y="2057400"/>
              <a:ext cx="2895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Master data hub</a:t>
              </a:r>
              <a:endParaRPr lang="en-US" sz="1200" spc="0" kern="0" b="0" i="0" dirty="0">
                <a:solidFill>
                  <a:srgbClr val="070154"/>
                </a:solidFill>
                <a:latin typeface="IBM Plex Sans SemiBold"/>
                <a:ea typeface="IBM Plex Sans SemiBold"/>
                <a:cs typeface="IBM Plex Sans SemiBold"/>
              </a:endParaRPr>
            </a:p>
          </p:txBody>
        </p:sp>
        <p:sp>
          <p:nvSpPr>
            <p:cNvPr id="47" name="node02.source-001.text"/>
            <p:cNvSpPr/>
            <p:nvPr/>
          </p:nvSpPr>
          <p:spPr>
            <a:xfrm>
              <a:off x="8572500" y="2286000"/>
              <a:ext cx="2895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Data only.</a:t>
              </a:r>
              <a:endParaRPr lang="en-US" sz="1200" spc="0" kern="0" b="0" i="0" dirty="0">
                <a:solidFill>
                  <a:srgbClr val="50658E"/>
                </a:solidFill>
                <a:latin typeface="IBM Plex Sans"/>
                <a:ea typeface="IBM Plex Sans"/>
                <a:cs typeface="IBM Plex Sans"/>
              </a:endParaRPr>
            </a:p>
          </p:txBody>
        </p:sp>
        <p:sp>
          <p:nvSpPr>
            <p:cNvPr id="48" name="node02.source-002.number"/>
            <p:cNvSpPr/>
            <p:nvPr/>
          </p:nvSpPr>
          <p:spPr>
            <a:xfrm>
              <a:off x="8039100" y="2667000"/>
              <a:ext cx="381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047FF"/>
                  </a:solidFill>
                  <a:latin typeface="IBM Plex Mono SemiBold"/>
                  <a:ea typeface="IBM Plex Mono SemiBold"/>
                  <a:cs typeface="IBM Plex Mono SemiBold"/>
                </a:rPr>
                <a:t>02</a:t>
              </a:r>
              <a:endParaRPr lang="en-US" sz="1200" spc="0" kern="0" b="0" i="0" dirty="0">
                <a:solidFill>
                  <a:srgbClr val="0047FF"/>
                </a:solidFill>
                <a:latin typeface="IBM Plex Mono SemiBold"/>
                <a:ea typeface="IBM Plex Mono SemiBold"/>
                <a:cs typeface="IBM Plex Mono SemiBold"/>
              </a:endParaRPr>
            </a:p>
          </p:txBody>
        </p:sp>
        <p:sp>
          <p:nvSpPr>
            <p:cNvPr id="49" name="node02.source-002.title"/>
            <p:cNvSpPr/>
            <p:nvPr/>
          </p:nvSpPr>
          <p:spPr>
            <a:xfrm>
              <a:off x="8572500" y="2667000"/>
              <a:ext cx="2895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Close calendar</a:t>
              </a:r>
              <a:endParaRPr lang="en-US" sz="1200" spc="0" kern="0" b="0" i="0" dirty="0">
                <a:solidFill>
                  <a:srgbClr val="070154"/>
                </a:solidFill>
                <a:latin typeface="IBM Plex Sans SemiBold"/>
                <a:ea typeface="IBM Plex Sans SemiBold"/>
                <a:cs typeface="IBM Plex Sans SemiBold"/>
              </a:endParaRPr>
            </a:p>
          </p:txBody>
        </p:sp>
        <p:sp>
          <p:nvSpPr>
            <p:cNvPr id="50" name="node02.source-002.text"/>
            <p:cNvSpPr/>
            <p:nvPr/>
          </p:nvSpPr>
          <p:spPr>
            <a:xfrm>
              <a:off x="8572500" y="2895600"/>
              <a:ext cx="2895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Process only.</a:t>
              </a:r>
              <a:endParaRPr lang="en-US" sz="1200" spc="0" kern="0" b="0" i="0" dirty="0">
                <a:solidFill>
                  <a:srgbClr val="50658E"/>
                </a:solidFill>
                <a:latin typeface="IBM Plex Sans"/>
                <a:ea typeface="IBM Plex Sans"/>
                <a:cs typeface="IBM Plex Sans"/>
              </a:endParaRPr>
            </a:p>
          </p:txBody>
        </p:sp>
        <p:sp>
          <p:nvSpPr>
            <p:cNvPr id="51" name="node02.source-003.number"/>
            <p:cNvSpPr/>
            <p:nvPr/>
          </p:nvSpPr>
          <p:spPr>
            <a:xfrm>
              <a:off x="8039100" y="3276600"/>
              <a:ext cx="381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047FF"/>
                  </a:solidFill>
                  <a:latin typeface="IBM Plex Mono SemiBold"/>
                  <a:ea typeface="IBM Plex Mono SemiBold"/>
                  <a:cs typeface="IBM Plex Mono SemiBold"/>
                </a:rPr>
                <a:t>03</a:t>
              </a:r>
              <a:endParaRPr lang="en-US" sz="1200" spc="0" kern="0" b="0" i="0" dirty="0">
                <a:solidFill>
                  <a:srgbClr val="0047FF"/>
                </a:solidFill>
                <a:latin typeface="IBM Plex Mono SemiBold"/>
                <a:ea typeface="IBM Plex Mono SemiBold"/>
                <a:cs typeface="IBM Plex Mono SemiBold"/>
              </a:endParaRPr>
            </a:p>
          </p:txBody>
        </p:sp>
        <p:sp>
          <p:nvSpPr>
            <p:cNvPr id="52" name="node02.source-003.title"/>
            <p:cNvSpPr/>
            <p:nvPr/>
          </p:nvSpPr>
          <p:spPr>
            <a:xfrm>
              <a:off x="8572500" y="3276600"/>
              <a:ext cx="2895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ERP upgrade</a:t>
              </a:r>
              <a:endParaRPr lang="en-US" sz="1200" spc="0" kern="0" b="0" i="0" dirty="0">
                <a:solidFill>
                  <a:srgbClr val="070154"/>
                </a:solidFill>
                <a:latin typeface="IBM Plex Sans SemiBold"/>
                <a:ea typeface="IBM Plex Sans SemiBold"/>
                <a:cs typeface="IBM Plex Sans SemiBold"/>
              </a:endParaRPr>
            </a:p>
          </p:txBody>
        </p:sp>
        <p:sp>
          <p:nvSpPr>
            <p:cNvPr id="53" name="node02.source-003.text"/>
            <p:cNvSpPr/>
            <p:nvPr/>
          </p:nvSpPr>
          <p:spPr>
            <a:xfrm>
              <a:off x="8572500" y="3505200"/>
              <a:ext cx="2895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Technology only.</a:t>
              </a:r>
              <a:endParaRPr lang="en-US" sz="1200" spc="0" kern="0" b="0" i="0" dirty="0">
                <a:solidFill>
                  <a:srgbClr val="50658E"/>
                </a:solidFill>
                <a:latin typeface="IBM Plex Sans"/>
                <a:ea typeface="IBM Plex Sans"/>
                <a:cs typeface="IBM Plex Sans"/>
              </a:endParaRPr>
            </a:p>
          </p:txBody>
        </p:sp>
        <p:sp>
          <p:nvSpPr>
            <p:cNvPr id="54" name="node02.source-004.number"/>
            <p:cNvSpPr/>
            <p:nvPr/>
          </p:nvSpPr>
          <p:spPr>
            <a:xfrm>
              <a:off x="8039100" y="3886200"/>
              <a:ext cx="381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047FF"/>
                  </a:solidFill>
                  <a:latin typeface="IBM Plex Mono SemiBold"/>
                  <a:ea typeface="IBM Plex Mono SemiBold"/>
                  <a:cs typeface="IBM Plex Mono SemiBold"/>
                </a:rPr>
                <a:t>04</a:t>
              </a:r>
              <a:endParaRPr lang="en-US" sz="1200" spc="0" kern="0" b="0" i="0" dirty="0">
                <a:solidFill>
                  <a:srgbClr val="0047FF"/>
                </a:solidFill>
                <a:latin typeface="IBM Plex Mono SemiBold"/>
                <a:ea typeface="IBM Plex Mono SemiBold"/>
                <a:cs typeface="IBM Plex Mono SemiBold"/>
              </a:endParaRPr>
            </a:p>
          </p:txBody>
        </p:sp>
        <p:sp>
          <p:nvSpPr>
            <p:cNvPr id="55" name="node02.source-004.title"/>
            <p:cNvSpPr/>
            <p:nvPr/>
          </p:nvSpPr>
          <p:spPr>
            <a:xfrm>
              <a:off x="8572500" y="3886200"/>
              <a:ext cx="2895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Data stewardship</a:t>
              </a:r>
              <a:endParaRPr lang="en-US" sz="1200" spc="0" kern="0" b="0" i="0" dirty="0">
                <a:solidFill>
                  <a:srgbClr val="070154"/>
                </a:solidFill>
                <a:latin typeface="IBM Plex Sans SemiBold"/>
                <a:ea typeface="IBM Plex Sans SemiBold"/>
                <a:cs typeface="IBM Plex Sans SemiBold"/>
              </a:endParaRPr>
            </a:p>
          </p:txBody>
        </p:sp>
        <p:sp>
          <p:nvSpPr>
            <p:cNvPr id="56" name="node02.source-004.text"/>
            <p:cNvSpPr/>
            <p:nvPr/>
          </p:nvSpPr>
          <p:spPr>
            <a:xfrm>
              <a:off x="8572500" y="4114800"/>
              <a:ext cx="2895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Data and process.</a:t>
              </a:r>
              <a:endParaRPr lang="en-US" sz="1200" spc="0" kern="0" b="0" i="0" dirty="0">
                <a:solidFill>
                  <a:srgbClr val="50658E"/>
                </a:solidFill>
                <a:latin typeface="IBM Plex Sans"/>
                <a:ea typeface="IBM Plex Sans"/>
                <a:cs typeface="IBM Plex Sans"/>
              </a:endParaRPr>
            </a:p>
          </p:txBody>
        </p:sp>
        <p:sp>
          <p:nvSpPr>
            <p:cNvPr id="57" name="node02.source-005.number"/>
            <p:cNvSpPr/>
            <p:nvPr/>
          </p:nvSpPr>
          <p:spPr>
            <a:xfrm>
              <a:off x="8039100" y="4495800"/>
              <a:ext cx="381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047FF"/>
                  </a:solidFill>
                  <a:latin typeface="IBM Plex Mono SemiBold"/>
                  <a:ea typeface="IBM Plex Mono SemiBold"/>
                  <a:cs typeface="IBM Plex Mono SemiBold"/>
                </a:rPr>
                <a:t>05</a:t>
              </a:r>
              <a:endParaRPr lang="en-US" sz="1200" spc="0" kern="0" b="0" i="0" dirty="0">
                <a:solidFill>
                  <a:srgbClr val="0047FF"/>
                </a:solidFill>
                <a:latin typeface="IBM Plex Mono SemiBold"/>
                <a:ea typeface="IBM Plex Mono SemiBold"/>
                <a:cs typeface="IBM Plex Mono SemiBold"/>
              </a:endParaRPr>
            </a:p>
          </p:txBody>
        </p:sp>
        <p:sp>
          <p:nvSpPr>
            <p:cNvPr id="58" name="node02.source-005.title"/>
            <p:cNvSpPr/>
            <p:nvPr/>
          </p:nvSpPr>
          <p:spPr>
            <a:xfrm>
              <a:off x="8572500" y="4495800"/>
              <a:ext cx="2895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Finance academy</a:t>
              </a:r>
              <a:endParaRPr lang="en-US" sz="1200" spc="0" kern="0" b="0" i="0" dirty="0">
                <a:solidFill>
                  <a:srgbClr val="070154"/>
                </a:solidFill>
                <a:latin typeface="IBM Plex Sans SemiBold"/>
                <a:ea typeface="IBM Plex Sans SemiBold"/>
                <a:cs typeface="IBM Plex Sans SemiBold"/>
              </a:endParaRPr>
            </a:p>
          </p:txBody>
        </p:sp>
        <p:sp>
          <p:nvSpPr>
            <p:cNvPr id="59" name="node02.source-005.text"/>
            <p:cNvSpPr/>
            <p:nvPr/>
          </p:nvSpPr>
          <p:spPr>
            <a:xfrm>
              <a:off x="8572500" y="4724400"/>
              <a:ext cx="2895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People and technology.</a:t>
              </a:r>
              <a:endParaRPr lang="en-US" sz="1200" spc="0" kern="0" b="0" i="0" dirty="0">
                <a:solidFill>
                  <a:srgbClr val="50658E"/>
                </a:solidFill>
                <a:latin typeface="IBM Plex Sans"/>
                <a:ea typeface="IBM Plex Sans"/>
                <a:cs typeface="IBM Plex Sans"/>
              </a:endParaRPr>
            </a:p>
          </p:txBody>
        </p:sp>
        <p:sp>
          <p:nvSpPr>
            <p:cNvPr id="60" name="node02.source-006.number"/>
            <p:cNvSpPr/>
            <p:nvPr/>
          </p:nvSpPr>
          <p:spPr>
            <a:xfrm>
              <a:off x="8039100" y="5105400"/>
              <a:ext cx="381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047FF"/>
                  </a:solidFill>
                  <a:latin typeface="IBM Plex Mono SemiBold"/>
                  <a:ea typeface="IBM Plex Mono SemiBold"/>
                  <a:cs typeface="IBM Plex Mono SemiBold"/>
                </a:rPr>
                <a:t>06</a:t>
              </a:r>
              <a:endParaRPr lang="en-US" sz="1200" spc="0" kern="0" b="0" i="0" dirty="0">
                <a:solidFill>
                  <a:srgbClr val="0047FF"/>
                </a:solidFill>
                <a:latin typeface="IBM Plex Mono SemiBold"/>
                <a:ea typeface="IBM Plex Mono SemiBold"/>
                <a:cs typeface="IBM Plex Mono SemiBold"/>
              </a:endParaRPr>
            </a:p>
          </p:txBody>
        </p:sp>
        <p:sp>
          <p:nvSpPr>
            <p:cNvPr id="61" name="node02.source-006.title"/>
            <p:cNvSpPr/>
            <p:nvPr/>
          </p:nvSpPr>
          <p:spPr>
            <a:xfrm>
              <a:off x="8572500" y="5105400"/>
              <a:ext cx="2895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Skills inventory</a:t>
              </a:r>
              <a:endParaRPr lang="en-US" sz="1200" spc="0" kern="0" b="0" i="0" dirty="0">
                <a:solidFill>
                  <a:srgbClr val="070154"/>
                </a:solidFill>
                <a:latin typeface="IBM Plex Sans SemiBold"/>
                <a:ea typeface="IBM Plex Sans SemiBold"/>
                <a:cs typeface="IBM Plex Sans SemiBold"/>
              </a:endParaRPr>
            </a:p>
          </p:txBody>
        </p:sp>
        <p:sp>
          <p:nvSpPr>
            <p:cNvPr id="62" name="node02.source-006.text"/>
            <p:cNvSpPr/>
            <p:nvPr/>
          </p:nvSpPr>
          <p:spPr>
            <a:xfrm>
              <a:off x="8572500" y="5334000"/>
              <a:ext cx="2895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Data and people.</a:t>
              </a:r>
              <a:endParaRPr lang="en-US" sz="1200" spc="0" kern="0" b="0" i="0" dirty="0">
                <a:solidFill>
                  <a:srgbClr val="50658E"/>
                </a:solidFill>
                <a:latin typeface="IBM Plex Sans"/>
                <a:ea typeface="IBM Plex Sans"/>
                <a:cs typeface="IBM Plex Sans"/>
              </a:endParaRPr>
            </a:p>
          </p:txBody>
        </p:sp>
      </p:grpSp>
    </p:spTree>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name="source-613">
    <p:spTree>
      <p:nvGrpSpPr>
        <p:cNvPr id="1" name=""/>
        <p:cNvGrpSpPr/>
        <p:nvPr/>
      </p:nvGrpSpPr>
      <p:grpSpPr>
        <a:xfrm>
          <a:off x="0" y="0"/>
          <a:ext cx="0" cy="0"/>
          <a:chOff x="0" y="0"/>
          <a:chExt cx="0" cy="0"/>
        </a:xfrm>
      </p:grpSpPr>
      <p:sp>
        <p:nvSpPr>
          <p:cNvPr id="3" name="eyebrow"/>
          <p:cNvSpPr/>
          <p:nvPr/>
        </p:nvSpPr>
        <p:spPr>
          <a:xfrm>
            <a:off x="723900" y="457200"/>
            <a:ext cx="34290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INITIATIVE PORTFOLIO</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3429000" cy="9144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Six initiatives mapped to three capabilities</a:t>
            </a:r>
            <a:endParaRPr lang="en-US" sz="2400" spc="-36"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34290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Northfield finance and operations workshops, Sep 2026.</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194</a:t>
            </a:fld>
            <a:endParaRPr lang="en-US" sz="700" spc="0" kern="0" b="0" i="0" dirty="0">
              <a:solidFill>
                <a:srgbClr val="070154"/>
              </a:solidFill>
              <a:latin typeface="IBM Plex Mono SemiBold"/>
              <a:ea typeface="IBM Plex Mono SemiBold"/>
              <a:cs typeface="IBM Plex Mono SemiBold"/>
            </a:endParaRPr>
          </a:p>
        </p:txBody>
      </p:sp>
      <p:grpSp>
        <p:nvGrpSpPr>
          <p:cNvPr id="61" name="node01"/>
          <p:cNvGrpSpPr/>
          <p:nvPr/>
        </p:nvGrpSpPr>
        <p:grpSpPr>
          <a:xfrm>
            <a:off x="4495800" y="457200"/>
            <a:ext cx="6858000" cy="5251450"/>
            <a:chOff x="4495800" y="457200"/>
            <a:chExt cx="6858000" cy="5251450"/>
          </a:xfrm>
        </p:grpSpPr>
        <p:sp>
          <p:nvSpPr>
            <p:cNvPr id="7" name="node01.sets.source-001.circle"/>
            <p:cNvSpPr/>
            <p:nvPr/>
          </p:nvSpPr>
          <p:spPr>
            <a:xfrm>
              <a:off x="4826000" y="469900"/>
              <a:ext cx="4056380" cy="4056380"/>
            </a:xfrm>
            <a:prstGeom prst="ellipse">
              <a:avLst/>
            </a:prstGeom>
            <a:solidFill>
              <a:srgbClr val="E8EEF8">
                <a:alpha val="70000"/>
              </a:srgbClr>
            </a:solidFill>
            <a:ln w="12700">
              <a:solidFill>
                <a:srgbClr val="070154"/>
              </a:solidFill>
              <a:prstDash val="solid"/>
            </a:ln>
          </p:spPr>
        </p:sp>
        <p:sp>
          <p:nvSpPr>
            <p:cNvPr id="8" name="node01.sets.source-002.circle"/>
            <p:cNvSpPr/>
            <p:nvPr/>
          </p:nvSpPr>
          <p:spPr>
            <a:xfrm>
              <a:off x="6967220" y="469900"/>
              <a:ext cx="4056380" cy="4056380"/>
            </a:xfrm>
            <a:prstGeom prst="ellipse">
              <a:avLst/>
            </a:prstGeom>
            <a:solidFill>
              <a:srgbClr val="CED7E6">
                <a:alpha val="70000"/>
              </a:srgbClr>
            </a:solidFill>
            <a:ln w="12700">
              <a:solidFill>
                <a:srgbClr val="070154"/>
              </a:solidFill>
              <a:prstDash val="solid"/>
            </a:ln>
          </p:spPr>
        </p:sp>
        <p:sp>
          <p:nvSpPr>
            <p:cNvPr id="9" name="node01.sets.source-003.circle"/>
            <p:cNvSpPr/>
            <p:nvPr/>
          </p:nvSpPr>
          <p:spPr>
            <a:xfrm>
              <a:off x="5896610" y="1645920"/>
              <a:ext cx="4056380" cy="4056380"/>
            </a:xfrm>
            <a:prstGeom prst="ellipse">
              <a:avLst/>
            </a:prstGeom>
            <a:solidFill>
              <a:srgbClr val="B9C9F0">
                <a:alpha val="70000"/>
              </a:srgbClr>
            </a:solidFill>
            <a:ln w="12700">
              <a:solidFill>
                <a:srgbClr val="070154"/>
              </a:solidFill>
              <a:prstDash val="solid"/>
            </a:ln>
          </p:spPr>
        </p:sp>
        <p:sp>
          <p:nvSpPr>
            <p:cNvPr id="10" name="node01.sets.source-001.label"/>
            <p:cNvSpPr/>
            <p:nvPr/>
          </p:nvSpPr>
          <p:spPr>
            <a:xfrm>
              <a:off x="5105564" y="1562100"/>
              <a:ext cx="1926508" cy="247650"/>
            </a:xfrm>
            <a:prstGeom prst="rect">
              <a:avLst/>
            </a:prstGeom>
            <a:noFill/>
            <a:ln/>
          </p:spPr>
          <p:txBody>
            <a:bodyPr wrap="square" lIns="0" tIns="0" rIns="0" bIns="0" rtlCol="0" anchor="ctr"/>
            <a:lstStyle/>
            <a:p>
              <a:pPr algn="ctr" indent="0" marL="0">
                <a:lnSpc>
                  <a:spcPts val="1625"/>
                </a:lnSpc>
                <a:buNone/>
              </a:pPr>
              <a:r>
                <a:rPr lang="en-US" sz="1300" spc="78" kern="0" b="0" i="0" dirty="0">
                  <a:solidFill>
                    <a:srgbClr val="070154"/>
                  </a:solidFill>
                  <a:latin typeface="IBM Plex Mono SemiBold"/>
                  <a:ea typeface="IBM Plex Mono SemiBold"/>
                  <a:cs typeface="IBM Plex Mono SemiBold"/>
                </a:rPr>
                <a:t>AI</a:t>
              </a:r>
              <a:endParaRPr lang="en-US" sz="1300" spc="78" kern="0" b="0" i="0" dirty="0">
                <a:solidFill>
                  <a:srgbClr val="070154"/>
                </a:solidFill>
                <a:latin typeface="IBM Plex Mono SemiBold"/>
                <a:ea typeface="IBM Plex Mono SemiBold"/>
                <a:cs typeface="IBM Plex Mono SemiBold"/>
              </a:endParaRPr>
            </a:p>
          </p:txBody>
        </p:sp>
        <p:sp>
          <p:nvSpPr>
            <p:cNvPr id="11" name="node01.sets.source-002.label"/>
            <p:cNvSpPr/>
            <p:nvPr/>
          </p:nvSpPr>
          <p:spPr>
            <a:xfrm>
              <a:off x="8788564" y="1511300"/>
              <a:ext cx="1926508" cy="247650"/>
            </a:xfrm>
            <a:prstGeom prst="rect">
              <a:avLst/>
            </a:prstGeom>
            <a:noFill/>
            <a:ln/>
          </p:spPr>
          <p:txBody>
            <a:bodyPr wrap="square" lIns="0" tIns="0" rIns="0" bIns="0" rtlCol="0" anchor="ctr"/>
            <a:lstStyle/>
            <a:p>
              <a:pPr algn="ctr" indent="0" marL="0">
                <a:lnSpc>
                  <a:spcPts val="1625"/>
                </a:lnSpc>
                <a:buNone/>
              </a:pPr>
              <a:r>
                <a:rPr lang="en-US" sz="1300" spc="78" kern="0" b="0" i="0" dirty="0">
                  <a:solidFill>
                    <a:srgbClr val="070154"/>
                  </a:solidFill>
                  <a:latin typeface="IBM Plex Mono SemiBold"/>
                  <a:ea typeface="IBM Plex Mono SemiBold"/>
                  <a:cs typeface="IBM Plex Mono SemiBold"/>
                </a:rPr>
                <a:t>PROCESS</a:t>
              </a:r>
              <a:endParaRPr lang="en-US" sz="1300" spc="78" kern="0" b="0" i="0" dirty="0">
                <a:solidFill>
                  <a:srgbClr val="070154"/>
                </a:solidFill>
                <a:latin typeface="IBM Plex Mono SemiBold"/>
                <a:ea typeface="IBM Plex Mono SemiBold"/>
                <a:cs typeface="IBM Plex Mono SemiBold"/>
              </a:endParaRPr>
            </a:p>
          </p:txBody>
        </p:sp>
        <p:sp>
          <p:nvSpPr>
            <p:cNvPr id="12" name="node01.sets.source-003.label"/>
            <p:cNvSpPr/>
            <p:nvPr/>
          </p:nvSpPr>
          <p:spPr>
            <a:xfrm>
              <a:off x="6959764" y="4762500"/>
              <a:ext cx="1926508" cy="247650"/>
            </a:xfrm>
            <a:prstGeom prst="rect">
              <a:avLst/>
            </a:prstGeom>
            <a:noFill/>
            <a:ln/>
          </p:spPr>
          <p:txBody>
            <a:bodyPr wrap="square" lIns="0" tIns="0" rIns="0" bIns="0" rtlCol="0" anchor="ctr"/>
            <a:lstStyle/>
            <a:p>
              <a:pPr algn="ctr" indent="0" marL="0">
                <a:lnSpc>
                  <a:spcPts val="1625"/>
                </a:lnSpc>
                <a:buNone/>
              </a:pPr>
              <a:r>
                <a:rPr lang="en-US" sz="1300" spc="78" kern="0" b="0" i="0" dirty="0">
                  <a:solidFill>
                    <a:srgbClr val="070154"/>
                  </a:solidFill>
                  <a:latin typeface="IBM Plex Mono SemiBold"/>
                  <a:ea typeface="IBM Plex Mono SemiBold"/>
                  <a:cs typeface="IBM Plex Mono SemiBold"/>
                </a:rPr>
                <a:t>DATA</a:t>
              </a:r>
              <a:endParaRPr lang="en-US" sz="1300" spc="78" kern="0" b="0" i="0" dirty="0">
                <a:solidFill>
                  <a:srgbClr val="070154"/>
                </a:solidFill>
                <a:latin typeface="IBM Plex Mono SemiBold"/>
                <a:ea typeface="IBM Plex Mono SemiBold"/>
                <a:cs typeface="IBM Plex Mono SemiBold"/>
              </a:endParaRPr>
            </a:p>
          </p:txBody>
        </p:sp>
        <p:sp>
          <p:nvSpPr>
            <p:cNvPr id="13" name="node01.points.source-001.halo"/>
            <p:cNvSpPr/>
            <p:nvPr/>
          </p:nvSpPr>
          <p:spPr>
            <a:xfrm>
              <a:off x="5946648" y="2410968"/>
              <a:ext cx="266700" cy="266700"/>
            </a:xfrm>
            <a:prstGeom prst="ellipse">
              <a:avLst/>
            </a:prstGeom>
            <a:solidFill>
              <a:srgbClr val="FFFFFF"/>
            </a:solidFill>
            <a:ln>
              <a:noFill/>
            </a:ln>
          </p:spPr>
        </p:sp>
        <p:sp>
          <p:nvSpPr>
            <p:cNvPr id="14" name="node01.points.source-001.marker"/>
            <p:cNvSpPr/>
            <p:nvPr/>
          </p:nvSpPr>
          <p:spPr>
            <a:xfrm>
              <a:off x="5965698" y="2430018"/>
              <a:ext cx="228600" cy="228600"/>
            </a:xfrm>
            <a:prstGeom prst="ellipse">
              <a:avLst/>
            </a:prstGeom>
            <a:solidFill>
              <a:srgbClr val="070154"/>
            </a:solidFill>
            <a:ln>
              <a:noFill/>
            </a:ln>
          </p:spPr>
        </p:sp>
        <p:sp>
          <p:nvSpPr>
            <p:cNvPr id="15" name="node01.points.source-001.number"/>
            <p:cNvSpPr/>
            <p:nvPr/>
          </p:nvSpPr>
          <p:spPr>
            <a:xfrm>
              <a:off x="5965698" y="2430018"/>
              <a:ext cx="228600" cy="228600"/>
            </a:xfrm>
            <a:prstGeom prst="rect">
              <a:avLst/>
            </a:prstGeom>
            <a:noFill/>
            <a:ln/>
          </p:spPr>
          <p:txBody>
            <a:bodyPr wrap="square" lIns="0" tIns="0" rIns="0" bIns="0" rtlCol="0" anchor="ctr"/>
            <a:lstStyle/>
            <a:p>
              <a:pPr algn="ctr" indent="0" marL="0">
                <a:lnSpc>
                  <a:spcPts val="1000"/>
                </a:lnSpc>
                <a:buNone/>
              </a:pPr>
              <a:r>
                <a:rPr lang="en-US" sz="1000" spc="0" kern="0" b="0" i="0" dirty="0">
                  <a:solidFill>
                    <a:srgbClr val="FFFFFF"/>
                  </a:solidFill>
                  <a:latin typeface="IBM Plex Mono SemiBold"/>
                  <a:ea typeface="IBM Plex Mono SemiBold"/>
                  <a:cs typeface="IBM Plex Mono SemiBold"/>
                </a:rPr>
                <a:t>1</a:t>
              </a:r>
              <a:endParaRPr lang="en-US" sz="1000" spc="0" kern="0" b="0" i="0" dirty="0">
                <a:solidFill>
                  <a:srgbClr val="FFFFFF"/>
                </a:solidFill>
                <a:latin typeface="IBM Plex Mono SemiBold"/>
                <a:ea typeface="IBM Plex Mono SemiBold"/>
                <a:cs typeface="IBM Plex Mono SemiBold"/>
              </a:endParaRPr>
            </a:p>
          </p:txBody>
        </p:sp>
        <p:sp>
          <p:nvSpPr>
            <p:cNvPr id="16" name="node01.points.source-001.badge"/>
            <p:cNvSpPr/>
            <p:nvPr/>
          </p:nvSpPr>
          <p:spPr>
            <a:xfrm>
              <a:off x="6237161" y="2450656"/>
              <a:ext cx="624464" cy="187325"/>
            </a:xfrm>
            <a:prstGeom prst="rect">
              <a:avLst/>
            </a:prstGeom>
            <a:solidFill>
              <a:srgbClr val="FFFFFF"/>
            </a:solidFill>
            <a:ln w="9525">
              <a:solidFill>
                <a:srgbClr val="070154"/>
              </a:solidFill>
              <a:prstDash val="solid"/>
            </a:ln>
          </p:spPr>
        </p:sp>
        <p:sp>
          <p:nvSpPr>
            <p:cNvPr id="17" name="node01.points.source-001.label"/>
            <p:cNvSpPr/>
            <p:nvPr/>
          </p:nvSpPr>
          <p:spPr>
            <a:xfrm>
              <a:off x="6295898" y="2445893"/>
              <a:ext cx="506989" cy="196850"/>
            </a:xfrm>
            <a:prstGeom prst="rect">
              <a:avLst/>
            </a:prstGeom>
            <a:noFill/>
            <a:ln/>
          </p:spPr>
          <p:txBody>
            <a:bodyPr wrap="square" lIns="0" tIns="0" rIns="0" bIns="0" rtlCol="0" anchor="ctr"/>
            <a:lstStyle/>
            <a:p>
              <a:pPr algn="ctr" indent="0" marL="0">
                <a:lnSpc>
                  <a:spcPts val="950"/>
                </a:lnSpc>
                <a:buNone/>
              </a:pPr>
              <a:r>
                <a:rPr lang="en-US" sz="950" spc="57" kern="0" b="0" i="0" dirty="0">
                  <a:solidFill>
                    <a:srgbClr val="070154"/>
                  </a:solidFill>
                  <a:latin typeface="IBM Plex Mono SemiBold"/>
                  <a:ea typeface="IBM Plex Mono SemiBold"/>
                  <a:cs typeface="IBM Plex Mono SemiBold"/>
                </a:rPr>
                <a:t>DENIAL</a:t>
              </a:r>
              <a:endParaRPr lang="en-US" sz="950" spc="57" kern="0" b="0" i="0" dirty="0">
                <a:solidFill>
                  <a:srgbClr val="070154"/>
                </a:solidFill>
                <a:latin typeface="IBM Plex Mono SemiBold"/>
                <a:ea typeface="IBM Plex Mono SemiBold"/>
                <a:cs typeface="IBM Plex Mono SemiBold"/>
              </a:endParaRPr>
            </a:p>
          </p:txBody>
        </p:sp>
        <p:sp>
          <p:nvSpPr>
            <p:cNvPr id="18" name="node01.points.source-002.halo"/>
            <p:cNvSpPr/>
            <p:nvPr/>
          </p:nvSpPr>
          <p:spPr>
            <a:xfrm>
              <a:off x="9636252" y="2410968"/>
              <a:ext cx="266700" cy="266700"/>
            </a:xfrm>
            <a:prstGeom prst="ellipse">
              <a:avLst/>
            </a:prstGeom>
            <a:solidFill>
              <a:srgbClr val="FFFFFF"/>
            </a:solidFill>
            <a:ln>
              <a:noFill/>
            </a:ln>
          </p:spPr>
        </p:sp>
        <p:sp>
          <p:nvSpPr>
            <p:cNvPr id="19" name="node01.points.source-002.marker"/>
            <p:cNvSpPr/>
            <p:nvPr/>
          </p:nvSpPr>
          <p:spPr>
            <a:xfrm>
              <a:off x="9655302" y="2430018"/>
              <a:ext cx="228600" cy="228600"/>
            </a:xfrm>
            <a:prstGeom prst="ellipse">
              <a:avLst/>
            </a:prstGeom>
            <a:solidFill>
              <a:srgbClr val="070154"/>
            </a:solidFill>
            <a:ln>
              <a:noFill/>
            </a:ln>
          </p:spPr>
        </p:sp>
        <p:sp>
          <p:nvSpPr>
            <p:cNvPr id="20" name="node01.points.source-002.number"/>
            <p:cNvSpPr/>
            <p:nvPr/>
          </p:nvSpPr>
          <p:spPr>
            <a:xfrm>
              <a:off x="9655302" y="2430018"/>
              <a:ext cx="228600" cy="228600"/>
            </a:xfrm>
            <a:prstGeom prst="rect">
              <a:avLst/>
            </a:prstGeom>
            <a:noFill/>
            <a:ln/>
          </p:spPr>
          <p:txBody>
            <a:bodyPr wrap="square" lIns="0" tIns="0" rIns="0" bIns="0" rtlCol="0" anchor="ctr"/>
            <a:lstStyle/>
            <a:p>
              <a:pPr algn="ctr" indent="0" marL="0">
                <a:lnSpc>
                  <a:spcPts val="1000"/>
                </a:lnSpc>
                <a:buNone/>
              </a:pPr>
              <a:r>
                <a:rPr lang="en-US" sz="1000" spc="0" kern="0" b="0" i="0" dirty="0">
                  <a:solidFill>
                    <a:srgbClr val="FFFFFF"/>
                  </a:solidFill>
                  <a:latin typeface="IBM Plex Mono SemiBold"/>
                  <a:ea typeface="IBM Plex Mono SemiBold"/>
                  <a:cs typeface="IBM Plex Mono SemiBold"/>
                </a:rPr>
                <a:t>2</a:t>
              </a:r>
              <a:endParaRPr lang="en-US" sz="1000" spc="0" kern="0" b="0" i="0" dirty="0">
                <a:solidFill>
                  <a:srgbClr val="FFFFFF"/>
                </a:solidFill>
                <a:latin typeface="IBM Plex Mono SemiBold"/>
                <a:ea typeface="IBM Plex Mono SemiBold"/>
                <a:cs typeface="IBM Plex Mono SemiBold"/>
              </a:endParaRPr>
            </a:p>
          </p:txBody>
        </p:sp>
        <p:sp>
          <p:nvSpPr>
            <p:cNvPr id="21" name="node01.points.source-002.badge"/>
            <p:cNvSpPr/>
            <p:nvPr/>
          </p:nvSpPr>
          <p:spPr>
            <a:xfrm>
              <a:off x="8987975" y="2450656"/>
              <a:ext cx="624464" cy="187325"/>
            </a:xfrm>
            <a:prstGeom prst="rect">
              <a:avLst/>
            </a:prstGeom>
            <a:solidFill>
              <a:srgbClr val="FFFFFF"/>
            </a:solidFill>
            <a:ln w="9525">
              <a:solidFill>
                <a:srgbClr val="070154"/>
              </a:solidFill>
              <a:prstDash val="solid"/>
            </a:ln>
          </p:spPr>
        </p:sp>
        <p:sp>
          <p:nvSpPr>
            <p:cNvPr id="22" name="node01.points.source-002.label"/>
            <p:cNvSpPr/>
            <p:nvPr/>
          </p:nvSpPr>
          <p:spPr>
            <a:xfrm>
              <a:off x="9046713" y="2445893"/>
              <a:ext cx="506989" cy="196850"/>
            </a:xfrm>
            <a:prstGeom prst="rect">
              <a:avLst/>
            </a:prstGeom>
            <a:noFill/>
            <a:ln/>
          </p:spPr>
          <p:txBody>
            <a:bodyPr wrap="square" lIns="0" tIns="0" rIns="0" bIns="0" rtlCol="0" anchor="ctr"/>
            <a:lstStyle/>
            <a:p>
              <a:pPr algn="ctr" indent="0" marL="0">
                <a:lnSpc>
                  <a:spcPts val="950"/>
                </a:lnSpc>
                <a:buNone/>
              </a:pPr>
              <a:r>
                <a:rPr lang="en-US" sz="950" spc="57" kern="0" b="0" i="0" dirty="0">
                  <a:solidFill>
                    <a:srgbClr val="070154"/>
                  </a:solidFill>
                  <a:latin typeface="IBM Plex Mono SemiBold"/>
                  <a:ea typeface="IBM Plex Mono SemiBold"/>
                  <a:cs typeface="IBM Plex Mono SemiBold"/>
                </a:rPr>
                <a:t>INTAKE</a:t>
              </a:r>
              <a:endParaRPr lang="en-US" sz="950" spc="57" kern="0" b="0" i="0" dirty="0">
                <a:solidFill>
                  <a:srgbClr val="070154"/>
                </a:solidFill>
                <a:latin typeface="IBM Plex Mono SemiBold"/>
                <a:ea typeface="IBM Plex Mono SemiBold"/>
                <a:cs typeface="IBM Plex Mono SemiBold"/>
              </a:endParaRPr>
            </a:p>
          </p:txBody>
        </p:sp>
        <p:sp>
          <p:nvSpPr>
            <p:cNvPr id="23" name="node01.points.source-003.halo"/>
            <p:cNvSpPr/>
            <p:nvPr/>
          </p:nvSpPr>
          <p:spPr>
            <a:xfrm>
              <a:off x="7378299" y="4435263"/>
              <a:ext cx="266700" cy="266700"/>
            </a:xfrm>
            <a:prstGeom prst="ellipse">
              <a:avLst/>
            </a:prstGeom>
            <a:solidFill>
              <a:srgbClr val="FFFFFF"/>
            </a:solidFill>
            <a:ln>
              <a:noFill/>
            </a:ln>
          </p:spPr>
        </p:sp>
        <p:sp>
          <p:nvSpPr>
            <p:cNvPr id="24" name="node01.points.source-003.marker"/>
            <p:cNvSpPr/>
            <p:nvPr/>
          </p:nvSpPr>
          <p:spPr>
            <a:xfrm>
              <a:off x="7397349" y="4454313"/>
              <a:ext cx="228600" cy="228600"/>
            </a:xfrm>
            <a:prstGeom prst="ellipse">
              <a:avLst/>
            </a:prstGeom>
            <a:solidFill>
              <a:srgbClr val="070154"/>
            </a:solidFill>
            <a:ln>
              <a:noFill/>
            </a:ln>
          </p:spPr>
        </p:sp>
        <p:sp>
          <p:nvSpPr>
            <p:cNvPr id="25" name="node01.points.source-003.number"/>
            <p:cNvSpPr/>
            <p:nvPr/>
          </p:nvSpPr>
          <p:spPr>
            <a:xfrm>
              <a:off x="7397349" y="4454313"/>
              <a:ext cx="228600" cy="228600"/>
            </a:xfrm>
            <a:prstGeom prst="rect">
              <a:avLst/>
            </a:prstGeom>
            <a:noFill/>
            <a:ln/>
          </p:spPr>
          <p:txBody>
            <a:bodyPr wrap="square" lIns="0" tIns="0" rIns="0" bIns="0" rtlCol="0" anchor="ctr"/>
            <a:lstStyle/>
            <a:p>
              <a:pPr algn="ctr" indent="0" marL="0">
                <a:lnSpc>
                  <a:spcPts val="1000"/>
                </a:lnSpc>
                <a:buNone/>
              </a:pPr>
              <a:r>
                <a:rPr lang="en-US" sz="1000" spc="0" kern="0" b="0" i="0" dirty="0">
                  <a:solidFill>
                    <a:srgbClr val="FFFFFF"/>
                  </a:solidFill>
                  <a:latin typeface="IBM Plex Mono SemiBold"/>
                  <a:ea typeface="IBM Plex Mono SemiBold"/>
                  <a:cs typeface="IBM Plex Mono SemiBold"/>
                </a:rPr>
                <a:t>3</a:t>
              </a:r>
              <a:endParaRPr lang="en-US" sz="1000" spc="0" kern="0" b="0" i="0" dirty="0">
                <a:solidFill>
                  <a:srgbClr val="FFFFFF"/>
                </a:solidFill>
                <a:latin typeface="IBM Plex Mono SemiBold"/>
                <a:ea typeface="IBM Plex Mono SemiBold"/>
                <a:cs typeface="IBM Plex Mono SemiBold"/>
              </a:endParaRPr>
            </a:p>
          </p:txBody>
        </p:sp>
        <p:sp>
          <p:nvSpPr>
            <p:cNvPr id="26" name="node01.points.source-003.badge"/>
            <p:cNvSpPr/>
            <p:nvPr/>
          </p:nvSpPr>
          <p:spPr>
            <a:xfrm>
              <a:off x="7668811" y="4474951"/>
              <a:ext cx="1106053" cy="187325"/>
            </a:xfrm>
            <a:prstGeom prst="rect">
              <a:avLst/>
            </a:prstGeom>
            <a:solidFill>
              <a:srgbClr val="FFFFFF"/>
            </a:solidFill>
            <a:ln w="9525">
              <a:solidFill>
                <a:srgbClr val="070154"/>
              </a:solidFill>
              <a:prstDash val="solid"/>
            </a:ln>
          </p:spPr>
        </p:sp>
        <p:sp>
          <p:nvSpPr>
            <p:cNvPr id="27" name="node01.points.source-003.label"/>
            <p:cNvSpPr/>
            <p:nvPr/>
          </p:nvSpPr>
          <p:spPr>
            <a:xfrm>
              <a:off x="7727549" y="4470188"/>
              <a:ext cx="988578" cy="196850"/>
            </a:xfrm>
            <a:prstGeom prst="rect">
              <a:avLst/>
            </a:prstGeom>
            <a:noFill/>
            <a:ln/>
          </p:spPr>
          <p:txBody>
            <a:bodyPr wrap="square" lIns="0" tIns="0" rIns="0" bIns="0" rtlCol="0" anchor="ctr"/>
            <a:lstStyle/>
            <a:p>
              <a:pPr algn="ctr" indent="0" marL="0">
                <a:lnSpc>
                  <a:spcPts val="950"/>
                </a:lnSpc>
                <a:buNone/>
              </a:pPr>
              <a:r>
                <a:rPr lang="en-US" sz="950" spc="57" kern="0" b="0" i="0" dirty="0">
                  <a:solidFill>
                    <a:srgbClr val="070154"/>
                  </a:solidFill>
                  <a:latin typeface="IBM Plex Mono SemiBold"/>
                  <a:ea typeface="IBM Plex Mono SemiBold"/>
                  <a:cs typeface="IBM Plex Mono SemiBold"/>
                </a:rPr>
                <a:t>MASTER INDEX</a:t>
              </a:r>
              <a:endParaRPr lang="en-US" sz="950" spc="57" kern="0" b="0" i="0" dirty="0">
                <a:solidFill>
                  <a:srgbClr val="070154"/>
                </a:solidFill>
                <a:latin typeface="IBM Plex Mono SemiBold"/>
                <a:ea typeface="IBM Plex Mono SemiBold"/>
                <a:cs typeface="IBM Plex Mono SemiBold"/>
              </a:endParaRPr>
            </a:p>
          </p:txBody>
        </p:sp>
        <p:sp>
          <p:nvSpPr>
            <p:cNvPr id="28" name="node01.points.source-004.halo"/>
            <p:cNvSpPr/>
            <p:nvPr/>
          </p:nvSpPr>
          <p:spPr>
            <a:xfrm>
              <a:off x="7378299" y="1383030"/>
              <a:ext cx="266700" cy="266700"/>
            </a:xfrm>
            <a:prstGeom prst="ellipse">
              <a:avLst/>
            </a:prstGeom>
            <a:solidFill>
              <a:srgbClr val="FFFFFF"/>
            </a:solidFill>
            <a:ln>
              <a:noFill/>
            </a:ln>
          </p:spPr>
        </p:sp>
        <p:sp>
          <p:nvSpPr>
            <p:cNvPr id="29" name="node01.points.source-004.marker"/>
            <p:cNvSpPr/>
            <p:nvPr/>
          </p:nvSpPr>
          <p:spPr>
            <a:xfrm>
              <a:off x="7397349" y="1402080"/>
              <a:ext cx="228600" cy="228600"/>
            </a:xfrm>
            <a:prstGeom prst="ellipse">
              <a:avLst/>
            </a:prstGeom>
            <a:solidFill>
              <a:srgbClr val="070154"/>
            </a:solidFill>
            <a:ln>
              <a:noFill/>
            </a:ln>
          </p:spPr>
        </p:sp>
        <p:sp>
          <p:nvSpPr>
            <p:cNvPr id="30" name="node01.points.source-004.number"/>
            <p:cNvSpPr/>
            <p:nvPr/>
          </p:nvSpPr>
          <p:spPr>
            <a:xfrm>
              <a:off x="7397349" y="1402080"/>
              <a:ext cx="228600" cy="228600"/>
            </a:xfrm>
            <a:prstGeom prst="rect">
              <a:avLst/>
            </a:prstGeom>
            <a:noFill/>
            <a:ln/>
          </p:spPr>
          <p:txBody>
            <a:bodyPr wrap="square" lIns="0" tIns="0" rIns="0" bIns="0" rtlCol="0" anchor="ctr"/>
            <a:lstStyle/>
            <a:p>
              <a:pPr algn="ctr" indent="0" marL="0">
                <a:lnSpc>
                  <a:spcPts val="1000"/>
                </a:lnSpc>
                <a:buNone/>
              </a:pPr>
              <a:r>
                <a:rPr lang="en-US" sz="1000" spc="0" kern="0" b="0" i="0" dirty="0">
                  <a:solidFill>
                    <a:srgbClr val="FFFFFF"/>
                  </a:solidFill>
                  <a:latin typeface="IBM Plex Mono SemiBold"/>
                  <a:ea typeface="IBM Plex Mono SemiBold"/>
                  <a:cs typeface="IBM Plex Mono SemiBold"/>
                </a:rPr>
                <a:t>4</a:t>
              </a:r>
              <a:endParaRPr lang="en-US" sz="1000" spc="0" kern="0" b="0" i="0" dirty="0">
                <a:solidFill>
                  <a:srgbClr val="FFFFFF"/>
                </a:solidFill>
                <a:latin typeface="IBM Plex Mono SemiBold"/>
                <a:ea typeface="IBM Plex Mono SemiBold"/>
                <a:cs typeface="IBM Plex Mono SemiBold"/>
              </a:endParaRPr>
            </a:p>
          </p:txBody>
        </p:sp>
        <p:sp>
          <p:nvSpPr>
            <p:cNvPr id="31" name="node01.points.source-004.badge"/>
            <p:cNvSpPr/>
            <p:nvPr/>
          </p:nvSpPr>
          <p:spPr>
            <a:xfrm>
              <a:off x="7668811" y="1422718"/>
              <a:ext cx="704729" cy="187325"/>
            </a:xfrm>
            <a:prstGeom prst="rect">
              <a:avLst/>
            </a:prstGeom>
            <a:solidFill>
              <a:srgbClr val="FFFFFF"/>
            </a:solidFill>
            <a:ln w="9525">
              <a:solidFill>
                <a:srgbClr val="070154"/>
              </a:solidFill>
              <a:prstDash val="solid"/>
            </a:ln>
          </p:spPr>
        </p:sp>
        <p:sp>
          <p:nvSpPr>
            <p:cNvPr id="32" name="node01.points.source-004.label"/>
            <p:cNvSpPr/>
            <p:nvPr/>
          </p:nvSpPr>
          <p:spPr>
            <a:xfrm>
              <a:off x="7727549" y="1417955"/>
              <a:ext cx="587254" cy="196850"/>
            </a:xfrm>
            <a:prstGeom prst="rect">
              <a:avLst/>
            </a:prstGeom>
            <a:noFill/>
            <a:ln/>
          </p:spPr>
          <p:txBody>
            <a:bodyPr wrap="square" lIns="0" tIns="0" rIns="0" bIns="0" rtlCol="0" anchor="ctr"/>
            <a:lstStyle/>
            <a:p>
              <a:pPr algn="ctr" indent="0" marL="0">
                <a:lnSpc>
                  <a:spcPts val="950"/>
                </a:lnSpc>
                <a:buNone/>
              </a:pPr>
              <a:r>
                <a:rPr lang="en-US" sz="950" spc="57" kern="0" b="0" i="0" dirty="0">
                  <a:solidFill>
                    <a:srgbClr val="070154"/>
                  </a:solidFill>
                  <a:latin typeface="IBM Plex Mono SemiBold"/>
                  <a:ea typeface="IBM Plex Mono SemiBold"/>
                  <a:cs typeface="IBM Plex Mono SemiBold"/>
                </a:rPr>
                <a:t>APPEALS</a:t>
              </a:r>
              <a:endParaRPr lang="en-US" sz="950" spc="57" kern="0" b="0" i="0" dirty="0">
                <a:solidFill>
                  <a:srgbClr val="070154"/>
                </a:solidFill>
                <a:latin typeface="IBM Plex Mono SemiBold"/>
                <a:ea typeface="IBM Plex Mono SemiBold"/>
                <a:cs typeface="IBM Plex Mono SemiBold"/>
              </a:endParaRPr>
            </a:p>
          </p:txBody>
        </p:sp>
        <p:sp>
          <p:nvSpPr>
            <p:cNvPr id="33" name="node01.points.source-005.halo"/>
            <p:cNvSpPr/>
            <p:nvPr/>
          </p:nvSpPr>
          <p:spPr>
            <a:xfrm>
              <a:off x="6460998" y="3225698"/>
              <a:ext cx="266700" cy="266700"/>
            </a:xfrm>
            <a:prstGeom prst="ellipse">
              <a:avLst/>
            </a:prstGeom>
            <a:solidFill>
              <a:srgbClr val="FFFFFF"/>
            </a:solidFill>
            <a:ln>
              <a:noFill/>
            </a:ln>
          </p:spPr>
        </p:sp>
        <p:sp>
          <p:nvSpPr>
            <p:cNvPr id="34" name="node01.points.source-005.marker"/>
            <p:cNvSpPr/>
            <p:nvPr/>
          </p:nvSpPr>
          <p:spPr>
            <a:xfrm>
              <a:off x="6480048" y="3244748"/>
              <a:ext cx="228600" cy="228600"/>
            </a:xfrm>
            <a:prstGeom prst="ellipse">
              <a:avLst/>
            </a:prstGeom>
            <a:solidFill>
              <a:srgbClr val="070154"/>
            </a:solidFill>
            <a:ln>
              <a:noFill/>
            </a:ln>
          </p:spPr>
        </p:sp>
        <p:sp>
          <p:nvSpPr>
            <p:cNvPr id="35" name="node01.points.source-005.number"/>
            <p:cNvSpPr/>
            <p:nvPr/>
          </p:nvSpPr>
          <p:spPr>
            <a:xfrm>
              <a:off x="6480048" y="3244748"/>
              <a:ext cx="228600" cy="228600"/>
            </a:xfrm>
            <a:prstGeom prst="rect">
              <a:avLst/>
            </a:prstGeom>
            <a:noFill/>
            <a:ln/>
          </p:spPr>
          <p:txBody>
            <a:bodyPr wrap="square" lIns="0" tIns="0" rIns="0" bIns="0" rtlCol="0" anchor="ctr"/>
            <a:lstStyle/>
            <a:p>
              <a:pPr algn="ctr" indent="0" marL="0">
                <a:lnSpc>
                  <a:spcPts val="1000"/>
                </a:lnSpc>
                <a:buNone/>
              </a:pPr>
              <a:r>
                <a:rPr lang="en-US" sz="1000" spc="0" kern="0" b="0" i="0" dirty="0">
                  <a:solidFill>
                    <a:srgbClr val="FFFFFF"/>
                  </a:solidFill>
                  <a:latin typeface="IBM Plex Mono SemiBold"/>
                  <a:ea typeface="IBM Plex Mono SemiBold"/>
                  <a:cs typeface="IBM Plex Mono SemiBold"/>
                </a:rPr>
                <a:t>5</a:t>
              </a:r>
              <a:endParaRPr lang="en-US" sz="1000" spc="0" kern="0" b="0" i="0" dirty="0">
                <a:solidFill>
                  <a:srgbClr val="FFFFFF"/>
                </a:solidFill>
                <a:latin typeface="IBM Plex Mono SemiBold"/>
                <a:ea typeface="IBM Plex Mono SemiBold"/>
                <a:cs typeface="IBM Plex Mono SemiBold"/>
              </a:endParaRPr>
            </a:p>
          </p:txBody>
        </p:sp>
        <p:sp>
          <p:nvSpPr>
            <p:cNvPr id="36" name="node01.points.source-005.badge"/>
            <p:cNvSpPr/>
            <p:nvPr/>
          </p:nvSpPr>
          <p:spPr>
            <a:xfrm>
              <a:off x="6751511" y="3265386"/>
              <a:ext cx="624464" cy="187325"/>
            </a:xfrm>
            <a:prstGeom prst="rect">
              <a:avLst/>
            </a:prstGeom>
            <a:solidFill>
              <a:srgbClr val="FFFFFF"/>
            </a:solidFill>
            <a:ln w="9525">
              <a:solidFill>
                <a:srgbClr val="070154"/>
              </a:solidFill>
              <a:prstDash val="solid"/>
            </a:ln>
          </p:spPr>
        </p:sp>
        <p:sp>
          <p:nvSpPr>
            <p:cNvPr id="37" name="node01.points.source-005.label"/>
            <p:cNvSpPr/>
            <p:nvPr/>
          </p:nvSpPr>
          <p:spPr>
            <a:xfrm>
              <a:off x="6810248" y="3260623"/>
              <a:ext cx="506989" cy="196850"/>
            </a:xfrm>
            <a:prstGeom prst="rect">
              <a:avLst/>
            </a:prstGeom>
            <a:noFill/>
            <a:ln/>
          </p:spPr>
          <p:txBody>
            <a:bodyPr wrap="square" lIns="0" tIns="0" rIns="0" bIns="0" rtlCol="0" anchor="ctr"/>
            <a:lstStyle/>
            <a:p>
              <a:pPr algn="ctr" indent="0" marL="0">
                <a:lnSpc>
                  <a:spcPts val="950"/>
                </a:lnSpc>
                <a:buNone/>
              </a:pPr>
              <a:r>
                <a:rPr lang="en-US" sz="950" spc="57" kern="0" b="0" i="0" dirty="0">
                  <a:solidFill>
                    <a:srgbClr val="070154"/>
                  </a:solidFill>
                  <a:latin typeface="IBM Plex Mono SemiBold"/>
                  <a:ea typeface="IBM Plex Mono SemiBold"/>
                  <a:cs typeface="IBM Plex Mono SemiBold"/>
                </a:rPr>
                <a:t>CLAIMS</a:t>
              </a:r>
              <a:endParaRPr lang="en-US" sz="950" spc="57" kern="0" b="0" i="0" dirty="0">
                <a:solidFill>
                  <a:srgbClr val="070154"/>
                </a:solidFill>
                <a:latin typeface="IBM Plex Mono SemiBold"/>
                <a:ea typeface="IBM Plex Mono SemiBold"/>
                <a:cs typeface="IBM Plex Mono SemiBold"/>
              </a:endParaRPr>
            </a:p>
          </p:txBody>
        </p:sp>
        <p:sp>
          <p:nvSpPr>
            <p:cNvPr id="38" name="node01.points.source-006.halo"/>
            <p:cNvSpPr/>
            <p:nvPr/>
          </p:nvSpPr>
          <p:spPr>
            <a:xfrm>
              <a:off x="7523988" y="2752954"/>
              <a:ext cx="266700" cy="266700"/>
            </a:xfrm>
            <a:prstGeom prst="ellipse">
              <a:avLst/>
            </a:prstGeom>
            <a:solidFill>
              <a:srgbClr val="FFFFFF"/>
            </a:solidFill>
            <a:ln>
              <a:noFill/>
            </a:ln>
          </p:spPr>
        </p:sp>
        <p:sp>
          <p:nvSpPr>
            <p:cNvPr id="39" name="node01.points.source-006.marker"/>
            <p:cNvSpPr/>
            <p:nvPr/>
          </p:nvSpPr>
          <p:spPr>
            <a:xfrm>
              <a:off x="7543038" y="2772004"/>
              <a:ext cx="228600" cy="228600"/>
            </a:xfrm>
            <a:prstGeom prst="ellipse">
              <a:avLst/>
            </a:prstGeom>
            <a:solidFill>
              <a:srgbClr val="070154"/>
            </a:solidFill>
            <a:ln>
              <a:noFill/>
            </a:ln>
          </p:spPr>
        </p:sp>
        <p:sp>
          <p:nvSpPr>
            <p:cNvPr id="40" name="node01.points.source-006.number"/>
            <p:cNvSpPr/>
            <p:nvPr/>
          </p:nvSpPr>
          <p:spPr>
            <a:xfrm>
              <a:off x="7543038" y="2772004"/>
              <a:ext cx="228600" cy="228600"/>
            </a:xfrm>
            <a:prstGeom prst="rect">
              <a:avLst/>
            </a:prstGeom>
            <a:noFill/>
            <a:ln/>
          </p:spPr>
          <p:txBody>
            <a:bodyPr wrap="square" lIns="0" tIns="0" rIns="0" bIns="0" rtlCol="0" anchor="ctr"/>
            <a:lstStyle/>
            <a:p>
              <a:pPr algn="ctr" indent="0" marL="0">
                <a:lnSpc>
                  <a:spcPts val="1000"/>
                </a:lnSpc>
                <a:buNone/>
              </a:pPr>
              <a:r>
                <a:rPr lang="en-US" sz="1000" spc="0" kern="0" b="0" i="0" dirty="0">
                  <a:solidFill>
                    <a:srgbClr val="FFFFFF"/>
                  </a:solidFill>
                  <a:latin typeface="IBM Plex Mono SemiBold"/>
                  <a:ea typeface="IBM Plex Mono SemiBold"/>
                  <a:cs typeface="IBM Plex Mono SemiBold"/>
                </a:rPr>
                <a:t>6</a:t>
              </a:r>
              <a:endParaRPr lang="en-US" sz="1000" spc="0" kern="0" b="0" i="0" dirty="0">
                <a:solidFill>
                  <a:srgbClr val="FFFFFF"/>
                </a:solidFill>
                <a:latin typeface="IBM Plex Mono SemiBold"/>
                <a:ea typeface="IBM Plex Mono SemiBold"/>
                <a:cs typeface="IBM Plex Mono SemiBold"/>
              </a:endParaRPr>
            </a:p>
          </p:txBody>
        </p:sp>
        <p:sp>
          <p:nvSpPr>
            <p:cNvPr id="41" name="node01.points.source-006.badge"/>
            <p:cNvSpPr/>
            <p:nvPr/>
          </p:nvSpPr>
          <p:spPr>
            <a:xfrm>
              <a:off x="7814501" y="2792641"/>
              <a:ext cx="624464" cy="187325"/>
            </a:xfrm>
            <a:prstGeom prst="rect">
              <a:avLst/>
            </a:prstGeom>
            <a:solidFill>
              <a:srgbClr val="FFFFFF"/>
            </a:solidFill>
            <a:ln w="9525">
              <a:solidFill>
                <a:srgbClr val="070154"/>
              </a:solidFill>
              <a:prstDash val="solid"/>
            </a:ln>
          </p:spPr>
        </p:sp>
        <p:sp>
          <p:nvSpPr>
            <p:cNvPr id="42" name="node01.points.source-006.label"/>
            <p:cNvSpPr/>
            <p:nvPr/>
          </p:nvSpPr>
          <p:spPr>
            <a:xfrm>
              <a:off x="7873238" y="2787879"/>
              <a:ext cx="506989" cy="196850"/>
            </a:xfrm>
            <a:prstGeom prst="rect">
              <a:avLst/>
            </a:prstGeom>
            <a:noFill/>
            <a:ln/>
          </p:spPr>
          <p:txBody>
            <a:bodyPr wrap="square" lIns="0" tIns="0" rIns="0" bIns="0" rtlCol="0" anchor="ctr"/>
            <a:lstStyle/>
            <a:p>
              <a:pPr algn="ctr" indent="0" marL="0">
                <a:lnSpc>
                  <a:spcPts val="950"/>
                </a:lnSpc>
                <a:buNone/>
              </a:pPr>
              <a:r>
                <a:rPr lang="en-US" sz="950" spc="57" kern="0" b="0" i="0" dirty="0">
                  <a:solidFill>
                    <a:srgbClr val="070154"/>
                  </a:solidFill>
                  <a:latin typeface="IBM Plex Mono SemiBold"/>
                  <a:ea typeface="IBM Plex Mono SemiBold"/>
                  <a:cs typeface="IBM Plex Mono SemiBold"/>
                </a:rPr>
                <a:t>CODING</a:t>
              </a:r>
              <a:endParaRPr lang="en-US" sz="950" spc="57" kern="0" b="0" i="0" dirty="0">
                <a:solidFill>
                  <a:srgbClr val="070154"/>
                </a:solidFill>
                <a:latin typeface="IBM Plex Mono SemiBold"/>
                <a:ea typeface="IBM Plex Mono SemiBold"/>
                <a:cs typeface="IBM Plex Mono SemiBold"/>
              </a:endParaRPr>
            </a:p>
          </p:txBody>
        </p:sp>
      </p:grpSp>
      <p:grpSp>
        <p:nvGrpSpPr>
          <p:cNvPr id="62" name="node02"/>
          <p:cNvGrpSpPr/>
          <p:nvPr/>
        </p:nvGrpSpPr>
        <p:grpSpPr>
          <a:xfrm>
            <a:off x="723900" y="2057400"/>
            <a:ext cx="3429000" cy="3505200"/>
            <a:chOff x="723900" y="2057400"/>
            <a:chExt cx="3429000" cy="3505200"/>
          </a:xfrm>
        </p:grpSpPr>
        <p:sp>
          <p:nvSpPr>
            <p:cNvPr id="43" name="node02.source-001.number"/>
            <p:cNvSpPr/>
            <p:nvPr/>
          </p:nvSpPr>
          <p:spPr>
            <a:xfrm>
              <a:off x="723900" y="2057400"/>
              <a:ext cx="381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047FF"/>
                  </a:solidFill>
                  <a:latin typeface="IBM Plex Mono SemiBold"/>
                  <a:ea typeface="IBM Plex Mono SemiBold"/>
                  <a:cs typeface="IBM Plex Mono SemiBold"/>
                </a:rPr>
                <a:t>01</a:t>
              </a:r>
              <a:endParaRPr lang="en-US" sz="1200" spc="0" kern="0" b="0" i="0" dirty="0">
                <a:solidFill>
                  <a:srgbClr val="0047FF"/>
                </a:solidFill>
                <a:latin typeface="IBM Plex Mono SemiBold"/>
                <a:ea typeface="IBM Plex Mono SemiBold"/>
                <a:cs typeface="IBM Plex Mono SemiBold"/>
              </a:endParaRPr>
            </a:p>
          </p:txBody>
        </p:sp>
        <p:sp>
          <p:nvSpPr>
            <p:cNvPr id="44" name="node02.source-001.title"/>
            <p:cNvSpPr/>
            <p:nvPr/>
          </p:nvSpPr>
          <p:spPr>
            <a:xfrm>
              <a:off x="1257300" y="2057400"/>
              <a:ext cx="2895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Denial prediction</a:t>
              </a:r>
              <a:endParaRPr lang="en-US" sz="1200" spc="0" kern="0" b="0" i="0" dirty="0">
                <a:solidFill>
                  <a:srgbClr val="070154"/>
                </a:solidFill>
                <a:latin typeface="IBM Plex Sans SemiBold"/>
                <a:ea typeface="IBM Plex Sans SemiBold"/>
                <a:cs typeface="IBM Plex Sans SemiBold"/>
              </a:endParaRPr>
            </a:p>
          </p:txBody>
        </p:sp>
        <p:sp>
          <p:nvSpPr>
            <p:cNvPr id="45" name="node02.source-001.text"/>
            <p:cNvSpPr/>
            <p:nvPr/>
          </p:nvSpPr>
          <p:spPr>
            <a:xfrm>
              <a:off x="1257300" y="2286000"/>
              <a:ext cx="2895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AI only.</a:t>
              </a:r>
              <a:endParaRPr lang="en-US" sz="1200" spc="0" kern="0" b="0" i="0" dirty="0">
                <a:solidFill>
                  <a:srgbClr val="50658E"/>
                </a:solidFill>
                <a:latin typeface="IBM Plex Sans"/>
                <a:ea typeface="IBM Plex Sans"/>
                <a:cs typeface="IBM Plex Sans"/>
              </a:endParaRPr>
            </a:p>
          </p:txBody>
        </p:sp>
        <p:sp>
          <p:nvSpPr>
            <p:cNvPr id="46" name="node02.source-002.number"/>
            <p:cNvSpPr/>
            <p:nvPr/>
          </p:nvSpPr>
          <p:spPr>
            <a:xfrm>
              <a:off x="723900" y="2667000"/>
              <a:ext cx="381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047FF"/>
                  </a:solidFill>
                  <a:latin typeface="IBM Plex Mono SemiBold"/>
                  <a:ea typeface="IBM Plex Mono SemiBold"/>
                  <a:cs typeface="IBM Plex Mono SemiBold"/>
                </a:rPr>
                <a:t>02</a:t>
              </a:r>
              <a:endParaRPr lang="en-US" sz="1200" spc="0" kern="0" b="0" i="0" dirty="0">
                <a:solidFill>
                  <a:srgbClr val="0047FF"/>
                </a:solidFill>
                <a:latin typeface="IBM Plex Mono SemiBold"/>
                <a:ea typeface="IBM Plex Mono SemiBold"/>
                <a:cs typeface="IBM Plex Mono SemiBold"/>
              </a:endParaRPr>
            </a:p>
          </p:txBody>
        </p:sp>
        <p:sp>
          <p:nvSpPr>
            <p:cNvPr id="47" name="node02.source-002.title"/>
            <p:cNvSpPr/>
            <p:nvPr/>
          </p:nvSpPr>
          <p:spPr>
            <a:xfrm>
              <a:off x="1257300" y="2667000"/>
              <a:ext cx="2895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Intake redesign</a:t>
              </a:r>
              <a:endParaRPr lang="en-US" sz="1200" spc="0" kern="0" b="0" i="0" dirty="0">
                <a:solidFill>
                  <a:srgbClr val="070154"/>
                </a:solidFill>
                <a:latin typeface="IBM Plex Sans SemiBold"/>
                <a:ea typeface="IBM Plex Sans SemiBold"/>
                <a:cs typeface="IBM Plex Sans SemiBold"/>
              </a:endParaRPr>
            </a:p>
          </p:txBody>
        </p:sp>
        <p:sp>
          <p:nvSpPr>
            <p:cNvPr id="48" name="node02.source-002.text"/>
            <p:cNvSpPr/>
            <p:nvPr/>
          </p:nvSpPr>
          <p:spPr>
            <a:xfrm>
              <a:off x="1257300" y="2895600"/>
              <a:ext cx="2895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Process only.</a:t>
              </a:r>
              <a:endParaRPr lang="en-US" sz="1200" spc="0" kern="0" b="0" i="0" dirty="0">
                <a:solidFill>
                  <a:srgbClr val="50658E"/>
                </a:solidFill>
                <a:latin typeface="IBM Plex Sans"/>
                <a:ea typeface="IBM Plex Sans"/>
                <a:cs typeface="IBM Plex Sans"/>
              </a:endParaRPr>
            </a:p>
          </p:txBody>
        </p:sp>
        <p:sp>
          <p:nvSpPr>
            <p:cNvPr id="49" name="node02.source-003.number"/>
            <p:cNvSpPr/>
            <p:nvPr/>
          </p:nvSpPr>
          <p:spPr>
            <a:xfrm>
              <a:off x="723900" y="3276600"/>
              <a:ext cx="381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047FF"/>
                  </a:solidFill>
                  <a:latin typeface="IBM Plex Mono SemiBold"/>
                  <a:ea typeface="IBM Plex Mono SemiBold"/>
                  <a:cs typeface="IBM Plex Mono SemiBold"/>
                </a:rPr>
                <a:t>03</a:t>
              </a:r>
              <a:endParaRPr lang="en-US" sz="1200" spc="0" kern="0" b="0" i="0" dirty="0">
                <a:solidFill>
                  <a:srgbClr val="0047FF"/>
                </a:solidFill>
                <a:latin typeface="IBM Plex Mono SemiBold"/>
                <a:ea typeface="IBM Plex Mono SemiBold"/>
                <a:cs typeface="IBM Plex Mono SemiBold"/>
              </a:endParaRPr>
            </a:p>
          </p:txBody>
        </p:sp>
        <p:sp>
          <p:nvSpPr>
            <p:cNvPr id="50" name="node02.source-003.title"/>
            <p:cNvSpPr/>
            <p:nvPr/>
          </p:nvSpPr>
          <p:spPr>
            <a:xfrm>
              <a:off x="1257300" y="3276600"/>
              <a:ext cx="2895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Patient master index</a:t>
              </a:r>
              <a:endParaRPr lang="en-US" sz="1200" spc="0" kern="0" b="0" i="0" dirty="0">
                <a:solidFill>
                  <a:srgbClr val="070154"/>
                </a:solidFill>
                <a:latin typeface="IBM Plex Sans SemiBold"/>
                <a:ea typeface="IBM Plex Sans SemiBold"/>
                <a:cs typeface="IBM Plex Sans SemiBold"/>
              </a:endParaRPr>
            </a:p>
          </p:txBody>
        </p:sp>
        <p:sp>
          <p:nvSpPr>
            <p:cNvPr id="51" name="node02.source-003.text"/>
            <p:cNvSpPr/>
            <p:nvPr/>
          </p:nvSpPr>
          <p:spPr>
            <a:xfrm>
              <a:off x="1257300" y="3505200"/>
              <a:ext cx="2895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Data only.</a:t>
              </a:r>
              <a:endParaRPr lang="en-US" sz="1200" spc="0" kern="0" b="0" i="0" dirty="0">
                <a:solidFill>
                  <a:srgbClr val="50658E"/>
                </a:solidFill>
                <a:latin typeface="IBM Plex Sans"/>
                <a:ea typeface="IBM Plex Sans"/>
                <a:cs typeface="IBM Plex Sans"/>
              </a:endParaRPr>
            </a:p>
          </p:txBody>
        </p:sp>
        <p:sp>
          <p:nvSpPr>
            <p:cNvPr id="52" name="node02.source-004.number"/>
            <p:cNvSpPr/>
            <p:nvPr/>
          </p:nvSpPr>
          <p:spPr>
            <a:xfrm>
              <a:off x="723900" y="3886200"/>
              <a:ext cx="381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047FF"/>
                  </a:solidFill>
                  <a:latin typeface="IBM Plex Mono SemiBold"/>
                  <a:ea typeface="IBM Plex Mono SemiBold"/>
                  <a:cs typeface="IBM Plex Mono SemiBold"/>
                </a:rPr>
                <a:t>04</a:t>
              </a:r>
              <a:endParaRPr lang="en-US" sz="1200" spc="0" kern="0" b="0" i="0" dirty="0">
                <a:solidFill>
                  <a:srgbClr val="0047FF"/>
                </a:solidFill>
                <a:latin typeface="IBM Plex Mono SemiBold"/>
                <a:ea typeface="IBM Plex Mono SemiBold"/>
                <a:cs typeface="IBM Plex Mono SemiBold"/>
              </a:endParaRPr>
            </a:p>
          </p:txBody>
        </p:sp>
        <p:sp>
          <p:nvSpPr>
            <p:cNvPr id="53" name="node02.source-004.title"/>
            <p:cNvSpPr/>
            <p:nvPr/>
          </p:nvSpPr>
          <p:spPr>
            <a:xfrm>
              <a:off x="1257300" y="3886200"/>
              <a:ext cx="2895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Appeal drafting</a:t>
              </a:r>
              <a:endParaRPr lang="en-US" sz="1200" spc="0" kern="0" b="0" i="0" dirty="0">
                <a:solidFill>
                  <a:srgbClr val="070154"/>
                </a:solidFill>
                <a:latin typeface="IBM Plex Sans SemiBold"/>
                <a:ea typeface="IBM Plex Sans SemiBold"/>
                <a:cs typeface="IBM Plex Sans SemiBold"/>
              </a:endParaRPr>
            </a:p>
          </p:txBody>
        </p:sp>
        <p:sp>
          <p:nvSpPr>
            <p:cNvPr id="54" name="node02.source-004.text"/>
            <p:cNvSpPr/>
            <p:nvPr/>
          </p:nvSpPr>
          <p:spPr>
            <a:xfrm>
              <a:off x="1257300" y="4114800"/>
              <a:ext cx="2895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AI and process.</a:t>
              </a:r>
              <a:endParaRPr lang="en-US" sz="1200" spc="0" kern="0" b="0" i="0" dirty="0">
                <a:solidFill>
                  <a:srgbClr val="50658E"/>
                </a:solidFill>
                <a:latin typeface="IBM Plex Sans"/>
                <a:ea typeface="IBM Plex Sans"/>
                <a:cs typeface="IBM Plex Sans"/>
              </a:endParaRPr>
            </a:p>
          </p:txBody>
        </p:sp>
        <p:sp>
          <p:nvSpPr>
            <p:cNvPr id="55" name="node02.source-005.number"/>
            <p:cNvSpPr/>
            <p:nvPr/>
          </p:nvSpPr>
          <p:spPr>
            <a:xfrm>
              <a:off x="723900" y="4495800"/>
              <a:ext cx="381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047FF"/>
                  </a:solidFill>
                  <a:latin typeface="IBM Plex Mono SemiBold"/>
                  <a:ea typeface="IBM Plex Mono SemiBold"/>
                  <a:cs typeface="IBM Plex Mono SemiBold"/>
                </a:rPr>
                <a:t>05</a:t>
              </a:r>
              <a:endParaRPr lang="en-US" sz="1200" spc="0" kern="0" b="0" i="0" dirty="0">
                <a:solidFill>
                  <a:srgbClr val="0047FF"/>
                </a:solidFill>
                <a:latin typeface="IBM Plex Mono SemiBold"/>
                <a:ea typeface="IBM Plex Mono SemiBold"/>
                <a:cs typeface="IBM Plex Mono SemiBold"/>
              </a:endParaRPr>
            </a:p>
          </p:txBody>
        </p:sp>
        <p:sp>
          <p:nvSpPr>
            <p:cNvPr id="56" name="node02.source-005.title"/>
            <p:cNvSpPr/>
            <p:nvPr/>
          </p:nvSpPr>
          <p:spPr>
            <a:xfrm>
              <a:off x="1257300" y="4495800"/>
              <a:ext cx="2895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Claims analytics</a:t>
              </a:r>
              <a:endParaRPr lang="en-US" sz="1200" spc="0" kern="0" b="0" i="0" dirty="0">
                <a:solidFill>
                  <a:srgbClr val="070154"/>
                </a:solidFill>
                <a:latin typeface="IBM Plex Sans SemiBold"/>
                <a:ea typeface="IBM Plex Sans SemiBold"/>
                <a:cs typeface="IBM Plex Sans SemiBold"/>
              </a:endParaRPr>
            </a:p>
          </p:txBody>
        </p:sp>
        <p:sp>
          <p:nvSpPr>
            <p:cNvPr id="57" name="node02.source-005.text"/>
            <p:cNvSpPr/>
            <p:nvPr/>
          </p:nvSpPr>
          <p:spPr>
            <a:xfrm>
              <a:off x="1257300" y="4724400"/>
              <a:ext cx="2895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AI and data.</a:t>
              </a:r>
              <a:endParaRPr lang="en-US" sz="1200" spc="0" kern="0" b="0" i="0" dirty="0">
                <a:solidFill>
                  <a:srgbClr val="50658E"/>
                </a:solidFill>
                <a:latin typeface="IBM Plex Sans"/>
                <a:ea typeface="IBM Plex Sans"/>
                <a:cs typeface="IBM Plex Sans"/>
              </a:endParaRPr>
            </a:p>
          </p:txBody>
        </p:sp>
        <p:sp>
          <p:nvSpPr>
            <p:cNvPr id="58" name="node02.source-006.number"/>
            <p:cNvSpPr/>
            <p:nvPr/>
          </p:nvSpPr>
          <p:spPr>
            <a:xfrm>
              <a:off x="723900" y="5105400"/>
              <a:ext cx="381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047FF"/>
                  </a:solidFill>
                  <a:latin typeface="IBM Plex Mono SemiBold"/>
                  <a:ea typeface="IBM Plex Mono SemiBold"/>
                  <a:cs typeface="IBM Plex Mono SemiBold"/>
                </a:rPr>
                <a:t>06</a:t>
              </a:r>
              <a:endParaRPr lang="en-US" sz="1200" spc="0" kern="0" b="0" i="0" dirty="0">
                <a:solidFill>
                  <a:srgbClr val="0047FF"/>
                </a:solidFill>
                <a:latin typeface="IBM Plex Mono SemiBold"/>
                <a:ea typeface="IBM Plex Mono SemiBold"/>
                <a:cs typeface="IBM Plex Mono SemiBold"/>
              </a:endParaRPr>
            </a:p>
          </p:txBody>
        </p:sp>
        <p:sp>
          <p:nvSpPr>
            <p:cNvPr id="59" name="node02.source-006.title"/>
            <p:cNvSpPr/>
            <p:nvPr/>
          </p:nvSpPr>
          <p:spPr>
            <a:xfrm>
              <a:off x="1257300" y="5105400"/>
              <a:ext cx="2895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Autonomous coding</a:t>
              </a:r>
              <a:endParaRPr lang="en-US" sz="1200" spc="0" kern="0" b="0" i="0" dirty="0">
                <a:solidFill>
                  <a:srgbClr val="070154"/>
                </a:solidFill>
                <a:latin typeface="IBM Plex Sans SemiBold"/>
                <a:ea typeface="IBM Plex Sans SemiBold"/>
                <a:cs typeface="IBM Plex Sans SemiBold"/>
              </a:endParaRPr>
            </a:p>
          </p:txBody>
        </p:sp>
        <p:sp>
          <p:nvSpPr>
            <p:cNvPr id="60" name="node02.source-006.text"/>
            <p:cNvSpPr/>
            <p:nvPr/>
          </p:nvSpPr>
          <p:spPr>
            <a:xfrm>
              <a:off x="1257300" y="5334000"/>
              <a:ext cx="2895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All three.</a:t>
              </a:r>
              <a:endParaRPr lang="en-US" sz="1200" spc="0" kern="0" b="0" i="0" dirty="0">
                <a:solidFill>
                  <a:srgbClr val="50658E"/>
                </a:solidFill>
                <a:latin typeface="IBM Plex Sans"/>
                <a:ea typeface="IBM Plex Sans"/>
                <a:cs typeface="IBM Plex Sans"/>
              </a:endParaRPr>
            </a:p>
          </p:txBody>
        </p:sp>
      </p:grpSp>
    </p:spTree>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name="source-617">
    <p:spTree>
      <p:nvGrpSpPr>
        <p:cNvPr id="1" name=""/>
        <p:cNvGrpSpPr/>
        <p:nvPr/>
      </p:nvGrpSpPr>
      <p:grpSpPr>
        <a:xfrm>
          <a:off x="0" y="0"/>
          <a:ext cx="0" cy="0"/>
          <a:chOff x="0" y="0"/>
          <a:chExt cx="0" cy="0"/>
        </a:xfrm>
      </p:grpSpPr>
      <p:sp>
        <p:nvSpPr>
          <p:cNvPr id="3" name="eyebrow"/>
          <p:cNvSpPr/>
          <p:nvPr/>
        </p:nvSpPr>
        <p:spPr>
          <a:xfrm>
            <a:off x="8039100" y="457200"/>
            <a:ext cx="34290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INITIATIVE PORTFOLIO</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8039100" y="685800"/>
            <a:ext cx="3429000" cy="9144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Most AI initiatives cut cost, few grow revenue</a:t>
            </a:r>
            <a:endParaRPr lang="en-US" sz="2400" spc="-36" kern="0" b="0" i="0" dirty="0">
              <a:solidFill>
                <a:srgbClr val="070154"/>
              </a:solidFill>
              <a:latin typeface="IBM Plex Sans SemiBold"/>
              <a:ea typeface="IBM Plex Sans SemiBold"/>
              <a:cs typeface="IBM Plex Sans SemiBold"/>
            </a:endParaRPr>
          </a:p>
        </p:txBody>
      </p:sp>
      <p:sp>
        <p:nvSpPr>
          <p:cNvPr id="5" name="source"/>
          <p:cNvSpPr/>
          <p:nvPr/>
        </p:nvSpPr>
        <p:spPr>
          <a:xfrm>
            <a:off x="8039100" y="5829300"/>
            <a:ext cx="34290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Northfield finance and operations workshops, Sep 2026.</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195</a:t>
            </a:fld>
            <a:endParaRPr lang="en-US" sz="700" spc="0" kern="0" b="0" i="0" dirty="0">
              <a:solidFill>
                <a:srgbClr val="070154"/>
              </a:solidFill>
              <a:latin typeface="IBM Plex Mono SemiBold"/>
              <a:ea typeface="IBM Plex Mono SemiBold"/>
              <a:cs typeface="IBM Plex Mono SemiBold"/>
            </a:endParaRPr>
          </a:p>
        </p:txBody>
      </p:sp>
      <p:grpSp>
        <p:nvGrpSpPr>
          <p:cNvPr id="51" name="node01"/>
          <p:cNvGrpSpPr/>
          <p:nvPr/>
        </p:nvGrpSpPr>
        <p:grpSpPr>
          <a:xfrm>
            <a:off x="831850" y="457200"/>
            <a:ext cx="6871970" cy="5257800"/>
            <a:chOff x="831850" y="457200"/>
            <a:chExt cx="6871970" cy="5257800"/>
          </a:xfrm>
        </p:grpSpPr>
        <p:sp>
          <p:nvSpPr>
            <p:cNvPr id="7" name="node01.sets.source-001.circle"/>
            <p:cNvSpPr/>
            <p:nvPr/>
          </p:nvSpPr>
          <p:spPr>
            <a:xfrm>
              <a:off x="838200" y="942340"/>
              <a:ext cx="4287520" cy="4287520"/>
            </a:xfrm>
            <a:prstGeom prst="ellipse">
              <a:avLst/>
            </a:prstGeom>
            <a:solidFill>
              <a:srgbClr val="E8EEF8">
                <a:alpha val="70000"/>
              </a:srgbClr>
            </a:solidFill>
            <a:ln w="12700">
              <a:solidFill>
                <a:srgbClr val="070154"/>
              </a:solidFill>
              <a:prstDash val="solid"/>
            </a:ln>
          </p:spPr>
        </p:sp>
        <p:sp>
          <p:nvSpPr>
            <p:cNvPr id="8" name="node01.sets.source-002.circle"/>
            <p:cNvSpPr/>
            <p:nvPr/>
          </p:nvSpPr>
          <p:spPr>
            <a:xfrm>
              <a:off x="3409950" y="942340"/>
              <a:ext cx="4287520" cy="4287520"/>
            </a:xfrm>
            <a:prstGeom prst="ellipse">
              <a:avLst/>
            </a:prstGeom>
            <a:solidFill>
              <a:srgbClr val="CED7E6">
                <a:alpha val="70000"/>
              </a:srgbClr>
            </a:solidFill>
            <a:ln w="12700">
              <a:solidFill>
                <a:srgbClr val="070154"/>
              </a:solidFill>
              <a:prstDash val="solid"/>
            </a:ln>
          </p:spPr>
        </p:sp>
        <p:sp>
          <p:nvSpPr>
            <p:cNvPr id="9" name="node01.sets.source-001.label"/>
            <p:cNvSpPr/>
            <p:nvPr/>
          </p:nvSpPr>
          <p:spPr>
            <a:xfrm>
              <a:off x="1063228" y="2962275"/>
              <a:ext cx="2035969" cy="247650"/>
            </a:xfrm>
            <a:prstGeom prst="rect">
              <a:avLst/>
            </a:prstGeom>
            <a:noFill/>
            <a:ln/>
          </p:spPr>
          <p:txBody>
            <a:bodyPr wrap="square" lIns="0" tIns="0" rIns="0" bIns="0" rtlCol="0" anchor="ctr"/>
            <a:lstStyle/>
            <a:p>
              <a:pPr algn="ctr" indent="0" marL="0">
                <a:lnSpc>
                  <a:spcPts val="1625"/>
                </a:lnSpc>
                <a:buNone/>
              </a:pPr>
              <a:r>
                <a:rPr lang="en-US" sz="1300" spc="78" kern="0" b="0" i="0" dirty="0">
                  <a:solidFill>
                    <a:srgbClr val="070154"/>
                  </a:solidFill>
                  <a:latin typeface="IBM Plex Mono SemiBold"/>
                  <a:ea typeface="IBM Plex Mono SemiBold"/>
                  <a:cs typeface="IBM Plex Mono SemiBold"/>
                </a:rPr>
                <a:t>COST OUT</a:t>
              </a:r>
              <a:endParaRPr lang="en-US" sz="1300" spc="78" kern="0" b="0" i="0" dirty="0">
                <a:solidFill>
                  <a:srgbClr val="070154"/>
                </a:solidFill>
                <a:latin typeface="IBM Plex Mono SemiBold"/>
                <a:ea typeface="IBM Plex Mono SemiBold"/>
                <a:cs typeface="IBM Plex Mono SemiBold"/>
              </a:endParaRPr>
            </a:p>
          </p:txBody>
        </p:sp>
        <p:sp>
          <p:nvSpPr>
            <p:cNvPr id="10" name="node01.sets.source-002.label"/>
            <p:cNvSpPr/>
            <p:nvPr/>
          </p:nvSpPr>
          <p:spPr>
            <a:xfrm>
              <a:off x="5435203" y="2962275"/>
              <a:ext cx="2035969" cy="247650"/>
            </a:xfrm>
            <a:prstGeom prst="rect">
              <a:avLst/>
            </a:prstGeom>
            <a:noFill/>
            <a:ln/>
          </p:spPr>
          <p:txBody>
            <a:bodyPr wrap="square" lIns="0" tIns="0" rIns="0" bIns="0" rtlCol="0" anchor="ctr"/>
            <a:lstStyle/>
            <a:p>
              <a:pPr algn="ctr" indent="0" marL="0">
                <a:lnSpc>
                  <a:spcPts val="1625"/>
                </a:lnSpc>
                <a:buNone/>
              </a:pPr>
              <a:r>
                <a:rPr lang="en-US" sz="1300" spc="78" kern="0" b="0" i="0" dirty="0">
                  <a:solidFill>
                    <a:srgbClr val="070154"/>
                  </a:solidFill>
                  <a:latin typeface="IBM Plex Mono SemiBold"/>
                  <a:ea typeface="IBM Plex Mono SemiBold"/>
                  <a:cs typeface="IBM Plex Mono SemiBold"/>
                </a:rPr>
                <a:t>REVENUE UP</a:t>
              </a:r>
              <a:endParaRPr lang="en-US" sz="1300" spc="78" kern="0" b="0" i="0" dirty="0">
                <a:solidFill>
                  <a:srgbClr val="070154"/>
                </a:solidFill>
                <a:latin typeface="IBM Plex Mono SemiBold"/>
                <a:ea typeface="IBM Plex Mono SemiBold"/>
                <a:cs typeface="IBM Plex Mono SemiBold"/>
              </a:endParaRPr>
            </a:p>
          </p:txBody>
        </p:sp>
        <p:sp>
          <p:nvSpPr>
            <p:cNvPr id="11" name="node01.points.source-001.halo"/>
            <p:cNvSpPr/>
            <p:nvPr/>
          </p:nvSpPr>
          <p:spPr>
            <a:xfrm>
              <a:off x="2103882" y="1796034"/>
              <a:ext cx="266700" cy="266700"/>
            </a:xfrm>
            <a:prstGeom prst="ellipse">
              <a:avLst/>
            </a:prstGeom>
            <a:solidFill>
              <a:srgbClr val="FFFFFF"/>
            </a:solidFill>
            <a:ln>
              <a:noFill/>
            </a:ln>
          </p:spPr>
        </p:sp>
        <p:sp>
          <p:nvSpPr>
            <p:cNvPr id="12" name="node01.points.source-001.marker"/>
            <p:cNvSpPr/>
            <p:nvPr/>
          </p:nvSpPr>
          <p:spPr>
            <a:xfrm>
              <a:off x="2122932" y="1815084"/>
              <a:ext cx="228600" cy="228600"/>
            </a:xfrm>
            <a:prstGeom prst="ellipse">
              <a:avLst/>
            </a:prstGeom>
            <a:solidFill>
              <a:srgbClr val="070154"/>
            </a:solidFill>
            <a:ln>
              <a:noFill/>
            </a:ln>
          </p:spPr>
        </p:sp>
        <p:sp>
          <p:nvSpPr>
            <p:cNvPr id="13" name="node01.points.source-001.number"/>
            <p:cNvSpPr/>
            <p:nvPr/>
          </p:nvSpPr>
          <p:spPr>
            <a:xfrm>
              <a:off x="2122932" y="1815084"/>
              <a:ext cx="228600" cy="228600"/>
            </a:xfrm>
            <a:prstGeom prst="rect">
              <a:avLst/>
            </a:prstGeom>
            <a:noFill/>
            <a:ln/>
          </p:spPr>
          <p:txBody>
            <a:bodyPr wrap="square" lIns="0" tIns="0" rIns="0" bIns="0" rtlCol="0" anchor="ctr"/>
            <a:lstStyle/>
            <a:p>
              <a:pPr algn="ctr" indent="0" marL="0">
                <a:lnSpc>
                  <a:spcPts val="1000"/>
                </a:lnSpc>
                <a:buNone/>
              </a:pPr>
              <a:r>
                <a:rPr lang="en-US" sz="1000" spc="0" kern="0" b="0" i="0" dirty="0">
                  <a:solidFill>
                    <a:srgbClr val="FFFFFF"/>
                  </a:solidFill>
                  <a:latin typeface="IBM Plex Mono SemiBold"/>
                  <a:ea typeface="IBM Plex Mono SemiBold"/>
                  <a:cs typeface="IBM Plex Mono SemiBold"/>
                </a:rPr>
                <a:t>1</a:t>
              </a:r>
              <a:endParaRPr lang="en-US" sz="1000" spc="0" kern="0" b="0" i="0" dirty="0">
                <a:solidFill>
                  <a:srgbClr val="FFFFFF"/>
                </a:solidFill>
                <a:latin typeface="IBM Plex Mono SemiBold"/>
                <a:ea typeface="IBM Plex Mono SemiBold"/>
                <a:cs typeface="IBM Plex Mono SemiBold"/>
              </a:endParaRPr>
            </a:p>
          </p:txBody>
        </p:sp>
        <p:sp>
          <p:nvSpPr>
            <p:cNvPr id="14" name="node01.points.source-001.badge"/>
            <p:cNvSpPr/>
            <p:nvPr/>
          </p:nvSpPr>
          <p:spPr>
            <a:xfrm>
              <a:off x="2394395" y="1835722"/>
              <a:ext cx="945524" cy="187325"/>
            </a:xfrm>
            <a:prstGeom prst="rect">
              <a:avLst/>
            </a:prstGeom>
            <a:solidFill>
              <a:srgbClr val="FFFFFF"/>
            </a:solidFill>
            <a:ln w="9525">
              <a:solidFill>
                <a:srgbClr val="070154"/>
              </a:solidFill>
              <a:prstDash val="solid"/>
            </a:ln>
          </p:spPr>
        </p:sp>
        <p:sp>
          <p:nvSpPr>
            <p:cNvPr id="15" name="node01.points.source-001.label"/>
            <p:cNvSpPr/>
            <p:nvPr/>
          </p:nvSpPr>
          <p:spPr>
            <a:xfrm>
              <a:off x="2453132" y="1830959"/>
              <a:ext cx="828049" cy="196850"/>
            </a:xfrm>
            <a:prstGeom prst="rect">
              <a:avLst/>
            </a:prstGeom>
            <a:noFill/>
            <a:ln/>
          </p:spPr>
          <p:txBody>
            <a:bodyPr wrap="square" lIns="0" tIns="0" rIns="0" bIns="0" rtlCol="0" anchor="ctr"/>
            <a:lstStyle/>
            <a:p>
              <a:pPr algn="ctr" indent="0" marL="0">
                <a:lnSpc>
                  <a:spcPts val="950"/>
                </a:lnSpc>
                <a:buNone/>
              </a:pPr>
              <a:r>
                <a:rPr lang="en-US" sz="950" spc="57" kern="0" b="0" i="0" dirty="0">
                  <a:solidFill>
                    <a:srgbClr val="070154"/>
                  </a:solidFill>
                  <a:latin typeface="IBM Plex Mono SemiBold"/>
                  <a:ea typeface="IBM Plex Mono SemiBold"/>
                  <a:cs typeface="IBM Plex Mono SemiBold"/>
                </a:rPr>
                <a:t>CLAIMS BOT</a:t>
              </a:r>
              <a:endParaRPr lang="en-US" sz="950" spc="57" kern="0" b="0" i="0" dirty="0">
                <a:solidFill>
                  <a:srgbClr val="070154"/>
                </a:solidFill>
                <a:latin typeface="IBM Plex Mono SemiBold"/>
                <a:ea typeface="IBM Plex Mono SemiBold"/>
                <a:cs typeface="IBM Plex Mono SemiBold"/>
              </a:endParaRPr>
            </a:p>
          </p:txBody>
        </p:sp>
        <p:sp>
          <p:nvSpPr>
            <p:cNvPr id="16" name="node01.points.source-002.halo"/>
            <p:cNvSpPr/>
            <p:nvPr/>
          </p:nvSpPr>
          <p:spPr>
            <a:xfrm>
              <a:off x="2289048" y="4109466"/>
              <a:ext cx="266700" cy="266700"/>
            </a:xfrm>
            <a:prstGeom prst="ellipse">
              <a:avLst/>
            </a:prstGeom>
            <a:solidFill>
              <a:srgbClr val="FFFFFF"/>
            </a:solidFill>
            <a:ln>
              <a:noFill/>
            </a:ln>
          </p:spPr>
        </p:sp>
        <p:sp>
          <p:nvSpPr>
            <p:cNvPr id="17" name="node01.points.source-002.marker"/>
            <p:cNvSpPr/>
            <p:nvPr/>
          </p:nvSpPr>
          <p:spPr>
            <a:xfrm>
              <a:off x="2308098" y="4128516"/>
              <a:ext cx="228600" cy="228600"/>
            </a:xfrm>
            <a:prstGeom prst="ellipse">
              <a:avLst/>
            </a:prstGeom>
            <a:solidFill>
              <a:srgbClr val="070154"/>
            </a:solidFill>
            <a:ln>
              <a:noFill/>
            </a:ln>
          </p:spPr>
        </p:sp>
        <p:sp>
          <p:nvSpPr>
            <p:cNvPr id="18" name="node01.points.source-002.number"/>
            <p:cNvSpPr/>
            <p:nvPr/>
          </p:nvSpPr>
          <p:spPr>
            <a:xfrm>
              <a:off x="2308098" y="4128516"/>
              <a:ext cx="228600" cy="228600"/>
            </a:xfrm>
            <a:prstGeom prst="rect">
              <a:avLst/>
            </a:prstGeom>
            <a:noFill/>
            <a:ln/>
          </p:spPr>
          <p:txBody>
            <a:bodyPr wrap="square" lIns="0" tIns="0" rIns="0" bIns="0" rtlCol="0" anchor="ctr"/>
            <a:lstStyle/>
            <a:p>
              <a:pPr algn="ctr" indent="0" marL="0">
                <a:lnSpc>
                  <a:spcPts val="1000"/>
                </a:lnSpc>
                <a:buNone/>
              </a:pPr>
              <a:r>
                <a:rPr lang="en-US" sz="1000" spc="0" kern="0" b="0" i="0" dirty="0">
                  <a:solidFill>
                    <a:srgbClr val="FFFFFF"/>
                  </a:solidFill>
                  <a:latin typeface="IBM Plex Mono SemiBold"/>
                  <a:ea typeface="IBM Plex Mono SemiBold"/>
                  <a:cs typeface="IBM Plex Mono SemiBold"/>
                </a:rPr>
                <a:t>2</a:t>
              </a:r>
              <a:endParaRPr lang="en-US" sz="1000" spc="0" kern="0" b="0" i="0" dirty="0">
                <a:solidFill>
                  <a:srgbClr val="FFFFFF"/>
                </a:solidFill>
                <a:latin typeface="IBM Plex Mono SemiBold"/>
                <a:ea typeface="IBM Plex Mono SemiBold"/>
                <a:cs typeface="IBM Plex Mono SemiBold"/>
              </a:endParaRPr>
            </a:p>
          </p:txBody>
        </p:sp>
        <p:sp>
          <p:nvSpPr>
            <p:cNvPr id="19" name="node01.points.source-002.badge"/>
            <p:cNvSpPr/>
            <p:nvPr/>
          </p:nvSpPr>
          <p:spPr>
            <a:xfrm>
              <a:off x="2579561" y="4149154"/>
              <a:ext cx="784994" cy="187325"/>
            </a:xfrm>
            <a:prstGeom prst="rect">
              <a:avLst/>
            </a:prstGeom>
            <a:solidFill>
              <a:srgbClr val="FFFFFF"/>
            </a:solidFill>
            <a:ln w="9525">
              <a:solidFill>
                <a:srgbClr val="070154"/>
              </a:solidFill>
              <a:prstDash val="solid"/>
            </a:ln>
          </p:spPr>
        </p:sp>
        <p:sp>
          <p:nvSpPr>
            <p:cNvPr id="20" name="node01.points.source-002.label"/>
            <p:cNvSpPr/>
            <p:nvPr/>
          </p:nvSpPr>
          <p:spPr>
            <a:xfrm>
              <a:off x="2638298" y="4144391"/>
              <a:ext cx="667519" cy="196850"/>
            </a:xfrm>
            <a:prstGeom prst="rect">
              <a:avLst/>
            </a:prstGeom>
            <a:noFill/>
            <a:ln/>
          </p:spPr>
          <p:txBody>
            <a:bodyPr wrap="square" lIns="0" tIns="0" rIns="0" bIns="0" rtlCol="0" anchor="ctr"/>
            <a:lstStyle/>
            <a:p>
              <a:pPr algn="ctr" indent="0" marL="0">
                <a:lnSpc>
                  <a:spcPts val="950"/>
                </a:lnSpc>
                <a:buNone/>
              </a:pPr>
              <a:r>
                <a:rPr lang="en-US" sz="950" spc="57" kern="0" b="0" i="0" dirty="0">
                  <a:solidFill>
                    <a:srgbClr val="070154"/>
                  </a:solidFill>
                  <a:latin typeface="IBM Plex Mono SemiBold"/>
                  <a:ea typeface="IBM Plex Mono SemiBold"/>
                  <a:cs typeface="IBM Plex Mono SemiBold"/>
                </a:rPr>
                <a:t>STAFFING</a:t>
              </a:r>
              <a:endParaRPr lang="en-US" sz="950" spc="57" kern="0" b="0" i="0" dirty="0">
                <a:solidFill>
                  <a:srgbClr val="070154"/>
                </a:solidFill>
                <a:latin typeface="IBM Plex Mono SemiBold"/>
                <a:ea typeface="IBM Plex Mono SemiBold"/>
                <a:cs typeface="IBM Plex Mono SemiBold"/>
              </a:endParaRPr>
            </a:p>
          </p:txBody>
        </p:sp>
        <p:sp>
          <p:nvSpPr>
            <p:cNvPr id="21" name="node01.points.source-003.halo"/>
            <p:cNvSpPr/>
            <p:nvPr/>
          </p:nvSpPr>
          <p:spPr>
            <a:xfrm>
              <a:off x="3763518" y="2952750"/>
              <a:ext cx="266700" cy="266700"/>
            </a:xfrm>
            <a:prstGeom prst="ellipse">
              <a:avLst/>
            </a:prstGeom>
            <a:solidFill>
              <a:srgbClr val="FFFFFF"/>
            </a:solidFill>
            <a:ln>
              <a:noFill/>
            </a:ln>
          </p:spPr>
        </p:sp>
        <p:sp>
          <p:nvSpPr>
            <p:cNvPr id="22" name="node01.points.source-003.marker"/>
            <p:cNvSpPr/>
            <p:nvPr/>
          </p:nvSpPr>
          <p:spPr>
            <a:xfrm>
              <a:off x="3782568" y="2971800"/>
              <a:ext cx="228600" cy="228600"/>
            </a:xfrm>
            <a:prstGeom prst="ellipse">
              <a:avLst/>
            </a:prstGeom>
            <a:solidFill>
              <a:srgbClr val="070154"/>
            </a:solidFill>
            <a:ln>
              <a:noFill/>
            </a:ln>
          </p:spPr>
        </p:sp>
        <p:sp>
          <p:nvSpPr>
            <p:cNvPr id="23" name="node01.points.source-003.number"/>
            <p:cNvSpPr/>
            <p:nvPr/>
          </p:nvSpPr>
          <p:spPr>
            <a:xfrm>
              <a:off x="3782568" y="2971800"/>
              <a:ext cx="228600" cy="228600"/>
            </a:xfrm>
            <a:prstGeom prst="rect">
              <a:avLst/>
            </a:prstGeom>
            <a:noFill/>
            <a:ln/>
          </p:spPr>
          <p:txBody>
            <a:bodyPr wrap="square" lIns="0" tIns="0" rIns="0" bIns="0" rtlCol="0" anchor="ctr"/>
            <a:lstStyle/>
            <a:p>
              <a:pPr algn="ctr" indent="0" marL="0">
                <a:lnSpc>
                  <a:spcPts val="1000"/>
                </a:lnSpc>
                <a:buNone/>
              </a:pPr>
              <a:r>
                <a:rPr lang="en-US" sz="1000" spc="0" kern="0" b="0" i="0" dirty="0">
                  <a:solidFill>
                    <a:srgbClr val="FFFFFF"/>
                  </a:solidFill>
                  <a:latin typeface="IBM Plex Mono SemiBold"/>
                  <a:ea typeface="IBM Plex Mono SemiBold"/>
                  <a:cs typeface="IBM Plex Mono SemiBold"/>
                </a:rPr>
                <a:t>3</a:t>
              </a:r>
              <a:endParaRPr lang="en-US" sz="1000" spc="0" kern="0" b="0" i="0" dirty="0">
                <a:solidFill>
                  <a:srgbClr val="FFFFFF"/>
                </a:solidFill>
                <a:latin typeface="IBM Plex Mono SemiBold"/>
                <a:ea typeface="IBM Plex Mono SemiBold"/>
                <a:cs typeface="IBM Plex Mono SemiBold"/>
              </a:endParaRPr>
            </a:p>
          </p:txBody>
        </p:sp>
        <p:sp>
          <p:nvSpPr>
            <p:cNvPr id="24" name="node01.points.source-003.badge"/>
            <p:cNvSpPr/>
            <p:nvPr/>
          </p:nvSpPr>
          <p:spPr>
            <a:xfrm>
              <a:off x="4054031" y="2992438"/>
              <a:ext cx="865259" cy="187325"/>
            </a:xfrm>
            <a:prstGeom prst="rect">
              <a:avLst/>
            </a:prstGeom>
            <a:solidFill>
              <a:srgbClr val="FFFFFF"/>
            </a:solidFill>
            <a:ln w="9525">
              <a:solidFill>
                <a:srgbClr val="070154"/>
              </a:solidFill>
              <a:prstDash val="solid"/>
            </a:ln>
          </p:spPr>
        </p:sp>
        <p:sp>
          <p:nvSpPr>
            <p:cNvPr id="25" name="node01.points.source-003.label"/>
            <p:cNvSpPr/>
            <p:nvPr/>
          </p:nvSpPr>
          <p:spPr>
            <a:xfrm>
              <a:off x="4112768" y="2987675"/>
              <a:ext cx="747784" cy="196850"/>
            </a:xfrm>
            <a:prstGeom prst="rect">
              <a:avLst/>
            </a:prstGeom>
            <a:noFill/>
            <a:ln/>
          </p:spPr>
          <p:txBody>
            <a:bodyPr wrap="square" lIns="0" tIns="0" rIns="0" bIns="0" rtlCol="0" anchor="ctr"/>
            <a:lstStyle/>
            <a:p>
              <a:pPr algn="ctr" indent="0" marL="0">
                <a:lnSpc>
                  <a:spcPts val="950"/>
                </a:lnSpc>
                <a:buNone/>
              </a:pPr>
              <a:r>
                <a:rPr lang="en-US" sz="950" spc="57" kern="0" b="0" i="0" dirty="0">
                  <a:solidFill>
                    <a:srgbClr val="070154"/>
                  </a:solidFill>
                  <a:latin typeface="IBM Plex Mono SemiBold"/>
                  <a:ea typeface="IBM Plex Mono SemiBold"/>
                  <a:cs typeface="IBM Plex Mono SemiBold"/>
                </a:rPr>
                <a:t>REFERRALS</a:t>
              </a:r>
              <a:endParaRPr lang="en-US" sz="950" spc="57" kern="0" b="0" i="0" dirty="0">
                <a:solidFill>
                  <a:srgbClr val="070154"/>
                </a:solidFill>
                <a:latin typeface="IBM Plex Mono SemiBold"/>
                <a:ea typeface="IBM Plex Mono SemiBold"/>
                <a:cs typeface="IBM Plex Mono SemiBold"/>
              </a:endParaRPr>
            </a:p>
          </p:txBody>
        </p:sp>
        <p:sp>
          <p:nvSpPr>
            <p:cNvPr id="26" name="node01.points.source-004.halo"/>
            <p:cNvSpPr/>
            <p:nvPr/>
          </p:nvSpPr>
          <p:spPr>
            <a:xfrm>
              <a:off x="5361432" y="1796034"/>
              <a:ext cx="266700" cy="266700"/>
            </a:xfrm>
            <a:prstGeom prst="ellipse">
              <a:avLst/>
            </a:prstGeom>
            <a:solidFill>
              <a:srgbClr val="FFFFFF"/>
            </a:solidFill>
            <a:ln>
              <a:noFill/>
            </a:ln>
          </p:spPr>
        </p:sp>
        <p:sp>
          <p:nvSpPr>
            <p:cNvPr id="27" name="node01.points.source-004.marker"/>
            <p:cNvSpPr/>
            <p:nvPr/>
          </p:nvSpPr>
          <p:spPr>
            <a:xfrm>
              <a:off x="5380482" y="1815084"/>
              <a:ext cx="228600" cy="228600"/>
            </a:xfrm>
            <a:prstGeom prst="ellipse">
              <a:avLst/>
            </a:prstGeom>
            <a:solidFill>
              <a:srgbClr val="070154"/>
            </a:solidFill>
            <a:ln>
              <a:noFill/>
            </a:ln>
          </p:spPr>
        </p:sp>
        <p:sp>
          <p:nvSpPr>
            <p:cNvPr id="28" name="node01.points.source-004.number"/>
            <p:cNvSpPr/>
            <p:nvPr/>
          </p:nvSpPr>
          <p:spPr>
            <a:xfrm>
              <a:off x="5380482" y="1815084"/>
              <a:ext cx="228600" cy="228600"/>
            </a:xfrm>
            <a:prstGeom prst="rect">
              <a:avLst/>
            </a:prstGeom>
            <a:noFill/>
            <a:ln/>
          </p:spPr>
          <p:txBody>
            <a:bodyPr wrap="square" lIns="0" tIns="0" rIns="0" bIns="0" rtlCol="0" anchor="ctr"/>
            <a:lstStyle/>
            <a:p>
              <a:pPr algn="ctr" indent="0" marL="0">
                <a:lnSpc>
                  <a:spcPts val="1000"/>
                </a:lnSpc>
                <a:buNone/>
              </a:pPr>
              <a:r>
                <a:rPr lang="en-US" sz="1000" spc="0" kern="0" b="0" i="0" dirty="0">
                  <a:solidFill>
                    <a:srgbClr val="FFFFFF"/>
                  </a:solidFill>
                  <a:latin typeface="IBM Plex Mono SemiBold"/>
                  <a:ea typeface="IBM Plex Mono SemiBold"/>
                  <a:cs typeface="IBM Plex Mono SemiBold"/>
                </a:rPr>
                <a:t>4</a:t>
              </a:r>
              <a:endParaRPr lang="en-US" sz="1000" spc="0" kern="0" b="0" i="0" dirty="0">
                <a:solidFill>
                  <a:srgbClr val="FFFFFF"/>
                </a:solidFill>
                <a:latin typeface="IBM Plex Mono SemiBold"/>
                <a:ea typeface="IBM Plex Mono SemiBold"/>
                <a:cs typeface="IBM Plex Mono SemiBold"/>
              </a:endParaRPr>
            </a:p>
          </p:txBody>
        </p:sp>
        <p:sp>
          <p:nvSpPr>
            <p:cNvPr id="29" name="node01.points.source-004.badge"/>
            <p:cNvSpPr/>
            <p:nvPr/>
          </p:nvSpPr>
          <p:spPr>
            <a:xfrm>
              <a:off x="5651945" y="1835722"/>
              <a:ext cx="784994" cy="187325"/>
            </a:xfrm>
            <a:prstGeom prst="rect">
              <a:avLst/>
            </a:prstGeom>
            <a:solidFill>
              <a:srgbClr val="FFFFFF"/>
            </a:solidFill>
            <a:ln w="9525">
              <a:solidFill>
                <a:srgbClr val="070154"/>
              </a:solidFill>
              <a:prstDash val="solid"/>
            </a:ln>
          </p:spPr>
        </p:sp>
        <p:sp>
          <p:nvSpPr>
            <p:cNvPr id="30" name="node01.points.source-004.label"/>
            <p:cNvSpPr/>
            <p:nvPr/>
          </p:nvSpPr>
          <p:spPr>
            <a:xfrm>
              <a:off x="5710682" y="1830959"/>
              <a:ext cx="667519" cy="196850"/>
            </a:xfrm>
            <a:prstGeom prst="rect">
              <a:avLst/>
            </a:prstGeom>
            <a:noFill/>
            <a:ln/>
          </p:spPr>
          <p:txBody>
            <a:bodyPr wrap="square" lIns="0" tIns="0" rIns="0" bIns="0" rtlCol="0" anchor="ctr"/>
            <a:lstStyle/>
            <a:p>
              <a:pPr algn="ctr" indent="0" marL="0">
                <a:lnSpc>
                  <a:spcPts val="950"/>
                </a:lnSpc>
                <a:buNone/>
              </a:pPr>
              <a:r>
                <a:rPr lang="en-US" sz="950" spc="57" kern="0" b="0" i="0" dirty="0">
                  <a:solidFill>
                    <a:srgbClr val="070154"/>
                  </a:solidFill>
                  <a:latin typeface="IBM Plex Mono SemiBold"/>
                  <a:ea typeface="IBM Plex Mono SemiBold"/>
                  <a:cs typeface="IBM Plex Mono SemiBold"/>
                </a:rPr>
                <a:t>OUTREACH</a:t>
              </a:r>
              <a:endParaRPr lang="en-US" sz="950" spc="57" kern="0" b="0" i="0" dirty="0">
                <a:solidFill>
                  <a:srgbClr val="070154"/>
                </a:solidFill>
                <a:latin typeface="IBM Plex Mono SemiBold"/>
                <a:ea typeface="IBM Plex Mono SemiBold"/>
                <a:cs typeface="IBM Plex Mono SemiBold"/>
              </a:endParaRPr>
            </a:p>
          </p:txBody>
        </p:sp>
        <p:sp>
          <p:nvSpPr>
            <p:cNvPr id="31" name="node01.points.source-005.halo"/>
            <p:cNvSpPr/>
            <p:nvPr/>
          </p:nvSpPr>
          <p:spPr>
            <a:xfrm>
              <a:off x="5423154" y="4109466"/>
              <a:ext cx="266700" cy="266700"/>
            </a:xfrm>
            <a:prstGeom prst="ellipse">
              <a:avLst/>
            </a:prstGeom>
            <a:solidFill>
              <a:srgbClr val="FFFFFF"/>
            </a:solidFill>
            <a:ln>
              <a:noFill/>
            </a:ln>
          </p:spPr>
        </p:sp>
        <p:sp>
          <p:nvSpPr>
            <p:cNvPr id="32" name="node01.points.source-005.marker"/>
            <p:cNvSpPr/>
            <p:nvPr/>
          </p:nvSpPr>
          <p:spPr>
            <a:xfrm>
              <a:off x="5442204" y="4128516"/>
              <a:ext cx="228600" cy="228600"/>
            </a:xfrm>
            <a:prstGeom prst="ellipse">
              <a:avLst/>
            </a:prstGeom>
            <a:solidFill>
              <a:srgbClr val="070154"/>
            </a:solidFill>
            <a:ln>
              <a:noFill/>
            </a:ln>
          </p:spPr>
        </p:sp>
        <p:sp>
          <p:nvSpPr>
            <p:cNvPr id="33" name="node01.points.source-005.number"/>
            <p:cNvSpPr/>
            <p:nvPr/>
          </p:nvSpPr>
          <p:spPr>
            <a:xfrm>
              <a:off x="5442204" y="4128516"/>
              <a:ext cx="228600" cy="228600"/>
            </a:xfrm>
            <a:prstGeom prst="rect">
              <a:avLst/>
            </a:prstGeom>
            <a:noFill/>
            <a:ln/>
          </p:spPr>
          <p:txBody>
            <a:bodyPr wrap="square" lIns="0" tIns="0" rIns="0" bIns="0" rtlCol="0" anchor="ctr"/>
            <a:lstStyle/>
            <a:p>
              <a:pPr algn="ctr" indent="0" marL="0">
                <a:lnSpc>
                  <a:spcPts val="1000"/>
                </a:lnSpc>
                <a:buNone/>
              </a:pPr>
              <a:r>
                <a:rPr lang="en-US" sz="1000" spc="0" kern="0" b="0" i="0" dirty="0">
                  <a:solidFill>
                    <a:srgbClr val="FFFFFF"/>
                  </a:solidFill>
                  <a:latin typeface="IBM Plex Mono SemiBold"/>
                  <a:ea typeface="IBM Plex Mono SemiBold"/>
                  <a:cs typeface="IBM Plex Mono SemiBold"/>
                </a:rPr>
                <a:t>5</a:t>
              </a:r>
              <a:endParaRPr lang="en-US" sz="1000" spc="0" kern="0" b="0" i="0" dirty="0">
                <a:solidFill>
                  <a:srgbClr val="FFFFFF"/>
                </a:solidFill>
                <a:latin typeface="IBM Plex Mono SemiBold"/>
                <a:ea typeface="IBM Plex Mono SemiBold"/>
                <a:cs typeface="IBM Plex Mono SemiBold"/>
              </a:endParaRPr>
            </a:p>
          </p:txBody>
        </p:sp>
        <p:sp>
          <p:nvSpPr>
            <p:cNvPr id="34" name="node01.points.source-005.badge"/>
            <p:cNvSpPr/>
            <p:nvPr/>
          </p:nvSpPr>
          <p:spPr>
            <a:xfrm>
              <a:off x="5713667" y="4149154"/>
              <a:ext cx="704729" cy="187325"/>
            </a:xfrm>
            <a:prstGeom prst="rect">
              <a:avLst/>
            </a:prstGeom>
            <a:solidFill>
              <a:srgbClr val="FFFFFF"/>
            </a:solidFill>
            <a:ln w="9525">
              <a:solidFill>
                <a:srgbClr val="070154"/>
              </a:solidFill>
              <a:prstDash val="solid"/>
            </a:ln>
          </p:spPr>
        </p:sp>
        <p:sp>
          <p:nvSpPr>
            <p:cNvPr id="35" name="node01.points.source-005.label"/>
            <p:cNvSpPr/>
            <p:nvPr/>
          </p:nvSpPr>
          <p:spPr>
            <a:xfrm>
              <a:off x="5772404" y="4144391"/>
              <a:ext cx="587254" cy="196850"/>
            </a:xfrm>
            <a:prstGeom prst="rect">
              <a:avLst/>
            </a:prstGeom>
            <a:noFill/>
            <a:ln/>
          </p:spPr>
          <p:txBody>
            <a:bodyPr wrap="square" lIns="0" tIns="0" rIns="0" bIns="0" rtlCol="0" anchor="ctr"/>
            <a:lstStyle/>
            <a:p>
              <a:pPr algn="ctr" indent="0" marL="0">
                <a:lnSpc>
                  <a:spcPts val="950"/>
                </a:lnSpc>
                <a:buNone/>
              </a:pPr>
              <a:r>
                <a:rPr lang="en-US" sz="950" spc="57" kern="0" b="0" i="0" dirty="0">
                  <a:solidFill>
                    <a:srgbClr val="070154"/>
                  </a:solidFill>
                  <a:latin typeface="IBM Plex Mono SemiBold"/>
                  <a:ea typeface="IBM Plex Mono SemiBold"/>
                  <a:cs typeface="IBM Plex Mono SemiBold"/>
                </a:rPr>
                <a:t>PRICING</a:t>
              </a:r>
              <a:endParaRPr lang="en-US" sz="950" spc="57" kern="0" b="0" i="0" dirty="0">
                <a:solidFill>
                  <a:srgbClr val="070154"/>
                </a:solidFill>
                <a:latin typeface="IBM Plex Mono SemiBold"/>
                <a:ea typeface="IBM Plex Mono SemiBold"/>
                <a:cs typeface="IBM Plex Mono SemiBold"/>
              </a:endParaRPr>
            </a:p>
          </p:txBody>
        </p:sp>
      </p:grpSp>
      <p:grpSp>
        <p:nvGrpSpPr>
          <p:cNvPr id="52" name="node02"/>
          <p:cNvGrpSpPr/>
          <p:nvPr/>
        </p:nvGrpSpPr>
        <p:grpSpPr>
          <a:xfrm>
            <a:off x="8039100" y="2286000"/>
            <a:ext cx="3429000" cy="2895600"/>
            <a:chOff x="8039100" y="2286000"/>
            <a:chExt cx="3429000" cy="2895600"/>
          </a:xfrm>
        </p:grpSpPr>
        <p:sp>
          <p:nvSpPr>
            <p:cNvPr id="36" name="node02.source-001.number"/>
            <p:cNvSpPr/>
            <p:nvPr/>
          </p:nvSpPr>
          <p:spPr>
            <a:xfrm>
              <a:off x="8039100" y="2286000"/>
              <a:ext cx="381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047FF"/>
                  </a:solidFill>
                  <a:latin typeface="IBM Plex Mono SemiBold"/>
                  <a:ea typeface="IBM Plex Mono SemiBold"/>
                  <a:cs typeface="IBM Plex Mono SemiBold"/>
                </a:rPr>
                <a:t>01</a:t>
              </a:r>
              <a:endParaRPr lang="en-US" sz="1200" spc="0" kern="0" b="0" i="0" dirty="0">
                <a:solidFill>
                  <a:srgbClr val="0047FF"/>
                </a:solidFill>
                <a:latin typeface="IBM Plex Mono SemiBold"/>
                <a:ea typeface="IBM Plex Mono SemiBold"/>
                <a:cs typeface="IBM Plex Mono SemiBold"/>
              </a:endParaRPr>
            </a:p>
          </p:txBody>
        </p:sp>
        <p:sp>
          <p:nvSpPr>
            <p:cNvPr id="37" name="node02.source-001.title"/>
            <p:cNvSpPr/>
            <p:nvPr/>
          </p:nvSpPr>
          <p:spPr>
            <a:xfrm>
              <a:off x="8572500" y="2286000"/>
              <a:ext cx="2895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Claims status bot</a:t>
              </a:r>
              <a:endParaRPr lang="en-US" sz="1200" spc="0" kern="0" b="0" i="0" dirty="0">
                <a:solidFill>
                  <a:srgbClr val="070154"/>
                </a:solidFill>
                <a:latin typeface="IBM Plex Sans SemiBold"/>
                <a:ea typeface="IBM Plex Sans SemiBold"/>
                <a:cs typeface="IBM Plex Sans SemiBold"/>
              </a:endParaRPr>
            </a:p>
          </p:txBody>
        </p:sp>
        <p:sp>
          <p:nvSpPr>
            <p:cNvPr id="38" name="node02.source-001.text"/>
            <p:cNvSpPr/>
            <p:nvPr/>
          </p:nvSpPr>
          <p:spPr>
            <a:xfrm>
              <a:off x="8572500" y="2514600"/>
              <a:ext cx="2895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Cost out only.</a:t>
              </a:r>
              <a:endParaRPr lang="en-US" sz="1200" spc="0" kern="0" b="0" i="0" dirty="0">
                <a:solidFill>
                  <a:srgbClr val="50658E"/>
                </a:solidFill>
                <a:latin typeface="IBM Plex Sans"/>
                <a:ea typeface="IBM Plex Sans"/>
                <a:cs typeface="IBM Plex Sans"/>
              </a:endParaRPr>
            </a:p>
          </p:txBody>
        </p:sp>
        <p:sp>
          <p:nvSpPr>
            <p:cNvPr id="39" name="node02.source-002.number"/>
            <p:cNvSpPr/>
            <p:nvPr/>
          </p:nvSpPr>
          <p:spPr>
            <a:xfrm>
              <a:off x="8039100" y="2895600"/>
              <a:ext cx="381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047FF"/>
                  </a:solidFill>
                  <a:latin typeface="IBM Plex Mono SemiBold"/>
                  <a:ea typeface="IBM Plex Mono SemiBold"/>
                  <a:cs typeface="IBM Plex Mono SemiBold"/>
                </a:rPr>
                <a:t>02</a:t>
              </a:r>
              <a:endParaRPr lang="en-US" sz="1200" spc="0" kern="0" b="0" i="0" dirty="0">
                <a:solidFill>
                  <a:srgbClr val="0047FF"/>
                </a:solidFill>
                <a:latin typeface="IBM Plex Mono SemiBold"/>
                <a:ea typeface="IBM Plex Mono SemiBold"/>
                <a:cs typeface="IBM Plex Mono SemiBold"/>
              </a:endParaRPr>
            </a:p>
          </p:txBody>
        </p:sp>
        <p:sp>
          <p:nvSpPr>
            <p:cNvPr id="40" name="node02.source-002.title"/>
            <p:cNvSpPr/>
            <p:nvPr/>
          </p:nvSpPr>
          <p:spPr>
            <a:xfrm>
              <a:off x="8572500" y="2895600"/>
              <a:ext cx="2895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Staffing forecast</a:t>
              </a:r>
              <a:endParaRPr lang="en-US" sz="1200" spc="0" kern="0" b="0" i="0" dirty="0">
                <a:solidFill>
                  <a:srgbClr val="070154"/>
                </a:solidFill>
                <a:latin typeface="IBM Plex Sans SemiBold"/>
                <a:ea typeface="IBM Plex Sans SemiBold"/>
                <a:cs typeface="IBM Plex Sans SemiBold"/>
              </a:endParaRPr>
            </a:p>
          </p:txBody>
        </p:sp>
        <p:sp>
          <p:nvSpPr>
            <p:cNvPr id="41" name="node02.source-002.text"/>
            <p:cNvSpPr/>
            <p:nvPr/>
          </p:nvSpPr>
          <p:spPr>
            <a:xfrm>
              <a:off x="8572500" y="3124200"/>
              <a:ext cx="2895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Mostly cost out.</a:t>
              </a:r>
              <a:endParaRPr lang="en-US" sz="1200" spc="0" kern="0" b="0" i="0" dirty="0">
                <a:solidFill>
                  <a:srgbClr val="50658E"/>
                </a:solidFill>
                <a:latin typeface="IBM Plex Sans"/>
                <a:ea typeface="IBM Plex Sans"/>
                <a:cs typeface="IBM Plex Sans"/>
              </a:endParaRPr>
            </a:p>
          </p:txBody>
        </p:sp>
        <p:sp>
          <p:nvSpPr>
            <p:cNvPr id="42" name="node02.source-003.number"/>
            <p:cNvSpPr/>
            <p:nvPr/>
          </p:nvSpPr>
          <p:spPr>
            <a:xfrm>
              <a:off x="8039100" y="3505200"/>
              <a:ext cx="381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047FF"/>
                  </a:solidFill>
                  <a:latin typeface="IBM Plex Mono SemiBold"/>
                  <a:ea typeface="IBM Plex Mono SemiBold"/>
                  <a:cs typeface="IBM Plex Mono SemiBold"/>
                </a:rPr>
                <a:t>03</a:t>
              </a:r>
              <a:endParaRPr lang="en-US" sz="1200" spc="0" kern="0" b="0" i="0" dirty="0">
                <a:solidFill>
                  <a:srgbClr val="0047FF"/>
                </a:solidFill>
                <a:latin typeface="IBM Plex Mono SemiBold"/>
                <a:ea typeface="IBM Plex Mono SemiBold"/>
                <a:cs typeface="IBM Plex Mono SemiBold"/>
              </a:endParaRPr>
            </a:p>
          </p:txBody>
        </p:sp>
        <p:sp>
          <p:nvSpPr>
            <p:cNvPr id="43" name="node02.source-003.title"/>
            <p:cNvSpPr/>
            <p:nvPr/>
          </p:nvSpPr>
          <p:spPr>
            <a:xfrm>
              <a:off x="8572500" y="3505200"/>
              <a:ext cx="2895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Referral matching</a:t>
              </a:r>
              <a:endParaRPr lang="en-US" sz="1200" spc="0" kern="0" b="0" i="0" dirty="0">
                <a:solidFill>
                  <a:srgbClr val="070154"/>
                </a:solidFill>
                <a:latin typeface="IBM Plex Sans SemiBold"/>
                <a:ea typeface="IBM Plex Sans SemiBold"/>
                <a:cs typeface="IBM Plex Sans SemiBold"/>
              </a:endParaRPr>
            </a:p>
          </p:txBody>
        </p:sp>
        <p:sp>
          <p:nvSpPr>
            <p:cNvPr id="44" name="node02.source-003.text"/>
            <p:cNvSpPr/>
            <p:nvPr/>
          </p:nvSpPr>
          <p:spPr>
            <a:xfrm>
              <a:off x="8572500" y="3733800"/>
              <a:ext cx="2895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Both, at the overlap.</a:t>
              </a:r>
              <a:endParaRPr lang="en-US" sz="1200" spc="0" kern="0" b="0" i="0" dirty="0">
                <a:solidFill>
                  <a:srgbClr val="50658E"/>
                </a:solidFill>
                <a:latin typeface="IBM Plex Sans"/>
                <a:ea typeface="IBM Plex Sans"/>
                <a:cs typeface="IBM Plex Sans"/>
              </a:endParaRPr>
            </a:p>
          </p:txBody>
        </p:sp>
        <p:sp>
          <p:nvSpPr>
            <p:cNvPr id="45" name="node02.source-004.number"/>
            <p:cNvSpPr/>
            <p:nvPr/>
          </p:nvSpPr>
          <p:spPr>
            <a:xfrm>
              <a:off x="8039100" y="4114800"/>
              <a:ext cx="381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047FF"/>
                  </a:solidFill>
                  <a:latin typeface="IBM Plex Mono SemiBold"/>
                  <a:ea typeface="IBM Plex Mono SemiBold"/>
                  <a:cs typeface="IBM Plex Mono SemiBold"/>
                </a:rPr>
                <a:t>04</a:t>
              </a:r>
              <a:endParaRPr lang="en-US" sz="1200" spc="0" kern="0" b="0" i="0" dirty="0">
                <a:solidFill>
                  <a:srgbClr val="0047FF"/>
                </a:solidFill>
                <a:latin typeface="IBM Plex Mono SemiBold"/>
                <a:ea typeface="IBM Plex Mono SemiBold"/>
                <a:cs typeface="IBM Plex Mono SemiBold"/>
              </a:endParaRPr>
            </a:p>
          </p:txBody>
        </p:sp>
        <p:sp>
          <p:nvSpPr>
            <p:cNvPr id="46" name="node02.source-004.title"/>
            <p:cNvSpPr/>
            <p:nvPr/>
          </p:nvSpPr>
          <p:spPr>
            <a:xfrm>
              <a:off x="8572500" y="4114800"/>
              <a:ext cx="2895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Outreach scoring</a:t>
              </a:r>
              <a:endParaRPr lang="en-US" sz="1200" spc="0" kern="0" b="0" i="0" dirty="0">
                <a:solidFill>
                  <a:srgbClr val="070154"/>
                </a:solidFill>
                <a:latin typeface="IBM Plex Sans SemiBold"/>
                <a:ea typeface="IBM Plex Sans SemiBold"/>
                <a:cs typeface="IBM Plex Sans SemiBold"/>
              </a:endParaRPr>
            </a:p>
          </p:txBody>
        </p:sp>
        <p:sp>
          <p:nvSpPr>
            <p:cNvPr id="47" name="node02.source-004.text"/>
            <p:cNvSpPr/>
            <p:nvPr/>
          </p:nvSpPr>
          <p:spPr>
            <a:xfrm>
              <a:off x="8572500" y="4343400"/>
              <a:ext cx="2895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Mostly revenue.</a:t>
              </a:r>
              <a:endParaRPr lang="en-US" sz="1200" spc="0" kern="0" b="0" i="0" dirty="0">
                <a:solidFill>
                  <a:srgbClr val="50658E"/>
                </a:solidFill>
                <a:latin typeface="IBM Plex Sans"/>
                <a:ea typeface="IBM Plex Sans"/>
                <a:cs typeface="IBM Plex Sans"/>
              </a:endParaRPr>
            </a:p>
          </p:txBody>
        </p:sp>
        <p:sp>
          <p:nvSpPr>
            <p:cNvPr id="48" name="node02.source-005.number"/>
            <p:cNvSpPr/>
            <p:nvPr/>
          </p:nvSpPr>
          <p:spPr>
            <a:xfrm>
              <a:off x="8039100" y="4724400"/>
              <a:ext cx="381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047FF"/>
                  </a:solidFill>
                  <a:latin typeface="IBM Plex Mono SemiBold"/>
                  <a:ea typeface="IBM Plex Mono SemiBold"/>
                  <a:cs typeface="IBM Plex Mono SemiBold"/>
                </a:rPr>
                <a:t>05</a:t>
              </a:r>
              <a:endParaRPr lang="en-US" sz="1200" spc="0" kern="0" b="0" i="0" dirty="0">
                <a:solidFill>
                  <a:srgbClr val="0047FF"/>
                </a:solidFill>
                <a:latin typeface="IBM Plex Mono SemiBold"/>
                <a:ea typeface="IBM Plex Mono SemiBold"/>
                <a:cs typeface="IBM Plex Mono SemiBold"/>
              </a:endParaRPr>
            </a:p>
          </p:txBody>
        </p:sp>
        <p:sp>
          <p:nvSpPr>
            <p:cNvPr id="49" name="node02.source-005.title"/>
            <p:cNvSpPr/>
            <p:nvPr/>
          </p:nvSpPr>
          <p:spPr>
            <a:xfrm>
              <a:off x="8572500" y="4724400"/>
              <a:ext cx="2895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Pricing analytics</a:t>
              </a:r>
              <a:endParaRPr lang="en-US" sz="1200" spc="0" kern="0" b="0" i="0" dirty="0">
                <a:solidFill>
                  <a:srgbClr val="070154"/>
                </a:solidFill>
                <a:latin typeface="IBM Plex Sans SemiBold"/>
                <a:ea typeface="IBM Plex Sans SemiBold"/>
                <a:cs typeface="IBM Plex Sans SemiBold"/>
              </a:endParaRPr>
            </a:p>
          </p:txBody>
        </p:sp>
        <p:sp>
          <p:nvSpPr>
            <p:cNvPr id="50" name="node02.source-005.text"/>
            <p:cNvSpPr/>
            <p:nvPr/>
          </p:nvSpPr>
          <p:spPr>
            <a:xfrm>
              <a:off x="8572500" y="4953000"/>
              <a:ext cx="2895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Revenue up only.</a:t>
              </a:r>
              <a:endParaRPr lang="en-US" sz="1200" spc="0" kern="0" b="0" i="0" dirty="0">
                <a:solidFill>
                  <a:srgbClr val="50658E"/>
                </a:solidFill>
                <a:latin typeface="IBM Plex Sans"/>
                <a:ea typeface="IBM Plex Sans"/>
                <a:cs typeface="IBM Plex Sans"/>
              </a:endParaRPr>
            </a:p>
          </p:txBody>
        </p:sp>
      </p:grpSp>
    </p:spTree>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name="source-619">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FACILITATOR GUIDE · INTERNAL</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Breakout table guide: one prompt per focus area</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196</a:t>
            </a:fld>
            <a:endParaRPr lang="en-US" sz="700" spc="0" kern="0" b="0" i="0" dirty="0">
              <a:solidFill>
                <a:srgbClr val="070154"/>
              </a:solidFill>
              <a:latin typeface="IBM Plex Mono SemiBold"/>
              <a:ea typeface="IBM Plex Mono SemiBold"/>
              <a:cs typeface="IBM Plex Mono SemiBold"/>
            </a:endParaRPr>
          </a:p>
        </p:txBody>
      </p:sp>
      <p:grpSp>
        <p:nvGrpSpPr>
          <p:cNvPr id="74" name="node01"/>
          <p:cNvGrpSpPr/>
          <p:nvPr/>
        </p:nvGrpSpPr>
        <p:grpSpPr>
          <a:xfrm>
            <a:off x="723900" y="1600200"/>
            <a:ext cx="2514600" cy="685800"/>
            <a:chOff x="723900" y="1600200"/>
            <a:chExt cx="2514600" cy="685800"/>
          </a:xfrm>
        </p:grpSpPr>
        <p:sp>
          <p:nvSpPr>
            <p:cNvPr id="6" name="node01.surface"/>
            <p:cNvSpPr/>
            <p:nvPr/>
          </p:nvSpPr>
          <p:spPr>
            <a:xfrm>
              <a:off x="723900" y="1600200"/>
              <a:ext cx="2514600" cy="685800"/>
            </a:xfrm>
            <a:prstGeom prst="rect">
              <a:avLst/>
            </a:prstGeom>
            <a:solidFill>
              <a:srgbClr val="070154"/>
            </a:solidFill>
            <a:ln>
              <a:noFill/>
            </a:ln>
          </p:spPr>
        </p:sp>
      </p:grpSp>
      <p:grpSp>
        <p:nvGrpSpPr>
          <p:cNvPr id="75" name="node02"/>
          <p:cNvGrpSpPr/>
          <p:nvPr/>
        </p:nvGrpSpPr>
        <p:grpSpPr>
          <a:xfrm>
            <a:off x="952500" y="1828800"/>
            <a:ext cx="2057400" cy="152400"/>
            <a:chOff x="952500" y="1828800"/>
            <a:chExt cx="2057400" cy="152400"/>
          </a:xfrm>
        </p:grpSpPr>
        <p:sp>
          <p:nvSpPr>
            <p:cNvPr id="7" name="node02.text"/>
            <p:cNvSpPr/>
            <p:nvPr/>
          </p:nvSpPr>
          <p:spPr>
            <a:xfrm>
              <a:off x="952500" y="1828800"/>
              <a:ext cx="20574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FFFFF"/>
                  </a:solidFill>
                  <a:latin typeface="IBM Plex Mono Medium"/>
                  <a:ea typeface="IBM Plex Mono Medium"/>
                  <a:cs typeface="IBM Plex Mono Medium"/>
                </a:rPr>
                <a:t>TABLE 1 · SCHEDULING</a:t>
              </a:r>
              <a:endParaRPr lang="en-US" sz="900" spc="54" kern="0" b="0" i="0" dirty="0">
                <a:solidFill>
                  <a:srgbClr val="FFFFFF"/>
                </a:solidFill>
                <a:latin typeface="IBM Plex Mono Medium"/>
                <a:ea typeface="IBM Plex Mono Medium"/>
                <a:cs typeface="IBM Plex Mono Medium"/>
              </a:endParaRPr>
            </a:p>
          </p:txBody>
        </p:sp>
      </p:grpSp>
      <p:grpSp>
        <p:nvGrpSpPr>
          <p:cNvPr id="76" name="node03"/>
          <p:cNvGrpSpPr/>
          <p:nvPr/>
        </p:nvGrpSpPr>
        <p:grpSpPr>
          <a:xfrm>
            <a:off x="723900" y="2514600"/>
            <a:ext cx="2514600" cy="1676400"/>
            <a:chOff x="723900" y="2514600"/>
            <a:chExt cx="2514600" cy="1676400"/>
          </a:xfrm>
        </p:grpSpPr>
        <p:sp>
          <p:nvSpPr>
            <p:cNvPr id="8" name="node03.source-001.bullet"/>
            <p:cNvSpPr/>
            <p:nvPr/>
          </p:nvSpPr>
          <p:spPr>
            <a:xfrm>
              <a:off x="723900" y="2603500"/>
              <a:ext cx="38100" cy="38100"/>
            </a:xfrm>
            <a:prstGeom prst="rect">
              <a:avLst/>
            </a:prstGeom>
            <a:solidFill>
              <a:srgbClr val="070154"/>
            </a:solidFill>
            <a:ln>
              <a:noFill/>
            </a:ln>
          </p:spPr>
        </p:sp>
        <p:sp>
          <p:nvSpPr>
            <p:cNvPr id="9" name="node03.source-001.text"/>
            <p:cNvSpPr/>
            <p:nvPr/>
          </p:nvSpPr>
          <p:spPr>
            <a:xfrm>
              <a:off x="876300" y="2514600"/>
              <a:ext cx="2362200" cy="685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 xml:space="preserve">Prompt:</a:t>
              </a:r>
              <a:r>
                <a:rPr lang="en-US" sz="1200" spc="0" kern="0" b="0" i="0" dirty="0">
                  <a:solidFill>
                    <a:srgbClr val="50658E"/>
                  </a:solidFill>
                  <a:latin typeface="IBM Plex Sans"/>
                  <a:ea typeface="IBM Plex Sans"/>
                  <a:cs typeface="IBM Plex Sans"/>
                </a:rPr>
                <a:t xml:space="preserve"> Draw one front door and one template for every service line.</a:t>
              </a:r>
              <a:endParaRPr lang="en-US" sz="1200" spc="0" kern="0" b="0" i="0" dirty="0">
                <a:solidFill>
                  <a:srgbClr val="070154"/>
                </a:solidFill>
                <a:latin typeface="IBM Plex Sans"/>
                <a:ea typeface="IBM Plex Sans"/>
                <a:cs typeface="IBM Plex Sans"/>
              </a:endParaRPr>
            </a:p>
          </p:txBody>
        </p:sp>
        <p:sp>
          <p:nvSpPr>
            <p:cNvPr id="10" name="node03.source-002.bullet"/>
            <p:cNvSpPr/>
            <p:nvPr/>
          </p:nvSpPr>
          <p:spPr>
            <a:xfrm>
              <a:off x="723900" y="3327400"/>
              <a:ext cx="38100" cy="38100"/>
            </a:xfrm>
            <a:prstGeom prst="rect">
              <a:avLst/>
            </a:prstGeom>
            <a:solidFill>
              <a:srgbClr val="070154"/>
            </a:solidFill>
            <a:ln>
              <a:noFill/>
            </a:ln>
          </p:spPr>
        </p:sp>
        <p:sp>
          <p:nvSpPr>
            <p:cNvPr id="11" name="node03.source-002.text"/>
            <p:cNvSpPr/>
            <p:nvPr/>
          </p:nvSpPr>
          <p:spPr>
            <a:xfrm>
              <a:off x="876300" y="3238500"/>
              <a:ext cx="23622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 xml:space="preserve">Materials:</a:t>
              </a:r>
              <a:r>
                <a:rPr lang="en-US" sz="1200" spc="0" kern="0" b="0" i="0" dirty="0">
                  <a:solidFill>
                    <a:srgbClr val="50658E"/>
                  </a:solidFill>
                  <a:latin typeface="IBM Plex Sans"/>
                  <a:ea typeface="IBM Plex Sans"/>
                  <a:cs typeface="IBM Plex Sans"/>
                </a:rPr>
                <a:t xml:space="preserve"> Canvas, template samples</a:t>
              </a:r>
              <a:endParaRPr lang="en-US" sz="1200" spc="0" kern="0" b="0" i="0" dirty="0">
                <a:solidFill>
                  <a:srgbClr val="070154"/>
                </a:solidFill>
                <a:latin typeface="IBM Plex Sans"/>
                <a:ea typeface="IBM Plex Sans"/>
                <a:cs typeface="IBM Plex Sans"/>
              </a:endParaRPr>
            </a:p>
          </p:txBody>
        </p:sp>
        <p:sp>
          <p:nvSpPr>
            <p:cNvPr id="12" name="node03.source-003.bullet"/>
            <p:cNvSpPr/>
            <p:nvPr/>
          </p:nvSpPr>
          <p:spPr>
            <a:xfrm>
              <a:off x="723900" y="3822700"/>
              <a:ext cx="38100" cy="38100"/>
            </a:xfrm>
            <a:prstGeom prst="rect">
              <a:avLst/>
            </a:prstGeom>
            <a:solidFill>
              <a:srgbClr val="070154"/>
            </a:solidFill>
            <a:ln>
              <a:noFill/>
            </a:ln>
          </p:spPr>
        </p:sp>
        <p:sp>
          <p:nvSpPr>
            <p:cNvPr id="13" name="node03.source-003.text"/>
            <p:cNvSpPr/>
            <p:nvPr/>
          </p:nvSpPr>
          <p:spPr>
            <a:xfrm>
              <a:off x="876300" y="3733800"/>
              <a:ext cx="23622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 xml:space="preserve">Time:</a:t>
              </a:r>
              <a:r>
                <a:rPr lang="en-US" sz="1200" spc="0" kern="0" b="0" i="0" dirty="0">
                  <a:solidFill>
                    <a:srgbClr val="50658E"/>
                  </a:solidFill>
                  <a:latin typeface="IBM Plex Sans"/>
                  <a:ea typeface="IBM Plex Sans"/>
                  <a:cs typeface="IBM Plex Sans"/>
                </a:rPr>
                <a:t xml:space="preserve"> 20 min · 2-minute report-back: three steps, one gap</a:t>
              </a:r>
              <a:endParaRPr lang="en-US" sz="1200" spc="0" kern="0" b="0" i="0" dirty="0">
                <a:solidFill>
                  <a:srgbClr val="070154"/>
                </a:solidFill>
                <a:latin typeface="IBM Plex Sans"/>
                <a:ea typeface="IBM Plex Sans"/>
                <a:cs typeface="IBM Plex Sans"/>
              </a:endParaRPr>
            </a:p>
          </p:txBody>
        </p:sp>
      </p:grpSp>
      <p:grpSp>
        <p:nvGrpSpPr>
          <p:cNvPr id="77" name="node04"/>
          <p:cNvGrpSpPr/>
          <p:nvPr/>
        </p:nvGrpSpPr>
        <p:grpSpPr>
          <a:xfrm>
            <a:off x="723900" y="4343400"/>
            <a:ext cx="2514600" cy="228600"/>
            <a:chOff x="723900" y="4343400"/>
            <a:chExt cx="2514600" cy="228600"/>
          </a:xfrm>
        </p:grpSpPr>
        <p:sp>
          <p:nvSpPr>
            <p:cNvPr id="14" name="node04.label"/>
            <p:cNvSpPr/>
            <p:nvPr/>
          </p:nvSpPr>
          <p:spPr>
            <a:xfrm>
              <a:off x="723900" y="4343400"/>
              <a:ext cx="1077094"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ASK THIS TABLE</a:t>
              </a:r>
              <a:endParaRPr lang="en-US" sz="900" spc="54" kern="0" b="0" i="0" dirty="0">
                <a:solidFill>
                  <a:srgbClr val="50658E"/>
                </a:solidFill>
                <a:latin typeface="IBM Plex Mono Medium"/>
                <a:ea typeface="IBM Plex Mono Medium"/>
                <a:cs typeface="IBM Plex Mono Medium"/>
              </a:endParaRPr>
            </a:p>
          </p:txBody>
        </p:sp>
        <p:sp>
          <p:nvSpPr>
            <p:cNvPr id="15" name="node04.rule"/>
            <p:cNvSpPr/>
            <p:nvPr/>
          </p:nvSpPr>
          <p:spPr>
            <a:xfrm>
              <a:off x="1927994" y="4452938"/>
              <a:ext cx="1310506" cy="9525"/>
            </a:xfrm>
            <a:prstGeom prst="rect">
              <a:avLst/>
            </a:prstGeom>
            <a:solidFill>
              <a:srgbClr val="CED7E6"/>
            </a:solidFill>
            <a:ln>
              <a:noFill/>
            </a:ln>
          </p:spPr>
        </p:sp>
      </p:grpSp>
      <p:sp>
        <p:nvSpPr>
          <p:cNvPr id="16" name="node05"/>
          <p:cNvSpPr/>
          <p:nvPr/>
        </p:nvSpPr>
        <p:spPr>
          <a:xfrm>
            <a:off x="723900" y="4572000"/>
            <a:ext cx="2514600" cy="9525"/>
          </a:xfrm>
          <a:prstGeom prst="rect">
            <a:avLst/>
          </a:prstGeom>
          <a:solidFill>
            <a:srgbClr val="CED7E6"/>
          </a:solidFill>
          <a:ln>
            <a:noFill/>
          </a:ln>
        </p:spPr>
      </p:sp>
      <p:grpSp>
        <p:nvGrpSpPr>
          <p:cNvPr id="78" name="node06"/>
          <p:cNvGrpSpPr/>
          <p:nvPr/>
        </p:nvGrpSpPr>
        <p:grpSpPr>
          <a:xfrm>
            <a:off x="723900" y="4800600"/>
            <a:ext cx="2514600" cy="990600"/>
            <a:chOff x="723900" y="4800600"/>
            <a:chExt cx="2514600" cy="990600"/>
          </a:xfrm>
        </p:grpSpPr>
        <p:sp>
          <p:nvSpPr>
            <p:cNvPr id="17" name="node06.source-001.bullet"/>
            <p:cNvSpPr/>
            <p:nvPr/>
          </p:nvSpPr>
          <p:spPr>
            <a:xfrm>
              <a:off x="723900" y="4889500"/>
              <a:ext cx="38100" cy="38100"/>
            </a:xfrm>
            <a:prstGeom prst="rect">
              <a:avLst/>
            </a:prstGeom>
            <a:solidFill>
              <a:srgbClr val="070154"/>
            </a:solidFill>
            <a:ln>
              <a:noFill/>
            </a:ln>
          </p:spPr>
        </p:sp>
        <p:sp>
          <p:nvSpPr>
            <p:cNvPr id="18" name="node06.source-001.text"/>
            <p:cNvSpPr/>
            <p:nvPr/>
          </p:nvSpPr>
          <p:spPr>
            <a:xfrm>
              <a:off x="876300" y="48006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Where does a request wait today?</a:t>
              </a:r>
              <a:endParaRPr lang="en-US" sz="1200" spc="0" kern="0" b="0" i="0" dirty="0">
                <a:solidFill>
                  <a:srgbClr val="070154"/>
                </a:solidFill>
                <a:latin typeface="IBM Plex Sans"/>
                <a:ea typeface="IBM Plex Sans"/>
                <a:cs typeface="IBM Plex Sans"/>
              </a:endParaRPr>
            </a:p>
          </p:txBody>
        </p:sp>
        <p:sp>
          <p:nvSpPr>
            <p:cNvPr id="19" name="node06.source-002.bullet"/>
            <p:cNvSpPr/>
            <p:nvPr/>
          </p:nvSpPr>
          <p:spPr>
            <a:xfrm>
              <a:off x="723900" y="5156200"/>
              <a:ext cx="38100" cy="38100"/>
            </a:xfrm>
            <a:prstGeom prst="rect">
              <a:avLst/>
            </a:prstGeom>
            <a:solidFill>
              <a:srgbClr val="070154"/>
            </a:solidFill>
            <a:ln>
              <a:noFill/>
            </a:ln>
          </p:spPr>
        </p:sp>
        <p:sp>
          <p:nvSpPr>
            <p:cNvPr id="20" name="node06.source-002.text"/>
            <p:cNvSpPr/>
            <p:nvPr/>
          </p:nvSpPr>
          <p:spPr>
            <a:xfrm>
              <a:off x="876300" y="5067300"/>
              <a:ext cx="23622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Which template could every clinic use?</a:t>
              </a:r>
              <a:endParaRPr lang="en-US" sz="1200" spc="0" kern="0" b="0" i="0" dirty="0">
                <a:solidFill>
                  <a:srgbClr val="070154"/>
                </a:solidFill>
                <a:latin typeface="IBM Plex Sans"/>
                <a:ea typeface="IBM Plex Sans"/>
                <a:cs typeface="IBM Plex Sans"/>
              </a:endParaRPr>
            </a:p>
          </p:txBody>
        </p:sp>
        <p:sp>
          <p:nvSpPr>
            <p:cNvPr id="21" name="node06.source-003.bullet"/>
            <p:cNvSpPr/>
            <p:nvPr/>
          </p:nvSpPr>
          <p:spPr>
            <a:xfrm>
              <a:off x="723900" y="5651500"/>
              <a:ext cx="38100" cy="38100"/>
            </a:xfrm>
            <a:prstGeom prst="rect">
              <a:avLst/>
            </a:prstGeom>
            <a:solidFill>
              <a:srgbClr val="070154"/>
            </a:solidFill>
            <a:ln>
              <a:noFill/>
            </a:ln>
          </p:spPr>
        </p:sp>
        <p:sp>
          <p:nvSpPr>
            <p:cNvPr id="22" name="node06.source-003.text"/>
            <p:cNvSpPr/>
            <p:nvPr/>
          </p:nvSpPr>
          <p:spPr>
            <a:xfrm>
              <a:off x="876300" y="55626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Who owns the no-show list?</a:t>
              </a:r>
              <a:endParaRPr lang="en-US" sz="1200" spc="0" kern="0" b="0" i="0" dirty="0">
                <a:solidFill>
                  <a:srgbClr val="070154"/>
                </a:solidFill>
                <a:latin typeface="IBM Plex Sans"/>
                <a:ea typeface="IBM Plex Sans"/>
                <a:cs typeface="IBM Plex Sans"/>
              </a:endParaRPr>
            </a:p>
          </p:txBody>
        </p:sp>
      </p:grpSp>
      <p:grpSp>
        <p:nvGrpSpPr>
          <p:cNvPr id="79" name="node07"/>
          <p:cNvGrpSpPr/>
          <p:nvPr/>
        </p:nvGrpSpPr>
        <p:grpSpPr>
          <a:xfrm>
            <a:off x="3467100" y="1600200"/>
            <a:ext cx="2514600" cy="685800"/>
            <a:chOff x="3467100" y="1600200"/>
            <a:chExt cx="2514600" cy="685800"/>
          </a:xfrm>
        </p:grpSpPr>
        <p:sp>
          <p:nvSpPr>
            <p:cNvPr id="23" name="node07.surface"/>
            <p:cNvSpPr/>
            <p:nvPr/>
          </p:nvSpPr>
          <p:spPr>
            <a:xfrm>
              <a:off x="3467100" y="1600200"/>
              <a:ext cx="2514600" cy="685800"/>
            </a:xfrm>
            <a:prstGeom prst="rect">
              <a:avLst/>
            </a:prstGeom>
            <a:solidFill>
              <a:srgbClr val="070154"/>
            </a:solidFill>
            <a:ln>
              <a:noFill/>
            </a:ln>
          </p:spPr>
        </p:sp>
      </p:grpSp>
      <p:grpSp>
        <p:nvGrpSpPr>
          <p:cNvPr id="80" name="node08"/>
          <p:cNvGrpSpPr/>
          <p:nvPr/>
        </p:nvGrpSpPr>
        <p:grpSpPr>
          <a:xfrm>
            <a:off x="3695700" y="1828800"/>
            <a:ext cx="2057400" cy="152400"/>
            <a:chOff x="3695700" y="1828800"/>
            <a:chExt cx="2057400" cy="152400"/>
          </a:xfrm>
        </p:grpSpPr>
        <p:sp>
          <p:nvSpPr>
            <p:cNvPr id="24" name="node08.text"/>
            <p:cNvSpPr/>
            <p:nvPr/>
          </p:nvSpPr>
          <p:spPr>
            <a:xfrm>
              <a:off x="3695700" y="1828800"/>
              <a:ext cx="20574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FFFFF"/>
                  </a:solidFill>
                  <a:latin typeface="IBM Plex Mono Medium"/>
                  <a:ea typeface="IBM Plex Mono Medium"/>
                  <a:cs typeface="IBM Plex Mono Medium"/>
                </a:rPr>
                <a:t>TABLE 2 · REGISTRATION</a:t>
              </a:r>
              <a:endParaRPr lang="en-US" sz="900" spc="54" kern="0" b="0" i="0" dirty="0">
                <a:solidFill>
                  <a:srgbClr val="FFFFFF"/>
                </a:solidFill>
                <a:latin typeface="IBM Plex Mono Medium"/>
                <a:ea typeface="IBM Plex Mono Medium"/>
                <a:cs typeface="IBM Plex Mono Medium"/>
              </a:endParaRPr>
            </a:p>
          </p:txBody>
        </p:sp>
      </p:grpSp>
      <p:grpSp>
        <p:nvGrpSpPr>
          <p:cNvPr id="81" name="node09"/>
          <p:cNvGrpSpPr/>
          <p:nvPr/>
        </p:nvGrpSpPr>
        <p:grpSpPr>
          <a:xfrm>
            <a:off x="3467100" y="2514600"/>
            <a:ext cx="2514600" cy="1447800"/>
            <a:chOff x="3467100" y="2514600"/>
            <a:chExt cx="2514600" cy="1447800"/>
          </a:xfrm>
        </p:grpSpPr>
        <p:sp>
          <p:nvSpPr>
            <p:cNvPr id="25" name="node09.source-001.bullet"/>
            <p:cNvSpPr/>
            <p:nvPr/>
          </p:nvSpPr>
          <p:spPr>
            <a:xfrm>
              <a:off x="3467100" y="2603500"/>
              <a:ext cx="38100" cy="38100"/>
            </a:xfrm>
            <a:prstGeom prst="rect">
              <a:avLst/>
            </a:prstGeom>
            <a:solidFill>
              <a:srgbClr val="070154"/>
            </a:solidFill>
            <a:ln>
              <a:noFill/>
            </a:ln>
          </p:spPr>
        </p:sp>
        <p:sp>
          <p:nvSpPr>
            <p:cNvPr id="26" name="node09.source-001.text"/>
            <p:cNvSpPr/>
            <p:nvPr/>
          </p:nvSpPr>
          <p:spPr>
            <a:xfrm>
              <a:off x="3619500" y="2514600"/>
              <a:ext cx="2362200" cy="685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 xml:space="preserve">Prompt:</a:t>
              </a:r>
              <a:r>
                <a:rPr lang="en-US" sz="1200" spc="0" kern="0" b="0" i="0" dirty="0">
                  <a:solidFill>
                    <a:srgbClr val="50658E"/>
                  </a:solidFill>
                  <a:latin typeface="IBM Plex Sans"/>
                  <a:ea typeface="IBM Plex Sans"/>
                  <a:cs typeface="IBM Plex Sans"/>
                </a:rPr>
                <a:t xml:space="preserve"> Capture insurance and consent once, before the patient arrives.</a:t>
              </a:r>
              <a:endParaRPr lang="en-US" sz="1200" spc="0" kern="0" b="0" i="0" dirty="0">
                <a:solidFill>
                  <a:srgbClr val="070154"/>
                </a:solidFill>
                <a:latin typeface="IBM Plex Sans"/>
                <a:ea typeface="IBM Plex Sans"/>
                <a:cs typeface="IBM Plex Sans"/>
              </a:endParaRPr>
            </a:p>
          </p:txBody>
        </p:sp>
        <p:sp>
          <p:nvSpPr>
            <p:cNvPr id="27" name="node09.source-002.bullet"/>
            <p:cNvSpPr/>
            <p:nvPr/>
          </p:nvSpPr>
          <p:spPr>
            <a:xfrm>
              <a:off x="3467100" y="3327400"/>
              <a:ext cx="38100" cy="38100"/>
            </a:xfrm>
            <a:prstGeom prst="rect">
              <a:avLst/>
            </a:prstGeom>
            <a:solidFill>
              <a:srgbClr val="070154"/>
            </a:solidFill>
            <a:ln>
              <a:noFill/>
            </a:ln>
          </p:spPr>
        </p:sp>
        <p:sp>
          <p:nvSpPr>
            <p:cNvPr id="28" name="node09.source-002.text"/>
            <p:cNvSpPr/>
            <p:nvPr/>
          </p:nvSpPr>
          <p:spPr>
            <a:xfrm>
              <a:off x="3619500" y="32385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 xml:space="preserve">Materials:</a:t>
              </a:r>
              <a:r>
                <a:rPr lang="en-US" sz="1200" spc="0" kern="0" b="0" i="0" dirty="0">
                  <a:solidFill>
                    <a:srgbClr val="50658E"/>
                  </a:solidFill>
                  <a:latin typeface="IBM Plex Sans"/>
                  <a:ea typeface="IBM Plex Sans"/>
                  <a:cs typeface="IBM Plex Sans"/>
                </a:rPr>
                <a:t xml:space="preserve"> Canvas, form samples</a:t>
              </a:r>
              <a:endParaRPr lang="en-US" sz="1200" spc="0" kern="0" b="0" i="0" dirty="0">
                <a:solidFill>
                  <a:srgbClr val="070154"/>
                </a:solidFill>
                <a:latin typeface="IBM Plex Sans"/>
                <a:ea typeface="IBM Plex Sans"/>
                <a:cs typeface="IBM Plex Sans"/>
              </a:endParaRPr>
            </a:p>
          </p:txBody>
        </p:sp>
        <p:sp>
          <p:nvSpPr>
            <p:cNvPr id="29" name="node09.source-003.bullet"/>
            <p:cNvSpPr/>
            <p:nvPr/>
          </p:nvSpPr>
          <p:spPr>
            <a:xfrm>
              <a:off x="3467100" y="3594100"/>
              <a:ext cx="38100" cy="38100"/>
            </a:xfrm>
            <a:prstGeom prst="rect">
              <a:avLst/>
            </a:prstGeom>
            <a:solidFill>
              <a:srgbClr val="070154"/>
            </a:solidFill>
            <a:ln>
              <a:noFill/>
            </a:ln>
          </p:spPr>
        </p:sp>
        <p:sp>
          <p:nvSpPr>
            <p:cNvPr id="30" name="node09.source-003.text"/>
            <p:cNvSpPr/>
            <p:nvPr/>
          </p:nvSpPr>
          <p:spPr>
            <a:xfrm>
              <a:off x="3619500" y="3505200"/>
              <a:ext cx="23622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 xml:space="preserve">Time:</a:t>
              </a:r>
              <a:r>
                <a:rPr lang="en-US" sz="1200" spc="0" kern="0" b="0" i="0" dirty="0">
                  <a:solidFill>
                    <a:srgbClr val="50658E"/>
                  </a:solidFill>
                  <a:latin typeface="IBM Plex Sans"/>
                  <a:ea typeface="IBM Plex Sans"/>
                  <a:cs typeface="IBM Plex Sans"/>
                </a:rPr>
                <a:t xml:space="preserve"> 20 min · 2-minute report-back: data captured, owner</a:t>
              </a:r>
              <a:endParaRPr lang="en-US" sz="1200" spc="0" kern="0" b="0" i="0" dirty="0">
                <a:solidFill>
                  <a:srgbClr val="070154"/>
                </a:solidFill>
                <a:latin typeface="IBM Plex Sans"/>
                <a:ea typeface="IBM Plex Sans"/>
                <a:cs typeface="IBM Plex Sans"/>
              </a:endParaRPr>
            </a:p>
          </p:txBody>
        </p:sp>
      </p:grpSp>
      <p:grpSp>
        <p:nvGrpSpPr>
          <p:cNvPr id="82" name="node10"/>
          <p:cNvGrpSpPr/>
          <p:nvPr/>
        </p:nvGrpSpPr>
        <p:grpSpPr>
          <a:xfrm>
            <a:off x="3467100" y="4343400"/>
            <a:ext cx="2514600" cy="228600"/>
            <a:chOff x="3467100" y="4343400"/>
            <a:chExt cx="2514600" cy="228600"/>
          </a:xfrm>
        </p:grpSpPr>
        <p:sp>
          <p:nvSpPr>
            <p:cNvPr id="31" name="node10.label"/>
            <p:cNvSpPr/>
            <p:nvPr/>
          </p:nvSpPr>
          <p:spPr>
            <a:xfrm>
              <a:off x="3467100" y="4343400"/>
              <a:ext cx="1077094"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ASK THIS TABLE</a:t>
              </a:r>
              <a:endParaRPr lang="en-US" sz="900" spc="54" kern="0" b="0" i="0" dirty="0">
                <a:solidFill>
                  <a:srgbClr val="50658E"/>
                </a:solidFill>
                <a:latin typeface="IBM Plex Mono Medium"/>
                <a:ea typeface="IBM Plex Mono Medium"/>
                <a:cs typeface="IBM Plex Mono Medium"/>
              </a:endParaRPr>
            </a:p>
          </p:txBody>
        </p:sp>
        <p:sp>
          <p:nvSpPr>
            <p:cNvPr id="32" name="node10.rule"/>
            <p:cNvSpPr/>
            <p:nvPr/>
          </p:nvSpPr>
          <p:spPr>
            <a:xfrm>
              <a:off x="4671194" y="4452938"/>
              <a:ext cx="1310506" cy="9525"/>
            </a:xfrm>
            <a:prstGeom prst="rect">
              <a:avLst/>
            </a:prstGeom>
            <a:solidFill>
              <a:srgbClr val="CED7E6"/>
            </a:solidFill>
            <a:ln>
              <a:noFill/>
            </a:ln>
          </p:spPr>
        </p:sp>
      </p:grpSp>
      <p:sp>
        <p:nvSpPr>
          <p:cNvPr id="33" name="node11"/>
          <p:cNvSpPr/>
          <p:nvPr/>
        </p:nvSpPr>
        <p:spPr>
          <a:xfrm>
            <a:off x="3467100" y="4572000"/>
            <a:ext cx="2514600" cy="9525"/>
          </a:xfrm>
          <a:prstGeom prst="rect">
            <a:avLst/>
          </a:prstGeom>
          <a:solidFill>
            <a:srgbClr val="CED7E6"/>
          </a:solidFill>
          <a:ln>
            <a:noFill/>
          </a:ln>
        </p:spPr>
      </p:sp>
      <p:grpSp>
        <p:nvGrpSpPr>
          <p:cNvPr id="83" name="node12"/>
          <p:cNvGrpSpPr/>
          <p:nvPr/>
        </p:nvGrpSpPr>
        <p:grpSpPr>
          <a:xfrm>
            <a:off x="3467100" y="4800600"/>
            <a:ext cx="2514600" cy="990600"/>
            <a:chOff x="3467100" y="4800600"/>
            <a:chExt cx="2514600" cy="990600"/>
          </a:xfrm>
        </p:grpSpPr>
        <p:sp>
          <p:nvSpPr>
            <p:cNvPr id="34" name="node12.source-001.bullet"/>
            <p:cNvSpPr/>
            <p:nvPr/>
          </p:nvSpPr>
          <p:spPr>
            <a:xfrm>
              <a:off x="3467100" y="4889500"/>
              <a:ext cx="38100" cy="38100"/>
            </a:xfrm>
            <a:prstGeom prst="rect">
              <a:avLst/>
            </a:prstGeom>
            <a:solidFill>
              <a:srgbClr val="070154"/>
            </a:solidFill>
            <a:ln>
              <a:noFill/>
            </a:ln>
          </p:spPr>
        </p:sp>
        <p:sp>
          <p:nvSpPr>
            <p:cNvPr id="35" name="node12.source-001.text"/>
            <p:cNvSpPr/>
            <p:nvPr/>
          </p:nvSpPr>
          <p:spPr>
            <a:xfrm>
              <a:off x="3619500" y="4800600"/>
              <a:ext cx="23622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What do we ask that we already know?</a:t>
              </a:r>
              <a:endParaRPr lang="en-US" sz="1200" spc="0" kern="0" b="0" i="0" dirty="0">
                <a:solidFill>
                  <a:srgbClr val="070154"/>
                </a:solidFill>
                <a:latin typeface="IBM Plex Sans"/>
                <a:ea typeface="IBM Plex Sans"/>
                <a:cs typeface="IBM Plex Sans"/>
              </a:endParaRPr>
            </a:p>
          </p:txBody>
        </p:sp>
        <p:sp>
          <p:nvSpPr>
            <p:cNvPr id="36" name="node12.source-002.bullet"/>
            <p:cNvSpPr/>
            <p:nvPr/>
          </p:nvSpPr>
          <p:spPr>
            <a:xfrm>
              <a:off x="3467100" y="5384800"/>
              <a:ext cx="38100" cy="38100"/>
            </a:xfrm>
            <a:prstGeom prst="rect">
              <a:avLst/>
            </a:prstGeom>
            <a:solidFill>
              <a:srgbClr val="070154"/>
            </a:solidFill>
            <a:ln>
              <a:noFill/>
            </a:ln>
          </p:spPr>
        </p:sp>
        <p:sp>
          <p:nvSpPr>
            <p:cNvPr id="37" name="node12.source-002.text"/>
            <p:cNvSpPr/>
            <p:nvPr/>
          </p:nvSpPr>
          <p:spPr>
            <a:xfrm>
              <a:off x="3619500" y="52959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Who verifies, and when?</a:t>
              </a:r>
              <a:endParaRPr lang="en-US" sz="1200" spc="0" kern="0" b="0" i="0" dirty="0">
                <a:solidFill>
                  <a:srgbClr val="070154"/>
                </a:solidFill>
                <a:latin typeface="IBM Plex Sans"/>
                <a:ea typeface="IBM Plex Sans"/>
                <a:cs typeface="IBM Plex Sans"/>
              </a:endParaRPr>
            </a:p>
          </p:txBody>
        </p:sp>
        <p:sp>
          <p:nvSpPr>
            <p:cNvPr id="38" name="node12.source-003.bullet"/>
            <p:cNvSpPr/>
            <p:nvPr/>
          </p:nvSpPr>
          <p:spPr>
            <a:xfrm>
              <a:off x="3467100" y="5651500"/>
              <a:ext cx="38100" cy="38100"/>
            </a:xfrm>
            <a:prstGeom prst="rect">
              <a:avLst/>
            </a:prstGeom>
            <a:solidFill>
              <a:srgbClr val="070154"/>
            </a:solidFill>
            <a:ln>
              <a:noFill/>
            </a:ln>
          </p:spPr>
        </p:sp>
        <p:sp>
          <p:nvSpPr>
            <p:cNvPr id="39" name="node12.source-003.text"/>
            <p:cNvSpPr/>
            <p:nvPr/>
          </p:nvSpPr>
          <p:spPr>
            <a:xfrm>
              <a:off x="3619500" y="55626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Which consent is missed most?</a:t>
              </a:r>
              <a:endParaRPr lang="en-US" sz="1200" spc="0" kern="0" b="0" i="0" dirty="0">
                <a:solidFill>
                  <a:srgbClr val="070154"/>
                </a:solidFill>
                <a:latin typeface="IBM Plex Sans"/>
                <a:ea typeface="IBM Plex Sans"/>
                <a:cs typeface="IBM Plex Sans"/>
              </a:endParaRPr>
            </a:p>
          </p:txBody>
        </p:sp>
      </p:grpSp>
      <p:grpSp>
        <p:nvGrpSpPr>
          <p:cNvPr id="84" name="node13"/>
          <p:cNvGrpSpPr/>
          <p:nvPr/>
        </p:nvGrpSpPr>
        <p:grpSpPr>
          <a:xfrm>
            <a:off x="6210300" y="1600200"/>
            <a:ext cx="2514600" cy="685800"/>
            <a:chOff x="6210300" y="1600200"/>
            <a:chExt cx="2514600" cy="685800"/>
          </a:xfrm>
        </p:grpSpPr>
        <p:sp>
          <p:nvSpPr>
            <p:cNvPr id="40" name="node13.surface"/>
            <p:cNvSpPr/>
            <p:nvPr/>
          </p:nvSpPr>
          <p:spPr>
            <a:xfrm>
              <a:off x="6210300" y="1600200"/>
              <a:ext cx="2514600" cy="685800"/>
            </a:xfrm>
            <a:prstGeom prst="rect">
              <a:avLst/>
            </a:prstGeom>
            <a:solidFill>
              <a:srgbClr val="070154"/>
            </a:solidFill>
            <a:ln>
              <a:noFill/>
            </a:ln>
          </p:spPr>
        </p:sp>
      </p:grpSp>
      <p:grpSp>
        <p:nvGrpSpPr>
          <p:cNvPr id="85" name="node14"/>
          <p:cNvGrpSpPr/>
          <p:nvPr/>
        </p:nvGrpSpPr>
        <p:grpSpPr>
          <a:xfrm>
            <a:off x="6438900" y="1828800"/>
            <a:ext cx="2057400" cy="152400"/>
            <a:chOff x="6438900" y="1828800"/>
            <a:chExt cx="2057400" cy="152400"/>
          </a:xfrm>
        </p:grpSpPr>
        <p:sp>
          <p:nvSpPr>
            <p:cNvPr id="41" name="node14.text"/>
            <p:cNvSpPr/>
            <p:nvPr/>
          </p:nvSpPr>
          <p:spPr>
            <a:xfrm>
              <a:off x="6438900" y="1828800"/>
              <a:ext cx="20574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FFFFF"/>
                  </a:solidFill>
                  <a:latin typeface="IBM Plex Mono Medium"/>
                  <a:ea typeface="IBM Plex Mono Medium"/>
                  <a:cs typeface="IBM Plex Mono Medium"/>
                </a:rPr>
                <a:t>TABLE 3 · ESTIMATES</a:t>
              </a:r>
              <a:endParaRPr lang="en-US" sz="900" spc="54" kern="0" b="0" i="0" dirty="0">
                <a:solidFill>
                  <a:srgbClr val="FFFFFF"/>
                </a:solidFill>
                <a:latin typeface="IBM Plex Mono Medium"/>
                <a:ea typeface="IBM Plex Mono Medium"/>
                <a:cs typeface="IBM Plex Mono Medium"/>
              </a:endParaRPr>
            </a:p>
          </p:txBody>
        </p:sp>
      </p:grpSp>
      <p:grpSp>
        <p:nvGrpSpPr>
          <p:cNvPr id="86" name="node15"/>
          <p:cNvGrpSpPr/>
          <p:nvPr/>
        </p:nvGrpSpPr>
        <p:grpSpPr>
          <a:xfrm>
            <a:off x="6210300" y="2514600"/>
            <a:ext cx="2514600" cy="1447800"/>
            <a:chOff x="6210300" y="2514600"/>
            <a:chExt cx="2514600" cy="1447800"/>
          </a:xfrm>
        </p:grpSpPr>
        <p:sp>
          <p:nvSpPr>
            <p:cNvPr id="42" name="node15.source-001.bullet"/>
            <p:cNvSpPr/>
            <p:nvPr/>
          </p:nvSpPr>
          <p:spPr>
            <a:xfrm>
              <a:off x="6210300" y="2603500"/>
              <a:ext cx="38100" cy="38100"/>
            </a:xfrm>
            <a:prstGeom prst="rect">
              <a:avLst/>
            </a:prstGeom>
            <a:solidFill>
              <a:srgbClr val="070154"/>
            </a:solidFill>
            <a:ln>
              <a:noFill/>
            </a:ln>
          </p:spPr>
        </p:sp>
        <p:sp>
          <p:nvSpPr>
            <p:cNvPr id="43" name="node15.source-001.text"/>
            <p:cNvSpPr/>
            <p:nvPr/>
          </p:nvSpPr>
          <p:spPr>
            <a:xfrm>
              <a:off x="6362700" y="2514600"/>
              <a:ext cx="23622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 xml:space="preserve">Prompt:</a:t>
              </a:r>
              <a:r>
                <a:rPr lang="en-US" sz="1200" spc="0" kern="0" b="0" i="0" dirty="0">
                  <a:solidFill>
                    <a:srgbClr val="50658E"/>
                  </a:solidFill>
                  <a:latin typeface="IBM Plex Sans"/>
                  <a:ea typeface="IBM Plex Sans"/>
                  <a:cs typeface="IBM Plex Sans"/>
                </a:rPr>
                <a:t xml:space="preserve"> Give a price a patient can rely on before they book.</a:t>
              </a:r>
              <a:endParaRPr lang="en-US" sz="1200" spc="0" kern="0" b="0" i="0" dirty="0">
                <a:solidFill>
                  <a:srgbClr val="070154"/>
                </a:solidFill>
                <a:latin typeface="IBM Plex Sans"/>
                <a:ea typeface="IBM Plex Sans"/>
                <a:cs typeface="IBM Plex Sans"/>
              </a:endParaRPr>
            </a:p>
          </p:txBody>
        </p:sp>
        <p:sp>
          <p:nvSpPr>
            <p:cNvPr id="44" name="node15.source-002.bullet"/>
            <p:cNvSpPr/>
            <p:nvPr/>
          </p:nvSpPr>
          <p:spPr>
            <a:xfrm>
              <a:off x="6210300" y="3098800"/>
              <a:ext cx="38100" cy="38100"/>
            </a:xfrm>
            <a:prstGeom prst="rect">
              <a:avLst/>
            </a:prstGeom>
            <a:solidFill>
              <a:srgbClr val="070154"/>
            </a:solidFill>
            <a:ln>
              <a:noFill/>
            </a:ln>
          </p:spPr>
        </p:sp>
        <p:sp>
          <p:nvSpPr>
            <p:cNvPr id="45" name="node15.source-002.text"/>
            <p:cNvSpPr/>
            <p:nvPr/>
          </p:nvSpPr>
          <p:spPr>
            <a:xfrm>
              <a:off x="6362700" y="3009900"/>
              <a:ext cx="23622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 xml:space="preserve">Materials:</a:t>
              </a:r>
              <a:r>
                <a:rPr lang="en-US" sz="1200" spc="0" kern="0" b="0" i="0" dirty="0">
                  <a:solidFill>
                    <a:srgbClr val="50658E"/>
                  </a:solidFill>
                  <a:latin typeface="IBM Plex Sans"/>
                  <a:ea typeface="IBM Plex Sans"/>
                  <a:cs typeface="IBM Plex Sans"/>
                </a:rPr>
                <a:t xml:space="preserve"> Canvas, price list sample</a:t>
              </a:r>
              <a:endParaRPr lang="en-US" sz="1200" spc="0" kern="0" b="0" i="0" dirty="0">
                <a:solidFill>
                  <a:srgbClr val="070154"/>
                </a:solidFill>
                <a:latin typeface="IBM Plex Sans"/>
                <a:ea typeface="IBM Plex Sans"/>
                <a:cs typeface="IBM Plex Sans"/>
              </a:endParaRPr>
            </a:p>
          </p:txBody>
        </p:sp>
        <p:sp>
          <p:nvSpPr>
            <p:cNvPr id="46" name="node15.source-003.bullet"/>
            <p:cNvSpPr/>
            <p:nvPr/>
          </p:nvSpPr>
          <p:spPr>
            <a:xfrm>
              <a:off x="6210300" y="3594100"/>
              <a:ext cx="38100" cy="38100"/>
            </a:xfrm>
            <a:prstGeom prst="rect">
              <a:avLst/>
            </a:prstGeom>
            <a:solidFill>
              <a:srgbClr val="070154"/>
            </a:solidFill>
            <a:ln>
              <a:noFill/>
            </a:ln>
          </p:spPr>
        </p:sp>
        <p:sp>
          <p:nvSpPr>
            <p:cNvPr id="47" name="node15.source-003.text"/>
            <p:cNvSpPr/>
            <p:nvPr/>
          </p:nvSpPr>
          <p:spPr>
            <a:xfrm>
              <a:off x="6362700" y="3505200"/>
              <a:ext cx="23622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 xml:space="preserve">Time:</a:t>
              </a:r>
              <a:r>
                <a:rPr lang="en-US" sz="1200" spc="0" kern="0" b="0" i="0" dirty="0">
                  <a:solidFill>
                    <a:srgbClr val="50658E"/>
                  </a:solidFill>
                  <a:latin typeface="IBM Plex Sans"/>
                  <a:ea typeface="IBM Plex Sans"/>
                  <a:cs typeface="IBM Plex Sans"/>
                </a:rPr>
                <a:t xml:space="preserve"> 20 min · 2-minute report-back: services quoted first</a:t>
              </a:r>
              <a:endParaRPr lang="en-US" sz="1200" spc="0" kern="0" b="0" i="0" dirty="0">
                <a:solidFill>
                  <a:srgbClr val="070154"/>
                </a:solidFill>
                <a:latin typeface="IBM Plex Sans"/>
                <a:ea typeface="IBM Plex Sans"/>
                <a:cs typeface="IBM Plex Sans"/>
              </a:endParaRPr>
            </a:p>
          </p:txBody>
        </p:sp>
      </p:grpSp>
      <p:grpSp>
        <p:nvGrpSpPr>
          <p:cNvPr id="87" name="node16"/>
          <p:cNvGrpSpPr/>
          <p:nvPr/>
        </p:nvGrpSpPr>
        <p:grpSpPr>
          <a:xfrm>
            <a:off x="6210300" y="4343400"/>
            <a:ext cx="2514600" cy="228600"/>
            <a:chOff x="6210300" y="4343400"/>
            <a:chExt cx="2514600" cy="228600"/>
          </a:xfrm>
        </p:grpSpPr>
        <p:sp>
          <p:nvSpPr>
            <p:cNvPr id="48" name="node16.label"/>
            <p:cNvSpPr/>
            <p:nvPr/>
          </p:nvSpPr>
          <p:spPr>
            <a:xfrm>
              <a:off x="6210300" y="4343400"/>
              <a:ext cx="1077094"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ASK THIS TABLE</a:t>
              </a:r>
              <a:endParaRPr lang="en-US" sz="900" spc="54" kern="0" b="0" i="0" dirty="0">
                <a:solidFill>
                  <a:srgbClr val="50658E"/>
                </a:solidFill>
                <a:latin typeface="IBM Plex Mono Medium"/>
                <a:ea typeface="IBM Plex Mono Medium"/>
                <a:cs typeface="IBM Plex Mono Medium"/>
              </a:endParaRPr>
            </a:p>
          </p:txBody>
        </p:sp>
        <p:sp>
          <p:nvSpPr>
            <p:cNvPr id="49" name="node16.rule"/>
            <p:cNvSpPr/>
            <p:nvPr/>
          </p:nvSpPr>
          <p:spPr>
            <a:xfrm>
              <a:off x="7414394" y="4452938"/>
              <a:ext cx="1310506" cy="9525"/>
            </a:xfrm>
            <a:prstGeom prst="rect">
              <a:avLst/>
            </a:prstGeom>
            <a:solidFill>
              <a:srgbClr val="CED7E6"/>
            </a:solidFill>
            <a:ln>
              <a:noFill/>
            </a:ln>
          </p:spPr>
        </p:sp>
      </p:grpSp>
      <p:sp>
        <p:nvSpPr>
          <p:cNvPr id="50" name="node17"/>
          <p:cNvSpPr/>
          <p:nvPr/>
        </p:nvSpPr>
        <p:spPr>
          <a:xfrm>
            <a:off x="6210300" y="4572000"/>
            <a:ext cx="2514600" cy="9525"/>
          </a:xfrm>
          <a:prstGeom prst="rect">
            <a:avLst/>
          </a:prstGeom>
          <a:solidFill>
            <a:srgbClr val="CED7E6"/>
          </a:solidFill>
          <a:ln>
            <a:noFill/>
          </a:ln>
        </p:spPr>
      </p:sp>
      <p:grpSp>
        <p:nvGrpSpPr>
          <p:cNvPr id="88" name="node18"/>
          <p:cNvGrpSpPr/>
          <p:nvPr/>
        </p:nvGrpSpPr>
        <p:grpSpPr>
          <a:xfrm>
            <a:off x="6210300" y="4800600"/>
            <a:ext cx="2514600" cy="990600"/>
            <a:chOff x="6210300" y="4800600"/>
            <a:chExt cx="2514600" cy="990600"/>
          </a:xfrm>
        </p:grpSpPr>
        <p:sp>
          <p:nvSpPr>
            <p:cNvPr id="51" name="node18.source-001.bullet"/>
            <p:cNvSpPr/>
            <p:nvPr/>
          </p:nvSpPr>
          <p:spPr>
            <a:xfrm>
              <a:off x="6210300" y="4889500"/>
              <a:ext cx="38100" cy="38100"/>
            </a:xfrm>
            <a:prstGeom prst="rect">
              <a:avLst/>
            </a:prstGeom>
            <a:solidFill>
              <a:srgbClr val="070154"/>
            </a:solidFill>
            <a:ln>
              <a:noFill/>
            </a:ln>
          </p:spPr>
        </p:sp>
        <p:sp>
          <p:nvSpPr>
            <p:cNvPr id="52" name="node18.source-001.text"/>
            <p:cNvSpPr/>
            <p:nvPr/>
          </p:nvSpPr>
          <p:spPr>
            <a:xfrm>
              <a:off x="6362700" y="48006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Which ten services first?</a:t>
              </a:r>
              <a:endParaRPr lang="en-US" sz="1200" spc="0" kern="0" b="0" i="0" dirty="0">
                <a:solidFill>
                  <a:srgbClr val="070154"/>
                </a:solidFill>
                <a:latin typeface="IBM Plex Sans"/>
                <a:ea typeface="IBM Plex Sans"/>
                <a:cs typeface="IBM Plex Sans"/>
              </a:endParaRPr>
            </a:p>
          </p:txBody>
        </p:sp>
        <p:sp>
          <p:nvSpPr>
            <p:cNvPr id="53" name="node18.source-002.bullet"/>
            <p:cNvSpPr/>
            <p:nvPr/>
          </p:nvSpPr>
          <p:spPr>
            <a:xfrm>
              <a:off x="6210300" y="5156200"/>
              <a:ext cx="38100" cy="38100"/>
            </a:xfrm>
            <a:prstGeom prst="rect">
              <a:avLst/>
            </a:prstGeom>
            <a:solidFill>
              <a:srgbClr val="070154"/>
            </a:solidFill>
            <a:ln>
              <a:noFill/>
            </a:ln>
          </p:spPr>
        </p:sp>
        <p:sp>
          <p:nvSpPr>
            <p:cNvPr id="54" name="node18.source-002.text"/>
            <p:cNvSpPr/>
            <p:nvPr/>
          </p:nvSpPr>
          <p:spPr>
            <a:xfrm>
              <a:off x="6362700" y="50673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What data is missing today?</a:t>
              </a:r>
              <a:endParaRPr lang="en-US" sz="1200" spc="0" kern="0" b="0" i="0" dirty="0">
                <a:solidFill>
                  <a:srgbClr val="070154"/>
                </a:solidFill>
                <a:latin typeface="IBM Plex Sans"/>
                <a:ea typeface="IBM Plex Sans"/>
                <a:cs typeface="IBM Plex Sans"/>
              </a:endParaRPr>
            </a:p>
          </p:txBody>
        </p:sp>
        <p:sp>
          <p:nvSpPr>
            <p:cNvPr id="55" name="node18.source-003.bullet"/>
            <p:cNvSpPr/>
            <p:nvPr/>
          </p:nvSpPr>
          <p:spPr>
            <a:xfrm>
              <a:off x="6210300" y="5422900"/>
              <a:ext cx="38100" cy="38100"/>
            </a:xfrm>
            <a:prstGeom prst="rect">
              <a:avLst/>
            </a:prstGeom>
            <a:solidFill>
              <a:srgbClr val="070154"/>
            </a:solidFill>
            <a:ln>
              <a:noFill/>
            </a:ln>
          </p:spPr>
        </p:sp>
        <p:sp>
          <p:nvSpPr>
            <p:cNvPr id="56" name="node18.source-003.text"/>
            <p:cNvSpPr/>
            <p:nvPr/>
          </p:nvSpPr>
          <p:spPr>
            <a:xfrm>
              <a:off x="6362700" y="5334000"/>
              <a:ext cx="23622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What happens when the price is high?</a:t>
              </a:r>
              <a:endParaRPr lang="en-US" sz="1200" spc="0" kern="0" b="0" i="0" dirty="0">
                <a:solidFill>
                  <a:srgbClr val="070154"/>
                </a:solidFill>
                <a:latin typeface="IBM Plex Sans"/>
                <a:ea typeface="IBM Plex Sans"/>
                <a:cs typeface="IBM Plex Sans"/>
              </a:endParaRPr>
            </a:p>
          </p:txBody>
        </p:sp>
      </p:grpSp>
      <p:grpSp>
        <p:nvGrpSpPr>
          <p:cNvPr id="89" name="node19"/>
          <p:cNvGrpSpPr/>
          <p:nvPr/>
        </p:nvGrpSpPr>
        <p:grpSpPr>
          <a:xfrm>
            <a:off x="8953500" y="1600200"/>
            <a:ext cx="2514600" cy="685800"/>
            <a:chOff x="8953500" y="1600200"/>
            <a:chExt cx="2514600" cy="685800"/>
          </a:xfrm>
        </p:grpSpPr>
        <p:sp>
          <p:nvSpPr>
            <p:cNvPr id="57" name="node19.surface"/>
            <p:cNvSpPr/>
            <p:nvPr/>
          </p:nvSpPr>
          <p:spPr>
            <a:xfrm>
              <a:off x="8953500" y="1600200"/>
              <a:ext cx="2514600" cy="685800"/>
            </a:xfrm>
            <a:prstGeom prst="rect">
              <a:avLst/>
            </a:prstGeom>
            <a:solidFill>
              <a:srgbClr val="070154"/>
            </a:solidFill>
            <a:ln>
              <a:noFill/>
            </a:ln>
          </p:spPr>
        </p:sp>
      </p:grpSp>
      <p:grpSp>
        <p:nvGrpSpPr>
          <p:cNvPr id="90" name="node20"/>
          <p:cNvGrpSpPr/>
          <p:nvPr/>
        </p:nvGrpSpPr>
        <p:grpSpPr>
          <a:xfrm>
            <a:off x="9182100" y="1828800"/>
            <a:ext cx="2057400" cy="152400"/>
            <a:chOff x="9182100" y="1828800"/>
            <a:chExt cx="2057400" cy="152400"/>
          </a:xfrm>
        </p:grpSpPr>
        <p:sp>
          <p:nvSpPr>
            <p:cNvPr id="58" name="node20.text"/>
            <p:cNvSpPr/>
            <p:nvPr/>
          </p:nvSpPr>
          <p:spPr>
            <a:xfrm>
              <a:off x="9182100" y="1828800"/>
              <a:ext cx="20574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FFFFF"/>
                  </a:solidFill>
                  <a:latin typeface="IBM Plex Mono Medium"/>
                  <a:ea typeface="IBM Plex Mono Medium"/>
                  <a:cs typeface="IBM Plex Mono Medium"/>
                </a:rPr>
                <a:t>TABLE 4 · DENIALS</a:t>
              </a:r>
              <a:endParaRPr lang="en-US" sz="900" spc="54" kern="0" b="0" i="0" dirty="0">
                <a:solidFill>
                  <a:srgbClr val="FFFFFF"/>
                </a:solidFill>
                <a:latin typeface="IBM Plex Mono Medium"/>
                <a:ea typeface="IBM Plex Mono Medium"/>
                <a:cs typeface="IBM Plex Mono Medium"/>
              </a:endParaRPr>
            </a:p>
          </p:txBody>
        </p:sp>
      </p:grpSp>
      <p:grpSp>
        <p:nvGrpSpPr>
          <p:cNvPr id="91" name="node21"/>
          <p:cNvGrpSpPr/>
          <p:nvPr/>
        </p:nvGrpSpPr>
        <p:grpSpPr>
          <a:xfrm>
            <a:off x="8953500" y="2514600"/>
            <a:ext cx="2514600" cy="1447800"/>
            <a:chOff x="8953500" y="2514600"/>
            <a:chExt cx="2514600" cy="1447800"/>
          </a:xfrm>
        </p:grpSpPr>
        <p:sp>
          <p:nvSpPr>
            <p:cNvPr id="59" name="node21.source-001.bullet"/>
            <p:cNvSpPr/>
            <p:nvPr/>
          </p:nvSpPr>
          <p:spPr>
            <a:xfrm>
              <a:off x="8953500" y="2603500"/>
              <a:ext cx="38100" cy="38100"/>
            </a:xfrm>
            <a:prstGeom prst="rect">
              <a:avLst/>
            </a:prstGeom>
            <a:solidFill>
              <a:srgbClr val="070154"/>
            </a:solidFill>
            <a:ln>
              <a:noFill/>
            </a:ln>
          </p:spPr>
        </p:sp>
        <p:sp>
          <p:nvSpPr>
            <p:cNvPr id="60" name="node21.source-001.text"/>
            <p:cNvSpPr/>
            <p:nvPr/>
          </p:nvSpPr>
          <p:spPr>
            <a:xfrm>
              <a:off x="9105900" y="2514600"/>
              <a:ext cx="23622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 xml:space="preserve">Prompt:</a:t>
              </a:r>
              <a:r>
                <a:rPr lang="en-US" sz="1200" spc="0" kern="0" b="0" i="0" dirty="0">
                  <a:solidFill>
                    <a:srgbClr val="50658E"/>
                  </a:solidFill>
                  <a:latin typeface="IBM Plex Sans"/>
                  <a:ea typeface="IBM Plex Sans"/>
                  <a:cs typeface="IBM Plex Sans"/>
                </a:rPr>
                <a:t xml:space="preserve"> Stop front-end causes of denial before the claim is sent.</a:t>
              </a:r>
              <a:endParaRPr lang="en-US" sz="1200" spc="0" kern="0" b="0" i="0" dirty="0">
                <a:solidFill>
                  <a:srgbClr val="070154"/>
                </a:solidFill>
                <a:latin typeface="IBM Plex Sans"/>
                <a:ea typeface="IBM Plex Sans"/>
                <a:cs typeface="IBM Plex Sans"/>
              </a:endParaRPr>
            </a:p>
          </p:txBody>
        </p:sp>
        <p:sp>
          <p:nvSpPr>
            <p:cNvPr id="61" name="node21.source-002.bullet"/>
            <p:cNvSpPr/>
            <p:nvPr/>
          </p:nvSpPr>
          <p:spPr>
            <a:xfrm>
              <a:off x="8953500" y="3098800"/>
              <a:ext cx="38100" cy="38100"/>
            </a:xfrm>
            <a:prstGeom prst="rect">
              <a:avLst/>
            </a:prstGeom>
            <a:solidFill>
              <a:srgbClr val="070154"/>
            </a:solidFill>
            <a:ln>
              <a:noFill/>
            </a:ln>
          </p:spPr>
        </p:sp>
        <p:sp>
          <p:nvSpPr>
            <p:cNvPr id="62" name="node21.source-002.text"/>
            <p:cNvSpPr/>
            <p:nvPr/>
          </p:nvSpPr>
          <p:spPr>
            <a:xfrm>
              <a:off x="9105900" y="3009900"/>
              <a:ext cx="23622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 xml:space="preserve">Materials:</a:t>
              </a:r>
              <a:r>
                <a:rPr lang="en-US" sz="1200" spc="0" kern="0" b="0" i="0" dirty="0">
                  <a:solidFill>
                    <a:srgbClr val="50658E"/>
                  </a:solidFill>
                  <a:latin typeface="IBM Plex Sans"/>
                  <a:ea typeface="IBM Plex Sans"/>
                  <a:cs typeface="IBM Plex Sans"/>
                </a:rPr>
                <a:t xml:space="preserve"> Canvas, top denial codes</a:t>
              </a:r>
              <a:endParaRPr lang="en-US" sz="1200" spc="0" kern="0" b="0" i="0" dirty="0">
                <a:solidFill>
                  <a:srgbClr val="070154"/>
                </a:solidFill>
                <a:latin typeface="IBM Plex Sans"/>
                <a:ea typeface="IBM Plex Sans"/>
                <a:cs typeface="IBM Plex Sans"/>
              </a:endParaRPr>
            </a:p>
          </p:txBody>
        </p:sp>
        <p:sp>
          <p:nvSpPr>
            <p:cNvPr id="63" name="node21.source-003.bullet"/>
            <p:cNvSpPr/>
            <p:nvPr/>
          </p:nvSpPr>
          <p:spPr>
            <a:xfrm>
              <a:off x="8953500" y="3594100"/>
              <a:ext cx="38100" cy="38100"/>
            </a:xfrm>
            <a:prstGeom prst="rect">
              <a:avLst/>
            </a:prstGeom>
            <a:solidFill>
              <a:srgbClr val="070154"/>
            </a:solidFill>
            <a:ln>
              <a:noFill/>
            </a:ln>
          </p:spPr>
        </p:sp>
        <p:sp>
          <p:nvSpPr>
            <p:cNvPr id="64" name="node21.source-003.text"/>
            <p:cNvSpPr/>
            <p:nvPr/>
          </p:nvSpPr>
          <p:spPr>
            <a:xfrm>
              <a:off x="9105900" y="3505200"/>
              <a:ext cx="23622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 xml:space="preserve">Time:</a:t>
              </a:r>
              <a:r>
                <a:rPr lang="en-US" sz="1200" spc="0" kern="0" b="0" i="0" dirty="0">
                  <a:solidFill>
                    <a:srgbClr val="50658E"/>
                  </a:solidFill>
                  <a:latin typeface="IBM Plex Sans"/>
                  <a:ea typeface="IBM Plex Sans"/>
                  <a:cs typeface="IBM Plex Sans"/>
                </a:rPr>
                <a:t xml:space="preserve"> 20 min · 2-minute report-back: top three causes</a:t>
              </a:r>
              <a:endParaRPr lang="en-US" sz="1200" spc="0" kern="0" b="0" i="0" dirty="0">
                <a:solidFill>
                  <a:srgbClr val="070154"/>
                </a:solidFill>
                <a:latin typeface="IBM Plex Sans"/>
                <a:ea typeface="IBM Plex Sans"/>
                <a:cs typeface="IBM Plex Sans"/>
              </a:endParaRPr>
            </a:p>
          </p:txBody>
        </p:sp>
      </p:grpSp>
      <p:grpSp>
        <p:nvGrpSpPr>
          <p:cNvPr id="92" name="node22"/>
          <p:cNvGrpSpPr/>
          <p:nvPr/>
        </p:nvGrpSpPr>
        <p:grpSpPr>
          <a:xfrm>
            <a:off x="8953500" y="4343400"/>
            <a:ext cx="2514600" cy="228600"/>
            <a:chOff x="8953500" y="4343400"/>
            <a:chExt cx="2514600" cy="228600"/>
          </a:xfrm>
        </p:grpSpPr>
        <p:sp>
          <p:nvSpPr>
            <p:cNvPr id="65" name="node22.label"/>
            <p:cNvSpPr/>
            <p:nvPr/>
          </p:nvSpPr>
          <p:spPr>
            <a:xfrm>
              <a:off x="8953500" y="4343400"/>
              <a:ext cx="1077094"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ASK THIS TABLE</a:t>
              </a:r>
              <a:endParaRPr lang="en-US" sz="900" spc="54" kern="0" b="0" i="0" dirty="0">
                <a:solidFill>
                  <a:srgbClr val="50658E"/>
                </a:solidFill>
                <a:latin typeface="IBM Plex Mono Medium"/>
                <a:ea typeface="IBM Plex Mono Medium"/>
                <a:cs typeface="IBM Plex Mono Medium"/>
              </a:endParaRPr>
            </a:p>
          </p:txBody>
        </p:sp>
        <p:sp>
          <p:nvSpPr>
            <p:cNvPr id="66" name="node22.rule"/>
            <p:cNvSpPr/>
            <p:nvPr/>
          </p:nvSpPr>
          <p:spPr>
            <a:xfrm>
              <a:off x="10157594" y="4452938"/>
              <a:ext cx="1310506" cy="9525"/>
            </a:xfrm>
            <a:prstGeom prst="rect">
              <a:avLst/>
            </a:prstGeom>
            <a:solidFill>
              <a:srgbClr val="CED7E6"/>
            </a:solidFill>
            <a:ln>
              <a:noFill/>
            </a:ln>
          </p:spPr>
        </p:sp>
      </p:grpSp>
      <p:sp>
        <p:nvSpPr>
          <p:cNvPr id="67" name="node23"/>
          <p:cNvSpPr/>
          <p:nvPr/>
        </p:nvSpPr>
        <p:spPr>
          <a:xfrm>
            <a:off x="8953500" y="4572000"/>
            <a:ext cx="2514600" cy="9525"/>
          </a:xfrm>
          <a:prstGeom prst="rect">
            <a:avLst/>
          </a:prstGeom>
          <a:solidFill>
            <a:srgbClr val="CED7E6"/>
          </a:solidFill>
          <a:ln>
            <a:noFill/>
          </a:ln>
        </p:spPr>
      </p:sp>
      <p:grpSp>
        <p:nvGrpSpPr>
          <p:cNvPr id="93" name="node24"/>
          <p:cNvGrpSpPr/>
          <p:nvPr/>
        </p:nvGrpSpPr>
        <p:grpSpPr>
          <a:xfrm>
            <a:off x="8953500" y="4800600"/>
            <a:ext cx="2514600" cy="762000"/>
            <a:chOff x="8953500" y="4800600"/>
            <a:chExt cx="2514600" cy="762000"/>
          </a:xfrm>
        </p:grpSpPr>
        <p:sp>
          <p:nvSpPr>
            <p:cNvPr id="68" name="node24.source-001.bullet"/>
            <p:cNvSpPr/>
            <p:nvPr/>
          </p:nvSpPr>
          <p:spPr>
            <a:xfrm>
              <a:off x="8953500" y="4889500"/>
              <a:ext cx="38100" cy="38100"/>
            </a:xfrm>
            <a:prstGeom prst="rect">
              <a:avLst/>
            </a:prstGeom>
            <a:solidFill>
              <a:srgbClr val="070154"/>
            </a:solidFill>
            <a:ln>
              <a:noFill/>
            </a:ln>
          </p:spPr>
        </p:sp>
        <p:sp>
          <p:nvSpPr>
            <p:cNvPr id="69" name="node24.source-001.text"/>
            <p:cNvSpPr/>
            <p:nvPr/>
          </p:nvSpPr>
          <p:spPr>
            <a:xfrm>
              <a:off x="9105900" y="48006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Which codes recur weekly?</a:t>
              </a:r>
              <a:endParaRPr lang="en-US" sz="1200" spc="0" kern="0" b="0" i="0" dirty="0">
                <a:solidFill>
                  <a:srgbClr val="070154"/>
                </a:solidFill>
                <a:latin typeface="IBM Plex Sans"/>
                <a:ea typeface="IBM Plex Sans"/>
                <a:cs typeface="IBM Plex Sans"/>
              </a:endParaRPr>
            </a:p>
          </p:txBody>
        </p:sp>
        <p:sp>
          <p:nvSpPr>
            <p:cNvPr id="70" name="node24.source-002.bullet"/>
            <p:cNvSpPr/>
            <p:nvPr/>
          </p:nvSpPr>
          <p:spPr>
            <a:xfrm>
              <a:off x="8953500" y="5156200"/>
              <a:ext cx="38100" cy="38100"/>
            </a:xfrm>
            <a:prstGeom prst="rect">
              <a:avLst/>
            </a:prstGeom>
            <a:solidFill>
              <a:srgbClr val="070154"/>
            </a:solidFill>
            <a:ln>
              <a:noFill/>
            </a:ln>
          </p:spPr>
        </p:sp>
        <p:sp>
          <p:nvSpPr>
            <p:cNvPr id="71" name="node24.source-002.text"/>
            <p:cNvSpPr/>
            <p:nvPr/>
          </p:nvSpPr>
          <p:spPr>
            <a:xfrm>
              <a:off x="9105900" y="50673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Which start at the front desk?</a:t>
              </a:r>
              <a:endParaRPr lang="en-US" sz="1200" spc="0" kern="0" b="0" i="0" dirty="0">
                <a:solidFill>
                  <a:srgbClr val="070154"/>
                </a:solidFill>
                <a:latin typeface="IBM Plex Sans"/>
                <a:ea typeface="IBM Plex Sans"/>
                <a:cs typeface="IBM Plex Sans"/>
              </a:endParaRPr>
            </a:p>
          </p:txBody>
        </p:sp>
        <p:sp>
          <p:nvSpPr>
            <p:cNvPr id="72" name="node24.source-003.bullet"/>
            <p:cNvSpPr/>
            <p:nvPr/>
          </p:nvSpPr>
          <p:spPr>
            <a:xfrm>
              <a:off x="8953500" y="5422900"/>
              <a:ext cx="38100" cy="38100"/>
            </a:xfrm>
            <a:prstGeom prst="rect">
              <a:avLst/>
            </a:prstGeom>
            <a:solidFill>
              <a:srgbClr val="070154"/>
            </a:solidFill>
            <a:ln>
              <a:noFill/>
            </a:ln>
          </p:spPr>
        </p:sp>
        <p:sp>
          <p:nvSpPr>
            <p:cNvPr id="73" name="node24.source-003.text"/>
            <p:cNvSpPr/>
            <p:nvPr/>
          </p:nvSpPr>
          <p:spPr>
            <a:xfrm>
              <a:off x="9105900" y="53340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How fast does feedback return?</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name="source-621">
    <p:spTree>
      <p:nvGrpSpPr>
        <p:cNvPr id="1" name=""/>
        <p:cNvGrpSpPr/>
        <p:nvPr/>
      </p:nvGrpSpPr>
      <p:grpSpPr>
        <a:xfrm>
          <a:off x="0" y="0"/>
          <a:ext cx="0" cy="0"/>
          <a:chOff x="0" y="0"/>
          <a:chExt cx="0" cy="0"/>
        </a:xfrm>
      </p:grpSpPr>
      <p:sp>
        <p:nvSpPr>
          <p:cNvPr id="3" name="eyebrow"/>
          <p:cNvSpPr/>
          <p:nvPr/>
        </p:nvSpPr>
        <p:spPr>
          <a:xfrm>
            <a:off x="8039100" y="457200"/>
            <a:ext cx="34290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FACILITATOR GUIDE · INTERNAL</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8039100" y="685800"/>
            <a:ext cx="3429000" cy="9144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Listen for the signal, watch for the flag</a:t>
            </a:r>
            <a:endParaRPr lang="en-US" sz="2400" spc="-36"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197</a:t>
            </a:fld>
            <a:endParaRPr lang="en-US" sz="700" spc="0" kern="0" b="0" i="0" dirty="0">
              <a:solidFill>
                <a:srgbClr val="070154"/>
              </a:solidFill>
              <a:latin typeface="IBM Plex Mono SemiBold"/>
              <a:ea typeface="IBM Plex Mono SemiBold"/>
              <a:cs typeface="IBM Plex Mono SemiBold"/>
            </a:endParaRPr>
          </a:p>
        </p:txBody>
      </p:sp>
      <p:grpSp>
        <p:nvGrpSpPr>
          <p:cNvPr id="27" name="node01"/>
          <p:cNvGrpSpPr/>
          <p:nvPr/>
        </p:nvGrpSpPr>
        <p:grpSpPr>
          <a:xfrm>
            <a:off x="723900" y="457200"/>
            <a:ext cx="7086600" cy="5156200"/>
            <a:chOff x="723900" y="457200"/>
            <a:chExt cx="7086600" cy="5156200"/>
          </a:xfrm>
        </p:grpSpPr>
        <p:graphicFrame>
          <p:nvGraphicFramePr>
            <p:cNvPr id="6" name="node01.native"/>
            <p:cNvGraphicFramePr>
              <a:graphicFrameLocks noGrp="1"/>
            </p:cNvGraphicFramePr>
            <p:nvPr>
              <p:extLst>
                <p:ext uri="{D42A27DB-BD31-4B8C-83A1-F6EECF244321}">
                  <p14:modId xmlns:p14="http://schemas.microsoft.com/office/powerpoint/2010/main" val="1579011935"/>
                </p:ext>
              </p:extLst>
            </p:nvPr>
          </p:nvGraphicFramePr>
          <p:xfrm>
            <a:off x="1104900" y="457200"/>
            <a:ext cx="6705600" cy="5156200"/>
          </p:xfrm>
          <a:graphic>
            <a:graphicData uri="http://schemas.openxmlformats.org/drawingml/2006/table">
              <a:tbl>
                <a:tblPr/>
                <a:tblGrid>
                  <a:gridCol w="3200400"/>
                  <a:gridCol w="3505200"/>
                </a:tblGrid>
                <a:tr h="355600">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IF YOU HEAR</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THEN ASK</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r>
                <a:tr h="6858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“We work around it.”</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“Show me the workaround. What does it cost?”</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6858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“That depends on the clinic.”</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“Which clinics differ, and is there a reason?”</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6858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“One person always fixes it.”</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“What happens when they are away?”</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6858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“We need a new system.”</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“What does the process need first?”</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6858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“That is not our problem.”</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“Who owns it, and are they here?”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6858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Silence or quick agreement</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“What would make this fail?”</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6858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One voice answering for all</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“Let us hear from the other tables.”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bl>
            </a:graphicData>
          </a:graphic>
        </p:graphicFrame>
        <p:sp>
          <p:nvSpPr>
            <p:cNvPr id="7" name="node01.row-group.source-001.fill"/>
            <p:cNvSpPr/>
            <p:nvPr/>
          </p:nvSpPr>
          <p:spPr>
            <a:xfrm>
              <a:off x="723900" y="831850"/>
              <a:ext cx="304800" cy="2019300"/>
            </a:xfrm>
            <a:prstGeom prst="rect">
              <a:avLst/>
            </a:prstGeom>
            <a:solidFill>
              <a:srgbClr val="070154"/>
            </a:solidFill>
            <a:ln>
              <a:noFill/>
            </a:ln>
          </p:spPr>
        </p:sp>
        <p:sp>
          <p:nvSpPr>
            <p:cNvPr id="8" name="node01.row-group.source-001.label"/>
            <p:cNvSpPr/>
            <p:nvPr/>
          </p:nvSpPr>
          <p:spPr>
            <a:xfrm rot="-5400000">
              <a:off x="-133350" y="1765300"/>
              <a:ext cx="2019300" cy="152400"/>
            </a:xfrm>
            <a:prstGeom prst="rect">
              <a:avLst/>
            </a:prstGeom>
            <a:noFill/>
            <a:ln/>
          </p:spPr>
          <p:txBody>
            <a:bodyPr wrap="square" lIns="0" tIns="0" rIns="0" bIns="0" rtlCol="0" anchor="t"/>
            <a:lstStyle/>
            <a:p>
              <a:pPr algn="ctr" indent="0" marL="0">
                <a:lnSpc>
                  <a:spcPts val="1200"/>
                </a:lnSpc>
                <a:buNone/>
              </a:pPr>
              <a:r>
                <a:rPr lang="en-US" sz="800" spc="80" kern="0" b="0" i="0" dirty="0">
                  <a:solidFill>
                    <a:srgbClr val="FFFFFF"/>
                  </a:solidFill>
                  <a:latin typeface="IBM Plex Mono SemiBold"/>
                  <a:ea typeface="IBM Plex Mono SemiBold"/>
                  <a:cs typeface="IBM Plex Mono SemiBold"/>
                </a:rPr>
                <a:t>SIGNALS</a:t>
              </a:r>
              <a:endParaRPr lang="en-US" sz="800" spc="80" kern="0" b="0" i="0" dirty="0">
                <a:solidFill>
                  <a:srgbClr val="FFFFFF"/>
                </a:solidFill>
                <a:latin typeface="IBM Plex Mono SemiBold"/>
                <a:ea typeface="IBM Plex Mono SemiBold"/>
                <a:cs typeface="IBM Plex Mono SemiBold"/>
              </a:endParaRPr>
            </a:p>
          </p:txBody>
        </p:sp>
        <p:sp>
          <p:nvSpPr>
            <p:cNvPr id="9" name="node01.row-group.source-002.fill"/>
            <p:cNvSpPr/>
            <p:nvPr/>
          </p:nvSpPr>
          <p:spPr>
            <a:xfrm>
              <a:off x="723900" y="2889250"/>
              <a:ext cx="304800" cy="2705100"/>
            </a:xfrm>
            <a:prstGeom prst="rect">
              <a:avLst/>
            </a:prstGeom>
            <a:solidFill>
              <a:srgbClr val="50658E"/>
            </a:solidFill>
            <a:ln>
              <a:noFill/>
            </a:ln>
          </p:spPr>
        </p:sp>
        <p:sp>
          <p:nvSpPr>
            <p:cNvPr id="10" name="node01.row-group.source-002.label"/>
            <p:cNvSpPr/>
            <p:nvPr/>
          </p:nvSpPr>
          <p:spPr>
            <a:xfrm rot="-5400000">
              <a:off x="-476250" y="4165600"/>
              <a:ext cx="2705100" cy="152400"/>
            </a:xfrm>
            <a:prstGeom prst="rect">
              <a:avLst/>
            </a:prstGeom>
            <a:noFill/>
            <a:ln/>
          </p:spPr>
          <p:txBody>
            <a:bodyPr wrap="square" lIns="0" tIns="0" rIns="0" bIns="0" rtlCol="0" anchor="t"/>
            <a:lstStyle/>
            <a:p>
              <a:pPr algn="ctr" indent="0" marL="0">
                <a:lnSpc>
                  <a:spcPts val="1200"/>
                </a:lnSpc>
                <a:buNone/>
              </a:pPr>
              <a:r>
                <a:rPr lang="en-US" sz="800" spc="80" kern="0" b="0" i="0" dirty="0">
                  <a:solidFill>
                    <a:srgbClr val="FFFFFF"/>
                  </a:solidFill>
                  <a:latin typeface="IBM Plex Mono SemiBold"/>
                  <a:ea typeface="IBM Plex Mono SemiBold"/>
                  <a:cs typeface="IBM Plex Mono SemiBold"/>
                </a:rPr>
                <a:t>RED FLAGS</a:t>
              </a:r>
              <a:endParaRPr lang="en-US" sz="800" spc="80" kern="0" b="0" i="0" dirty="0">
                <a:solidFill>
                  <a:srgbClr val="FFFFFF"/>
                </a:solidFill>
                <a:latin typeface="IBM Plex Mono SemiBold"/>
                <a:ea typeface="IBM Plex Mono SemiBold"/>
                <a:cs typeface="IBM Plex Mono SemiBold"/>
              </a:endParaRPr>
            </a:p>
          </p:txBody>
        </p:sp>
      </p:grpSp>
      <p:grpSp>
        <p:nvGrpSpPr>
          <p:cNvPr id="28" name="node02"/>
          <p:cNvGrpSpPr/>
          <p:nvPr/>
        </p:nvGrpSpPr>
        <p:grpSpPr>
          <a:xfrm>
            <a:off x="8039100" y="2057400"/>
            <a:ext cx="3429000" cy="1600200"/>
            <a:chOff x="8039100" y="2057400"/>
            <a:chExt cx="3429000" cy="1600200"/>
          </a:xfrm>
        </p:grpSpPr>
        <p:sp>
          <p:nvSpPr>
            <p:cNvPr id="11" name="node02.surface"/>
            <p:cNvSpPr/>
            <p:nvPr/>
          </p:nvSpPr>
          <p:spPr>
            <a:xfrm>
              <a:off x="8039100" y="2057400"/>
              <a:ext cx="3429000" cy="1600200"/>
            </a:xfrm>
            <a:prstGeom prst="rect">
              <a:avLst/>
            </a:prstGeom>
            <a:solidFill>
              <a:srgbClr val="070154"/>
            </a:solidFill>
            <a:ln>
              <a:noFill/>
            </a:ln>
          </p:spPr>
        </p:sp>
      </p:grpSp>
      <p:grpSp>
        <p:nvGrpSpPr>
          <p:cNvPr id="29" name="node03"/>
          <p:cNvGrpSpPr/>
          <p:nvPr/>
        </p:nvGrpSpPr>
        <p:grpSpPr>
          <a:xfrm>
            <a:off x="8267700" y="2286000"/>
            <a:ext cx="2971800" cy="152400"/>
            <a:chOff x="8267700" y="2286000"/>
            <a:chExt cx="2971800" cy="152400"/>
          </a:xfrm>
        </p:grpSpPr>
        <p:sp>
          <p:nvSpPr>
            <p:cNvPr id="12" name="node03.text"/>
            <p:cNvSpPr/>
            <p:nvPr/>
          </p:nvSpPr>
          <p:spPr>
            <a:xfrm>
              <a:off x="8267700" y="2286000"/>
              <a:ext cx="2971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FFFFF"/>
                  </a:solidFill>
                  <a:latin typeface="IBM Plex Mono Medium"/>
                  <a:ea typeface="IBM Plex Mono Medium"/>
                  <a:cs typeface="IBM Plex Mono Medium"/>
                </a:rPr>
                <a:t>SESSION OBJECTIVE</a:t>
              </a:r>
              <a:endParaRPr lang="en-US" sz="900" spc="54" kern="0" b="0" i="0" dirty="0">
                <a:solidFill>
                  <a:srgbClr val="FFFFFF"/>
                </a:solidFill>
                <a:latin typeface="IBM Plex Mono Medium"/>
                <a:ea typeface="IBM Plex Mono Medium"/>
                <a:cs typeface="IBM Plex Mono Medium"/>
              </a:endParaRPr>
            </a:p>
          </p:txBody>
        </p:sp>
      </p:grpSp>
      <p:grpSp>
        <p:nvGrpSpPr>
          <p:cNvPr id="30" name="node04"/>
          <p:cNvGrpSpPr/>
          <p:nvPr/>
        </p:nvGrpSpPr>
        <p:grpSpPr>
          <a:xfrm>
            <a:off x="8267700" y="2590800"/>
            <a:ext cx="2971800" cy="800100"/>
            <a:chOff x="8267700" y="2590800"/>
            <a:chExt cx="2971800" cy="800100"/>
          </a:xfrm>
        </p:grpSpPr>
        <p:sp>
          <p:nvSpPr>
            <p:cNvPr id="13" name="node04.text"/>
            <p:cNvSpPr/>
            <p:nvPr/>
          </p:nvSpPr>
          <p:spPr>
            <a:xfrm>
              <a:off x="8267700" y="2590800"/>
              <a:ext cx="2971800" cy="8001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FFFFFF"/>
                  </a:solidFill>
                  <a:latin typeface="IBM Plex Sans"/>
                  <a:ea typeface="IBM Plex Sans"/>
                  <a:cs typeface="IBM Plex Sans"/>
                </a:rPr>
                <a:t>Design the future state for scheduling, registration, estimates and denials.</a:t>
              </a:r>
              <a:endParaRPr lang="en-US" sz="1400" spc="0" kern="0" b="0" i="0" dirty="0">
                <a:solidFill>
                  <a:srgbClr val="FFFFFF"/>
                </a:solidFill>
                <a:latin typeface="IBM Plex Sans"/>
                <a:ea typeface="IBM Plex Sans"/>
                <a:cs typeface="IBM Plex Sans"/>
              </a:endParaRPr>
            </a:p>
          </p:txBody>
        </p:sp>
      </p:grpSp>
      <p:grpSp>
        <p:nvGrpSpPr>
          <p:cNvPr id="31" name="node05"/>
          <p:cNvGrpSpPr/>
          <p:nvPr/>
        </p:nvGrpSpPr>
        <p:grpSpPr>
          <a:xfrm>
            <a:off x="8039100" y="3886200"/>
            <a:ext cx="3429000" cy="228600"/>
            <a:chOff x="8039100" y="3886200"/>
            <a:chExt cx="3429000" cy="228600"/>
          </a:xfrm>
        </p:grpSpPr>
        <p:sp>
          <p:nvSpPr>
            <p:cNvPr id="14" name="node05.label"/>
            <p:cNvSpPr/>
            <p:nvPr/>
          </p:nvSpPr>
          <p:spPr>
            <a:xfrm>
              <a:off x="8039100" y="3886200"/>
              <a:ext cx="926852"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GROUND RULES</a:t>
              </a:r>
              <a:endParaRPr lang="en-US" sz="900" spc="54" kern="0" b="0" i="0" dirty="0">
                <a:solidFill>
                  <a:srgbClr val="50658E"/>
                </a:solidFill>
                <a:latin typeface="IBM Plex Mono Medium"/>
                <a:ea typeface="IBM Plex Mono Medium"/>
                <a:cs typeface="IBM Plex Mono Medium"/>
              </a:endParaRPr>
            </a:p>
          </p:txBody>
        </p:sp>
        <p:sp>
          <p:nvSpPr>
            <p:cNvPr id="15" name="node05.rule"/>
            <p:cNvSpPr/>
            <p:nvPr/>
          </p:nvSpPr>
          <p:spPr>
            <a:xfrm>
              <a:off x="9092952" y="3995738"/>
              <a:ext cx="2375148" cy="9525"/>
            </a:xfrm>
            <a:prstGeom prst="rect">
              <a:avLst/>
            </a:prstGeom>
            <a:solidFill>
              <a:srgbClr val="CED7E6"/>
            </a:solidFill>
            <a:ln>
              <a:noFill/>
            </a:ln>
          </p:spPr>
        </p:sp>
      </p:grpSp>
      <p:sp>
        <p:nvSpPr>
          <p:cNvPr id="16" name="node06"/>
          <p:cNvSpPr/>
          <p:nvPr/>
        </p:nvSpPr>
        <p:spPr>
          <a:xfrm>
            <a:off x="8039100" y="4114800"/>
            <a:ext cx="3429000" cy="9525"/>
          </a:xfrm>
          <a:prstGeom prst="rect">
            <a:avLst/>
          </a:prstGeom>
          <a:solidFill>
            <a:srgbClr val="CED7E6"/>
          </a:solidFill>
          <a:ln>
            <a:noFill/>
          </a:ln>
        </p:spPr>
      </p:sp>
      <p:grpSp>
        <p:nvGrpSpPr>
          <p:cNvPr id="32" name="node07"/>
          <p:cNvGrpSpPr/>
          <p:nvPr/>
        </p:nvGrpSpPr>
        <p:grpSpPr>
          <a:xfrm>
            <a:off x="8039100" y="4343400"/>
            <a:ext cx="3429000" cy="1295400"/>
            <a:chOff x="8039100" y="4343400"/>
            <a:chExt cx="3429000" cy="1295400"/>
          </a:xfrm>
        </p:grpSpPr>
        <p:sp>
          <p:nvSpPr>
            <p:cNvPr id="17" name="node07.source-001.bullet"/>
            <p:cNvSpPr/>
            <p:nvPr/>
          </p:nvSpPr>
          <p:spPr>
            <a:xfrm>
              <a:off x="8039100" y="4432300"/>
              <a:ext cx="38100" cy="38100"/>
            </a:xfrm>
            <a:prstGeom prst="rect">
              <a:avLst/>
            </a:prstGeom>
            <a:solidFill>
              <a:srgbClr val="070154"/>
            </a:solidFill>
            <a:ln>
              <a:noFill/>
            </a:ln>
          </p:spPr>
        </p:sp>
        <p:sp>
          <p:nvSpPr>
            <p:cNvPr id="18" name="node07.source-001.text"/>
            <p:cNvSpPr/>
            <p:nvPr/>
          </p:nvSpPr>
          <p:spPr>
            <a:xfrm>
              <a:off x="8191500" y="43434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Timeboxes hold; the parking lot takes the rest</a:t>
              </a:r>
              <a:endParaRPr lang="en-US" sz="1200" spc="0" kern="0" b="0" i="0" dirty="0">
                <a:solidFill>
                  <a:srgbClr val="070154"/>
                </a:solidFill>
                <a:latin typeface="IBM Plex Sans"/>
                <a:ea typeface="IBM Plex Sans"/>
                <a:cs typeface="IBM Plex Sans"/>
              </a:endParaRPr>
            </a:p>
          </p:txBody>
        </p:sp>
        <p:sp>
          <p:nvSpPr>
            <p:cNvPr id="19" name="node07.source-002.bullet"/>
            <p:cNvSpPr/>
            <p:nvPr/>
          </p:nvSpPr>
          <p:spPr>
            <a:xfrm>
              <a:off x="8039100" y="4699000"/>
              <a:ext cx="38100" cy="38100"/>
            </a:xfrm>
            <a:prstGeom prst="rect">
              <a:avLst/>
            </a:prstGeom>
            <a:solidFill>
              <a:srgbClr val="070154"/>
            </a:solidFill>
            <a:ln>
              <a:noFill/>
            </a:ln>
          </p:spPr>
        </p:sp>
        <p:sp>
          <p:nvSpPr>
            <p:cNvPr id="20" name="node07.source-002.text"/>
            <p:cNvSpPr/>
            <p:nvPr/>
          </p:nvSpPr>
          <p:spPr>
            <a:xfrm>
              <a:off x="8191500" y="46101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Every decision gets an owner and a date</a:t>
              </a:r>
              <a:endParaRPr lang="en-US" sz="1200" spc="0" kern="0" b="0" i="0" dirty="0">
                <a:solidFill>
                  <a:srgbClr val="070154"/>
                </a:solidFill>
                <a:latin typeface="IBM Plex Sans"/>
                <a:ea typeface="IBM Plex Sans"/>
                <a:cs typeface="IBM Plex Sans"/>
              </a:endParaRPr>
            </a:p>
          </p:txBody>
        </p:sp>
        <p:sp>
          <p:nvSpPr>
            <p:cNvPr id="21" name="node07.source-003.bullet"/>
            <p:cNvSpPr/>
            <p:nvPr/>
          </p:nvSpPr>
          <p:spPr>
            <a:xfrm>
              <a:off x="8039100" y="4965700"/>
              <a:ext cx="38100" cy="38100"/>
            </a:xfrm>
            <a:prstGeom prst="rect">
              <a:avLst/>
            </a:prstGeom>
            <a:solidFill>
              <a:srgbClr val="070154"/>
            </a:solidFill>
            <a:ln>
              <a:noFill/>
            </a:ln>
          </p:spPr>
        </p:sp>
        <p:sp>
          <p:nvSpPr>
            <p:cNvPr id="22" name="node07.source-003.text"/>
            <p:cNvSpPr/>
            <p:nvPr/>
          </p:nvSpPr>
          <p:spPr>
            <a:xfrm>
              <a:off x="8191500" y="48768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Problems before solutions</a:t>
              </a:r>
              <a:endParaRPr lang="en-US" sz="1200" spc="0" kern="0" b="0" i="0" dirty="0">
                <a:solidFill>
                  <a:srgbClr val="070154"/>
                </a:solidFill>
                <a:latin typeface="IBM Plex Sans"/>
                <a:ea typeface="IBM Plex Sans"/>
                <a:cs typeface="IBM Plex Sans"/>
              </a:endParaRPr>
            </a:p>
          </p:txBody>
        </p:sp>
        <p:sp>
          <p:nvSpPr>
            <p:cNvPr id="23" name="node07.source-004.bullet"/>
            <p:cNvSpPr/>
            <p:nvPr/>
          </p:nvSpPr>
          <p:spPr>
            <a:xfrm>
              <a:off x="8039100" y="5232400"/>
              <a:ext cx="38100" cy="38100"/>
            </a:xfrm>
            <a:prstGeom prst="rect">
              <a:avLst/>
            </a:prstGeom>
            <a:solidFill>
              <a:srgbClr val="070154"/>
            </a:solidFill>
            <a:ln>
              <a:noFill/>
            </a:ln>
          </p:spPr>
        </p:sp>
        <p:sp>
          <p:nvSpPr>
            <p:cNvPr id="24" name="node07.source-004.text"/>
            <p:cNvSpPr/>
            <p:nvPr/>
          </p:nvSpPr>
          <p:spPr>
            <a:xfrm>
              <a:off x="8191500" y="51435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Every table speaks at playback</a:t>
              </a:r>
              <a:endParaRPr lang="en-US" sz="1200" spc="0" kern="0" b="0" i="0" dirty="0">
                <a:solidFill>
                  <a:srgbClr val="070154"/>
                </a:solidFill>
                <a:latin typeface="IBM Plex Sans"/>
                <a:ea typeface="IBM Plex Sans"/>
                <a:cs typeface="IBM Plex Sans"/>
              </a:endParaRPr>
            </a:p>
          </p:txBody>
        </p:sp>
        <p:sp>
          <p:nvSpPr>
            <p:cNvPr id="25" name="node07.source-005.bullet"/>
            <p:cNvSpPr/>
            <p:nvPr/>
          </p:nvSpPr>
          <p:spPr>
            <a:xfrm>
              <a:off x="8039100" y="5499100"/>
              <a:ext cx="38100" cy="38100"/>
            </a:xfrm>
            <a:prstGeom prst="rect">
              <a:avLst/>
            </a:prstGeom>
            <a:solidFill>
              <a:srgbClr val="070154"/>
            </a:solidFill>
            <a:ln>
              <a:noFill/>
            </a:ln>
          </p:spPr>
        </p:sp>
        <p:sp>
          <p:nvSpPr>
            <p:cNvPr id="26" name="node07.source-005.text"/>
            <p:cNvSpPr/>
            <p:nvPr/>
          </p:nvSpPr>
          <p:spPr>
            <a:xfrm>
              <a:off x="8191500" y="54102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Video tables get equal airtime</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name="source-623">
    <p:spTree>
      <p:nvGrpSpPr>
        <p:cNvPr id="1" name=""/>
        <p:cNvGrpSpPr/>
        <p:nvPr/>
      </p:nvGrpSpPr>
      <p:grpSpPr>
        <a:xfrm>
          <a:off x="0" y="0"/>
          <a:ext cx="0" cy="0"/>
          <a:chOff x="0" y="0"/>
          <a:chExt cx="0" cy="0"/>
        </a:xfrm>
      </p:grpSpPr>
      <p:sp>
        <p:nvSpPr>
          <p:cNvPr id="3" name="eyebrow"/>
          <p:cNvSpPr/>
          <p:nvPr/>
        </p:nvSpPr>
        <p:spPr>
          <a:xfrm>
            <a:off x="723900" y="457200"/>
            <a:ext cx="34290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FACILITATOR GUIDE · INTERNAL</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3429000" cy="13716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Question ladder for the estimates topic</a:t>
            </a:r>
            <a:endParaRPr lang="en-US" sz="2400" spc="-36"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198</a:t>
            </a:fld>
            <a:endParaRPr lang="en-US" sz="700" spc="0" kern="0" b="0" i="0" dirty="0">
              <a:solidFill>
                <a:srgbClr val="070154"/>
              </a:solidFill>
              <a:latin typeface="IBM Plex Mono SemiBold"/>
              <a:ea typeface="IBM Plex Mono SemiBold"/>
              <a:cs typeface="IBM Plex Mono SemiBold"/>
            </a:endParaRPr>
          </a:p>
        </p:txBody>
      </p:sp>
      <p:grpSp>
        <p:nvGrpSpPr>
          <p:cNvPr id="52" name="node01"/>
          <p:cNvGrpSpPr/>
          <p:nvPr/>
        </p:nvGrpSpPr>
        <p:grpSpPr>
          <a:xfrm>
            <a:off x="4381500" y="495300"/>
            <a:ext cx="7086600" cy="3276600"/>
            <a:chOff x="4381500" y="495300"/>
            <a:chExt cx="7086600" cy="3276600"/>
          </a:xfrm>
        </p:grpSpPr>
        <p:sp>
          <p:nvSpPr>
            <p:cNvPr id="6" name="node01.base"/>
            <p:cNvSpPr/>
            <p:nvPr/>
          </p:nvSpPr>
          <p:spPr>
            <a:xfrm>
              <a:off x="4495800" y="609600"/>
              <a:ext cx="0" cy="2514600"/>
            </a:xfrm>
            <a:custGeom>
              <a:avLst/>
              <a:gdLst/>
              <a:ahLst/>
              <a:cxnLst/>
              <a:rect l="l" t="t" r="r" b="b"/>
              <a:pathLst>
                <a:path h="2514600">
                  <a:moveTo>
                    <a:pt x="0" y="0"/>
                  </a:moveTo>
                  <a:lnTo>
                    <a:pt x="0" y="2514600"/>
                  </a:lnTo>
                </a:path>
              </a:pathLst>
            </a:custGeom>
            <a:ln w="25400">
              <a:solidFill>
                <a:srgbClr val="CED7E6"/>
              </a:solidFill>
              <a:prstDash val="solid"/>
            </a:ln>
          </p:spPr>
        </p:sp>
        <p:sp>
          <p:nvSpPr>
            <p:cNvPr id="7" name="node01.steps.slot-001.marker"/>
            <p:cNvSpPr/>
            <p:nvPr/>
          </p:nvSpPr>
          <p:spPr>
            <a:xfrm>
              <a:off x="4381500" y="495300"/>
              <a:ext cx="228600" cy="228600"/>
            </a:xfrm>
            <a:prstGeom prst="rect">
              <a:avLst/>
            </a:prstGeom>
            <a:solidFill>
              <a:srgbClr val="F900D3"/>
            </a:solidFill>
            <a:ln>
              <a:noFill/>
            </a:ln>
          </p:spPr>
        </p:sp>
        <p:sp>
          <p:nvSpPr>
            <p:cNvPr id="8" name="node01.steps.slot-001.title"/>
            <p:cNvSpPr/>
            <p:nvPr/>
          </p:nvSpPr>
          <p:spPr>
            <a:xfrm>
              <a:off x="4838700" y="495300"/>
              <a:ext cx="487363"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Open</a:t>
              </a:r>
              <a:endParaRPr lang="en-US" sz="1400" spc="0" kern="0" b="0" i="0" dirty="0">
                <a:solidFill>
                  <a:srgbClr val="070154"/>
                </a:solidFill>
                <a:latin typeface="IBM Plex Sans SemiBold"/>
                <a:ea typeface="IBM Plex Sans SemiBold"/>
                <a:cs typeface="IBM Plex Sans SemiBold"/>
              </a:endParaRPr>
            </a:p>
          </p:txBody>
        </p:sp>
        <p:sp>
          <p:nvSpPr>
            <p:cNvPr id="9" name="node01.steps.slot-001.label"/>
            <p:cNvSpPr/>
            <p:nvPr/>
          </p:nvSpPr>
          <p:spPr>
            <a:xfrm>
              <a:off x="5478463" y="582549"/>
              <a:ext cx="476126"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RUNG 1</a:t>
              </a:r>
              <a:endParaRPr lang="en-US" sz="900" spc="54" kern="0" b="0" i="0" dirty="0">
                <a:solidFill>
                  <a:srgbClr val="0047FF"/>
                </a:solidFill>
                <a:latin typeface="IBM Plex Mono Medium"/>
                <a:ea typeface="IBM Plex Mono Medium"/>
                <a:cs typeface="IBM Plex Mono Medium"/>
              </a:endParaRPr>
            </a:p>
          </p:txBody>
        </p:sp>
        <p:sp>
          <p:nvSpPr>
            <p:cNvPr id="10" name="node01.steps.slot-001.description.part-0"/>
            <p:cNvSpPr/>
            <p:nvPr/>
          </p:nvSpPr>
          <p:spPr>
            <a:xfrm>
              <a:off x="4838700" y="800100"/>
              <a:ext cx="66294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“Walk me through the last time a patient asked what a visit would cost.” Intent: get the real story, not the policy. Move on when you hear a named step.</a:t>
              </a:r>
              <a:endParaRPr lang="en-US" sz="1200" spc="0" kern="0" b="0" i="0" dirty="0">
                <a:solidFill>
                  <a:srgbClr val="50658E"/>
                </a:solidFill>
                <a:latin typeface="IBM Plex Sans"/>
                <a:ea typeface="IBM Plex Sans"/>
                <a:cs typeface="IBM Plex Sans"/>
              </a:endParaRPr>
            </a:p>
          </p:txBody>
        </p:sp>
        <p:sp>
          <p:nvSpPr>
            <p:cNvPr id="11" name="node01.steps.slot-002.marker"/>
            <p:cNvSpPr/>
            <p:nvPr/>
          </p:nvSpPr>
          <p:spPr>
            <a:xfrm>
              <a:off x="4419600" y="1371600"/>
              <a:ext cx="152400" cy="152400"/>
            </a:xfrm>
            <a:prstGeom prst="rect">
              <a:avLst/>
            </a:prstGeom>
            <a:solidFill>
              <a:srgbClr val="FFFFFF"/>
            </a:solidFill>
            <a:ln w="12700">
              <a:solidFill>
                <a:srgbClr val="070154"/>
              </a:solidFill>
              <a:prstDash val="solid"/>
            </a:ln>
          </p:spPr>
        </p:sp>
        <p:sp>
          <p:nvSpPr>
            <p:cNvPr id="12" name="node01.steps.slot-002.title"/>
            <p:cNvSpPr/>
            <p:nvPr/>
          </p:nvSpPr>
          <p:spPr>
            <a:xfrm>
              <a:off x="4838700" y="1333500"/>
              <a:ext cx="53975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Probe</a:t>
              </a:r>
              <a:endParaRPr lang="en-US" sz="1400" spc="0" kern="0" b="0" i="0" dirty="0">
                <a:solidFill>
                  <a:srgbClr val="070154"/>
                </a:solidFill>
                <a:latin typeface="IBM Plex Sans SemiBold"/>
                <a:ea typeface="IBM Plex Sans SemiBold"/>
                <a:cs typeface="IBM Plex Sans SemiBold"/>
              </a:endParaRPr>
            </a:p>
          </p:txBody>
        </p:sp>
        <p:sp>
          <p:nvSpPr>
            <p:cNvPr id="13" name="node01.steps.slot-002.label"/>
            <p:cNvSpPr/>
            <p:nvPr/>
          </p:nvSpPr>
          <p:spPr>
            <a:xfrm>
              <a:off x="5530850" y="1420749"/>
              <a:ext cx="476126"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RUNG 2</a:t>
              </a:r>
              <a:endParaRPr lang="en-US" sz="900" spc="54" kern="0" b="0" i="0" dirty="0">
                <a:solidFill>
                  <a:srgbClr val="0047FF"/>
                </a:solidFill>
                <a:latin typeface="IBM Plex Mono Medium"/>
                <a:ea typeface="IBM Plex Mono Medium"/>
                <a:cs typeface="IBM Plex Mono Medium"/>
              </a:endParaRPr>
            </a:p>
          </p:txBody>
        </p:sp>
        <p:sp>
          <p:nvSpPr>
            <p:cNvPr id="14" name="node01.steps.slot-002.description.part-0"/>
            <p:cNvSpPr/>
            <p:nvPr/>
          </p:nvSpPr>
          <p:spPr>
            <a:xfrm>
              <a:off x="4838700" y="1638300"/>
              <a:ext cx="66294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“What happened next, and who did you hand it to?” Intent: trace handoffs and waiting time. Move on when each wait has an owner.</a:t>
              </a:r>
              <a:endParaRPr lang="en-US" sz="1200" spc="0" kern="0" b="0" i="0" dirty="0">
                <a:solidFill>
                  <a:srgbClr val="50658E"/>
                </a:solidFill>
                <a:latin typeface="IBM Plex Sans"/>
                <a:ea typeface="IBM Plex Sans"/>
                <a:cs typeface="IBM Plex Sans"/>
              </a:endParaRPr>
            </a:p>
          </p:txBody>
        </p:sp>
        <p:sp>
          <p:nvSpPr>
            <p:cNvPr id="15" name="node01.steps.slot-003.marker"/>
            <p:cNvSpPr/>
            <p:nvPr/>
          </p:nvSpPr>
          <p:spPr>
            <a:xfrm>
              <a:off x="4419600" y="2209800"/>
              <a:ext cx="152400" cy="152400"/>
            </a:xfrm>
            <a:prstGeom prst="rect">
              <a:avLst/>
            </a:prstGeom>
            <a:solidFill>
              <a:srgbClr val="FFFFFF"/>
            </a:solidFill>
            <a:ln w="12700">
              <a:solidFill>
                <a:srgbClr val="070154"/>
              </a:solidFill>
              <a:prstDash val="solid"/>
            </a:ln>
          </p:spPr>
        </p:sp>
        <p:sp>
          <p:nvSpPr>
            <p:cNvPr id="16" name="node01.steps.slot-003.title"/>
            <p:cNvSpPr/>
            <p:nvPr/>
          </p:nvSpPr>
          <p:spPr>
            <a:xfrm>
              <a:off x="4838700" y="2171700"/>
              <a:ext cx="873125"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Challenge</a:t>
              </a:r>
              <a:endParaRPr lang="en-US" sz="1400" spc="0" kern="0" b="0" i="0" dirty="0">
                <a:solidFill>
                  <a:srgbClr val="070154"/>
                </a:solidFill>
                <a:latin typeface="IBM Plex Sans SemiBold"/>
                <a:ea typeface="IBM Plex Sans SemiBold"/>
                <a:cs typeface="IBM Plex Sans SemiBold"/>
              </a:endParaRPr>
            </a:p>
          </p:txBody>
        </p:sp>
        <p:sp>
          <p:nvSpPr>
            <p:cNvPr id="17" name="node01.steps.slot-003.label"/>
            <p:cNvSpPr/>
            <p:nvPr/>
          </p:nvSpPr>
          <p:spPr>
            <a:xfrm>
              <a:off x="5864225" y="2258949"/>
              <a:ext cx="476126"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RUNG 3</a:t>
              </a:r>
              <a:endParaRPr lang="en-US" sz="900" spc="54" kern="0" b="0" i="0" dirty="0">
                <a:solidFill>
                  <a:srgbClr val="0047FF"/>
                </a:solidFill>
                <a:latin typeface="IBM Plex Mono Medium"/>
                <a:ea typeface="IBM Plex Mono Medium"/>
                <a:cs typeface="IBM Plex Mono Medium"/>
              </a:endParaRPr>
            </a:p>
          </p:txBody>
        </p:sp>
        <p:sp>
          <p:nvSpPr>
            <p:cNvPr id="18" name="node01.steps.slot-003.description.part-0"/>
            <p:cNvSpPr/>
            <p:nvPr/>
          </p:nvSpPr>
          <p:spPr>
            <a:xfrm>
              <a:off x="4838700" y="2476500"/>
              <a:ext cx="66294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“If the estimate came before booking, what would break?” Intent: test assumptions and find the true constraint. Move on when the constraint is named.</a:t>
              </a:r>
              <a:endParaRPr lang="en-US" sz="1200" spc="0" kern="0" b="0" i="0" dirty="0">
                <a:solidFill>
                  <a:srgbClr val="50658E"/>
                </a:solidFill>
                <a:latin typeface="IBM Plex Sans"/>
                <a:ea typeface="IBM Plex Sans"/>
                <a:cs typeface="IBM Plex Sans"/>
              </a:endParaRPr>
            </a:p>
          </p:txBody>
        </p:sp>
        <p:sp>
          <p:nvSpPr>
            <p:cNvPr id="19" name="node01.steps.slot-004.marker"/>
            <p:cNvSpPr/>
            <p:nvPr/>
          </p:nvSpPr>
          <p:spPr>
            <a:xfrm>
              <a:off x="4419600" y="3048000"/>
              <a:ext cx="152400" cy="152400"/>
            </a:xfrm>
            <a:prstGeom prst="rect">
              <a:avLst/>
            </a:prstGeom>
            <a:solidFill>
              <a:srgbClr val="FFFFFF"/>
            </a:solidFill>
            <a:ln w="12700">
              <a:solidFill>
                <a:srgbClr val="070154"/>
              </a:solidFill>
              <a:prstDash val="solid"/>
            </a:ln>
          </p:spPr>
        </p:sp>
        <p:sp>
          <p:nvSpPr>
            <p:cNvPr id="20" name="node01.steps.slot-004.title"/>
            <p:cNvSpPr/>
            <p:nvPr/>
          </p:nvSpPr>
          <p:spPr>
            <a:xfrm>
              <a:off x="4838700" y="3009900"/>
              <a:ext cx="708025"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Confirm</a:t>
              </a:r>
              <a:endParaRPr lang="en-US" sz="1400" spc="0" kern="0" b="0" i="0" dirty="0">
                <a:solidFill>
                  <a:srgbClr val="070154"/>
                </a:solidFill>
                <a:latin typeface="IBM Plex Sans SemiBold"/>
                <a:ea typeface="IBM Plex Sans SemiBold"/>
                <a:cs typeface="IBM Plex Sans SemiBold"/>
              </a:endParaRPr>
            </a:p>
          </p:txBody>
        </p:sp>
        <p:sp>
          <p:nvSpPr>
            <p:cNvPr id="21" name="node01.steps.slot-004.label"/>
            <p:cNvSpPr/>
            <p:nvPr/>
          </p:nvSpPr>
          <p:spPr>
            <a:xfrm>
              <a:off x="5699125" y="3097149"/>
              <a:ext cx="476126"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RUNG 4</a:t>
              </a:r>
              <a:endParaRPr lang="en-US" sz="900" spc="54" kern="0" b="0" i="0" dirty="0">
                <a:solidFill>
                  <a:srgbClr val="0047FF"/>
                </a:solidFill>
                <a:latin typeface="IBM Plex Mono Medium"/>
                <a:ea typeface="IBM Plex Mono Medium"/>
                <a:cs typeface="IBM Plex Mono Medium"/>
              </a:endParaRPr>
            </a:p>
          </p:txBody>
        </p:sp>
        <p:sp>
          <p:nvSpPr>
            <p:cNvPr id="22" name="node01.steps.slot-004.description.part-0"/>
            <p:cNvSpPr/>
            <p:nvPr/>
          </p:nvSpPr>
          <p:spPr>
            <a:xfrm>
              <a:off x="4838700" y="3314700"/>
              <a:ext cx="66294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“So the blocker is missing charge data. Is that right, and who owns it?” Intent: check we heard it and agree an owner. Move on when the table says yes.</a:t>
              </a:r>
              <a:endParaRPr lang="en-US" sz="1200" spc="0" kern="0" b="0" i="0" dirty="0">
                <a:solidFill>
                  <a:srgbClr val="50658E"/>
                </a:solidFill>
                <a:latin typeface="IBM Plex Sans"/>
                <a:ea typeface="IBM Plex Sans"/>
                <a:cs typeface="IBM Plex Sans"/>
              </a:endParaRPr>
            </a:p>
          </p:txBody>
        </p:sp>
      </p:grpSp>
      <p:grpSp>
        <p:nvGrpSpPr>
          <p:cNvPr id="53" name="node02"/>
          <p:cNvGrpSpPr/>
          <p:nvPr/>
        </p:nvGrpSpPr>
        <p:grpSpPr>
          <a:xfrm>
            <a:off x="4381500" y="4114800"/>
            <a:ext cx="7086600" cy="1600200"/>
            <a:chOff x="4381500" y="4114800"/>
            <a:chExt cx="7086600" cy="1600200"/>
          </a:xfrm>
        </p:grpSpPr>
        <p:sp>
          <p:nvSpPr>
            <p:cNvPr id="23" name="node02.surface"/>
            <p:cNvSpPr/>
            <p:nvPr/>
          </p:nvSpPr>
          <p:spPr>
            <a:xfrm>
              <a:off x="4381500" y="4114800"/>
              <a:ext cx="7086600" cy="1600200"/>
            </a:xfrm>
            <a:prstGeom prst="rect">
              <a:avLst/>
            </a:prstGeom>
            <a:solidFill>
              <a:srgbClr val="E8EEF8"/>
            </a:solidFill>
            <a:ln>
              <a:noFill/>
            </a:ln>
          </p:spPr>
        </p:sp>
      </p:grpSp>
      <p:grpSp>
        <p:nvGrpSpPr>
          <p:cNvPr id="54" name="node03"/>
          <p:cNvGrpSpPr/>
          <p:nvPr/>
        </p:nvGrpSpPr>
        <p:grpSpPr>
          <a:xfrm>
            <a:off x="4610100" y="4343400"/>
            <a:ext cx="6629400" cy="152400"/>
            <a:chOff x="4610100" y="4343400"/>
            <a:chExt cx="6629400" cy="152400"/>
          </a:xfrm>
        </p:grpSpPr>
        <p:sp>
          <p:nvSpPr>
            <p:cNvPr id="24" name="node03.text"/>
            <p:cNvSpPr/>
            <p:nvPr/>
          </p:nvSpPr>
          <p:spPr>
            <a:xfrm>
              <a:off x="4610100" y="4343400"/>
              <a:ext cx="66294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SIGNS THE LADDER IS WORKING</a:t>
              </a:r>
              <a:endParaRPr lang="en-US" sz="900" spc="54" kern="0" b="0" i="0" dirty="0">
                <a:solidFill>
                  <a:srgbClr val="50658E"/>
                </a:solidFill>
                <a:latin typeface="IBM Plex Mono Medium"/>
                <a:ea typeface="IBM Plex Mono Medium"/>
                <a:cs typeface="IBM Plex Mono Medium"/>
              </a:endParaRPr>
            </a:p>
          </p:txBody>
        </p:sp>
      </p:grpSp>
      <p:grpSp>
        <p:nvGrpSpPr>
          <p:cNvPr id="55" name="node04"/>
          <p:cNvGrpSpPr/>
          <p:nvPr/>
        </p:nvGrpSpPr>
        <p:grpSpPr>
          <a:xfrm>
            <a:off x="4610100" y="4648200"/>
            <a:ext cx="6629400" cy="762000"/>
            <a:chOff x="4610100" y="4648200"/>
            <a:chExt cx="6629400" cy="762000"/>
          </a:xfrm>
        </p:grpSpPr>
        <p:sp>
          <p:nvSpPr>
            <p:cNvPr id="25" name="node04.source-001.bullet"/>
            <p:cNvSpPr/>
            <p:nvPr/>
          </p:nvSpPr>
          <p:spPr>
            <a:xfrm>
              <a:off x="4610100" y="4737100"/>
              <a:ext cx="38100" cy="38100"/>
            </a:xfrm>
            <a:prstGeom prst="rect">
              <a:avLst/>
            </a:prstGeom>
            <a:solidFill>
              <a:srgbClr val="070154"/>
            </a:solidFill>
            <a:ln>
              <a:noFill/>
            </a:ln>
          </p:spPr>
        </p:sp>
        <p:sp>
          <p:nvSpPr>
            <p:cNvPr id="26" name="node04.source-001.text"/>
            <p:cNvSpPr/>
            <p:nvPr/>
          </p:nvSpPr>
          <p:spPr>
            <a:xfrm>
              <a:off x="4762500" y="4648200"/>
              <a:ext cx="6477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The table names steps, owners and numbers, not opinions</a:t>
              </a:r>
              <a:endParaRPr lang="en-US" sz="1200" spc="0" kern="0" b="0" i="0" dirty="0">
                <a:solidFill>
                  <a:srgbClr val="070154"/>
                </a:solidFill>
                <a:latin typeface="IBM Plex Sans"/>
                <a:ea typeface="IBM Plex Sans"/>
                <a:cs typeface="IBM Plex Sans"/>
              </a:endParaRPr>
            </a:p>
          </p:txBody>
        </p:sp>
        <p:sp>
          <p:nvSpPr>
            <p:cNvPr id="27" name="node04.source-002.bullet"/>
            <p:cNvSpPr/>
            <p:nvPr/>
          </p:nvSpPr>
          <p:spPr>
            <a:xfrm>
              <a:off x="4610100" y="5003800"/>
              <a:ext cx="38100" cy="38100"/>
            </a:xfrm>
            <a:prstGeom prst="rect">
              <a:avLst/>
            </a:prstGeom>
            <a:solidFill>
              <a:srgbClr val="070154"/>
            </a:solidFill>
            <a:ln>
              <a:noFill/>
            </a:ln>
          </p:spPr>
        </p:sp>
        <p:sp>
          <p:nvSpPr>
            <p:cNvPr id="28" name="node04.source-002.text"/>
            <p:cNvSpPr/>
            <p:nvPr/>
          </p:nvSpPr>
          <p:spPr>
            <a:xfrm>
              <a:off x="4762500" y="4914900"/>
              <a:ext cx="6477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Quiet participants are speaking by rung 3</a:t>
              </a:r>
              <a:endParaRPr lang="en-US" sz="1200" spc="0" kern="0" b="0" i="0" dirty="0">
                <a:solidFill>
                  <a:srgbClr val="070154"/>
                </a:solidFill>
                <a:latin typeface="IBM Plex Sans"/>
                <a:ea typeface="IBM Plex Sans"/>
                <a:cs typeface="IBM Plex Sans"/>
              </a:endParaRPr>
            </a:p>
          </p:txBody>
        </p:sp>
        <p:sp>
          <p:nvSpPr>
            <p:cNvPr id="29" name="node04.source-003.bullet"/>
            <p:cNvSpPr/>
            <p:nvPr/>
          </p:nvSpPr>
          <p:spPr>
            <a:xfrm>
              <a:off x="4610100" y="5270500"/>
              <a:ext cx="38100" cy="38100"/>
            </a:xfrm>
            <a:prstGeom prst="rect">
              <a:avLst/>
            </a:prstGeom>
            <a:solidFill>
              <a:srgbClr val="070154"/>
            </a:solidFill>
            <a:ln>
              <a:noFill/>
            </a:ln>
          </p:spPr>
        </p:sp>
        <p:sp>
          <p:nvSpPr>
            <p:cNvPr id="30" name="node04.source-003.text"/>
            <p:cNvSpPr/>
            <p:nvPr/>
          </p:nvSpPr>
          <p:spPr>
            <a:xfrm>
              <a:off x="4762500" y="5181600"/>
              <a:ext cx="6477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Disagreement is stated out loud, not smoothed over</a:t>
              </a:r>
              <a:endParaRPr lang="en-US" sz="1200" spc="0" kern="0" b="0" i="0" dirty="0">
                <a:solidFill>
                  <a:srgbClr val="070154"/>
                </a:solidFill>
                <a:latin typeface="IBM Plex Sans"/>
                <a:ea typeface="IBM Plex Sans"/>
                <a:cs typeface="IBM Plex Sans"/>
              </a:endParaRPr>
            </a:p>
          </p:txBody>
        </p:sp>
      </p:grpSp>
      <p:grpSp>
        <p:nvGrpSpPr>
          <p:cNvPr id="56" name="node05"/>
          <p:cNvGrpSpPr/>
          <p:nvPr/>
        </p:nvGrpSpPr>
        <p:grpSpPr>
          <a:xfrm>
            <a:off x="723900" y="2286000"/>
            <a:ext cx="3429000" cy="228600"/>
            <a:chOff x="723900" y="2286000"/>
            <a:chExt cx="3429000" cy="228600"/>
          </a:xfrm>
        </p:grpSpPr>
        <p:sp>
          <p:nvSpPr>
            <p:cNvPr id="31" name="node05.label"/>
            <p:cNvSpPr/>
            <p:nvPr/>
          </p:nvSpPr>
          <p:spPr>
            <a:xfrm>
              <a:off x="723900" y="2286000"/>
              <a:ext cx="401005"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TOPIC</a:t>
              </a:r>
              <a:endParaRPr lang="en-US" sz="900" spc="54" kern="0" b="0" i="0" dirty="0">
                <a:solidFill>
                  <a:srgbClr val="50658E"/>
                </a:solidFill>
                <a:latin typeface="IBM Plex Mono Medium"/>
                <a:ea typeface="IBM Plex Mono Medium"/>
                <a:cs typeface="IBM Plex Mono Medium"/>
              </a:endParaRPr>
            </a:p>
          </p:txBody>
        </p:sp>
        <p:sp>
          <p:nvSpPr>
            <p:cNvPr id="32" name="node05.rule"/>
            <p:cNvSpPr/>
            <p:nvPr/>
          </p:nvSpPr>
          <p:spPr>
            <a:xfrm>
              <a:off x="1251905" y="2395538"/>
              <a:ext cx="2900995" cy="9525"/>
            </a:xfrm>
            <a:prstGeom prst="rect">
              <a:avLst/>
            </a:prstGeom>
            <a:solidFill>
              <a:srgbClr val="CED7E6"/>
            </a:solidFill>
            <a:ln>
              <a:noFill/>
            </a:ln>
          </p:spPr>
        </p:sp>
      </p:grpSp>
      <p:sp>
        <p:nvSpPr>
          <p:cNvPr id="33" name="node06"/>
          <p:cNvSpPr/>
          <p:nvPr/>
        </p:nvSpPr>
        <p:spPr>
          <a:xfrm>
            <a:off x="723900" y="2514600"/>
            <a:ext cx="3429000" cy="9525"/>
          </a:xfrm>
          <a:prstGeom prst="rect">
            <a:avLst/>
          </a:prstGeom>
          <a:solidFill>
            <a:srgbClr val="CED7E6"/>
          </a:solidFill>
          <a:ln>
            <a:noFill/>
          </a:ln>
        </p:spPr>
      </p:sp>
      <p:grpSp>
        <p:nvGrpSpPr>
          <p:cNvPr id="57" name="node07"/>
          <p:cNvGrpSpPr/>
          <p:nvPr/>
        </p:nvGrpSpPr>
        <p:grpSpPr>
          <a:xfrm>
            <a:off x="723900" y="2743200"/>
            <a:ext cx="3429000" cy="457200"/>
            <a:chOff x="723900" y="2743200"/>
            <a:chExt cx="3429000" cy="457200"/>
          </a:xfrm>
        </p:grpSpPr>
        <p:sp>
          <p:nvSpPr>
            <p:cNvPr id="34" name="node07.source-001.bullet"/>
            <p:cNvSpPr/>
            <p:nvPr/>
          </p:nvSpPr>
          <p:spPr>
            <a:xfrm>
              <a:off x="723900" y="2832100"/>
              <a:ext cx="38100" cy="38100"/>
            </a:xfrm>
            <a:prstGeom prst="rect">
              <a:avLst/>
            </a:prstGeom>
            <a:solidFill>
              <a:srgbClr val="070154"/>
            </a:solidFill>
            <a:ln>
              <a:noFill/>
            </a:ln>
          </p:spPr>
        </p:sp>
        <p:sp>
          <p:nvSpPr>
            <p:cNvPr id="35" name="node07.source-001.text"/>
            <p:cNvSpPr/>
            <p:nvPr/>
          </p:nvSpPr>
          <p:spPr>
            <a:xfrm>
              <a:off x="876300" y="2743200"/>
              <a:ext cx="32766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Estimates: a price patients can rely on before they book.</a:t>
              </a:r>
              <a:endParaRPr lang="en-US" sz="1200" spc="0" kern="0" b="0" i="0" dirty="0">
                <a:solidFill>
                  <a:srgbClr val="070154"/>
                </a:solidFill>
                <a:latin typeface="IBM Plex Sans"/>
                <a:ea typeface="IBM Plex Sans"/>
                <a:cs typeface="IBM Plex Sans"/>
              </a:endParaRPr>
            </a:p>
          </p:txBody>
        </p:sp>
      </p:grpSp>
      <p:grpSp>
        <p:nvGrpSpPr>
          <p:cNvPr id="58" name="node08"/>
          <p:cNvGrpSpPr/>
          <p:nvPr/>
        </p:nvGrpSpPr>
        <p:grpSpPr>
          <a:xfrm>
            <a:off x="723900" y="3200400"/>
            <a:ext cx="3429000" cy="228600"/>
            <a:chOff x="723900" y="3200400"/>
            <a:chExt cx="3429000" cy="228600"/>
          </a:xfrm>
        </p:grpSpPr>
        <p:sp>
          <p:nvSpPr>
            <p:cNvPr id="36" name="node08.label"/>
            <p:cNvSpPr/>
            <p:nvPr/>
          </p:nvSpPr>
          <p:spPr>
            <a:xfrm>
              <a:off x="723900" y="3200400"/>
              <a:ext cx="1678062"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IF THE ANSWER IS VAGUE</a:t>
              </a:r>
              <a:endParaRPr lang="en-US" sz="900" spc="54" kern="0" b="0" i="0" dirty="0">
                <a:solidFill>
                  <a:srgbClr val="50658E"/>
                </a:solidFill>
                <a:latin typeface="IBM Plex Mono Medium"/>
                <a:ea typeface="IBM Plex Mono Medium"/>
                <a:cs typeface="IBM Plex Mono Medium"/>
              </a:endParaRPr>
            </a:p>
          </p:txBody>
        </p:sp>
        <p:sp>
          <p:nvSpPr>
            <p:cNvPr id="37" name="node08.rule"/>
            <p:cNvSpPr/>
            <p:nvPr/>
          </p:nvSpPr>
          <p:spPr>
            <a:xfrm>
              <a:off x="2528962" y="3309938"/>
              <a:ext cx="1623938" cy="9525"/>
            </a:xfrm>
            <a:prstGeom prst="rect">
              <a:avLst/>
            </a:prstGeom>
            <a:solidFill>
              <a:srgbClr val="CED7E6"/>
            </a:solidFill>
            <a:ln>
              <a:noFill/>
            </a:ln>
          </p:spPr>
        </p:sp>
      </p:grpSp>
      <p:sp>
        <p:nvSpPr>
          <p:cNvPr id="38" name="node09"/>
          <p:cNvSpPr/>
          <p:nvPr/>
        </p:nvSpPr>
        <p:spPr>
          <a:xfrm>
            <a:off x="723900" y="3429000"/>
            <a:ext cx="3429000" cy="9525"/>
          </a:xfrm>
          <a:prstGeom prst="rect">
            <a:avLst/>
          </a:prstGeom>
          <a:solidFill>
            <a:srgbClr val="CED7E6"/>
          </a:solidFill>
          <a:ln>
            <a:noFill/>
          </a:ln>
        </p:spPr>
      </p:sp>
      <p:grpSp>
        <p:nvGrpSpPr>
          <p:cNvPr id="59" name="node10"/>
          <p:cNvGrpSpPr/>
          <p:nvPr/>
        </p:nvGrpSpPr>
        <p:grpSpPr>
          <a:xfrm>
            <a:off x="723900" y="3657600"/>
            <a:ext cx="3429000" cy="1028700"/>
            <a:chOff x="723900" y="3657600"/>
            <a:chExt cx="3429000" cy="1028700"/>
          </a:xfrm>
        </p:grpSpPr>
        <p:sp>
          <p:nvSpPr>
            <p:cNvPr id="39" name="node10.source-001.bullet"/>
            <p:cNvSpPr/>
            <p:nvPr/>
          </p:nvSpPr>
          <p:spPr>
            <a:xfrm>
              <a:off x="723900" y="3746500"/>
              <a:ext cx="38100" cy="38100"/>
            </a:xfrm>
            <a:prstGeom prst="rect">
              <a:avLst/>
            </a:prstGeom>
            <a:solidFill>
              <a:srgbClr val="070154"/>
            </a:solidFill>
            <a:ln>
              <a:noFill/>
            </a:ln>
          </p:spPr>
        </p:sp>
        <p:sp>
          <p:nvSpPr>
            <p:cNvPr id="40" name="node10.source-001.text"/>
            <p:cNvSpPr/>
            <p:nvPr/>
          </p:nvSpPr>
          <p:spPr>
            <a:xfrm>
              <a:off x="876300" y="36576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“Give me one example from this week.”</a:t>
              </a:r>
              <a:endParaRPr lang="en-US" sz="1200" spc="0" kern="0" b="0" i="0" dirty="0">
                <a:solidFill>
                  <a:srgbClr val="070154"/>
                </a:solidFill>
                <a:latin typeface="IBM Plex Sans"/>
                <a:ea typeface="IBM Plex Sans"/>
                <a:cs typeface="IBM Plex Sans"/>
              </a:endParaRPr>
            </a:p>
          </p:txBody>
        </p:sp>
        <p:sp>
          <p:nvSpPr>
            <p:cNvPr id="41" name="node10.source-002.bullet"/>
            <p:cNvSpPr/>
            <p:nvPr/>
          </p:nvSpPr>
          <p:spPr>
            <a:xfrm>
              <a:off x="723900" y="4013200"/>
              <a:ext cx="38100" cy="38100"/>
            </a:xfrm>
            <a:prstGeom prst="rect">
              <a:avLst/>
            </a:prstGeom>
            <a:solidFill>
              <a:srgbClr val="070154"/>
            </a:solidFill>
            <a:ln>
              <a:noFill/>
            </a:ln>
          </p:spPr>
        </p:sp>
        <p:sp>
          <p:nvSpPr>
            <p:cNvPr id="42" name="node10.source-002.text"/>
            <p:cNvSpPr/>
            <p:nvPr/>
          </p:nvSpPr>
          <p:spPr>
            <a:xfrm>
              <a:off x="876300" y="39243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“What would a new hire see on day one?”</a:t>
              </a:r>
              <a:endParaRPr lang="en-US" sz="1200" spc="0" kern="0" b="0" i="0" dirty="0">
                <a:solidFill>
                  <a:srgbClr val="070154"/>
                </a:solidFill>
                <a:latin typeface="IBM Plex Sans"/>
                <a:ea typeface="IBM Plex Sans"/>
                <a:cs typeface="IBM Plex Sans"/>
              </a:endParaRPr>
            </a:p>
          </p:txBody>
        </p:sp>
        <p:sp>
          <p:nvSpPr>
            <p:cNvPr id="43" name="node10.source-003.bullet"/>
            <p:cNvSpPr/>
            <p:nvPr/>
          </p:nvSpPr>
          <p:spPr>
            <a:xfrm>
              <a:off x="723900" y="4279900"/>
              <a:ext cx="38100" cy="38100"/>
            </a:xfrm>
            <a:prstGeom prst="rect">
              <a:avLst/>
            </a:prstGeom>
            <a:solidFill>
              <a:srgbClr val="070154"/>
            </a:solidFill>
            <a:ln>
              <a:noFill/>
            </a:ln>
          </p:spPr>
        </p:sp>
        <p:sp>
          <p:nvSpPr>
            <p:cNvPr id="44" name="node10.source-003.text"/>
            <p:cNvSpPr/>
            <p:nvPr/>
          </p:nvSpPr>
          <p:spPr>
            <a:xfrm>
              <a:off x="876300" y="41910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“How many times a month is that?”</a:t>
              </a:r>
              <a:endParaRPr lang="en-US" sz="1200" spc="0" kern="0" b="0" i="0" dirty="0">
                <a:solidFill>
                  <a:srgbClr val="070154"/>
                </a:solidFill>
                <a:latin typeface="IBM Plex Sans"/>
                <a:ea typeface="IBM Plex Sans"/>
                <a:cs typeface="IBM Plex Sans"/>
              </a:endParaRPr>
            </a:p>
          </p:txBody>
        </p:sp>
        <p:sp>
          <p:nvSpPr>
            <p:cNvPr id="45" name="node10.source-004.bullet"/>
            <p:cNvSpPr/>
            <p:nvPr/>
          </p:nvSpPr>
          <p:spPr>
            <a:xfrm>
              <a:off x="723900" y="4546600"/>
              <a:ext cx="38100" cy="38100"/>
            </a:xfrm>
            <a:prstGeom prst="rect">
              <a:avLst/>
            </a:prstGeom>
            <a:solidFill>
              <a:srgbClr val="070154"/>
            </a:solidFill>
            <a:ln>
              <a:noFill/>
            </a:ln>
          </p:spPr>
        </p:sp>
        <p:sp>
          <p:nvSpPr>
            <p:cNvPr id="46" name="node10.source-004.text"/>
            <p:cNvSpPr/>
            <p:nvPr/>
          </p:nvSpPr>
          <p:spPr>
            <a:xfrm>
              <a:off x="876300" y="44577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“Who would answer that differently?”</a:t>
              </a:r>
              <a:endParaRPr lang="en-US" sz="1200" spc="0" kern="0" b="0" i="0" dirty="0">
                <a:solidFill>
                  <a:srgbClr val="070154"/>
                </a:solidFill>
                <a:latin typeface="IBM Plex Sans"/>
                <a:ea typeface="IBM Plex Sans"/>
                <a:cs typeface="IBM Plex Sans"/>
              </a:endParaRPr>
            </a:p>
          </p:txBody>
        </p:sp>
      </p:grpSp>
      <p:grpSp>
        <p:nvGrpSpPr>
          <p:cNvPr id="60" name="node11"/>
          <p:cNvGrpSpPr/>
          <p:nvPr/>
        </p:nvGrpSpPr>
        <p:grpSpPr>
          <a:xfrm>
            <a:off x="723900" y="5029200"/>
            <a:ext cx="3429000" cy="228600"/>
            <a:chOff x="723900" y="5029200"/>
            <a:chExt cx="3429000" cy="228600"/>
          </a:xfrm>
        </p:grpSpPr>
        <p:sp>
          <p:nvSpPr>
            <p:cNvPr id="47" name="node11.label"/>
            <p:cNvSpPr/>
            <p:nvPr/>
          </p:nvSpPr>
          <p:spPr>
            <a:xfrm>
              <a:off x="723900" y="5029200"/>
              <a:ext cx="1001973"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RULE OF THUMB</a:t>
              </a:r>
              <a:endParaRPr lang="en-US" sz="900" spc="54" kern="0" b="0" i="0" dirty="0">
                <a:solidFill>
                  <a:srgbClr val="50658E"/>
                </a:solidFill>
                <a:latin typeface="IBM Plex Mono Medium"/>
                <a:ea typeface="IBM Plex Mono Medium"/>
                <a:cs typeface="IBM Plex Mono Medium"/>
              </a:endParaRPr>
            </a:p>
          </p:txBody>
        </p:sp>
        <p:sp>
          <p:nvSpPr>
            <p:cNvPr id="48" name="node11.rule"/>
            <p:cNvSpPr/>
            <p:nvPr/>
          </p:nvSpPr>
          <p:spPr>
            <a:xfrm>
              <a:off x="1852873" y="5138738"/>
              <a:ext cx="2300027" cy="9525"/>
            </a:xfrm>
            <a:prstGeom prst="rect">
              <a:avLst/>
            </a:prstGeom>
            <a:solidFill>
              <a:srgbClr val="CED7E6"/>
            </a:solidFill>
            <a:ln>
              <a:noFill/>
            </a:ln>
          </p:spPr>
        </p:sp>
      </p:grpSp>
      <p:sp>
        <p:nvSpPr>
          <p:cNvPr id="49" name="node12"/>
          <p:cNvSpPr/>
          <p:nvPr/>
        </p:nvSpPr>
        <p:spPr>
          <a:xfrm>
            <a:off x="723900" y="5257800"/>
            <a:ext cx="3429000" cy="9525"/>
          </a:xfrm>
          <a:prstGeom prst="rect">
            <a:avLst/>
          </a:prstGeom>
          <a:solidFill>
            <a:srgbClr val="CED7E6"/>
          </a:solidFill>
          <a:ln>
            <a:noFill/>
          </a:ln>
        </p:spPr>
      </p:sp>
      <p:grpSp>
        <p:nvGrpSpPr>
          <p:cNvPr id="61" name="node13"/>
          <p:cNvGrpSpPr/>
          <p:nvPr/>
        </p:nvGrpSpPr>
        <p:grpSpPr>
          <a:xfrm>
            <a:off x="723900" y="5486400"/>
            <a:ext cx="3429000" cy="228600"/>
            <a:chOff x="723900" y="5486400"/>
            <a:chExt cx="3429000" cy="228600"/>
          </a:xfrm>
        </p:grpSpPr>
        <p:sp>
          <p:nvSpPr>
            <p:cNvPr id="50" name="node13.source-001.bullet"/>
            <p:cNvSpPr/>
            <p:nvPr/>
          </p:nvSpPr>
          <p:spPr>
            <a:xfrm>
              <a:off x="723900" y="5575300"/>
              <a:ext cx="38100" cy="38100"/>
            </a:xfrm>
            <a:prstGeom prst="rect">
              <a:avLst/>
            </a:prstGeom>
            <a:solidFill>
              <a:srgbClr val="070154"/>
            </a:solidFill>
            <a:ln>
              <a:noFill/>
            </a:ln>
          </p:spPr>
        </p:sp>
        <p:sp>
          <p:nvSpPr>
            <p:cNvPr id="51" name="node13.source-001.text"/>
            <p:cNvSpPr/>
            <p:nvPr/>
          </p:nvSpPr>
          <p:spPr>
            <a:xfrm>
              <a:off x="876300" y="54864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No challenge until the story is told.</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name="source-625">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FACILITATOR GUIDE · INTERNAL</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Design by area: guide for the 60-minute segment</a:t>
            </a:r>
            <a:endParaRPr lang="en-US" sz="3200" spc="-64" kern="0" b="0" i="0" dirty="0">
              <a:solidFill>
                <a:srgbClr val="070154"/>
              </a:solidFill>
              <a:latin typeface="IBM Plex Sans SemiBold"/>
              <a:ea typeface="IBM Plex Sans SemiBold"/>
              <a:cs typeface="IBM Plex Sans SemiBold"/>
            </a:endParaRPr>
          </a:p>
        </p:txBody>
      </p:sp>
      <p:sp>
        <p:nvSpPr>
          <p:cNvPr id="5" name="nav.section-01"/>
          <p:cNvSpPr/>
          <p:nvPr/>
        </p:nvSpPr>
        <p:spPr>
          <a:xfrm>
            <a:off x="266700" y="457200"/>
            <a:ext cx="228600" cy="1314450"/>
          </a:xfrm>
          <a:prstGeom prst="rect">
            <a:avLst/>
          </a:prstGeom>
          <a:solidFill>
            <a:srgbClr val="E8EEF8"/>
          </a:solidFill>
          <a:ln>
            <a:noFill/>
          </a:ln>
        </p:spPr>
      </p:sp>
      <p:sp>
        <p:nvSpPr>
          <p:cNvPr id="6" name="nav.label.section-01"/>
          <p:cNvSpPr/>
          <p:nvPr/>
        </p:nvSpPr>
        <p:spPr>
          <a:xfrm>
            <a:off x="266700" y="457200"/>
            <a:ext cx="228600" cy="131445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50658E"/>
                </a:solidFill>
                <a:latin typeface="IBM Plex Mono SemiBold"/>
                <a:ea typeface="IBM Plex Mono SemiBold"/>
                <a:cs typeface="IBM Plex Mono SemiBold"/>
              </a:rPr>
              <a:t>RECAP</a:t>
            </a:r>
            <a:endParaRPr lang="en-US" sz="800" spc="80" kern="0" b="0" i="0" dirty="0">
              <a:solidFill>
                <a:srgbClr val="50658E"/>
              </a:solidFill>
              <a:latin typeface="IBM Plex Mono SemiBold"/>
              <a:ea typeface="IBM Plex Mono SemiBold"/>
              <a:cs typeface="IBM Plex Mono SemiBold"/>
            </a:endParaRPr>
          </a:p>
        </p:txBody>
      </p:sp>
      <p:sp>
        <p:nvSpPr>
          <p:cNvPr id="7" name="nav.section-02"/>
          <p:cNvSpPr/>
          <p:nvPr/>
        </p:nvSpPr>
        <p:spPr>
          <a:xfrm>
            <a:off x="266700" y="1847850"/>
            <a:ext cx="228600" cy="1314450"/>
          </a:xfrm>
          <a:prstGeom prst="rect">
            <a:avLst/>
          </a:prstGeom>
          <a:solidFill>
            <a:srgbClr val="070154"/>
          </a:solidFill>
          <a:ln>
            <a:noFill/>
          </a:ln>
        </p:spPr>
      </p:sp>
      <p:sp>
        <p:nvSpPr>
          <p:cNvPr id="8" name="nav.label.section-02"/>
          <p:cNvSpPr/>
          <p:nvPr/>
        </p:nvSpPr>
        <p:spPr>
          <a:xfrm>
            <a:off x="266700" y="1847850"/>
            <a:ext cx="228600" cy="131445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FFFFFF"/>
                </a:solidFill>
                <a:latin typeface="IBM Plex Mono SemiBold"/>
                <a:ea typeface="IBM Plex Mono SemiBold"/>
                <a:cs typeface="IBM Plex Mono SemiBold"/>
              </a:rPr>
              <a:t>DESIGN</a:t>
            </a:r>
            <a:endParaRPr lang="en-US" sz="800" spc="80" kern="0" b="0" i="0" dirty="0">
              <a:solidFill>
                <a:srgbClr val="FFFFFF"/>
              </a:solidFill>
              <a:latin typeface="IBM Plex Mono SemiBold"/>
              <a:ea typeface="IBM Plex Mono SemiBold"/>
              <a:cs typeface="IBM Plex Mono SemiBold"/>
            </a:endParaRPr>
          </a:p>
        </p:txBody>
      </p:sp>
      <p:sp>
        <p:nvSpPr>
          <p:cNvPr id="9" name="nav.section-03"/>
          <p:cNvSpPr/>
          <p:nvPr/>
        </p:nvSpPr>
        <p:spPr>
          <a:xfrm>
            <a:off x="266700" y="3238500"/>
            <a:ext cx="228600" cy="1314450"/>
          </a:xfrm>
          <a:prstGeom prst="rect">
            <a:avLst/>
          </a:prstGeom>
          <a:solidFill>
            <a:srgbClr val="E8EEF8"/>
          </a:solidFill>
          <a:ln>
            <a:noFill/>
          </a:ln>
        </p:spPr>
      </p:sp>
      <p:sp>
        <p:nvSpPr>
          <p:cNvPr id="10" name="nav.label.section-03"/>
          <p:cNvSpPr/>
          <p:nvPr/>
        </p:nvSpPr>
        <p:spPr>
          <a:xfrm>
            <a:off x="266700" y="3238500"/>
            <a:ext cx="228600" cy="131445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50658E"/>
                </a:solidFill>
                <a:latin typeface="IBM Plex Mono SemiBold"/>
                <a:ea typeface="IBM Plex Mono SemiBold"/>
                <a:cs typeface="IBM Plex Mono SemiBold"/>
              </a:rPr>
              <a:t>PLAYBACK</a:t>
            </a:r>
            <a:endParaRPr lang="en-US" sz="800" spc="80" kern="0" b="0" i="0" dirty="0">
              <a:solidFill>
                <a:srgbClr val="50658E"/>
              </a:solidFill>
              <a:latin typeface="IBM Plex Mono SemiBold"/>
              <a:ea typeface="IBM Plex Mono SemiBold"/>
              <a:cs typeface="IBM Plex Mono SemiBold"/>
            </a:endParaRPr>
          </a:p>
        </p:txBody>
      </p:sp>
      <p:sp>
        <p:nvSpPr>
          <p:cNvPr id="11" name="nav.section-04"/>
          <p:cNvSpPr/>
          <p:nvPr/>
        </p:nvSpPr>
        <p:spPr>
          <a:xfrm>
            <a:off x="266700" y="4629150"/>
            <a:ext cx="228600" cy="1314450"/>
          </a:xfrm>
          <a:prstGeom prst="rect">
            <a:avLst/>
          </a:prstGeom>
          <a:solidFill>
            <a:srgbClr val="E8EEF8"/>
          </a:solidFill>
          <a:ln>
            <a:noFill/>
          </a:ln>
        </p:spPr>
      </p:sp>
      <p:sp>
        <p:nvSpPr>
          <p:cNvPr id="12" name="nav.label.section-04"/>
          <p:cNvSpPr/>
          <p:nvPr/>
        </p:nvSpPr>
        <p:spPr>
          <a:xfrm>
            <a:off x="266700" y="4629150"/>
            <a:ext cx="228600" cy="131445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50658E"/>
                </a:solidFill>
                <a:latin typeface="IBM Plex Mono SemiBold"/>
                <a:ea typeface="IBM Plex Mono SemiBold"/>
                <a:cs typeface="IBM Plex Mono SemiBold"/>
              </a:rPr>
              <a:t>DECIDE</a:t>
            </a:r>
            <a:endParaRPr lang="en-US" sz="800" spc="80" kern="0" b="0" i="0" dirty="0">
              <a:solidFill>
                <a:srgbClr val="50658E"/>
              </a:solidFill>
              <a:latin typeface="IBM Plex Mono SemiBold"/>
              <a:ea typeface="IBM Plex Mono SemiBold"/>
              <a:cs typeface="IBM Plex Mono SemiBold"/>
            </a:endParaRPr>
          </a:p>
        </p:txBody>
      </p:sp>
      <p:sp>
        <p:nvSpPr>
          <p:cNvPr id="13"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199</a:t>
            </a:fld>
            <a:endParaRPr lang="en-US" sz="700" spc="0" kern="0" b="0" i="0" dirty="0">
              <a:solidFill>
                <a:srgbClr val="070154"/>
              </a:solidFill>
              <a:latin typeface="IBM Plex Mono SemiBold"/>
              <a:ea typeface="IBM Plex Mono SemiBold"/>
              <a:cs typeface="IBM Plex Mono SemiBold"/>
            </a:endParaRPr>
          </a:p>
        </p:txBody>
      </p:sp>
      <p:grpSp>
        <p:nvGrpSpPr>
          <p:cNvPr id="72" name="node01"/>
          <p:cNvGrpSpPr/>
          <p:nvPr/>
        </p:nvGrpSpPr>
        <p:grpSpPr>
          <a:xfrm>
            <a:off x="723900" y="1600200"/>
            <a:ext cx="10744200" cy="914400"/>
            <a:chOff x="723900" y="1600200"/>
            <a:chExt cx="10744200" cy="914400"/>
          </a:xfrm>
        </p:grpSpPr>
        <p:sp>
          <p:nvSpPr>
            <p:cNvPr id="14" name="node01.surface"/>
            <p:cNvSpPr/>
            <p:nvPr/>
          </p:nvSpPr>
          <p:spPr>
            <a:xfrm>
              <a:off x="723900" y="1600200"/>
              <a:ext cx="10744200" cy="914400"/>
            </a:xfrm>
            <a:prstGeom prst="rect">
              <a:avLst/>
            </a:prstGeom>
            <a:solidFill>
              <a:srgbClr val="070154"/>
            </a:solidFill>
            <a:ln>
              <a:noFill/>
            </a:ln>
          </p:spPr>
        </p:sp>
      </p:grpSp>
      <p:grpSp>
        <p:nvGrpSpPr>
          <p:cNvPr id="73" name="node02"/>
          <p:cNvGrpSpPr/>
          <p:nvPr/>
        </p:nvGrpSpPr>
        <p:grpSpPr>
          <a:xfrm>
            <a:off x="952500" y="1828800"/>
            <a:ext cx="7620000" cy="152400"/>
            <a:chOff x="952500" y="1828800"/>
            <a:chExt cx="7620000" cy="152400"/>
          </a:xfrm>
        </p:grpSpPr>
        <p:sp>
          <p:nvSpPr>
            <p:cNvPr id="15" name="node02.text"/>
            <p:cNvSpPr/>
            <p:nvPr/>
          </p:nvSpPr>
          <p:spPr>
            <a:xfrm>
              <a:off x="952500" y="1828800"/>
              <a:ext cx="7620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FFFFF"/>
                  </a:solidFill>
                  <a:latin typeface="IBM Plex Mono Medium"/>
                  <a:ea typeface="IBM Plex Mono Medium"/>
                  <a:cs typeface="IBM Plex Mono Medium"/>
                </a:rPr>
                <a:t>OBJECTIVE · 9:45 TO 10:45</a:t>
              </a:r>
              <a:endParaRPr lang="en-US" sz="900" spc="54" kern="0" b="0" i="0" dirty="0">
                <a:solidFill>
                  <a:srgbClr val="FFFFFF"/>
                </a:solidFill>
                <a:latin typeface="IBM Plex Mono Medium"/>
                <a:ea typeface="IBM Plex Mono Medium"/>
                <a:cs typeface="IBM Plex Mono Medium"/>
              </a:endParaRPr>
            </a:p>
          </p:txBody>
        </p:sp>
      </p:grpSp>
      <p:grpSp>
        <p:nvGrpSpPr>
          <p:cNvPr id="74" name="node03"/>
          <p:cNvGrpSpPr/>
          <p:nvPr/>
        </p:nvGrpSpPr>
        <p:grpSpPr>
          <a:xfrm>
            <a:off x="952500" y="2057400"/>
            <a:ext cx="8001000" cy="266700"/>
            <a:chOff x="952500" y="2057400"/>
            <a:chExt cx="8001000" cy="266700"/>
          </a:xfrm>
        </p:grpSpPr>
        <p:sp>
          <p:nvSpPr>
            <p:cNvPr id="16" name="node03.text"/>
            <p:cNvSpPr/>
            <p:nvPr/>
          </p:nvSpPr>
          <p:spPr>
            <a:xfrm>
              <a:off x="952500" y="2057400"/>
              <a:ext cx="80010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FFFFFF"/>
                  </a:solidFill>
                  <a:latin typeface="IBM Plex Sans"/>
                  <a:ea typeface="IBM Plex Sans"/>
                  <a:cs typeface="IBM Plex Sans"/>
                </a:rPr>
                <a:t>Leave with a future-state sketch for each area and the gaps that block it.</a:t>
              </a:r>
              <a:endParaRPr lang="en-US" sz="1400" spc="0" kern="0" b="0" i="0" dirty="0">
                <a:solidFill>
                  <a:srgbClr val="FFFFFF"/>
                </a:solidFill>
                <a:latin typeface="IBM Plex Sans"/>
                <a:ea typeface="IBM Plex Sans"/>
                <a:cs typeface="IBM Plex Sans"/>
              </a:endParaRPr>
            </a:p>
          </p:txBody>
        </p:sp>
      </p:grpSp>
      <p:grpSp>
        <p:nvGrpSpPr>
          <p:cNvPr id="75" name="node04"/>
          <p:cNvGrpSpPr/>
          <p:nvPr/>
        </p:nvGrpSpPr>
        <p:grpSpPr>
          <a:xfrm>
            <a:off x="9410700" y="1828800"/>
            <a:ext cx="1828800" cy="152400"/>
            <a:chOff x="9410700" y="1828800"/>
            <a:chExt cx="1828800" cy="152400"/>
          </a:xfrm>
        </p:grpSpPr>
        <p:sp>
          <p:nvSpPr>
            <p:cNvPr id="17" name="node04.text"/>
            <p:cNvSpPr/>
            <p:nvPr/>
          </p:nvSpPr>
          <p:spPr>
            <a:xfrm>
              <a:off x="9410700" y="1828800"/>
              <a:ext cx="1828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FFFFF"/>
                  </a:solidFill>
                  <a:latin typeface="IBM Plex Mono Medium"/>
                  <a:ea typeface="IBM Plex Mono Medium"/>
                  <a:cs typeface="IBM Plex Mono Medium"/>
                </a:rPr>
                <a:t>TIME BOX</a:t>
              </a:r>
              <a:endParaRPr lang="en-US" sz="900" spc="54" kern="0" b="0" i="0" dirty="0">
                <a:solidFill>
                  <a:srgbClr val="FFFFFF"/>
                </a:solidFill>
                <a:latin typeface="IBM Plex Mono Medium"/>
                <a:ea typeface="IBM Plex Mono Medium"/>
                <a:cs typeface="IBM Plex Mono Medium"/>
              </a:endParaRPr>
            </a:p>
          </p:txBody>
        </p:sp>
      </p:grpSp>
      <p:grpSp>
        <p:nvGrpSpPr>
          <p:cNvPr id="76" name="node05"/>
          <p:cNvGrpSpPr/>
          <p:nvPr/>
        </p:nvGrpSpPr>
        <p:grpSpPr>
          <a:xfrm>
            <a:off x="9410700" y="2057400"/>
            <a:ext cx="1828800" cy="381000"/>
            <a:chOff x="9410700" y="2057400"/>
            <a:chExt cx="1828800" cy="381000"/>
          </a:xfrm>
        </p:grpSpPr>
        <p:sp>
          <p:nvSpPr>
            <p:cNvPr id="18" name="node05.text"/>
            <p:cNvSpPr/>
            <p:nvPr/>
          </p:nvSpPr>
          <p:spPr>
            <a:xfrm>
              <a:off x="9410700" y="2057400"/>
              <a:ext cx="1828800" cy="3810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FFFFFF"/>
                  </a:solidFill>
                  <a:latin typeface="IBM Plex Sans SemiBold"/>
                  <a:ea typeface="IBM Plex Sans SemiBold"/>
                  <a:cs typeface="IBM Plex Sans SemiBold"/>
                </a:rPr>
                <a:t>60 min</a:t>
              </a:r>
              <a:endParaRPr lang="en-US" sz="2400" spc="-36" kern="0" b="0" i="0" dirty="0">
                <a:solidFill>
                  <a:srgbClr val="FFFFFF"/>
                </a:solidFill>
                <a:latin typeface="IBM Plex Sans SemiBold"/>
                <a:ea typeface="IBM Plex Sans SemiBold"/>
                <a:cs typeface="IBM Plex Sans SemiBold"/>
              </a:endParaRPr>
            </a:p>
          </p:txBody>
        </p:sp>
      </p:grpSp>
      <p:grpSp>
        <p:nvGrpSpPr>
          <p:cNvPr id="77" name="node06"/>
          <p:cNvGrpSpPr/>
          <p:nvPr/>
        </p:nvGrpSpPr>
        <p:grpSpPr>
          <a:xfrm>
            <a:off x="723900" y="2743200"/>
            <a:ext cx="5257800" cy="228600"/>
            <a:chOff x="723900" y="2743200"/>
            <a:chExt cx="5257800" cy="228600"/>
          </a:xfrm>
        </p:grpSpPr>
        <p:sp>
          <p:nvSpPr>
            <p:cNvPr id="19" name="node06.label"/>
            <p:cNvSpPr/>
            <p:nvPr/>
          </p:nvSpPr>
          <p:spPr>
            <a:xfrm>
              <a:off x="723900" y="2743200"/>
              <a:ext cx="1227336"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QUESTIONS TO ASK</a:t>
              </a:r>
              <a:endParaRPr lang="en-US" sz="900" spc="54" kern="0" b="0" i="0" dirty="0">
                <a:solidFill>
                  <a:srgbClr val="50658E"/>
                </a:solidFill>
                <a:latin typeface="IBM Plex Mono Medium"/>
                <a:ea typeface="IBM Plex Mono Medium"/>
                <a:cs typeface="IBM Plex Mono Medium"/>
              </a:endParaRPr>
            </a:p>
          </p:txBody>
        </p:sp>
        <p:sp>
          <p:nvSpPr>
            <p:cNvPr id="20" name="node06.rule"/>
            <p:cNvSpPr/>
            <p:nvPr/>
          </p:nvSpPr>
          <p:spPr>
            <a:xfrm>
              <a:off x="2078236" y="2852738"/>
              <a:ext cx="3903464" cy="9525"/>
            </a:xfrm>
            <a:prstGeom prst="rect">
              <a:avLst/>
            </a:prstGeom>
            <a:solidFill>
              <a:srgbClr val="CED7E6"/>
            </a:solidFill>
            <a:ln>
              <a:noFill/>
            </a:ln>
          </p:spPr>
        </p:sp>
      </p:grpSp>
      <p:sp>
        <p:nvSpPr>
          <p:cNvPr id="21" name="node07"/>
          <p:cNvSpPr/>
          <p:nvPr/>
        </p:nvSpPr>
        <p:spPr>
          <a:xfrm>
            <a:off x="723900" y="2971800"/>
            <a:ext cx="5257800" cy="9525"/>
          </a:xfrm>
          <a:prstGeom prst="rect">
            <a:avLst/>
          </a:prstGeom>
          <a:solidFill>
            <a:srgbClr val="CED7E6"/>
          </a:solidFill>
          <a:ln>
            <a:noFill/>
          </a:ln>
        </p:spPr>
      </p:sp>
      <p:grpSp>
        <p:nvGrpSpPr>
          <p:cNvPr id="78" name="node08"/>
          <p:cNvGrpSpPr/>
          <p:nvPr/>
        </p:nvGrpSpPr>
        <p:grpSpPr>
          <a:xfrm>
            <a:off x="723900" y="3200400"/>
            <a:ext cx="5257800" cy="2324100"/>
            <a:chOff x="723900" y="3200400"/>
            <a:chExt cx="5257800" cy="2324100"/>
          </a:xfrm>
        </p:grpSpPr>
        <p:sp>
          <p:nvSpPr>
            <p:cNvPr id="22" name="node08.source-001.bullet"/>
            <p:cNvSpPr/>
            <p:nvPr/>
          </p:nvSpPr>
          <p:spPr>
            <a:xfrm>
              <a:off x="723900" y="3308350"/>
              <a:ext cx="50800" cy="50800"/>
            </a:xfrm>
            <a:prstGeom prst="rect">
              <a:avLst/>
            </a:prstGeom>
            <a:solidFill>
              <a:srgbClr val="070154"/>
            </a:solidFill>
            <a:ln>
              <a:noFill/>
            </a:ln>
          </p:spPr>
        </p:sp>
        <p:sp>
          <p:nvSpPr>
            <p:cNvPr id="23" name="node08.source-001.text"/>
            <p:cNvSpPr/>
            <p:nvPr/>
          </p:nvSpPr>
          <p:spPr>
            <a:xfrm>
              <a:off x="914400" y="3200400"/>
              <a:ext cx="50673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 xml:space="preserve">Open:</a:t>
              </a:r>
              <a:r>
                <a:rPr lang="en-US" sz="1400" spc="0" kern="0" b="0" i="0" dirty="0">
                  <a:solidFill>
                    <a:srgbClr val="50658E"/>
                  </a:solidFill>
                  <a:latin typeface="IBM Plex Sans"/>
                  <a:ea typeface="IBM Plex Sans"/>
                  <a:cs typeface="IBM Plex Sans"/>
                </a:rPr>
                <a:t xml:space="preserve"> Which step costs a patient the most time today?</a:t>
              </a:r>
              <a:endParaRPr lang="en-US" sz="1400" spc="0" kern="0" b="0" i="0" dirty="0">
                <a:solidFill>
                  <a:srgbClr val="070154"/>
                </a:solidFill>
                <a:latin typeface="IBM Plex Sans"/>
                <a:ea typeface="IBM Plex Sans"/>
                <a:cs typeface="IBM Plex Sans"/>
              </a:endParaRPr>
            </a:p>
          </p:txBody>
        </p:sp>
        <p:sp>
          <p:nvSpPr>
            <p:cNvPr id="24" name="node08.source-002.bullet"/>
            <p:cNvSpPr/>
            <p:nvPr/>
          </p:nvSpPr>
          <p:spPr>
            <a:xfrm>
              <a:off x="723900" y="3651250"/>
              <a:ext cx="50800" cy="50800"/>
            </a:xfrm>
            <a:prstGeom prst="rect">
              <a:avLst/>
            </a:prstGeom>
            <a:solidFill>
              <a:srgbClr val="070154"/>
            </a:solidFill>
            <a:ln>
              <a:noFill/>
            </a:ln>
          </p:spPr>
        </p:sp>
        <p:sp>
          <p:nvSpPr>
            <p:cNvPr id="25" name="node08.source-002.text"/>
            <p:cNvSpPr/>
            <p:nvPr/>
          </p:nvSpPr>
          <p:spPr>
            <a:xfrm>
              <a:off x="914400" y="3543300"/>
              <a:ext cx="50673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 xml:space="preserve">Probe:</a:t>
              </a:r>
              <a:r>
                <a:rPr lang="en-US" sz="1400" spc="0" kern="0" b="0" i="0" dirty="0">
                  <a:solidFill>
                    <a:srgbClr val="50658E"/>
                  </a:solidFill>
                  <a:latin typeface="IBM Plex Sans"/>
                  <a:ea typeface="IBM Plex Sans"/>
                  <a:cs typeface="IBM Plex Sans"/>
                </a:rPr>
                <a:t xml:space="preserve"> Where does the work wait, and who is it waiting on?</a:t>
              </a:r>
              <a:endParaRPr lang="en-US" sz="1400" spc="0" kern="0" b="0" i="0" dirty="0">
                <a:solidFill>
                  <a:srgbClr val="070154"/>
                </a:solidFill>
                <a:latin typeface="IBM Plex Sans"/>
                <a:ea typeface="IBM Plex Sans"/>
                <a:cs typeface="IBM Plex Sans"/>
              </a:endParaRPr>
            </a:p>
          </p:txBody>
        </p:sp>
        <p:sp>
          <p:nvSpPr>
            <p:cNvPr id="26" name="node08.source-003.bullet"/>
            <p:cNvSpPr/>
            <p:nvPr/>
          </p:nvSpPr>
          <p:spPr>
            <a:xfrm>
              <a:off x="723900" y="3994150"/>
              <a:ext cx="50800" cy="50800"/>
            </a:xfrm>
            <a:prstGeom prst="rect">
              <a:avLst/>
            </a:prstGeom>
            <a:solidFill>
              <a:srgbClr val="070154"/>
            </a:solidFill>
            <a:ln>
              <a:noFill/>
            </a:ln>
          </p:spPr>
        </p:sp>
        <p:sp>
          <p:nvSpPr>
            <p:cNvPr id="27" name="node08.source-003.text"/>
            <p:cNvSpPr/>
            <p:nvPr/>
          </p:nvSpPr>
          <p:spPr>
            <a:xfrm>
              <a:off x="914400" y="3886200"/>
              <a:ext cx="50673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 xml:space="preserve">Probe:</a:t>
              </a:r>
              <a:r>
                <a:rPr lang="en-US" sz="1400" spc="0" kern="0" b="0" i="0" dirty="0">
                  <a:solidFill>
                    <a:srgbClr val="50658E"/>
                  </a:solidFill>
                  <a:latin typeface="IBM Plex Sans"/>
                  <a:ea typeface="IBM Plex Sans"/>
                  <a:cs typeface="IBM Plex Sans"/>
                </a:rPr>
                <a:t xml:space="preserve"> What do you do when the system says no?</a:t>
              </a:r>
              <a:endParaRPr lang="en-US" sz="1400" spc="0" kern="0" b="0" i="0" dirty="0">
                <a:solidFill>
                  <a:srgbClr val="070154"/>
                </a:solidFill>
                <a:latin typeface="IBM Plex Sans"/>
                <a:ea typeface="IBM Plex Sans"/>
                <a:cs typeface="IBM Plex Sans"/>
              </a:endParaRPr>
            </a:p>
          </p:txBody>
        </p:sp>
        <p:sp>
          <p:nvSpPr>
            <p:cNvPr id="28" name="node08.source-004.bullet"/>
            <p:cNvSpPr/>
            <p:nvPr/>
          </p:nvSpPr>
          <p:spPr>
            <a:xfrm>
              <a:off x="723900" y="4337050"/>
              <a:ext cx="50800" cy="50800"/>
            </a:xfrm>
            <a:prstGeom prst="rect">
              <a:avLst/>
            </a:prstGeom>
            <a:solidFill>
              <a:srgbClr val="070154"/>
            </a:solidFill>
            <a:ln>
              <a:noFill/>
            </a:ln>
          </p:spPr>
        </p:sp>
        <p:sp>
          <p:nvSpPr>
            <p:cNvPr id="29" name="node08.source-004.text"/>
            <p:cNvSpPr/>
            <p:nvPr/>
          </p:nvSpPr>
          <p:spPr>
            <a:xfrm>
              <a:off x="914400" y="4229100"/>
              <a:ext cx="50673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 xml:space="preserve">Probe:</a:t>
              </a:r>
              <a:r>
                <a:rPr lang="en-US" sz="1400" spc="0" kern="0" b="0" i="0" dirty="0">
                  <a:solidFill>
                    <a:srgbClr val="50658E"/>
                  </a:solidFill>
                  <a:latin typeface="IBM Plex Sans"/>
                  <a:ea typeface="IBM Plex Sans"/>
                  <a:cs typeface="IBM Plex Sans"/>
                </a:rPr>
                <a:t xml:space="preserve"> Which step would you remove first, and what breaks?</a:t>
              </a:r>
              <a:endParaRPr lang="en-US" sz="1400" spc="0" kern="0" b="0" i="0" dirty="0">
                <a:solidFill>
                  <a:srgbClr val="070154"/>
                </a:solidFill>
                <a:latin typeface="IBM Plex Sans"/>
                <a:ea typeface="IBM Plex Sans"/>
                <a:cs typeface="IBM Plex Sans"/>
              </a:endParaRPr>
            </a:p>
          </p:txBody>
        </p:sp>
        <p:sp>
          <p:nvSpPr>
            <p:cNvPr id="30" name="node08.source-005.bullet"/>
            <p:cNvSpPr/>
            <p:nvPr/>
          </p:nvSpPr>
          <p:spPr>
            <a:xfrm>
              <a:off x="723900" y="4679950"/>
              <a:ext cx="50800" cy="50800"/>
            </a:xfrm>
            <a:prstGeom prst="rect">
              <a:avLst/>
            </a:prstGeom>
            <a:solidFill>
              <a:srgbClr val="070154"/>
            </a:solidFill>
            <a:ln>
              <a:noFill/>
            </a:ln>
          </p:spPr>
        </p:sp>
        <p:sp>
          <p:nvSpPr>
            <p:cNvPr id="31" name="node08.source-005.text"/>
            <p:cNvSpPr/>
            <p:nvPr/>
          </p:nvSpPr>
          <p:spPr>
            <a:xfrm>
              <a:off x="914400" y="4572000"/>
              <a:ext cx="50673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 xml:space="preserve">Probe:</a:t>
              </a:r>
              <a:r>
                <a:rPr lang="en-US" sz="1400" spc="0" kern="0" b="0" i="0" dirty="0">
                  <a:solidFill>
                    <a:srgbClr val="50658E"/>
                  </a:solidFill>
                  <a:latin typeface="IBM Plex Sans"/>
                  <a:ea typeface="IBM Plex Sans"/>
                  <a:cs typeface="IBM Plex Sans"/>
                </a:rPr>
                <a:t xml:space="preserve"> Who outside this room feels this change?</a:t>
              </a:r>
              <a:endParaRPr lang="en-US" sz="1400" spc="0" kern="0" b="0" i="0" dirty="0">
                <a:solidFill>
                  <a:srgbClr val="070154"/>
                </a:solidFill>
                <a:latin typeface="IBM Plex Sans"/>
                <a:ea typeface="IBM Plex Sans"/>
                <a:cs typeface="IBM Plex Sans"/>
              </a:endParaRPr>
            </a:p>
          </p:txBody>
        </p:sp>
        <p:sp>
          <p:nvSpPr>
            <p:cNvPr id="32" name="node08.source-006.bullet"/>
            <p:cNvSpPr/>
            <p:nvPr/>
          </p:nvSpPr>
          <p:spPr>
            <a:xfrm>
              <a:off x="723900" y="5022850"/>
              <a:ext cx="50800" cy="50800"/>
            </a:xfrm>
            <a:prstGeom prst="rect">
              <a:avLst/>
            </a:prstGeom>
            <a:solidFill>
              <a:srgbClr val="070154"/>
            </a:solidFill>
            <a:ln>
              <a:noFill/>
            </a:ln>
          </p:spPr>
        </p:sp>
        <p:sp>
          <p:nvSpPr>
            <p:cNvPr id="33" name="node08.source-006.text"/>
            <p:cNvSpPr/>
            <p:nvPr/>
          </p:nvSpPr>
          <p:spPr>
            <a:xfrm>
              <a:off x="914400" y="4914900"/>
              <a:ext cx="50673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 xml:space="preserve">Probe:</a:t>
              </a:r>
              <a:r>
                <a:rPr lang="en-US" sz="1400" spc="0" kern="0" b="0" i="0" dirty="0">
                  <a:solidFill>
                    <a:srgbClr val="50658E"/>
                  </a:solidFill>
                  <a:latin typeface="IBM Plex Sans"/>
                  <a:ea typeface="IBM Plex Sans"/>
                  <a:cs typeface="IBM Plex Sans"/>
                </a:rPr>
                <a:t xml:space="preserve"> How often does this happen, and how do we know?</a:t>
              </a:r>
              <a:endParaRPr lang="en-US" sz="1400" spc="0" kern="0" b="0" i="0" dirty="0">
                <a:solidFill>
                  <a:srgbClr val="070154"/>
                </a:solidFill>
                <a:latin typeface="IBM Plex Sans"/>
                <a:ea typeface="IBM Plex Sans"/>
                <a:cs typeface="IBM Plex Sans"/>
              </a:endParaRPr>
            </a:p>
          </p:txBody>
        </p:sp>
        <p:sp>
          <p:nvSpPr>
            <p:cNvPr id="34" name="node08.source-007.bullet"/>
            <p:cNvSpPr/>
            <p:nvPr/>
          </p:nvSpPr>
          <p:spPr>
            <a:xfrm>
              <a:off x="723900" y="5365750"/>
              <a:ext cx="50800" cy="50800"/>
            </a:xfrm>
            <a:prstGeom prst="rect">
              <a:avLst/>
            </a:prstGeom>
            <a:solidFill>
              <a:srgbClr val="070154"/>
            </a:solidFill>
            <a:ln>
              <a:noFill/>
            </a:ln>
          </p:spPr>
        </p:sp>
        <p:sp>
          <p:nvSpPr>
            <p:cNvPr id="35" name="node08.source-007.text"/>
            <p:cNvSpPr/>
            <p:nvPr/>
          </p:nvSpPr>
          <p:spPr>
            <a:xfrm>
              <a:off x="914400" y="5257800"/>
              <a:ext cx="50673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 xml:space="preserve">Test:</a:t>
              </a:r>
              <a:r>
                <a:rPr lang="en-US" sz="1400" spc="0" kern="0" b="0" i="0" dirty="0">
                  <a:solidFill>
                    <a:srgbClr val="50658E"/>
                  </a:solidFill>
                  <a:latin typeface="IBM Plex Sans"/>
                  <a:ea typeface="IBM Plex Sans"/>
                  <a:cs typeface="IBM Plex Sans"/>
                </a:rPr>
                <a:t xml:space="preserve"> If we did only this, would you stand behind it on Monday?</a:t>
              </a:r>
              <a:endParaRPr lang="en-US" sz="1400" spc="0" kern="0" b="0" i="0" dirty="0">
                <a:solidFill>
                  <a:srgbClr val="070154"/>
                </a:solidFill>
                <a:latin typeface="IBM Plex Sans"/>
                <a:ea typeface="IBM Plex Sans"/>
                <a:cs typeface="IBM Plex Sans"/>
              </a:endParaRPr>
            </a:p>
          </p:txBody>
        </p:sp>
      </p:grpSp>
      <p:grpSp>
        <p:nvGrpSpPr>
          <p:cNvPr id="79" name="node09"/>
          <p:cNvGrpSpPr/>
          <p:nvPr/>
        </p:nvGrpSpPr>
        <p:grpSpPr>
          <a:xfrm>
            <a:off x="6210300" y="2743200"/>
            <a:ext cx="2514600" cy="228600"/>
            <a:chOff x="6210300" y="2743200"/>
            <a:chExt cx="2514600" cy="228600"/>
          </a:xfrm>
        </p:grpSpPr>
        <p:sp>
          <p:nvSpPr>
            <p:cNvPr id="36" name="node09.label"/>
            <p:cNvSpPr/>
            <p:nvPr/>
          </p:nvSpPr>
          <p:spPr>
            <a:xfrm>
              <a:off x="6210300" y="2743200"/>
              <a:ext cx="776610"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LISTEN FOR</a:t>
              </a:r>
              <a:endParaRPr lang="en-US" sz="900" spc="54" kern="0" b="0" i="0" dirty="0">
                <a:solidFill>
                  <a:srgbClr val="50658E"/>
                </a:solidFill>
                <a:latin typeface="IBM Plex Mono Medium"/>
                <a:ea typeface="IBM Plex Mono Medium"/>
                <a:cs typeface="IBM Plex Mono Medium"/>
              </a:endParaRPr>
            </a:p>
          </p:txBody>
        </p:sp>
        <p:sp>
          <p:nvSpPr>
            <p:cNvPr id="37" name="node09.rule"/>
            <p:cNvSpPr/>
            <p:nvPr/>
          </p:nvSpPr>
          <p:spPr>
            <a:xfrm>
              <a:off x="7113910" y="2852738"/>
              <a:ext cx="1610990" cy="9525"/>
            </a:xfrm>
            <a:prstGeom prst="rect">
              <a:avLst/>
            </a:prstGeom>
            <a:solidFill>
              <a:srgbClr val="CED7E6"/>
            </a:solidFill>
            <a:ln>
              <a:noFill/>
            </a:ln>
          </p:spPr>
        </p:sp>
      </p:grpSp>
      <p:sp>
        <p:nvSpPr>
          <p:cNvPr id="38" name="node10"/>
          <p:cNvSpPr/>
          <p:nvPr/>
        </p:nvSpPr>
        <p:spPr>
          <a:xfrm>
            <a:off x="6210300" y="2971800"/>
            <a:ext cx="2514600" cy="9525"/>
          </a:xfrm>
          <a:prstGeom prst="rect">
            <a:avLst/>
          </a:prstGeom>
          <a:solidFill>
            <a:srgbClr val="CED7E6"/>
          </a:solidFill>
          <a:ln>
            <a:noFill/>
          </a:ln>
        </p:spPr>
      </p:sp>
      <p:grpSp>
        <p:nvGrpSpPr>
          <p:cNvPr id="80" name="node11"/>
          <p:cNvGrpSpPr/>
          <p:nvPr/>
        </p:nvGrpSpPr>
        <p:grpSpPr>
          <a:xfrm>
            <a:off x="6210300" y="3200400"/>
            <a:ext cx="2514600" cy="1257300"/>
            <a:chOff x="6210300" y="3200400"/>
            <a:chExt cx="2514600" cy="1257300"/>
          </a:xfrm>
        </p:grpSpPr>
        <p:sp>
          <p:nvSpPr>
            <p:cNvPr id="39" name="node11.source-001.bullet"/>
            <p:cNvSpPr/>
            <p:nvPr/>
          </p:nvSpPr>
          <p:spPr>
            <a:xfrm>
              <a:off x="6210300" y="3289300"/>
              <a:ext cx="38100" cy="38100"/>
            </a:xfrm>
            <a:prstGeom prst="rect">
              <a:avLst/>
            </a:prstGeom>
            <a:solidFill>
              <a:srgbClr val="070154"/>
            </a:solidFill>
            <a:ln>
              <a:noFill/>
            </a:ln>
          </p:spPr>
        </p:sp>
        <p:sp>
          <p:nvSpPr>
            <p:cNvPr id="40" name="node11.source-001.text"/>
            <p:cNvSpPr/>
            <p:nvPr/>
          </p:nvSpPr>
          <p:spPr>
            <a:xfrm>
              <a:off x="6362700" y="32004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Workarounds nobody wrote down</a:t>
              </a:r>
              <a:endParaRPr lang="en-US" sz="1200" spc="0" kern="0" b="0" i="0" dirty="0">
                <a:solidFill>
                  <a:srgbClr val="070154"/>
                </a:solidFill>
                <a:latin typeface="IBM Plex Sans"/>
                <a:ea typeface="IBM Plex Sans"/>
                <a:cs typeface="IBM Plex Sans"/>
              </a:endParaRPr>
            </a:p>
          </p:txBody>
        </p:sp>
        <p:sp>
          <p:nvSpPr>
            <p:cNvPr id="41" name="node11.source-002.bullet"/>
            <p:cNvSpPr/>
            <p:nvPr/>
          </p:nvSpPr>
          <p:spPr>
            <a:xfrm>
              <a:off x="6210300" y="3556000"/>
              <a:ext cx="38100" cy="38100"/>
            </a:xfrm>
            <a:prstGeom prst="rect">
              <a:avLst/>
            </a:prstGeom>
            <a:solidFill>
              <a:srgbClr val="070154"/>
            </a:solidFill>
            <a:ln>
              <a:noFill/>
            </a:ln>
          </p:spPr>
        </p:sp>
        <p:sp>
          <p:nvSpPr>
            <p:cNvPr id="42" name="node11.source-002.text"/>
            <p:cNvSpPr/>
            <p:nvPr/>
          </p:nvSpPr>
          <p:spPr>
            <a:xfrm>
              <a:off x="6362700" y="34671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Handoffs with no owner</a:t>
              </a:r>
              <a:endParaRPr lang="en-US" sz="1200" spc="0" kern="0" b="0" i="0" dirty="0">
                <a:solidFill>
                  <a:srgbClr val="070154"/>
                </a:solidFill>
                <a:latin typeface="IBM Plex Sans"/>
                <a:ea typeface="IBM Plex Sans"/>
                <a:cs typeface="IBM Plex Sans"/>
              </a:endParaRPr>
            </a:p>
          </p:txBody>
        </p:sp>
        <p:sp>
          <p:nvSpPr>
            <p:cNvPr id="43" name="node11.source-003.bullet"/>
            <p:cNvSpPr/>
            <p:nvPr/>
          </p:nvSpPr>
          <p:spPr>
            <a:xfrm>
              <a:off x="6210300" y="3822700"/>
              <a:ext cx="38100" cy="38100"/>
            </a:xfrm>
            <a:prstGeom prst="rect">
              <a:avLst/>
            </a:prstGeom>
            <a:solidFill>
              <a:srgbClr val="070154"/>
            </a:solidFill>
            <a:ln>
              <a:noFill/>
            </a:ln>
          </p:spPr>
        </p:sp>
        <p:sp>
          <p:nvSpPr>
            <p:cNvPr id="44" name="node11.source-003.text"/>
            <p:cNvSpPr/>
            <p:nvPr/>
          </p:nvSpPr>
          <p:spPr>
            <a:xfrm>
              <a:off x="6362700" y="3733800"/>
              <a:ext cx="23622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Quick win: one fix, one owner, 30 days</a:t>
              </a:r>
              <a:endParaRPr lang="en-US" sz="1200" spc="0" kern="0" b="0" i="0" dirty="0">
                <a:solidFill>
                  <a:srgbClr val="070154"/>
                </a:solidFill>
                <a:latin typeface="IBM Plex Sans"/>
                <a:ea typeface="IBM Plex Sans"/>
                <a:cs typeface="IBM Plex Sans"/>
              </a:endParaRPr>
            </a:p>
          </p:txBody>
        </p:sp>
        <p:sp>
          <p:nvSpPr>
            <p:cNvPr id="45" name="node11.source-004.bullet"/>
            <p:cNvSpPr/>
            <p:nvPr/>
          </p:nvSpPr>
          <p:spPr>
            <a:xfrm>
              <a:off x="6210300" y="4318000"/>
              <a:ext cx="38100" cy="38100"/>
            </a:xfrm>
            <a:prstGeom prst="rect">
              <a:avLst/>
            </a:prstGeom>
            <a:solidFill>
              <a:srgbClr val="070154"/>
            </a:solidFill>
            <a:ln>
              <a:noFill/>
            </a:ln>
          </p:spPr>
        </p:sp>
        <p:sp>
          <p:nvSpPr>
            <p:cNvPr id="46" name="node11.source-004.text"/>
            <p:cNvSpPr/>
            <p:nvPr/>
          </p:nvSpPr>
          <p:spPr>
            <a:xfrm>
              <a:off x="6362700" y="42291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Disagreement between areas</a:t>
              </a:r>
              <a:endParaRPr lang="en-US" sz="1200" spc="0" kern="0" b="0" i="0" dirty="0">
                <a:solidFill>
                  <a:srgbClr val="070154"/>
                </a:solidFill>
                <a:latin typeface="IBM Plex Sans"/>
                <a:ea typeface="IBM Plex Sans"/>
                <a:cs typeface="IBM Plex Sans"/>
              </a:endParaRPr>
            </a:p>
          </p:txBody>
        </p:sp>
      </p:grpSp>
      <p:grpSp>
        <p:nvGrpSpPr>
          <p:cNvPr id="81" name="node12"/>
          <p:cNvGrpSpPr/>
          <p:nvPr/>
        </p:nvGrpSpPr>
        <p:grpSpPr>
          <a:xfrm>
            <a:off x="8953500" y="2743200"/>
            <a:ext cx="2514600" cy="228600"/>
            <a:chOff x="8953500" y="2743200"/>
            <a:chExt cx="2514600" cy="228600"/>
          </a:xfrm>
        </p:grpSpPr>
        <p:sp>
          <p:nvSpPr>
            <p:cNvPr id="47" name="node12.label"/>
            <p:cNvSpPr/>
            <p:nvPr/>
          </p:nvSpPr>
          <p:spPr>
            <a:xfrm>
              <a:off x="8953500" y="2743200"/>
              <a:ext cx="776610"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WATCH-OUTS</a:t>
              </a:r>
              <a:endParaRPr lang="en-US" sz="900" spc="54" kern="0" b="0" i="0" dirty="0">
                <a:solidFill>
                  <a:srgbClr val="50658E"/>
                </a:solidFill>
                <a:latin typeface="IBM Plex Mono Medium"/>
                <a:ea typeface="IBM Plex Mono Medium"/>
                <a:cs typeface="IBM Plex Mono Medium"/>
              </a:endParaRPr>
            </a:p>
          </p:txBody>
        </p:sp>
        <p:sp>
          <p:nvSpPr>
            <p:cNvPr id="48" name="node12.rule"/>
            <p:cNvSpPr/>
            <p:nvPr/>
          </p:nvSpPr>
          <p:spPr>
            <a:xfrm>
              <a:off x="9857110" y="2852738"/>
              <a:ext cx="1610990" cy="9525"/>
            </a:xfrm>
            <a:prstGeom prst="rect">
              <a:avLst/>
            </a:prstGeom>
            <a:solidFill>
              <a:srgbClr val="CED7E6"/>
            </a:solidFill>
            <a:ln>
              <a:noFill/>
            </a:ln>
          </p:spPr>
        </p:sp>
      </p:grpSp>
      <p:sp>
        <p:nvSpPr>
          <p:cNvPr id="49" name="node13"/>
          <p:cNvSpPr/>
          <p:nvPr/>
        </p:nvSpPr>
        <p:spPr>
          <a:xfrm>
            <a:off x="8953500" y="2971800"/>
            <a:ext cx="2514600" cy="9525"/>
          </a:xfrm>
          <a:prstGeom prst="rect">
            <a:avLst/>
          </a:prstGeom>
          <a:solidFill>
            <a:srgbClr val="CED7E6"/>
          </a:solidFill>
          <a:ln>
            <a:noFill/>
          </a:ln>
        </p:spPr>
      </p:sp>
      <p:grpSp>
        <p:nvGrpSpPr>
          <p:cNvPr id="82" name="node14"/>
          <p:cNvGrpSpPr/>
          <p:nvPr/>
        </p:nvGrpSpPr>
        <p:grpSpPr>
          <a:xfrm>
            <a:off x="8953500" y="3200400"/>
            <a:ext cx="2514600" cy="1028700"/>
            <a:chOff x="8953500" y="3200400"/>
            <a:chExt cx="2514600" cy="1028700"/>
          </a:xfrm>
        </p:grpSpPr>
        <p:sp>
          <p:nvSpPr>
            <p:cNvPr id="50" name="node14.source-001.bullet"/>
            <p:cNvSpPr/>
            <p:nvPr/>
          </p:nvSpPr>
          <p:spPr>
            <a:xfrm>
              <a:off x="8953500" y="3289300"/>
              <a:ext cx="38100" cy="38100"/>
            </a:xfrm>
            <a:prstGeom prst="rect">
              <a:avLst/>
            </a:prstGeom>
            <a:solidFill>
              <a:srgbClr val="070154"/>
            </a:solidFill>
            <a:ln>
              <a:noFill/>
            </a:ln>
          </p:spPr>
        </p:sp>
        <p:sp>
          <p:nvSpPr>
            <p:cNvPr id="51" name="node14.source-001.text"/>
            <p:cNvSpPr/>
            <p:nvPr/>
          </p:nvSpPr>
          <p:spPr>
            <a:xfrm>
              <a:off x="9105900" y="32004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One voice filling the time</a:t>
              </a:r>
              <a:endParaRPr lang="en-US" sz="1200" spc="0" kern="0" b="0" i="0" dirty="0">
                <a:solidFill>
                  <a:srgbClr val="070154"/>
                </a:solidFill>
                <a:latin typeface="IBM Plex Sans"/>
                <a:ea typeface="IBM Plex Sans"/>
                <a:cs typeface="IBM Plex Sans"/>
              </a:endParaRPr>
            </a:p>
          </p:txBody>
        </p:sp>
        <p:sp>
          <p:nvSpPr>
            <p:cNvPr id="52" name="node14.source-002.bullet"/>
            <p:cNvSpPr/>
            <p:nvPr/>
          </p:nvSpPr>
          <p:spPr>
            <a:xfrm>
              <a:off x="8953500" y="3556000"/>
              <a:ext cx="38100" cy="38100"/>
            </a:xfrm>
            <a:prstGeom prst="rect">
              <a:avLst/>
            </a:prstGeom>
            <a:solidFill>
              <a:srgbClr val="070154"/>
            </a:solidFill>
            <a:ln>
              <a:noFill/>
            </a:ln>
          </p:spPr>
        </p:sp>
        <p:sp>
          <p:nvSpPr>
            <p:cNvPr id="53" name="node14.source-002.text"/>
            <p:cNvSpPr/>
            <p:nvPr/>
          </p:nvSpPr>
          <p:spPr>
            <a:xfrm>
              <a:off x="9105900" y="34671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Solutions before the pain is clear</a:t>
              </a:r>
              <a:endParaRPr lang="en-US" sz="1200" spc="0" kern="0" b="0" i="0" dirty="0">
                <a:solidFill>
                  <a:srgbClr val="070154"/>
                </a:solidFill>
                <a:latin typeface="IBM Plex Sans"/>
                <a:ea typeface="IBM Plex Sans"/>
                <a:cs typeface="IBM Plex Sans"/>
              </a:endParaRPr>
            </a:p>
          </p:txBody>
        </p:sp>
        <p:sp>
          <p:nvSpPr>
            <p:cNvPr id="54" name="node14.source-003.bullet"/>
            <p:cNvSpPr/>
            <p:nvPr/>
          </p:nvSpPr>
          <p:spPr>
            <a:xfrm>
              <a:off x="8953500" y="3822700"/>
              <a:ext cx="38100" cy="38100"/>
            </a:xfrm>
            <a:prstGeom prst="rect">
              <a:avLst/>
            </a:prstGeom>
            <a:solidFill>
              <a:srgbClr val="070154"/>
            </a:solidFill>
            <a:ln>
              <a:noFill/>
            </a:ln>
          </p:spPr>
        </p:sp>
        <p:sp>
          <p:nvSpPr>
            <p:cNvPr id="55" name="node14.source-003.text"/>
            <p:cNvSpPr/>
            <p:nvPr/>
          </p:nvSpPr>
          <p:spPr>
            <a:xfrm>
              <a:off x="9105900" y="37338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Drift into another area</a:t>
              </a:r>
              <a:endParaRPr lang="en-US" sz="1200" spc="0" kern="0" b="0" i="0" dirty="0">
                <a:solidFill>
                  <a:srgbClr val="070154"/>
                </a:solidFill>
                <a:latin typeface="IBM Plex Sans"/>
                <a:ea typeface="IBM Plex Sans"/>
                <a:cs typeface="IBM Plex Sans"/>
              </a:endParaRPr>
            </a:p>
          </p:txBody>
        </p:sp>
        <p:sp>
          <p:nvSpPr>
            <p:cNvPr id="56" name="node14.source-004.bullet"/>
            <p:cNvSpPr/>
            <p:nvPr/>
          </p:nvSpPr>
          <p:spPr>
            <a:xfrm>
              <a:off x="8953500" y="4089400"/>
              <a:ext cx="38100" cy="38100"/>
            </a:xfrm>
            <a:prstGeom prst="rect">
              <a:avLst/>
            </a:prstGeom>
            <a:solidFill>
              <a:srgbClr val="070154"/>
            </a:solidFill>
            <a:ln>
              <a:noFill/>
            </a:ln>
          </p:spPr>
        </p:sp>
        <p:sp>
          <p:nvSpPr>
            <p:cNvPr id="57" name="node14.source-004.text"/>
            <p:cNvSpPr/>
            <p:nvPr/>
          </p:nvSpPr>
          <p:spPr>
            <a:xfrm>
              <a:off x="9105900" y="40005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Quiet tables never heard</a:t>
              </a:r>
              <a:endParaRPr lang="en-US" sz="1200" spc="0" kern="0" b="0" i="0" dirty="0">
                <a:solidFill>
                  <a:srgbClr val="070154"/>
                </a:solidFill>
                <a:latin typeface="IBM Plex Sans"/>
                <a:ea typeface="IBM Plex Sans"/>
                <a:cs typeface="IBM Plex Sans"/>
              </a:endParaRPr>
            </a:p>
          </p:txBody>
        </p:sp>
      </p:grpSp>
      <p:grpSp>
        <p:nvGrpSpPr>
          <p:cNvPr id="83" name="node15"/>
          <p:cNvGrpSpPr/>
          <p:nvPr/>
        </p:nvGrpSpPr>
        <p:grpSpPr>
          <a:xfrm>
            <a:off x="6210300" y="4572000"/>
            <a:ext cx="2514600" cy="228600"/>
            <a:chOff x="6210300" y="4572000"/>
            <a:chExt cx="2514600" cy="228600"/>
          </a:xfrm>
        </p:grpSpPr>
        <p:sp>
          <p:nvSpPr>
            <p:cNvPr id="58" name="node15.label"/>
            <p:cNvSpPr/>
            <p:nvPr/>
          </p:nvSpPr>
          <p:spPr>
            <a:xfrm>
              <a:off x="6210300" y="4572000"/>
              <a:ext cx="1152215"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SCRIBE CAPTURES</a:t>
              </a:r>
              <a:endParaRPr lang="en-US" sz="900" spc="54" kern="0" b="0" i="0" dirty="0">
                <a:solidFill>
                  <a:srgbClr val="50658E"/>
                </a:solidFill>
                <a:latin typeface="IBM Plex Mono Medium"/>
                <a:ea typeface="IBM Plex Mono Medium"/>
                <a:cs typeface="IBM Plex Mono Medium"/>
              </a:endParaRPr>
            </a:p>
          </p:txBody>
        </p:sp>
        <p:sp>
          <p:nvSpPr>
            <p:cNvPr id="59" name="node15.rule"/>
            <p:cNvSpPr/>
            <p:nvPr/>
          </p:nvSpPr>
          <p:spPr>
            <a:xfrm>
              <a:off x="7489515" y="4681538"/>
              <a:ext cx="1235385" cy="9525"/>
            </a:xfrm>
            <a:prstGeom prst="rect">
              <a:avLst/>
            </a:prstGeom>
            <a:solidFill>
              <a:srgbClr val="CED7E6"/>
            </a:solidFill>
            <a:ln>
              <a:noFill/>
            </a:ln>
          </p:spPr>
        </p:sp>
      </p:grpSp>
      <p:sp>
        <p:nvSpPr>
          <p:cNvPr id="60" name="node16"/>
          <p:cNvSpPr/>
          <p:nvPr/>
        </p:nvSpPr>
        <p:spPr>
          <a:xfrm>
            <a:off x="6210300" y="4800600"/>
            <a:ext cx="2514600" cy="9525"/>
          </a:xfrm>
          <a:prstGeom prst="rect">
            <a:avLst/>
          </a:prstGeom>
          <a:solidFill>
            <a:srgbClr val="CED7E6"/>
          </a:solidFill>
          <a:ln>
            <a:noFill/>
          </a:ln>
        </p:spPr>
      </p:sp>
      <p:grpSp>
        <p:nvGrpSpPr>
          <p:cNvPr id="84" name="node17"/>
          <p:cNvGrpSpPr/>
          <p:nvPr/>
        </p:nvGrpSpPr>
        <p:grpSpPr>
          <a:xfrm>
            <a:off x="6210300" y="5029200"/>
            <a:ext cx="2514600" cy="723900"/>
            <a:chOff x="6210300" y="5029200"/>
            <a:chExt cx="2514600" cy="723900"/>
          </a:xfrm>
        </p:grpSpPr>
        <p:sp>
          <p:nvSpPr>
            <p:cNvPr id="61" name="node17.source-001.bullet"/>
            <p:cNvSpPr/>
            <p:nvPr/>
          </p:nvSpPr>
          <p:spPr>
            <a:xfrm>
              <a:off x="6210300" y="5118100"/>
              <a:ext cx="38100" cy="38100"/>
            </a:xfrm>
            <a:prstGeom prst="rect">
              <a:avLst/>
            </a:prstGeom>
            <a:solidFill>
              <a:srgbClr val="070154"/>
            </a:solidFill>
            <a:ln>
              <a:noFill/>
            </a:ln>
          </p:spPr>
        </p:sp>
        <p:sp>
          <p:nvSpPr>
            <p:cNvPr id="62" name="node17.source-001.text"/>
            <p:cNvSpPr/>
            <p:nvPr/>
          </p:nvSpPr>
          <p:spPr>
            <a:xfrm>
              <a:off x="6362700" y="5029200"/>
              <a:ext cx="23622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Decisions, owners, open questions</a:t>
              </a:r>
              <a:endParaRPr lang="en-US" sz="1200" spc="0" kern="0" b="0" i="0" dirty="0">
                <a:solidFill>
                  <a:srgbClr val="070154"/>
                </a:solidFill>
                <a:latin typeface="IBM Plex Sans"/>
                <a:ea typeface="IBM Plex Sans"/>
                <a:cs typeface="IBM Plex Sans"/>
              </a:endParaRPr>
            </a:p>
          </p:txBody>
        </p:sp>
        <p:sp>
          <p:nvSpPr>
            <p:cNvPr id="63" name="node17.source-002.bullet"/>
            <p:cNvSpPr/>
            <p:nvPr/>
          </p:nvSpPr>
          <p:spPr>
            <a:xfrm>
              <a:off x="6210300" y="5613400"/>
              <a:ext cx="38100" cy="38100"/>
            </a:xfrm>
            <a:prstGeom prst="rect">
              <a:avLst/>
            </a:prstGeom>
            <a:solidFill>
              <a:srgbClr val="070154"/>
            </a:solidFill>
            <a:ln>
              <a:noFill/>
            </a:ln>
          </p:spPr>
        </p:sp>
        <p:sp>
          <p:nvSpPr>
            <p:cNvPr id="64" name="node17.source-002.text"/>
            <p:cNvSpPr/>
            <p:nvPr/>
          </p:nvSpPr>
          <p:spPr>
            <a:xfrm>
              <a:off x="6362700" y="55245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Pain points in their own words</a:t>
              </a:r>
              <a:endParaRPr lang="en-US" sz="1200" spc="0" kern="0" b="0" i="0" dirty="0">
                <a:solidFill>
                  <a:srgbClr val="070154"/>
                </a:solidFill>
                <a:latin typeface="IBM Plex Sans"/>
                <a:ea typeface="IBM Plex Sans"/>
                <a:cs typeface="IBM Plex Sans"/>
              </a:endParaRPr>
            </a:p>
          </p:txBody>
        </p:sp>
      </p:grpSp>
      <p:grpSp>
        <p:nvGrpSpPr>
          <p:cNvPr id="85" name="node18"/>
          <p:cNvGrpSpPr/>
          <p:nvPr/>
        </p:nvGrpSpPr>
        <p:grpSpPr>
          <a:xfrm>
            <a:off x="8953500" y="4572000"/>
            <a:ext cx="2514600" cy="228600"/>
            <a:chOff x="8953500" y="4572000"/>
            <a:chExt cx="2514600" cy="228600"/>
          </a:xfrm>
        </p:grpSpPr>
        <p:sp>
          <p:nvSpPr>
            <p:cNvPr id="65" name="node18.label"/>
            <p:cNvSpPr/>
            <p:nvPr/>
          </p:nvSpPr>
          <p:spPr>
            <a:xfrm>
              <a:off x="8953500" y="4572000"/>
              <a:ext cx="1152215"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OUTPUT AT 10:45</a:t>
              </a:r>
              <a:endParaRPr lang="en-US" sz="900" spc="54" kern="0" b="0" i="0" dirty="0">
                <a:solidFill>
                  <a:srgbClr val="50658E"/>
                </a:solidFill>
                <a:latin typeface="IBM Plex Mono Medium"/>
                <a:ea typeface="IBM Plex Mono Medium"/>
                <a:cs typeface="IBM Plex Mono Medium"/>
              </a:endParaRPr>
            </a:p>
          </p:txBody>
        </p:sp>
        <p:sp>
          <p:nvSpPr>
            <p:cNvPr id="66" name="node18.rule"/>
            <p:cNvSpPr/>
            <p:nvPr/>
          </p:nvSpPr>
          <p:spPr>
            <a:xfrm>
              <a:off x="10232715" y="4681538"/>
              <a:ext cx="1235385" cy="9525"/>
            </a:xfrm>
            <a:prstGeom prst="rect">
              <a:avLst/>
            </a:prstGeom>
            <a:solidFill>
              <a:srgbClr val="CED7E6"/>
            </a:solidFill>
            <a:ln>
              <a:noFill/>
            </a:ln>
          </p:spPr>
        </p:sp>
      </p:grpSp>
      <p:sp>
        <p:nvSpPr>
          <p:cNvPr id="67" name="node19"/>
          <p:cNvSpPr/>
          <p:nvPr/>
        </p:nvSpPr>
        <p:spPr>
          <a:xfrm>
            <a:off x="8953500" y="4800600"/>
            <a:ext cx="2514600" cy="9525"/>
          </a:xfrm>
          <a:prstGeom prst="rect">
            <a:avLst/>
          </a:prstGeom>
          <a:solidFill>
            <a:srgbClr val="CED7E6"/>
          </a:solidFill>
          <a:ln>
            <a:noFill/>
          </a:ln>
        </p:spPr>
      </p:sp>
      <p:grpSp>
        <p:nvGrpSpPr>
          <p:cNvPr id="86" name="node20"/>
          <p:cNvGrpSpPr/>
          <p:nvPr/>
        </p:nvGrpSpPr>
        <p:grpSpPr>
          <a:xfrm>
            <a:off x="8953500" y="5029200"/>
            <a:ext cx="2514600" cy="495300"/>
            <a:chOff x="8953500" y="5029200"/>
            <a:chExt cx="2514600" cy="495300"/>
          </a:xfrm>
        </p:grpSpPr>
        <p:sp>
          <p:nvSpPr>
            <p:cNvPr id="68" name="node20.source-001.bullet"/>
            <p:cNvSpPr/>
            <p:nvPr/>
          </p:nvSpPr>
          <p:spPr>
            <a:xfrm>
              <a:off x="8953500" y="5118100"/>
              <a:ext cx="38100" cy="38100"/>
            </a:xfrm>
            <a:prstGeom prst="rect">
              <a:avLst/>
            </a:prstGeom>
            <a:solidFill>
              <a:srgbClr val="070154"/>
            </a:solidFill>
            <a:ln>
              <a:noFill/>
            </a:ln>
          </p:spPr>
        </p:sp>
        <p:sp>
          <p:nvSpPr>
            <p:cNvPr id="69" name="node20.source-001.text"/>
            <p:cNvSpPr/>
            <p:nvPr/>
          </p:nvSpPr>
          <p:spPr>
            <a:xfrm>
              <a:off x="9105900" y="50292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One canvas for each area</a:t>
              </a:r>
              <a:endParaRPr lang="en-US" sz="1200" spc="0" kern="0" b="0" i="0" dirty="0">
                <a:solidFill>
                  <a:srgbClr val="070154"/>
                </a:solidFill>
                <a:latin typeface="IBM Plex Sans"/>
                <a:ea typeface="IBM Plex Sans"/>
                <a:cs typeface="IBM Plex Sans"/>
              </a:endParaRPr>
            </a:p>
          </p:txBody>
        </p:sp>
        <p:sp>
          <p:nvSpPr>
            <p:cNvPr id="70" name="node20.source-002.bullet"/>
            <p:cNvSpPr/>
            <p:nvPr/>
          </p:nvSpPr>
          <p:spPr>
            <a:xfrm>
              <a:off x="8953500" y="5384800"/>
              <a:ext cx="38100" cy="38100"/>
            </a:xfrm>
            <a:prstGeom prst="rect">
              <a:avLst/>
            </a:prstGeom>
            <a:solidFill>
              <a:srgbClr val="070154"/>
            </a:solidFill>
            <a:ln>
              <a:noFill/>
            </a:ln>
          </p:spPr>
        </p:sp>
        <p:sp>
          <p:nvSpPr>
            <p:cNvPr id="71" name="node20.source-002.text"/>
            <p:cNvSpPr/>
            <p:nvPr/>
          </p:nvSpPr>
          <p:spPr>
            <a:xfrm>
              <a:off x="9105900" y="52959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A ranked list of gaps</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name="source-626">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PATIENT ACCESS WORKSHOPS</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Each day narrows the work: open up, shape, commit</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200</a:t>
            </a:fld>
            <a:endParaRPr lang="en-US" sz="700" spc="0" kern="0" b="0" i="0" dirty="0">
              <a:solidFill>
                <a:srgbClr val="070154"/>
              </a:solidFill>
              <a:latin typeface="IBM Plex Mono SemiBold"/>
              <a:ea typeface="IBM Plex Mono SemiBold"/>
              <a:cs typeface="IBM Plex Mono SemiBold"/>
            </a:endParaRPr>
          </a:p>
        </p:txBody>
      </p:sp>
      <p:grpSp>
        <p:nvGrpSpPr>
          <p:cNvPr id="52" name="node01"/>
          <p:cNvGrpSpPr/>
          <p:nvPr/>
        </p:nvGrpSpPr>
        <p:grpSpPr>
          <a:xfrm>
            <a:off x="723900" y="1600200"/>
            <a:ext cx="10744200" cy="228600"/>
            <a:chOff x="723900" y="1600200"/>
            <a:chExt cx="10744200" cy="228600"/>
          </a:xfrm>
        </p:grpSpPr>
        <p:sp>
          <p:nvSpPr>
            <p:cNvPr id="6" name="node01.label"/>
            <p:cNvSpPr/>
            <p:nvPr/>
          </p:nvSpPr>
          <p:spPr>
            <a:xfrm>
              <a:off x="723900" y="1600200"/>
              <a:ext cx="926852"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OVERALL GOAL</a:t>
              </a:r>
              <a:endParaRPr lang="en-US" sz="900" spc="54" kern="0" b="0" i="0" dirty="0">
                <a:solidFill>
                  <a:srgbClr val="50658E"/>
                </a:solidFill>
                <a:latin typeface="IBM Plex Mono Medium"/>
                <a:ea typeface="IBM Plex Mono Medium"/>
                <a:cs typeface="IBM Plex Mono Medium"/>
              </a:endParaRPr>
            </a:p>
          </p:txBody>
        </p:sp>
        <p:sp>
          <p:nvSpPr>
            <p:cNvPr id="7" name="node01.rule"/>
            <p:cNvSpPr/>
            <p:nvPr/>
          </p:nvSpPr>
          <p:spPr>
            <a:xfrm>
              <a:off x="1777752" y="1709738"/>
              <a:ext cx="9690348" cy="9525"/>
            </a:xfrm>
            <a:prstGeom prst="rect">
              <a:avLst/>
            </a:prstGeom>
            <a:solidFill>
              <a:srgbClr val="CED7E6"/>
            </a:solidFill>
            <a:ln>
              <a:noFill/>
            </a:ln>
          </p:spPr>
        </p:sp>
      </p:grpSp>
      <p:sp>
        <p:nvSpPr>
          <p:cNvPr id="8" name="node02"/>
          <p:cNvSpPr/>
          <p:nvPr/>
        </p:nvSpPr>
        <p:spPr>
          <a:xfrm>
            <a:off x="723900" y="1828800"/>
            <a:ext cx="10744200" cy="9525"/>
          </a:xfrm>
          <a:prstGeom prst="rect">
            <a:avLst/>
          </a:prstGeom>
          <a:solidFill>
            <a:srgbClr val="CED7E6"/>
          </a:solidFill>
          <a:ln>
            <a:noFill/>
          </a:ln>
        </p:spPr>
      </p:sp>
      <p:grpSp>
        <p:nvGrpSpPr>
          <p:cNvPr id="53" name="node03"/>
          <p:cNvGrpSpPr/>
          <p:nvPr/>
        </p:nvGrpSpPr>
        <p:grpSpPr>
          <a:xfrm>
            <a:off x="723900" y="1905000"/>
            <a:ext cx="10744200" cy="266700"/>
            <a:chOff x="723900" y="1905000"/>
            <a:chExt cx="10744200" cy="266700"/>
          </a:xfrm>
        </p:grpSpPr>
        <p:sp>
          <p:nvSpPr>
            <p:cNvPr id="9" name="node03.text"/>
            <p:cNvSpPr/>
            <p:nvPr/>
          </p:nvSpPr>
          <p:spPr>
            <a:xfrm>
              <a:off x="723900" y="1905000"/>
              <a:ext cx="107442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Agree, test and commit to one future-state design for how patients schedule, register, get estimates and avoid denials.</a:t>
              </a:r>
              <a:endParaRPr lang="en-US" sz="1400" spc="0" kern="0" b="0" i="0" dirty="0">
                <a:solidFill>
                  <a:srgbClr val="070154"/>
                </a:solidFill>
                <a:latin typeface="IBM Plex Sans"/>
                <a:ea typeface="IBM Plex Sans"/>
                <a:cs typeface="IBM Plex Sans"/>
              </a:endParaRPr>
            </a:p>
          </p:txBody>
        </p:sp>
      </p:grpSp>
      <p:grpSp>
        <p:nvGrpSpPr>
          <p:cNvPr id="54" name="node04"/>
          <p:cNvGrpSpPr/>
          <p:nvPr/>
        </p:nvGrpSpPr>
        <p:grpSpPr>
          <a:xfrm>
            <a:off x="723900" y="2400300"/>
            <a:ext cx="3200400" cy="800100"/>
            <a:chOff x="723900" y="2400300"/>
            <a:chExt cx="3200400" cy="800100"/>
          </a:xfrm>
        </p:grpSpPr>
        <p:sp>
          <p:nvSpPr>
            <p:cNvPr id="10" name="node04.steps.slot-001.marker"/>
            <p:cNvSpPr/>
            <p:nvPr/>
          </p:nvSpPr>
          <p:spPr>
            <a:xfrm>
              <a:off x="723900" y="2400300"/>
              <a:ext cx="152400" cy="152400"/>
            </a:xfrm>
            <a:prstGeom prst="rect">
              <a:avLst/>
            </a:prstGeom>
            <a:solidFill>
              <a:srgbClr val="FFFFFF"/>
            </a:solidFill>
            <a:ln w="12700">
              <a:solidFill>
                <a:srgbClr val="070154"/>
              </a:solidFill>
              <a:prstDash val="solid"/>
            </a:ln>
          </p:spPr>
        </p:sp>
        <p:sp>
          <p:nvSpPr>
            <p:cNvPr id="11" name="node04.steps.slot-001.part-0"/>
            <p:cNvSpPr/>
            <p:nvPr/>
          </p:nvSpPr>
          <p:spPr>
            <a:xfrm>
              <a:off x="723900" y="2743200"/>
              <a:ext cx="32004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DAY 1 · 9:00 TO 17:00</a:t>
              </a:r>
              <a:endParaRPr lang="en-US" sz="900" spc="54" kern="0" b="0" i="0" dirty="0">
                <a:solidFill>
                  <a:srgbClr val="0047FF"/>
                </a:solidFill>
                <a:latin typeface="IBM Plex Mono Medium"/>
                <a:ea typeface="IBM Plex Mono Medium"/>
                <a:cs typeface="IBM Plex Mono Medium"/>
              </a:endParaRPr>
            </a:p>
          </p:txBody>
        </p:sp>
        <p:sp>
          <p:nvSpPr>
            <p:cNvPr id="12" name="node04.steps.slot-001.part-1"/>
            <p:cNvSpPr/>
            <p:nvPr/>
          </p:nvSpPr>
          <p:spPr>
            <a:xfrm>
              <a:off x="723900" y="2933700"/>
              <a:ext cx="32004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Diverge: open up the problem</a:t>
              </a:r>
              <a:endParaRPr lang="en-US" sz="1400" spc="0" kern="0" b="0" i="0" dirty="0">
                <a:solidFill>
                  <a:srgbClr val="070154"/>
                </a:solidFill>
                <a:latin typeface="IBM Plex Sans SemiBold"/>
                <a:ea typeface="IBM Plex Sans SemiBold"/>
                <a:cs typeface="IBM Plex Sans SemiBold"/>
              </a:endParaRPr>
            </a:p>
          </p:txBody>
        </p:sp>
      </p:grpSp>
      <p:grpSp>
        <p:nvGrpSpPr>
          <p:cNvPr id="55" name="node05"/>
          <p:cNvGrpSpPr/>
          <p:nvPr/>
        </p:nvGrpSpPr>
        <p:grpSpPr>
          <a:xfrm>
            <a:off x="4381500" y="2400300"/>
            <a:ext cx="3200400" cy="800100"/>
            <a:chOff x="4381500" y="2400300"/>
            <a:chExt cx="3200400" cy="800100"/>
          </a:xfrm>
        </p:grpSpPr>
        <p:sp>
          <p:nvSpPr>
            <p:cNvPr id="13" name="node05.steps.slot-001.marker"/>
            <p:cNvSpPr/>
            <p:nvPr/>
          </p:nvSpPr>
          <p:spPr>
            <a:xfrm>
              <a:off x="4381500" y="2400300"/>
              <a:ext cx="152400" cy="152400"/>
            </a:xfrm>
            <a:prstGeom prst="rect">
              <a:avLst/>
            </a:prstGeom>
            <a:solidFill>
              <a:srgbClr val="FFFFFF"/>
            </a:solidFill>
            <a:ln w="12700">
              <a:solidFill>
                <a:srgbClr val="070154"/>
              </a:solidFill>
              <a:prstDash val="solid"/>
            </a:ln>
          </p:spPr>
        </p:sp>
        <p:sp>
          <p:nvSpPr>
            <p:cNvPr id="14" name="node05.steps.slot-001.part-0"/>
            <p:cNvSpPr/>
            <p:nvPr/>
          </p:nvSpPr>
          <p:spPr>
            <a:xfrm>
              <a:off x="4381500" y="2743200"/>
              <a:ext cx="32004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DAY 2 · 9:00 TO 17:00</a:t>
              </a:r>
              <a:endParaRPr lang="en-US" sz="900" spc="54" kern="0" b="0" i="0" dirty="0">
                <a:solidFill>
                  <a:srgbClr val="0047FF"/>
                </a:solidFill>
                <a:latin typeface="IBM Plex Mono Medium"/>
                <a:ea typeface="IBM Plex Mono Medium"/>
                <a:cs typeface="IBM Plex Mono Medium"/>
              </a:endParaRPr>
            </a:p>
          </p:txBody>
        </p:sp>
        <p:sp>
          <p:nvSpPr>
            <p:cNvPr id="15" name="node05.steps.slot-001.part-1"/>
            <p:cNvSpPr/>
            <p:nvPr/>
          </p:nvSpPr>
          <p:spPr>
            <a:xfrm>
              <a:off x="4381500" y="2933700"/>
              <a:ext cx="32004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Converge: shape one design</a:t>
              </a:r>
              <a:endParaRPr lang="en-US" sz="1400" spc="0" kern="0" b="0" i="0" dirty="0">
                <a:solidFill>
                  <a:srgbClr val="070154"/>
                </a:solidFill>
                <a:latin typeface="IBM Plex Sans SemiBold"/>
                <a:ea typeface="IBM Plex Sans SemiBold"/>
                <a:cs typeface="IBM Plex Sans SemiBold"/>
              </a:endParaRPr>
            </a:p>
          </p:txBody>
        </p:sp>
      </p:grpSp>
      <p:grpSp>
        <p:nvGrpSpPr>
          <p:cNvPr id="56" name="node06"/>
          <p:cNvGrpSpPr/>
          <p:nvPr/>
        </p:nvGrpSpPr>
        <p:grpSpPr>
          <a:xfrm>
            <a:off x="8039100" y="2400300"/>
            <a:ext cx="3200400" cy="800100"/>
            <a:chOff x="8039100" y="2400300"/>
            <a:chExt cx="3200400" cy="800100"/>
          </a:xfrm>
        </p:grpSpPr>
        <p:sp>
          <p:nvSpPr>
            <p:cNvPr id="16" name="node06.steps.slot-001.marker"/>
            <p:cNvSpPr/>
            <p:nvPr/>
          </p:nvSpPr>
          <p:spPr>
            <a:xfrm>
              <a:off x="8039100" y="2400300"/>
              <a:ext cx="152400" cy="152400"/>
            </a:xfrm>
            <a:prstGeom prst="rect">
              <a:avLst/>
            </a:prstGeom>
            <a:solidFill>
              <a:srgbClr val="FFFFFF"/>
            </a:solidFill>
            <a:ln w="12700">
              <a:solidFill>
                <a:srgbClr val="070154"/>
              </a:solidFill>
              <a:prstDash val="solid"/>
            </a:ln>
          </p:spPr>
        </p:sp>
        <p:sp>
          <p:nvSpPr>
            <p:cNvPr id="17" name="node06.steps.slot-001.part-0"/>
            <p:cNvSpPr/>
            <p:nvPr/>
          </p:nvSpPr>
          <p:spPr>
            <a:xfrm>
              <a:off x="8039100" y="2743200"/>
              <a:ext cx="32004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DAY 3 · 9:00 TO 15:00</a:t>
              </a:r>
              <a:endParaRPr lang="en-US" sz="900" spc="54" kern="0" b="0" i="0" dirty="0">
                <a:solidFill>
                  <a:srgbClr val="0047FF"/>
                </a:solidFill>
                <a:latin typeface="IBM Plex Mono Medium"/>
                <a:ea typeface="IBM Plex Mono Medium"/>
                <a:cs typeface="IBM Plex Mono Medium"/>
              </a:endParaRPr>
            </a:p>
          </p:txBody>
        </p:sp>
        <p:sp>
          <p:nvSpPr>
            <p:cNvPr id="18" name="node06.steps.slot-001.part-1"/>
            <p:cNvSpPr/>
            <p:nvPr/>
          </p:nvSpPr>
          <p:spPr>
            <a:xfrm>
              <a:off x="8039100" y="2933700"/>
              <a:ext cx="32004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Commit: decide and assign</a:t>
              </a:r>
              <a:endParaRPr lang="en-US" sz="1400" spc="0" kern="0" b="0" i="0" dirty="0">
                <a:solidFill>
                  <a:srgbClr val="070154"/>
                </a:solidFill>
                <a:latin typeface="IBM Plex Sans SemiBold"/>
                <a:ea typeface="IBM Plex Sans SemiBold"/>
                <a:cs typeface="IBM Plex Sans SemiBold"/>
              </a:endParaRPr>
            </a:p>
          </p:txBody>
        </p:sp>
      </p:grpSp>
      <p:grpSp>
        <p:nvGrpSpPr>
          <p:cNvPr id="57" name="node07"/>
          <p:cNvGrpSpPr/>
          <p:nvPr/>
        </p:nvGrpSpPr>
        <p:grpSpPr>
          <a:xfrm>
            <a:off x="723900" y="3352800"/>
            <a:ext cx="3429000" cy="1028700"/>
            <a:chOff x="723900" y="3352800"/>
            <a:chExt cx="3429000" cy="1028700"/>
          </a:xfrm>
        </p:grpSpPr>
        <p:sp>
          <p:nvSpPr>
            <p:cNvPr id="19" name="node07.source-001.bullet"/>
            <p:cNvSpPr/>
            <p:nvPr/>
          </p:nvSpPr>
          <p:spPr>
            <a:xfrm>
              <a:off x="723900" y="3441700"/>
              <a:ext cx="38100" cy="38100"/>
            </a:xfrm>
            <a:prstGeom prst="rect">
              <a:avLst/>
            </a:prstGeom>
            <a:solidFill>
              <a:srgbClr val="070154"/>
            </a:solidFill>
            <a:ln>
              <a:noFill/>
            </a:ln>
          </p:spPr>
        </p:sp>
        <p:sp>
          <p:nvSpPr>
            <p:cNvPr id="20" name="node07.source-001.text"/>
            <p:cNvSpPr/>
            <p:nvPr/>
          </p:nvSpPr>
          <p:spPr>
            <a:xfrm>
              <a:off x="876300" y="33528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9:00 Goals and ground rules</a:t>
              </a:r>
              <a:endParaRPr lang="en-US" sz="1200" spc="0" kern="0" b="0" i="0" dirty="0">
                <a:solidFill>
                  <a:srgbClr val="070154"/>
                </a:solidFill>
                <a:latin typeface="IBM Plex Sans"/>
                <a:ea typeface="IBM Plex Sans"/>
                <a:cs typeface="IBM Plex Sans"/>
              </a:endParaRPr>
            </a:p>
          </p:txBody>
        </p:sp>
        <p:sp>
          <p:nvSpPr>
            <p:cNvPr id="21" name="node07.source-002.bullet"/>
            <p:cNvSpPr/>
            <p:nvPr/>
          </p:nvSpPr>
          <p:spPr>
            <a:xfrm>
              <a:off x="723900" y="3708400"/>
              <a:ext cx="38100" cy="38100"/>
            </a:xfrm>
            <a:prstGeom prst="rect">
              <a:avLst/>
            </a:prstGeom>
            <a:solidFill>
              <a:srgbClr val="070154"/>
            </a:solidFill>
            <a:ln>
              <a:noFill/>
            </a:ln>
          </p:spPr>
        </p:sp>
        <p:sp>
          <p:nvSpPr>
            <p:cNvPr id="22" name="node07.source-002.text"/>
            <p:cNvSpPr/>
            <p:nvPr/>
          </p:nvSpPr>
          <p:spPr>
            <a:xfrm>
              <a:off x="876300" y="36195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10:00 Journey mapping from every angle</a:t>
              </a:r>
              <a:endParaRPr lang="en-US" sz="1200" spc="0" kern="0" b="0" i="0" dirty="0">
                <a:solidFill>
                  <a:srgbClr val="070154"/>
                </a:solidFill>
                <a:latin typeface="IBM Plex Sans"/>
                <a:ea typeface="IBM Plex Sans"/>
                <a:cs typeface="IBM Plex Sans"/>
              </a:endParaRPr>
            </a:p>
          </p:txBody>
        </p:sp>
        <p:sp>
          <p:nvSpPr>
            <p:cNvPr id="23" name="node07.source-003.bullet"/>
            <p:cNvSpPr/>
            <p:nvPr/>
          </p:nvSpPr>
          <p:spPr>
            <a:xfrm>
              <a:off x="723900" y="3975100"/>
              <a:ext cx="38100" cy="38100"/>
            </a:xfrm>
            <a:prstGeom prst="rect">
              <a:avLst/>
            </a:prstGeom>
            <a:solidFill>
              <a:srgbClr val="070154"/>
            </a:solidFill>
            <a:ln>
              <a:noFill/>
            </a:ln>
          </p:spPr>
        </p:sp>
        <p:sp>
          <p:nvSpPr>
            <p:cNvPr id="24" name="node07.source-003.text"/>
            <p:cNvSpPr/>
            <p:nvPr/>
          </p:nvSpPr>
          <p:spPr>
            <a:xfrm>
              <a:off x="876300" y="38862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13:00 Data, pain points, root causes</a:t>
              </a:r>
              <a:endParaRPr lang="en-US" sz="1200" spc="0" kern="0" b="0" i="0" dirty="0">
                <a:solidFill>
                  <a:srgbClr val="070154"/>
                </a:solidFill>
                <a:latin typeface="IBM Plex Sans"/>
                <a:ea typeface="IBM Plex Sans"/>
                <a:cs typeface="IBM Plex Sans"/>
              </a:endParaRPr>
            </a:p>
          </p:txBody>
        </p:sp>
        <p:sp>
          <p:nvSpPr>
            <p:cNvPr id="25" name="node07.source-004.bullet"/>
            <p:cNvSpPr/>
            <p:nvPr/>
          </p:nvSpPr>
          <p:spPr>
            <a:xfrm>
              <a:off x="723900" y="4241800"/>
              <a:ext cx="38100" cy="38100"/>
            </a:xfrm>
            <a:prstGeom prst="rect">
              <a:avLst/>
            </a:prstGeom>
            <a:solidFill>
              <a:srgbClr val="070154"/>
            </a:solidFill>
            <a:ln>
              <a:noFill/>
            </a:ln>
          </p:spPr>
        </p:sp>
        <p:sp>
          <p:nvSpPr>
            <p:cNvPr id="26" name="node07.source-004.text"/>
            <p:cNvSpPr/>
            <p:nvPr/>
          </p:nvSpPr>
          <p:spPr>
            <a:xfrm>
              <a:off x="876300" y="41529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16:30 Playback, nothing ruled out</a:t>
              </a:r>
              <a:endParaRPr lang="en-US" sz="1200" spc="0" kern="0" b="0" i="0" dirty="0">
                <a:solidFill>
                  <a:srgbClr val="070154"/>
                </a:solidFill>
                <a:latin typeface="IBM Plex Sans"/>
                <a:ea typeface="IBM Plex Sans"/>
                <a:cs typeface="IBM Plex Sans"/>
              </a:endParaRPr>
            </a:p>
          </p:txBody>
        </p:sp>
      </p:grpSp>
      <p:grpSp>
        <p:nvGrpSpPr>
          <p:cNvPr id="58" name="node08"/>
          <p:cNvGrpSpPr/>
          <p:nvPr/>
        </p:nvGrpSpPr>
        <p:grpSpPr>
          <a:xfrm>
            <a:off x="723900" y="4800600"/>
            <a:ext cx="3429000" cy="1143000"/>
            <a:chOff x="723900" y="4800600"/>
            <a:chExt cx="3429000" cy="1143000"/>
          </a:xfrm>
        </p:grpSpPr>
        <p:sp>
          <p:nvSpPr>
            <p:cNvPr id="27" name="node08.container"/>
            <p:cNvSpPr/>
            <p:nvPr/>
          </p:nvSpPr>
          <p:spPr>
            <a:xfrm>
              <a:off x="723900" y="4800600"/>
              <a:ext cx="3429000" cy="1143000"/>
            </a:xfrm>
            <a:prstGeom prst="rect">
              <a:avLst/>
            </a:prstGeom>
            <a:solidFill>
              <a:srgbClr val="E8EEF8"/>
            </a:solidFill>
            <a:ln>
              <a:noFill/>
            </a:ln>
          </p:spPr>
        </p:sp>
        <p:sp>
          <p:nvSpPr>
            <p:cNvPr id="28" name="node08.label"/>
            <p:cNvSpPr/>
            <p:nvPr/>
          </p:nvSpPr>
          <p:spPr>
            <a:xfrm>
              <a:off x="952500" y="5029200"/>
              <a:ext cx="2971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OUTPUT BY END OF DAY</a:t>
              </a:r>
              <a:endParaRPr lang="en-US" sz="900" spc="54" kern="0" b="0" i="0" dirty="0">
                <a:solidFill>
                  <a:srgbClr val="0047FF"/>
                </a:solidFill>
                <a:latin typeface="IBM Plex Mono Medium"/>
                <a:ea typeface="IBM Plex Mono Medium"/>
                <a:cs typeface="IBM Plex Mono Medium"/>
              </a:endParaRPr>
            </a:p>
          </p:txBody>
        </p:sp>
        <p:sp>
          <p:nvSpPr>
            <p:cNvPr id="29" name="node08.title"/>
            <p:cNvSpPr/>
            <p:nvPr/>
          </p:nvSpPr>
          <p:spPr>
            <a:xfrm>
              <a:off x="952500" y="5219700"/>
              <a:ext cx="29718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Shared current state</a:t>
              </a:r>
              <a:endParaRPr lang="en-US" sz="1800" spc="-18" kern="0" b="0" i="0" dirty="0">
                <a:solidFill>
                  <a:srgbClr val="070154"/>
                </a:solidFill>
                <a:latin typeface="IBM Plex Sans SemiBold"/>
                <a:ea typeface="IBM Plex Sans SemiBold"/>
                <a:cs typeface="IBM Plex Sans SemiBold"/>
              </a:endParaRPr>
            </a:p>
          </p:txBody>
        </p:sp>
      </p:grpSp>
      <p:grpSp>
        <p:nvGrpSpPr>
          <p:cNvPr id="59" name="node09"/>
          <p:cNvGrpSpPr/>
          <p:nvPr/>
        </p:nvGrpSpPr>
        <p:grpSpPr>
          <a:xfrm>
            <a:off x="4381500" y="3352800"/>
            <a:ext cx="3429000" cy="1028700"/>
            <a:chOff x="4381500" y="3352800"/>
            <a:chExt cx="3429000" cy="1028700"/>
          </a:xfrm>
        </p:grpSpPr>
        <p:sp>
          <p:nvSpPr>
            <p:cNvPr id="30" name="node09.source-001.bullet"/>
            <p:cNvSpPr/>
            <p:nvPr/>
          </p:nvSpPr>
          <p:spPr>
            <a:xfrm>
              <a:off x="4381500" y="3441700"/>
              <a:ext cx="38100" cy="38100"/>
            </a:xfrm>
            <a:prstGeom prst="rect">
              <a:avLst/>
            </a:prstGeom>
            <a:solidFill>
              <a:srgbClr val="070154"/>
            </a:solidFill>
            <a:ln>
              <a:noFill/>
            </a:ln>
          </p:spPr>
        </p:sp>
        <p:sp>
          <p:nvSpPr>
            <p:cNvPr id="31" name="node09.source-001.text"/>
            <p:cNvSpPr/>
            <p:nvPr/>
          </p:nvSpPr>
          <p:spPr>
            <a:xfrm>
              <a:off x="4533900" y="33528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9:00 Design principles</a:t>
              </a:r>
              <a:endParaRPr lang="en-US" sz="1200" spc="0" kern="0" b="0" i="0" dirty="0">
                <a:solidFill>
                  <a:srgbClr val="070154"/>
                </a:solidFill>
                <a:latin typeface="IBM Plex Sans"/>
                <a:ea typeface="IBM Plex Sans"/>
                <a:cs typeface="IBM Plex Sans"/>
              </a:endParaRPr>
            </a:p>
          </p:txBody>
        </p:sp>
        <p:sp>
          <p:nvSpPr>
            <p:cNvPr id="32" name="node09.source-002.bullet"/>
            <p:cNvSpPr/>
            <p:nvPr/>
          </p:nvSpPr>
          <p:spPr>
            <a:xfrm>
              <a:off x="4381500" y="3708400"/>
              <a:ext cx="38100" cy="38100"/>
            </a:xfrm>
            <a:prstGeom prst="rect">
              <a:avLst/>
            </a:prstGeom>
            <a:solidFill>
              <a:srgbClr val="070154"/>
            </a:solidFill>
            <a:ln>
              <a:noFill/>
            </a:ln>
          </p:spPr>
        </p:sp>
        <p:sp>
          <p:nvSpPr>
            <p:cNvPr id="33" name="node09.source-002.text"/>
            <p:cNvSpPr/>
            <p:nvPr/>
          </p:nvSpPr>
          <p:spPr>
            <a:xfrm>
              <a:off x="4533900" y="36195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9:45 Four design tables</a:t>
              </a:r>
              <a:endParaRPr lang="en-US" sz="1200" spc="0" kern="0" b="0" i="0" dirty="0">
                <a:solidFill>
                  <a:srgbClr val="070154"/>
                </a:solidFill>
                <a:latin typeface="IBM Plex Sans"/>
                <a:ea typeface="IBM Plex Sans"/>
                <a:cs typeface="IBM Plex Sans"/>
              </a:endParaRPr>
            </a:p>
          </p:txBody>
        </p:sp>
        <p:sp>
          <p:nvSpPr>
            <p:cNvPr id="34" name="node09.source-003.bullet"/>
            <p:cNvSpPr/>
            <p:nvPr/>
          </p:nvSpPr>
          <p:spPr>
            <a:xfrm>
              <a:off x="4381500" y="3975100"/>
              <a:ext cx="38100" cy="38100"/>
            </a:xfrm>
            <a:prstGeom prst="rect">
              <a:avLst/>
            </a:prstGeom>
            <a:solidFill>
              <a:srgbClr val="070154"/>
            </a:solidFill>
            <a:ln>
              <a:noFill/>
            </a:ln>
          </p:spPr>
        </p:sp>
        <p:sp>
          <p:nvSpPr>
            <p:cNvPr id="35" name="node09.source-003.text"/>
            <p:cNvSpPr/>
            <p:nvPr/>
          </p:nvSpPr>
          <p:spPr>
            <a:xfrm>
              <a:off x="4533900" y="38862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13:00 Cross-area hand-offs</a:t>
              </a:r>
              <a:endParaRPr lang="en-US" sz="1200" spc="0" kern="0" b="0" i="0" dirty="0">
                <a:solidFill>
                  <a:srgbClr val="070154"/>
                </a:solidFill>
                <a:latin typeface="IBM Plex Sans"/>
                <a:ea typeface="IBM Plex Sans"/>
                <a:cs typeface="IBM Plex Sans"/>
              </a:endParaRPr>
            </a:p>
          </p:txBody>
        </p:sp>
        <p:sp>
          <p:nvSpPr>
            <p:cNvPr id="36" name="node09.source-004.bullet"/>
            <p:cNvSpPr/>
            <p:nvPr/>
          </p:nvSpPr>
          <p:spPr>
            <a:xfrm>
              <a:off x="4381500" y="4241800"/>
              <a:ext cx="38100" cy="38100"/>
            </a:xfrm>
            <a:prstGeom prst="rect">
              <a:avLst/>
            </a:prstGeom>
            <a:solidFill>
              <a:srgbClr val="070154"/>
            </a:solidFill>
            <a:ln>
              <a:noFill/>
            </a:ln>
          </p:spPr>
        </p:sp>
        <p:sp>
          <p:nvSpPr>
            <p:cNvPr id="37" name="node09.source-004.text"/>
            <p:cNvSpPr/>
            <p:nvPr/>
          </p:nvSpPr>
          <p:spPr>
            <a:xfrm>
              <a:off x="4533900" y="41529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15:00 Scenario tests, narrowing options</a:t>
              </a:r>
              <a:endParaRPr lang="en-US" sz="1200" spc="0" kern="0" b="0" i="0" dirty="0">
                <a:solidFill>
                  <a:srgbClr val="070154"/>
                </a:solidFill>
                <a:latin typeface="IBM Plex Sans"/>
                <a:ea typeface="IBM Plex Sans"/>
                <a:cs typeface="IBM Plex Sans"/>
              </a:endParaRPr>
            </a:p>
          </p:txBody>
        </p:sp>
      </p:grpSp>
      <p:grpSp>
        <p:nvGrpSpPr>
          <p:cNvPr id="60" name="node10"/>
          <p:cNvGrpSpPr/>
          <p:nvPr/>
        </p:nvGrpSpPr>
        <p:grpSpPr>
          <a:xfrm>
            <a:off x="4381500" y="4800600"/>
            <a:ext cx="3429000" cy="1143000"/>
            <a:chOff x="4381500" y="4800600"/>
            <a:chExt cx="3429000" cy="1143000"/>
          </a:xfrm>
        </p:grpSpPr>
        <p:sp>
          <p:nvSpPr>
            <p:cNvPr id="38" name="node10.container"/>
            <p:cNvSpPr/>
            <p:nvPr/>
          </p:nvSpPr>
          <p:spPr>
            <a:xfrm>
              <a:off x="4381500" y="4800600"/>
              <a:ext cx="3429000" cy="1143000"/>
            </a:xfrm>
            <a:prstGeom prst="rect">
              <a:avLst/>
            </a:prstGeom>
            <a:solidFill>
              <a:srgbClr val="E8EEF8"/>
            </a:solidFill>
            <a:ln>
              <a:noFill/>
            </a:ln>
          </p:spPr>
        </p:sp>
        <p:sp>
          <p:nvSpPr>
            <p:cNvPr id="39" name="node10.label"/>
            <p:cNvSpPr/>
            <p:nvPr/>
          </p:nvSpPr>
          <p:spPr>
            <a:xfrm>
              <a:off x="4610100" y="5029200"/>
              <a:ext cx="2971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OUTPUT BY END OF DAY</a:t>
              </a:r>
              <a:endParaRPr lang="en-US" sz="900" spc="54" kern="0" b="0" i="0" dirty="0">
                <a:solidFill>
                  <a:srgbClr val="0047FF"/>
                </a:solidFill>
                <a:latin typeface="IBM Plex Mono Medium"/>
                <a:ea typeface="IBM Plex Mono Medium"/>
                <a:cs typeface="IBM Plex Mono Medium"/>
              </a:endParaRPr>
            </a:p>
          </p:txBody>
        </p:sp>
        <p:sp>
          <p:nvSpPr>
            <p:cNvPr id="40" name="node10.title"/>
            <p:cNvSpPr/>
            <p:nvPr/>
          </p:nvSpPr>
          <p:spPr>
            <a:xfrm>
              <a:off x="4610100" y="5219700"/>
              <a:ext cx="29718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One design</a:t>
              </a:r>
              <a:endParaRPr lang="en-US" sz="1800" spc="-18" kern="0" b="0" i="0" dirty="0">
                <a:solidFill>
                  <a:srgbClr val="070154"/>
                </a:solidFill>
                <a:latin typeface="IBM Plex Sans SemiBold"/>
                <a:ea typeface="IBM Plex Sans SemiBold"/>
                <a:cs typeface="IBM Plex Sans SemiBold"/>
              </a:endParaRPr>
            </a:p>
          </p:txBody>
        </p:sp>
      </p:grpSp>
      <p:grpSp>
        <p:nvGrpSpPr>
          <p:cNvPr id="61" name="node11"/>
          <p:cNvGrpSpPr/>
          <p:nvPr/>
        </p:nvGrpSpPr>
        <p:grpSpPr>
          <a:xfrm>
            <a:off x="8039100" y="3352800"/>
            <a:ext cx="3429000" cy="1028700"/>
            <a:chOff x="8039100" y="3352800"/>
            <a:chExt cx="3429000" cy="1028700"/>
          </a:xfrm>
        </p:grpSpPr>
        <p:sp>
          <p:nvSpPr>
            <p:cNvPr id="41" name="node11.source-001.bullet"/>
            <p:cNvSpPr/>
            <p:nvPr/>
          </p:nvSpPr>
          <p:spPr>
            <a:xfrm>
              <a:off x="8039100" y="3441700"/>
              <a:ext cx="38100" cy="38100"/>
            </a:xfrm>
            <a:prstGeom prst="rect">
              <a:avLst/>
            </a:prstGeom>
            <a:solidFill>
              <a:srgbClr val="070154"/>
            </a:solidFill>
            <a:ln>
              <a:noFill/>
            </a:ln>
          </p:spPr>
        </p:sp>
        <p:sp>
          <p:nvSpPr>
            <p:cNvPr id="42" name="node11.source-001.text"/>
            <p:cNvSpPr/>
            <p:nvPr/>
          </p:nvSpPr>
          <p:spPr>
            <a:xfrm>
              <a:off x="8191500" y="33528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9:00 Resolve the last gaps</a:t>
              </a:r>
              <a:endParaRPr lang="en-US" sz="1200" spc="0" kern="0" b="0" i="0" dirty="0">
                <a:solidFill>
                  <a:srgbClr val="070154"/>
                </a:solidFill>
                <a:latin typeface="IBM Plex Sans"/>
                <a:ea typeface="IBM Plex Sans"/>
                <a:cs typeface="IBM Plex Sans"/>
              </a:endParaRPr>
            </a:p>
          </p:txBody>
        </p:sp>
        <p:sp>
          <p:nvSpPr>
            <p:cNvPr id="43" name="node11.source-002.bullet"/>
            <p:cNvSpPr/>
            <p:nvPr/>
          </p:nvSpPr>
          <p:spPr>
            <a:xfrm>
              <a:off x="8039100" y="3708400"/>
              <a:ext cx="38100" cy="38100"/>
            </a:xfrm>
            <a:prstGeom prst="rect">
              <a:avLst/>
            </a:prstGeom>
            <a:solidFill>
              <a:srgbClr val="070154"/>
            </a:solidFill>
            <a:ln>
              <a:noFill/>
            </a:ln>
          </p:spPr>
        </p:sp>
        <p:sp>
          <p:nvSpPr>
            <p:cNvPr id="44" name="node11.source-002.text"/>
            <p:cNvSpPr/>
            <p:nvPr/>
          </p:nvSpPr>
          <p:spPr>
            <a:xfrm>
              <a:off x="8191500" y="36195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10:30 Score and rank</a:t>
              </a:r>
              <a:endParaRPr lang="en-US" sz="1200" spc="0" kern="0" b="0" i="0" dirty="0">
                <a:solidFill>
                  <a:srgbClr val="070154"/>
                </a:solidFill>
                <a:latin typeface="IBM Plex Sans"/>
                <a:ea typeface="IBM Plex Sans"/>
                <a:cs typeface="IBM Plex Sans"/>
              </a:endParaRPr>
            </a:p>
          </p:txBody>
        </p:sp>
        <p:sp>
          <p:nvSpPr>
            <p:cNvPr id="45" name="node11.source-003.bullet"/>
            <p:cNvSpPr/>
            <p:nvPr/>
          </p:nvSpPr>
          <p:spPr>
            <a:xfrm>
              <a:off x="8039100" y="3975100"/>
              <a:ext cx="38100" cy="38100"/>
            </a:xfrm>
            <a:prstGeom prst="rect">
              <a:avLst/>
            </a:prstGeom>
            <a:solidFill>
              <a:srgbClr val="070154"/>
            </a:solidFill>
            <a:ln>
              <a:noFill/>
            </a:ln>
          </p:spPr>
        </p:sp>
        <p:sp>
          <p:nvSpPr>
            <p:cNvPr id="46" name="node11.source-003.text"/>
            <p:cNvSpPr/>
            <p:nvPr/>
          </p:nvSpPr>
          <p:spPr>
            <a:xfrm>
              <a:off x="8191500" y="38862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13:00 Owners, dates, funding asks</a:t>
              </a:r>
              <a:endParaRPr lang="en-US" sz="1200" spc="0" kern="0" b="0" i="0" dirty="0">
                <a:solidFill>
                  <a:srgbClr val="070154"/>
                </a:solidFill>
                <a:latin typeface="IBM Plex Sans"/>
                <a:ea typeface="IBM Plex Sans"/>
                <a:cs typeface="IBM Plex Sans"/>
              </a:endParaRPr>
            </a:p>
          </p:txBody>
        </p:sp>
        <p:sp>
          <p:nvSpPr>
            <p:cNvPr id="47" name="node11.source-004.bullet"/>
            <p:cNvSpPr/>
            <p:nvPr/>
          </p:nvSpPr>
          <p:spPr>
            <a:xfrm>
              <a:off x="8039100" y="4241800"/>
              <a:ext cx="38100" cy="38100"/>
            </a:xfrm>
            <a:prstGeom prst="rect">
              <a:avLst/>
            </a:prstGeom>
            <a:solidFill>
              <a:srgbClr val="070154"/>
            </a:solidFill>
            <a:ln>
              <a:noFill/>
            </a:ln>
          </p:spPr>
        </p:sp>
        <p:sp>
          <p:nvSpPr>
            <p:cNvPr id="48" name="node11.source-004.text"/>
            <p:cNvSpPr/>
            <p:nvPr/>
          </p:nvSpPr>
          <p:spPr>
            <a:xfrm>
              <a:off x="8191500" y="41529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14:00 Readout to sponsors</a:t>
              </a:r>
              <a:endParaRPr lang="en-US" sz="1200" spc="0" kern="0" b="0" i="0" dirty="0">
                <a:solidFill>
                  <a:srgbClr val="070154"/>
                </a:solidFill>
                <a:latin typeface="IBM Plex Sans"/>
                <a:ea typeface="IBM Plex Sans"/>
                <a:cs typeface="IBM Plex Sans"/>
              </a:endParaRPr>
            </a:p>
          </p:txBody>
        </p:sp>
      </p:grpSp>
      <p:grpSp>
        <p:nvGrpSpPr>
          <p:cNvPr id="62" name="node12"/>
          <p:cNvGrpSpPr/>
          <p:nvPr/>
        </p:nvGrpSpPr>
        <p:grpSpPr>
          <a:xfrm>
            <a:off x="8039100" y="4800600"/>
            <a:ext cx="3429000" cy="1143000"/>
            <a:chOff x="8039100" y="4800600"/>
            <a:chExt cx="3429000" cy="1143000"/>
          </a:xfrm>
        </p:grpSpPr>
        <p:sp>
          <p:nvSpPr>
            <p:cNvPr id="49" name="node12.container"/>
            <p:cNvSpPr/>
            <p:nvPr/>
          </p:nvSpPr>
          <p:spPr>
            <a:xfrm>
              <a:off x="8039100" y="4800600"/>
              <a:ext cx="3429000" cy="1143000"/>
            </a:xfrm>
            <a:prstGeom prst="rect">
              <a:avLst/>
            </a:prstGeom>
            <a:solidFill>
              <a:srgbClr val="E8EEF8"/>
            </a:solidFill>
            <a:ln>
              <a:noFill/>
            </a:ln>
          </p:spPr>
        </p:sp>
        <p:sp>
          <p:nvSpPr>
            <p:cNvPr id="50" name="node12.label"/>
            <p:cNvSpPr/>
            <p:nvPr/>
          </p:nvSpPr>
          <p:spPr>
            <a:xfrm>
              <a:off x="8267700" y="5029200"/>
              <a:ext cx="2971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OUTPUT BY END OF DAY</a:t>
              </a:r>
              <a:endParaRPr lang="en-US" sz="900" spc="54" kern="0" b="0" i="0" dirty="0">
                <a:solidFill>
                  <a:srgbClr val="0047FF"/>
                </a:solidFill>
                <a:latin typeface="IBM Plex Mono Medium"/>
                <a:ea typeface="IBM Plex Mono Medium"/>
                <a:cs typeface="IBM Plex Mono Medium"/>
              </a:endParaRPr>
            </a:p>
          </p:txBody>
        </p:sp>
        <p:sp>
          <p:nvSpPr>
            <p:cNvPr id="51" name="node12.title"/>
            <p:cNvSpPr/>
            <p:nvPr/>
          </p:nvSpPr>
          <p:spPr>
            <a:xfrm>
              <a:off x="8267700" y="5219700"/>
              <a:ext cx="29718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Commitments</a:t>
              </a:r>
              <a:endParaRPr lang="en-US" sz="1800" spc="-18" kern="0" b="0" i="0" dirty="0">
                <a:solidFill>
                  <a:srgbClr val="070154"/>
                </a:solidFill>
                <a:latin typeface="IBM Plex Sans SemiBold"/>
                <a:ea typeface="IBM Plex Sans SemiBold"/>
                <a:cs typeface="IBM Plex Sans SemiBold"/>
              </a:endParaRPr>
            </a:p>
          </p:txBody>
        </p:sp>
      </p:grpSp>
    </p:spTree>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name="source-627">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PATIENT ACCESS WORKSHOPS</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Discover, design and decide in three days</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201</a:t>
            </a:fld>
            <a:endParaRPr lang="en-US" sz="700" spc="0" kern="0" b="0" i="0" dirty="0">
              <a:solidFill>
                <a:srgbClr val="070154"/>
              </a:solidFill>
              <a:latin typeface="IBM Plex Mono SemiBold"/>
              <a:ea typeface="IBM Plex Mono SemiBold"/>
              <a:cs typeface="IBM Plex Mono SemiBold"/>
            </a:endParaRPr>
          </a:p>
        </p:txBody>
      </p:sp>
      <p:grpSp>
        <p:nvGrpSpPr>
          <p:cNvPr id="55" name="node01"/>
          <p:cNvGrpSpPr/>
          <p:nvPr/>
        </p:nvGrpSpPr>
        <p:grpSpPr>
          <a:xfrm>
            <a:off x="723900" y="1600200"/>
            <a:ext cx="10744200" cy="228600"/>
            <a:chOff x="723900" y="1600200"/>
            <a:chExt cx="10744200" cy="228600"/>
          </a:xfrm>
        </p:grpSpPr>
        <p:sp>
          <p:nvSpPr>
            <p:cNvPr id="6" name="node01.label"/>
            <p:cNvSpPr/>
            <p:nvPr/>
          </p:nvSpPr>
          <p:spPr>
            <a:xfrm>
              <a:off x="723900" y="1600200"/>
              <a:ext cx="926852"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OVERALL GOAL</a:t>
              </a:r>
              <a:endParaRPr lang="en-US" sz="900" spc="54" kern="0" b="0" i="0" dirty="0">
                <a:solidFill>
                  <a:srgbClr val="50658E"/>
                </a:solidFill>
                <a:latin typeface="IBM Plex Mono Medium"/>
                <a:ea typeface="IBM Plex Mono Medium"/>
                <a:cs typeface="IBM Plex Mono Medium"/>
              </a:endParaRPr>
            </a:p>
          </p:txBody>
        </p:sp>
        <p:sp>
          <p:nvSpPr>
            <p:cNvPr id="7" name="node01.rule"/>
            <p:cNvSpPr/>
            <p:nvPr/>
          </p:nvSpPr>
          <p:spPr>
            <a:xfrm>
              <a:off x="1777752" y="1709738"/>
              <a:ext cx="9690348" cy="9525"/>
            </a:xfrm>
            <a:prstGeom prst="rect">
              <a:avLst/>
            </a:prstGeom>
            <a:solidFill>
              <a:srgbClr val="CED7E6"/>
            </a:solidFill>
            <a:ln>
              <a:noFill/>
            </a:ln>
          </p:spPr>
        </p:sp>
      </p:grpSp>
      <p:sp>
        <p:nvSpPr>
          <p:cNvPr id="8" name="node02"/>
          <p:cNvSpPr/>
          <p:nvPr/>
        </p:nvSpPr>
        <p:spPr>
          <a:xfrm>
            <a:off x="723900" y="1828800"/>
            <a:ext cx="10744200" cy="9525"/>
          </a:xfrm>
          <a:prstGeom prst="rect">
            <a:avLst/>
          </a:prstGeom>
          <a:solidFill>
            <a:srgbClr val="CED7E6"/>
          </a:solidFill>
          <a:ln>
            <a:noFill/>
          </a:ln>
        </p:spPr>
      </p:sp>
      <p:grpSp>
        <p:nvGrpSpPr>
          <p:cNvPr id="56" name="node03"/>
          <p:cNvGrpSpPr/>
          <p:nvPr/>
        </p:nvGrpSpPr>
        <p:grpSpPr>
          <a:xfrm>
            <a:off x="723900" y="1905000"/>
            <a:ext cx="10744200" cy="266700"/>
            <a:chOff x="723900" y="1905000"/>
            <a:chExt cx="10744200" cy="266700"/>
          </a:xfrm>
        </p:grpSpPr>
        <p:sp>
          <p:nvSpPr>
            <p:cNvPr id="9" name="node03.text"/>
            <p:cNvSpPr/>
            <p:nvPr/>
          </p:nvSpPr>
          <p:spPr>
            <a:xfrm>
              <a:off x="723900" y="1905000"/>
              <a:ext cx="107442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Agree, test and commit to one future-state design for how patients schedule, register, get estimates and avoid denials.</a:t>
              </a:r>
              <a:endParaRPr lang="en-US" sz="1400" spc="0" kern="0" b="0" i="0" dirty="0">
                <a:solidFill>
                  <a:srgbClr val="070154"/>
                </a:solidFill>
                <a:latin typeface="IBM Plex Sans"/>
                <a:ea typeface="IBM Plex Sans"/>
                <a:cs typeface="IBM Plex Sans"/>
              </a:endParaRPr>
            </a:p>
          </p:txBody>
        </p:sp>
      </p:grpSp>
      <p:grpSp>
        <p:nvGrpSpPr>
          <p:cNvPr id="57" name="node04"/>
          <p:cNvGrpSpPr/>
          <p:nvPr/>
        </p:nvGrpSpPr>
        <p:grpSpPr>
          <a:xfrm>
            <a:off x="723900" y="2286000"/>
            <a:ext cx="3429000" cy="2743200"/>
            <a:chOff x="723900" y="2286000"/>
            <a:chExt cx="3429000" cy="2743200"/>
          </a:xfrm>
        </p:grpSpPr>
        <p:sp>
          <p:nvSpPr>
            <p:cNvPr id="10" name="node04.container"/>
            <p:cNvSpPr/>
            <p:nvPr/>
          </p:nvSpPr>
          <p:spPr>
            <a:xfrm>
              <a:off x="723900" y="2286000"/>
              <a:ext cx="3429000" cy="2743200"/>
            </a:xfrm>
            <a:prstGeom prst="rect">
              <a:avLst/>
            </a:prstGeom>
            <a:solidFill>
              <a:srgbClr val="E8EEF8"/>
            </a:solidFill>
            <a:ln>
              <a:noFill/>
            </a:ln>
          </p:spPr>
        </p:sp>
        <p:sp>
          <p:nvSpPr>
            <p:cNvPr id="11" name="node04.label"/>
            <p:cNvSpPr/>
            <p:nvPr/>
          </p:nvSpPr>
          <p:spPr>
            <a:xfrm>
              <a:off x="952500" y="2514600"/>
              <a:ext cx="2971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DAY 1 · TUE NOV 4</a:t>
              </a:r>
              <a:endParaRPr lang="en-US" sz="900" spc="54" kern="0" b="0" i="0" dirty="0">
                <a:solidFill>
                  <a:srgbClr val="0047FF"/>
                </a:solidFill>
                <a:latin typeface="IBM Plex Mono Medium"/>
                <a:ea typeface="IBM Plex Mono Medium"/>
                <a:cs typeface="IBM Plex Mono Medium"/>
              </a:endParaRPr>
            </a:p>
          </p:txBody>
        </p:sp>
        <p:sp>
          <p:nvSpPr>
            <p:cNvPr id="12" name="node04.title"/>
            <p:cNvSpPr/>
            <p:nvPr/>
          </p:nvSpPr>
          <p:spPr>
            <a:xfrm>
              <a:off x="952500" y="2705100"/>
              <a:ext cx="29718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Discover</a:t>
              </a:r>
              <a:endParaRPr lang="en-US" sz="1800" spc="-18" kern="0" b="0" i="0" dirty="0">
                <a:solidFill>
                  <a:srgbClr val="070154"/>
                </a:solidFill>
                <a:latin typeface="IBM Plex Sans SemiBold"/>
                <a:ea typeface="IBM Plex Sans SemiBold"/>
                <a:cs typeface="IBM Plex Sans SemiBold"/>
              </a:endParaRPr>
            </a:p>
          </p:txBody>
        </p:sp>
        <p:sp>
          <p:nvSpPr>
            <p:cNvPr id="13" name="node04.body.item-001.bullets.item-001.marker"/>
            <p:cNvSpPr/>
            <p:nvPr/>
          </p:nvSpPr>
          <p:spPr>
            <a:xfrm>
              <a:off x="952500" y="3213100"/>
              <a:ext cx="38100" cy="38100"/>
            </a:xfrm>
            <a:prstGeom prst="rect">
              <a:avLst/>
            </a:prstGeom>
            <a:solidFill>
              <a:srgbClr val="070154"/>
            </a:solidFill>
            <a:ln>
              <a:noFill/>
            </a:ln>
          </p:spPr>
        </p:sp>
        <p:sp>
          <p:nvSpPr>
            <p:cNvPr id="14" name="node04.body.item-001.bullets.item-001.text"/>
            <p:cNvSpPr/>
            <p:nvPr/>
          </p:nvSpPr>
          <p:spPr>
            <a:xfrm>
              <a:off x="1104900" y="3124200"/>
              <a:ext cx="281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9:00 Welcome and goals</a:t>
              </a:r>
              <a:endParaRPr lang="en-US" sz="1200" spc="0" kern="0" b="0" i="0" dirty="0">
                <a:solidFill>
                  <a:srgbClr val="070154"/>
                </a:solidFill>
                <a:latin typeface="IBM Plex Sans"/>
                <a:ea typeface="IBM Plex Sans"/>
                <a:cs typeface="IBM Plex Sans"/>
              </a:endParaRPr>
            </a:p>
          </p:txBody>
        </p:sp>
        <p:sp>
          <p:nvSpPr>
            <p:cNvPr id="15" name="node04.body.item-001.bullets.item-002.marker"/>
            <p:cNvSpPr/>
            <p:nvPr/>
          </p:nvSpPr>
          <p:spPr>
            <a:xfrm>
              <a:off x="952500" y="3479800"/>
              <a:ext cx="38100" cy="38100"/>
            </a:xfrm>
            <a:prstGeom prst="rect">
              <a:avLst/>
            </a:prstGeom>
            <a:solidFill>
              <a:srgbClr val="070154"/>
            </a:solidFill>
            <a:ln>
              <a:noFill/>
            </a:ln>
          </p:spPr>
        </p:sp>
        <p:sp>
          <p:nvSpPr>
            <p:cNvPr id="16" name="node04.body.item-001.bullets.item-002.text"/>
            <p:cNvSpPr/>
            <p:nvPr/>
          </p:nvSpPr>
          <p:spPr>
            <a:xfrm>
              <a:off x="1104900" y="3390900"/>
              <a:ext cx="281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10:00 Current-state walk-through</a:t>
              </a:r>
              <a:endParaRPr lang="en-US" sz="1200" spc="0" kern="0" b="0" i="0" dirty="0">
                <a:solidFill>
                  <a:srgbClr val="070154"/>
                </a:solidFill>
                <a:latin typeface="IBM Plex Sans"/>
                <a:ea typeface="IBM Plex Sans"/>
                <a:cs typeface="IBM Plex Sans"/>
              </a:endParaRPr>
            </a:p>
          </p:txBody>
        </p:sp>
        <p:sp>
          <p:nvSpPr>
            <p:cNvPr id="17" name="node04.body.item-001.bullets.item-003.marker"/>
            <p:cNvSpPr/>
            <p:nvPr/>
          </p:nvSpPr>
          <p:spPr>
            <a:xfrm>
              <a:off x="952500" y="3746500"/>
              <a:ext cx="38100" cy="38100"/>
            </a:xfrm>
            <a:prstGeom prst="rect">
              <a:avLst/>
            </a:prstGeom>
            <a:solidFill>
              <a:srgbClr val="070154"/>
            </a:solidFill>
            <a:ln>
              <a:noFill/>
            </a:ln>
          </p:spPr>
        </p:sp>
        <p:sp>
          <p:nvSpPr>
            <p:cNvPr id="18" name="node04.body.item-001.bullets.item-003.text"/>
            <p:cNvSpPr/>
            <p:nvPr/>
          </p:nvSpPr>
          <p:spPr>
            <a:xfrm>
              <a:off x="1104900" y="3657600"/>
              <a:ext cx="281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13:00 Journey mapping</a:t>
              </a:r>
              <a:endParaRPr lang="en-US" sz="1200" spc="0" kern="0" b="0" i="0" dirty="0">
                <a:solidFill>
                  <a:srgbClr val="070154"/>
                </a:solidFill>
                <a:latin typeface="IBM Plex Sans"/>
                <a:ea typeface="IBM Plex Sans"/>
                <a:cs typeface="IBM Plex Sans"/>
              </a:endParaRPr>
            </a:p>
          </p:txBody>
        </p:sp>
        <p:sp>
          <p:nvSpPr>
            <p:cNvPr id="19" name="node04.body.item-001.bullets.item-004.marker"/>
            <p:cNvSpPr/>
            <p:nvPr/>
          </p:nvSpPr>
          <p:spPr>
            <a:xfrm>
              <a:off x="952500" y="4013200"/>
              <a:ext cx="38100" cy="38100"/>
            </a:xfrm>
            <a:prstGeom prst="rect">
              <a:avLst/>
            </a:prstGeom>
            <a:solidFill>
              <a:srgbClr val="070154"/>
            </a:solidFill>
            <a:ln>
              <a:noFill/>
            </a:ln>
          </p:spPr>
        </p:sp>
        <p:sp>
          <p:nvSpPr>
            <p:cNvPr id="20" name="node04.body.item-001.bullets.item-004.text"/>
            <p:cNvSpPr/>
            <p:nvPr/>
          </p:nvSpPr>
          <p:spPr>
            <a:xfrm>
              <a:off x="1104900" y="3924300"/>
              <a:ext cx="281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15:00 Root-cause tables</a:t>
              </a:r>
              <a:endParaRPr lang="en-US" sz="1200" spc="0" kern="0" b="0" i="0" dirty="0">
                <a:solidFill>
                  <a:srgbClr val="070154"/>
                </a:solidFill>
                <a:latin typeface="IBM Plex Sans"/>
                <a:ea typeface="IBM Plex Sans"/>
                <a:cs typeface="IBM Plex Sans"/>
              </a:endParaRPr>
            </a:p>
          </p:txBody>
        </p:sp>
        <p:sp>
          <p:nvSpPr>
            <p:cNvPr id="21" name="node04.body.item-002.paragraph"/>
            <p:cNvSpPr/>
            <p:nvPr/>
          </p:nvSpPr>
          <p:spPr>
            <a:xfrm>
              <a:off x="952500" y="41910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Output: validated current state</a:t>
              </a:r>
              <a:endParaRPr lang="en-US" sz="1200" spc="0" kern="0" b="0" i="0" dirty="0">
                <a:solidFill>
                  <a:srgbClr val="50658E"/>
                </a:solidFill>
                <a:latin typeface="IBM Plex Sans"/>
                <a:ea typeface="IBM Plex Sans"/>
                <a:cs typeface="IBM Plex Sans"/>
              </a:endParaRPr>
            </a:p>
          </p:txBody>
        </p:sp>
      </p:grpSp>
      <p:grpSp>
        <p:nvGrpSpPr>
          <p:cNvPr id="58" name="node05"/>
          <p:cNvGrpSpPr/>
          <p:nvPr/>
        </p:nvGrpSpPr>
        <p:grpSpPr>
          <a:xfrm>
            <a:off x="4381500" y="2286000"/>
            <a:ext cx="3429000" cy="2743200"/>
            <a:chOff x="4381500" y="2286000"/>
            <a:chExt cx="3429000" cy="2743200"/>
          </a:xfrm>
        </p:grpSpPr>
        <p:sp>
          <p:nvSpPr>
            <p:cNvPr id="22" name="node05.container"/>
            <p:cNvSpPr/>
            <p:nvPr/>
          </p:nvSpPr>
          <p:spPr>
            <a:xfrm>
              <a:off x="4381500" y="2286000"/>
              <a:ext cx="3429000" cy="2743200"/>
            </a:xfrm>
            <a:prstGeom prst="rect">
              <a:avLst/>
            </a:prstGeom>
            <a:solidFill>
              <a:srgbClr val="E8EEF8"/>
            </a:solidFill>
            <a:ln>
              <a:noFill/>
            </a:ln>
          </p:spPr>
        </p:sp>
        <p:sp>
          <p:nvSpPr>
            <p:cNvPr id="23" name="node05.label"/>
            <p:cNvSpPr/>
            <p:nvPr/>
          </p:nvSpPr>
          <p:spPr>
            <a:xfrm>
              <a:off x="4610100" y="2514600"/>
              <a:ext cx="2971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DAY 2 · WED NOV 5</a:t>
              </a:r>
              <a:endParaRPr lang="en-US" sz="900" spc="54" kern="0" b="0" i="0" dirty="0">
                <a:solidFill>
                  <a:srgbClr val="0047FF"/>
                </a:solidFill>
                <a:latin typeface="IBM Plex Mono Medium"/>
                <a:ea typeface="IBM Plex Mono Medium"/>
                <a:cs typeface="IBM Plex Mono Medium"/>
              </a:endParaRPr>
            </a:p>
          </p:txBody>
        </p:sp>
        <p:sp>
          <p:nvSpPr>
            <p:cNvPr id="24" name="node05.title"/>
            <p:cNvSpPr/>
            <p:nvPr/>
          </p:nvSpPr>
          <p:spPr>
            <a:xfrm>
              <a:off x="4610100" y="2705100"/>
              <a:ext cx="29718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Design</a:t>
              </a:r>
              <a:endParaRPr lang="en-US" sz="1800" spc="-18" kern="0" b="0" i="0" dirty="0">
                <a:solidFill>
                  <a:srgbClr val="070154"/>
                </a:solidFill>
                <a:latin typeface="IBM Plex Sans SemiBold"/>
                <a:ea typeface="IBM Plex Sans SemiBold"/>
                <a:cs typeface="IBM Plex Sans SemiBold"/>
              </a:endParaRPr>
            </a:p>
          </p:txBody>
        </p:sp>
        <p:sp>
          <p:nvSpPr>
            <p:cNvPr id="25" name="node05.body.item-001.bullets.item-001.marker"/>
            <p:cNvSpPr/>
            <p:nvPr/>
          </p:nvSpPr>
          <p:spPr>
            <a:xfrm>
              <a:off x="4610100" y="3213100"/>
              <a:ext cx="38100" cy="38100"/>
            </a:xfrm>
            <a:prstGeom prst="rect">
              <a:avLst/>
            </a:prstGeom>
            <a:solidFill>
              <a:srgbClr val="070154"/>
            </a:solidFill>
            <a:ln>
              <a:noFill/>
            </a:ln>
          </p:spPr>
        </p:sp>
        <p:sp>
          <p:nvSpPr>
            <p:cNvPr id="26" name="node05.body.item-001.bullets.item-001.text"/>
            <p:cNvSpPr/>
            <p:nvPr/>
          </p:nvSpPr>
          <p:spPr>
            <a:xfrm>
              <a:off x="4762500" y="3124200"/>
              <a:ext cx="281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9:00 Design principles</a:t>
              </a:r>
              <a:endParaRPr lang="en-US" sz="1200" spc="0" kern="0" b="0" i="0" dirty="0">
                <a:solidFill>
                  <a:srgbClr val="070154"/>
                </a:solidFill>
                <a:latin typeface="IBM Plex Sans"/>
                <a:ea typeface="IBM Plex Sans"/>
                <a:cs typeface="IBM Plex Sans"/>
              </a:endParaRPr>
            </a:p>
          </p:txBody>
        </p:sp>
        <p:sp>
          <p:nvSpPr>
            <p:cNvPr id="27" name="node05.body.item-001.bullets.item-002.marker"/>
            <p:cNvSpPr/>
            <p:nvPr/>
          </p:nvSpPr>
          <p:spPr>
            <a:xfrm>
              <a:off x="4610100" y="3479800"/>
              <a:ext cx="38100" cy="38100"/>
            </a:xfrm>
            <a:prstGeom prst="rect">
              <a:avLst/>
            </a:prstGeom>
            <a:solidFill>
              <a:srgbClr val="070154"/>
            </a:solidFill>
            <a:ln>
              <a:noFill/>
            </a:ln>
          </p:spPr>
        </p:sp>
        <p:sp>
          <p:nvSpPr>
            <p:cNvPr id="28" name="node05.body.item-001.bullets.item-002.text"/>
            <p:cNvSpPr/>
            <p:nvPr/>
          </p:nvSpPr>
          <p:spPr>
            <a:xfrm>
              <a:off x="4762500" y="3390900"/>
              <a:ext cx="281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9:45 Four design tables</a:t>
              </a:r>
              <a:endParaRPr lang="en-US" sz="1200" spc="0" kern="0" b="0" i="0" dirty="0">
                <a:solidFill>
                  <a:srgbClr val="070154"/>
                </a:solidFill>
                <a:latin typeface="IBM Plex Sans"/>
                <a:ea typeface="IBM Plex Sans"/>
                <a:cs typeface="IBM Plex Sans"/>
              </a:endParaRPr>
            </a:p>
          </p:txBody>
        </p:sp>
        <p:sp>
          <p:nvSpPr>
            <p:cNvPr id="29" name="node05.body.item-001.bullets.item-003.marker"/>
            <p:cNvSpPr/>
            <p:nvPr/>
          </p:nvSpPr>
          <p:spPr>
            <a:xfrm>
              <a:off x="4610100" y="3746500"/>
              <a:ext cx="38100" cy="38100"/>
            </a:xfrm>
            <a:prstGeom prst="rect">
              <a:avLst/>
            </a:prstGeom>
            <a:solidFill>
              <a:srgbClr val="070154"/>
            </a:solidFill>
            <a:ln>
              <a:noFill/>
            </a:ln>
          </p:spPr>
        </p:sp>
        <p:sp>
          <p:nvSpPr>
            <p:cNvPr id="30" name="node05.body.item-001.bullets.item-003.text"/>
            <p:cNvSpPr/>
            <p:nvPr/>
          </p:nvSpPr>
          <p:spPr>
            <a:xfrm>
              <a:off x="4762500" y="3657600"/>
              <a:ext cx="281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13:00 Hand-offs across areas</a:t>
              </a:r>
              <a:endParaRPr lang="en-US" sz="1200" spc="0" kern="0" b="0" i="0" dirty="0">
                <a:solidFill>
                  <a:srgbClr val="070154"/>
                </a:solidFill>
                <a:latin typeface="IBM Plex Sans"/>
                <a:ea typeface="IBM Plex Sans"/>
                <a:cs typeface="IBM Plex Sans"/>
              </a:endParaRPr>
            </a:p>
          </p:txBody>
        </p:sp>
        <p:sp>
          <p:nvSpPr>
            <p:cNvPr id="31" name="node05.body.item-001.bullets.item-004.marker"/>
            <p:cNvSpPr/>
            <p:nvPr/>
          </p:nvSpPr>
          <p:spPr>
            <a:xfrm>
              <a:off x="4610100" y="4013200"/>
              <a:ext cx="38100" cy="38100"/>
            </a:xfrm>
            <a:prstGeom prst="rect">
              <a:avLst/>
            </a:prstGeom>
            <a:solidFill>
              <a:srgbClr val="070154"/>
            </a:solidFill>
            <a:ln>
              <a:noFill/>
            </a:ln>
          </p:spPr>
        </p:sp>
        <p:sp>
          <p:nvSpPr>
            <p:cNvPr id="32" name="node05.body.item-001.bullets.item-004.text"/>
            <p:cNvSpPr/>
            <p:nvPr/>
          </p:nvSpPr>
          <p:spPr>
            <a:xfrm>
              <a:off x="4762500" y="3924300"/>
              <a:ext cx="281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15:30 Scenario tests</a:t>
              </a:r>
              <a:endParaRPr lang="en-US" sz="1200" spc="0" kern="0" b="0" i="0" dirty="0">
                <a:solidFill>
                  <a:srgbClr val="070154"/>
                </a:solidFill>
                <a:latin typeface="IBM Plex Sans"/>
                <a:ea typeface="IBM Plex Sans"/>
                <a:cs typeface="IBM Plex Sans"/>
              </a:endParaRPr>
            </a:p>
          </p:txBody>
        </p:sp>
        <p:sp>
          <p:nvSpPr>
            <p:cNvPr id="33" name="node05.body.item-002.paragraph"/>
            <p:cNvSpPr/>
            <p:nvPr/>
          </p:nvSpPr>
          <p:spPr>
            <a:xfrm>
              <a:off x="4610100" y="41910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Output: draft future-state design</a:t>
              </a:r>
              <a:endParaRPr lang="en-US" sz="1200" spc="0" kern="0" b="0" i="0" dirty="0">
                <a:solidFill>
                  <a:srgbClr val="50658E"/>
                </a:solidFill>
                <a:latin typeface="IBM Plex Sans"/>
                <a:ea typeface="IBM Plex Sans"/>
                <a:cs typeface="IBM Plex Sans"/>
              </a:endParaRPr>
            </a:p>
          </p:txBody>
        </p:sp>
      </p:grpSp>
      <p:grpSp>
        <p:nvGrpSpPr>
          <p:cNvPr id="59" name="node06"/>
          <p:cNvGrpSpPr/>
          <p:nvPr/>
        </p:nvGrpSpPr>
        <p:grpSpPr>
          <a:xfrm>
            <a:off x="8039100" y="2286000"/>
            <a:ext cx="3429000" cy="2743200"/>
            <a:chOff x="8039100" y="2286000"/>
            <a:chExt cx="3429000" cy="2743200"/>
          </a:xfrm>
        </p:grpSpPr>
        <p:sp>
          <p:nvSpPr>
            <p:cNvPr id="34" name="node06.container"/>
            <p:cNvSpPr/>
            <p:nvPr/>
          </p:nvSpPr>
          <p:spPr>
            <a:xfrm>
              <a:off x="8039100" y="2286000"/>
              <a:ext cx="3429000" cy="2743200"/>
            </a:xfrm>
            <a:prstGeom prst="rect">
              <a:avLst/>
            </a:prstGeom>
            <a:solidFill>
              <a:srgbClr val="E8EEF8"/>
            </a:solidFill>
            <a:ln>
              <a:noFill/>
            </a:ln>
          </p:spPr>
        </p:sp>
        <p:sp>
          <p:nvSpPr>
            <p:cNvPr id="35" name="node06.label"/>
            <p:cNvSpPr/>
            <p:nvPr/>
          </p:nvSpPr>
          <p:spPr>
            <a:xfrm>
              <a:off x="8267700" y="2514600"/>
              <a:ext cx="2971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DAY 3 · THU NOV 6</a:t>
              </a:r>
              <a:endParaRPr lang="en-US" sz="900" spc="54" kern="0" b="0" i="0" dirty="0">
                <a:solidFill>
                  <a:srgbClr val="0047FF"/>
                </a:solidFill>
                <a:latin typeface="IBM Plex Mono Medium"/>
                <a:ea typeface="IBM Plex Mono Medium"/>
                <a:cs typeface="IBM Plex Mono Medium"/>
              </a:endParaRPr>
            </a:p>
          </p:txBody>
        </p:sp>
        <p:sp>
          <p:nvSpPr>
            <p:cNvPr id="36" name="node06.title"/>
            <p:cNvSpPr/>
            <p:nvPr/>
          </p:nvSpPr>
          <p:spPr>
            <a:xfrm>
              <a:off x="8267700" y="2705100"/>
              <a:ext cx="29718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Decide</a:t>
              </a:r>
              <a:endParaRPr lang="en-US" sz="1800" spc="-18" kern="0" b="0" i="0" dirty="0">
                <a:solidFill>
                  <a:srgbClr val="070154"/>
                </a:solidFill>
                <a:latin typeface="IBM Plex Sans SemiBold"/>
                <a:ea typeface="IBM Plex Sans SemiBold"/>
                <a:cs typeface="IBM Plex Sans SemiBold"/>
              </a:endParaRPr>
            </a:p>
          </p:txBody>
        </p:sp>
        <p:sp>
          <p:nvSpPr>
            <p:cNvPr id="37" name="node06.body.item-001.bullets.item-001.marker"/>
            <p:cNvSpPr/>
            <p:nvPr/>
          </p:nvSpPr>
          <p:spPr>
            <a:xfrm>
              <a:off x="8267700" y="3213100"/>
              <a:ext cx="38100" cy="38100"/>
            </a:xfrm>
            <a:prstGeom prst="rect">
              <a:avLst/>
            </a:prstGeom>
            <a:solidFill>
              <a:srgbClr val="070154"/>
            </a:solidFill>
            <a:ln>
              <a:noFill/>
            </a:ln>
          </p:spPr>
        </p:sp>
        <p:sp>
          <p:nvSpPr>
            <p:cNvPr id="38" name="node06.body.item-001.bullets.item-001.text"/>
            <p:cNvSpPr/>
            <p:nvPr/>
          </p:nvSpPr>
          <p:spPr>
            <a:xfrm>
              <a:off x="8420100" y="3124200"/>
              <a:ext cx="281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9:00 Close the gaps</a:t>
              </a:r>
              <a:endParaRPr lang="en-US" sz="1200" spc="0" kern="0" b="0" i="0" dirty="0">
                <a:solidFill>
                  <a:srgbClr val="070154"/>
                </a:solidFill>
                <a:latin typeface="IBM Plex Sans"/>
                <a:ea typeface="IBM Plex Sans"/>
                <a:cs typeface="IBM Plex Sans"/>
              </a:endParaRPr>
            </a:p>
          </p:txBody>
        </p:sp>
        <p:sp>
          <p:nvSpPr>
            <p:cNvPr id="39" name="node06.body.item-001.bullets.item-002.marker"/>
            <p:cNvSpPr/>
            <p:nvPr/>
          </p:nvSpPr>
          <p:spPr>
            <a:xfrm>
              <a:off x="8267700" y="3479800"/>
              <a:ext cx="38100" cy="38100"/>
            </a:xfrm>
            <a:prstGeom prst="rect">
              <a:avLst/>
            </a:prstGeom>
            <a:solidFill>
              <a:srgbClr val="070154"/>
            </a:solidFill>
            <a:ln>
              <a:noFill/>
            </a:ln>
          </p:spPr>
        </p:sp>
        <p:sp>
          <p:nvSpPr>
            <p:cNvPr id="40" name="node06.body.item-001.bullets.item-002.text"/>
            <p:cNvSpPr/>
            <p:nvPr/>
          </p:nvSpPr>
          <p:spPr>
            <a:xfrm>
              <a:off x="8420100" y="3390900"/>
              <a:ext cx="281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10:30 Score and rank</a:t>
              </a:r>
              <a:endParaRPr lang="en-US" sz="1200" spc="0" kern="0" b="0" i="0" dirty="0">
                <a:solidFill>
                  <a:srgbClr val="070154"/>
                </a:solidFill>
                <a:latin typeface="IBM Plex Sans"/>
                <a:ea typeface="IBM Plex Sans"/>
                <a:cs typeface="IBM Plex Sans"/>
              </a:endParaRPr>
            </a:p>
          </p:txBody>
        </p:sp>
        <p:sp>
          <p:nvSpPr>
            <p:cNvPr id="41" name="node06.body.item-001.bullets.item-003.marker"/>
            <p:cNvSpPr/>
            <p:nvPr/>
          </p:nvSpPr>
          <p:spPr>
            <a:xfrm>
              <a:off x="8267700" y="3746500"/>
              <a:ext cx="38100" cy="38100"/>
            </a:xfrm>
            <a:prstGeom prst="rect">
              <a:avLst/>
            </a:prstGeom>
            <a:solidFill>
              <a:srgbClr val="070154"/>
            </a:solidFill>
            <a:ln>
              <a:noFill/>
            </a:ln>
          </p:spPr>
        </p:sp>
        <p:sp>
          <p:nvSpPr>
            <p:cNvPr id="42" name="node06.body.item-001.bullets.item-003.text"/>
            <p:cNvSpPr/>
            <p:nvPr/>
          </p:nvSpPr>
          <p:spPr>
            <a:xfrm>
              <a:off x="8420100" y="3657600"/>
              <a:ext cx="281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13:00 Roadmap and owners</a:t>
              </a:r>
              <a:endParaRPr lang="en-US" sz="1200" spc="0" kern="0" b="0" i="0" dirty="0">
                <a:solidFill>
                  <a:srgbClr val="070154"/>
                </a:solidFill>
                <a:latin typeface="IBM Plex Sans"/>
                <a:ea typeface="IBM Plex Sans"/>
                <a:cs typeface="IBM Plex Sans"/>
              </a:endParaRPr>
            </a:p>
          </p:txBody>
        </p:sp>
        <p:sp>
          <p:nvSpPr>
            <p:cNvPr id="43" name="node06.body.item-001.bullets.item-004.marker"/>
            <p:cNvSpPr/>
            <p:nvPr/>
          </p:nvSpPr>
          <p:spPr>
            <a:xfrm>
              <a:off x="8267700" y="4013200"/>
              <a:ext cx="38100" cy="38100"/>
            </a:xfrm>
            <a:prstGeom prst="rect">
              <a:avLst/>
            </a:prstGeom>
            <a:solidFill>
              <a:srgbClr val="070154"/>
            </a:solidFill>
            <a:ln>
              <a:noFill/>
            </a:ln>
          </p:spPr>
        </p:sp>
        <p:sp>
          <p:nvSpPr>
            <p:cNvPr id="44" name="node06.body.item-001.bullets.item-004.text"/>
            <p:cNvSpPr/>
            <p:nvPr/>
          </p:nvSpPr>
          <p:spPr>
            <a:xfrm>
              <a:off x="8420100" y="3924300"/>
              <a:ext cx="281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14:00 Decisions readout</a:t>
              </a:r>
              <a:endParaRPr lang="en-US" sz="1200" spc="0" kern="0" b="0" i="0" dirty="0">
                <a:solidFill>
                  <a:srgbClr val="070154"/>
                </a:solidFill>
                <a:latin typeface="IBM Plex Sans"/>
                <a:ea typeface="IBM Plex Sans"/>
                <a:cs typeface="IBM Plex Sans"/>
              </a:endParaRPr>
            </a:p>
          </p:txBody>
        </p:sp>
        <p:sp>
          <p:nvSpPr>
            <p:cNvPr id="45" name="node06.body.item-002.paragraph"/>
            <p:cNvSpPr/>
            <p:nvPr/>
          </p:nvSpPr>
          <p:spPr>
            <a:xfrm>
              <a:off x="8267700" y="41910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Output: ranked roadmap and decisions</a:t>
              </a:r>
              <a:endParaRPr lang="en-US" sz="1200" spc="0" kern="0" b="0" i="0" dirty="0">
                <a:solidFill>
                  <a:srgbClr val="50658E"/>
                </a:solidFill>
                <a:latin typeface="IBM Plex Sans"/>
                <a:ea typeface="IBM Plex Sans"/>
                <a:cs typeface="IBM Plex Sans"/>
              </a:endParaRPr>
            </a:p>
          </p:txBody>
        </p:sp>
      </p:grpSp>
      <p:grpSp>
        <p:nvGrpSpPr>
          <p:cNvPr id="60" name="node07"/>
          <p:cNvGrpSpPr/>
          <p:nvPr/>
        </p:nvGrpSpPr>
        <p:grpSpPr>
          <a:xfrm>
            <a:off x="723900" y="5257800"/>
            <a:ext cx="10744200" cy="228600"/>
            <a:chOff x="723900" y="5257800"/>
            <a:chExt cx="10744200" cy="228600"/>
          </a:xfrm>
        </p:grpSpPr>
        <p:sp>
          <p:nvSpPr>
            <p:cNvPr id="46" name="node07.label"/>
            <p:cNvSpPr/>
            <p:nvPr/>
          </p:nvSpPr>
          <p:spPr>
            <a:xfrm>
              <a:off x="723900" y="5257800"/>
              <a:ext cx="1452699"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BY THE END OF DAY 3</a:t>
              </a:r>
              <a:endParaRPr lang="en-US" sz="900" spc="54" kern="0" b="0" i="0" dirty="0">
                <a:solidFill>
                  <a:srgbClr val="50658E"/>
                </a:solidFill>
                <a:latin typeface="IBM Plex Mono Medium"/>
                <a:ea typeface="IBM Plex Mono Medium"/>
                <a:cs typeface="IBM Plex Mono Medium"/>
              </a:endParaRPr>
            </a:p>
          </p:txBody>
        </p:sp>
        <p:sp>
          <p:nvSpPr>
            <p:cNvPr id="47" name="node07.rule"/>
            <p:cNvSpPr/>
            <p:nvPr/>
          </p:nvSpPr>
          <p:spPr>
            <a:xfrm>
              <a:off x="2303599" y="5367338"/>
              <a:ext cx="9164501" cy="9525"/>
            </a:xfrm>
            <a:prstGeom prst="rect">
              <a:avLst/>
            </a:prstGeom>
            <a:solidFill>
              <a:srgbClr val="CED7E6"/>
            </a:solidFill>
            <a:ln>
              <a:noFill/>
            </a:ln>
          </p:spPr>
        </p:sp>
      </p:grpSp>
      <p:sp>
        <p:nvSpPr>
          <p:cNvPr id="48" name="node08"/>
          <p:cNvSpPr/>
          <p:nvPr/>
        </p:nvSpPr>
        <p:spPr>
          <a:xfrm>
            <a:off x="723900" y="5486400"/>
            <a:ext cx="10744200" cy="9525"/>
          </a:xfrm>
          <a:prstGeom prst="rect">
            <a:avLst/>
          </a:prstGeom>
          <a:solidFill>
            <a:srgbClr val="CED7E6"/>
          </a:solidFill>
          <a:ln>
            <a:noFill/>
          </a:ln>
        </p:spPr>
      </p:sp>
      <p:grpSp>
        <p:nvGrpSpPr>
          <p:cNvPr id="61" name="node09"/>
          <p:cNvGrpSpPr/>
          <p:nvPr/>
        </p:nvGrpSpPr>
        <p:grpSpPr>
          <a:xfrm>
            <a:off x="723900" y="5562600"/>
            <a:ext cx="3429000" cy="228600"/>
            <a:chOff x="723900" y="5562600"/>
            <a:chExt cx="3429000" cy="228600"/>
          </a:xfrm>
        </p:grpSpPr>
        <p:sp>
          <p:nvSpPr>
            <p:cNvPr id="49" name="node09.source-001.bullet"/>
            <p:cNvSpPr/>
            <p:nvPr/>
          </p:nvSpPr>
          <p:spPr>
            <a:xfrm>
              <a:off x="723900" y="5651500"/>
              <a:ext cx="38100" cy="38100"/>
            </a:xfrm>
            <a:prstGeom prst="rect">
              <a:avLst/>
            </a:prstGeom>
            <a:solidFill>
              <a:srgbClr val="070154"/>
            </a:solidFill>
            <a:ln>
              <a:noFill/>
            </a:ln>
          </p:spPr>
        </p:sp>
        <p:sp>
          <p:nvSpPr>
            <p:cNvPr id="50" name="node09.source-001.text"/>
            <p:cNvSpPr/>
            <p:nvPr/>
          </p:nvSpPr>
          <p:spPr>
            <a:xfrm>
              <a:off x="876300" y="55626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One agreed future-state design</a:t>
              </a:r>
              <a:endParaRPr lang="en-US" sz="1200" spc="0" kern="0" b="0" i="0" dirty="0">
                <a:solidFill>
                  <a:srgbClr val="070154"/>
                </a:solidFill>
                <a:latin typeface="IBM Plex Sans"/>
                <a:ea typeface="IBM Plex Sans"/>
                <a:cs typeface="IBM Plex Sans"/>
              </a:endParaRPr>
            </a:p>
          </p:txBody>
        </p:sp>
      </p:grpSp>
      <p:grpSp>
        <p:nvGrpSpPr>
          <p:cNvPr id="62" name="node10"/>
          <p:cNvGrpSpPr/>
          <p:nvPr/>
        </p:nvGrpSpPr>
        <p:grpSpPr>
          <a:xfrm>
            <a:off x="4381500" y="5562600"/>
            <a:ext cx="3429000" cy="228600"/>
            <a:chOff x="4381500" y="5562600"/>
            <a:chExt cx="3429000" cy="228600"/>
          </a:xfrm>
        </p:grpSpPr>
        <p:sp>
          <p:nvSpPr>
            <p:cNvPr id="51" name="node10.source-001.bullet"/>
            <p:cNvSpPr/>
            <p:nvPr/>
          </p:nvSpPr>
          <p:spPr>
            <a:xfrm>
              <a:off x="4381500" y="5651500"/>
              <a:ext cx="38100" cy="38100"/>
            </a:xfrm>
            <a:prstGeom prst="rect">
              <a:avLst/>
            </a:prstGeom>
            <a:solidFill>
              <a:srgbClr val="070154"/>
            </a:solidFill>
            <a:ln>
              <a:noFill/>
            </a:ln>
          </p:spPr>
        </p:sp>
        <p:sp>
          <p:nvSpPr>
            <p:cNvPr id="52" name="node10.source-001.text"/>
            <p:cNvSpPr/>
            <p:nvPr/>
          </p:nvSpPr>
          <p:spPr>
            <a:xfrm>
              <a:off x="4533900" y="55626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Owners and dates for each area</a:t>
              </a:r>
              <a:endParaRPr lang="en-US" sz="1200" spc="0" kern="0" b="0" i="0" dirty="0">
                <a:solidFill>
                  <a:srgbClr val="070154"/>
                </a:solidFill>
                <a:latin typeface="IBM Plex Sans"/>
                <a:ea typeface="IBM Plex Sans"/>
                <a:cs typeface="IBM Plex Sans"/>
              </a:endParaRPr>
            </a:p>
          </p:txBody>
        </p:sp>
      </p:grpSp>
      <p:grpSp>
        <p:nvGrpSpPr>
          <p:cNvPr id="63" name="node11"/>
          <p:cNvGrpSpPr/>
          <p:nvPr/>
        </p:nvGrpSpPr>
        <p:grpSpPr>
          <a:xfrm>
            <a:off x="8039100" y="5562600"/>
            <a:ext cx="3429000" cy="228600"/>
            <a:chOff x="8039100" y="5562600"/>
            <a:chExt cx="3429000" cy="228600"/>
          </a:xfrm>
        </p:grpSpPr>
        <p:sp>
          <p:nvSpPr>
            <p:cNvPr id="53" name="node11.source-001.bullet"/>
            <p:cNvSpPr/>
            <p:nvPr/>
          </p:nvSpPr>
          <p:spPr>
            <a:xfrm>
              <a:off x="8039100" y="5651500"/>
              <a:ext cx="38100" cy="38100"/>
            </a:xfrm>
            <a:prstGeom prst="rect">
              <a:avLst/>
            </a:prstGeom>
            <a:solidFill>
              <a:srgbClr val="070154"/>
            </a:solidFill>
            <a:ln>
              <a:noFill/>
            </a:ln>
          </p:spPr>
        </p:sp>
        <p:sp>
          <p:nvSpPr>
            <p:cNvPr id="54" name="node11.source-001.text"/>
            <p:cNvSpPr/>
            <p:nvPr/>
          </p:nvSpPr>
          <p:spPr>
            <a:xfrm>
              <a:off x="8191500" y="55626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A ranked roadmap, signed off</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name="source-629">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DAY 2 OF 3</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Day 2 designs the future state, area by area</a:t>
            </a:r>
            <a:endParaRPr lang="en-US" sz="3200" spc="-64" kern="0" b="0" i="0" dirty="0">
              <a:solidFill>
                <a:srgbClr val="070154"/>
              </a:solidFill>
              <a:latin typeface="IBM Plex Sans SemiBold"/>
              <a:ea typeface="IBM Plex Sans SemiBold"/>
              <a:cs typeface="IBM Plex Sans SemiBold"/>
            </a:endParaRPr>
          </a:p>
        </p:txBody>
      </p:sp>
      <p:sp>
        <p:nvSpPr>
          <p:cNvPr id="5" name="nav.section-01"/>
          <p:cNvSpPr/>
          <p:nvPr/>
        </p:nvSpPr>
        <p:spPr>
          <a:xfrm>
            <a:off x="266700" y="457200"/>
            <a:ext cx="228600" cy="1314450"/>
          </a:xfrm>
          <a:prstGeom prst="rect">
            <a:avLst/>
          </a:prstGeom>
          <a:solidFill>
            <a:srgbClr val="E8EEF8"/>
          </a:solidFill>
          <a:ln>
            <a:noFill/>
          </a:ln>
        </p:spPr>
      </p:sp>
      <p:sp>
        <p:nvSpPr>
          <p:cNvPr id="6" name="nav.label.section-01"/>
          <p:cNvSpPr/>
          <p:nvPr/>
        </p:nvSpPr>
        <p:spPr>
          <a:xfrm>
            <a:off x="266700" y="457200"/>
            <a:ext cx="228600" cy="131445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50658E"/>
                </a:solidFill>
                <a:latin typeface="IBM Plex Mono SemiBold"/>
                <a:ea typeface="IBM Plex Mono SemiBold"/>
                <a:cs typeface="IBM Plex Mono SemiBold"/>
              </a:rPr>
              <a:t>DAY 1</a:t>
            </a:r>
            <a:endParaRPr lang="en-US" sz="800" spc="80" kern="0" b="0" i="0" dirty="0">
              <a:solidFill>
                <a:srgbClr val="50658E"/>
              </a:solidFill>
              <a:latin typeface="IBM Plex Mono SemiBold"/>
              <a:ea typeface="IBM Plex Mono SemiBold"/>
              <a:cs typeface="IBM Plex Mono SemiBold"/>
            </a:endParaRPr>
          </a:p>
        </p:txBody>
      </p:sp>
      <p:sp>
        <p:nvSpPr>
          <p:cNvPr id="7" name="nav.section-02"/>
          <p:cNvSpPr/>
          <p:nvPr/>
        </p:nvSpPr>
        <p:spPr>
          <a:xfrm>
            <a:off x="266700" y="1847850"/>
            <a:ext cx="228600" cy="1314450"/>
          </a:xfrm>
          <a:prstGeom prst="rect">
            <a:avLst/>
          </a:prstGeom>
          <a:solidFill>
            <a:srgbClr val="070154"/>
          </a:solidFill>
          <a:ln>
            <a:noFill/>
          </a:ln>
        </p:spPr>
      </p:sp>
      <p:sp>
        <p:nvSpPr>
          <p:cNvPr id="8" name="nav.label.section-02"/>
          <p:cNvSpPr/>
          <p:nvPr/>
        </p:nvSpPr>
        <p:spPr>
          <a:xfrm>
            <a:off x="266700" y="1847850"/>
            <a:ext cx="228600" cy="131445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FFFFFF"/>
                </a:solidFill>
                <a:latin typeface="IBM Plex Mono SemiBold"/>
                <a:ea typeface="IBM Plex Mono SemiBold"/>
                <a:cs typeface="IBM Plex Mono SemiBold"/>
              </a:rPr>
              <a:t>DAY 2</a:t>
            </a:r>
            <a:endParaRPr lang="en-US" sz="800" spc="80" kern="0" b="0" i="0" dirty="0">
              <a:solidFill>
                <a:srgbClr val="FFFFFF"/>
              </a:solidFill>
              <a:latin typeface="IBM Plex Mono SemiBold"/>
              <a:ea typeface="IBM Plex Mono SemiBold"/>
              <a:cs typeface="IBM Plex Mono SemiBold"/>
            </a:endParaRPr>
          </a:p>
        </p:txBody>
      </p:sp>
      <p:sp>
        <p:nvSpPr>
          <p:cNvPr id="9" name="nav.section-03"/>
          <p:cNvSpPr/>
          <p:nvPr/>
        </p:nvSpPr>
        <p:spPr>
          <a:xfrm>
            <a:off x="266700" y="3238500"/>
            <a:ext cx="228600" cy="1314450"/>
          </a:xfrm>
          <a:prstGeom prst="rect">
            <a:avLst/>
          </a:prstGeom>
          <a:solidFill>
            <a:srgbClr val="E8EEF8"/>
          </a:solidFill>
          <a:ln>
            <a:noFill/>
          </a:ln>
        </p:spPr>
      </p:sp>
      <p:sp>
        <p:nvSpPr>
          <p:cNvPr id="10" name="nav.label.section-03"/>
          <p:cNvSpPr/>
          <p:nvPr/>
        </p:nvSpPr>
        <p:spPr>
          <a:xfrm>
            <a:off x="266700" y="3238500"/>
            <a:ext cx="228600" cy="131445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50658E"/>
                </a:solidFill>
                <a:latin typeface="IBM Plex Mono SemiBold"/>
                <a:ea typeface="IBM Plex Mono SemiBold"/>
                <a:cs typeface="IBM Plex Mono SemiBold"/>
              </a:rPr>
              <a:t>DAY 3</a:t>
            </a:r>
            <a:endParaRPr lang="en-US" sz="800" spc="80" kern="0" b="0" i="0" dirty="0">
              <a:solidFill>
                <a:srgbClr val="50658E"/>
              </a:solidFill>
              <a:latin typeface="IBM Plex Mono SemiBold"/>
              <a:ea typeface="IBM Plex Mono SemiBold"/>
              <a:cs typeface="IBM Plex Mono SemiBold"/>
            </a:endParaRPr>
          </a:p>
        </p:txBody>
      </p:sp>
      <p:sp>
        <p:nvSpPr>
          <p:cNvPr id="11" name="nav.section-04"/>
          <p:cNvSpPr/>
          <p:nvPr/>
        </p:nvSpPr>
        <p:spPr>
          <a:xfrm>
            <a:off x="266700" y="4629150"/>
            <a:ext cx="228600" cy="1314450"/>
          </a:xfrm>
          <a:prstGeom prst="rect">
            <a:avLst/>
          </a:prstGeom>
          <a:solidFill>
            <a:srgbClr val="E8EEF8"/>
          </a:solidFill>
          <a:ln>
            <a:noFill/>
          </a:ln>
        </p:spPr>
      </p:sp>
      <p:sp>
        <p:nvSpPr>
          <p:cNvPr id="12" name="nav.label.section-04"/>
          <p:cNvSpPr/>
          <p:nvPr/>
        </p:nvSpPr>
        <p:spPr>
          <a:xfrm>
            <a:off x="266700" y="4629150"/>
            <a:ext cx="228600" cy="131445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50658E"/>
                </a:solidFill>
                <a:latin typeface="IBM Plex Mono SemiBold"/>
                <a:ea typeface="IBM Plex Mono SemiBold"/>
                <a:cs typeface="IBM Plex Mono SemiBold"/>
              </a:rPr>
              <a:t>AFTER</a:t>
            </a:r>
            <a:endParaRPr lang="en-US" sz="800" spc="80" kern="0" b="0" i="0" dirty="0">
              <a:solidFill>
                <a:srgbClr val="50658E"/>
              </a:solidFill>
              <a:latin typeface="IBM Plex Mono SemiBold"/>
              <a:ea typeface="IBM Plex Mono SemiBold"/>
              <a:cs typeface="IBM Plex Mono SemiBold"/>
            </a:endParaRPr>
          </a:p>
        </p:txBody>
      </p:sp>
      <p:sp>
        <p:nvSpPr>
          <p:cNvPr id="13"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202</a:t>
            </a:fld>
            <a:endParaRPr lang="en-US" sz="700" spc="0" kern="0" b="0" i="0" dirty="0">
              <a:solidFill>
                <a:srgbClr val="070154"/>
              </a:solidFill>
              <a:latin typeface="IBM Plex Mono SemiBold"/>
              <a:ea typeface="IBM Plex Mono SemiBold"/>
              <a:cs typeface="IBM Plex Mono SemiBold"/>
            </a:endParaRPr>
          </a:p>
        </p:txBody>
      </p:sp>
      <p:grpSp>
        <p:nvGrpSpPr>
          <p:cNvPr id="85" name="node01"/>
          <p:cNvGrpSpPr/>
          <p:nvPr/>
        </p:nvGrpSpPr>
        <p:grpSpPr>
          <a:xfrm>
            <a:off x="723900" y="1600200"/>
            <a:ext cx="3429000" cy="228600"/>
            <a:chOff x="723900" y="1600200"/>
            <a:chExt cx="3429000" cy="228600"/>
          </a:xfrm>
        </p:grpSpPr>
        <p:sp>
          <p:nvSpPr>
            <p:cNvPr id="14" name="node01.label"/>
            <p:cNvSpPr/>
            <p:nvPr/>
          </p:nvSpPr>
          <p:spPr>
            <a:xfrm>
              <a:off x="723900" y="1600200"/>
              <a:ext cx="926852"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OVERALL GOAL</a:t>
              </a:r>
              <a:endParaRPr lang="en-US" sz="900" spc="54" kern="0" b="0" i="0" dirty="0">
                <a:solidFill>
                  <a:srgbClr val="50658E"/>
                </a:solidFill>
                <a:latin typeface="IBM Plex Mono Medium"/>
                <a:ea typeface="IBM Plex Mono Medium"/>
                <a:cs typeface="IBM Plex Mono Medium"/>
              </a:endParaRPr>
            </a:p>
          </p:txBody>
        </p:sp>
        <p:sp>
          <p:nvSpPr>
            <p:cNvPr id="15" name="node01.rule"/>
            <p:cNvSpPr/>
            <p:nvPr/>
          </p:nvSpPr>
          <p:spPr>
            <a:xfrm>
              <a:off x="1777752" y="1709738"/>
              <a:ext cx="2375148" cy="9525"/>
            </a:xfrm>
            <a:prstGeom prst="rect">
              <a:avLst/>
            </a:prstGeom>
            <a:solidFill>
              <a:srgbClr val="CED7E6"/>
            </a:solidFill>
            <a:ln>
              <a:noFill/>
            </a:ln>
          </p:spPr>
        </p:sp>
      </p:grpSp>
      <p:sp>
        <p:nvSpPr>
          <p:cNvPr id="16" name="node02"/>
          <p:cNvSpPr/>
          <p:nvPr/>
        </p:nvSpPr>
        <p:spPr>
          <a:xfrm>
            <a:off x="723900" y="1828800"/>
            <a:ext cx="3429000" cy="9525"/>
          </a:xfrm>
          <a:prstGeom prst="rect">
            <a:avLst/>
          </a:prstGeom>
          <a:solidFill>
            <a:srgbClr val="CED7E6"/>
          </a:solidFill>
          <a:ln>
            <a:noFill/>
          </a:ln>
        </p:spPr>
      </p:sp>
      <p:grpSp>
        <p:nvGrpSpPr>
          <p:cNvPr id="86" name="node03"/>
          <p:cNvGrpSpPr/>
          <p:nvPr/>
        </p:nvGrpSpPr>
        <p:grpSpPr>
          <a:xfrm>
            <a:off x="723900" y="1905000"/>
            <a:ext cx="3429000" cy="457200"/>
            <a:chOff x="723900" y="1905000"/>
            <a:chExt cx="3429000" cy="457200"/>
          </a:xfrm>
        </p:grpSpPr>
        <p:sp>
          <p:nvSpPr>
            <p:cNvPr id="17" name="node03.text"/>
            <p:cNvSpPr/>
            <p:nvPr/>
          </p:nvSpPr>
          <p:spPr>
            <a:xfrm>
              <a:off x="723900" y="1905000"/>
              <a:ext cx="34290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Agree and commit to one future-state design for patient access by Thursday afternoon.</a:t>
              </a:r>
              <a:endParaRPr lang="en-US" sz="1200" spc="0" kern="0" b="0" i="0" dirty="0">
                <a:solidFill>
                  <a:srgbClr val="070154"/>
                </a:solidFill>
                <a:latin typeface="IBM Plex Sans"/>
                <a:ea typeface="IBM Plex Sans"/>
                <a:cs typeface="IBM Plex Sans"/>
              </a:endParaRPr>
            </a:p>
          </p:txBody>
        </p:sp>
      </p:grpSp>
      <p:grpSp>
        <p:nvGrpSpPr>
          <p:cNvPr id="87" name="node04"/>
          <p:cNvGrpSpPr/>
          <p:nvPr/>
        </p:nvGrpSpPr>
        <p:grpSpPr>
          <a:xfrm>
            <a:off x="723900" y="2971800"/>
            <a:ext cx="3429000" cy="228600"/>
            <a:chOff x="723900" y="2971800"/>
            <a:chExt cx="3429000" cy="228600"/>
          </a:xfrm>
        </p:grpSpPr>
        <p:sp>
          <p:nvSpPr>
            <p:cNvPr id="18" name="node04.label"/>
            <p:cNvSpPr/>
            <p:nvPr/>
          </p:nvSpPr>
          <p:spPr>
            <a:xfrm>
              <a:off x="723900" y="2971800"/>
              <a:ext cx="1678062"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THREE DAYS AT A GLANCE</a:t>
              </a:r>
              <a:endParaRPr lang="en-US" sz="900" spc="54" kern="0" b="0" i="0" dirty="0">
                <a:solidFill>
                  <a:srgbClr val="50658E"/>
                </a:solidFill>
                <a:latin typeface="IBM Plex Mono Medium"/>
                <a:ea typeface="IBM Plex Mono Medium"/>
                <a:cs typeface="IBM Plex Mono Medium"/>
              </a:endParaRPr>
            </a:p>
          </p:txBody>
        </p:sp>
        <p:sp>
          <p:nvSpPr>
            <p:cNvPr id="19" name="node04.rule"/>
            <p:cNvSpPr/>
            <p:nvPr/>
          </p:nvSpPr>
          <p:spPr>
            <a:xfrm>
              <a:off x="2528962" y="3081338"/>
              <a:ext cx="1623938" cy="9525"/>
            </a:xfrm>
            <a:prstGeom prst="rect">
              <a:avLst/>
            </a:prstGeom>
            <a:solidFill>
              <a:srgbClr val="CED7E6"/>
            </a:solidFill>
            <a:ln>
              <a:noFill/>
            </a:ln>
          </p:spPr>
        </p:sp>
      </p:grpSp>
      <p:sp>
        <p:nvSpPr>
          <p:cNvPr id="20" name="node05"/>
          <p:cNvSpPr/>
          <p:nvPr/>
        </p:nvSpPr>
        <p:spPr>
          <a:xfrm>
            <a:off x="723900" y="3200400"/>
            <a:ext cx="3429000" cy="9525"/>
          </a:xfrm>
          <a:prstGeom prst="rect">
            <a:avLst/>
          </a:prstGeom>
          <a:solidFill>
            <a:srgbClr val="CED7E6"/>
          </a:solidFill>
          <a:ln>
            <a:noFill/>
          </a:ln>
        </p:spPr>
      </p:sp>
      <p:grpSp>
        <p:nvGrpSpPr>
          <p:cNvPr id="88" name="node06"/>
          <p:cNvGrpSpPr/>
          <p:nvPr/>
        </p:nvGrpSpPr>
        <p:grpSpPr>
          <a:xfrm>
            <a:off x="723900" y="3276600"/>
            <a:ext cx="3429000" cy="990600"/>
            <a:chOff x="723900" y="3276600"/>
            <a:chExt cx="3429000" cy="990600"/>
          </a:xfrm>
        </p:grpSpPr>
        <p:sp>
          <p:nvSpPr>
            <p:cNvPr id="21" name="node06.source-001.bullet"/>
            <p:cNvSpPr/>
            <p:nvPr/>
          </p:nvSpPr>
          <p:spPr>
            <a:xfrm>
              <a:off x="723900" y="3365500"/>
              <a:ext cx="38100" cy="38100"/>
            </a:xfrm>
            <a:prstGeom prst="rect">
              <a:avLst/>
            </a:prstGeom>
            <a:solidFill>
              <a:srgbClr val="070154"/>
            </a:solidFill>
            <a:ln>
              <a:noFill/>
            </a:ln>
          </p:spPr>
        </p:sp>
        <p:sp>
          <p:nvSpPr>
            <p:cNvPr id="22" name="node06.source-001.text"/>
            <p:cNvSpPr/>
            <p:nvPr/>
          </p:nvSpPr>
          <p:spPr>
            <a:xfrm>
              <a:off x="876300" y="32766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 xml:space="preserve">Day 1 Discover.</a:t>
              </a:r>
              <a:r>
                <a:rPr lang="en-US" sz="1200" spc="0" kern="0" b="0" i="0" dirty="0">
                  <a:solidFill>
                    <a:srgbClr val="50658E"/>
                  </a:solidFill>
                  <a:latin typeface="IBM Plex Sans"/>
                  <a:ea typeface="IBM Plex Sans"/>
                  <a:cs typeface="IBM Plex Sans"/>
                </a:rPr>
                <a:t xml:space="preserve"> Current state and pain points.</a:t>
              </a:r>
              <a:endParaRPr lang="en-US" sz="1200" spc="0" kern="0" b="0" i="0" dirty="0">
                <a:solidFill>
                  <a:srgbClr val="070154"/>
                </a:solidFill>
                <a:latin typeface="IBM Plex Sans"/>
                <a:ea typeface="IBM Plex Sans"/>
                <a:cs typeface="IBM Plex Sans"/>
              </a:endParaRPr>
            </a:p>
          </p:txBody>
        </p:sp>
        <p:sp>
          <p:nvSpPr>
            <p:cNvPr id="23" name="node06.source-002.bullet"/>
            <p:cNvSpPr/>
            <p:nvPr/>
          </p:nvSpPr>
          <p:spPr>
            <a:xfrm>
              <a:off x="723900" y="3632200"/>
              <a:ext cx="38100" cy="38100"/>
            </a:xfrm>
            <a:prstGeom prst="rect">
              <a:avLst/>
            </a:prstGeom>
            <a:solidFill>
              <a:srgbClr val="070154"/>
            </a:solidFill>
            <a:ln>
              <a:noFill/>
            </a:ln>
          </p:spPr>
        </p:sp>
        <p:sp>
          <p:nvSpPr>
            <p:cNvPr id="24" name="node06.source-002.text"/>
            <p:cNvSpPr/>
            <p:nvPr/>
          </p:nvSpPr>
          <p:spPr>
            <a:xfrm>
              <a:off x="876300" y="35433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 xml:space="preserve">Day 2 Design.</a:t>
              </a:r>
              <a:r>
                <a:rPr lang="en-US" sz="1200" spc="0" kern="0" b="0" i="0" dirty="0">
                  <a:solidFill>
                    <a:srgbClr val="50658E"/>
                  </a:solidFill>
                  <a:latin typeface="IBM Plex Sans"/>
                  <a:ea typeface="IBM Plex Sans"/>
                  <a:cs typeface="IBM Plex Sans"/>
                </a:rPr>
                <a:t xml:space="preserve"> Future state for each area.</a:t>
              </a:r>
              <a:endParaRPr lang="en-US" sz="1200" spc="0" kern="0" b="0" i="0" dirty="0">
                <a:solidFill>
                  <a:srgbClr val="070154"/>
                </a:solidFill>
                <a:latin typeface="IBM Plex Sans"/>
                <a:ea typeface="IBM Plex Sans"/>
                <a:cs typeface="IBM Plex Sans"/>
              </a:endParaRPr>
            </a:p>
          </p:txBody>
        </p:sp>
        <p:sp>
          <p:nvSpPr>
            <p:cNvPr id="25" name="node06.source-003.bullet"/>
            <p:cNvSpPr/>
            <p:nvPr/>
          </p:nvSpPr>
          <p:spPr>
            <a:xfrm>
              <a:off x="723900" y="3898900"/>
              <a:ext cx="38100" cy="38100"/>
            </a:xfrm>
            <a:prstGeom prst="rect">
              <a:avLst/>
            </a:prstGeom>
            <a:solidFill>
              <a:srgbClr val="070154"/>
            </a:solidFill>
            <a:ln>
              <a:noFill/>
            </a:ln>
          </p:spPr>
        </p:sp>
        <p:sp>
          <p:nvSpPr>
            <p:cNvPr id="26" name="node06.source-003.text"/>
            <p:cNvSpPr/>
            <p:nvPr/>
          </p:nvSpPr>
          <p:spPr>
            <a:xfrm>
              <a:off x="876300" y="3810000"/>
              <a:ext cx="32766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 xml:space="preserve">Day 3 Decide.</a:t>
              </a:r>
              <a:r>
                <a:rPr lang="en-US" sz="1200" spc="0" kern="0" b="0" i="0" dirty="0">
                  <a:solidFill>
                    <a:srgbClr val="50658E"/>
                  </a:solidFill>
                  <a:latin typeface="IBM Plex Sans"/>
                  <a:ea typeface="IBM Plex Sans"/>
                  <a:cs typeface="IBM Plex Sans"/>
                </a:rPr>
                <a:t xml:space="preserve"> Rank, assign, commit; ends 15:00.</a:t>
              </a:r>
              <a:endParaRPr lang="en-US" sz="1200" spc="0" kern="0" b="0" i="0" dirty="0">
                <a:solidFill>
                  <a:srgbClr val="070154"/>
                </a:solidFill>
                <a:latin typeface="IBM Plex Sans"/>
                <a:ea typeface="IBM Plex Sans"/>
                <a:cs typeface="IBM Plex Sans"/>
              </a:endParaRPr>
            </a:p>
          </p:txBody>
        </p:sp>
      </p:grpSp>
      <p:grpSp>
        <p:nvGrpSpPr>
          <p:cNvPr id="89" name="node07"/>
          <p:cNvGrpSpPr/>
          <p:nvPr/>
        </p:nvGrpSpPr>
        <p:grpSpPr>
          <a:xfrm>
            <a:off x="723900" y="4800600"/>
            <a:ext cx="3429000" cy="228600"/>
            <a:chOff x="723900" y="4800600"/>
            <a:chExt cx="3429000" cy="228600"/>
          </a:xfrm>
        </p:grpSpPr>
        <p:sp>
          <p:nvSpPr>
            <p:cNvPr id="27" name="node07.label"/>
            <p:cNvSpPr/>
            <p:nvPr/>
          </p:nvSpPr>
          <p:spPr>
            <a:xfrm>
              <a:off x="723900" y="4800600"/>
              <a:ext cx="701489"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ATTENDEES</a:t>
              </a:r>
              <a:endParaRPr lang="en-US" sz="900" spc="54" kern="0" b="0" i="0" dirty="0">
                <a:solidFill>
                  <a:srgbClr val="50658E"/>
                </a:solidFill>
                <a:latin typeface="IBM Plex Mono Medium"/>
                <a:ea typeface="IBM Plex Mono Medium"/>
                <a:cs typeface="IBM Plex Mono Medium"/>
              </a:endParaRPr>
            </a:p>
          </p:txBody>
        </p:sp>
        <p:sp>
          <p:nvSpPr>
            <p:cNvPr id="28" name="node07.rule"/>
            <p:cNvSpPr/>
            <p:nvPr/>
          </p:nvSpPr>
          <p:spPr>
            <a:xfrm>
              <a:off x="1552389" y="4910138"/>
              <a:ext cx="2600511" cy="9525"/>
            </a:xfrm>
            <a:prstGeom prst="rect">
              <a:avLst/>
            </a:prstGeom>
            <a:solidFill>
              <a:srgbClr val="CED7E6"/>
            </a:solidFill>
            <a:ln>
              <a:noFill/>
            </a:ln>
          </p:spPr>
        </p:sp>
      </p:grpSp>
      <p:sp>
        <p:nvSpPr>
          <p:cNvPr id="29" name="node08"/>
          <p:cNvSpPr/>
          <p:nvPr/>
        </p:nvSpPr>
        <p:spPr>
          <a:xfrm>
            <a:off x="723900" y="5029200"/>
            <a:ext cx="3429000" cy="9525"/>
          </a:xfrm>
          <a:prstGeom prst="rect">
            <a:avLst/>
          </a:prstGeom>
          <a:solidFill>
            <a:srgbClr val="CED7E6"/>
          </a:solidFill>
          <a:ln>
            <a:noFill/>
          </a:ln>
        </p:spPr>
      </p:sp>
      <p:grpSp>
        <p:nvGrpSpPr>
          <p:cNvPr id="90" name="node09"/>
          <p:cNvGrpSpPr/>
          <p:nvPr/>
        </p:nvGrpSpPr>
        <p:grpSpPr>
          <a:xfrm>
            <a:off x="723900" y="5105400"/>
            <a:ext cx="3429000" cy="495300"/>
            <a:chOff x="723900" y="5105400"/>
            <a:chExt cx="3429000" cy="495300"/>
          </a:xfrm>
        </p:grpSpPr>
        <p:sp>
          <p:nvSpPr>
            <p:cNvPr id="30" name="node09.source-001.bullet"/>
            <p:cNvSpPr/>
            <p:nvPr/>
          </p:nvSpPr>
          <p:spPr>
            <a:xfrm>
              <a:off x="723900" y="5194300"/>
              <a:ext cx="38100" cy="38100"/>
            </a:xfrm>
            <a:prstGeom prst="rect">
              <a:avLst/>
            </a:prstGeom>
            <a:solidFill>
              <a:srgbClr val="070154"/>
            </a:solidFill>
            <a:ln>
              <a:noFill/>
            </a:ln>
          </p:spPr>
        </p:sp>
        <p:sp>
          <p:nvSpPr>
            <p:cNvPr id="31" name="node09.source-001.text"/>
            <p:cNvSpPr/>
            <p:nvPr/>
          </p:nvSpPr>
          <p:spPr>
            <a:xfrm>
              <a:off x="876300" y="51054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Access, registration, revenue cycle</a:t>
              </a:r>
              <a:endParaRPr lang="en-US" sz="1200" spc="0" kern="0" b="0" i="0" dirty="0">
                <a:solidFill>
                  <a:srgbClr val="070154"/>
                </a:solidFill>
                <a:latin typeface="IBM Plex Sans"/>
                <a:ea typeface="IBM Plex Sans"/>
                <a:cs typeface="IBM Plex Sans"/>
              </a:endParaRPr>
            </a:p>
          </p:txBody>
        </p:sp>
        <p:sp>
          <p:nvSpPr>
            <p:cNvPr id="32" name="node09.source-002.bullet"/>
            <p:cNvSpPr/>
            <p:nvPr/>
          </p:nvSpPr>
          <p:spPr>
            <a:xfrm>
              <a:off x="723900" y="5461000"/>
              <a:ext cx="38100" cy="38100"/>
            </a:xfrm>
            <a:prstGeom prst="rect">
              <a:avLst/>
            </a:prstGeom>
            <a:solidFill>
              <a:srgbClr val="070154"/>
            </a:solidFill>
            <a:ln>
              <a:noFill/>
            </a:ln>
          </p:spPr>
        </p:sp>
        <p:sp>
          <p:nvSpPr>
            <p:cNvPr id="33" name="node09.source-002.text"/>
            <p:cNvSpPr/>
            <p:nvPr/>
          </p:nvSpPr>
          <p:spPr>
            <a:xfrm>
              <a:off x="876300" y="53721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IT owners and a finance partner</a:t>
              </a:r>
              <a:endParaRPr lang="en-US" sz="1200" spc="0" kern="0" b="0" i="0" dirty="0">
                <a:solidFill>
                  <a:srgbClr val="070154"/>
                </a:solidFill>
                <a:latin typeface="IBM Plex Sans"/>
                <a:ea typeface="IBM Plex Sans"/>
                <a:cs typeface="IBM Plex Sans"/>
              </a:endParaRPr>
            </a:p>
          </p:txBody>
        </p:sp>
      </p:grpSp>
      <p:grpSp>
        <p:nvGrpSpPr>
          <p:cNvPr id="91" name="node10"/>
          <p:cNvGrpSpPr/>
          <p:nvPr/>
        </p:nvGrpSpPr>
        <p:grpSpPr>
          <a:xfrm>
            <a:off x="4381500" y="1600200"/>
            <a:ext cx="3429000" cy="228600"/>
            <a:chOff x="4381500" y="1600200"/>
            <a:chExt cx="3429000" cy="228600"/>
          </a:xfrm>
        </p:grpSpPr>
        <p:sp>
          <p:nvSpPr>
            <p:cNvPr id="34" name="node10.label"/>
            <p:cNvSpPr/>
            <p:nvPr/>
          </p:nvSpPr>
          <p:spPr>
            <a:xfrm>
              <a:off x="4381500" y="1600200"/>
              <a:ext cx="2128788"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DAY 2 AGENDA · 9:00 TO 17:00</a:t>
              </a:r>
              <a:endParaRPr lang="en-US" sz="900" spc="54" kern="0" b="0" i="0" dirty="0">
                <a:solidFill>
                  <a:srgbClr val="50658E"/>
                </a:solidFill>
                <a:latin typeface="IBM Plex Mono Medium"/>
                <a:ea typeface="IBM Plex Mono Medium"/>
                <a:cs typeface="IBM Plex Mono Medium"/>
              </a:endParaRPr>
            </a:p>
          </p:txBody>
        </p:sp>
        <p:sp>
          <p:nvSpPr>
            <p:cNvPr id="35" name="node10.rule"/>
            <p:cNvSpPr/>
            <p:nvPr/>
          </p:nvSpPr>
          <p:spPr>
            <a:xfrm>
              <a:off x="6637288" y="1709738"/>
              <a:ext cx="1173212" cy="9525"/>
            </a:xfrm>
            <a:prstGeom prst="rect">
              <a:avLst/>
            </a:prstGeom>
            <a:solidFill>
              <a:srgbClr val="CED7E6"/>
            </a:solidFill>
            <a:ln>
              <a:noFill/>
            </a:ln>
          </p:spPr>
        </p:sp>
      </p:grpSp>
      <p:sp>
        <p:nvSpPr>
          <p:cNvPr id="36" name="node11"/>
          <p:cNvSpPr/>
          <p:nvPr/>
        </p:nvSpPr>
        <p:spPr>
          <a:xfrm>
            <a:off x="4381500" y="1828800"/>
            <a:ext cx="3429000" cy="9525"/>
          </a:xfrm>
          <a:prstGeom prst="rect">
            <a:avLst/>
          </a:prstGeom>
          <a:solidFill>
            <a:srgbClr val="CED7E6"/>
          </a:solidFill>
          <a:ln>
            <a:noFill/>
          </a:ln>
        </p:spPr>
      </p:sp>
      <p:grpSp>
        <p:nvGrpSpPr>
          <p:cNvPr id="92" name="node12"/>
          <p:cNvGrpSpPr/>
          <p:nvPr/>
        </p:nvGrpSpPr>
        <p:grpSpPr>
          <a:xfrm>
            <a:off x="4381500" y="1905000"/>
            <a:ext cx="3429000" cy="2743200"/>
            <a:chOff x="4381500" y="1905000"/>
            <a:chExt cx="3429000" cy="2743200"/>
          </a:xfrm>
        </p:grpSpPr>
        <p:sp>
          <p:nvSpPr>
            <p:cNvPr id="37" name="node12.source-001.key"/>
            <p:cNvSpPr/>
            <p:nvPr/>
          </p:nvSpPr>
          <p:spPr>
            <a:xfrm>
              <a:off x="4381500" y="1905000"/>
              <a:ext cx="685800" cy="266700"/>
            </a:xfrm>
            <a:prstGeom prst="rect">
              <a:avLst/>
            </a:prstGeom>
            <a:noFill/>
            <a:ln/>
          </p:spPr>
          <p:txBody>
            <a:bodyPr wrap="square" lIns="0" tIns="0" rIns="0" bIns="0" rtlCol="0" anchor="t"/>
            <a:lstStyle/>
            <a:p>
              <a:pPr algn="r" indent="0" marL="0">
                <a:lnSpc>
                  <a:spcPts val="2100"/>
                </a:lnSpc>
                <a:buNone/>
              </a:pPr>
              <a:r>
                <a:rPr lang="en-US" sz="1400" spc="0" kern="0" b="1" i="0" dirty="0">
                  <a:solidFill>
                    <a:srgbClr val="0047FF"/>
                  </a:solidFill>
                  <a:latin typeface="IBM Plex Sans"/>
                  <a:ea typeface="IBM Plex Sans"/>
                  <a:cs typeface="IBM Plex Sans"/>
                </a:rPr>
                <a:t>9:00</a:t>
              </a:r>
              <a:endParaRPr lang="en-US" sz="1400" spc="0" kern="0" b="1" i="0" dirty="0">
                <a:solidFill>
                  <a:srgbClr val="0047FF"/>
                </a:solidFill>
                <a:latin typeface="IBM Plex Sans"/>
                <a:ea typeface="IBM Plex Sans"/>
                <a:cs typeface="IBM Plex Sans"/>
              </a:endParaRPr>
            </a:p>
          </p:txBody>
        </p:sp>
        <p:sp>
          <p:nvSpPr>
            <p:cNvPr id="38" name="node12.source-001.text"/>
            <p:cNvSpPr/>
            <p:nvPr/>
          </p:nvSpPr>
          <p:spPr>
            <a:xfrm>
              <a:off x="5295900" y="1909191"/>
              <a:ext cx="25146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Recap and principles</a:t>
              </a:r>
              <a:endParaRPr lang="en-US" sz="1400" spc="0" kern="0" b="0" i="0" dirty="0">
                <a:solidFill>
                  <a:srgbClr val="070154"/>
                </a:solidFill>
                <a:latin typeface="IBM Plex Sans SemiBold"/>
                <a:ea typeface="IBM Plex Sans SemiBold"/>
                <a:cs typeface="IBM Plex Sans SemiBold"/>
              </a:endParaRPr>
            </a:p>
          </p:txBody>
        </p:sp>
        <p:sp>
          <p:nvSpPr>
            <p:cNvPr id="39" name="node12.source-002.key"/>
            <p:cNvSpPr/>
            <p:nvPr/>
          </p:nvSpPr>
          <p:spPr>
            <a:xfrm>
              <a:off x="4381500" y="2247900"/>
              <a:ext cx="685800" cy="266700"/>
            </a:xfrm>
            <a:prstGeom prst="rect">
              <a:avLst/>
            </a:prstGeom>
            <a:noFill/>
            <a:ln/>
          </p:spPr>
          <p:txBody>
            <a:bodyPr wrap="square" lIns="0" tIns="0" rIns="0" bIns="0" rtlCol="0" anchor="t"/>
            <a:lstStyle/>
            <a:p>
              <a:pPr algn="r" indent="0" marL="0">
                <a:lnSpc>
                  <a:spcPts val="2100"/>
                </a:lnSpc>
                <a:buNone/>
              </a:pPr>
              <a:r>
                <a:rPr lang="en-US" sz="1400" spc="0" kern="0" b="1" i="0" dirty="0">
                  <a:solidFill>
                    <a:srgbClr val="0047FF"/>
                  </a:solidFill>
                  <a:latin typeface="IBM Plex Sans"/>
                  <a:ea typeface="IBM Plex Sans"/>
                  <a:cs typeface="IBM Plex Sans"/>
                </a:rPr>
                <a:t>9:45</a:t>
              </a:r>
              <a:endParaRPr lang="en-US" sz="1400" spc="0" kern="0" b="1" i="0" dirty="0">
                <a:solidFill>
                  <a:srgbClr val="0047FF"/>
                </a:solidFill>
                <a:latin typeface="IBM Plex Sans"/>
                <a:ea typeface="IBM Plex Sans"/>
                <a:cs typeface="IBM Plex Sans"/>
              </a:endParaRPr>
            </a:p>
          </p:txBody>
        </p:sp>
        <p:sp>
          <p:nvSpPr>
            <p:cNvPr id="40" name="node12.source-002.text"/>
            <p:cNvSpPr/>
            <p:nvPr/>
          </p:nvSpPr>
          <p:spPr>
            <a:xfrm>
              <a:off x="5295900" y="2252091"/>
              <a:ext cx="25146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Design by area</a:t>
              </a:r>
              <a:endParaRPr lang="en-US" sz="1400" spc="0" kern="0" b="0" i="0" dirty="0">
                <a:solidFill>
                  <a:srgbClr val="070154"/>
                </a:solidFill>
                <a:latin typeface="IBM Plex Sans SemiBold"/>
                <a:ea typeface="IBM Plex Sans SemiBold"/>
                <a:cs typeface="IBM Plex Sans SemiBold"/>
              </a:endParaRPr>
            </a:p>
          </p:txBody>
        </p:sp>
        <p:sp>
          <p:nvSpPr>
            <p:cNvPr id="41" name="node12.source-003.key"/>
            <p:cNvSpPr/>
            <p:nvPr/>
          </p:nvSpPr>
          <p:spPr>
            <a:xfrm>
              <a:off x="4381500" y="2590800"/>
              <a:ext cx="685800" cy="266700"/>
            </a:xfrm>
            <a:prstGeom prst="rect">
              <a:avLst/>
            </a:prstGeom>
            <a:noFill/>
            <a:ln/>
          </p:spPr>
          <p:txBody>
            <a:bodyPr wrap="square" lIns="0" tIns="0" rIns="0" bIns="0" rtlCol="0" anchor="t"/>
            <a:lstStyle/>
            <a:p>
              <a:pPr algn="r" indent="0" marL="0">
                <a:lnSpc>
                  <a:spcPts val="2100"/>
                </a:lnSpc>
                <a:buNone/>
              </a:pPr>
              <a:r>
                <a:rPr lang="en-US" sz="1400" spc="0" kern="0" b="1" i="0" dirty="0">
                  <a:solidFill>
                    <a:srgbClr val="0047FF"/>
                  </a:solidFill>
                  <a:latin typeface="IBM Plex Sans"/>
                  <a:ea typeface="IBM Plex Sans"/>
                  <a:cs typeface="IBM Plex Sans"/>
                </a:rPr>
                <a:t>11:30</a:t>
              </a:r>
              <a:endParaRPr lang="en-US" sz="1400" spc="0" kern="0" b="1" i="0" dirty="0">
                <a:solidFill>
                  <a:srgbClr val="0047FF"/>
                </a:solidFill>
                <a:latin typeface="IBM Plex Sans"/>
                <a:ea typeface="IBM Plex Sans"/>
                <a:cs typeface="IBM Plex Sans"/>
              </a:endParaRPr>
            </a:p>
          </p:txBody>
        </p:sp>
        <p:sp>
          <p:nvSpPr>
            <p:cNvPr id="42" name="node12.source-003.text"/>
            <p:cNvSpPr/>
            <p:nvPr/>
          </p:nvSpPr>
          <p:spPr>
            <a:xfrm>
              <a:off x="5295900" y="2594991"/>
              <a:ext cx="25146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Table playbacks</a:t>
              </a:r>
              <a:endParaRPr lang="en-US" sz="1400" spc="0" kern="0" b="0" i="0" dirty="0">
                <a:solidFill>
                  <a:srgbClr val="070154"/>
                </a:solidFill>
                <a:latin typeface="IBM Plex Sans SemiBold"/>
                <a:ea typeface="IBM Plex Sans SemiBold"/>
                <a:cs typeface="IBM Plex Sans SemiBold"/>
              </a:endParaRPr>
            </a:p>
          </p:txBody>
        </p:sp>
        <p:sp>
          <p:nvSpPr>
            <p:cNvPr id="43" name="node12.source-004.key"/>
            <p:cNvSpPr/>
            <p:nvPr/>
          </p:nvSpPr>
          <p:spPr>
            <a:xfrm>
              <a:off x="4381500" y="2933700"/>
              <a:ext cx="685800" cy="266700"/>
            </a:xfrm>
            <a:prstGeom prst="rect">
              <a:avLst/>
            </a:prstGeom>
            <a:noFill/>
            <a:ln/>
          </p:spPr>
          <p:txBody>
            <a:bodyPr wrap="square" lIns="0" tIns="0" rIns="0" bIns="0" rtlCol="0" anchor="t"/>
            <a:lstStyle/>
            <a:p>
              <a:pPr algn="r" indent="0" marL="0">
                <a:lnSpc>
                  <a:spcPts val="2100"/>
                </a:lnSpc>
                <a:buNone/>
              </a:pPr>
              <a:r>
                <a:rPr lang="en-US" sz="1400" spc="0" kern="0" b="1" i="0" dirty="0">
                  <a:solidFill>
                    <a:srgbClr val="0047FF"/>
                  </a:solidFill>
                  <a:latin typeface="IBM Plex Sans"/>
                  <a:ea typeface="IBM Plex Sans"/>
                  <a:cs typeface="IBM Plex Sans"/>
                </a:rPr>
                <a:t>12:30</a:t>
              </a:r>
              <a:endParaRPr lang="en-US" sz="1400" spc="0" kern="0" b="1" i="0" dirty="0">
                <a:solidFill>
                  <a:srgbClr val="0047FF"/>
                </a:solidFill>
                <a:latin typeface="IBM Plex Sans"/>
                <a:ea typeface="IBM Plex Sans"/>
                <a:cs typeface="IBM Plex Sans"/>
              </a:endParaRPr>
            </a:p>
          </p:txBody>
        </p:sp>
        <p:sp>
          <p:nvSpPr>
            <p:cNvPr id="44" name="node12.source-004.text"/>
            <p:cNvSpPr/>
            <p:nvPr/>
          </p:nvSpPr>
          <p:spPr>
            <a:xfrm>
              <a:off x="5295900" y="2937891"/>
              <a:ext cx="25146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Working lunch</a:t>
              </a:r>
              <a:endParaRPr lang="en-US" sz="1400" spc="0" kern="0" b="0" i="0" dirty="0">
                <a:solidFill>
                  <a:srgbClr val="070154"/>
                </a:solidFill>
                <a:latin typeface="IBM Plex Sans SemiBold"/>
                <a:ea typeface="IBM Plex Sans SemiBold"/>
                <a:cs typeface="IBM Plex Sans SemiBold"/>
              </a:endParaRPr>
            </a:p>
          </p:txBody>
        </p:sp>
        <p:sp>
          <p:nvSpPr>
            <p:cNvPr id="45" name="node12.source-005.key"/>
            <p:cNvSpPr/>
            <p:nvPr/>
          </p:nvSpPr>
          <p:spPr>
            <a:xfrm>
              <a:off x="4381500" y="3276600"/>
              <a:ext cx="685800" cy="266700"/>
            </a:xfrm>
            <a:prstGeom prst="rect">
              <a:avLst/>
            </a:prstGeom>
            <a:noFill/>
            <a:ln/>
          </p:spPr>
          <p:txBody>
            <a:bodyPr wrap="square" lIns="0" tIns="0" rIns="0" bIns="0" rtlCol="0" anchor="t"/>
            <a:lstStyle/>
            <a:p>
              <a:pPr algn="r" indent="0" marL="0">
                <a:lnSpc>
                  <a:spcPts val="2100"/>
                </a:lnSpc>
                <a:buNone/>
              </a:pPr>
              <a:r>
                <a:rPr lang="en-US" sz="1400" spc="0" kern="0" b="1" i="0" dirty="0">
                  <a:solidFill>
                    <a:srgbClr val="0047FF"/>
                  </a:solidFill>
                  <a:latin typeface="IBM Plex Sans"/>
                  <a:ea typeface="IBM Plex Sans"/>
                  <a:cs typeface="IBM Plex Sans"/>
                </a:rPr>
                <a:t>13:00</a:t>
              </a:r>
              <a:endParaRPr lang="en-US" sz="1400" spc="0" kern="0" b="1" i="0" dirty="0">
                <a:solidFill>
                  <a:srgbClr val="0047FF"/>
                </a:solidFill>
                <a:latin typeface="IBM Plex Sans"/>
                <a:ea typeface="IBM Plex Sans"/>
                <a:cs typeface="IBM Plex Sans"/>
              </a:endParaRPr>
            </a:p>
          </p:txBody>
        </p:sp>
        <p:sp>
          <p:nvSpPr>
            <p:cNvPr id="46" name="node12.source-005.text"/>
            <p:cNvSpPr/>
            <p:nvPr/>
          </p:nvSpPr>
          <p:spPr>
            <a:xfrm>
              <a:off x="5295900" y="3280791"/>
              <a:ext cx="25146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Cross-area hand-offs</a:t>
              </a:r>
              <a:endParaRPr lang="en-US" sz="1400" spc="0" kern="0" b="0" i="0" dirty="0">
                <a:solidFill>
                  <a:srgbClr val="070154"/>
                </a:solidFill>
                <a:latin typeface="IBM Plex Sans SemiBold"/>
                <a:ea typeface="IBM Plex Sans SemiBold"/>
                <a:cs typeface="IBM Plex Sans SemiBold"/>
              </a:endParaRPr>
            </a:p>
          </p:txBody>
        </p:sp>
        <p:sp>
          <p:nvSpPr>
            <p:cNvPr id="47" name="node12.source-006.key"/>
            <p:cNvSpPr/>
            <p:nvPr/>
          </p:nvSpPr>
          <p:spPr>
            <a:xfrm>
              <a:off x="4381500" y="3619500"/>
              <a:ext cx="685800" cy="266700"/>
            </a:xfrm>
            <a:prstGeom prst="rect">
              <a:avLst/>
            </a:prstGeom>
            <a:noFill/>
            <a:ln/>
          </p:spPr>
          <p:txBody>
            <a:bodyPr wrap="square" lIns="0" tIns="0" rIns="0" bIns="0" rtlCol="0" anchor="t"/>
            <a:lstStyle/>
            <a:p>
              <a:pPr algn="r" indent="0" marL="0">
                <a:lnSpc>
                  <a:spcPts val="2100"/>
                </a:lnSpc>
                <a:buNone/>
              </a:pPr>
              <a:r>
                <a:rPr lang="en-US" sz="1400" spc="0" kern="0" b="1" i="0" dirty="0">
                  <a:solidFill>
                    <a:srgbClr val="0047FF"/>
                  </a:solidFill>
                  <a:latin typeface="IBM Plex Sans"/>
                  <a:ea typeface="IBM Plex Sans"/>
                  <a:cs typeface="IBM Plex Sans"/>
                </a:rPr>
                <a:t>15:00</a:t>
              </a:r>
              <a:endParaRPr lang="en-US" sz="1400" spc="0" kern="0" b="1" i="0" dirty="0">
                <a:solidFill>
                  <a:srgbClr val="0047FF"/>
                </a:solidFill>
                <a:latin typeface="IBM Plex Sans"/>
                <a:ea typeface="IBM Plex Sans"/>
                <a:cs typeface="IBM Plex Sans"/>
              </a:endParaRPr>
            </a:p>
          </p:txBody>
        </p:sp>
        <p:sp>
          <p:nvSpPr>
            <p:cNvPr id="48" name="node12.source-006.text"/>
            <p:cNvSpPr/>
            <p:nvPr/>
          </p:nvSpPr>
          <p:spPr>
            <a:xfrm>
              <a:off x="5295900" y="3623691"/>
              <a:ext cx="25146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Scenario tests</a:t>
              </a:r>
              <a:endParaRPr lang="en-US" sz="1400" spc="0" kern="0" b="0" i="0" dirty="0">
                <a:solidFill>
                  <a:srgbClr val="070154"/>
                </a:solidFill>
                <a:latin typeface="IBM Plex Sans SemiBold"/>
                <a:ea typeface="IBM Plex Sans SemiBold"/>
                <a:cs typeface="IBM Plex Sans SemiBold"/>
              </a:endParaRPr>
            </a:p>
          </p:txBody>
        </p:sp>
        <p:sp>
          <p:nvSpPr>
            <p:cNvPr id="49" name="node12.source-007.key"/>
            <p:cNvSpPr/>
            <p:nvPr/>
          </p:nvSpPr>
          <p:spPr>
            <a:xfrm>
              <a:off x="4381500" y="3962400"/>
              <a:ext cx="685800" cy="266700"/>
            </a:xfrm>
            <a:prstGeom prst="rect">
              <a:avLst/>
            </a:prstGeom>
            <a:noFill/>
            <a:ln/>
          </p:spPr>
          <p:txBody>
            <a:bodyPr wrap="square" lIns="0" tIns="0" rIns="0" bIns="0" rtlCol="0" anchor="t"/>
            <a:lstStyle/>
            <a:p>
              <a:pPr algn="r" indent="0" marL="0">
                <a:lnSpc>
                  <a:spcPts val="2100"/>
                </a:lnSpc>
                <a:buNone/>
              </a:pPr>
              <a:r>
                <a:rPr lang="en-US" sz="1400" spc="0" kern="0" b="1" i="0" dirty="0">
                  <a:solidFill>
                    <a:srgbClr val="0047FF"/>
                  </a:solidFill>
                  <a:latin typeface="IBM Plex Sans"/>
                  <a:ea typeface="IBM Plex Sans"/>
                  <a:cs typeface="IBM Plex Sans"/>
                </a:rPr>
                <a:t>16:30</a:t>
              </a:r>
              <a:endParaRPr lang="en-US" sz="1400" spc="0" kern="0" b="1" i="0" dirty="0">
                <a:solidFill>
                  <a:srgbClr val="0047FF"/>
                </a:solidFill>
                <a:latin typeface="IBM Plex Sans"/>
                <a:ea typeface="IBM Plex Sans"/>
                <a:cs typeface="IBM Plex Sans"/>
              </a:endParaRPr>
            </a:p>
          </p:txBody>
        </p:sp>
        <p:sp>
          <p:nvSpPr>
            <p:cNvPr id="50" name="node12.source-007.text"/>
            <p:cNvSpPr/>
            <p:nvPr/>
          </p:nvSpPr>
          <p:spPr>
            <a:xfrm>
              <a:off x="5295900" y="3966591"/>
              <a:ext cx="25146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Day 2 playback</a:t>
              </a:r>
              <a:endParaRPr lang="en-US" sz="1400" spc="0" kern="0" b="0" i="0" dirty="0">
                <a:solidFill>
                  <a:srgbClr val="070154"/>
                </a:solidFill>
                <a:latin typeface="IBM Plex Sans SemiBold"/>
                <a:ea typeface="IBM Plex Sans SemiBold"/>
                <a:cs typeface="IBM Plex Sans SemiBold"/>
              </a:endParaRPr>
            </a:p>
          </p:txBody>
        </p:sp>
        <p:sp>
          <p:nvSpPr>
            <p:cNvPr id="51" name="node12.source-008.key"/>
            <p:cNvSpPr/>
            <p:nvPr/>
          </p:nvSpPr>
          <p:spPr>
            <a:xfrm>
              <a:off x="4381500" y="4305300"/>
              <a:ext cx="685800" cy="266700"/>
            </a:xfrm>
            <a:prstGeom prst="rect">
              <a:avLst/>
            </a:prstGeom>
            <a:noFill/>
            <a:ln/>
          </p:spPr>
          <p:txBody>
            <a:bodyPr wrap="square" lIns="0" tIns="0" rIns="0" bIns="0" rtlCol="0" anchor="t"/>
            <a:lstStyle/>
            <a:p>
              <a:pPr algn="r" indent="0" marL="0">
                <a:lnSpc>
                  <a:spcPts val="2100"/>
                </a:lnSpc>
                <a:buNone/>
              </a:pPr>
              <a:r>
                <a:rPr lang="en-US" sz="1400" spc="0" kern="0" b="1" i="0" dirty="0">
                  <a:solidFill>
                    <a:srgbClr val="0047FF"/>
                  </a:solidFill>
                  <a:latin typeface="IBM Plex Sans"/>
                  <a:ea typeface="IBM Plex Sans"/>
                  <a:cs typeface="IBM Plex Sans"/>
                </a:rPr>
                <a:t>17:00</a:t>
              </a:r>
              <a:endParaRPr lang="en-US" sz="1400" spc="0" kern="0" b="1" i="0" dirty="0">
                <a:solidFill>
                  <a:srgbClr val="0047FF"/>
                </a:solidFill>
                <a:latin typeface="IBM Plex Sans"/>
                <a:ea typeface="IBM Plex Sans"/>
                <a:cs typeface="IBM Plex Sans"/>
              </a:endParaRPr>
            </a:p>
          </p:txBody>
        </p:sp>
        <p:sp>
          <p:nvSpPr>
            <p:cNvPr id="52" name="node12.source-008.text"/>
            <p:cNvSpPr/>
            <p:nvPr/>
          </p:nvSpPr>
          <p:spPr>
            <a:xfrm>
              <a:off x="5295900" y="4309491"/>
              <a:ext cx="25146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Close</a:t>
              </a:r>
              <a:endParaRPr lang="en-US" sz="1400" spc="0" kern="0" b="0" i="0" dirty="0">
                <a:solidFill>
                  <a:srgbClr val="070154"/>
                </a:solidFill>
                <a:latin typeface="IBM Plex Sans SemiBold"/>
                <a:ea typeface="IBM Plex Sans SemiBold"/>
                <a:cs typeface="IBM Plex Sans SemiBold"/>
              </a:endParaRPr>
            </a:p>
          </p:txBody>
        </p:sp>
      </p:grpSp>
      <p:grpSp>
        <p:nvGrpSpPr>
          <p:cNvPr id="93" name="node13"/>
          <p:cNvGrpSpPr/>
          <p:nvPr/>
        </p:nvGrpSpPr>
        <p:grpSpPr>
          <a:xfrm>
            <a:off x="4381500" y="4800600"/>
            <a:ext cx="3429000" cy="228600"/>
            <a:chOff x="4381500" y="4800600"/>
            <a:chExt cx="3429000" cy="228600"/>
          </a:xfrm>
        </p:grpSpPr>
        <p:sp>
          <p:nvSpPr>
            <p:cNvPr id="53" name="node13.label"/>
            <p:cNvSpPr/>
            <p:nvPr/>
          </p:nvSpPr>
          <p:spPr>
            <a:xfrm>
              <a:off x="4381500" y="4800600"/>
              <a:ext cx="1302457"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ROLES IN THE ROOM</a:t>
              </a:r>
              <a:endParaRPr lang="en-US" sz="900" spc="54" kern="0" b="0" i="0" dirty="0">
                <a:solidFill>
                  <a:srgbClr val="50658E"/>
                </a:solidFill>
                <a:latin typeface="IBM Plex Mono Medium"/>
                <a:ea typeface="IBM Plex Mono Medium"/>
                <a:cs typeface="IBM Plex Mono Medium"/>
              </a:endParaRPr>
            </a:p>
          </p:txBody>
        </p:sp>
        <p:sp>
          <p:nvSpPr>
            <p:cNvPr id="54" name="node13.rule"/>
            <p:cNvSpPr/>
            <p:nvPr/>
          </p:nvSpPr>
          <p:spPr>
            <a:xfrm>
              <a:off x="5810957" y="4910138"/>
              <a:ext cx="1999543" cy="9525"/>
            </a:xfrm>
            <a:prstGeom prst="rect">
              <a:avLst/>
            </a:prstGeom>
            <a:solidFill>
              <a:srgbClr val="CED7E6"/>
            </a:solidFill>
            <a:ln>
              <a:noFill/>
            </a:ln>
          </p:spPr>
        </p:sp>
      </p:grpSp>
      <p:sp>
        <p:nvSpPr>
          <p:cNvPr id="55" name="node14"/>
          <p:cNvSpPr/>
          <p:nvPr/>
        </p:nvSpPr>
        <p:spPr>
          <a:xfrm>
            <a:off x="4381500" y="5029200"/>
            <a:ext cx="3429000" cy="9525"/>
          </a:xfrm>
          <a:prstGeom prst="rect">
            <a:avLst/>
          </a:prstGeom>
          <a:solidFill>
            <a:srgbClr val="CED7E6"/>
          </a:solidFill>
          <a:ln>
            <a:noFill/>
          </a:ln>
        </p:spPr>
      </p:sp>
      <p:grpSp>
        <p:nvGrpSpPr>
          <p:cNvPr id="94" name="node15"/>
          <p:cNvGrpSpPr/>
          <p:nvPr/>
        </p:nvGrpSpPr>
        <p:grpSpPr>
          <a:xfrm>
            <a:off x="4381500" y="5105400"/>
            <a:ext cx="3429000" cy="495300"/>
            <a:chOff x="4381500" y="5105400"/>
            <a:chExt cx="3429000" cy="495300"/>
          </a:xfrm>
        </p:grpSpPr>
        <p:sp>
          <p:nvSpPr>
            <p:cNvPr id="56" name="node15.source-001.bullet"/>
            <p:cNvSpPr/>
            <p:nvPr/>
          </p:nvSpPr>
          <p:spPr>
            <a:xfrm>
              <a:off x="4381500" y="5194300"/>
              <a:ext cx="38100" cy="38100"/>
            </a:xfrm>
            <a:prstGeom prst="rect">
              <a:avLst/>
            </a:prstGeom>
            <a:solidFill>
              <a:srgbClr val="070154"/>
            </a:solidFill>
            <a:ln>
              <a:noFill/>
            </a:ln>
          </p:spPr>
        </p:sp>
        <p:sp>
          <p:nvSpPr>
            <p:cNvPr id="57" name="node15.source-001.text"/>
            <p:cNvSpPr/>
            <p:nvPr/>
          </p:nvSpPr>
          <p:spPr>
            <a:xfrm>
              <a:off x="4533900" y="51054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Two facilitators, one scribe</a:t>
              </a:r>
              <a:endParaRPr lang="en-US" sz="1200" spc="0" kern="0" b="0" i="0" dirty="0">
                <a:solidFill>
                  <a:srgbClr val="070154"/>
                </a:solidFill>
                <a:latin typeface="IBM Plex Sans"/>
                <a:ea typeface="IBM Plex Sans"/>
                <a:cs typeface="IBM Plex Sans"/>
              </a:endParaRPr>
            </a:p>
          </p:txBody>
        </p:sp>
        <p:sp>
          <p:nvSpPr>
            <p:cNvPr id="58" name="node15.source-002.bullet"/>
            <p:cNvSpPr/>
            <p:nvPr/>
          </p:nvSpPr>
          <p:spPr>
            <a:xfrm>
              <a:off x="4381500" y="5461000"/>
              <a:ext cx="38100" cy="38100"/>
            </a:xfrm>
            <a:prstGeom prst="rect">
              <a:avLst/>
            </a:prstGeom>
            <a:solidFill>
              <a:srgbClr val="070154"/>
            </a:solidFill>
            <a:ln>
              <a:noFill/>
            </a:ln>
          </p:spPr>
        </p:sp>
        <p:sp>
          <p:nvSpPr>
            <p:cNvPr id="59" name="node15.source-002.text"/>
            <p:cNvSpPr/>
            <p:nvPr/>
          </p:nvSpPr>
          <p:spPr>
            <a:xfrm>
              <a:off x="4533900" y="53721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One owner per area table</a:t>
              </a:r>
              <a:endParaRPr lang="en-US" sz="1200" spc="0" kern="0" b="0" i="0" dirty="0">
                <a:solidFill>
                  <a:srgbClr val="070154"/>
                </a:solidFill>
                <a:latin typeface="IBM Plex Sans"/>
                <a:ea typeface="IBM Plex Sans"/>
                <a:cs typeface="IBM Plex Sans"/>
              </a:endParaRPr>
            </a:p>
          </p:txBody>
        </p:sp>
      </p:grpSp>
      <p:grpSp>
        <p:nvGrpSpPr>
          <p:cNvPr id="95" name="node16"/>
          <p:cNvGrpSpPr/>
          <p:nvPr/>
        </p:nvGrpSpPr>
        <p:grpSpPr>
          <a:xfrm>
            <a:off x="8039100" y="1600200"/>
            <a:ext cx="3429000" cy="228600"/>
            <a:chOff x="8039100" y="1600200"/>
            <a:chExt cx="3429000" cy="228600"/>
          </a:xfrm>
        </p:grpSpPr>
        <p:sp>
          <p:nvSpPr>
            <p:cNvPr id="60" name="node16.label"/>
            <p:cNvSpPr/>
            <p:nvPr/>
          </p:nvSpPr>
          <p:spPr>
            <a:xfrm>
              <a:off x="8039100" y="1600200"/>
              <a:ext cx="1678062"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OUTPUT BY END OF DAY 2</a:t>
              </a:r>
              <a:endParaRPr lang="en-US" sz="900" spc="54" kern="0" b="0" i="0" dirty="0">
                <a:solidFill>
                  <a:srgbClr val="50658E"/>
                </a:solidFill>
                <a:latin typeface="IBM Plex Mono Medium"/>
                <a:ea typeface="IBM Plex Mono Medium"/>
                <a:cs typeface="IBM Plex Mono Medium"/>
              </a:endParaRPr>
            </a:p>
          </p:txBody>
        </p:sp>
        <p:sp>
          <p:nvSpPr>
            <p:cNvPr id="61" name="node16.rule"/>
            <p:cNvSpPr/>
            <p:nvPr/>
          </p:nvSpPr>
          <p:spPr>
            <a:xfrm>
              <a:off x="9844162" y="1709738"/>
              <a:ext cx="1623938" cy="9525"/>
            </a:xfrm>
            <a:prstGeom prst="rect">
              <a:avLst/>
            </a:prstGeom>
            <a:solidFill>
              <a:srgbClr val="CED7E6"/>
            </a:solidFill>
            <a:ln>
              <a:noFill/>
            </a:ln>
          </p:spPr>
        </p:sp>
      </p:grpSp>
      <p:sp>
        <p:nvSpPr>
          <p:cNvPr id="62" name="node17"/>
          <p:cNvSpPr/>
          <p:nvPr/>
        </p:nvSpPr>
        <p:spPr>
          <a:xfrm>
            <a:off x="8039100" y="1828800"/>
            <a:ext cx="3429000" cy="9525"/>
          </a:xfrm>
          <a:prstGeom prst="rect">
            <a:avLst/>
          </a:prstGeom>
          <a:solidFill>
            <a:srgbClr val="CED7E6"/>
          </a:solidFill>
          <a:ln>
            <a:noFill/>
          </a:ln>
        </p:spPr>
      </p:sp>
      <p:grpSp>
        <p:nvGrpSpPr>
          <p:cNvPr id="96" name="node18"/>
          <p:cNvGrpSpPr/>
          <p:nvPr/>
        </p:nvGrpSpPr>
        <p:grpSpPr>
          <a:xfrm>
            <a:off x="8039100" y="1905000"/>
            <a:ext cx="3429000" cy="762000"/>
            <a:chOff x="8039100" y="1905000"/>
            <a:chExt cx="3429000" cy="762000"/>
          </a:xfrm>
        </p:grpSpPr>
        <p:sp>
          <p:nvSpPr>
            <p:cNvPr id="63" name="node18.source-001.bullet"/>
            <p:cNvSpPr/>
            <p:nvPr/>
          </p:nvSpPr>
          <p:spPr>
            <a:xfrm>
              <a:off x="8039100" y="1993900"/>
              <a:ext cx="38100" cy="38100"/>
            </a:xfrm>
            <a:prstGeom prst="rect">
              <a:avLst/>
            </a:prstGeom>
            <a:solidFill>
              <a:srgbClr val="070154"/>
            </a:solidFill>
            <a:ln>
              <a:noFill/>
            </a:ln>
          </p:spPr>
        </p:sp>
        <p:sp>
          <p:nvSpPr>
            <p:cNvPr id="64" name="node18.source-001.text"/>
            <p:cNvSpPr/>
            <p:nvPr/>
          </p:nvSpPr>
          <p:spPr>
            <a:xfrm>
              <a:off x="8191500" y="19050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Future-state design for each area</a:t>
              </a:r>
              <a:endParaRPr lang="en-US" sz="1200" spc="0" kern="0" b="0" i="0" dirty="0">
                <a:solidFill>
                  <a:srgbClr val="070154"/>
                </a:solidFill>
                <a:latin typeface="IBM Plex Sans"/>
                <a:ea typeface="IBM Plex Sans"/>
                <a:cs typeface="IBM Plex Sans"/>
              </a:endParaRPr>
            </a:p>
          </p:txBody>
        </p:sp>
        <p:sp>
          <p:nvSpPr>
            <p:cNvPr id="65" name="node18.source-002.bullet"/>
            <p:cNvSpPr/>
            <p:nvPr/>
          </p:nvSpPr>
          <p:spPr>
            <a:xfrm>
              <a:off x="8039100" y="2260600"/>
              <a:ext cx="38100" cy="38100"/>
            </a:xfrm>
            <a:prstGeom prst="rect">
              <a:avLst/>
            </a:prstGeom>
            <a:solidFill>
              <a:srgbClr val="070154"/>
            </a:solidFill>
            <a:ln>
              <a:noFill/>
            </a:ln>
          </p:spPr>
        </p:sp>
        <p:sp>
          <p:nvSpPr>
            <p:cNvPr id="66" name="node18.source-002.text"/>
            <p:cNvSpPr/>
            <p:nvPr/>
          </p:nvSpPr>
          <p:spPr>
            <a:xfrm>
              <a:off x="8191500" y="21717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Open gaps list for day 3</a:t>
              </a:r>
              <a:endParaRPr lang="en-US" sz="1200" spc="0" kern="0" b="0" i="0" dirty="0">
                <a:solidFill>
                  <a:srgbClr val="070154"/>
                </a:solidFill>
                <a:latin typeface="IBM Plex Sans"/>
                <a:ea typeface="IBM Plex Sans"/>
                <a:cs typeface="IBM Plex Sans"/>
              </a:endParaRPr>
            </a:p>
          </p:txBody>
        </p:sp>
        <p:sp>
          <p:nvSpPr>
            <p:cNvPr id="67" name="node18.source-003.bullet"/>
            <p:cNvSpPr/>
            <p:nvPr/>
          </p:nvSpPr>
          <p:spPr>
            <a:xfrm>
              <a:off x="8039100" y="2527300"/>
              <a:ext cx="38100" cy="38100"/>
            </a:xfrm>
            <a:prstGeom prst="rect">
              <a:avLst/>
            </a:prstGeom>
            <a:solidFill>
              <a:srgbClr val="070154"/>
            </a:solidFill>
            <a:ln>
              <a:noFill/>
            </a:ln>
          </p:spPr>
        </p:sp>
        <p:sp>
          <p:nvSpPr>
            <p:cNvPr id="68" name="node18.source-003.text"/>
            <p:cNvSpPr/>
            <p:nvPr/>
          </p:nvSpPr>
          <p:spPr>
            <a:xfrm>
              <a:off x="8191500" y="24384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Decisions log, draft</a:t>
              </a:r>
              <a:endParaRPr lang="en-US" sz="1200" spc="0" kern="0" b="0" i="0" dirty="0">
                <a:solidFill>
                  <a:srgbClr val="070154"/>
                </a:solidFill>
                <a:latin typeface="IBM Plex Sans"/>
                <a:ea typeface="IBM Plex Sans"/>
                <a:cs typeface="IBM Plex Sans"/>
              </a:endParaRPr>
            </a:p>
          </p:txBody>
        </p:sp>
      </p:grpSp>
      <p:grpSp>
        <p:nvGrpSpPr>
          <p:cNvPr id="97" name="node19"/>
          <p:cNvGrpSpPr/>
          <p:nvPr/>
        </p:nvGrpSpPr>
        <p:grpSpPr>
          <a:xfrm>
            <a:off x="8039100" y="3200400"/>
            <a:ext cx="3429000" cy="228600"/>
            <a:chOff x="8039100" y="3200400"/>
            <a:chExt cx="3429000" cy="228600"/>
          </a:xfrm>
        </p:grpSpPr>
        <p:sp>
          <p:nvSpPr>
            <p:cNvPr id="69" name="node19.label"/>
            <p:cNvSpPr/>
            <p:nvPr/>
          </p:nvSpPr>
          <p:spPr>
            <a:xfrm>
              <a:off x="8039100" y="3200400"/>
              <a:ext cx="1377578"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ROOM AND LOGISTICS</a:t>
              </a:r>
              <a:endParaRPr lang="en-US" sz="900" spc="54" kern="0" b="0" i="0" dirty="0">
                <a:solidFill>
                  <a:srgbClr val="50658E"/>
                </a:solidFill>
                <a:latin typeface="IBM Plex Mono Medium"/>
                <a:ea typeface="IBM Plex Mono Medium"/>
                <a:cs typeface="IBM Plex Mono Medium"/>
              </a:endParaRPr>
            </a:p>
          </p:txBody>
        </p:sp>
        <p:sp>
          <p:nvSpPr>
            <p:cNvPr id="70" name="node19.rule"/>
            <p:cNvSpPr/>
            <p:nvPr/>
          </p:nvSpPr>
          <p:spPr>
            <a:xfrm>
              <a:off x="9543678" y="3309938"/>
              <a:ext cx="1924422" cy="9525"/>
            </a:xfrm>
            <a:prstGeom prst="rect">
              <a:avLst/>
            </a:prstGeom>
            <a:solidFill>
              <a:srgbClr val="CED7E6"/>
            </a:solidFill>
            <a:ln>
              <a:noFill/>
            </a:ln>
          </p:spPr>
        </p:sp>
      </p:grpSp>
      <p:sp>
        <p:nvSpPr>
          <p:cNvPr id="71" name="node20"/>
          <p:cNvSpPr/>
          <p:nvPr/>
        </p:nvSpPr>
        <p:spPr>
          <a:xfrm>
            <a:off x="8039100" y="3429000"/>
            <a:ext cx="3429000" cy="9525"/>
          </a:xfrm>
          <a:prstGeom prst="rect">
            <a:avLst/>
          </a:prstGeom>
          <a:solidFill>
            <a:srgbClr val="CED7E6"/>
          </a:solidFill>
          <a:ln>
            <a:noFill/>
          </a:ln>
        </p:spPr>
      </p:sp>
      <p:grpSp>
        <p:nvGrpSpPr>
          <p:cNvPr id="98" name="node21"/>
          <p:cNvGrpSpPr/>
          <p:nvPr/>
        </p:nvGrpSpPr>
        <p:grpSpPr>
          <a:xfrm>
            <a:off x="8039100" y="3505200"/>
            <a:ext cx="3429000" cy="762000"/>
            <a:chOff x="8039100" y="3505200"/>
            <a:chExt cx="3429000" cy="762000"/>
          </a:xfrm>
        </p:grpSpPr>
        <p:sp>
          <p:nvSpPr>
            <p:cNvPr id="72" name="node21.source-001.bullet"/>
            <p:cNvSpPr/>
            <p:nvPr/>
          </p:nvSpPr>
          <p:spPr>
            <a:xfrm>
              <a:off x="8039100" y="3594100"/>
              <a:ext cx="38100" cy="38100"/>
            </a:xfrm>
            <a:prstGeom prst="rect">
              <a:avLst/>
            </a:prstGeom>
            <a:solidFill>
              <a:srgbClr val="070154"/>
            </a:solidFill>
            <a:ln>
              <a:noFill/>
            </a:ln>
          </p:spPr>
        </p:sp>
        <p:sp>
          <p:nvSpPr>
            <p:cNvPr id="73" name="node21.source-001.text"/>
            <p:cNvSpPr/>
            <p:nvPr/>
          </p:nvSpPr>
          <p:spPr>
            <a:xfrm>
              <a:off x="8191500" y="35052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Wed Nov 5, HQ room 4B</a:t>
              </a:r>
              <a:endParaRPr lang="en-US" sz="1200" spc="0" kern="0" b="0" i="0" dirty="0">
                <a:solidFill>
                  <a:srgbClr val="070154"/>
                </a:solidFill>
                <a:latin typeface="IBM Plex Sans"/>
                <a:ea typeface="IBM Plex Sans"/>
                <a:cs typeface="IBM Plex Sans"/>
              </a:endParaRPr>
            </a:p>
          </p:txBody>
        </p:sp>
        <p:sp>
          <p:nvSpPr>
            <p:cNvPr id="74" name="node21.source-002.bullet"/>
            <p:cNvSpPr/>
            <p:nvPr/>
          </p:nvSpPr>
          <p:spPr>
            <a:xfrm>
              <a:off x="8039100" y="3860800"/>
              <a:ext cx="38100" cy="38100"/>
            </a:xfrm>
            <a:prstGeom prst="rect">
              <a:avLst/>
            </a:prstGeom>
            <a:solidFill>
              <a:srgbClr val="070154"/>
            </a:solidFill>
            <a:ln>
              <a:noFill/>
            </a:ln>
          </p:spPr>
        </p:sp>
        <p:sp>
          <p:nvSpPr>
            <p:cNvPr id="75" name="node21.source-002.text"/>
            <p:cNvSpPr/>
            <p:nvPr/>
          </p:nvSpPr>
          <p:spPr>
            <a:xfrm>
              <a:off x="8191500" y="37719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Four tables, one per area</a:t>
              </a:r>
              <a:endParaRPr lang="en-US" sz="1200" spc="0" kern="0" b="0" i="0" dirty="0">
                <a:solidFill>
                  <a:srgbClr val="070154"/>
                </a:solidFill>
                <a:latin typeface="IBM Plex Sans"/>
                <a:ea typeface="IBM Plex Sans"/>
                <a:cs typeface="IBM Plex Sans"/>
              </a:endParaRPr>
            </a:p>
          </p:txBody>
        </p:sp>
        <p:sp>
          <p:nvSpPr>
            <p:cNvPr id="76" name="node21.source-003.bullet"/>
            <p:cNvSpPr/>
            <p:nvPr/>
          </p:nvSpPr>
          <p:spPr>
            <a:xfrm>
              <a:off x="8039100" y="4127500"/>
              <a:ext cx="38100" cy="38100"/>
            </a:xfrm>
            <a:prstGeom prst="rect">
              <a:avLst/>
            </a:prstGeom>
            <a:solidFill>
              <a:srgbClr val="070154"/>
            </a:solidFill>
            <a:ln>
              <a:noFill/>
            </a:ln>
          </p:spPr>
        </p:sp>
        <p:sp>
          <p:nvSpPr>
            <p:cNvPr id="77" name="node21.source-003.text"/>
            <p:cNvSpPr/>
            <p:nvPr/>
          </p:nvSpPr>
          <p:spPr>
            <a:xfrm>
              <a:off x="8191500" y="40386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Video bridge for remote leads</a:t>
              </a:r>
              <a:endParaRPr lang="en-US" sz="1200" spc="0" kern="0" b="0" i="0" dirty="0">
                <a:solidFill>
                  <a:srgbClr val="070154"/>
                </a:solidFill>
                <a:latin typeface="IBM Plex Sans"/>
                <a:ea typeface="IBM Plex Sans"/>
                <a:cs typeface="IBM Plex Sans"/>
              </a:endParaRPr>
            </a:p>
          </p:txBody>
        </p:sp>
      </p:grpSp>
      <p:grpSp>
        <p:nvGrpSpPr>
          <p:cNvPr id="99" name="node22"/>
          <p:cNvGrpSpPr/>
          <p:nvPr/>
        </p:nvGrpSpPr>
        <p:grpSpPr>
          <a:xfrm>
            <a:off x="8039100" y="4800600"/>
            <a:ext cx="3429000" cy="228600"/>
            <a:chOff x="8039100" y="4800600"/>
            <a:chExt cx="3429000" cy="228600"/>
          </a:xfrm>
        </p:grpSpPr>
        <p:sp>
          <p:nvSpPr>
            <p:cNvPr id="78" name="node22.label"/>
            <p:cNvSpPr/>
            <p:nvPr/>
          </p:nvSpPr>
          <p:spPr>
            <a:xfrm>
              <a:off x="8039100" y="4800600"/>
              <a:ext cx="926852"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BEFORE DAY 3</a:t>
              </a:r>
              <a:endParaRPr lang="en-US" sz="900" spc="54" kern="0" b="0" i="0" dirty="0">
                <a:solidFill>
                  <a:srgbClr val="50658E"/>
                </a:solidFill>
                <a:latin typeface="IBM Plex Mono Medium"/>
                <a:ea typeface="IBM Plex Mono Medium"/>
                <a:cs typeface="IBM Plex Mono Medium"/>
              </a:endParaRPr>
            </a:p>
          </p:txBody>
        </p:sp>
        <p:sp>
          <p:nvSpPr>
            <p:cNvPr id="79" name="node22.rule"/>
            <p:cNvSpPr/>
            <p:nvPr/>
          </p:nvSpPr>
          <p:spPr>
            <a:xfrm>
              <a:off x="9092952" y="4910138"/>
              <a:ext cx="2375148" cy="9525"/>
            </a:xfrm>
            <a:prstGeom prst="rect">
              <a:avLst/>
            </a:prstGeom>
            <a:solidFill>
              <a:srgbClr val="CED7E6"/>
            </a:solidFill>
            <a:ln>
              <a:noFill/>
            </a:ln>
          </p:spPr>
        </p:sp>
      </p:grpSp>
      <p:sp>
        <p:nvSpPr>
          <p:cNvPr id="80" name="node23"/>
          <p:cNvSpPr/>
          <p:nvPr/>
        </p:nvSpPr>
        <p:spPr>
          <a:xfrm>
            <a:off x="8039100" y="5029200"/>
            <a:ext cx="3429000" cy="9525"/>
          </a:xfrm>
          <a:prstGeom prst="rect">
            <a:avLst/>
          </a:prstGeom>
          <a:solidFill>
            <a:srgbClr val="CED7E6"/>
          </a:solidFill>
          <a:ln>
            <a:noFill/>
          </a:ln>
        </p:spPr>
      </p:sp>
      <p:grpSp>
        <p:nvGrpSpPr>
          <p:cNvPr id="100" name="node24"/>
          <p:cNvGrpSpPr/>
          <p:nvPr/>
        </p:nvGrpSpPr>
        <p:grpSpPr>
          <a:xfrm>
            <a:off x="8039100" y="5105400"/>
            <a:ext cx="3429000" cy="495300"/>
            <a:chOff x="8039100" y="5105400"/>
            <a:chExt cx="3429000" cy="495300"/>
          </a:xfrm>
        </p:grpSpPr>
        <p:sp>
          <p:nvSpPr>
            <p:cNvPr id="81" name="node24.source-001.bullet"/>
            <p:cNvSpPr/>
            <p:nvPr/>
          </p:nvSpPr>
          <p:spPr>
            <a:xfrm>
              <a:off x="8039100" y="5194300"/>
              <a:ext cx="38100" cy="38100"/>
            </a:xfrm>
            <a:prstGeom prst="rect">
              <a:avLst/>
            </a:prstGeom>
            <a:solidFill>
              <a:srgbClr val="070154"/>
            </a:solidFill>
            <a:ln>
              <a:noFill/>
            </a:ln>
          </p:spPr>
        </p:sp>
        <p:sp>
          <p:nvSpPr>
            <p:cNvPr id="82" name="node24.source-001.text"/>
            <p:cNvSpPr/>
            <p:nvPr/>
          </p:nvSpPr>
          <p:spPr>
            <a:xfrm>
              <a:off x="8191500" y="51054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Sponsors hold 14:00 to 15:00</a:t>
              </a:r>
              <a:endParaRPr lang="en-US" sz="1200" spc="0" kern="0" b="0" i="0" dirty="0">
                <a:solidFill>
                  <a:srgbClr val="070154"/>
                </a:solidFill>
                <a:latin typeface="IBM Plex Sans"/>
                <a:ea typeface="IBM Plex Sans"/>
                <a:cs typeface="IBM Plex Sans"/>
              </a:endParaRPr>
            </a:p>
          </p:txBody>
        </p:sp>
        <p:sp>
          <p:nvSpPr>
            <p:cNvPr id="83" name="node24.source-002.bullet"/>
            <p:cNvSpPr/>
            <p:nvPr/>
          </p:nvSpPr>
          <p:spPr>
            <a:xfrm>
              <a:off x="8039100" y="5461000"/>
              <a:ext cx="38100" cy="38100"/>
            </a:xfrm>
            <a:prstGeom prst="rect">
              <a:avLst/>
            </a:prstGeom>
            <a:solidFill>
              <a:srgbClr val="070154"/>
            </a:solidFill>
            <a:ln>
              <a:noFill/>
            </a:ln>
          </p:spPr>
        </p:sp>
        <p:sp>
          <p:nvSpPr>
            <p:cNvPr id="84" name="node24.source-002.text"/>
            <p:cNvSpPr/>
            <p:nvPr/>
          </p:nvSpPr>
          <p:spPr>
            <a:xfrm>
              <a:off x="8191500" y="53721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Owners confirm their area</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name="source-630">
    <p:spTree>
      <p:nvGrpSpPr>
        <p:cNvPr id="1" name=""/>
        <p:cNvGrpSpPr/>
        <p:nvPr/>
      </p:nvGrpSpPr>
      <p:grpSpPr>
        <a:xfrm>
          <a:off x="0" y="0"/>
          <a:ext cx="0" cy="0"/>
          <a:chOff x="0" y="0"/>
          <a:chExt cx="0" cy="0"/>
        </a:xfrm>
      </p:grpSpPr>
      <p:sp>
        <p:nvSpPr>
          <p:cNvPr id="3" name="eyebrow"/>
          <p:cNvSpPr/>
          <p:nvPr/>
        </p:nvSpPr>
        <p:spPr>
          <a:xfrm>
            <a:off x="723900" y="457200"/>
            <a:ext cx="34290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PATIENT ACCESS WORKSHOPS</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3429000" cy="13716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Three days from discovery to decisions</a:t>
            </a:r>
            <a:endParaRPr lang="en-US" sz="2400" spc="-36"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203</a:t>
            </a:fld>
            <a:endParaRPr lang="en-US" sz="700" spc="0" kern="0" b="0" i="0" dirty="0">
              <a:solidFill>
                <a:srgbClr val="070154"/>
              </a:solidFill>
              <a:latin typeface="IBM Plex Mono SemiBold"/>
              <a:ea typeface="IBM Plex Mono SemiBold"/>
              <a:cs typeface="IBM Plex Mono SemiBold"/>
            </a:endParaRPr>
          </a:p>
        </p:txBody>
      </p:sp>
      <p:grpSp>
        <p:nvGrpSpPr>
          <p:cNvPr id="74" name="node01"/>
          <p:cNvGrpSpPr/>
          <p:nvPr/>
        </p:nvGrpSpPr>
        <p:grpSpPr>
          <a:xfrm>
            <a:off x="4381500" y="457200"/>
            <a:ext cx="7086600" cy="228600"/>
            <a:chOff x="4381500" y="457200"/>
            <a:chExt cx="7086600" cy="228600"/>
          </a:xfrm>
        </p:grpSpPr>
        <p:sp>
          <p:nvSpPr>
            <p:cNvPr id="6" name="node01.label"/>
            <p:cNvSpPr/>
            <p:nvPr/>
          </p:nvSpPr>
          <p:spPr>
            <a:xfrm>
              <a:off x="4381500" y="457200"/>
              <a:ext cx="3330724"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DAY 1 · DISCOVER · TUE NOV 4 · 9:00 TO 17:00</a:t>
              </a:r>
              <a:endParaRPr lang="en-US" sz="900" spc="54" kern="0" b="0" i="0" dirty="0">
                <a:solidFill>
                  <a:srgbClr val="50658E"/>
                </a:solidFill>
                <a:latin typeface="IBM Plex Mono Medium"/>
                <a:ea typeface="IBM Plex Mono Medium"/>
                <a:cs typeface="IBM Plex Mono Medium"/>
              </a:endParaRPr>
            </a:p>
          </p:txBody>
        </p:sp>
        <p:sp>
          <p:nvSpPr>
            <p:cNvPr id="7" name="node01.rule"/>
            <p:cNvSpPr/>
            <p:nvPr/>
          </p:nvSpPr>
          <p:spPr>
            <a:xfrm>
              <a:off x="7839224" y="566738"/>
              <a:ext cx="3628876" cy="9525"/>
            </a:xfrm>
            <a:prstGeom prst="rect">
              <a:avLst/>
            </a:prstGeom>
            <a:solidFill>
              <a:srgbClr val="CED7E6"/>
            </a:solidFill>
            <a:ln>
              <a:noFill/>
            </a:ln>
          </p:spPr>
        </p:sp>
      </p:grpSp>
      <p:sp>
        <p:nvSpPr>
          <p:cNvPr id="8" name="node02"/>
          <p:cNvSpPr/>
          <p:nvPr/>
        </p:nvSpPr>
        <p:spPr>
          <a:xfrm>
            <a:off x="4381500" y="685800"/>
            <a:ext cx="7086600" cy="9525"/>
          </a:xfrm>
          <a:prstGeom prst="rect">
            <a:avLst/>
          </a:prstGeom>
          <a:solidFill>
            <a:srgbClr val="CED7E6"/>
          </a:solidFill>
          <a:ln>
            <a:noFill/>
          </a:ln>
        </p:spPr>
      </p:sp>
      <p:grpSp>
        <p:nvGrpSpPr>
          <p:cNvPr id="75" name="node03"/>
          <p:cNvGrpSpPr/>
          <p:nvPr/>
        </p:nvGrpSpPr>
        <p:grpSpPr>
          <a:xfrm>
            <a:off x="4381500" y="762000"/>
            <a:ext cx="3429000" cy="914400"/>
            <a:chOff x="4381500" y="762000"/>
            <a:chExt cx="3429000" cy="914400"/>
          </a:xfrm>
        </p:grpSpPr>
        <p:sp>
          <p:nvSpPr>
            <p:cNvPr id="9" name="node03.source-001.key"/>
            <p:cNvSpPr/>
            <p:nvPr/>
          </p:nvSpPr>
          <p:spPr>
            <a:xfrm>
              <a:off x="4381500" y="762000"/>
              <a:ext cx="609600" cy="266700"/>
            </a:xfrm>
            <a:prstGeom prst="rect">
              <a:avLst/>
            </a:prstGeom>
            <a:noFill/>
            <a:ln/>
          </p:spPr>
          <p:txBody>
            <a:bodyPr wrap="square" lIns="0" tIns="0" rIns="0" bIns="0" rtlCol="0" anchor="t"/>
            <a:lstStyle/>
            <a:p>
              <a:pPr algn="r" indent="0" marL="0">
                <a:lnSpc>
                  <a:spcPts val="2100"/>
                </a:lnSpc>
                <a:buNone/>
              </a:pPr>
              <a:r>
                <a:rPr lang="en-US" sz="1400" spc="0" kern="0" b="1" i="0" dirty="0">
                  <a:solidFill>
                    <a:srgbClr val="0047FF"/>
                  </a:solidFill>
                  <a:latin typeface="IBM Plex Sans"/>
                  <a:ea typeface="IBM Plex Sans"/>
                  <a:cs typeface="IBM Plex Sans"/>
                </a:rPr>
                <a:t>9:00</a:t>
              </a:r>
              <a:endParaRPr lang="en-US" sz="1400" spc="0" kern="0" b="1" i="0" dirty="0">
                <a:solidFill>
                  <a:srgbClr val="0047FF"/>
                </a:solidFill>
                <a:latin typeface="IBM Plex Sans"/>
                <a:ea typeface="IBM Plex Sans"/>
                <a:cs typeface="IBM Plex Sans"/>
              </a:endParaRPr>
            </a:p>
          </p:txBody>
        </p:sp>
        <p:sp>
          <p:nvSpPr>
            <p:cNvPr id="10" name="node03.source-001.text"/>
            <p:cNvSpPr/>
            <p:nvPr/>
          </p:nvSpPr>
          <p:spPr>
            <a:xfrm>
              <a:off x="5219700" y="766191"/>
              <a:ext cx="25908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Welcome and goals</a:t>
              </a:r>
              <a:endParaRPr lang="en-US" sz="1400" spc="0" kern="0" b="0" i="0" dirty="0">
                <a:solidFill>
                  <a:srgbClr val="070154"/>
                </a:solidFill>
                <a:latin typeface="IBM Plex Sans SemiBold"/>
                <a:ea typeface="IBM Plex Sans SemiBold"/>
                <a:cs typeface="IBM Plex Sans SemiBold"/>
              </a:endParaRPr>
            </a:p>
          </p:txBody>
        </p:sp>
        <p:sp>
          <p:nvSpPr>
            <p:cNvPr id="11" name="node03.source-002.key"/>
            <p:cNvSpPr/>
            <p:nvPr/>
          </p:nvSpPr>
          <p:spPr>
            <a:xfrm>
              <a:off x="4381500" y="1066800"/>
              <a:ext cx="609600" cy="266700"/>
            </a:xfrm>
            <a:prstGeom prst="rect">
              <a:avLst/>
            </a:prstGeom>
            <a:noFill/>
            <a:ln/>
          </p:spPr>
          <p:txBody>
            <a:bodyPr wrap="square" lIns="0" tIns="0" rIns="0" bIns="0" rtlCol="0" anchor="t"/>
            <a:lstStyle/>
            <a:p>
              <a:pPr algn="r" indent="0" marL="0">
                <a:lnSpc>
                  <a:spcPts val="2100"/>
                </a:lnSpc>
                <a:buNone/>
              </a:pPr>
              <a:r>
                <a:rPr lang="en-US" sz="1400" spc="0" kern="0" b="1" i="0" dirty="0">
                  <a:solidFill>
                    <a:srgbClr val="0047FF"/>
                  </a:solidFill>
                  <a:latin typeface="IBM Plex Sans"/>
                  <a:ea typeface="IBM Plex Sans"/>
                  <a:cs typeface="IBM Plex Sans"/>
                </a:rPr>
                <a:t>9:45</a:t>
              </a:r>
              <a:endParaRPr lang="en-US" sz="1400" spc="0" kern="0" b="1" i="0" dirty="0">
                <a:solidFill>
                  <a:srgbClr val="0047FF"/>
                </a:solidFill>
                <a:latin typeface="IBM Plex Sans"/>
                <a:ea typeface="IBM Plex Sans"/>
                <a:cs typeface="IBM Plex Sans"/>
              </a:endParaRPr>
            </a:p>
          </p:txBody>
        </p:sp>
        <p:sp>
          <p:nvSpPr>
            <p:cNvPr id="12" name="node03.source-002.text"/>
            <p:cNvSpPr/>
            <p:nvPr/>
          </p:nvSpPr>
          <p:spPr>
            <a:xfrm>
              <a:off x="5219700" y="1070991"/>
              <a:ext cx="25908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Current-state walk-through</a:t>
              </a:r>
              <a:endParaRPr lang="en-US" sz="1400" spc="0" kern="0" b="0" i="0" dirty="0">
                <a:solidFill>
                  <a:srgbClr val="070154"/>
                </a:solidFill>
                <a:latin typeface="IBM Plex Sans SemiBold"/>
                <a:ea typeface="IBM Plex Sans SemiBold"/>
                <a:cs typeface="IBM Plex Sans SemiBold"/>
              </a:endParaRPr>
            </a:p>
          </p:txBody>
        </p:sp>
        <p:sp>
          <p:nvSpPr>
            <p:cNvPr id="13" name="node03.source-003.key"/>
            <p:cNvSpPr/>
            <p:nvPr/>
          </p:nvSpPr>
          <p:spPr>
            <a:xfrm>
              <a:off x="4381500" y="1371600"/>
              <a:ext cx="609600" cy="266700"/>
            </a:xfrm>
            <a:prstGeom prst="rect">
              <a:avLst/>
            </a:prstGeom>
            <a:noFill/>
            <a:ln/>
          </p:spPr>
          <p:txBody>
            <a:bodyPr wrap="square" lIns="0" tIns="0" rIns="0" bIns="0" rtlCol="0" anchor="t"/>
            <a:lstStyle/>
            <a:p>
              <a:pPr algn="r" indent="0" marL="0">
                <a:lnSpc>
                  <a:spcPts val="2100"/>
                </a:lnSpc>
                <a:buNone/>
              </a:pPr>
              <a:r>
                <a:rPr lang="en-US" sz="1400" spc="0" kern="0" b="1" i="0" dirty="0">
                  <a:solidFill>
                    <a:srgbClr val="0047FF"/>
                  </a:solidFill>
                  <a:latin typeface="IBM Plex Sans"/>
                  <a:ea typeface="IBM Plex Sans"/>
                  <a:cs typeface="IBM Plex Sans"/>
                </a:rPr>
                <a:t>11:15</a:t>
              </a:r>
              <a:endParaRPr lang="en-US" sz="1400" spc="0" kern="0" b="1" i="0" dirty="0">
                <a:solidFill>
                  <a:srgbClr val="0047FF"/>
                </a:solidFill>
                <a:latin typeface="IBM Plex Sans"/>
                <a:ea typeface="IBM Plex Sans"/>
                <a:cs typeface="IBM Plex Sans"/>
              </a:endParaRPr>
            </a:p>
          </p:txBody>
        </p:sp>
        <p:sp>
          <p:nvSpPr>
            <p:cNvPr id="14" name="node03.source-003.text"/>
            <p:cNvSpPr/>
            <p:nvPr/>
          </p:nvSpPr>
          <p:spPr>
            <a:xfrm>
              <a:off x="5219700" y="1375791"/>
              <a:ext cx="25908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Journey mapping</a:t>
              </a:r>
              <a:endParaRPr lang="en-US" sz="1400" spc="0" kern="0" b="0" i="0" dirty="0">
                <a:solidFill>
                  <a:srgbClr val="070154"/>
                </a:solidFill>
                <a:latin typeface="IBM Plex Sans SemiBold"/>
                <a:ea typeface="IBM Plex Sans SemiBold"/>
                <a:cs typeface="IBM Plex Sans SemiBold"/>
              </a:endParaRPr>
            </a:p>
          </p:txBody>
        </p:sp>
      </p:grpSp>
      <p:grpSp>
        <p:nvGrpSpPr>
          <p:cNvPr id="76" name="node04"/>
          <p:cNvGrpSpPr/>
          <p:nvPr/>
        </p:nvGrpSpPr>
        <p:grpSpPr>
          <a:xfrm>
            <a:off x="8039100" y="762000"/>
            <a:ext cx="3429000" cy="914400"/>
            <a:chOff x="8039100" y="762000"/>
            <a:chExt cx="3429000" cy="914400"/>
          </a:xfrm>
        </p:grpSpPr>
        <p:sp>
          <p:nvSpPr>
            <p:cNvPr id="15" name="node04.source-001.key"/>
            <p:cNvSpPr/>
            <p:nvPr/>
          </p:nvSpPr>
          <p:spPr>
            <a:xfrm>
              <a:off x="8039100" y="762000"/>
              <a:ext cx="609600" cy="266700"/>
            </a:xfrm>
            <a:prstGeom prst="rect">
              <a:avLst/>
            </a:prstGeom>
            <a:noFill/>
            <a:ln/>
          </p:spPr>
          <p:txBody>
            <a:bodyPr wrap="square" lIns="0" tIns="0" rIns="0" bIns="0" rtlCol="0" anchor="t"/>
            <a:lstStyle/>
            <a:p>
              <a:pPr algn="r" indent="0" marL="0">
                <a:lnSpc>
                  <a:spcPts val="2100"/>
                </a:lnSpc>
                <a:buNone/>
              </a:pPr>
              <a:r>
                <a:rPr lang="en-US" sz="1400" spc="0" kern="0" b="1" i="0" dirty="0">
                  <a:solidFill>
                    <a:srgbClr val="0047FF"/>
                  </a:solidFill>
                  <a:latin typeface="IBM Plex Sans"/>
                  <a:ea typeface="IBM Plex Sans"/>
                  <a:cs typeface="IBM Plex Sans"/>
                </a:rPr>
                <a:t>13:00</a:t>
              </a:r>
              <a:endParaRPr lang="en-US" sz="1400" spc="0" kern="0" b="1" i="0" dirty="0">
                <a:solidFill>
                  <a:srgbClr val="0047FF"/>
                </a:solidFill>
                <a:latin typeface="IBM Plex Sans"/>
                <a:ea typeface="IBM Plex Sans"/>
                <a:cs typeface="IBM Plex Sans"/>
              </a:endParaRPr>
            </a:p>
          </p:txBody>
        </p:sp>
        <p:sp>
          <p:nvSpPr>
            <p:cNvPr id="16" name="node04.source-001.text"/>
            <p:cNvSpPr/>
            <p:nvPr/>
          </p:nvSpPr>
          <p:spPr>
            <a:xfrm>
              <a:off x="8877300" y="766191"/>
              <a:ext cx="25908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Data review</a:t>
              </a:r>
              <a:endParaRPr lang="en-US" sz="1400" spc="0" kern="0" b="0" i="0" dirty="0">
                <a:solidFill>
                  <a:srgbClr val="070154"/>
                </a:solidFill>
                <a:latin typeface="IBM Plex Sans SemiBold"/>
                <a:ea typeface="IBM Plex Sans SemiBold"/>
                <a:cs typeface="IBM Plex Sans SemiBold"/>
              </a:endParaRPr>
            </a:p>
          </p:txBody>
        </p:sp>
        <p:sp>
          <p:nvSpPr>
            <p:cNvPr id="17" name="node04.source-002.key"/>
            <p:cNvSpPr/>
            <p:nvPr/>
          </p:nvSpPr>
          <p:spPr>
            <a:xfrm>
              <a:off x="8039100" y="1066800"/>
              <a:ext cx="609600" cy="266700"/>
            </a:xfrm>
            <a:prstGeom prst="rect">
              <a:avLst/>
            </a:prstGeom>
            <a:noFill/>
            <a:ln/>
          </p:spPr>
          <p:txBody>
            <a:bodyPr wrap="square" lIns="0" tIns="0" rIns="0" bIns="0" rtlCol="0" anchor="t"/>
            <a:lstStyle/>
            <a:p>
              <a:pPr algn="r" indent="0" marL="0">
                <a:lnSpc>
                  <a:spcPts val="2100"/>
                </a:lnSpc>
                <a:buNone/>
              </a:pPr>
              <a:r>
                <a:rPr lang="en-US" sz="1400" spc="0" kern="0" b="1" i="0" dirty="0">
                  <a:solidFill>
                    <a:srgbClr val="0047FF"/>
                  </a:solidFill>
                  <a:latin typeface="IBM Plex Sans"/>
                  <a:ea typeface="IBM Plex Sans"/>
                  <a:cs typeface="IBM Plex Sans"/>
                </a:rPr>
                <a:t>15:00</a:t>
              </a:r>
              <a:endParaRPr lang="en-US" sz="1400" spc="0" kern="0" b="1" i="0" dirty="0">
                <a:solidFill>
                  <a:srgbClr val="0047FF"/>
                </a:solidFill>
                <a:latin typeface="IBM Plex Sans"/>
                <a:ea typeface="IBM Plex Sans"/>
                <a:cs typeface="IBM Plex Sans"/>
              </a:endParaRPr>
            </a:p>
          </p:txBody>
        </p:sp>
        <p:sp>
          <p:nvSpPr>
            <p:cNvPr id="18" name="node04.source-002.text"/>
            <p:cNvSpPr/>
            <p:nvPr/>
          </p:nvSpPr>
          <p:spPr>
            <a:xfrm>
              <a:off x="8877300" y="1070991"/>
              <a:ext cx="25908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Root-cause tables</a:t>
              </a:r>
              <a:endParaRPr lang="en-US" sz="1400" spc="0" kern="0" b="0" i="0" dirty="0">
                <a:solidFill>
                  <a:srgbClr val="070154"/>
                </a:solidFill>
                <a:latin typeface="IBM Plex Sans SemiBold"/>
                <a:ea typeface="IBM Plex Sans SemiBold"/>
                <a:cs typeface="IBM Plex Sans SemiBold"/>
              </a:endParaRPr>
            </a:p>
          </p:txBody>
        </p:sp>
        <p:sp>
          <p:nvSpPr>
            <p:cNvPr id="19" name="node04.source-003.key"/>
            <p:cNvSpPr/>
            <p:nvPr/>
          </p:nvSpPr>
          <p:spPr>
            <a:xfrm>
              <a:off x="8039100" y="1371600"/>
              <a:ext cx="609600" cy="266700"/>
            </a:xfrm>
            <a:prstGeom prst="rect">
              <a:avLst/>
            </a:prstGeom>
            <a:noFill/>
            <a:ln/>
          </p:spPr>
          <p:txBody>
            <a:bodyPr wrap="square" lIns="0" tIns="0" rIns="0" bIns="0" rtlCol="0" anchor="t"/>
            <a:lstStyle/>
            <a:p>
              <a:pPr algn="r" indent="0" marL="0">
                <a:lnSpc>
                  <a:spcPts val="2100"/>
                </a:lnSpc>
                <a:buNone/>
              </a:pPr>
              <a:r>
                <a:rPr lang="en-US" sz="1400" spc="0" kern="0" b="1" i="0" dirty="0">
                  <a:solidFill>
                    <a:srgbClr val="0047FF"/>
                  </a:solidFill>
                  <a:latin typeface="IBM Plex Sans"/>
                  <a:ea typeface="IBM Plex Sans"/>
                  <a:cs typeface="IBM Plex Sans"/>
                </a:rPr>
                <a:t>16:30</a:t>
              </a:r>
              <a:endParaRPr lang="en-US" sz="1400" spc="0" kern="0" b="1" i="0" dirty="0">
                <a:solidFill>
                  <a:srgbClr val="0047FF"/>
                </a:solidFill>
                <a:latin typeface="IBM Plex Sans"/>
                <a:ea typeface="IBM Plex Sans"/>
                <a:cs typeface="IBM Plex Sans"/>
              </a:endParaRPr>
            </a:p>
          </p:txBody>
        </p:sp>
        <p:sp>
          <p:nvSpPr>
            <p:cNvPr id="20" name="node04.source-003.text"/>
            <p:cNvSpPr/>
            <p:nvPr/>
          </p:nvSpPr>
          <p:spPr>
            <a:xfrm>
              <a:off x="8877300" y="1375791"/>
              <a:ext cx="25908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Playback</a:t>
              </a:r>
              <a:endParaRPr lang="en-US" sz="1400" spc="0" kern="0" b="0" i="0" dirty="0">
                <a:solidFill>
                  <a:srgbClr val="070154"/>
                </a:solidFill>
                <a:latin typeface="IBM Plex Sans SemiBold"/>
                <a:ea typeface="IBM Plex Sans SemiBold"/>
                <a:cs typeface="IBM Plex Sans SemiBold"/>
              </a:endParaRPr>
            </a:p>
          </p:txBody>
        </p:sp>
      </p:grpSp>
      <p:grpSp>
        <p:nvGrpSpPr>
          <p:cNvPr id="77" name="node05"/>
          <p:cNvGrpSpPr/>
          <p:nvPr/>
        </p:nvGrpSpPr>
        <p:grpSpPr>
          <a:xfrm>
            <a:off x="4381500" y="1752600"/>
            <a:ext cx="7086600" cy="228600"/>
            <a:chOff x="4381500" y="1752600"/>
            <a:chExt cx="7086600" cy="228600"/>
          </a:xfrm>
        </p:grpSpPr>
        <p:sp>
          <p:nvSpPr>
            <p:cNvPr id="21" name="node05.text"/>
            <p:cNvSpPr/>
            <p:nvPr/>
          </p:nvSpPr>
          <p:spPr>
            <a:xfrm>
              <a:off x="4381500" y="1752600"/>
              <a:ext cx="708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Output: validated current state, top pain points.</a:t>
              </a:r>
              <a:endParaRPr lang="en-US" sz="1200" spc="0" kern="0" b="0" i="0" dirty="0">
                <a:solidFill>
                  <a:srgbClr val="070154"/>
                </a:solidFill>
                <a:latin typeface="IBM Plex Sans"/>
                <a:ea typeface="IBM Plex Sans"/>
                <a:cs typeface="IBM Plex Sans"/>
              </a:endParaRPr>
            </a:p>
          </p:txBody>
        </p:sp>
      </p:grpSp>
      <p:grpSp>
        <p:nvGrpSpPr>
          <p:cNvPr id="78" name="node06"/>
          <p:cNvGrpSpPr/>
          <p:nvPr/>
        </p:nvGrpSpPr>
        <p:grpSpPr>
          <a:xfrm>
            <a:off x="4381500" y="2286000"/>
            <a:ext cx="7086600" cy="228600"/>
            <a:chOff x="4381500" y="2286000"/>
            <a:chExt cx="7086600" cy="228600"/>
          </a:xfrm>
        </p:grpSpPr>
        <p:sp>
          <p:nvSpPr>
            <p:cNvPr id="22" name="node06.label"/>
            <p:cNvSpPr/>
            <p:nvPr/>
          </p:nvSpPr>
          <p:spPr>
            <a:xfrm>
              <a:off x="4381500" y="2286000"/>
              <a:ext cx="3180482"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DAY 2 · DESIGN · WED NOV 5 · 9:00 TO 17:00</a:t>
              </a:r>
              <a:endParaRPr lang="en-US" sz="900" spc="54" kern="0" b="0" i="0" dirty="0">
                <a:solidFill>
                  <a:srgbClr val="50658E"/>
                </a:solidFill>
                <a:latin typeface="IBM Plex Mono Medium"/>
                <a:ea typeface="IBM Plex Mono Medium"/>
                <a:cs typeface="IBM Plex Mono Medium"/>
              </a:endParaRPr>
            </a:p>
          </p:txBody>
        </p:sp>
        <p:sp>
          <p:nvSpPr>
            <p:cNvPr id="23" name="node06.rule"/>
            <p:cNvSpPr/>
            <p:nvPr/>
          </p:nvSpPr>
          <p:spPr>
            <a:xfrm>
              <a:off x="7688982" y="2395538"/>
              <a:ext cx="3779118" cy="9525"/>
            </a:xfrm>
            <a:prstGeom prst="rect">
              <a:avLst/>
            </a:prstGeom>
            <a:solidFill>
              <a:srgbClr val="CED7E6"/>
            </a:solidFill>
            <a:ln>
              <a:noFill/>
            </a:ln>
          </p:spPr>
        </p:sp>
      </p:grpSp>
      <p:sp>
        <p:nvSpPr>
          <p:cNvPr id="24" name="node07"/>
          <p:cNvSpPr/>
          <p:nvPr/>
        </p:nvSpPr>
        <p:spPr>
          <a:xfrm>
            <a:off x="4381500" y="2514600"/>
            <a:ext cx="7086600" cy="9525"/>
          </a:xfrm>
          <a:prstGeom prst="rect">
            <a:avLst/>
          </a:prstGeom>
          <a:solidFill>
            <a:srgbClr val="CED7E6"/>
          </a:solidFill>
          <a:ln>
            <a:noFill/>
          </a:ln>
        </p:spPr>
      </p:sp>
      <p:grpSp>
        <p:nvGrpSpPr>
          <p:cNvPr id="79" name="node08"/>
          <p:cNvGrpSpPr/>
          <p:nvPr/>
        </p:nvGrpSpPr>
        <p:grpSpPr>
          <a:xfrm>
            <a:off x="4381500" y="2590800"/>
            <a:ext cx="3429000" cy="914400"/>
            <a:chOff x="4381500" y="2590800"/>
            <a:chExt cx="3429000" cy="914400"/>
          </a:xfrm>
        </p:grpSpPr>
        <p:sp>
          <p:nvSpPr>
            <p:cNvPr id="25" name="node08.source-001.key"/>
            <p:cNvSpPr/>
            <p:nvPr/>
          </p:nvSpPr>
          <p:spPr>
            <a:xfrm>
              <a:off x="4381500" y="2590800"/>
              <a:ext cx="609600" cy="266700"/>
            </a:xfrm>
            <a:prstGeom prst="rect">
              <a:avLst/>
            </a:prstGeom>
            <a:noFill/>
            <a:ln/>
          </p:spPr>
          <p:txBody>
            <a:bodyPr wrap="square" lIns="0" tIns="0" rIns="0" bIns="0" rtlCol="0" anchor="t"/>
            <a:lstStyle/>
            <a:p>
              <a:pPr algn="r" indent="0" marL="0">
                <a:lnSpc>
                  <a:spcPts val="2100"/>
                </a:lnSpc>
                <a:buNone/>
              </a:pPr>
              <a:r>
                <a:rPr lang="en-US" sz="1400" spc="0" kern="0" b="1" i="0" dirty="0">
                  <a:solidFill>
                    <a:srgbClr val="0047FF"/>
                  </a:solidFill>
                  <a:latin typeface="IBM Plex Sans"/>
                  <a:ea typeface="IBM Plex Sans"/>
                  <a:cs typeface="IBM Plex Sans"/>
                </a:rPr>
                <a:t>9:00</a:t>
              </a:r>
              <a:endParaRPr lang="en-US" sz="1400" spc="0" kern="0" b="1" i="0" dirty="0">
                <a:solidFill>
                  <a:srgbClr val="0047FF"/>
                </a:solidFill>
                <a:latin typeface="IBM Plex Sans"/>
                <a:ea typeface="IBM Plex Sans"/>
                <a:cs typeface="IBM Plex Sans"/>
              </a:endParaRPr>
            </a:p>
          </p:txBody>
        </p:sp>
        <p:sp>
          <p:nvSpPr>
            <p:cNvPr id="26" name="node08.source-001.text"/>
            <p:cNvSpPr/>
            <p:nvPr/>
          </p:nvSpPr>
          <p:spPr>
            <a:xfrm>
              <a:off x="5219700" y="2594991"/>
              <a:ext cx="25908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Design principles</a:t>
              </a:r>
              <a:endParaRPr lang="en-US" sz="1400" spc="0" kern="0" b="0" i="0" dirty="0">
                <a:solidFill>
                  <a:srgbClr val="070154"/>
                </a:solidFill>
                <a:latin typeface="IBM Plex Sans SemiBold"/>
                <a:ea typeface="IBM Plex Sans SemiBold"/>
                <a:cs typeface="IBM Plex Sans SemiBold"/>
              </a:endParaRPr>
            </a:p>
          </p:txBody>
        </p:sp>
        <p:sp>
          <p:nvSpPr>
            <p:cNvPr id="27" name="node08.source-002.key"/>
            <p:cNvSpPr/>
            <p:nvPr/>
          </p:nvSpPr>
          <p:spPr>
            <a:xfrm>
              <a:off x="4381500" y="2895600"/>
              <a:ext cx="609600" cy="266700"/>
            </a:xfrm>
            <a:prstGeom prst="rect">
              <a:avLst/>
            </a:prstGeom>
            <a:noFill/>
            <a:ln/>
          </p:spPr>
          <p:txBody>
            <a:bodyPr wrap="square" lIns="0" tIns="0" rIns="0" bIns="0" rtlCol="0" anchor="t"/>
            <a:lstStyle/>
            <a:p>
              <a:pPr algn="r" indent="0" marL="0">
                <a:lnSpc>
                  <a:spcPts val="2100"/>
                </a:lnSpc>
                <a:buNone/>
              </a:pPr>
              <a:r>
                <a:rPr lang="en-US" sz="1400" spc="0" kern="0" b="1" i="0" dirty="0">
                  <a:solidFill>
                    <a:srgbClr val="0047FF"/>
                  </a:solidFill>
                  <a:latin typeface="IBM Plex Sans"/>
                  <a:ea typeface="IBM Plex Sans"/>
                  <a:cs typeface="IBM Plex Sans"/>
                </a:rPr>
                <a:t>9:45</a:t>
              </a:r>
              <a:endParaRPr lang="en-US" sz="1400" spc="0" kern="0" b="1" i="0" dirty="0">
                <a:solidFill>
                  <a:srgbClr val="0047FF"/>
                </a:solidFill>
                <a:latin typeface="IBM Plex Sans"/>
                <a:ea typeface="IBM Plex Sans"/>
                <a:cs typeface="IBM Plex Sans"/>
              </a:endParaRPr>
            </a:p>
          </p:txBody>
        </p:sp>
        <p:sp>
          <p:nvSpPr>
            <p:cNvPr id="28" name="node08.source-002.text"/>
            <p:cNvSpPr/>
            <p:nvPr/>
          </p:nvSpPr>
          <p:spPr>
            <a:xfrm>
              <a:off x="5219700" y="2899791"/>
              <a:ext cx="25908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Design by area</a:t>
              </a:r>
              <a:endParaRPr lang="en-US" sz="1400" spc="0" kern="0" b="0" i="0" dirty="0">
                <a:solidFill>
                  <a:srgbClr val="070154"/>
                </a:solidFill>
                <a:latin typeface="IBM Plex Sans SemiBold"/>
                <a:ea typeface="IBM Plex Sans SemiBold"/>
                <a:cs typeface="IBM Plex Sans SemiBold"/>
              </a:endParaRPr>
            </a:p>
          </p:txBody>
        </p:sp>
        <p:sp>
          <p:nvSpPr>
            <p:cNvPr id="29" name="node08.source-003.key"/>
            <p:cNvSpPr/>
            <p:nvPr/>
          </p:nvSpPr>
          <p:spPr>
            <a:xfrm>
              <a:off x="4381500" y="3200400"/>
              <a:ext cx="609600" cy="266700"/>
            </a:xfrm>
            <a:prstGeom prst="rect">
              <a:avLst/>
            </a:prstGeom>
            <a:noFill/>
            <a:ln/>
          </p:spPr>
          <p:txBody>
            <a:bodyPr wrap="square" lIns="0" tIns="0" rIns="0" bIns="0" rtlCol="0" anchor="t"/>
            <a:lstStyle/>
            <a:p>
              <a:pPr algn="r" indent="0" marL="0">
                <a:lnSpc>
                  <a:spcPts val="2100"/>
                </a:lnSpc>
                <a:buNone/>
              </a:pPr>
              <a:r>
                <a:rPr lang="en-US" sz="1400" spc="0" kern="0" b="1" i="0" dirty="0">
                  <a:solidFill>
                    <a:srgbClr val="0047FF"/>
                  </a:solidFill>
                  <a:latin typeface="IBM Plex Sans"/>
                  <a:ea typeface="IBM Plex Sans"/>
                  <a:cs typeface="IBM Plex Sans"/>
                </a:rPr>
                <a:t>11:30</a:t>
              </a:r>
              <a:endParaRPr lang="en-US" sz="1400" spc="0" kern="0" b="1" i="0" dirty="0">
                <a:solidFill>
                  <a:srgbClr val="0047FF"/>
                </a:solidFill>
                <a:latin typeface="IBM Plex Sans"/>
                <a:ea typeface="IBM Plex Sans"/>
                <a:cs typeface="IBM Plex Sans"/>
              </a:endParaRPr>
            </a:p>
          </p:txBody>
        </p:sp>
        <p:sp>
          <p:nvSpPr>
            <p:cNvPr id="30" name="node08.source-003.text"/>
            <p:cNvSpPr/>
            <p:nvPr/>
          </p:nvSpPr>
          <p:spPr>
            <a:xfrm>
              <a:off x="5219700" y="3204591"/>
              <a:ext cx="25908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Table playbacks</a:t>
              </a:r>
              <a:endParaRPr lang="en-US" sz="1400" spc="0" kern="0" b="0" i="0" dirty="0">
                <a:solidFill>
                  <a:srgbClr val="070154"/>
                </a:solidFill>
                <a:latin typeface="IBM Plex Sans SemiBold"/>
                <a:ea typeface="IBM Plex Sans SemiBold"/>
                <a:cs typeface="IBM Plex Sans SemiBold"/>
              </a:endParaRPr>
            </a:p>
          </p:txBody>
        </p:sp>
      </p:grpSp>
      <p:grpSp>
        <p:nvGrpSpPr>
          <p:cNvPr id="80" name="node09"/>
          <p:cNvGrpSpPr/>
          <p:nvPr/>
        </p:nvGrpSpPr>
        <p:grpSpPr>
          <a:xfrm>
            <a:off x="8039100" y="2590800"/>
            <a:ext cx="3429000" cy="914400"/>
            <a:chOff x="8039100" y="2590800"/>
            <a:chExt cx="3429000" cy="914400"/>
          </a:xfrm>
        </p:grpSpPr>
        <p:sp>
          <p:nvSpPr>
            <p:cNvPr id="31" name="node09.source-001.key"/>
            <p:cNvSpPr/>
            <p:nvPr/>
          </p:nvSpPr>
          <p:spPr>
            <a:xfrm>
              <a:off x="8039100" y="2590800"/>
              <a:ext cx="609600" cy="266700"/>
            </a:xfrm>
            <a:prstGeom prst="rect">
              <a:avLst/>
            </a:prstGeom>
            <a:noFill/>
            <a:ln/>
          </p:spPr>
          <p:txBody>
            <a:bodyPr wrap="square" lIns="0" tIns="0" rIns="0" bIns="0" rtlCol="0" anchor="t"/>
            <a:lstStyle/>
            <a:p>
              <a:pPr algn="r" indent="0" marL="0">
                <a:lnSpc>
                  <a:spcPts val="2100"/>
                </a:lnSpc>
                <a:buNone/>
              </a:pPr>
              <a:r>
                <a:rPr lang="en-US" sz="1400" spc="0" kern="0" b="1" i="0" dirty="0">
                  <a:solidFill>
                    <a:srgbClr val="0047FF"/>
                  </a:solidFill>
                  <a:latin typeface="IBM Plex Sans"/>
                  <a:ea typeface="IBM Plex Sans"/>
                  <a:cs typeface="IBM Plex Sans"/>
                </a:rPr>
                <a:t>13:00</a:t>
              </a:r>
              <a:endParaRPr lang="en-US" sz="1400" spc="0" kern="0" b="1" i="0" dirty="0">
                <a:solidFill>
                  <a:srgbClr val="0047FF"/>
                </a:solidFill>
                <a:latin typeface="IBM Plex Sans"/>
                <a:ea typeface="IBM Plex Sans"/>
                <a:cs typeface="IBM Plex Sans"/>
              </a:endParaRPr>
            </a:p>
          </p:txBody>
        </p:sp>
        <p:sp>
          <p:nvSpPr>
            <p:cNvPr id="32" name="node09.source-001.text"/>
            <p:cNvSpPr/>
            <p:nvPr/>
          </p:nvSpPr>
          <p:spPr>
            <a:xfrm>
              <a:off x="8877300" y="2594991"/>
              <a:ext cx="25908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Cross-area hand-offs</a:t>
              </a:r>
              <a:endParaRPr lang="en-US" sz="1400" spc="0" kern="0" b="0" i="0" dirty="0">
                <a:solidFill>
                  <a:srgbClr val="070154"/>
                </a:solidFill>
                <a:latin typeface="IBM Plex Sans SemiBold"/>
                <a:ea typeface="IBM Plex Sans SemiBold"/>
                <a:cs typeface="IBM Plex Sans SemiBold"/>
              </a:endParaRPr>
            </a:p>
          </p:txBody>
        </p:sp>
        <p:sp>
          <p:nvSpPr>
            <p:cNvPr id="33" name="node09.source-002.key"/>
            <p:cNvSpPr/>
            <p:nvPr/>
          </p:nvSpPr>
          <p:spPr>
            <a:xfrm>
              <a:off x="8039100" y="2895600"/>
              <a:ext cx="609600" cy="266700"/>
            </a:xfrm>
            <a:prstGeom prst="rect">
              <a:avLst/>
            </a:prstGeom>
            <a:noFill/>
            <a:ln/>
          </p:spPr>
          <p:txBody>
            <a:bodyPr wrap="square" lIns="0" tIns="0" rIns="0" bIns="0" rtlCol="0" anchor="t"/>
            <a:lstStyle/>
            <a:p>
              <a:pPr algn="r" indent="0" marL="0">
                <a:lnSpc>
                  <a:spcPts val="2100"/>
                </a:lnSpc>
                <a:buNone/>
              </a:pPr>
              <a:r>
                <a:rPr lang="en-US" sz="1400" spc="0" kern="0" b="1" i="0" dirty="0">
                  <a:solidFill>
                    <a:srgbClr val="0047FF"/>
                  </a:solidFill>
                  <a:latin typeface="IBM Plex Sans"/>
                  <a:ea typeface="IBM Plex Sans"/>
                  <a:cs typeface="IBM Plex Sans"/>
                </a:rPr>
                <a:t>15:00</a:t>
              </a:r>
              <a:endParaRPr lang="en-US" sz="1400" spc="0" kern="0" b="1" i="0" dirty="0">
                <a:solidFill>
                  <a:srgbClr val="0047FF"/>
                </a:solidFill>
                <a:latin typeface="IBM Plex Sans"/>
                <a:ea typeface="IBM Plex Sans"/>
                <a:cs typeface="IBM Plex Sans"/>
              </a:endParaRPr>
            </a:p>
          </p:txBody>
        </p:sp>
        <p:sp>
          <p:nvSpPr>
            <p:cNvPr id="34" name="node09.source-002.text"/>
            <p:cNvSpPr/>
            <p:nvPr/>
          </p:nvSpPr>
          <p:spPr>
            <a:xfrm>
              <a:off x="8877300" y="2899791"/>
              <a:ext cx="25908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Scenario tests</a:t>
              </a:r>
              <a:endParaRPr lang="en-US" sz="1400" spc="0" kern="0" b="0" i="0" dirty="0">
                <a:solidFill>
                  <a:srgbClr val="070154"/>
                </a:solidFill>
                <a:latin typeface="IBM Plex Sans SemiBold"/>
                <a:ea typeface="IBM Plex Sans SemiBold"/>
                <a:cs typeface="IBM Plex Sans SemiBold"/>
              </a:endParaRPr>
            </a:p>
          </p:txBody>
        </p:sp>
        <p:sp>
          <p:nvSpPr>
            <p:cNvPr id="35" name="node09.source-003.key"/>
            <p:cNvSpPr/>
            <p:nvPr/>
          </p:nvSpPr>
          <p:spPr>
            <a:xfrm>
              <a:off x="8039100" y="3200400"/>
              <a:ext cx="609600" cy="266700"/>
            </a:xfrm>
            <a:prstGeom prst="rect">
              <a:avLst/>
            </a:prstGeom>
            <a:noFill/>
            <a:ln/>
          </p:spPr>
          <p:txBody>
            <a:bodyPr wrap="square" lIns="0" tIns="0" rIns="0" bIns="0" rtlCol="0" anchor="t"/>
            <a:lstStyle/>
            <a:p>
              <a:pPr algn="r" indent="0" marL="0">
                <a:lnSpc>
                  <a:spcPts val="2100"/>
                </a:lnSpc>
                <a:buNone/>
              </a:pPr>
              <a:r>
                <a:rPr lang="en-US" sz="1400" spc="0" kern="0" b="1" i="0" dirty="0">
                  <a:solidFill>
                    <a:srgbClr val="0047FF"/>
                  </a:solidFill>
                  <a:latin typeface="IBM Plex Sans"/>
                  <a:ea typeface="IBM Plex Sans"/>
                  <a:cs typeface="IBM Plex Sans"/>
                </a:rPr>
                <a:t>16:30</a:t>
              </a:r>
              <a:endParaRPr lang="en-US" sz="1400" spc="0" kern="0" b="1" i="0" dirty="0">
                <a:solidFill>
                  <a:srgbClr val="0047FF"/>
                </a:solidFill>
                <a:latin typeface="IBM Plex Sans"/>
                <a:ea typeface="IBM Plex Sans"/>
                <a:cs typeface="IBM Plex Sans"/>
              </a:endParaRPr>
            </a:p>
          </p:txBody>
        </p:sp>
        <p:sp>
          <p:nvSpPr>
            <p:cNvPr id="36" name="node09.source-003.text"/>
            <p:cNvSpPr/>
            <p:nvPr/>
          </p:nvSpPr>
          <p:spPr>
            <a:xfrm>
              <a:off x="8877300" y="3204591"/>
              <a:ext cx="25908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Playback</a:t>
              </a:r>
              <a:endParaRPr lang="en-US" sz="1400" spc="0" kern="0" b="0" i="0" dirty="0">
                <a:solidFill>
                  <a:srgbClr val="070154"/>
                </a:solidFill>
                <a:latin typeface="IBM Plex Sans SemiBold"/>
                <a:ea typeface="IBM Plex Sans SemiBold"/>
                <a:cs typeface="IBM Plex Sans SemiBold"/>
              </a:endParaRPr>
            </a:p>
          </p:txBody>
        </p:sp>
      </p:grpSp>
      <p:grpSp>
        <p:nvGrpSpPr>
          <p:cNvPr id="81" name="node10"/>
          <p:cNvGrpSpPr/>
          <p:nvPr/>
        </p:nvGrpSpPr>
        <p:grpSpPr>
          <a:xfrm>
            <a:off x="4381500" y="3581400"/>
            <a:ext cx="7086600" cy="228600"/>
            <a:chOff x="4381500" y="3581400"/>
            <a:chExt cx="7086600" cy="228600"/>
          </a:xfrm>
        </p:grpSpPr>
        <p:sp>
          <p:nvSpPr>
            <p:cNvPr id="37" name="node10.text"/>
            <p:cNvSpPr/>
            <p:nvPr/>
          </p:nvSpPr>
          <p:spPr>
            <a:xfrm>
              <a:off x="4381500" y="3581400"/>
              <a:ext cx="708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Output: draft future-state design for four areas.</a:t>
              </a:r>
              <a:endParaRPr lang="en-US" sz="1200" spc="0" kern="0" b="0" i="0" dirty="0">
                <a:solidFill>
                  <a:srgbClr val="070154"/>
                </a:solidFill>
                <a:latin typeface="IBM Plex Sans"/>
                <a:ea typeface="IBM Plex Sans"/>
                <a:cs typeface="IBM Plex Sans"/>
              </a:endParaRPr>
            </a:p>
          </p:txBody>
        </p:sp>
      </p:grpSp>
      <p:grpSp>
        <p:nvGrpSpPr>
          <p:cNvPr id="82" name="node11"/>
          <p:cNvGrpSpPr/>
          <p:nvPr/>
        </p:nvGrpSpPr>
        <p:grpSpPr>
          <a:xfrm>
            <a:off x="4381500" y="4114800"/>
            <a:ext cx="7086600" cy="228600"/>
            <a:chOff x="4381500" y="4114800"/>
            <a:chExt cx="7086600" cy="228600"/>
          </a:xfrm>
        </p:grpSpPr>
        <p:sp>
          <p:nvSpPr>
            <p:cNvPr id="38" name="node11.label"/>
            <p:cNvSpPr/>
            <p:nvPr/>
          </p:nvSpPr>
          <p:spPr>
            <a:xfrm>
              <a:off x="4381500" y="4114800"/>
              <a:ext cx="3180482"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DAY 3 · DECIDE · THU NOV 6 · 9:00 TO 15:00</a:t>
              </a:r>
              <a:endParaRPr lang="en-US" sz="900" spc="54" kern="0" b="0" i="0" dirty="0">
                <a:solidFill>
                  <a:srgbClr val="50658E"/>
                </a:solidFill>
                <a:latin typeface="IBM Plex Mono Medium"/>
                <a:ea typeface="IBM Plex Mono Medium"/>
                <a:cs typeface="IBM Plex Mono Medium"/>
              </a:endParaRPr>
            </a:p>
          </p:txBody>
        </p:sp>
        <p:sp>
          <p:nvSpPr>
            <p:cNvPr id="39" name="node11.rule"/>
            <p:cNvSpPr/>
            <p:nvPr/>
          </p:nvSpPr>
          <p:spPr>
            <a:xfrm>
              <a:off x="7688982" y="4224338"/>
              <a:ext cx="3779118" cy="9525"/>
            </a:xfrm>
            <a:prstGeom prst="rect">
              <a:avLst/>
            </a:prstGeom>
            <a:solidFill>
              <a:srgbClr val="CED7E6"/>
            </a:solidFill>
            <a:ln>
              <a:noFill/>
            </a:ln>
          </p:spPr>
        </p:sp>
      </p:grpSp>
      <p:sp>
        <p:nvSpPr>
          <p:cNvPr id="40" name="node12"/>
          <p:cNvSpPr/>
          <p:nvPr/>
        </p:nvSpPr>
        <p:spPr>
          <a:xfrm>
            <a:off x="4381500" y="4343400"/>
            <a:ext cx="7086600" cy="9525"/>
          </a:xfrm>
          <a:prstGeom prst="rect">
            <a:avLst/>
          </a:prstGeom>
          <a:solidFill>
            <a:srgbClr val="CED7E6"/>
          </a:solidFill>
          <a:ln>
            <a:noFill/>
          </a:ln>
        </p:spPr>
      </p:sp>
      <p:grpSp>
        <p:nvGrpSpPr>
          <p:cNvPr id="83" name="node13"/>
          <p:cNvGrpSpPr/>
          <p:nvPr/>
        </p:nvGrpSpPr>
        <p:grpSpPr>
          <a:xfrm>
            <a:off x="4381500" y="4419600"/>
            <a:ext cx="3429000" cy="914400"/>
            <a:chOff x="4381500" y="4419600"/>
            <a:chExt cx="3429000" cy="914400"/>
          </a:xfrm>
        </p:grpSpPr>
        <p:sp>
          <p:nvSpPr>
            <p:cNvPr id="41" name="node13.source-001.key"/>
            <p:cNvSpPr/>
            <p:nvPr/>
          </p:nvSpPr>
          <p:spPr>
            <a:xfrm>
              <a:off x="4381500" y="4419600"/>
              <a:ext cx="609600" cy="266700"/>
            </a:xfrm>
            <a:prstGeom prst="rect">
              <a:avLst/>
            </a:prstGeom>
            <a:noFill/>
            <a:ln/>
          </p:spPr>
          <p:txBody>
            <a:bodyPr wrap="square" lIns="0" tIns="0" rIns="0" bIns="0" rtlCol="0" anchor="t"/>
            <a:lstStyle/>
            <a:p>
              <a:pPr algn="r" indent="0" marL="0">
                <a:lnSpc>
                  <a:spcPts val="2100"/>
                </a:lnSpc>
                <a:buNone/>
              </a:pPr>
              <a:r>
                <a:rPr lang="en-US" sz="1400" spc="0" kern="0" b="1" i="0" dirty="0">
                  <a:solidFill>
                    <a:srgbClr val="0047FF"/>
                  </a:solidFill>
                  <a:latin typeface="IBM Plex Sans"/>
                  <a:ea typeface="IBM Plex Sans"/>
                  <a:cs typeface="IBM Plex Sans"/>
                </a:rPr>
                <a:t>9:00</a:t>
              </a:r>
              <a:endParaRPr lang="en-US" sz="1400" spc="0" kern="0" b="1" i="0" dirty="0">
                <a:solidFill>
                  <a:srgbClr val="0047FF"/>
                </a:solidFill>
                <a:latin typeface="IBM Plex Sans"/>
                <a:ea typeface="IBM Plex Sans"/>
                <a:cs typeface="IBM Plex Sans"/>
              </a:endParaRPr>
            </a:p>
          </p:txBody>
        </p:sp>
        <p:sp>
          <p:nvSpPr>
            <p:cNvPr id="42" name="node13.source-001.text"/>
            <p:cNvSpPr/>
            <p:nvPr/>
          </p:nvSpPr>
          <p:spPr>
            <a:xfrm>
              <a:off x="5219700" y="4423791"/>
              <a:ext cx="25908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Close design gaps</a:t>
              </a:r>
              <a:endParaRPr lang="en-US" sz="1400" spc="0" kern="0" b="0" i="0" dirty="0">
                <a:solidFill>
                  <a:srgbClr val="070154"/>
                </a:solidFill>
                <a:latin typeface="IBM Plex Sans SemiBold"/>
                <a:ea typeface="IBM Plex Sans SemiBold"/>
                <a:cs typeface="IBM Plex Sans SemiBold"/>
              </a:endParaRPr>
            </a:p>
          </p:txBody>
        </p:sp>
        <p:sp>
          <p:nvSpPr>
            <p:cNvPr id="43" name="node13.source-002.key"/>
            <p:cNvSpPr/>
            <p:nvPr/>
          </p:nvSpPr>
          <p:spPr>
            <a:xfrm>
              <a:off x="4381500" y="4724400"/>
              <a:ext cx="609600" cy="266700"/>
            </a:xfrm>
            <a:prstGeom prst="rect">
              <a:avLst/>
            </a:prstGeom>
            <a:noFill/>
            <a:ln/>
          </p:spPr>
          <p:txBody>
            <a:bodyPr wrap="square" lIns="0" tIns="0" rIns="0" bIns="0" rtlCol="0" anchor="t"/>
            <a:lstStyle/>
            <a:p>
              <a:pPr algn="r" indent="0" marL="0">
                <a:lnSpc>
                  <a:spcPts val="2100"/>
                </a:lnSpc>
                <a:buNone/>
              </a:pPr>
              <a:r>
                <a:rPr lang="en-US" sz="1400" spc="0" kern="0" b="1" i="0" dirty="0">
                  <a:solidFill>
                    <a:srgbClr val="0047FF"/>
                  </a:solidFill>
                  <a:latin typeface="IBM Plex Sans"/>
                  <a:ea typeface="IBM Plex Sans"/>
                  <a:cs typeface="IBM Plex Sans"/>
                </a:rPr>
                <a:t>10:30</a:t>
              </a:r>
              <a:endParaRPr lang="en-US" sz="1400" spc="0" kern="0" b="1" i="0" dirty="0">
                <a:solidFill>
                  <a:srgbClr val="0047FF"/>
                </a:solidFill>
                <a:latin typeface="IBM Plex Sans"/>
                <a:ea typeface="IBM Plex Sans"/>
                <a:cs typeface="IBM Plex Sans"/>
              </a:endParaRPr>
            </a:p>
          </p:txBody>
        </p:sp>
        <p:sp>
          <p:nvSpPr>
            <p:cNvPr id="44" name="node13.source-002.text"/>
            <p:cNvSpPr/>
            <p:nvPr/>
          </p:nvSpPr>
          <p:spPr>
            <a:xfrm>
              <a:off x="5219700" y="4728591"/>
              <a:ext cx="25908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Score and rank</a:t>
              </a:r>
              <a:endParaRPr lang="en-US" sz="1400" spc="0" kern="0" b="0" i="0" dirty="0">
                <a:solidFill>
                  <a:srgbClr val="070154"/>
                </a:solidFill>
                <a:latin typeface="IBM Plex Sans SemiBold"/>
                <a:ea typeface="IBM Plex Sans SemiBold"/>
                <a:cs typeface="IBM Plex Sans SemiBold"/>
              </a:endParaRPr>
            </a:p>
          </p:txBody>
        </p:sp>
        <p:sp>
          <p:nvSpPr>
            <p:cNvPr id="45" name="node13.source-003.key"/>
            <p:cNvSpPr/>
            <p:nvPr/>
          </p:nvSpPr>
          <p:spPr>
            <a:xfrm>
              <a:off x="4381500" y="5029200"/>
              <a:ext cx="609600" cy="266700"/>
            </a:xfrm>
            <a:prstGeom prst="rect">
              <a:avLst/>
            </a:prstGeom>
            <a:noFill/>
            <a:ln/>
          </p:spPr>
          <p:txBody>
            <a:bodyPr wrap="square" lIns="0" tIns="0" rIns="0" bIns="0" rtlCol="0" anchor="t"/>
            <a:lstStyle/>
            <a:p>
              <a:pPr algn="r" indent="0" marL="0">
                <a:lnSpc>
                  <a:spcPts val="2100"/>
                </a:lnSpc>
                <a:buNone/>
              </a:pPr>
              <a:r>
                <a:rPr lang="en-US" sz="1400" spc="0" kern="0" b="1" i="0" dirty="0">
                  <a:solidFill>
                    <a:srgbClr val="0047FF"/>
                  </a:solidFill>
                  <a:latin typeface="IBM Plex Sans"/>
                  <a:ea typeface="IBM Plex Sans"/>
                  <a:cs typeface="IBM Plex Sans"/>
                </a:rPr>
                <a:t>12:30</a:t>
              </a:r>
              <a:endParaRPr lang="en-US" sz="1400" spc="0" kern="0" b="1" i="0" dirty="0">
                <a:solidFill>
                  <a:srgbClr val="0047FF"/>
                </a:solidFill>
                <a:latin typeface="IBM Plex Sans"/>
                <a:ea typeface="IBM Plex Sans"/>
                <a:cs typeface="IBM Plex Sans"/>
              </a:endParaRPr>
            </a:p>
          </p:txBody>
        </p:sp>
        <p:sp>
          <p:nvSpPr>
            <p:cNvPr id="46" name="node13.source-003.text"/>
            <p:cNvSpPr/>
            <p:nvPr/>
          </p:nvSpPr>
          <p:spPr>
            <a:xfrm>
              <a:off x="5219700" y="5033391"/>
              <a:ext cx="25908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Working lunch</a:t>
              </a:r>
              <a:endParaRPr lang="en-US" sz="1400" spc="0" kern="0" b="0" i="0" dirty="0">
                <a:solidFill>
                  <a:srgbClr val="070154"/>
                </a:solidFill>
                <a:latin typeface="IBM Plex Sans SemiBold"/>
                <a:ea typeface="IBM Plex Sans SemiBold"/>
                <a:cs typeface="IBM Plex Sans SemiBold"/>
              </a:endParaRPr>
            </a:p>
          </p:txBody>
        </p:sp>
      </p:grpSp>
      <p:grpSp>
        <p:nvGrpSpPr>
          <p:cNvPr id="84" name="node14"/>
          <p:cNvGrpSpPr/>
          <p:nvPr/>
        </p:nvGrpSpPr>
        <p:grpSpPr>
          <a:xfrm>
            <a:off x="8039100" y="4419600"/>
            <a:ext cx="3429000" cy="914400"/>
            <a:chOff x="8039100" y="4419600"/>
            <a:chExt cx="3429000" cy="914400"/>
          </a:xfrm>
        </p:grpSpPr>
        <p:sp>
          <p:nvSpPr>
            <p:cNvPr id="47" name="node14.source-001.key"/>
            <p:cNvSpPr/>
            <p:nvPr/>
          </p:nvSpPr>
          <p:spPr>
            <a:xfrm>
              <a:off x="8039100" y="4419600"/>
              <a:ext cx="609600" cy="266700"/>
            </a:xfrm>
            <a:prstGeom prst="rect">
              <a:avLst/>
            </a:prstGeom>
            <a:noFill/>
            <a:ln/>
          </p:spPr>
          <p:txBody>
            <a:bodyPr wrap="square" lIns="0" tIns="0" rIns="0" bIns="0" rtlCol="0" anchor="t"/>
            <a:lstStyle/>
            <a:p>
              <a:pPr algn="r" indent="0" marL="0">
                <a:lnSpc>
                  <a:spcPts val="2100"/>
                </a:lnSpc>
                <a:buNone/>
              </a:pPr>
              <a:r>
                <a:rPr lang="en-US" sz="1400" spc="0" kern="0" b="1" i="0" dirty="0">
                  <a:solidFill>
                    <a:srgbClr val="0047FF"/>
                  </a:solidFill>
                  <a:latin typeface="IBM Plex Sans"/>
                  <a:ea typeface="IBM Plex Sans"/>
                  <a:cs typeface="IBM Plex Sans"/>
                </a:rPr>
                <a:t>13:00</a:t>
              </a:r>
              <a:endParaRPr lang="en-US" sz="1400" spc="0" kern="0" b="1" i="0" dirty="0">
                <a:solidFill>
                  <a:srgbClr val="0047FF"/>
                </a:solidFill>
                <a:latin typeface="IBM Plex Sans"/>
                <a:ea typeface="IBM Plex Sans"/>
                <a:cs typeface="IBM Plex Sans"/>
              </a:endParaRPr>
            </a:p>
          </p:txBody>
        </p:sp>
        <p:sp>
          <p:nvSpPr>
            <p:cNvPr id="48" name="node14.source-001.text"/>
            <p:cNvSpPr/>
            <p:nvPr/>
          </p:nvSpPr>
          <p:spPr>
            <a:xfrm>
              <a:off x="8877300" y="4423791"/>
              <a:ext cx="25908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Roadmap and owners</a:t>
              </a:r>
              <a:endParaRPr lang="en-US" sz="1400" spc="0" kern="0" b="0" i="0" dirty="0">
                <a:solidFill>
                  <a:srgbClr val="070154"/>
                </a:solidFill>
                <a:latin typeface="IBM Plex Sans SemiBold"/>
                <a:ea typeface="IBM Plex Sans SemiBold"/>
                <a:cs typeface="IBM Plex Sans SemiBold"/>
              </a:endParaRPr>
            </a:p>
          </p:txBody>
        </p:sp>
        <p:sp>
          <p:nvSpPr>
            <p:cNvPr id="49" name="node14.source-002.key"/>
            <p:cNvSpPr/>
            <p:nvPr/>
          </p:nvSpPr>
          <p:spPr>
            <a:xfrm>
              <a:off x="8039100" y="4724400"/>
              <a:ext cx="609600" cy="266700"/>
            </a:xfrm>
            <a:prstGeom prst="rect">
              <a:avLst/>
            </a:prstGeom>
            <a:noFill/>
            <a:ln/>
          </p:spPr>
          <p:txBody>
            <a:bodyPr wrap="square" lIns="0" tIns="0" rIns="0" bIns="0" rtlCol="0" anchor="t"/>
            <a:lstStyle/>
            <a:p>
              <a:pPr algn="r" indent="0" marL="0">
                <a:lnSpc>
                  <a:spcPts val="2100"/>
                </a:lnSpc>
                <a:buNone/>
              </a:pPr>
              <a:r>
                <a:rPr lang="en-US" sz="1400" spc="0" kern="0" b="1" i="0" dirty="0">
                  <a:solidFill>
                    <a:srgbClr val="0047FF"/>
                  </a:solidFill>
                  <a:latin typeface="IBM Plex Sans"/>
                  <a:ea typeface="IBM Plex Sans"/>
                  <a:cs typeface="IBM Plex Sans"/>
                </a:rPr>
                <a:t>14:00</a:t>
              </a:r>
              <a:endParaRPr lang="en-US" sz="1400" spc="0" kern="0" b="1" i="0" dirty="0">
                <a:solidFill>
                  <a:srgbClr val="0047FF"/>
                </a:solidFill>
                <a:latin typeface="IBM Plex Sans"/>
                <a:ea typeface="IBM Plex Sans"/>
                <a:cs typeface="IBM Plex Sans"/>
              </a:endParaRPr>
            </a:p>
          </p:txBody>
        </p:sp>
        <p:sp>
          <p:nvSpPr>
            <p:cNvPr id="50" name="node14.source-002.text"/>
            <p:cNvSpPr/>
            <p:nvPr/>
          </p:nvSpPr>
          <p:spPr>
            <a:xfrm>
              <a:off x="8877300" y="4728591"/>
              <a:ext cx="25908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Readout to sponsors</a:t>
              </a:r>
              <a:endParaRPr lang="en-US" sz="1400" spc="0" kern="0" b="0" i="0" dirty="0">
                <a:solidFill>
                  <a:srgbClr val="070154"/>
                </a:solidFill>
                <a:latin typeface="IBM Plex Sans SemiBold"/>
                <a:ea typeface="IBM Plex Sans SemiBold"/>
                <a:cs typeface="IBM Plex Sans SemiBold"/>
              </a:endParaRPr>
            </a:p>
          </p:txBody>
        </p:sp>
        <p:sp>
          <p:nvSpPr>
            <p:cNvPr id="51" name="node14.source-003.key"/>
            <p:cNvSpPr/>
            <p:nvPr/>
          </p:nvSpPr>
          <p:spPr>
            <a:xfrm>
              <a:off x="8039100" y="5029200"/>
              <a:ext cx="609600" cy="266700"/>
            </a:xfrm>
            <a:prstGeom prst="rect">
              <a:avLst/>
            </a:prstGeom>
            <a:noFill/>
            <a:ln/>
          </p:spPr>
          <p:txBody>
            <a:bodyPr wrap="square" lIns="0" tIns="0" rIns="0" bIns="0" rtlCol="0" anchor="t"/>
            <a:lstStyle/>
            <a:p>
              <a:pPr algn="r" indent="0" marL="0">
                <a:lnSpc>
                  <a:spcPts val="2100"/>
                </a:lnSpc>
                <a:buNone/>
              </a:pPr>
              <a:r>
                <a:rPr lang="en-US" sz="1400" spc="0" kern="0" b="1" i="0" dirty="0">
                  <a:solidFill>
                    <a:srgbClr val="0047FF"/>
                  </a:solidFill>
                  <a:latin typeface="IBM Plex Sans"/>
                  <a:ea typeface="IBM Plex Sans"/>
                  <a:cs typeface="IBM Plex Sans"/>
                </a:rPr>
                <a:t>15:00</a:t>
              </a:r>
              <a:endParaRPr lang="en-US" sz="1400" spc="0" kern="0" b="1" i="0" dirty="0">
                <a:solidFill>
                  <a:srgbClr val="0047FF"/>
                </a:solidFill>
                <a:latin typeface="IBM Plex Sans"/>
                <a:ea typeface="IBM Plex Sans"/>
                <a:cs typeface="IBM Plex Sans"/>
              </a:endParaRPr>
            </a:p>
          </p:txBody>
        </p:sp>
        <p:sp>
          <p:nvSpPr>
            <p:cNvPr id="52" name="node14.source-003.text"/>
            <p:cNvSpPr/>
            <p:nvPr/>
          </p:nvSpPr>
          <p:spPr>
            <a:xfrm>
              <a:off x="8877300" y="5033391"/>
              <a:ext cx="25908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Close</a:t>
              </a:r>
              <a:endParaRPr lang="en-US" sz="1400" spc="0" kern="0" b="0" i="0" dirty="0">
                <a:solidFill>
                  <a:srgbClr val="070154"/>
                </a:solidFill>
                <a:latin typeface="IBM Plex Sans SemiBold"/>
                <a:ea typeface="IBM Plex Sans SemiBold"/>
                <a:cs typeface="IBM Plex Sans SemiBold"/>
              </a:endParaRPr>
            </a:p>
          </p:txBody>
        </p:sp>
      </p:grpSp>
      <p:grpSp>
        <p:nvGrpSpPr>
          <p:cNvPr id="85" name="node15"/>
          <p:cNvGrpSpPr/>
          <p:nvPr/>
        </p:nvGrpSpPr>
        <p:grpSpPr>
          <a:xfrm>
            <a:off x="4381500" y="5410200"/>
            <a:ext cx="7086600" cy="228600"/>
            <a:chOff x="4381500" y="5410200"/>
            <a:chExt cx="7086600" cy="228600"/>
          </a:xfrm>
        </p:grpSpPr>
        <p:sp>
          <p:nvSpPr>
            <p:cNvPr id="53" name="node15.text"/>
            <p:cNvSpPr/>
            <p:nvPr/>
          </p:nvSpPr>
          <p:spPr>
            <a:xfrm>
              <a:off x="4381500" y="5410200"/>
              <a:ext cx="708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Output: ranked roadmap, owners and decisions.</a:t>
              </a:r>
              <a:endParaRPr lang="en-US" sz="1200" spc="0" kern="0" b="0" i="0" dirty="0">
                <a:solidFill>
                  <a:srgbClr val="070154"/>
                </a:solidFill>
                <a:latin typeface="IBM Plex Sans"/>
                <a:ea typeface="IBM Plex Sans"/>
                <a:cs typeface="IBM Plex Sans"/>
              </a:endParaRPr>
            </a:p>
          </p:txBody>
        </p:sp>
      </p:grpSp>
      <p:grpSp>
        <p:nvGrpSpPr>
          <p:cNvPr id="86" name="node16"/>
          <p:cNvGrpSpPr/>
          <p:nvPr/>
        </p:nvGrpSpPr>
        <p:grpSpPr>
          <a:xfrm>
            <a:off x="723900" y="2286000"/>
            <a:ext cx="3429000" cy="228600"/>
            <a:chOff x="723900" y="2286000"/>
            <a:chExt cx="3429000" cy="228600"/>
          </a:xfrm>
        </p:grpSpPr>
        <p:sp>
          <p:nvSpPr>
            <p:cNvPr id="54" name="node16.label"/>
            <p:cNvSpPr/>
            <p:nvPr/>
          </p:nvSpPr>
          <p:spPr>
            <a:xfrm>
              <a:off x="723900" y="2286000"/>
              <a:ext cx="926852"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OVERALL GOAL</a:t>
              </a:r>
              <a:endParaRPr lang="en-US" sz="900" spc="54" kern="0" b="0" i="0" dirty="0">
                <a:solidFill>
                  <a:srgbClr val="50658E"/>
                </a:solidFill>
                <a:latin typeface="IBM Plex Mono Medium"/>
                <a:ea typeface="IBM Plex Mono Medium"/>
                <a:cs typeface="IBM Plex Mono Medium"/>
              </a:endParaRPr>
            </a:p>
          </p:txBody>
        </p:sp>
        <p:sp>
          <p:nvSpPr>
            <p:cNvPr id="55" name="node16.rule"/>
            <p:cNvSpPr/>
            <p:nvPr/>
          </p:nvSpPr>
          <p:spPr>
            <a:xfrm>
              <a:off x="1777752" y="2395538"/>
              <a:ext cx="2375148" cy="9525"/>
            </a:xfrm>
            <a:prstGeom prst="rect">
              <a:avLst/>
            </a:prstGeom>
            <a:solidFill>
              <a:srgbClr val="CED7E6"/>
            </a:solidFill>
            <a:ln>
              <a:noFill/>
            </a:ln>
          </p:spPr>
        </p:sp>
      </p:grpSp>
      <p:sp>
        <p:nvSpPr>
          <p:cNvPr id="56" name="node17"/>
          <p:cNvSpPr/>
          <p:nvPr/>
        </p:nvSpPr>
        <p:spPr>
          <a:xfrm>
            <a:off x="723900" y="2514600"/>
            <a:ext cx="3429000" cy="9525"/>
          </a:xfrm>
          <a:prstGeom prst="rect">
            <a:avLst/>
          </a:prstGeom>
          <a:solidFill>
            <a:srgbClr val="CED7E6"/>
          </a:solidFill>
          <a:ln>
            <a:noFill/>
          </a:ln>
        </p:spPr>
      </p:sp>
      <p:grpSp>
        <p:nvGrpSpPr>
          <p:cNvPr id="87" name="node18"/>
          <p:cNvGrpSpPr/>
          <p:nvPr/>
        </p:nvGrpSpPr>
        <p:grpSpPr>
          <a:xfrm>
            <a:off x="723900" y="2590800"/>
            <a:ext cx="3429000" cy="457200"/>
            <a:chOff x="723900" y="2590800"/>
            <a:chExt cx="3429000" cy="457200"/>
          </a:xfrm>
        </p:grpSpPr>
        <p:sp>
          <p:nvSpPr>
            <p:cNvPr id="57" name="node18.text"/>
            <p:cNvSpPr/>
            <p:nvPr/>
          </p:nvSpPr>
          <p:spPr>
            <a:xfrm>
              <a:off x="723900" y="2590800"/>
              <a:ext cx="34290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Agree one future-state design for patient access and commit to who does what by when.</a:t>
              </a:r>
              <a:endParaRPr lang="en-US" sz="1200" spc="0" kern="0" b="0" i="0" dirty="0">
                <a:solidFill>
                  <a:srgbClr val="070154"/>
                </a:solidFill>
                <a:latin typeface="IBM Plex Sans"/>
                <a:ea typeface="IBM Plex Sans"/>
                <a:cs typeface="IBM Plex Sans"/>
              </a:endParaRPr>
            </a:p>
          </p:txBody>
        </p:sp>
      </p:grpSp>
      <p:grpSp>
        <p:nvGrpSpPr>
          <p:cNvPr id="88" name="node19"/>
          <p:cNvGrpSpPr/>
          <p:nvPr/>
        </p:nvGrpSpPr>
        <p:grpSpPr>
          <a:xfrm>
            <a:off x="723900" y="3429000"/>
            <a:ext cx="3429000" cy="228600"/>
            <a:chOff x="723900" y="3429000"/>
            <a:chExt cx="3429000" cy="228600"/>
          </a:xfrm>
        </p:grpSpPr>
        <p:sp>
          <p:nvSpPr>
            <p:cNvPr id="58" name="node19.label"/>
            <p:cNvSpPr/>
            <p:nvPr/>
          </p:nvSpPr>
          <p:spPr>
            <a:xfrm>
              <a:off x="723900" y="3429000"/>
              <a:ext cx="1452699"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YOU WILL LEAVE WITH</a:t>
              </a:r>
              <a:endParaRPr lang="en-US" sz="900" spc="54" kern="0" b="0" i="0" dirty="0">
                <a:solidFill>
                  <a:srgbClr val="50658E"/>
                </a:solidFill>
                <a:latin typeface="IBM Plex Mono Medium"/>
                <a:ea typeface="IBM Plex Mono Medium"/>
                <a:cs typeface="IBM Plex Mono Medium"/>
              </a:endParaRPr>
            </a:p>
          </p:txBody>
        </p:sp>
        <p:sp>
          <p:nvSpPr>
            <p:cNvPr id="59" name="node19.rule"/>
            <p:cNvSpPr/>
            <p:nvPr/>
          </p:nvSpPr>
          <p:spPr>
            <a:xfrm>
              <a:off x="2303599" y="3538538"/>
              <a:ext cx="1849301" cy="9525"/>
            </a:xfrm>
            <a:prstGeom prst="rect">
              <a:avLst/>
            </a:prstGeom>
            <a:solidFill>
              <a:srgbClr val="CED7E6"/>
            </a:solidFill>
            <a:ln>
              <a:noFill/>
            </a:ln>
          </p:spPr>
        </p:sp>
      </p:grpSp>
      <p:sp>
        <p:nvSpPr>
          <p:cNvPr id="60" name="node20"/>
          <p:cNvSpPr/>
          <p:nvPr/>
        </p:nvSpPr>
        <p:spPr>
          <a:xfrm>
            <a:off x="723900" y="3657600"/>
            <a:ext cx="3429000" cy="9525"/>
          </a:xfrm>
          <a:prstGeom prst="rect">
            <a:avLst/>
          </a:prstGeom>
          <a:solidFill>
            <a:srgbClr val="CED7E6"/>
          </a:solidFill>
          <a:ln>
            <a:noFill/>
          </a:ln>
        </p:spPr>
      </p:sp>
      <p:grpSp>
        <p:nvGrpSpPr>
          <p:cNvPr id="89" name="node21"/>
          <p:cNvGrpSpPr/>
          <p:nvPr/>
        </p:nvGrpSpPr>
        <p:grpSpPr>
          <a:xfrm>
            <a:off x="723900" y="3733800"/>
            <a:ext cx="3429000" cy="762000"/>
            <a:chOff x="723900" y="3733800"/>
            <a:chExt cx="3429000" cy="762000"/>
          </a:xfrm>
        </p:grpSpPr>
        <p:sp>
          <p:nvSpPr>
            <p:cNvPr id="61" name="node21.source-001.bullet"/>
            <p:cNvSpPr/>
            <p:nvPr/>
          </p:nvSpPr>
          <p:spPr>
            <a:xfrm>
              <a:off x="723900" y="3822700"/>
              <a:ext cx="38100" cy="38100"/>
            </a:xfrm>
            <a:prstGeom prst="rect">
              <a:avLst/>
            </a:prstGeom>
            <a:solidFill>
              <a:srgbClr val="070154"/>
            </a:solidFill>
            <a:ln>
              <a:noFill/>
            </a:ln>
          </p:spPr>
        </p:sp>
        <p:sp>
          <p:nvSpPr>
            <p:cNvPr id="62" name="node21.source-001.text"/>
            <p:cNvSpPr/>
            <p:nvPr/>
          </p:nvSpPr>
          <p:spPr>
            <a:xfrm>
              <a:off x="876300" y="37338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One design for four areas</a:t>
              </a:r>
              <a:endParaRPr lang="en-US" sz="1200" spc="0" kern="0" b="0" i="0" dirty="0">
                <a:solidFill>
                  <a:srgbClr val="070154"/>
                </a:solidFill>
                <a:latin typeface="IBM Plex Sans"/>
                <a:ea typeface="IBM Plex Sans"/>
                <a:cs typeface="IBM Plex Sans"/>
              </a:endParaRPr>
            </a:p>
          </p:txBody>
        </p:sp>
        <p:sp>
          <p:nvSpPr>
            <p:cNvPr id="63" name="node21.source-002.bullet"/>
            <p:cNvSpPr/>
            <p:nvPr/>
          </p:nvSpPr>
          <p:spPr>
            <a:xfrm>
              <a:off x="723900" y="4089400"/>
              <a:ext cx="38100" cy="38100"/>
            </a:xfrm>
            <a:prstGeom prst="rect">
              <a:avLst/>
            </a:prstGeom>
            <a:solidFill>
              <a:srgbClr val="070154"/>
            </a:solidFill>
            <a:ln>
              <a:noFill/>
            </a:ln>
          </p:spPr>
        </p:sp>
        <p:sp>
          <p:nvSpPr>
            <p:cNvPr id="64" name="node21.source-002.text"/>
            <p:cNvSpPr/>
            <p:nvPr/>
          </p:nvSpPr>
          <p:spPr>
            <a:xfrm>
              <a:off x="876300" y="40005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Owners and dates</a:t>
              </a:r>
              <a:endParaRPr lang="en-US" sz="1200" spc="0" kern="0" b="0" i="0" dirty="0">
                <a:solidFill>
                  <a:srgbClr val="070154"/>
                </a:solidFill>
                <a:latin typeface="IBM Plex Sans"/>
                <a:ea typeface="IBM Plex Sans"/>
                <a:cs typeface="IBM Plex Sans"/>
              </a:endParaRPr>
            </a:p>
          </p:txBody>
        </p:sp>
        <p:sp>
          <p:nvSpPr>
            <p:cNvPr id="65" name="node21.source-003.bullet"/>
            <p:cNvSpPr/>
            <p:nvPr/>
          </p:nvSpPr>
          <p:spPr>
            <a:xfrm>
              <a:off x="723900" y="4356100"/>
              <a:ext cx="38100" cy="38100"/>
            </a:xfrm>
            <a:prstGeom prst="rect">
              <a:avLst/>
            </a:prstGeom>
            <a:solidFill>
              <a:srgbClr val="070154"/>
            </a:solidFill>
            <a:ln>
              <a:noFill/>
            </a:ln>
          </p:spPr>
        </p:sp>
        <p:sp>
          <p:nvSpPr>
            <p:cNvPr id="66" name="node21.source-003.text"/>
            <p:cNvSpPr/>
            <p:nvPr/>
          </p:nvSpPr>
          <p:spPr>
            <a:xfrm>
              <a:off x="876300" y="42672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A ranked roadmap</a:t>
              </a:r>
              <a:endParaRPr lang="en-US" sz="1200" spc="0" kern="0" b="0" i="0" dirty="0">
                <a:solidFill>
                  <a:srgbClr val="070154"/>
                </a:solidFill>
                <a:latin typeface="IBM Plex Sans"/>
                <a:ea typeface="IBM Plex Sans"/>
                <a:cs typeface="IBM Plex Sans"/>
              </a:endParaRPr>
            </a:p>
          </p:txBody>
        </p:sp>
      </p:grpSp>
      <p:grpSp>
        <p:nvGrpSpPr>
          <p:cNvPr id="90" name="node22"/>
          <p:cNvGrpSpPr/>
          <p:nvPr/>
        </p:nvGrpSpPr>
        <p:grpSpPr>
          <a:xfrm>
            <a:off x="723900" y="4800600"/>
            <a:ext cx="3429000" cy="228600"/>
            <a:chOff x="723900" y="4800600"/>
            <a:chExt cx="3429000" cy="228600"/>
          </a:xfrm>
        </p:grpSpPr>
        <p:sp>
          <p:nvSpPr>
            <p:cNvPr id="67" name="node22.label"/>
            <p:cNvSpPr/>
            <p:nvPr/>
          </p:nvSpPr>
          <p:spPr>
            <a:xfrm>
              <a:off x="723900" y="4800600"/>
              <a:ext cx="701489"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LOGISTICS</a:t>
              </a:r>
              <a:endParaRPr lang="en-US" sz="900" spc="54" kern="0" b="0" i="0" dirty="0">
                <a:solidFill>
                  <a:srgbClr val="50658E"/>
                </a:solidFill>
                <a:latin typeface="IBM Plex Mono Medium"/>
                <a:ea typeface="IBM Plex Mono Medium"/>
                <a:cs typeface="IBM Plex Mono Medium"/>
              </a:endParaRPr>
            </a:p>
          </p:txBody>
        </p:sp>
        <p:sp>
          <p:nvSpPr>
            <p:cNvPr id="68" name="node22.rule"/>
            <p:cNvSpPr/>
            <p:nvPr/>
          </p:nvSpPr>
          <p:spPr>
            <a:xfrm>
              <a:off x="1552389" y="4910138"/>
              <a:ext cx="2600511" cy="9525"/>
            </a:xfrm>
            <a:prstGeom prst="rect">
              <a:avLst/>
            </a:prstGeom>
            <a:solidFill>
              <a:srgbClr val="CED7E6"/>
            </a:solidFill>
            <a:ln>
              <a:noFill/>
            </a:ln>
          </p:spPr>
        </p:sp>
      </p:grpSp>
      <p:sp>
        <p:nvSpPr>
          <p:cNvPr id="69" name="node23"/>
          <p:cNvSpPr/>
          <p:nvPr/>
        </p:nvSpPr>
        <p:spPr>
          <a:xfrm>
            <a:off x="723900" y="5029200"/>
            <a:ext cx="3429000" cy="9525"/>
          </a:xfrm>
          <a:prstGeom prst="rect">
            <a:avLst/>
          </a:prstGeom>
          <a:solidFill>
            <a:srgbClr val="CED7E6"/>
          </a:solidFill>
          <a:ln>
            <a:noFill/>
          </a:ln>
        </p:spPr>
      </p:sp>
      <p:grpSp>
        <p:nvGrpSpPr>
          <p:cNvPr id="91" name="node24"/>
          <p:cNvGrpSpPr/>
          <p:nvPr/>
        </p:nvGrpSpPr>
        <p:grpSpPr>
          <a:xfrm>
            <a:off x="723900" y="5105400"/>
            <a:ext cx="3429000" cy="495300"/>
            <a:chOff x="723900" y="5105400"/>
            <a:chExt cx="3429000" cy="495300"/>
          </a:xfrm>
        </p:grpSpPr>
        <p:sp>
          <p:nvSpPr>
            <p:cNvPr id="70" name="node24.source-001.bullet"/>
            <p:cNvSpPr/>
            <p:nvPr/>
          </p:nvSpPr>
          <p:spPr>
            <a:xfrm>
              <a:off x="723900" y="5194300"/>
              <a:ext cx="38100" cy="38100"/>
            </a:xfrm>
            <a:prstGeom prst="rect">
              <a:avLst/>
            </a:prstGeom>
            <a:solidFill>
              <a:srgbClr val="070154"/>
            </a:solidFill>
            <a:ln>
              <a:noFill/>
            </a:ln>
          </p:spPr>
        </p:sp>
        <p:sp>
          <p:nvSpPr>
            <p:cNvPr id="71" name="node24.source-001.text"/>
            <p:cNvSpPr/>
            <p:nvPr/>
          </p:nvSpPr>
          <p:spPr>
            <a:xfrm>
              <a:off x="876300" y="51054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Nov 4 to 6, Northfield HQ, 4B</a:t>
              </a:r>
              <a:endParaRPr lang="en-US" sz="1200" spc="0" kern="0" b="0" i="0" dirty="0">
                <a:solidFill>
                  <a:srgbClr val="070154"/>
                </a:solidFill>
                <a:latin typeface="IBM Plex Sans"/>
                <a:ea typeface="IBM Plex Sans"/>
                <a:cs typeface="IBM Plex Sans"/>
              </a:endParaRPr>
            </a:p>
          </p:txBody>
        </p:sp>
        <p:sp>
          <p:nvSpPr>
            <p:cNvPr id="72" name="node24.source-002.bullet"/>
            <p:cNvSpPr/>
            <p:nvPr/>
          </p:nvSpPr>
          <p:spPr>
            <a:xfrm>
              <a:off x="723900" y="5461000"/>
              <a:ext cx="38100" cy="38100"/>
            </a:xfrm>
            <a:prstGeom prst="rect">
              <a:avLst/>
            </a:prstGeom>
            <a:solidFill>
              <a:srgbClr val="070154"/>
            </a:solidFill>
            <a:ln>
              <a:noFill/>
            </a:ln>
          </p:spPr>
        </p:sp>
        <p:sp>
          <p:nvSpPr>
            <p:cNvPr id="73" name="node24.source-002.text"/>
            <p:cNvSpPr/>
            <p:nvPr/>
          </p:nvSpPr>
          <p:spPr>
            <a:xfrm>
              <a:off x="876300" y="53721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Video bridge for remote leads</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name="source-631">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PATIENT ACCESS WORKSHOPS</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Two days, three decisions for Northfield leaders</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204</a:t>
            </a:fld>
            <a:endParaRPr lang="en-US" sz="700" spc="0" kern="0" b="0" i="0" dirty="0">
              <a:solidFill>
                <a:srgbClr val="070154"/>
              </a:solidFill>
              <a:latin typeface="IBM Plex Mono SemiBold"/>
              <a:ea typeface="IBM Plex Mono SemiBold"/>
              <a:cs typeface="IBM Plex Mono SemiBold"/>
            </a:endParaRPr>
          </a:p>
        </p:txBody>
      </p:sp>
      <p:grpSp>
        <p:nvGrpSpPr>
          <p:cNvPr id="40" name="node01"/>
          <p:cNvGrpSpPr/>
          <p:nvPr/>
        </p:nvGrpSpPr>
        <p:grpSpPr>
          <a:xfrm>
            <a:off x="723900" y="1600200"/>
            <a:ext cx="10744200" cy="228600"/>
            <a:chOff x="723900" y="1600200"/>
            <a:chExt cx="10744200" cy="228600"/>
          </a:xfrm>
        </p:grpSpPr>
        <p:sp>
          <p:nvSpPr>
            <p:cNvPr id="6" name="node01.label"/>
            <p:cNvSpPr/>
            <p:nvPr/>
          </p:nvSpPr>
          <p:spPr>
            <a:xfrm>
              <a:off x="723900" y="1600200"/>
              <a:ext cx="926852"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OVERALL GOAL</a:t>
              </a:r>
              <a:endParaRPr lang="en-US" sz="900" spc="54" kern="0" b="0" i="0" dirty="0">
                <a:solidFill>
                  <a:srgbClr val="50658E"/>
                </a:solidFill>
                <a:latin typeface="IBM Plex Mono Medium"/>
                <a:ea typeface="IBM Plex Mono Medium"/>
                <a:cs typeface="IBM Plex Mono Medium"/>
              </a:endParaRPr>
            </a:p>
          </p:txBody>
        </p:sp>
        <p:sp>
          <p:nvSpPr>
            <p:cNvPr id="7" name="node01.rule"/>
            <p:cNvSpPr/>
            <p:nvPr/>
          </p:nvSpPr>
          <p:spPr>
            <a:xfrm>
              <a:off x="1777752" y="1709738"/>
              <a:ext cx="9690348" cy="9525"/>
            </a:xfrm>
            <a:prstGeom prst="rect">
              <a:avLst/>
            </a:prstGeom>
            <a:solidFill>
              <a:srgbClr val="CED7E6"/>
            </a:solidFill>
            <a:ln>
              <a:noFill/>
            </a:ln>
          </p:spPr>
        </p:sp>
      </p:grpSp>
      <p:sp>
        <p:nvSpPr>
          <p:cNvPr id="8" name="node02"/>
          <p:cNvSpPr/>
          <p:nvPr/>
        </p:nvSpPr>
        <p:spPr>
          <a:xfrm>
            <a:off x="723900" y="1828800"/>
            <a:ext cx="10744200" cy="9525"/>
          </a:xfrm>
          <a:prstGeom prst="rect">
            <a:avLst/>
          </a:prstGeom>
          <a:solidFill>
            <a:srgbClr val="CED7E6"/>
          </a:solidFill>
          <a:ln>
            <a:noFill/>
          </a:ln>
        </p:spPr>
      </p:sp>
      <p:grpSp>
        <p:nvGrpSpPr>
          <p:cNvPr id="41" name="node03"/>
          <p:cNvGrpSpPr/>
          <p:nvPr/>
        </p:nvGrpSpPr>
        <p:grpSpPr>
          <a:xfrm>
            <a:off x="723900" y="1905000"/>
            <a:ext cx="9525000" cy="381000"/>
            <a:chOff x="723900" y="1905000"/>
            <a:chExt cx="9525000" cy="381000"/>
          </a:xfrm>
        </p:grpSpPr>
        <p:sp>
          <p:nvSpPr>
            <p:cNvPr id="9" name="node03.text"/>
            <p:cNvSpPr/>
            <p:nvPr/>
          </p:nvSpPr>
          <p:spPr>
            <a:xfrm>
              <a:off x="723900" y="1905000"/>
              <a:ext cx="9525000" cy="3810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Two days to agree how patients get in, know the cost and get paid.</a:t>
              </a:r>
              <a:endParaRPr lang="en-US" sz="2400" spc="-36" kern="0" b="0" i="0" dirty="0">
                <a:solidFill>
                  <a:srgbClr val="070154"/>
                </a:solidFill>
                <a:latin typeface="IBM Plex Sans SemiBold"/>
                <a:ea typeface="IBM Plex Sans SemiBold"/>
                <a:cs typeface="IBM Plex Sans SemiBold"/>
              </a:endParaRPr>
            </a:p>
          </p:txBody>
        </p:sp>
      </p:grpSp>
      <p:grpSp>
        <p:nvGrpSpPr>
          <p:cNvPr id="42" name="node04"/>
          <p:cNvGrpSpPr/>
          <p:nvPr/>
        </p:nvGrpSpPr>
        <p:grpSpPr>
          <a:xfrm>
            <a:off x="723900" y="2514600"/>
            <a:ext cx="5257800" cy="1905000"/>
            <a:chOff x="723900" y="2514600"/>
            <a:chExt cx="5257800" cy="1905000"/>
          </a:xfrm>
        </p:grpSpPr>
        <p:sp>
          <p:nvSpPr>
            <p:cNvPr id="10" name="node04.container"/>
            <p:cNvSpPr/>
            <p:nvPr/>
          </p:nvSpPr>
          <p:spPr>
            <a:xfrm>
              <a:off x="723900" y="2514600"/>
              <a:ext cx="5257800" cy="1905000"/>
            </a:xfrm>
            <a:prstGeom prst="rect">
              <a:avLst/>
            </a:prstGeom>
            <a:solidFill>
              <a:srgbClr val="E8EEF8"/>
            </a:solidFill>
            <a:ln>
              <a:noFill/>
            </a:ln>
          </p:spPr>
        </p:sp>
        <p:sp>
          <p:nvSpPr>
            <p:cNvPr id="11" name="node04.label"/>
            <p:cNvSpPr/>
            <p:nvPr/>
          </p:nvSpPr>
          <p:spPr>
            <a:xfrm>
              <a:off x="952500" y="2743200"/>
              <a:ext cx="4800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DAY 1 · NOV 4 · 9:00 TO 17:00</a:t>
              </a:r>
              <a:endParaRPr lang="en-US" sz="900" spc="54" kern="0" b="0" i="0" dirty="0">
                <a:solidFill>
                  <a:srgbClr val="0047FF"/>
                </a:solidFill>
                <a:latin typeface="IBM Plex Mono Medium"/>
                <a:ea typeface="IBM Plex Mono Medium"/>
                <a:cs typeface="IBM Plex Mono Medium"/>
              </a:endParaRPr>
            </a:p>
          </p:txBody>
        </p:sp>
        <p:sp>
          <p:nvSpPr>
            <p:cNvPr id="12" name="node04.title"/>
            <p:cNvSpPr/>
            <p:nvPr/>
          </p:nvSpPr>
          <p:spPr>
            <a:xfrm>
              <a:off x="952500" y="2933700"/>
              <a:ext cx="48006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See access as patients do</a:t>
              </a:r>
              <a:endParaRPr lang="en-US" sz="1800" spc="-18" kern="0" b="0" i="0" dirty="0">
                <a:solidFill>
                  <a:srgbClr val="070154"/>
                </a:solidFill>
                <a:latin typeface="IBM Plex Sans SemiBold"/>
                <a:ea typeface="IBM Plex Sans SemiBold"/>
                <a:cs typeface="IBM Plex Sans SemiBold"/>
              </a:endParaRPr>
            </a:p>
          </p:txBody>
        </p:sp>
        <p:sp>
          <p:nvSpPr>
            <p:cNvPr id="13" name="node04.body.item-001.bullets.item-001.marker"/>
            <p:cNvSpPr/>
            <p:nvPr/>
          </p:nvSpPr>
          <p:spPr>
            <a:xfrm>
              <a:off x="952500" y="3441700"/>
              <a:ext cx="38100" cy="38100"/>
            </a:xfrm>
            <a:prstGeom prst="rect">
              <a:avLst/>
            </a:prstGeom>
            <a:solidFill>
              <a:srgbClr val="070154"/>
            </a:solidFill>
            <a:ln>
              <a:noFill/>
            </a:ln>
          </p:spPr>
        </p:sp>
        <p:sp>
          <p:nvSpPr>
            <p:cNvPr id="14" name="node04.body.item-001.bullets.item-001.text"/>
            <p:cNvSpPr/>
            <p:nvPr/>
          </p:nvSpPr>
          <p:spPr>
            <a:xfrm>
              <a:off x="1104900" y="3352800"/>
              <a:ext cx="4648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Morning: walk the patient journey</a:t>
              </a:r>
              <a:endParaRPr lang="en-US" sz="1200" spc="0" kern="0" b="0" i="0" dirty="0">
                <a:solidFill>
                  <a:srgbClr val="070154"/>
                </a:solidFill>
                <a:latin typeface="IBM Plex Sans"/>
                <a:ea typeface="IBM Plex Sans"/>
                <a:cs typeface="IBM Plex Sans"/>
              </a:endParaRPr>
            </a:p>
          </p:txBody>
        </p:sp>
        <p:sp>
          <p:nvSpPr>
            <p:cNvPr id="15" name="node04.body.item-001.bullets.item-002.marker"/>
            <p:cNvSpPr/>
            <p:nvPr/>
          </p:nvSpPr>
          <p:spPr>
            <a:xfrm>
              <a:off x="952500" y="3708400"/>
              <a:ext cx="38100" cy="38100"/>
            </a:xfrm>
            <a:prstGeom prst="rect">
              <a:avLst/>
            </a:prstGeom>
            <a:solidFill>
              <a:srgbClr val="070154"/>
            </a:solidFill>
            <a:ln>
              <a:noFill/>
            </a:ln>
          </p:spPr>
        </p:sp>
        <p:sp>
          <p:nvSpPr>
            <p:cNvPr id="16" name="node04.body.item-001.bullets.item-002.text"/>
            <p:cNvSpPr/>
            <p:nvPr/>
          </p:nvSpPr>
          <p:spPr>
            <a:xfrm>
              <a:off x="1104900" y="3619500"/>
              <a:ext cx="4648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Afternoon: review data and root causes</a:t>
              </a:r>
              <a:endParaRPr lang="en-US" sz="1200" spc="0" kern="0" b="0" i="0" dirty="0">
                <a:solidFill>
                  <a:srgbClr val="070154"/>
                </a:solidFill>
                <a:latin typeface="IBM Plex Sans"/>
                <a:ea typeface="IBM Plex Sans"/>
                <a:cs typeface="IBM Plex Sans"/>
              </a:endParaRPr>
            </a:p>
          </p:txBody>
        </p:sp>
        <p:sp>
          <p:nvSpPr>
            <p:cNvPr id="17" name="node04.body.item-001.bullets.item-003.marker"/>
            <p:cNvSpPr/>
            <p:nvPr/>
          </p:nvSpPr>
          <p:spPr>
            <a:xfrm>
              <a:off x="952500" y="3975100"/>
              <a:ext cx="38100" cy="38100"/>
            </a:xfrm>
            <a:prstGeom prst="rect">
              <a:avLst/>
            </a:prstGeom>
            <a:solidFill>
              <a:srgbClr val="070154"/>
            </a:solidFill>
            <a:ln>
              <a:noFill/>
            </a:ln>
          </p:spPr>
        </p:sp>
        <p:sp>
          <p:nvSpPr>
            <p:cNvPr id="18" name="node04.body.item-001.bullets.item-003.text"/>
            <p:cNvSpPr/>
            <p:nvPr/>
          </p:nvSpPr>
          <p:spPr>
            <a:xfrm>
              <a:off x="1104900" y="3886200"/>
              <a:ext cx="4648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16:30: playback to the room</a:t>
              </a:r>
              <a:endParaRPr lang="en-US" sz="1200" spc="0" kern="0" b="0" i="0" dirty="0">
                <a:solidFill>
                  <a:srgbClr val="070154"/>
                </a:solidFill>
                <a:latin typeface="IBM Plex Sans"/>
                <a:ea typeface="IBM Plex Sans"/>
                <a:cs typeface="IBM Plex Sans"/>
              </a:endParaRPr>
            </a:p>
          </p:txBody>
        </p:sp>
      </p:grpSp>
      <p:grpSp>
        <p:nvGrpSpPr>
          <p:cNvPr id="43" name="node05"/>
          <p:cNvGrpSpPr/>
          <p:nvPr/>
        </p:nvGrpSpPr>
        <p:grpSpPr>
          <a:xfrm>
            <a:off x="6210300" y="2514600"/>
            <a:ext cx="5257800" cy="1905000"/>
            <a:chOff x="6210300" y="2514600"/>
            <a:chExt cx="5257800" cy="1905000"/>
          </a:xfrm>
        </p:grpSpPr>
        <p:sp>
          <p:nvSpPr>
            <p:cNvPr id="19" name="node05.container"/>
            <p:cNvSpPr/>
            <p:nvPr/>
          </p:nvSpPr>
          <p:spPr>
            <a:xfrm>
              <a:off x="6210300" y="2514600"/>
              <a:ext cx="5257800" cy="1905000"/>
            </a:xfrm>
            <a:prstGeom prst="rect">
              <a:avLst/>
            </a:prstGeom>
            <a:solidFill>
              <a:srgbClr val="E8EEF8"/>
            </a:solidFill>
            <a:ln>
              <a:noFill/>
            </a:ln>
          </p:spPr>
        </p:sp>
        <p:sp>
          <p:nvSpPr>
            <p:cNvPr id="20" name="node05.label"/>
            <p:cNvSpPr/>
            <p:nvPr/>
          </p:nvSpPr>
          <p:spPr>
            <a:xfrm>
              <a:off x="6438900" y="2743200"/>
              <a:ext cx="4800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DAY 2 · NOV 5 · 9:00 TO 16:30</a:t>
              </a:r>
              <a:endParaRPr lang="en-US" sz="900" spc="54" kern="0" b="0" i="0" dirty="0">
                <a:solidFill>
                  <a:srgbClr val="0047FF"/>
                </a:solidFill>
                <a:latin typeface="IBM Plex Mono Medium"/>
                <a:ea typeface="IBM Plex Mono Medium"/>
                <a:cs typeface="IBM Plex Mono Medium"/>
              </a:endParaRPr>
            </a:p>
          </p:txBody>
        </p:sp>
        <p:sp>
          <p:nvSpPr>
            <p:cNvPr id="21" name="node05.title"/>
            <p:cNvSpPr/>
            <p:nvPr/>
          </p:nvSpPr>
          <p:spPr>
            <a:xfrm>
              <a:off x="6438900" y="2933700"/>
              <a:ext cx="48006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Design and decide</a:t>
              </a:r>
              <a:endParaRPr lang="en-US" sz="1800" spc="-18" kern="0" b="0" i="0" dirty="0">
                <a:solidFill>
                  <a:srgbClr val="070154"/>
                </a:solidFill>
                <a:latin typeface="IBM Plex Sans SemiBold"/>
                <a:ea typeface="IBM Plex Sans SemiBold"/>
                <a:cs typeface="IBM Plex Sans SemiBold"/>
              </a:endParaRPr>
            </a:p>
          </p:txBody>
        </p:sp>
        <p:sp>
          <p:nvSpPr>
            <p:cNvPr id="22" name="node05.body.item-001.bullets.item-001.marker"/>
            <p:cNvSpPr/>
            <p:nvPr/>
          </p:nvSpPr>
          <p:spPr>
            <a:xfrm>
              <a:off x="6438900" y="3441700"/>
              <a:ext cx="38100" cy="38100"/>
            </a:xfrm>
            <a:prstGeom prst="rect">
              <a:avLst/>
            </a:prstGeom>
            <a:solidFill>
              <a:srgbClr val="070154"/>
            </a:solidFill>
            <a:ln>
              <a:noFill/>
            </a:ln>
          </p:spPr>
        </p:sp>
        <p:sp>
          <p:nvSpPr>
            <p:cNvPr id="23" name="node05.body.item-001.bullets.item-001.text"/>
            <p:cNvSpPr/>
            <p:nvPr/>
          </p:nvSpPr>
          <p:spPr>
            <a:xfrm>
              <a:off x="6591300" y="3352800"/>
              <a:ext cx="4648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Morning: design the future state by area</a:t>
              </a:r>
              <a:endParaRPr lang="en-US" sz="1200" spc="0" kern="0" b="0" i="0" dirty="0">
                <a:solidFill>
                  <a:srgbClr val="070154"/>
                </a:solidFill>
                <a:latin typeface="IBM Plex Sans"/>
                <a:ea typeface="IBM Plex Sans"/>
                <a:cs typeface="IBM Plex Sans"/>
              </a:endParaRPr>
            </a:p>
          </p:txBody>
        </p:sp>
        <p:sp>
          <p:nvSpPr>
            <p:cNvPr id="24" name="node05.body.item-001.bullets.item-002.marker"/>
            <p:cNvSpPr/>
            <p:nvPr/>
          </p:nvSpPr>
          <p:spPr>
            <a:xfrm>
              <a:off x="6438900" y="3708400"/>
              <a:ext cx="38100" cy="38100"/>
            </a:xfrm>
            <a:prstGeom prst="rect">
              <a:avLst/>
            </a:prstGeom>
            <a:solidFill>
              <a:srgbClr val="070154"/>
            </a:solidFill>
            <a:ln>
              <a:noFill/>
            </a:ln>
          </p:spPr>
        </p:sp>
        <p:sp>
          <p:nvSpPr>
            <p:cNvPr id="25" name="node05.body.item-001.bullets.item-002.text"/>
            <p:cNvSpPr/>
            <p:nvPr/>
          </p:nvSpPr>
          <p:spPr>
            <a:xfrm>
              <a:off x="6591300" y="3619500"/>
              <a:ext cx="4648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Afternoon: test it on real patient cases</a:t>
              </a:r>
              <a:endParaRPr lang="en-US" sz="1200" spc="0" kern="0" b="0" i="0" dirty="0">
                <a:solidFill>
                  <a:srgbClr val="070154"/>
                </a:solidFill>
                <a:latin typeface="IBM Plex Sans"/>
                <a:ea typeface="IBM Plex Sans"/>
                <a:cs typeface="IBM Plex Sans"/>
              </a:endParaRPr>
            </a:p>
          </p:txBody>
        </p:sp>
        <p:sp>
          <p:nvSpPr>
            <p:cNvPr id="26" name="node05.body.item-001.bullets.item-003.marker"/>
            <p:cNvSpPr/>
            <p:nvPr/>
          </p:nvSpPr>
          <p:spPr>
            <a:xfrm>
              <a:off x="6438900" y="3975100"/>
              <a:ext cx="38100" cy="38100"/>
            </a:xfrm>
            <a:prstGeom prst="rect">
              <a:avLst/>
            </a:prstGeom>
            <a:solidFill>
              <a:srgbClr val="070154"/>
            </a:solidFill>
            <a:ln>
              <a:noFill/>
            </a:ln>
          </p:spPr>
        </p:sp>
        <p:sp>
          <p:nvSpPr>
            <p:cNvPr id="27" name="node05.body.item-001.bullets.item-003.text"/>
            <p:cNvSpPr/>
            <p:nvPr/>
          </p:nvSpPr>
          <p:spPr>
            <a:xfrm>
              <a:off x="6591300" y="3886200"/>
              <a:ext cx="4648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15:30: readout and decisions</a:t>
              </a:r>
              <a:endParaRPr lang="en-US" sz="1200" spc="0" kern="0" b="0" i="0" dirty="0">
                <a:solidFill>
                  <a:srgbClr val="070154"/>
                </a:solidFill>
                <a:latin typeface="IBM Plex Sans"/>
                <a:ea typeface="IBM Plex Sans"/>
                <a:cs typeface="IBM Plex Sans"/>
              </a:endParaRPr>
            </a:p>
          </p:txBody>
        </p:sp>
      </p:grpSp>
      <p:grpSp>
        <p:nvGrpSpPr>
          <p:cNvPr id="44" name="node06"/>
          <p:cNvGrpSpPr/>
          <p:nvPr/>
        </p:nvGrpSpPr>
        <p:grpSpPr>
          <a:xfrm>
            <a:off x="723900" y="4648200"/>
            <a:ext cx="10744200" cy="228600"/>
            <a:chOff x="723900" y="4648200"/>
            <a:chExt cx="10744200" cy="228600"/>
          </a:xfrm>
        </p:grpSpPr>
        <p:sp>
          <p:nvSpPr>
            <p:cNvPr id="28" name="node06.label"/>
            <p:cNvSpPr/>
            <p:nvPr/>
          </p:nvSpPr>
          <p:spPr>
            <a:xfrm>
              <a:off x="723900" y="4648200"/>
              <a:ext cx="2654635"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DECISIONS YOU WILL BE ASKED TO MAKE</a:t>
              </a:r>
              <a:endParaRPr lang="en-US" sz="900" spc="54" kern="0" b="0" i="0" dirty="0">
                <a:solidFill>
                  <a:srgbClr val="50658E"/>
                </a:solidFill>
                <a:latin typeface="IBM Plex Mono Medium"/>
                <a:ea typeface="IBM Plex Mono Medium"/>
                <a:cs typeface="IBM Plex Mono Medium"/>
              </a:endParaRPr>
            </a:p>
          </p:txBody>
        </p:sp>
        <p:sp>
          <p:nvSpPr>
            <p:cNvPr id="29" name="node06.rule"/>
            <p:cNvSpPr/>
            <p:nvPr/>
          </p:nvSpPr>
          <p:spPr>
            <a:xfrm>
              <a:off x="3505535" y="4757738"/>
              <a:ext cx="7962565" cy="9525"/>
            </a:xfrm>
            <a:prstGeom prst="rect">
              <a:avLst/>
            </a:prstGeom>
            <a:solidFill>
              <a:srgbClr val="CED7E6"/>
            </a:solidFill>
            <a:ln>
              <a:noFill/>
            </a:ln>
          </p:spPr>
        </p:sp>
      </p:grpSp>
      <p:sp>
        <p:nvSpPr>
          <p:cNvPr id="30" name="node07"/>
          <p:cNvSpPr/>
          <p:nvPr/>
        </p:nvSpPr>
        <p:spPr>
          <a:xfrm>
            <a:off x="723900" y="4876800"/>
            <a:ext cx="10744200" cy="9525"/>
          </a:xfrm>
          <a:prstGeom prst="rect">
            <a:avLst/>
          </a:prstGeom>
          <a:solidFill>
            <a:srgbClr val="CED7E6"/>
          </a:solidFill>
          <a:ln>
            <a:noFill/>
          </a:ln>
        </p:spPr>
      </p:sp>
      <p:grpSp>
        <p:nvGrpSpPr>
          <p:cNvPr id="45" name="node08"/>
          <p:cNvGrpSpPr/>
          <p:nvPr/>
        </p:nvGrpSpPr>
        <p:grpSpPr>
          <a:xfrm>
            <a:off x="723900" y="5029200"/>
            <a:ext cx="3429000" cy="381000"/>
            <a:chOff x="723900" y="5029200"/>
            <a:chExt cx="3429000" cy="381000"/>
          </a:xfrm>
        </p:grpSpPr>
        <p:sp>
          <p:nvSpPr>
            <p:cNvPr id="31" name="node08.number"/>
            <p:cNvSpPr/>
            <p:nvPr/>
          </p:nvSpPr>
          <p:spPr>
            <a:xfrm>
              <a:off x="723900" y="5093208"/>
              <a:ext cx="27432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01</a:t>
              </a:r>
              <a:endParaRPr lang="en-US" sz="1800" spc="0" kern="0" b="0" i="0" dirty="0">
                <a:solidFill>
                  <a:srgbClr val="0047FF"/>
                </a:solidFill>
                <a:latin typeface="IBM Plex Mono SemiBold"/>
                <a:ea typeface="IBM Plex Mono SemiBold"/>
                <a:cs typeface="IBM Plex Mono SemiBold"/>
              </a:endParaRPr>
            </a:p>
          </p:txBody>
        </p:sp>
        <p:sp>
          <p:nvSpPr>
            <p:cNvPr id="32" name="node08.text"/>
            <p:cNvSpPr/>
            <p:nvPr/>
          </p:nvSpPr>
          <p:spPr>
            <a:xfrm>
              <a:off x="1111250" y="5029200"/>
              <a:ext cx="3041650" cy="3810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Front door</a:t>
              </a:r>
              <a:endParaRPr lang="en-US" sz="2400" spc="-36" kern="0" b="0" i="0" dirty="0">
                <a:solidFill>
                  <a:srgbClr val="070154"/>
                </a:solidFill>
                <a:latin typeface="IBM Plex Sans SemiBold"/>
                <a:ea typeface="IBM Plex Sans SemiBold"/>
                <a:cs typeface="IBM Plex Sans SemiBold"/>
              </a:endParaRPr>
            </a:p>
          </p:txBody>
        </p:sp>
      </p:grpSp>
      <p:grpSp>
        <p:nvGrpSpPr>
          <p:cNvPr id="46" name="node09"/>
          <p:cNvGrpSpPr/>
          <p:nvPr/>
        </p:nvGrpSpPr>
        <p:grpSpPr>
          <a:xfrm>
            <a:off x="723900" y="5410200"/>
            <a:ext cx="3429000" cy="228600"/>
            <a:chOff x="723900" y="5410200"/>
            <a:chExt cx="3429000" cy="228600"/>
          </a:xfrm>
        </p:grpSpPr>
        <p:sp>
          <p:nvSpPr>
            <p:cNvPr id="33" name="node09.text"/>
            <p:cNvSpPr/>
            <p:nvPr/>
          </p:nvSpPr>
          <p:spPr>
            <a:xfrm>
              <a:off x="723900" y="5410200"/>
              <a:ext cx="3429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Which front door and booking template to adopt.</a:t>
              </a:r>
              <a:endParaRPr lang="en-US" sz="1200" spc="0" kern="0" b="0" i="0" dirty="0">
                <a:solidFill>
                  <a:srgbClr val="070154"/>
                </a:solidFill>
                <a:latin typeface="IBM Plex Sans"/>
                <a:ea typeface="IBM Plex Sans"/>
                <a:cs typeface="IBM Plex Sans"/>
              </a:endParaRPr>
            </a:p>
          </p:txBody>
        </p:sp>
      </p:grpSp>
      <p:grpSp>
        <p:nvGrpSpPr>
          <p:cNvPr id="47" name="node10"/>
          <p:cNvGrpSpPr/>
          <p:nvPr/>
        </p:nvGrpSpPr>
        <p:grpSpPr>
          <a:xfrm>
            <a:off x="4381500" y="5029200"/>
            <a:ext cx="3429000" cy="381000"/>
            <a:chOff x="4381500" y="5029200"/>
            <a:chExt cx="3429000" cy="381000"/>
          </a:xfrm>
        </p:grpSpPr>
        <p:sp>
          <p:nvSpPr>
            <p:cNvPr id="34" name="node10.number"/>
            <p:cNvSpPr/>
            <p:nvPr/>
          </p:nvSpPr>
          <p:spPr>
            <a:xfrm>
              <a:off x="4381500" y="5093208"/>
              <a:ext cx="27432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02</a:t>
              </a:r>
              <a:endParaRPr lang="en-US" sz="1800" spc="0" kern="0" b="0" i="0" dirty="0">
                <a:solidFill>
                  <a:srgbClr val="0047FF"/>
                </a:solidFill>
                <a:latin typeface="IBM Plex Mono SemiBold"/>
                <a:ea typeface="IBM Plex Mono SemiBold"/>
                <a:cs typeface="IBM Plex Mono SemiBold"/>
              </a:endParaRPr>
            </a:p>
          </p:txBody>
        </p:sp>
        <p:sp>
          <p:nvSpPr>
            <p:cNvPr id="35" name="node10.text"/>
            <p:cNvSpPr/>
            <p:nvPr/>
          </p:nvSpPr>
          <p:spPr>
            <a:xfrm>
              <a:off x="4768850" y="5029200"/>
              <a:ext cx="3041650" cy="3810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Ownership</a:t>
              </a:r>
              <a:endParaRPr lang="en-US" sz="2400" spc="-36" kern="0" b="0" i="0" dirty="0">
                <a:solidFill>
                  <a:srgbClr val="070154"/>
                </a:solidFill>
                <a:latin typeface="IBM Plex Sans SemiBold"/>
                <a:ea typeface="IBM Plex Sans SemiBold"/>
                <a:cs typeface="IBM Plex Sans SemiBold"/>
              </a:endParaRPr>
            </a:p>
          </p:txBody>
        </p:sp>
      </p:grpSp>
      <p:grpSp>
        <p:nvGrpSpPr>
          <p:cNvPr id="48" name="node11"/>
          <p:cNvGrpSpPr/>
          <p:nvPr/>
        </p:nvGrpSpPr>
        <p:grpSpPr>
          <a:xfrm>
            <a:off x="4381500" y="5410200"/>
            <a:ext cx="3429000" cy="228600"/>
            <a:chOff x="4381500" y="5410200"/>
            <a:chExt cx="3429000" cy="228600"/>
          </a:xfrm>
        </p:grpSpPr>
        <p:sp>
          <p:nvSpPr>
            <p:cNvPr id="36" name="node11.text"/>
            <p:cNvSpPr/>
            <p:nvPr/>
          </p:nvSpPr>
          <p:spPr>
            <a:xfrm>
              <a:off x="4381500" y="5410200"/>
              <a:ext cx="3429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Who owns each of the four areas.</a:t>
              </a:r>
              <a:endParaRPr lang="en-US" sz="1200" spc="0" kern="0" b="0" i="0" dirty="0">
                <a:solidFill>
                  <a:srgbClr val="070154"/>
                </a:solidFill>
                <a:latin typeface="IBM Plex Sans"/>
                <a:ea typeface="IBM Plex Sans"/>
                <a:cs typeface="IBM Plex Sans"/>
              </a:endParaRPr>
            </a:p>
          </p:txBody>
        </p:sp>
      </p:grpSp>
      <p:grpSp>
        <p:nvGrpSpPr>
          <p:cNvPr id="49" name="node12"/>
          <p:cNvGrpSpPr/>
          <p:nvPr/>
        </p:nvGrpSpPr>
        <p:grpSpPr>
          <a:xfrm>
            <a:off x="8039100" y="5029200"/>
            <a:ext cx="3429000" cy="381000"/>
            <a:chOff x="8039100" y="5029200"/>
            <a:chExt cx="3429000" cy="381000"/>
          </a:xfrm>
        </p:grpSpPr>
        <p:sp>
          <p:nvSpPr>
            <p:cNvPr id="37" name="node12.number"/>
            <p:cNvSpPr/>
            <p:nvPr/>
          </p:nvSpPr>
          <p:spPr>
            <a:xfrm>
              <a:off x="8039100" y="5093208"/>
              <a:ext cx="27432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03</a:t>
              </a:r>
              <a:endParaRPr lang="en-US" sz="1800" spc="0" kern="0" b="0" i="0" dirty="0">
                <a:solidFill>
                  <a:srgbClr val="0047FF"/>
                </a:solidFill>
                <a:latin typeface="IBM Plex Mono SemiBold"/>
                <a:ea typeface="IBM Plex Mono SemiBold"/>
                <a:cs typeface="IBM Plex Mono SemiBold"/>
              </a:endParaRPr>
            </a:p>
          </p:txBody>
        </p:sp>
        <p:sp>
          <p:nvSpPr>
            <p:cNvPr id="38" name="node12.text"/>
            <p:cNvSpPr/>
            <p:nvPr/>
          </p:nvSpPr>
          <p:spPr>
            <a:xfrm>
              <a:off x="8426450" y="5029200"/>
              <a:ext cx="3041650" cy="3810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First wave</a:t>
              </a:r>
              <a:endParaRPr lang="en-US" sz="2400" spc="-36" kern="0" b="0" i="0" dirty="0">
                <a:solidFill>
                  <a:srgbClr val="070154"/>
                </a:solidFill>
                <a:latin typeface="IBM Plex Sans SemiBold"/>
                <a:ea typeface="IBM Plex Sans SemiBold"/>
                <a:cs typeface="IBM Plex Sans SemiBold"/>
              </a:endParaRPr>
            </a:p>
          </p:txBody>
        </p:sp>
      </p:grpSp>
      <p:grpSp>
        <p:nvGrpSpPr>
          <p:cNvPr id="50" name="node13"/>
          <p:cNvGrpSpPr/>
          <p:nvPr/>
        </p:nvGrpSpPr>
        <p:grpSpPr>
          <a:xfrm>
            <a:off x="8039100" y="5410200"/>
            <a:ext cx="3429000" cy="228600"/>
            <a:chOff x="8039100" y="5410200"/>
            <a:chExt cx="3429000" cy="228600"/>
          </a:xfrm>
        </p:grpSpPr>
        <p:sp>
          <p:nvSpPr>
            <p:cNvPr id="39" name="node13.text"/>
            <p:cNvSpPr/>
            <p:nvPr/>
          </p:nvSpPr>
          <p:spPr>
            <a:xfrm>
              <a:off x="8039100" y="5410200"/>
              <a:ext cx="3429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Which five opportunities start first.</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name="source-633">
    <p:spTree>
      <p:nvGrpSpPr>
        <p:cNvPr id="1" name=""/>
        <p:cNvGrpSpPr/>
        <p:nvPr/>
      </p:nvGrpSpPr>
      <p:grpSpPr>
        <a:xfrm>
          <a:off x="0" y="0"/>
          <a:ext cx="0" cy="0"/>
          <a:chOff x="0" y="0"/>
          <a:chExt cx="0" cy="0"/>
        </a:xfrm>
      </p:grpSpPr>
      <p:sp>
        <p:nvSpPr>
          <p:cNvPr id="3" name="eyebrow"/>
          <p:cNvSpPr/>
          <p:nvPr/>
        </p:nvSpPr>
        <p:spPr>
          <a:xfrm>
            <a:off x="8039100" y="457200"/>
            <a:ext cx="34290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PATIENT ACCESS WORKSHOPS</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8039100" y="685800"/>
            <a:ext cx="3429000" cy="13716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Two days, in the room and on video</a:t>
            </a:r>
            <a:endParaRPr lang="en-US" sz="2400" spc="-36"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205</a:t>
            </a:fld>
            <a:endParaRPr lang="en-US" sz="700" spc="0" kern="0" b="0" i="0" dirty="0">
              <a:solidFill>
                <a:srgbClr val="070154"/>
              </a:solidFill>
              <a:latin typeface="IBM Plex Mono SemiBold"/>
              <a:ea typeface="IBM Plex Mono SemiBold"/>
              <a:cs typeface="IBM Plex Mono SemiBold"/>
            </a:endParaRPr>
          </a:p>
        </p:txBody>
      </p:sp>
      <p:grpSp>
        <p:nvGrpSpPr>
          <p:cNvPr id="33" name="node01"/>
          <p:cNvGrpSpPr/>
          <p:nvPr/>
        </p:nvGrpSpPr>
        <p:grpSpPr>
          <a:xfrm>
            <a:off x="723900" y="457200"/>
            <a:ext cx="7086600" cy="5308600"/>
            <a:chOff x="723900" y="457200"/>
            <a:chExt cx="7086600" cy="5308600"/>
          </a:xfrm>
        </p:grpSpPr>
        <p:graphicFrame>
          <p:nvGraphicFramePr>
            <p:cNvPr id="6" name="node01.native"/>
            <p:cNvGraphicFramePr>
              <a:graphicFrameLocks noGrp="1"/>
            </p:cNvGraphicFramePr>
            <p:nvPr>
              <p:extLst>
                <p:ext uri="{D42A27DB-BD31-4B8C-83A1-F6EECF244321}">
                  <p14:modId xmlns:p14="http://schemas.microsoft.com/office/powerpoint/2010/main" val="1579011935"/>
                </p:ext>
              </p:extLst>
            </p:nvPr>
          </p:nvGraphicFramePr>
          <p:xfrm>
            <a:off x="1104900" y="457200"/>
            <a:ext cx="6705600" cy="5308600"/>
          </p:xfrm>
          <a:graphic>
            <a:graphicData uri="http://schemas.openxmlformats.org/drawingml/2006/table">
              <a:tbl>
                <a:tblPr/>
                <a:tblGrid>
                  <a:gridCol w="762000"/>
                  <a:gridCol w="2590800"/>
                  <a:gridCol w="1066800"/>
                  <a:gridCol w="2286000"/>
                </a:tblGrid>
                <a:tr h="355600">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TIME</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SESSION</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WHERE</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OUTPUT</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r>
                <a:tr h="4953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9:00</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Welcome and goals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In person</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Validated current state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4953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9:45</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Current-state walk-through</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In person</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Ranked pain points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4953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11:15</a:t>
                        </a:r>
                        <a:endParaRPr lang="en-US" sz="1200" spc="0" kern="0" b="0" i="0" dirty="0">
                          <a:solidFill>
                            <a:srgbClr val="070154"/>
                          </a:solidFill>
                          <a:latin typeface="IBM Plex Sans"/>
                          <a:ea typeface="IBM Plex Sans"/>
                          <a:cs typeface="IBM Plex Sans"/>
                        </a:endParaRPr>
                      </a:p>
                    </a:txBody>
                    <a:tcPr marL="76200" marR="762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Journey mapping</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In person</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Journey map</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4953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13:00</a:t>
                        </a:r>
                        <a:endParaRPr lang="en-US" sz="1200" spc="0" kern="0" b="0" i="0" dirty="0">
                          <a:solidFill>
                            <a:srgbClr val="070154"/>
                          </a:solidFill>
                          <a:latin typeface="IBM Plex Sans"/>
                          <a:ea typeface="IBM Plex Sans"/>
                          <a:cs typeface="IBM Plex Sans"/>
                        </a:endParaRPr>
                      </a:p>
                    </a:txBody>
                    <a:tcPr marL="76200" marR="762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Data and pain points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Remote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Root-cause list</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4953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15:00</a:t>
                        </a:r>
                        <a:endParaRPr lang="en-US" sz="1200" spc="0" kern="0" b="0" i="0" dirty="0">
                          <a:solidFill>
                            <a:srgbClr val="070154"/>
                          </a:solidFill>
                          <a:latin typeface="IBM Plex Sans"/>
                          <a:ea typeface="IBM Plex Sans"/>
                          <a:cs typeface="IBM Plex Sans"/>
                        </a:endParaRPr>
                      </a:p>
                    </a:txBody>
                    <a:tcPr marL="76200" marR="762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Playback and root causes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In person</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Day 1 playback</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4953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9:00</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Recap and principles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Remote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Agreed principles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4953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9:45</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Design by area</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In person</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Four area designs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4953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13:00</a:t>
                        </a:r>
                        <a:endParaRPr lang="en-US" sz="1200" spc="0" kern="0" b="0" i="0" dirty="0">
                          <a:solidFill>
                            <a:srgbClr val="070154"/>
                          </a:solidFill>
                          <a:latin typeface="IBM Plex Sans"/>
                          <a:ea typeface="IBM Plex Sans"/>
                          <a:cs typeface="IBM Plex Sans"/>
                        </a:endParaRPr>
                      </a:p>
                    </a:txBody>
                    <a:tcPr marL="76200" marR="762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Cross-area hand-offs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Remote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Hand-off agreements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4953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15:00</a:t>
                        </a:r>
                        <a:endParaRPr lang="en-US" sz="1200" spc="0" kern="0" b="0" i="0" dirty="0">
                          <a:solidFill>
                            <a:srgbClr val="070154"/>
                          </a:solidFill>
                          <a:latin typeface="IBM Plex Sans"/>
                          <a:ea typeface="IBM Plex Sans"/>
                          <a:cs typeface="IBM Plex Sans"/>
                        </a:endParaRPr>
                      </a:p>
                    </a:txBody>
                    <a:tcPr marL="76200" marR="762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Decisions and owners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In person</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Decisions log</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4953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16:00</a:t>
                        </a:r>
                        <a:endParaRPr lang="en-US" sz="1200" spc="0" kern="0" b="0" i="0" dirty="0">
                          <a:solidFill>
                            <a:srgbClr val="070154"/>
                          </a:solidFill>
                          <a:latin typeface="IBM Plex Sans"/>
                          <a:ea typeface="IBM Plex Sans"/>
                          <a:cs typeface="IBM Plex Sans"/>
                        </a:endParaRPr>
                      </a:p>
                    </a:txBody>
                    <a:tcPr marL="76200" marR="762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Readout to sponsors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Hybrid</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Signed-off readout</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bl>
            </a:graphicData>
          </a:graphic>
        </p:graphicFrame>
        <p:sp>
          <p:nvSpPr>
            <p:cNvPr id="7" name="node01.row-group.source-001.fill"/>
            <p:cNvSpPr/>
            <p:nvPr/>
          </p:nvSpPr>
          <p:spPr>
            <a:xfrm>
              <a:off x="723900" y="831850"/>
              <a:ext cx="304800" cy="2438400"/>
            </a:xfrm>
            <a:prstGeom prst="rect">
              <a:avLst/>
            </a:prstGeom>
            <a:solidFill>
              <a:srgbClr val="070154"/>
            </a:solidFill>
            <a:ln>
              <a:noFill/>
            </a:ln>
          </p:spPr>
        </p:sp>
        <p:sp>
          <p:nvSpPr>
            <p:cNvPr id="8" name="node01.row-group.source-001.label"/>
            <p:cNvSpPr/>
            <p:nvPr/>
          </p:nvSpPr>
          <p:spPr>
            <a:xfrm rot="-5400000">
              <a:off x="-342900" y="1974850"/>
              <a:ext cx="2438400" cy="152400"/>
            </a:xfrm>
            <a:prstGeom prst="rect">
              <a:avLst/>
            </a:prstGeom>
            <a:noFill/>
            <a:ln/>
          </p:spPr>
          <p:txBody>
            <a:bodyPr wrap="square" lIns="0" tIns="0" rIns="0" bIns="0" rtlCol="0" anchor="t"/>
            <a:lstStyle/>
            <a:p>
              <a:pPr algn="ctr" indent="0" marL="0">
                <a:lnSpc>
                  <a:spcPts val="1200"/>
                </a:lnSpc>
                <a:buNone/>
              </a:pPr>
              <a:r>
                <a:rPr lang="en-US" sz="800" spc="80" kern="0" b="0" i="0" dirty="0">
                  <a:solidFill>
                    <a:srgbClr val="FFFFFF"/>
                  </a:solidFill>
                  <a:latin typeface="IBM Plex Mono SemiBold"/>
                  <a:ea typeface="IBM Plex Mono SemiBold"/>
                  <a:cs typeface="IBM Plex Mono SemiBold"/>
                </a:rPr>
                <a:t>DAY 1 · NOV 4</a:t>
              </a:r>
              <a:endParaRPr lang="en-US" sz="800" spc="80" kern="0" b="0" i="0" dirty="0">
                <a:solidFill>
                  <a:srgbClr val="FFFFFF"/>
                </a:solidFill>
                <a:latin typeface="IBM Plex Mono SemiBold"/>
                <a:ea typeface="IBM Plex Mono SemiBold"/>
                <a:cs typeface="IBM Plex Mono SemiBold"/>
              </a:endParaRPr>
            </a:p>
          </p:txBody>
        </p:sp>
        <p:sp>
          <p:nvSpPr>
            <p:cNvPr id="9" name="node01.row-group.source-002.fill"/>
            <p:cNvSpPr/>
            <p:nvPr/>
          </p:nvSpPr>
          <p:spPr>
            <a:xfrm>
              <a:off x="723900" y="3308350"/>
              <a:ext cx="304800" cy="2438400"/>
            </a:xfrm>
            <a:prstGeom prst="rect">
              <a:avLst/>
            </a:prstGeom>
            <a:solidFill>
              <a:srgbClr val="070154"/>
            </a:solidFill>
            <a:ln>
              <a:noFill/>
            </a:ln>
          </p:spPr>
        </p:sp>
        <p:sp>
          <p:nvSpPr>
            <p:cNvPr id="10" name="node01.row-group.source-002.label"/>
            <p:cNvSpPr/>
            <p:nvPr/>
          </p:nvSpPr>
          <p:spPr>
            <a:xfrm rot="-5400000">
              <a:off x="-342900" y="4451350"/>
              <a:ext cx="2438400" cy="152400"/>
            </a:xfrm>
            <a:prstGeom prst="rect">
              <a:avLst/>
            </a:prstGeom>
            <a:noFill/>
            <a:ln/>
          </p:spPr>
          <p:txBody>
            <a:bodyPr wrap="square" lIns="0" tIns="0" rIns="0" bIns="0" rtlCol="0" anchor="t"/>
            <a:lstStyle/>
            <a:p>
              <a:pPr algn="ctr" indent="0" marL="0">
                <a:lnSpc>
                  <a:spcPts val="1200"/>
                </a:lnSpc>
                <a:buNone/>
              </a:pPr>
              <a:r>
                <a:rPr lang="en-US" sz="800" spc="80" kern="0" b="0" i="0" dirty="0">
                  <a:solidFill>
                    <a:srgbClr val="FFFFFF"/>
                  </a:solidFill>
                  <a:latin typeface="IBM Plex Mono SemiBold"/>
                  <a:ea typeface="IBM Plex Mono SemiBold"/>
                  <a:cs typeface="IBM Plex Mono SemiBold"/>
                </a:rPr>
                <a:t>DAY 2 · NOV 5</a:t>
              </a:r>
              <a:endParaRPr lang="en-US" sz="800" spc="80" kern="0" b="0" i="0" dirty="0">
                <a:solidFill>
                  <a:srgbClr val="FFFFFF"/>
                </a:solidFill>
                <a:latin typeface="IBM Plex Mono SemiBold"/>
                <a:ea typeface="IBM Plex Mono SemiBold"/>
                <a:cs typeface="IBM Plex Mono SemiBold"/>
              </a:endParaRPr>
            </a:p>
          </p:txBody>
        </p:sp>
      </p:grpSp>
      <p:grpSp>
        <p:nvGrpSpPr>
          <p:cNvPr id="34" name="node02"/>
          <p:cNvGrpSpPr/>
          <p:nvPr/>
        </p:nvGrpSpPr>
        <p:grpSpPr>
          <a:xfrm>
            <a:off x="8039100" y="2286000"/>
            <a:ext cx="3429000" cy="228600"/>
            <a:chOff x="8039100" y="2286000"/>
            <a:chExt cx="3429000" cy="228600"/>
          </a:xfrm>
        </p:grpSpPr>
        <p:sp>
          <p:nvSpPr>
            <p:cNvPr id="11" name="node02.label"/>
            <p:cNvSpPr/>
            <p:nvPr/>
          </p:nvSpPr>
          <p:spPr>
            <a:xfrm>
              <a:off x="8039100" y="2286000"/>
              <a:ext cx="926852"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OVERALL GOAL</a:t>
              </a:r>
              <a:endParaRPr lang="en-US" sz="900" spc="54" kern="0" b="0" i="0" dirty="0">
                <a:solidFill>
                  <a:srgbClr val="50658E"/>
                </a:solidFill>
                <a:latin typeface="IBM Plex Mono Medium"/>
                <a:ea typeface="IBM Plex Mono Medium"/>
                <a:cs typeface="IBM Plex Mono Medium"/>
              </a:endParaRPr>
            </a:p>
          </p:txBody>
        </p:sp>
        <p:sp>
          <p:nvSpPr>
            <p:cNvPr id="12" name="node02.rule"/>
            <p:cNvSpPr/>
            <p:nvPr/>
          </p:nvSpPr>
          <p:spPr>
            <a:xfrm>
              <a:off x="9092952" y="2395538"/>
              <a:ext cx="2375148" cy="9525"/>
            </a:xfrm>
            <a:prstGeom prst="rect">
              <a:avLst/>
            </a:prstGeom>
            <a:solidFill>
              <a:srgbClr val="CED7E6"/>
            </a:solidFill>
            <a:ln>
              <a:noFill/>
            </a:ln>
          </p:spPr>
        </p:sp>
      </p:grpSp>
      <p:sp>
        <p:nvSpPr>
          <p:cNvPr id="13" name="node03"/>
          <p:cNvSpPr/>
          <p:nvPr/>
        </p:nvSpPr>
        <p:spPr>
          <a:xfrm>
            <a:off x="8039100" y="2514600"/>
            <a:ext cx="3429000" cy="9525"/>
          </a:xfrm>
          <a:prstGeom prst="rect">
            <a:avLst/>
          </a:prstGeom>
          <a:solidFill>
            <a:srgbClr val="CED7E6"/>
          </a:solidFill>
          <a:ln>
            <a:noFill/>
          </a:ln>
        </p:spPr>
      </p:sp>
      <p:grpSp>
        <p:nvGrpSpPr>
          <p:cNvPr id="35" name="node04"/>
          <p:cNvGrpSpPr/>
          <p:nvPr/>
        </p:nvGrpSpPr>
        <p:grpSpPr>
          <a:xfrm>
            <a:off x="8039100" y="2590800"/>
            <a:ext cx="3429000" cy="457200"/>
            <a:chOff x="8039100" y="2590800"/>
            <a:chExt cx="3429000" cy="457200"/>
          </a:xfrm>
        </p:grpSpPr>
        <p:sp>
          <p:nvSpPr>
            <p:cNvPr id="14" name="node04.text"/>
            <p:cNvSpPr/>
            <p:nvPr/>
          </p:nvSpPr>
          <p:spPr>
            <a:xfrm>
              <a:off x="8039100" y="2590800"/>
              <a:ext cx="34290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Agree and commit to one future-state design for patient access.</a:t>
              </a:r>
              <a:endParaRPr lang="en-US" sz="1200" spc="0" kern="0" b="0" i="0" dirty="0">
                <a:solidFill>
                  <a:srgbClr val="070154"/>
                </a:solidFill>
                <a:latin typeface="IBM Plex Sans"/>
                <a:ea typeface="IBM Plex Sans"/>
                <a:cs typeface="IBM Plex Sans"/>
              </a:endParaRPr>
            </a:p>
          </p:txBody>
        </p:sp>
      </p:grpSp>
      <p:grpSp>
        <p:nvGrpSpPr>
          <p:cNvPr id="36" name="node05"/>
          <p:cNvGrpSpPr/>
          <p:nvPr/>
        </p:nvGrpSpPr>
        <p:grpSpPr>
          <a:xfrm>
            <a:off x="8039100" y="3429000"/>
            <a:ext cx="3429000" cy="228600"/>
            <a:chOff x="8039100" y="3429000"/>
            <a:chExt cx="3429000" cy="228600"/>
          </a:xfrm>
        </p:grpSpPr>
        <p:sp>
          <p:nvSpPr>
            <p:cNvPr id="15" name="node05.label"/>
            <p:cNvSpPr/>
            <p:nvPr/>
          </p:nvSpPr>
          <p:spPr>
            <a:xfrm>
              <a:off x="8039100" y="3429000"/>
              <a:ext cx="701489"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LOGISTICS</a:t>
              </a:r>
              <a:endParaRPr lang="en-US" sz="900" spc="54" kern="0" b="0" i="0" dirty="0">
                <a:solidFill>
                  <a:srgbClr val="50658E"/>
                </a:solidFill>
                <a:latin typeface="IBM Plex Mono Medium"/>
                <a:ea typeface="IBM Plex Mono Medium"/>
                <a:cs typeface="IBM Plex Mono Medium"/>
              </a:endParaRPr>
            </a:p>
          </p:txBody>
        </p:sp>
        <p:sp>
          <p:nvSpPr>
            <p:cNvPr id="16" name="node05.rule"/>
            <p:cNvSpPr/>
            <p:nvPr/>
          </p:nvSpPr>
          <p:spPr>
            <a:xfrm>
              <a:off x="8867589" y="3538538"/>
              <a:ext cx="2600511" cy="9525"/>
            </a:xfrm>
            <a:prstGeom prst="rect">
              <a:avLst/>
            </a:prstGeom>
            <a:solidFill>
              <a:srgbClr val="CED7E6"/>
            </a:solidFill>
            <a:ln>
              <a:noFill/>
            </a:ln>
          </p:spPr>
        </p:sp>
      </p:grpSp>
      <p:sp>
        <p:nvSpPr>
          <p:cNvPr id="17" name="node06"/>
          <p:cNvSpPr/>
          <p:nvPr/>
        </p:nvSpPr>
        <p:spPr>
          <a:xfrm>
            <a:off x="8039100" y="3657600"/>
            <a:ext cx="3429000" cy="9525"/>
          </a:xfrm>
          <a:prstGeom prst="rect">
            <a:avLst/>
          </a:prstGeom>
          <a:solidFill>
            <a:srgbClr val="CED7E6"/>
          </a:solidFill>
          <a:ln>
            <a:noFill/>
          </a:ln>
        </p:spPr>
      </p:sp>
      <p:grpSp>
        <p:nvGrpSpPr>
          <p:cNvPr id="37" name="node07"/>
          <p:cNvGrpSpPr/>
          <p:nvPr/>
        </p:nvGrpSpPr>
        <p:grpSpPr>
          <a:xfrm>
            <a:off x="8039100" y="3733800"/>
            <a:ext cx="3429000" cy="762000"/>
            <a:chOff x="8039100" y="3733800"/>
            <a:chExt cx="3429000" cy="762000"/>
          </a:xfrm>
        </p:grpSpPr>
        <p:sp>
          <p:nvSpPr>
            <p:cNvPr id="18" name="node07.source-001.bullet"/>
            <p:cNvSpPr/>
            <p:nvPr/>
          </p:nvSpPr>
          <p:spPr>
            <a:xfrm>
              <a:off x="8039100" y="3822700"/>
              <a:ext cx="38100" cy="38100"/>
            </a:xfrm>
            <a:prstGeom prst="rect">
              <a:avLst/>
            </a:prstGeom>
            <a:solidFill>
              <a:srgbClr val="070154"/>
            </a:solidFill>
            <a:ln>
              <a:noFill/>
            </a:ln>
          </p:spPr>
        </p:sp>
        <p:sp>
          <p:nvSpPr>
            <p:cNvPr id="19" name="node07.source-001.text"/>
            <p:cNvSpPr/>
            <p:nvPr/>
          </p:nvSpPr>
          <p:spPr>
            <a:xfrm>
              <a:off x="8191500" y="37338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In person: Northfield HQ, room 4B</a:t>
              </a:r>
              <a:endParaRPr lang="en-US" sz="1200" spc="0" kern="0" b="0" i="0" dirty="0">
                <a:solidFill>
                  <a:srgbClr val="070154"/>
                </a:solidFill>
                <a:latin typeface="IBM Plex Sans"/>
                <a:ea typeface="IBM Plex Sans"/>
                <a:cs typeface="IBM Plex Sans"/>
              </a:endParaRPr>
            </a:p>
          </p:txBody>
        </p:sp>
        <p:sp>
          <p:nvSpPr>
            <p:cNvPr id="20" name="node07.source-002.bullet"/>
            <p:cNvSpPr/>
            <p:nvPr/>
          </p:nvSpPr>
          <p:spPr>
            <a:xfrm>
              <a:off x="8039100" y="4089400"/>
              <a:ext cx="38100" cy="38100"/>
            </a:xfrm>
            <a:prstGeom prst="rect">
              <a:avLst/>
            </a:prstGeom>
            <a:solidFill>
              <a:srgbClr val="070154"/>
            </a:solidFill>
            <a:ln>
              <a:noFill/>
            </a:ln>
          </p:spPr>
        </p:sp>
        <p:sp>
          <p:nvSpPr>
            <p:cNvPr id="21" name="node07.source-002.text"/>
            <p:cNvSpPr/>
            <p:nvPr/>
          </p:nvSpPr>
          <p:spPr>
            <a:xfrm>
              <a:off x="8191500" y="40005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Remote: video bridge, shared board</a:t>
              </a:r>
              <a:endParaRPr lang="en-US" sz="1200" spc="0" kern="0" b="0" i="0" dirty="0">
                <a:solidFill>
                  <a:srgbClr val="070154"/>
                </a:solidFill>
                <a:latin typeface="IBM Plex Sans"/>
                <a:ea typeface="IBM Plex Sans"/>
                <a:cs typeface="IBM Plex Sans"/>
              </a:endParaRPr>
            </a:p>
          </p:txBody>
        </p:sp>
        <p:sp>
          <p:nvSpPr>
            <p:cNvPr id="22" name="node07.source-003.bullet"/>
            <p:cNvSpPr/>
            <p:nvPr/>
          </p:nvSpPr>
          <p:spPr>
            <a:xfrm>
              <a:off x="8039100" y="4356100"/>
              <a:ext cx="38100" cy="38100"/>
            </a:xfrm>
            <a:prstGeom prst="rect">
              <a:avLst/>
            </a:prstGeom>
            <a:solidFill>
              <a:srgbClr val="070154"/>
            </a:solidFill>
            <a:ln>
              <a:noFill/>
            </a:ln>
          </p:spPr>
        </p:sp>
        <p:sp>
          <p:nvSpPr>
            <p:cNvPr id="23" name="node07.source-003.text"/>
            <p:cNvSpPr/>
            <p:nvPr/>
          </p:nvSpPr>
          <p:spPr>
            <a:xfrm>
              <a:off x="8191500" y="42672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Hybrid blocks run both at once</a:t>
              </a:r>
              <a:endParaRPr lang="en-US" sz="1200" spc="0" kern="0" b="0" i="0" dirty="0">
                <a:solidFill>
                  <a:srgbClr val="070154"/>
                </a:solidFill>
                <a:latin typeface="IBM Plex Sans"/>
                <a:ea typeface="IBM Plex Sans"/>
                <a:cs typeface="IBM Plex Sans"/>
              </a:endParaRPr>
            </a:p>
          </p:txBody>
        </p:sp>
      </p:grpSp>
      <p:grpSp>
        <p:nvGrpSpPr>
          <p:cNvPr id="38" name="node08"/>
          <p:cNvGrpSpPr/>
          <p:nvPr/>
        </p:nvGrpSpPr>
        <p:grpSpPr>
          <a:xfrm>
            <a:off x="8039100" y="4724400"/>
            <a:ext cx="3429000" cy="228600"/>
            <a:chOff x="8039100" y="4724400"/>
            <a:chExt cx="3429000" cy="228600"/>
          </a:xfrm>
        </p:grpSpPr>
        <p:sp>
          <p:nvSpPr>
            <p:cNvPr id="24" name="node08.label"/>
            <p:cNvSpPr/>
            <p:nvPr/>
          </p:nvSpPr>
          <p:spPr>
            <a:xfrm>
              <a:off x="8039100" y="4724400"/>
              <a:ext cx="1678062"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WHO JOINS AND PRE-WORK</a:t>
              </a:r>
              <a:endParaRPr lang="en-US" sz="900" spc="54" kern="0" b="0" i="0" dirty="0">
                <a:solidFill>
                  <a:srgbClr val="50658E"/>
                </a:solidFill>
                <a:latin typeface="IBM Plex Mono Medium"/>
                <a:ea typeface="IBM Plex Mono Medium"/>
                <a:cs typeface="IBM Plex Mono Medium"/>
              </a:endParaRPr>
            </a:p>
          </p:txBody>
        </p:sp>
        <p:sp>
          <p:nvSpPr>
            <p:cNvPr id="25" name="node08.rule"/>
            <p:cNvSpPr/>
            <p:nvPr/>
          </p:nvSpPr>
          <p:spPr>
            <a:xfrm>
              <a:off x="9844162" y="4833938"/>
              <a:ext cx="1623938" cy="9525"/>
            </a:xfrm>
            <a:prstGeom prst="rect">
              <a:avLst/>
            </a:prstGeom>
            <a:solidFill>
              <a:srgbClr val="CED7E6"/>
            </a:solidFill>
            <a:ln>
              <a:noFill/>
            </a:ln>
          </p:spPr>
        </p:sp>
      </p:grpSp>
      <p:sp>
        <p:nvSpPr>
          <p:cNvPr id="26" name="node09"/>
          <p:cNvSpPr/>
          <p:nvPr/>
        </p:nvSpPr>
        <p:spPr>
          <a:xfrm>
            <a:off x="8039100" y="4953000"/>
            <a:ext cx="3429000" cy="9525"/>
          </a:xfrm>
          <a:prstGeom prst="rect">
            <a:avLst/>
          </a:prstGeom>
          <a:solidFill>
            <a:srgbClr val="CED7E6"/>
          </a:solidFill>
          <a:ln>
            <a:noFill/>
          </a:ln>
        </p:spPr>
      </p:sp>
      <p:grpSp>
        <p:nvGrpSpPr>
          <p:cNvPr id="39" name="node10"/>
          <p:cNvGrpSpPr/>
          <p:nvPr/>
        </p:nvGrpSpPr>
        <p:grpSpPr>
          <a:xfrm>
            <a:off x="8039100" y="5029200"/>
            <a:ext cx="3429000" cy="762000"/>
            <a:chOff x="8039100" y="5029200"/>
            <a:chExt cx="3429000" cy="762000"/>
          </a:xfrm>
        </p:grpSpPr>
        <p:sp>
          <p:nvSpPr>
            <p:cNvPr id="27" name="node10.source-001.bullet"/>
            <p:cNvSpPr/>
            <p:nvPr/>
          </p:nvSpPr>
          <p:spPr>
            <a:xfrm>
              <a:off x="8039100" y="5118100"/>
              <a:ext cx="38100" cy="38100"/>
            </a:xfrm>
            <a:prstGeom prst="rect">
              <a:avLst/>
            </a:prstGeom>
            <a:solidFill>
              <a:srgbClr val="070154"/>
            </a:solidFill>
            <a:ln>
              <a:noFill/>
            </a:ln>
          </p:spPr>
        </p:sp>
        <p:sp>
          <p:nvSpPr>
            <p:cNvPr id="28" name="node10.source-001.text"/>
            <p:cNvSpPr/>
            <p:nvPr/>
          </p:nvSpPr>
          <p:spPr>
            <a:xfrm>
              <a:off x="8191500" y="50292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Core group of 14, plus eight remote leads</a:t>
              </a:r>
              <a:endParaRPr lang="en-US" sz="1200" spc="0" kern="0" b="0" i="0" dirty="0">
                <a:solidFill>
                  <a:srgbClr val="070154"/>
                </a:solidFill>
                <a:latin typeface="IBM Plex Sans"/>
                <a:ea typeface="IBM Plex Sans"/>
                <a:cs typeface="IBM Plex Sans"/>
              </a:endParaRPr>
            </a:p>
          </p:txBody>
        </p:sp>
        <p:sp>
          <p:nvSpPr>
            <p:cNvPr id="29" name="node10.source-002.bullet"/>
            <p:cNvSpPr/>
            <p:nvPr/>
          </p:nvSpPr>
          <p:spPr>
            <a:xfrm>
              <a:off x="8039100" y="5384800"/>
              <a:ext cx="38100" cy="38100"/>
            </a:xfrm>
            <a:prstGeom prst="rect">
              <a:avLst/>
            </a:prstGeom>
            <a:solidFill>
              <a:srgbClr val="070154"/>
            </a:solidFill>
            <a:ln>
              <a:noFill/>
            </a:ln>
          </p:spPr>
        </p:sp>
        <p:sp>
          <p:nvSpPr>
            <p:cNvPr id="30" name="node10.source-002.text"/>
            <p:cNvSpPr/>
            <p:nvPr/>
          </p:nvSpPr>
          <p:spPr>
            <a:xfrm>
              <a:off x="8191500" y="52959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Test the video link by Oct 30</a:t>
              </a:r>
              <a:endParaRPr lang="en-US" sz="1200" spc="0" kern="0" b="0" i="0" dirty="0">
                <a:solidFill>
                  <a:srgbClr val="070154"/>
                </a:solidFill>
                <a:latin typeface="IBM Plex Sans"/>
                <a:ea typeface="IBM Plex Sans"/>
                <a:cs typeface="IBM Plex Sans"/>
              </a:endParaRPr>
            </a:p>
          </p:txBody>
        </p:sp>
        <p:sp>
          <p:nvSpPr>
            <p:cNvPr id="31" name="node10.source-003.bullet"/>
            <p:cNvSpPr/>
            <p:nvPr/>
          </p:nvSpPr>
          <p:spPr>
            <a:xfrm>
              <a:off x="8039100" y="5651500"/>
              <a:ext cx="38100" cy="38100"/>
            </a:xfrm>
            <a:prstGeom prst="rect">
              <a:avLst/>
            </a:prstGeom>
            <a:solidFill>
              <a:srgbClr val="070154"/>
            </a:solidFill>
            <a:ln>
              <a:noFill/>
            </a:ln>
          </p:spPr>
        </p:sp>
        <p:sp>
          <p:nvSpPr>
            <p:cNvPr id="32" name="node10.source-003.text"/>
            <p:cNvSpPr/>
            <p:nvPr/>
          </p:nvSpPr>
          <p:spPr>
            <a:xfrm>
              <a:off x="8191500" y="55626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Bring one failed-visit example</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name="source-634">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PATIENT ACCESS WORKSHOPS</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A half day on how patients get access</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206</a:t>
            </a:fld>
            <a:endParaRPr lang="en-US" sz="700" spc="0" kern="0" b="0" i="0" dirty="0">
              <a:solidFill>
                <a:srgbClr val="070154"/>
              </a:solidFill>
              <a:latin typeface="IBM Plex Mono SemiBold"/>
              <a:ea typeface="IBM Plex Mono SemiBold"/>
              <a:cs typeface="IBM Plex Mono SemiBold"/>
            </a:endParaRPr>
          </a:p>
        </p:txBody>
      </p:sp>
      <p:grpSp>
        <p:nvGrpSpPr>
          <p:cNvPr id="46" name="node01"/>
          <p:cNvGrpSpPr/>
          <p:nvPr/>
        </p:nvGrpSpPr>
        <p:grpSpPr>
          <a:xfrm>
            <a:off x="723900" y="1600200"/>
            <a:ext cx="9525000" cy="762000"/>
            <a:chOff x="723900" y="1600200"/>
            <a:chExt cx="9525000" cy="762000"/>
          </a:xfrm>
        </p:grpSpPr>
        <p:sp>
          <p:nvSpPr>
            <p:cNvPr id="6" name="node01.text"/>
            <p:cNvSpPr/>
            <p:nvPr/>
          </p:nvSpPr>
          <p:spPr>
            <a:xfrm>
              <a:off x="723900" y="1600200"/>
              <a:ext cx="9525000" cy="7620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In one morning, Northfield leaders agree how patients get in, know the cost and get paid.</a:t>
              </a:r>
              <a:endParaRPr lang="en-US" sz="2400" spc="-36" kern="0" b="0" i="0" dirty="0">
                <a:solidFill>
                  <a:srgbClr val="070154"/>
                </a:solidFill>
                <a:latin typeface="IBM Plex Sans SemiBold"/>
                <a:ea typeface="IBM Plex Sans SemiBold"/>
                <a:cs typeface="IBM Plex Sans SemiBold"/>
              </a:endParaRPr>
            </a:p>
          </p:txBody>
        </p:sp>
      </p:grpSp>
      <p:grpSp>
        <p:nvGrpSpPr>
          <p:cNvPr id="50" name="node02"/>
          <p:cNvGrpSpPr/>
          <p:nvPr/>
        </p:nvGrpSpPr>
        <p:grpSpPr>
          <a:xfrm>
            <a:off x="723900" y="2514600"/>
            <a:ext cx="10744200" cy="1371600"/>
            <a:chOff x="723900" y="2514600"/>
            <a:chExt cx="10744200" cy="1371600"/>
          </a:xfrm>
        </p:grpSpPr>
        <p:grpSp>
          <p:nvGrpSpPr>
            <p:cNvPr id="47" name="node02.item-001"/>
            <p:cNvGrpSpPr/>
            <p:nvPr/>
          </p:nvGrpSpPr>
          <p:grpSpPr>
            <a:xfrm>
              <a:off x="723900" y="2514600"/>
              <a:ext cx="3429000" cy="1371600"/>
              <a:chOff x="723900" y="2514600"/>
              <a:chExt cx="3429000" cy="1371600"/>
            </a:xfrm>
          </p:grpSpPr>
          <p:sp>
            <p:nvSpPr>
              <p:cNvPr id="7" name="node02.item-001.container"/>
              <p:cNvSpPr/>
              <p:nvPr/>
            </p:nvSpPr>
            <p:spPr>
              <a:xfrm>
                <a:off x="723900" y="2514600"/>
                <a:ext cx="3429000" cy="1371600"/>
              </a:xfrm>
              <a:prstGeom prst="rect">
                <a:avLst/>
              </a:prstGeom>
              <a:solidFill>
                <a:srgbClr val="E8EEF8"/>
              </a:solidFill>
              <a:ln>
                <a:noFill/>
              </a:ln>
            </p:spPr>
          </p:sp>
          <p:sp>
            <p:nvSpPr>
              <p:cNvPr id="8" name="node02.item-001.number"/>
              <p:cNvSpPr/>
              <p:nvPr/>
            </p:nvSpPr>
            <p:spPr>
              <a:xfrm>
                <a:off x="952500" y="27432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01</a:t>
                </a:r>
                <a:endParaRPr lang="en-US" sz="1800" spc="0" kern="0" b="0" i="0" dirty="0">
                  <a:solidFill>
                    <a:srgbClr val="0047FF"/>
                  </a:solidFill>
                  <a:latin typeface="IBM Plex Mono SemiBold"/>
                  <a:ea typeface="IBM Plex Mono SemiBold"/>
                  <a:cs typeface="IBM Plex Mono SemiBold"/>
                </a:endParaRPr>
              </a:p>
            </p:txBody>
          </p:sp>
          <p:sp>
            <p:nvSpPr>
              <p:cNvPr id="9" name="node02.item-001.title"/>
              <p:cNvSpPr/>
              <p:nvPr/>
            </p:nvSpPr>
            <p:spPr>
              <a:xfrm>
                <a:off x="1352550" y="2743200"/>
                <a:ext cx="257175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Getting patients in</a:t>
                </a:r>
                <a:endParaRPr lang="en-US" sz="1800" spc="-18" kern="0" b="0" i="0" dirty="0">
                  <a:solidFill>
                    <a:srgbClr val="070154"/>
                  </a:solidFill>
                  <a:latin typeface="IBM Plex Sans SemiBold"/>
                  <a:ea typeface="IBM Plex Sans SemiBold"/>
                  <a:cs typeface="IBM Plex Sans SemiBold"/>
                </a:endParaRPr>
              </a:p>
            </p:txBody>
          </p:sp>
          <p:sp>
            <p:nvSpPr>
              <p:cNvPr id="10" name="node02.item-001.body.item-001.paragraph"/>
              <p:cNvSpPr/>
              <p:nvPr/>
            </p:nvSpPr>
            <p:spPr>
              <a:xfrm>
                <a:off x="952500" y="3162300"/>
                <a:ext cx="29718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Scheduling and registration: one front door and one booking template.</a:t>
                </a:r>
                <a:endParaRPr lang="en-US" sz="1200" spc="0" kern="0" b="0" i="0" dirty="0">
                  <a:solidFill>
                    <a:srgbClr val="50658E"/>
                  </a:solidFill>
                  <a:latin typeface="IBM Plex Sans"/>
                  <a:ea typeface="IBM Plex Sans"/>
                  <a:cs typeface="IBM Plex Sans"/>
                </a:endParaRPr>
              </a:p>
            </p:txBody>
          </p:sp>
        </p:grpSp>
        <p:grpSp>
          <p:nvGrpSpPr>
            <p:cNvPr id="48" name="node02.item-002"/>
            <p:cNvGrpSpPr/>
            <p:nvPr/>
          </p:nvGrpSpPr>
          <p:grpSpPr>
            <a:xfrm>
              <a:off x="4381500" y="2514600"/>
              <a:ext cx="3429000" cy="1371600"/>
              <a:chOff x="4381500" y="2514600"/>
              <a:chExt cx="3429000" cy="1371600"/>
            </a:xfrm>
          </p:grpSpPr>
          <p:sp>
            <p:nvSpPr>
              <p:cNvPr id="11" name="node02.item-002.container"/>
              <p:cNvSpPr/>
              <p:nvPr/>
            </p:nvSpPr>
            <p:spPr>
              <a:xfrm>
                <a:off x="4381500" y="2514600"/>
                <a:ext cx="3429000" cy="1371600"/>
              </a:xfrm>
              <a:prstGeom prst="rect">
                <a:avLst/>
              </a:prstGeom>
              <a:solidFill>
                <a:srgbClr val="E8EEF8"/>
              </a:solidFill>
              <a:ln>
                <a:noFill/>
              </a:ln>
            </p:spPr>
          </p:sp>
          <p:sp>
            <p:nvSpPr>
              <p:cNvPr id="12" name="node02.item-002.number"/>
              <p:cNvSpPr/>
              <p:nvPr/>
            </p:nvSpPr>
            <p:spPr>
              <a:xfrm>
                <a:off x="4610100" y="27432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02</a:t>
                </a:r>
                <a:endParaRPr lang="en-US" sz="1800" spc="0" kern="0" b="0" i="0" dirty="0">
                  <a:solidFill>
                    <a:srgbClr val="0047FF"/>
                  </a:solidFill>
                  <a:latin typeface="IBM Plex Mono SemiBold"/>
                  <a:ea typeface="IBM Plex Mono SemiBold"/>
                  <a:cs typeface="IBM Plex Mono SemiBold"/>
                </a:endParaRPr>
              </a:p>
            </p:txBody>
          </p:sp>
          <p:sp>
            <p:nvSpPr>
              <p:cNvPr id="13" name="node02.item-002.title"/>
              <p:cNvSpPr/>
              <p:nvPr/>
            </p:nvSpPr>
            <p:spPr>
              <a:xfrm>
                <a:off x="5010150" y="2743200"/>
                <a:ext cx="257175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Knowing the cost</a:t>
                </a:r>
                <a:endParaRPr lang="en-US" sz="1800" spc="-18" kern="0" b="0" i="0" dirty="0">
                  <a:solidFill>
                    <a:srgbClr val="070154"/>
                  </a:solidFill>
                  <a:latin typeface="IBM Plex Sans SemiBold"/>
                  <a:ea typeface="IBM Plex Sans SemiBold"/>
                  <a:cs typeface="IBM Plex Sans SemiBold"/>
                </a:endParaRPr>
              </a:p>
            </p:txBody>
          </p:sp>
          <p:sp>
            <p:nvSpPr>
              <p:cNvPr id="14" name="node02.item-002.body.item-001.paragraph"/>
              <p:cNvSpPr/>
              <p:nvPr/>
            </p:nvSpPr>
            <p:spPr>
              <a:xfrm>
                <a:off x="4610100" y="3162300"/>
                <a:ext cx="29718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Estimates: a reliable price before the patient books.</a:t>
                </a:r>
                <a:endParaRPr lang="en-US" sz="1200" spc="0" kern="0" b="0" i="0" dirty="0">
                  <a:solidFill>
                    <a:srgbClr val="50658E"/>
                  </a:solidFill>
                  <a:latin typeface="IBM Plex Sans"/>
                  <a:ea typeface="IBM Plex Sans"/>
                  <a:cs typeface="IBM Plex Sans"/>
                </a:endParaRPr>
              </a:p>
            </p:txBody>
          </p:sp>
        </p:grpSp>
        <p:grpSp>
          <p:nvGrpSpPr>
            <p:cNvPr id="49" name="node02.item-003"/>
            <p:cNvGrpSpPr/>
            <p:nvPr/>
          </p:nvGrpSpPr>
          <p:grpSpPr>
            <a:xfrm>
              <a:off x="8039100" y="2514600"/>
              <a:ext cx="3429000" cy="1371600"/>
              <a:chOff x="8039100" y="2514600"/>
              <a:chExt cx="3429000" cy="1371600"/>
            </a:xfrm>
          </p:grpSpPr>
          <p:sp>
            <p:nvSpPr>
              <p:cNvPr id="15" name="node02.item-003.container"/>
              <p:cNvSpPr/>
              <p:nvPr/>
            </p:nvSpPr>
            <p:spPr>
              <a:xfrm>
                <a:off x="8039100" y="2514600"/>
                <a:ext cx="3429000" cy="1371600"/>
              </a:xfrm>
              <a:prstGeom prst="rect">
                <a:avLst/>
              </a:prstGeom>
              <a:solidFill>
                <a:srgbClr val="E8EEF8"/>
              </a:solidFill>
              <a:ln>
                <a:noFill/>
              </a:ln>
            </p:spPr>
          </p:sp>
          <p:sp>
            <p:nvSpPr>
              <p:cNvPr id="16" name="node02.item-003.number"/>
              <p:cNvSpPr/>
              <p:nvPr/>
            </p:nvSpPr>
            <p:spPr>
              <a:xfrm>
                <a:off x="8267700" y="27432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03</a:t>
                </a:r>
                <a:endParaRPr lang="en-US" sz="1800" spc="0" kern="0" b="0" i="0" dirty="0">
                  <a:solidFill>
                    <a:srgbClr val="0047FF"/>
                  </a:solidFill>
                  <a:latin typeface="IBM Plex Mono SemiBold"/>
                  <a:ea typeface="IBM Plex Mono SemiBold"/>
                  <a:cs typeface="IBM Plex Mono SemiBold"/>
                </a:endParaRPr>
              </a:p>
            </p:txBody>
          </p:sp>
          <p:sp>
            <p:nvSpPr>
              <p:cNvPr id="17" name="node02.item-003.title"/>
              <p:cNvSpPr/>
              <p:nvPr/>
            </p:nvSpPr>
            <p:spPr>
              <a:xfrm>
                <a:off x="8667750" y="2743200"/>
                <a:ext cx="257175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Getting paid</a:t>
                </a:r>
                <a:endParaRPr lang="en-US" sz="1800" spc="-18" kern="0" b="0" i="0" dirty="0">
                  <a:solidFill>
                    <a:srgbClr val="070154"/>
                  </a:solidFill>
                  <a:latin typeface="IBM Plex Sans SemiBold"/>
                  <a:ea typeface="IBM Plex Sans SemiBold"/>
                  <a:cs typeface="IBM Plex Sans SemiBold"/>
                </a:endParaRPr>
              </a:p>
            </p:txBody>
          </p:sp>
          <p:sp>
            <p:nvSpPr>
              <p:cNvPr id="18" name="node02.item-003.body.item-001.paragraph"/>
              <p:cNvSpPr/>
              <p:nvPr/>
            </p:nvSpPr>
            <p:spPr>
              <a:xfrm>
                <a:off x="8267700" y="3162300"/>
                <a:ext cx="29718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Denials: stop front-end causes before the claim is sent.</a:t>
                </a:r>
                <a:endParaRPr lang="en-US" sz="1200" spc="0" kern="0" b="0" i="0" dirty="0">
                  <a:solidFill>
                    <a:srgbClr val="50658E"/>
                  </a:solidFill>
                  <a:latin typeface="IBM Plex Sans"/>
                  <a:ea typeface="IBM Plex Sans"/>
                  <a:cs typeface="IBM Plex Sans"/>
                </a:endParaRPr>
              </a:p>
            </p:txBody>
          </p:sp>
        </p:grpSp>
      </p:grpSp>
      <p:grpSp>
        <p:nvGrpSpPr>
          <p:cNvPr id="51" name="node03"/>
          <p:cNvGrpSpPr/>
          <p:nvPr/>
        </p:nvGrpSpPr>
        <p:grpSpPr>
          <a:xfrm>
            <a:off x="723900" y="4343400"/>
            <a:ext cx="3429000" cy="228600"/>
            <a:chOff x="723900" y="4343400"/>
            <a:chExt cx="3429000" cy="228600"/>
          </a:xfrm>
        </p:grpSpPr>
        <p:sp>
          <p:nvSpPr>
            <p:cNvPr id="19" name="node03.label"/>
            <p:cNvSpPr/>
            <p:nvPr/>
          </p:nvSpPr>
          <p:spPr>
            <a:xfrm>
              <a:off x="723900" y="4343400"/>
              <a:ext cx="476126"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AGENDA</a:t>
              </a:r>
              <a:endParaRPr lang="en-US" sz="900" spc="54" kern="0" b="0" i="0" dirty="0">
                <a:solidFill>
                  <a:srgbClr val="50658E"/>
                </a:solidFill>
                <a:latin typeface="IBM Plex Mono Medium"/>
                <a:ea typeface="IBM Plex Mono Medium"/>
                <a:cs typeface="IBM Plex Mono Medium"/>
              </a:endParaRPr>
            </a:p>
          </p:txBody>
        </p:sp>
        <p:sp>
          <p:nvSpPr>
            <p:cNvPr id="20" name="node03.rule"/>
            <p:cNvSpPr/>
            <p:nvPr/>
          </p:nvSpPr>
          <p:spPr>
            <a:xfrm>
              <a:off x="1327026" y="4452938"/>
              <a:ext cx="2825874" cy="9525"/>
            </a:xfrm>
            <a:prstGeom prst="rect">
              <a:avLst/>
            </a:prstGeom>
            <a:solidFill>
              <a:srgbClr val="CED7E6"/>
            </a:solidFill>
            <a:ln>
              <a:noFill/>
            </a:ln>
          </p:spPr>
        </p:sp>
      </p:grpSp>
      <p:sp>
        <p:nvSpPr>
          <p:cNvPr id="21" name="node04"/>
          <p:cNvSpPr/>
          <p:nvPr/>
        </p:nvSpPr>
        <p:spPr>
          <a:xfrm>
            <a:off x="723900" y="4572000"/>
            <a:ext cx="3429000" cy="9525"/>
          </a:xfrm>
          <a:prstGeom prst="rect">
            <a:avLst/>
          </a:prstGeom>
          <a:solidFill>
            <a:srgbClr val="CED7E6"/>
          </a:solidFill>
          <a:ln>
            <a:noFill/>
          </a:ln>
        </p:spPr>
      </p:sp>
      <p:grpSp>
        <p:nvGrpSpPr>
          <p:cNvPr id="52" name="node05"/>
          <p:cNvGrpSpPr/>
          <p:nvPr/>
        </p:nvGrpSpPr>
        <p:grpSpPr>
          <a:xfrm>
            <a:off x="723900" y="4800600"/>
            <a:ext cx="3429000" cy="1117600"/>
            <a:chOff x="723900" y="4800600"/>
            <a:chExt cx="3429000" cy="1117600"/>
          </a:xfrm>
        </p:grpSpPr>
        <p:sp>
          <p:nvSpPr>
            <p:cNvPr id="22" name="node05.source-001.key"/>
            <p:cNvSpPr/>
            <p:nvPr/>
          </p:nvSpPr>
          <p:spPr>
            <a:xfrm>
              <a:off x="723900" y="4800600"/>
              <a:ext cx="609600" cy="266700"/>
            </a:xfrm>
            <a:prstGeom prst="rect">
              <a:avLst/>
            </a:prstGeom>
            <a:noFill/>
            <a:ln/>
          </p:spPr>
          <p:txBody>
            <a:bodyPr wrap="square" lIns="0" tIns="0" rIns="0" bIns="0" rtlCol="0" anchor="t"/>
            <a:lstStyle/>
            <a:p>
              <a:pPr algn="r" indent="0" marL="0">
                <a:lnSpc>
                  <a:spcPts val="2100"/>
                </a:lnSpc>
                <a:buNone/>
              </a:pPr>
              <a:r>
                <a:rPr lang="en-US" sz="1400" spc="0" kern="0" b="1" i="0" dirty="0">
                  <a:solidFill>
                    <a:srgbClr val="0047FF"/>
                  </a:solidFill>
                  <a:latin typeface="IBM Plex Sans"/>
                  <a:ea typeface="IBM Plex Sans"/>
                  <a:cs typeface="IBM Plex Sans"/>
                </a:rPr>
                <a:t>9:00</a:t>
              </a:r>
              <a:endParaRPr lang="en-US" sz="1400" spc="0" kern="0" b="1" i="0" dirty="0">
                <a:solidFill>
                  <a:srgbClr val="0047FF"/>
                </a:solidFill>
                <a:latin typeface="IBM Plex Sans"/>
                <a:ea typeface="IBM Plex Sans"/>
                <a:cs typeface="IBM Plex Sans"/>
              </a:endParaRPr>
            </a:p>
          </p:txBody>
        </p:sp>
        <p:sp>
          <p:nvSpPr>
            <p:cNvPr id="23" name="node05.source-001.text"/>
            <p:cNvSpPr/>
            <p:nvPr/>
          </p:nvSpPr>
          <p:spPr>
            <a:xfrm>
              <a:off x="1562100" y="4804791"/>
              <a:ext cx="25908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Welcome and goals</a:t>
              </a:r>
              <a:endParaRPr lang="en-US" sz="1400" spc="0" kern="0" b="0" i="0" dirty="0">
                <a:solidFill>
                  <a:srgbClr val="070154"/>
                </a:solidFill>
                <a:latin typeface="IBM Plex Sans SemiBold"/>
                <a:ea typeface="IBM Plex Sans SemiBold"/>
                <a:cs typeface="IBM Plex Sans SemiBold"/>
              </a:endParaRPr>
            </a:p>
          </p:txBody>
        </p:sp>
        <p:sp>
          <p:nvSpPr>
            <p:cNvPr id="24" name="node05.source-002.key"/>
            <p:cNvSpPr/>
            <p:nvPr/>
          </p:nvSpPr>
          <p:spPr>
            <a:xfrm>
              <a:off x="723900" y="5080000"/>
              <a:ext cx="609600" cy="266700"/>
            </a:xfrm>
            <a:prstGeom prst="rect">
              <a:avLst/>
            </a:prstGeom>
            <a:noFill/>
            <a:ln/>
          </p:spPr>
          <p:txBody>
            <a:bodyPr wrap="square" lIns="0" tIns="0" rIns="0" bIns="0" rtlCol="0" anchor="t"/>
            <a:lstStyle/>
            <a:p>
              <a:pPr algn="r" indent="0" marL="0">
                <a:lnSpc>
                  <a:spcPts val="2100"/>
                </a:lnSpc>
                <a:buNone/>
              </a:pPr>
              <a:r>
                <a:rPr lang="en-US" sz="1400" spc="0" kern="0" b="1" i="0" dirty="0">
                  <a:solidFill>
                    <a:srgbClr val="0047FF"/>
                  </a:solidFill>
                  <a:latin typeface="IBM Plex Sans"/>
                  <a:ea typeface="IBM Plex Sans"/>
                  <a:cs typeface="IBM Plex Sans"/>
                </a:rPr>
                <a:t>9:45</a:t>
              </a:r>
              <a:endParaRPr lang="en-US" sz="1400" spc="0" kern="0" b="1" i="0" dirty="0">
                <a:solidFill>
                  <a:srgbClr val="0047FF"/>
                </a:solidFill>
                <a:latin typeface="IBM Plex Sans"/>
                <a:ea typeface="IBM Plex Sans"/>
                <a:cs typeface="IBM Plex Sans"/>
              </a:endParaRPr>
            </a:p>
          </p:txBody>
        </p:sp>
        <p:sp>
          <p:nvSpPr>
            <p:cNvPr id="25" name="node05.source-002.text"/>
            <p:cNvSpPr/>
            <p:nvPr/>
          </p:nvSpPr>
          <p:spPr>
            <a:xfrm>
              <a:off x="1562100" y="5084191"/>
              <a:ext cx="25908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Design by area</a:t>
              </a:r>
              <a:endParaRPr lang="en-US" sz="1400" spc="0" kern="0" b="0" i="0" dirty="0">
                <a:solidFill>
                  <a:srgbClr val="070154"/>
                </a:solidFill>
                <a:latin typeface="IBM Plex Sans SemiBold"/>
                <a:ea typeface="IBM Plex Sans SemiBold"/>
                <a:cs typeface="IBM Plex Sans SemiBold"/>
              </a:endParaRPr>
            </a:p>
          </p:txBody>
        </p:sp>
        <p:sp>
          <p:nvSpPr>
            <p:cNvPr id="26" name="node05.source-003.key"/>
            <p:cNvSpPr/>
            <p:nvPr/>
          </p:nvSpPr>
          <p:spPr>
            <a:xfrm>
              <a:off x="723900" y="5359400"/>
              <a:ext cx="609600" cy="266700"/>
            </a:xfrm>
            <a:prstGeom prst="rect">
              <a:avLst/>
            </a:prstGeom>
            <a:noFill/>
            <a:ln/>
          </p:spPr>
          <p:txBody>
            <a:bodyPr wrap="square" lIns="0" tIns="0" rIns="0" bIns="0" rtlCol="0" anchor="t"/>
            <a:lstStyle/>
            <a:p>
              <a:pPr algn="r" indent="0" marL="0">
                <a:lnSpc>
                  <a:spcPts val="2100"/>
                </a:lnSpc>
                <a:buNone/>
              </a:pPr>
              <a:r>
                <a:rPr lang="en-US" sz="1400" spc="0" kern="0" b="1" i="0" dirty="0">
                  <a:solidFill>
                    <a:srgbClr val="0047FF"/>
                  </a:solidFill>
                  <a:latin typeface="IBM Plex Sans"/>
                  <a:ea typeface="IBM Plex Sans"/>
                  <a:cs typeface="IBM Plex Sans"/>
                </a:rPr>
                <a:t>11:40</a:t>
              </a:r>
              <a:endParaRPr lang="en-US" sz="1400" spc="0" kern="0" b="1" i="0" dirty="0">
                <a:solidFill>
                  <a:srgbClr val="0047FF"/>
                </a:solidFill>
                <a:latin typeface="IBM Plex Sans"/>
                <a:ea typeface="IBM Plex Sans"/>
                <a:cs typeface="IBM Plex Sans"/>
              </a:endParaRPr>
            </a:p>
          </p:txBody>
        </p:sp>
        <p:sp>
          <p:nvSpPr>
            <p:cNvPr id="27" name="node05.source-003.text"/>
            <p:cNvSpPr/>
            <p:nvPr/>
          </p:nvSpPr>
          <p:spPr>
            <a:xfrm>
              <a:off x="1562100" y="5363591"/>
              <a:ext cx="25908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Decisions</a:t>
              </a:r>
              <a:endParaRPr lang="en-US" sz="1400" spc="0" kern="0" b="0" i="0" dirty="0">
                <a:solidFill>
                  <a:srgbClr val="070154"/>
                </a:solidFill>
                <a:latin typeface="IBM Plex Sans SemiBold"/>
                <a:ea typeface="IBM Plex Sans SemiBold"/>
                <a:cs typeface="IBM Plex Sans SemiBold"/>
              </a:endParaRPr>
            </a:p>
          </p:txBody>
        </p:sp>
        <p:sp>
          <p:nvSpPr>
            <p:cNvPr id="28" name="node05.source-004.key"/>
            <p:cNvSpPr/>
            <p:nvPr/>
          </p:nvSpPr>
          <p:spPr>
            <a:xfrm>
              <a:off x="723900" y="5638800"/>
              <a:ext cx="609600" cy="266700"/>
            </a:xfrm>
            <a:prstGeom prst="rect">
              <a:avLst/>
            </a:prstGeom>
            <a:noFill/>
            <a:ln/>
          </p:spPr>
          <p:txBody>
            <a:bodyPr wrap="square" lIns="0" tIns="0" rIns="0" bIns="0" rtlCol="0" anchor="t"/>
            <a:lstStyle/>
            <a:p>
              <a:pPr algn="r" indent="0" marL="0">
                <a:lnSpc>
                  <a:spcPts val="2100"/>
                </a:lnSpc>
                <a:buNone/>
              </a:pPr>
              <a:r>
                <a:rPr lang="en-US" sz="1400" spc="0" kern="0" b="1" i="0" dirty="0">
                  <a:solidFill>
                    <a:srgbClr val="0047FF"/>
                  </a:solidFill>
                  <a:latin typeface="IBM Plex Sans"/>
                  <a:ea typeface="IBM Plex Sans"/>
                  <a:cs typeface="IBM Plex Sans"/>
                </a:rPr>
                <a:t>12:00</a:t>
              </a:r>
              <a:endParaRPr lang="en-US" sz="1400" spc="0" kern="0" b="1" i="0" dirty="0">
                <a:solidFill>
                  <a:srgbClr val="0047FF"/>
                </a:solidFill>
                <a:latin typeface="IBM Plex Sans"/>
                <a:ea typeface="IBM Plex Sans"/>
                <a:cs typeface="IBM Plex Sans"/>
              </a:endParaRPr>
            </a:p>
          </p:txBody>
        </p:sp>
        <p:sp>
          <p:nvSpPr>
            <p:cNvPr id="29" name="node05.source-004.text"/>
            <p:cNvSpPr/>
            <p:nvPr/>
          </p:nvSpPr>
          <p:spPr>
            <a:xfrm>
              <a:off x="1562100" y="5642991"/>
              <a:ext cx="25908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Close</a:t>
              </a:r>
              <a:endParaRPr lang="en-US" sz="1400" spc="0" kern="0" b="0" i="0" dirty="0">
                <a:solidFill>
                  <a:srgbClr val="070154"/>
                </a:solidFill>
                <a:latin typeface="IBM Plex Sans SemiBold"/>
                <a:ea typeface="IBM Plex Sans SemiBold"/>
                <a:cs typeface="IBM Plex Sans SemiBold"/>
              </a:endParaRPr>
            </a:p>
          </p:txBody>
        </p:sp>
      </p:grpSp>
      <p:grpSp>
        <p:nvGrpSpPr>
          <p:cNvPr id="53" name="node06"/>
          <p:cNvGrpSpPr/>
          <p:nvPr/>
        </p:nvGrpSpPr>
        <p:grpSpPr>
          <a:xfrm>
            <a:off x="4381500" y="4343400"/>
            <a:ext cx="3429000" cy="228600"/>
            <a:chOff x="4381500" y="4343400"/>
            <a:chExt cx="3429000" cy="228600"/>
          </a:xfrm>
        </p:grpSpPr>
        <p:sp>
          <p:nvSpPr>
            <p:cNvPr id="30" name="node06.label"/>
            <p:cNvSpPr/>
            <p:nvPr/>
          </p:nvSpPr>
          <p:spPr>
            <a:xfrm>
              <a:off x="4381500" y="4343400"/>
              <a:ext cx="1452699"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YOU WILL LEAVE WITH</a:t>
              </a:r>
              <a:endParaRPr lang="en-US" sz="900" spc="54" kern="0" b="0" i="0" dirty="0">
                <a:solidFill>
                  <a:srgbClr val="50658E"/>
                </a:solidFill>
                <a:latin typeface="IBM Plex Mono Medium"/>
                <a:ea typeface="IBM Plex Mono Medium"/>
                <a:cs typeface="IBM Plex Mono Medium"/>
              </a:endParaRPr>
            </a:p>
          </p:txBody>
        </p:sp>
        <p:sp>
          <p:nvSpPr>
            <p:cNvPr id="31" name="node06.rule"/>
            <p:cNvSpPr/>
            <p:nvPr/>
          </p:nvSpPr>
          <p:spPr>
            <a:xfrm>
              <a:off x="5961199" y="4452938"/>
              <a:ext cx="1849301" cy="9525"/>
            </a:xfrm>
            <a:prstGeom prst="rect">
              <a:avLst/>
            </a:prstGeom>
            <a:solidFill>
              <a:srgbClr val="CED7E6"/>
            </a:solidFill>
            <a:ln>
              <a:noFill/>
            </a:ln>
          </p:spPr>
        </p:sp>
      </p:grpSp>
      <p:sp>
        <p:nvSpPr>
          <p:cNvPr id="32" name="node07"/>
          <p:cNvSpPr/>
          <p:nvPr/>
        </p:nvSpPr>
        <p:spPr>
          <a:xfrm>
            <a:off x="4381500" y="4572000"/>
            <a:ext cx="3429000" cy="9525"/>
          </a:xfrm>
          <a:prstGeom prst="rect">
            <a:avLst/>
          </a:prstGeom>
          <a:solidFill>
            <a:srgbClr val="CED7E6"/>
          </a:solidFill>
          <a:ln>
            <a:noFill/>
          </a:ln>
        </p:spPr>
      </p:sp>
      <p:grpSp>
        <p:nvGrpSpPr>
          <p:cNvPr id="54" name="node08"/>
          <p:cNvGrpSpPr/>
          <p:nvPr/>
        </p:nvGrpSpPr>
        <p:grpSpPr>
          <a:xfrm>
            <a:off x="4381500" y="4800600"/>
            <a:ext cx="3429000" cy="762000"/>
            <a:chOff x="4381500" y="4800600"/>
            <a:chExt cx="3429000" cy="762000"/>
          </a:xfrm>
        </p:grpSpPr>
        <p:sp>
          <p:nvSpPr>
            <p:cNvPr id="33" name="node08.source-001.bullet"/>
            <p:cNvSpPr/>
            <p:nvPr/>
          </p:nvSpPr>
          <p:spPr>
            <a:xfrm>
              <a:off x="4381500" y="4889500"/>
              <a:ext cx="38100" cy="38100"/>
            </a:xfrm>
            <a:prstGeom prst="rect">
              <a:avLst/>
            </a:prstGeom>
            <a:solidFill>
              <a:srgbClr val="070154"/>
            </a:solidFill>
            <a:ln>
              <a:noFill/>
            </a:ln>
          </p:spPr>
        </p:sp>
        <p:sp>
          <p:nvSpPr>
            <p:cNvPr id="34" name="node08.source-001.text"/>
            <p:cNvSpPr/>
            <p:nvPr/>
          </p:nvSpPr>
          <p:spPr>
            <a:xfrm>
              <a:off x="4533900" y="48006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One future-state design</a:t>
              </a:r>
              <a:endParaRPr lang="en-US" sz="1200" spc="0" kern="0" b="0" i="0" dirty="0">
                <a:solidFill>
                  <a:srgbClr val="070154"/>
                </a:solidFill>
                <a:latin typeface="IBM Plex Sans"/>
                <a:ea typeface="IBM Plex Sans"/>
                <a:cs typeface="IBM Plex Sans"/>
              </a:endParaRPr>
            </a:p>
          </p:txBody>
        </p:sp>
        <p:sp>
          <p:nvSpPr>
            <p:cNvPr id="35" name="node08.source-002.bullet"/>
            <p:cNvSpPr/>
            <p:nvPr/>
          </p:nvSpPr>
          <p:spPr>
            <a:xfrm>
              <a:off x="4381500" y="5156200"/>
              <a:ext cx="38100" cy="38100"/>
            </a:xfrm>
            <a:prstGeom prst="rect">
              <a:avLst/>
            </a:prstGeom>
            <a:solidFill>
              <a:srgbClr val="070154"/>
            </a:solidFill>
            <a:ln>
              <a:noFill/>
            </a:ln>
          </p:spPr>
        </p:sp>
        <p:sp>
          <p:nvSpPr>
            <p:cNvPr id="36" name="node08.source-002.text"/>
            <p:cNvSpPr/>
            <p:nvPr/>
          </p:nvSpPr>
          <p:spPr>
            <a:xfrm>
              <a:off x="4533900" y="50673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Owners for each area</a:t>
              </a:r>
              <a:endParaRPr lang="en-US" sz="1200" spc="0" kern="0" b="0" i="0" dirty="0">
                <a:solidFill>
                  <a:srgbClr val="070154"/>
                </a:solidFill>
                <a:latin typeface="IBM Plex Sans"/>
                <a:ea typeface="IBM Plex Sans"/>
                <a:cs typeface="IBM Plex Sans"/>
              </a:endParaRPr>
            </a:p>
          </p:txBody>
        </p:sp>
        <p:sp>
          <p:nvSpPr>
            <p:cNvPr id="37" name="node08.source-003.bullet"/>
            <p:cNvSpPr/>
            <p:nvPr/>
          </p:nvSpPr>
          <p:spPr>
            <a:xfrm>
              <a:off x="4381500" y="5422900"/>
              <a:ext cx="38100" cy="38100"/>
            </a:xfrm>
            <a:prstGeom prst="rect">
              <a:avLst/>
            </a:prstGeom>
            <a:solidFill>
              <a:srgbClr val="070154"/>
            </a:solidFill>
            <a:ln>
              <a:noFill/>
            </a:ln>
          </p:spPr>
        </p:sp>
        <p:sp>
          <p:nvSpPr>
            <p:cNvPr id="38" name="node08.source-003.text"/>
            <p:cNvSpPr/>
            <p:nvPr/>
          </p:nvSpPr>
          <p:spPr>
            <a:xfrm>
              <a:off x="4533900" y="53340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A shortlist to prioritize</a:t>
              </a:r>
              <a:endParaRPr lang="en-US" sz="1200" spc="0" kern="0" b="0" i="0" dirty="0">
                <a:solidFill>
                  <a:srgbClr val="070154"/>
                </a:solidFill>
                <a:latin typeface="IBM Plex Sans"/>
                <a:ea typeface="IBM Plex Sans"/>
                <a:cs typeface="IBM Plex Sans"/>
              </a:endParaRPr>
            </a:p>
          </p:txBody>
        </p:sp>
      </p:grpSp>
      <p:grpSp>
        <p:nvGrpSpPr>
          <p:cNvPr id="55" name="node09"/>
          <p:cNvGrpSpPr/>
          <p:nvPr/>
        </p:nvGrpSpPr>
        <p:grpSpPr>
          <a:xfrm>
            <a:off x="8039100" y="4343400"/>
            <a:ext cx="3429000" cy="228600"/>
            <a:chOff x="8039100" y="4343400"/>
            <a:chExt cx="3429000" cy="228600"/>
          </a:xfrm>
        </p:grpSpPr>
        <p:sp>
          <p:nvSpPr>
            <p:cNvPr id="39" name="node09.label"/>
            <p:cNvSpPr/>
            <p:nvPr/>
          </p:nvSpPr>
          <p:spPr>
            <a:xfrm>
              <a:off x="8039100" y="4343400"/>
              <a:ext cx="701489"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WHO JOINS</a:t>
              </a:r>
              <a:endParaRPr lang="en-US" sz="900" spc="54" kern="0" b="0" i="0" dirty="0">
                <a:solidFill>
                  <a:srgbClr val="50658E"/>
                </a:solidFill>
                <a:latin typeface="IBM Plex Mono Medium"/>
                <a:ea typeface="IBM Plex Mono Medium"/>
                <a:cs typeface="IBM Plex Mono Medium"/>
              </a:endParaRPr>
            </a:p>
          </p:txBody>
        </p:sp>
        <p:sp>
          <p:nvSpPr>
            <p:cNvPr id="40" name="node09.rule"/>
            <p:cNvSpPr/>
            <p:nvPr/>
          </p:nvSpPr>
          <p:spPr>
            <a:xfrm>
              <a:off x="8867589" y="4452938"/>
              <a:ext cx="2600511" cy="9525"/>
            </a:xfrm>
            <a:prstGeom prst="rect">
              <a:avLst/>
            </a:prstGeom>
            <a:solidFill>
              <a:srgbClr val="CED7E6"/>
            </a:solidFill>
            <a:ln>
              <a:noFill/>
            </a:ln>
          </p:spPr>
        </p:sp>
      </p:grpSp>
      <p:sp>
        <p:nvSpPr>
          <p:cNvPr id="41" name="node10"/>
          <p:cNvSpPr/>
          <p:nvPr/>
        </p:nvSpPr>
        <p:spPr>
          <a:xfrm>
            <a:off x="8039100" y="4572000"/>
            <a:ext cx="3429000" cy="9525"/>
          </a:xfrm>
          <a:prstGeom prst="rect">
            <a:avLst/>
          </a:prstGeom>
          <a:solidFill>
            <a:srgbClr val="CED7E6"/>
          </a:solidFill>
          <a:ln>
            <a:noFill/>
          </a:ln>
        </p:spPr>
      </p:sp>
      <p:grpSp>
        <p:nvGrpSpPr>
          <p:cNvPr id="56" name="node11"/>
          <p:cNvGrpSpPr/>
          <p:nvPr/>
        </p:nvGrpSpPr>
        <p:grpSpPr>
          <a:xfrm>
            <a:off x="8039100" y="4800600"/>
            <a:ext cx="3429000" cy="495300"/>
            <a:chOff x="8039100" y="4800600"/>
            <a:chExt cx="3429000" cy="495300"/>
          </a:xfrm>
        </p:grpSpPr>
        <p:sp>
          <p:nvSpPr>
            <p:cNvPr id="42" name="node11.source-001.bullet"/>
            <p:cNvSpPr/>
            <p:nvPr/>
          </p:nvSpPr>
          <p:spPr>
            <a:xfrm>
              <a:off x="8039100" y="4889500"/>
              <a:ext cx="38100" cy="38100"/>
            </a:xfrm>
            <a:prstGeom prst="rect">
              <a:avLst/>
            </a:prstGeom>
            <a:solidFill>
              <a:srgbClr val="070154"/>
            </a:solidFill>
            <a:ln>
              <a:noFill/>
            </a:ln>
          </p:spPr>
        </p:sp>
        <p:sp>
          <p:nvSpPr>
            <p:cNvPr id="43" name="node11.source-001.text"/>
            <p:cNvSpPr/>
            <p:nvPr/>
          </p:nvSpPr>
          <p:spPr>
            <a:xfrm>
              <a:off x="8191500" y="48006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Executive sponsors and area leads</a:t>
              </a:r>
              <a:endParaRPr lang="en-US" sz="1200" spc="0" kern="0" b="0" i="0" dirty="0">
                <a:solidFill>
                  <a:srgbClr val="070154"/>
                </a:solidFill>
                <a:latin typeface="IBM Plex Sans"/>
                <a:ea typeface="IBM Plex Sans"/>
                <a:cs typeface="IBM Plex Sans"/>
              </a:endParaRPr>
            </a:p>
          </p:txBody>
        </p:sp>
        <p:sp>
          <p:nvSpPr>
            <p:cNvPr id="44" name="node11.source-002.bullet"/>
            <p:cNvSpPr/>
            <p:nvPr/>
          </p:nvSpPr>
          <p:spPr>
            <a:xfrm>
              <a:off x="8039100" y="5156200"/>
              <a:ext cx="38100" cy="38100"/>
            </a:xfrm>
            <a:prstGeom prst="rect">
              <a:avLst/>
            </a:prstGeom>
            <a:solidFill>
              <a:srgbClr val="070154"/>
            </a:solidFill>
            <a:ln>
              <a:noFill/>
            </a:ln>
          </p:spPr>
        </p:sp>
        <p:sp>
          <p:nvSpPr>
            <p:cNvPr id="45" name="node11.source-002.text"/>
            <p:cNvSpPr/>
            <p:nvPr/>
          </p:nvSpPr>
          <p:spPr>
            <a:xfrm>
              <a:off x="8191500" y="50673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Oct 28 · half day · HQ and video</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name="source-635">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PATIENT ACCESS WORKSHOPS</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A half day to agree how patients get access</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207</a:t>
            </a:fld>
            <a:endParaRPr lang="en-US" sz="700" spc="0" kern="0" b="0" i="0" dirty="0">
              <a:solidFill>
                <a:srgbClr val="070154"/>
              </a:solidFill>
              <a:latin typeface="IBM Plex Mono SemiBold"/>
              <a:ea typeface="IBM Plex Mono SemiBold"/>
              <a:cs typeface="IBM Plex Mono SemiBold"/>
            </a:endParaRPr>
          </a:p>
        </p:txBody>
      </p:sp>
      <p:grpSp>
        <p:nvGrpSpPr>
          <p:cNvPr id="79" name="node01"/>
          <p:cNvGrpSpPr/>
          <p:nvPr/>
        </p:nvGrpSpPr>
        <p:grpSpPr>
          <a:xfrm>
            <a:off x="723900" y="1600200"/>
            <a:ext cx="3429000" cy="228600"/>
            <a:chOff x="723900" y="1600200"/>
            <a:chExt cx="3429000" cy="228600"/>
          </a:xfrm>
        </p:grpSpPr>
        <p:sp>
          <p:nvSpPr>
            <p:cNvPr id="6" name="node01.label"/>
            <p:cNvSpPr/>
            <p:nvPr/>
          </p:nvSpPr>
          <p:spPr>
            <a:xfrm>
              <a:off x="723900" y="1600200"/>
              <a:ext cx="1678062"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PURPOSE AND OBJECTIVES</a:t>
              </a:r>
              <a:endParaRPr lang="en-US" sz="900" spc="54" kern="0" b="0" i="0" dirty="0">
                <a:solidFill>
                  <a:srgbClr val="50658E"/>
                </a:solidFill>
                <a:latin typeface="IBM Plex Mono Medium"/>
                <a:ea typeface="IBM Plex Mono Medium"/>
                <a:cs typeface="IBM Plex Mono Medium"/>
              </a:endParaRPr>
            </a:p>
          </p:txBody>
        </p:sp>
        <p:sp>
          <p:nvSpPr>
            <p:cNvPr id="7" name="node01.rule"/>
            <p:cNvSpPr/>
            <p:nvPr/>
          </p:nvSpPr>
          <p:spPr>
            <a:xfrm>
              <a:off x="2528962" y="1709738"/>
              <a:ext cx="1623938" cy="9525"/>
            </a:xfrm>
            <a:prstGeom prst="rect">
              <a:avLst/>
            </a:prstGeom>
            <a:solidFill>
              <a:srgbClr val="CED7E6"/>
            </a:solidFill>
            <a:ln>
              <a:noFill/>
            </a:ln>
          </p:spPr>
        </p:sp>
      </p:grpSp>
      <p:sp>
        <p:nvSpPr>
          <p:cNvPr id="8" name="node02"/>
          <p:cNvSpPr/>
          <p:nvPr/>
        </p:nvSpPr>
        <p:spPr>
          <a:xfrm>
            <a:off x="723900" y="1828800"/>
            <a:ext cx="3429000" cy="9525"/>
          </a:xfrm>
          <a:prstGeom prst="rect">
            <a:avLst/>
          </a:prstGeom>
          <a:solidFill>
            <a:srgbClr val="CED7E6"/>
          </a:solidFill>
          <a:ln>
            <a:noFill/>
          </a:ln>
        </p:spPr>
      </p:sp>
      <p:grpSp>
        <p:nvGrpSpPr>
          <p:cNvPr id="80" name="node03"/>
          <p:cNvGrpSpPr/>
          <p:nvPr/>
        </p:nvGrpSpPr>
        <p:grpSpPr>
          <a:xfrm>
            <a:off x="723900" y="2057400"/>
            <a:ext cx="3429000" cy="457200"/>
            <a:chOff x="723900" y="2057400"/>
            <a:chExt cx="3429000" cy="457200"/>
          </a:xfrm>
        </p:grpSpPr>
        <p:sp>
          <p:nvSpPr>
            <p:cNvPr id="9" name="node03.text"/>
            <p:cNvSpPr/>
            <p:nvPr/>
          </p:nvSpPr>
          <p:spPr>
            <a:xfrm>
              <a:off x="723900" y="2057400"/>
              <a:ext cx="34290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Agree how patients will schedule, register, get estimates and avoid denials at Northfield.</a:t>
              </a:r>
              <a:endParaRPr lang="en-US" sz="1200" spc="0" kern="0" b="0" i="0" dirty="0">
                <a:solidFill>
                  <a:srgbClr val="070154"/>
                </a:solidFill>
                <a:latin typeface="IBM Plex Sans"/>
                <a:ea typeface="IBM Plex Sans"/>
                <a:cs typeface="IBM Plex Sans"/>
              </a:endParaRPr>
            </a:p>
          </p:txBody>
        </p:sp>
      </p:grpSp>
      <p:grpSp>
        <p:nvGrpSpPr>
          <p:cNvPr id="81" name="node04"/>
          <p:cNvGrpSpPr/>
          <p:nvPr/>
        </p:nvGrpSpPr>
        <p:grpSpPr>
          <a:xfrm>
            <a:off x="723900" y="2743200"/>
            <a:ext cx="3429000" cy="1028700"/>
            <a:chOff x="723900" y="2743200"/>
            <a:chExt cx="3429000" cy="1028700"/>
          </a:xfrm>
        </p:grpSpPr>
        <p:sp>
          <p:nvSpPr>
            <p:cNvPr id="10" name="node04.source-001.bullet"/>
            <p:cNvSpPr/>
            <p:nvPr/>
          </p:nvSpPr>
          <p:spPr>
            <a:xfrm>
              <a:off x="723900" y="2832100"/>
              <a:ext cx="38100" cy="38100"/>
            </a:xfrm>
            <a:prstGeom prst="rect">
              <a:avLst/>
            </a:prstGeom>
            <a:solidFill>
              <a:srgbClr val="070154"/>
            </a:solidFill>
            <a:ln>
              <a:noFill/>
            </a:ln>
          </p:spPr>
        </p:sp>
        <p:sp>
          <p:nvSpPr>
            <p:cNvPr id="11" name="node04.source-001.text"/>
            <p:cNvSpPr/>
            <p:nvPr/>
          </p:nvSpPr>
          <p:spPr>
            <a:xfrm>
              <a:off x="876300" y="27432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One future-state journey, end to end</a:t>
              </a:r>
              <a:endParaRPr lang="en-US" sz="1200" spc="0" kern="0" b="0" i="0" dirty="0">
                <a:solidFill>
                  <a:srgbClr val="070154"/>
                </a:solidFill>
                <a:latin typeface="IBM Plex Sans"/>
                <a:ea typeface="IBM Plex Sans"/>
                <a:cs typeface="IBM Plex Sans"/>
              </a:endParaRPr>
            </a:p>
          </p:txBody>
        </p:sp>
        <p:sp>
          <p:nvSpPr>
            <p:cNvPr id="12" name="node04.source-002.bullet"/>
            <p:cNvSpPr/>
            <p:nvPr/>
          </p:nvSpPr>
          <p:spPr>
            <a:xfrm>
              <a:off x="723900" y="3098800"/>
              <a:ext cx="38100" cy="38100"/>
            </a:xfrm>
            <a:prstGeom prst="rect">
              <a:avLst/>
            </a:prstGeom>
            <a:solidFill>
              <a:srgbClr val="070154"/>
            </a:solidFill>
            <a:ln>
              <a:noFill/>
            </a:ln>
          </p:spPr>
        </p:sp>
        <p:sp>
          <p:nvSpPr>
            <p:cNvPr id="13" name="node04.source-002.text"/>
            <p:cNvSpPr/>
            <p:nvPr/>
          </p:nvSpPr>
          <p:spPr>
            <a:xfrm>
              <a:off x="876300" y="30099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Owners named for each area</a:t>
              </a:r>
              <a:endParaRPr lang="en-US" sz="1200" spc="0" kern="0" b="0" i="0" dirty="0">
                <a:solidFill>
                  <a:srgbClr val="070154"/>
                </a:solidFill>
                <a:latin typeface="IBM Plex Sans"/>
                <a:ea typeface="IBM Plex Sans"/>
                <a:cs typeface="IBM Plex Sans"/>
              </a:endParaRPr>
            </a:p>
          </p:txBody>
        </p:sp>
        <p:sp>
          <p:nvSpPr>
            <p:cNvPr id="14" name="node04.source-003.bullet"/>
            <p:cNvSpPr/>
            <p:nvPr/>
          </p:nvSpPr>
          <p:spPr>
            <a:xfrm>
              <a:off x="723900" y="3365500"/>
              <a:ext cx="38100" cy="38100"/>
            </a:xfrm>
            <a:prstGeom prst="rect">
              <a:avLst/>
            </a:prstGeom>
            <a:solidFill>
              <a:srgbClr val="070154"/>
            </a:solidFill>
            <a:ln>
              <a:noFill/>
            </a:ln>
          </p:spPr>
        </p:sp>
        <p:sp>
          <p:nvSpPr>
            <p:cNvPr id="15" name="node04.source-003.text"/>
            <p:cNvSpPr/>
            <p:nvPr/>
          </p:nvSpPr>
          <p:spPr>
            <a:xfrm>
              <a:off x="876300" y="32766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A shortlist ready to prioritize</a:t>
              </a:r>
              <a:endParaRPr lang="en-US" sz="1200" spc="0" kern="0" b="0" i="0" dirty="0">
                <a:solidFill>
                  <a:srgbClr val="070154"/>
                </a:solidFill>
                <a:latin typeface="IBM Plex Sans"/>
                <a:ea typeface="IBM Plex Sans"/>
                <a:cs typeface="IBM Plex Sans"/>
              </a:endParaRPr>
            </a:p>
          </p:txBody>
        </p:sp>
        <p:sp>
          <p:nvSpPr>
            <p:cNvPr id="16" name="node04.source-004.bullet"/>
            <p:cNvSpPr/>
            <p:nvPr/>
          </p:nvSpPr>
          <p:spPr>
            <a:xfrm>
              <a:off x="723900" y="3632200"/>
              <a:ext cx="38100" cy="38100"/>
            </a:xfrm>
            <a:prstGeom prst="rect">
              <a:avLst/>
            </a:prstGeom>
            <a:solidFill>
              <a:srgbClr val="070154"/>
            </a:solidFill>
            <a:ln>
              <a:noFill/>
            </a:ln>
          </p:spPr>
        </p:sp>
        <p:sp>
          <p:nvSpPr>
            <p:cNvPr id="17" name="node04.source-004.text"/>
            <p:cNvSpPr/>
            <p:nvPr/>
          </p:nvSpPr>
          <p:spPr>
            <a:xfrm>
              <a:off x="876300" y="35433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Agreed focus for session 3</a:t>
              </a:r>
              <a:endParaRPr lang="en-US" sz="1200" spc="0" kern="0" b="0" i="0" dirty="0">
                <a:solidFill>
                  <a:srgbClr val="070154"/>
                </a:solidFill>
                <a:latin typeface="IBM Plex Sans"/>
                <a:ea typeface="IBM Plex Sans"/>
                <a:cs typeface="IBM Plex Sans"/>
              </a:endParaRPr>
            </a:p>
          </p:txBody>
        </p:sp>
      </p:grpSp>
      <p:grpSp>
        <p:nvGrpSpPr>
          <p:cNvPr id="82" name="node05"/>
          <p:cNvGrpSpPr/>
          <p:nvPr/>
        </p:nvGrpSpPr>
        <p:grpSpPr>
          <a:xfrm>
            <a:off x="4381500" y="1600200"/>
            <a:ext cx="3429000" cy="228600"/>
            <a:chOff x="4381500" y="1600200"/>
            <a:chExt cx="3429000" cy="228600"/>
          </a:xfrm>
        </p:grpSpPr>
        <p:sp>
          <p:nvSpPr>
            <p:cNvPr id="18" name="node05.label"/>
            <p:cNvSpPr/>
            <p:nvPr/>
          </p:nvSpPr>
          <p:spPr>
            <a:xfrm>
              <a:off x="4381500" y="1600200"/>
              <a:ext cx="1302457"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AGENDA · HALF DAY</a:t>
              </a:r>
              <a:endParaRPr lang="en-US" sz="900" spc="54" kern="0" b="0" i="0" dirty="0">
                <a:solidFill>
                  <a:srgbClr val="50658E"/>
                </a:solidFill>
                <a:latin typeface="IBM Plex Mono Medium"/>
                <a:ea typeface="IBM Plex Mono Medium"/>
                <a:cs typeface="IBM Plex Mono Medium"/>
              </a:endParaRPr>
            </a:p>
          </p:txBody>
        </p:sp>
        <p:sp>
          <p:nvSpPr>
            <p:cNvPr id="19" name="node05.rule"/>
            <p:cNvSpPr/>
            <p:nvPr/>
          </p:nvSpPr>
          <p:spPr>
            <a:xfrm>
              <a:off x="5810957" y="1709738"/>
              <a:ext cx="1999543" cy="9525"/>
            </a:xfrm>
            <a:prstGeom prst="rect">
              <a:avLst/>
            </a:prstGeom>
            <a:solidFill>
              <a:srgbClr val="CED7E6"/>
            </a:solidFill>
            <a:ln>
              <a:noFill/>
            </a:ln>
          </p:spPr>
        </p:sp>
      </p:grpSp>
      <p:sp>
        <p:nvSpPr>
          <p:cNvPr id="20" name="node06"/>
          <p:cNvSpPr/>
          <p:nvPr/>
        </p:nvSpPr>
        <p:spPr>
          <a:xfrm>
            <a:off x="4381500" y="1828800"/>
            <a:ext cx="3429000" cy="9525"/>
          </a:xfrm>
          <a:prstGeom prst="rect">
            <a:avLst/>
          </a:prstGeom>
          <a:solidFill>
            <a:srgbClr val="CED7E6"/>
          </a:solidFill>
          <a:ln>
            <a:noFill/>
          </a:ln>
        </p:spPr>
      </p:sp>
      <p:grpSp>
        <p:nvGrpSpPr>
          <p:cNvPr id="83" name="node07"/>
          <p:cNvGrpSpPr/>
          <p:nvPr/>
        </p:nvGrpSpPr>
        <p:grpSpPr>
          <a:xfrm>
            <a:off x="4381500" y="2057400"/>
            <a:ext cx="3429000" cy="1955800"/>
            <a:chOff x="4381500" y="2057400"/>
            <a:chExt cx="3429000" cy="1955800"/>
          </a:xfrm>
        </p:grpSpPr>
        <p:sp>
          <p:nvSpPr>
            <p:cNvPr id="21" name="node07.source-001.key"/>
            <p:cNvSpPr/>
            <p:nvPr/>
          </p:nvSpPr>
          <p:spPr>
            <a:xfrm>
              <a:off x="4381500" y="2057400"/>
              <a:ext cx="609600" cy="266700"/>
            </a:xfrm>
            <a:prstGeom prst="rect">
              <a:avLst/>
            </a:prstGeom>
            <a:noFill/>
            <a:ln/>
          </p:spPr>
          <p:txBody>
            <a:bodyPr wrap="square" lIns="0" tIns="0" rIns="0" bIns="0" rtlCol="0" anchor="t"/>
            <a:lstStyle/>
            <a:p>
              <a:pPr algn="r" indent="0" marL="0">
                <a:lnSpc>
                  <a:spcPts val="2100"/>
                </a:lnSpc>
                <a:buNone/>
              </a:pPr>
              <a:r>
                <a:rPr lang="en-US" sz="1400" spc="0" kern="0" b="1" i="0" dirty="0">
                  <a:solidFill>
                    <a:srgbClr val="0047FF"/>
                  </a:solidFill>
                  <a:latin typeface="IBM Plex Sans"/>
                  <a:ea typeface="IBM Plex Sans"/>
                  <a:cs typeface="IBM Plex Sans"/>
                </a:rPr>
                <a:t>9:00</a:t>
              </a:r>
              <a:endParaRPr lang="en-US" sz="1400" spc="0" kern="0" b="1" i="0" dirty="0">
                <a:solidFill>
                  <a:srgbClr val="0047FF"/>
                </a:solidFill>
                <a:latin typeface="IBM Plex Sans"/>
                <a:ea typeface="IBM Plex Sans"/>
                <a:cs typeface="IBM Plex Sans"/>
              </a:endParaRPr>
            </a:p>
          </p:txBody>
        </p:sp>
        <p:sp>
          <p:nvSpPr>
            <p:cNvPr id="22" name="node07.source-001.text"/>
            <p:cNvSpPr/>
            <p:nvPr/>
          </p:nvSpPr>
          <p:spPr>
            <a:xfrm>
              <a:off x="5219700" y="2061591"/>
              <a:ext cx="25908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Welcome and goals</a:t>
              </a:r>
              <a:endParaRPr lang="en-US" sz="1400" spc="0" kern="0" b="0" i="0" dirty="0">
                <a:solidFill>
                  <a:srgbClr val="070154"/>
                </a:solidFill>
                <a:latin typeface="IBM Plex Sans SemiBold"/>
                <a:ea typeface="IBM Plex Sans SemiBold"/>
                <a:cs typeface="IBM Plex Sans SemiBold"/>
              </a:endParaRPr>
            </a:p>
          </p:txBody>
        </p:sp>
        <p:sp>
          <p:nvSpPr>
            <p:cNvPr id="23" name="node07.source-002.key"/>
            <p:cNvSpPr/>
            <p:nvPr/>
          </p:nvSpPr>
          <p:spPr>
            <a:xfrm>
              <a:off x="4381500" y="2336800"/>
              <a:ext cx="609600" cy="266700"/>
            </a:xfrm>
            <a:prstGeom prst="rect">
              <a:avLst/>
            </a:prstGeom>
            <a:noFill/>
            <a:ln/>
          </p:spPr>
          <p:txBody>
            <a:bodyPr wrap="square" lIns="0" tIns="0" rIns="0" bIns="0" rtlCol="0" anchor="t"/>
            <a:lstStyle/>
            <a:p>
              <a:pPr algn="r" indent="0" marL="0">
                <a:lnSpc>
                  <a:spcPts val="2100"/>
                </a:lnSpc>
                <a:buNone/>
              </a:pPr>
              <a:r>
                <a:rPr lang="en-US" sz="1400" spc="0" kern="0" b="1" i="0" dirty="0">
                  <a:solidFill>
                    <a:srgbClr val="0047FF"/>
                  </a:solidFill>
                  <a:latin typeface="IBM Plex Sans"/>
                  <a:ea typeface="IBM Plex Sans"/>
                  <a:cs typeface="IBM Plex Sans"/>
                </a:rPr>
                <a:t>9:15</a:t>
              </a:r>
              <a:endParaRPr lang="en-US" sz="1400" spc="0" kern="0" b="1" i="0" dirty="0">
                <a:solidFill>
                  <a:srgbClr val="0047FF"/>
                </a:solidFill>
                <a:latin typeface="IBM Plex Sans"/>
                <a:ea typeface="IBM Plex Sans"/>
                <a:cs typeface="IBM Plex Sans"/>
              </a:endParaRPr>
            </a:p>
          </p:txBody>
        </p:sp>
        <p:sp>
          <p:nvSpPr>
            <p:cNvPr id="24" name="node07.source-002.text"/>
            <p:cNvSpPr/>
            <p:nvPr/>
          </p:nvSpPr>
          <p:spPr>
            <a:xfrm>
              <a:off x="5219700" y="2340991"/>
              <a:ext cx="25908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Current-state recap</a:t>
              </a:r>
              <a:endParaRPr lang="en-US" sz="1400" spc="0" kern="0" b="0" i="0" dirty="0">
                <a:solidFill>
                  <a:srgbClr val="070154"/>
                </a:solidFill>
                <a:latin typeface="IBM Plex Sans SemiBold"/>
                <a:ea typeface="IBM Plex Sans SemiBold"/>
                <a:cs typeface="IBM Plex Sans SemiBold"/>
              </a:endParaRPr>
            </a:p>
          </p:txBody>
        </p:sp>
        <p:sp>
          <p:nvSpPr>
            <p:cNvPr id="25" name="node07.source-003.key"/>
            <p:cNvSpPr/>
            <p:nvPr/>
          </p:nvSpPr>
          <p:spPr>
            <a:xfrm>
              <a:off x="4381500" y="2616200"/>
              <a:ext cx="609600" cy="266700"/>
            </a:xfrm>
            <a:prstGeom prst="rect">
              <a:avLst/>
            </a:prstGeom>
            <a:noFill/>
            <a:ln/>
          </p:spPr>
          <p:txBody>
            <a:bodyPr wrap="square" lIns="0" tIns="0" rIns="0" bIns="0" rtlCol="0" anchor="t"/>
            <a:lstStyle/>
            <a:p>
              <a:pPr algn="r" indent="0" marL="0">
                <a:lnSpc>
                  <a:spcPts val="2100"/>
                </a:lnSpc>
                <a:buNone/>
              </a:pPr>
              <a:r>
                <a:rPr lang="en-US" sz="1400" spc="0" kern="0" b="1" i="0" dirty="0">
                  <a:solidFill>
                    <a:srgbClr val="0047FF"/>
                  </a:solidFill>
                  <a:latin typeface="IBM Plex Sans"/>
                  <a:ea typeface="IBM Plex Sans"/>
                  <a:cs typeface="IBM Plex Sans"/>
                </a:rPr>
                <a:t>9:45</a:t>
              </a:r>
              <a:endParaRPr lang="en-US" sz="1400" spc="0" kern="0" b="1" i="0" dirty="0">
                <a:solidFill>
                  <a:srgbClr val="0047FF"/>
                </a:solidFill>
                <a:latin typeface="IBM Plex Sans"/>
                <a:ea typeface="IBM Plex Sans"/>
                <a:cs typeface="IBM Plex Sans"/>
              </a:endParaRPr>
            </a:p>
          </p:txBody>
        </p:sp>
        <p:sp>
          <p:nvSpPr>
            <p:cNvPr id="26" name="node07.source-003.text"/>
            <p:cNvSpPr/>
            <p:nvPr/>
          </p:nvSpPr>
          <p:spPr>
            <a:xfrm>
              <a:off x="5219700" y="2620391"/>
              <a:ext cx="25908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Future-state design by area</a:t>
              </a:r>
              <a:endParaRPr lang="en-US" sz="1400" spc="0" kern="0" b="0" i="0" dirty="0">
                <a:solidFill>
                  <a:srgbClr val="070154"/>
                </a:solidFill>
                <a:latin typeface="IBM Plex Sans SemiBold"/>
                <a:ea typeface="IBM Plex Sans SemiBold"/>
                <a:cs typeface="IBM Plex Sans SemiBold"/>
              </a:endParaRPr>
            </a:p>
          </p:txBody>
        </p:sp>
        <p:sp>
          <p:nvSpPr>
            <p:cNvPr id="27" name="node07.source-004.key"/>
            <p:cNvSpPr/>
            <p:nvPr/>
          </p:nvSpPr>
          <p:spPr>
            <a:xfrm>
              <a:off x="4381500" y="2895600"/>
              <a:ext cx="609600" cy="266700"/>
            </a:xfrm>
            <a:prstGeom prst="rect">
              <a:avLst/>
            </a:prstGeom>
            <a:noFill/>
            <a:ln/>
          </p:spPr>
          <p:txBody>
            <a:bodyPr wrap="square" lIns="0" tIns="0" rIns="0" bIns="0" rtlCol="0" anchor="t"/>
            <a:lstStyle/>
            <a:p>
              <a:pPr algn="r" indent="0" marL="0">
                <a:lnSpc>
                  <a:spcPts val="2100"/>
                </a:lnSpc>
                <a:buNone/>
              </a:pPr>
              <a:r>
                <a:rPr lang="en-US" sz="1400" spc="0" kern="0" b="1" i="0" dirty="0">
                  <a:solidFill>
                    <a:srgbClr val="0047FF"/>
                  </a:solidFill>
                  <a:latin typeface="IBM Plex Sans"/>
                  <a:ea typeface="IBM Plex Sans"/>
                  <a:cs typeface="IBM Plex Sans"/>
                </a:rPr>
                <a:t>10:45</a:t>
              </a:r>
              <a:endParaRPr lang="en-US" sz="1400" spc="0" kern="0" b="1" i="0" dirty="0">
                <a:solidFill>
                  <a:srgbClr val="0047FF"/>
                </a:solidFill>
                <a:latin typeface="IBM Plex Sans"/>
                <a:ea typeface="IBM Plex Sans"/>
                <a:cs typeface="IBM Plex Sans"/>
              </a:endParaRPr>
            </a:p>
          </p:txBody>
        </p:sp>
        <p:sp>
          <p:nvSpPr>
            <p:cNvPr id="28" name="node07.source-004.text"/>
            <p:cNvSpPr/>
            <p:nvPr/>
          </p:nvSpPr>
          <p:spPr>
            <a:xfrm>
              <a:off x="5219700" y="2899791"/>
              <a:ext cx="25908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Break</a:t>
              </a:r>
              <a:endParaRPr lang="en-US" sz="1400" spc="0" kern="0" b="0" i="0" dirty="0">
                <a:solidFill>
                  <a:srgbClr val="070154"/>
                </a:solidFill>
                <a:latin typeface="IBM Plex Sans SemiBold"/>
                <a:ea typeface="IBM Plex Sans SemiBold"/>
                <a:cs typeface="IBM Plex Sans SemiBold"/>
              </a:endParaRPr>
            </a:p>
          </p:txBody>
        </p:sp>
        <p:sp>
          <p:nvSpPr>
            <p:cNvPr id="29" name="node07.source-005.key"/>
            <p:cNvSpPr/>
            <p:nvPr/>
          </p:nvSpPr>
          <p:spPr>
            <a:xfrm>
              <a:off x="4381500" y="3175000"/>
              <a:ext cx="609600" cy="266700"/>
            </a:xfrm>
            <a:prstGeom prst="rect">
              <a:avLst/>
            </a:prstGeom>
            <a:noFill/>
            <a:ln/>
          </p:spPr>
          <p:txBody>
            <a:bodyPr wrap="square" lIns="0" tIns="0" rIns="0" bIns="0" rtlCol="0" anchor="t"/>
            <a:lstStyle/>
            <a:p>
              <a:pPr algn="r" indent="0" marL="0">
                <a:lnSpc>
                  <a:spcPts val="2100"/>
                </a:lnSpc>
                <a:buNone/>
              </a:pPr>
              <a:r>
                <a:rPr lang="en-US" sz="1400" spc="0" kern="0" b="1" i="0" dirty="0">
                  <a:solidFill>
                    <a:srgbClr val="0047FF"/>
                  </a:solidFill>
                  <a:latin typeface="IBM Plex Sans"/>
                  <a:ea typeface="IBM Plex Sans"/>
                  <a:cs typeface="IBM Plex Sans"/>
                </a:rPr>
                <a:t>11:00</a:t>
              </a:r>
              <a:endParaRPr lang="en-US" sz="1400" spc="0" kern="0" b="1" i="0" dirty="0">
                <a:solidFill>
                  <a:srgbClr val="0047FF"/>
                </a:solidFill>
                <a:latin typeface="IBM Plex Sans"/>
                <a:ea typeface="IBM Plex Sans"/>
                <a:cs typeface="IBM Plex Sans"/>
              </a:endParaRPr>
            </a:p>
          </p:txBody>
        </p:sp>
        <p:sp>
          <p:nvSpPr>
            <p:cNvPr id="30" name="node07.source-005.text"/>
            <p:cNvSpPr/>
            <p:nvPr/>
          </p:nvSpPr>
          <p:spPr>
            <a:xfrm>
              <a:off x="5219700" y="3179191"/>
              <a:ext cx="25908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Playback and gaps</a:t>
              </a:r>
              <a:endParaRPr lang="en-US" sz="1400" spc="0" kern="0" b="0" i="0" dirty="0">
                <a:solidFill>
                  <a:srgbClr val="070154"/>
                </a:solidFill>
                <a:latin typeface="IBM Plex Sans SemiBold"/>
                <a:ea typeface="IBM Plex Sans SemiBold"/>
                <a:cs typeface="IBM Plex Sans SemiBold"/>
              </a:endParaRPr>
            </a:p>
          </p:txBody>
        </p:sp>
        <p:sp>
          <p:nvSpPr>
            <p:cNvPr id="31" name="node07.source-006.key"/>
            <p:cNvSpPr/>
            <p:nvPr/>
          </p:nvSpPr>
          <p:spPr>
            <a:xfrm>
              <a:off x="4381500" y="3454400"/>
              <a:ext cx="609600" cy="266700"/>
            </a:xfrm>
            <a:prstGeom prst="rect">
              <a:avLst/>
            </a:prstGeom>
            <a:noFill/>
            <a:ln/>
          </p:spPr>
          <p:txBody>
            <a:bodyPr wrap="square" lIns="0" tIns="0" rIns="0" bIns="0" rtlCol="0" anchor="t"/>
            <a:lstStyle/>
            <a:p>
              <a:pPr algn="r" indent="0" marL="0">
                <a:lnSpc>
                  <a:spcPts val="2100"/>
                </a:lnSpc>
                <a:buNone/>
              </a:pPr>
              <a:r>
                <a:rPr lang="en-US" sz="1400" spc="0" kern="0" b="1" i="0" dirty="0">
                  <a:solidFill>
                    <a:srgbClr val="0047FF"/>
                  </a:solidFill>
                  <a:latin typeface="IBM Plex Sans"/>
                  <a:ea typeface="IBM Plex Sans"/>
                  <a:cs typeface="IBM Plex Sans"/>
                </a:rPr>
                <a:t>11:40</a:t>
              </a:r>
              <a:endParaRPr lang="en-US" sz="1400" spc="0" kern="0" b="1" i="0" dirty="0">
                <a:solidFill>
                  <a:srgbClr val="0047FF"/>
                </a:solidFill>
                <a:latin typeface="IBM Plex Sans"/>
                <a:ea typeface="IBM Plex Sans"/>
                <a:cs typeface="IBM Plex Sans"/>
              </a:endParaRPr>
            </a:p>
          </p:txBody>
        </p:sp>
        <p:sp>
          <p:nvSpPr>
            <p:cNvPr id="32" name="node07.source-006.text"/>
            <p:cNvSpPr/>
            <p:nvPr/>
          </p:nvSpPr>
          <p:spPr>
            <a:xfrm>
              <a:off x="5219700" y="3458591"/>
              <a:ext cx="25908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Decisions and next steps</a:t>
              </a:r>
              <a:endParaRPr lang="en-US" sz="1400" spc="0" kern="0" b="0" i="0" dirty="0">
                <a:solidFill>
                  <a:srgbClr val="070154"/>
                </a:solidFill>
                <a:latin typeface="IBM Plex Sans SemiBold"/>
                <a:ea typeface="IBM Plex Sans SemiBold"/>
                <a:cs typeface="IBM Plex Sans SemiBold"/>
              </a:endParaRPr>
            </a:p>
          </p:txBody>
        </p:sp>
        <p:sp>
          <p:nvSpPr>
            <p:cNvPr id="33" name="node07.source-007.key"/>
            <p:cNvSpPr/>
            <p:nvPr/>
          </p:nvSpPr>
          <p:spPr>
            <a:xfrm>
              <a:off x="4381500" y="3733800"/>
              <a:ext cx="609600" cy="266700"/>
            </a:xfrm>
            <a:prstGeom prst="rect">
              <a:avLst/>
            </a:prstGeom>
            <a:noFill/>
            <a:ln/>
          </p:spPr>
          <p:txBody>
            <a:bodyPr wrap="square" lIns="0" tIns="0" rIns="0" bIns="0" rtlCol="0" anchor="t"/>
            <a:lstStyle/>
            <a:p>
              <a:pPr algn="r" indent="0" marL="0">
                <a:lnSpc>
                  <a:spcPts val="2100"/>
                </a:lnSpc>
                <a:buNone/>
              </a:pPr>
              <a:r>
                <a:rPr lang="en-US" sz="1400" spc="0" kern="0" b="1" i="0" dirty="0">
                  <a:solidFill>
                    <a:srgbClr val="0047FF"/>
                  </a:solidFill>
                  <a:latin typeface="IBM Plex Sans"/>
                  <a:ea typeface="IBM Plex Sans"/>
                  <a:cs typeface="IBM Plex Sans"/>
                </a:rPr>
                <a:t>12:00</a:t>
              </a:r>
              <a:endParaRPr lang="en-US" sz="1400" spc="0" kern="0" b="1" i="0" dirty="0">
                <a:solidFill>
                  <a:srgbClr val="0047FF"/>
                </a:solidFill>
                <a:latin typeface="IBM Plex Sans"/>
                <a:ea typeface="IBM Plex Sans"/>
                <a:cs typeface="IBM Plex Sans"/>
              </a:endParaRPr>
            </a:p>
          </p:txBody>
        </p:sp>
        <p:sp>
          <p:nvSpPr>
            <p:cNvPr id="34" name="node07.source-007.text"/>
            <p:cNvSpPr/>
            <p:nvPr/>
          </p:nvSpPr>
          <p:spPr>
            <a:xfrm>
              <a:off x="5219700" y="3737991"/>
              <a:ext cx="25908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Close</a:t>
              </a:r>
              <a:endParaRPr lang="en-US" sz="1400" spc="0" kern="0" b="0" i="0" dirty="0">
                <a:solidFill>
                  <a:srgbClr val="070154"/>
                </a:solidFill>
                <a:latin typeface="IBM Plex Sans SemiBold"/>
                <a:ea typeface="IBM Plex Sans SemiBold"/>
                <a:cs typeface="IBM Plex Sans SemiBold"/>
              </a:endParaRPr>
            </a:p>
          </p:txBody>
        </p:sp>
      </p:grpSp>
      <p:grpSp>
        <p:nvGrpSpPr>
          <p:cNvPr id="84" name="node08"/>
          <p:cNvGrpSpPr/>
          <p:nvPr/>
        </p:nvGrpSpPr>
        <p:grpSpPr>
          <a:xfrm>
            <a:off x="8039100" y="1600200"/>
            <a:ext cx="3429000" cy="228600"/>
            <a:chOff x="8039100" y="1600200"/>
            <a:chExt cx="3429000" cy="228600"/>
          </a:xfrm>
        </p:grpSpPr>
        <p:sp>
          <p:nvSpPr>
            <p:cNvPr id="35" name="node08.label"/>
            <p:cNvSpPr/>
            <p:nvPr/>
          </p:nvSpPr>
          <p:spPr>
            <a:xfrm>
              <a:off x="8039100" y="1600200"/>
              <a:ext cx="1077094"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AREAS OF FOCUS</a:t>
              </a:r>
              <a:endParaRPr lang="en-US" sz="900" spc="54" kern="0" b="0" i="0" dirty="0">
                <a:solidFill>
                  <a:srgbClr val="50658E"/>
                </a:solidFill>
                <a:latin typeface="IBM Plex Mono Medium"/>
                <a:ea typeface="IBM Plex Mono Medium"/>
                <a:cs typeface="IBM Plex Mono Medium"/>
              </a:endParaRPr>
            </a:p>
          </p:txBody>
        </p:sp>
        <p:sp>
          <p:nvSpPr>
            <p:cNvPr id="36" name="node08.rule"/>
            <p:cNvSpPr/>
            <p:nvPr/>
          </p:nvSpPr>
          <p:spPr>
            <a:xfrm>
              <a:off x="9243194" y="1709738"/>
              <a:ext cx="2224906" cy="9525"/>
            </a:xfrm>
            <a:prstGeom prst="rect">
              <a:avLst/>
            </a:prstGeom>
            <a:solidFill>
              <a:srgbClr val="CED7E6"/>
            </a:solidFill>
            <a:ln>
              <a:noFill/>
            </a:ln>
          </p:spPr>
        </p:sp>
      </p:grpSp>
      <p:sp>
        <p:nvSpPr>
          <p:cNvPr id="37" name="node09"/>
          <p:cNvSpPr/>
          <p:nvPr/>
        </p:nvSpPr>
        <p:spPr>
          <a:xfrm>
            <a:off x="8039100" y="1828800"/>
            <a:ext cx="3429000" cy="9525"/>
          </a:xfrm>
          <a:prstGeom prst="rect">
            <a:avLst/>
          </a:prstGeom>
          <a:solidFill>
            <a:srgbClr val="CED7E6"/>
          </a:solidFill>
          <a:ln>
            <a:noFill/>
          </a:ln>
        </p:spPr>
      </p:sp>
      <p:grpSp>
        <p:nvGrpSpPr>
          <p:cNvPr id="85" name="node10"/>
          <p:cNvGrpSpPr/>
          <p:nvPr/>
        </p:nvGrpSpPr>
        <p:grpSpPr>
          <a:xfrm>
            <a:off x="8039100" y="2057400"/>
            <a:ext cx="3429000" cy="1943100"/>
            <a:chOff x="8039100" y="2057400"/>
            <a:chExt cx="3429000" cy="1943100"/>
          </a:xfrm>
        </p:grpSpPr>
        <p:sp>
          <p:nvSpPr>
            <p:cNvPr id="38" name="node10.source-001.number"/>
            <p:cNvSpPr/>
            <p:nvPr/>
          </p:nvSpPr>
          <p:spPr>
            <a:xfrm>
              <a:off x="8039100" y="2057400"/>
              <a:ext cx="152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1.</a:t>
              </a:r>
              <a:endParaRPr lang="en-US" sz="1200" spc="0" kern="0" b="0" i="0" dirty="0">
                <a:solidFill>
                  <a:srgbClr val="070154"/>
                </a:solidFill>
                <a:latin typeface="IBM Plex Sans"/>
                <a:ea typeface="IBM Plex Sans"/>
                <a:cs typeface="IBM Plex Sans"/>
              </a:endParaRPr>
            </a:p>
          </p:txBody>
        </p:sp>
        <p:sp>
          <p:nvSpPr>
            <p:cNvPr id="39" name="node10.source-001.text"/>
            <p:cNvSpPr/>
            <p:nvPr/>
          </p:nvSpPr>
          <p:spPr>
            <a:xfrm>
              <a:off x="8191500" y="2057400"/>
              <a:ext cx="32766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Scheduling. One front door and one template for every service line.</a:t>
              </a:r>
              <a:endParaRPr lang="en-US" sz="1200" spc="0" kern="0" b="0" i="0" dirty="0">
                <a:solidFill>
                  <a:srgbClr val="070154"/>
                </a:solidFill>
                <a:latin typeface="IBM Plex Sans"/>
                <a:ea typeface="IBM Plex Sans"/>
                <a:cs typeface="IBM Plex Sans"/>
              </a:endParaRPr>
            </a:p>
          </p:txBody>
        </p:sp>
        <p:sp>
          <p:nvSpPr>
            <p:cNvPr id="40" name="node10.source-002.number"/>
            <p:cNvSpPr/>
            <p:nvPr/>
          </p:nvSpPr>
          <p:spPr>
            <a:xfrm>
              <a:off x="8039100" y="2552700"/>
              <a:ext cx="152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2.</a:t>
              </a:r>
              <a:endParaRPr lang="en-US" sz="1200" spc="0" kern="0" b="0" i="0" dirty="0">
                <a:solidFill>
                  <a:srgbClr val="070154"/>
                </a:solidFill>
                <a:latin typeface="IBM Plex Sans"/>
                <a:ea typeface="IBM Plex Sans"/>
                <a:cs typeface="IBM Plex Sans"/>
              </a:endParaRPr>
            </a:p>
          </p:txBody>
        </p:sp>
        <p:sp>
          <p:nvSpPr>
            <p:cNvPr id="41" name="node10.source-002.text"/>
            <p:cNvSpPr/>
            <p:nvPr/>
          </p:nvSpPr>
          <p:spPr>
            <a:xfrm>
              <a:off x="8191500" y="2552700"/>
              <a:ext cx="32766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Registration. Capture insurance and consent once, before arrival.</a:t>
              </a:r>
              <a:endParaRPr lang="en-US" sz="1200" spc="0" kern="0" b="0" i="0" dirty="0">
                <a:solidFill>
                  <a:srgbClr val="070154"/>
                </a:solidFill>
                <a:latin typeface="IBM Plex Sans"/>
                <a:ea typeface="IBM Plex Sans"/>
                <a:cs typeface="IBM Plex Sans"/>
              </a:endParaRPr>
            </a:p>
          </p:txBody>
        </p:sp>
        <p:sp>
          <p:nvSpPr>
            <p:cNvPr id="42" name="node10.source-003.number"/>
            <p:cNvSpPr/>
            <p:nvPr/>
          </p:nvSpPr>
          <p:spPr>
            <a:xfrm>
              <a:off x="8039100" y="3048000"/>
              <a:ext cx="152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3.</a:t>
              </a:r>
              <a:endParaRPr lang="en-US" sz="1200" spc="0" kern="0" b="0" i="0" dirty="0">
                <a:solidFill>
                  <a:srgbClr val="070154"/>
                </a:solidFill>
                <a:latin typeface="IBM Plex Sans"/>
                <a:ea typeface="IBM Plex Sans"/>
                <a:cs typeface="IBM Plex Sans"/>
              </a:endParaRPr>
            </a:p>
          </p:txBody>
        </p:sp>
        <p:sp>
          <p:nvSpPr>
            <p:cNvPr id="43" name="node10.source-003.text"/>
            <p:cNvSpPr/>
            <p:nvPr/>
          </p:nvSpPr>
          <p:spPr>
            <a:xfrm>
              <a:off x="8191500" y="3048000"/>
              <a:ext cx="32766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Estimates. A price patients can rely on before they book.</a:t>
              </a:r>
              <a:endParaRPr lang="en-US" sz="1200" spc="0" kern="0" b="0" i="0" dirty="0">
                <a:solidFill>
                  <a:srgbClr val="070154"/>
                </a:solidFill>
                <a:latin typeface="IBM Plex Sans"/>
                <a:ea typeface="IBM Plex Sans"/>
                <a:cs typeface="IBM Plex Sans"/>
              </a:endParaRPr>
            </a:p>
          </p:txBody>
        </p:sp>
        <p:sp>
          <p:nvSpPr>
            <p:cNvPr id="44" name="node10.source-004.number"/>
            <p:cNvSpPr/>
            <p:nvPr/>
          </p:nvSpPr>
          <p:spPr>
            <a:xfrm>
              <a:off x="8039100" y="3543300"/>
              <a:ext cx="152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4.</a:t>
              </a:r>
              <a:endParaRPr lang="en-US" sz="1200" spc="0" kern="0" b="0" i="0" dirty="0">
                <a:solidFill>
                  <a:srgbClr val="070154"/>
                </a:solidFill>
                <a:latin typeface="IBM Plex Sans"/>
                <a:ea typeface="IBM Plex Sans"/>
                <a:cs typeface="IBM Plex Sans"/>
              </a:endParaRPr>
            </a:p>
          </p:txBody>
        </p:sp>
        <p:sp>
          <p:nvSpPr>
            <p:cNvPr id="45" name="node10.source-004.text"/>
            <p:cNvSpPr/>
            <p:nvPr/>
          </p:nvSpPr>
          <p:spPr>
            <a:xfrm>
              <a:off x="8191500" y="3543300"/>
              <a:ext cx="32766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Denials. Stop front-end causes before the claim is sent.</a:t>
              </a:r>
              <a:endParaRPr lang="en-US" sz="1200" spc="0" kern="0" b="0" i="0" dirty="0">
                <a:solidFill>
                  <a:srgbClr val="070154"/>
                </a:solidFill>
                <a:latin typeface="IBM Plex Sans"/>
                <a:ea typeface="IBM Plex Sans"/>
                <a:cs typeface="IBM Plex Sans"/>
              </a:endParaRPr>
            </a:p>
          </p:txBody>
        </p:sp>
      </p:grpSp>
      <p:grpSp>
        <p:nvGrpSpPr>
          <p:cNvPr id="86" name="node11"/>
          <p:cNvGrpSpPr/>
          <p:nvPr/>
        </p:nvGrpSpPr>
        <p:grpSpPr>
          <a:xfrm>
            <a:off x="723900" y="4114800"/>
            <a:ext cx="3429000" cy="228600"/>
            <a:chOff x="723900" y="4114800"/>
            <a:chExt cx="3429000" cy="228600"/>
          </a:xfrm>
        </p:grpSpPr>
        <p:sp>
          <p:nvSpPr>
            <p:cNvPr id="46" name="node11.label"/>
            <p:cNvSpPr/>
            <p:nvPr/>
          </p:nvSpPr>
          <p:spPr>
            <a:xfrm>
              <a:off x="723900" y="4114800"/>
              <a:ext cx="1302457"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EXPECTED OUTCOMES</a:t>
              </a:r>
              <a:endParaRPr lang="en-US" sz="900" spc="54" kern="0" b="0" i="0" dirty="0">
                <a:solidFill>
                  <a:srgbClr val="50658E"/>
                </a:solidFill>
                <a:latin typeface="IBM Plex Mono Medium"/>
                <a:ea typeface="IBM Plex Mono Medium"/>
                <a:cs typeface="IBM Plex Mono Medium"/>
              </a:endParaRPr>
            </a:p>
          </p:txBody>
        </p:sp>
        <p:sp>
          <p:nvSpPr>
            <p:cNvPr id="47" name="node11.rule"/>
            <p:cNvSpPr/>
            <p:nvPr/>
          </p:nvSpPr>
          <p:spPr>
            <a:xfrm>
              <a:off x="2153357" y="4224338"/>
              <a:ext cx="1999543" cy="9525"/>
            </a:xfrm>
            <a:prstGeom prst="rect">
              <a:avLst/>
            </a:prstGeom>
            <a:solidFill>
              <a:srgbClr val="CED7E6"/>
            </a:solidFill>
            <a:ln>
              <a:noFill/>
            </a:ln>
          </p:spPr>
        </p:sp>
      </p:grpSp>
      <p:sp>
        <p:nvSpPr>
          <p:cNvPr id="48" name="node12"/>
          <p:cNvSpPr/>
          <p:nvPr/>
        </p:nvSpPr>
        <p:spPr>
          <a:xfrm>
            <a:off x="723900" y="4343400"/>
            <a:ext cx="3429000" cy="9525"/>
          </a:xfrm>
          <a:prstGeom prst="rect">
            <a:avLst/>
          </a:prstGeom>
          <a:solidFill>
            <a:srgbClr val="CED7E6"/>
          </a:solidFill>
          <a:ln>
            <a:noFill/>
          </a:ln>
        </p:spPr>
      </p:sp>
      <p:grpSp>
        <p:nvGrpSpPr>
          <p:cNvPr id="87" name="node13"/>
          <p:cNvGrpSpPr/>
          <p:nvPr/>
        </p:nvGrpSpPr>
        <p:grpSpPr>
          <a:xfrm>
            <a:off x="723900" y="4572000"/>
            <a:ext cx="3429000" cy="1028700"/>
            <a:chOff x="723900" y="4572000"/>
            <a:chExt cx="3429000" cy="1028700"/>
          </a:xfrm>
        </p:grpSpPr>
        <p:sp>
          <p:nvSpPr>
            <p:cNvPr id="49" name="node13.source-001.bullet"/>
            <p:cNvSpPr/>
            <p:nvPr/>
          </p:nvSpPr>
          <p:spPr>
            <a:xfrm>
              <a:off x="723900" y="4660900"/>
              <a:ext cx="38100" cy="38100"/>
            </a:xfrm>
            <a:prstGeom prst="rect">
              <a:avLst/>
            </a:prstGeom>
            <a:solidFill>
              <a:srgbClr val="070154"/>
            </a:solidFill>
            <a:ln>
              <a:noFill/>
            </a:ln>
          </p:spPr>
        </p:sp>
        <p:sp>
          <p:nvSpPr>
            <p:cNvPr id="50" name="node13.source-001.text"/>
            <p:cNvSpPr/>
            <p:nvPr/>
          </p:nvSpPr>
          <p:spPr>
            <a:xfrm>
              <a:off x="876300" y="45720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Future-state process for each area</a:t>
              </a:r>
              <a:endParaRPr lang="en-US" sz="1200" spc="0" kern="0" b="0" i="0" dirty="0">
                <a:solidFill>
                  <a:srgbClr val="070154"/>
                </a:solidFill>
                <a:latin typeface="IBM Plex Sans"/>
                <a:ea typeface="IBM Plex Sans"/>
                <a:cs typeface="IBM Plex Sans"/>
              </a:endParaRPr>
            </a:p>
          </p:txBody>
        </p:sp>
        <p:sp>
          <p:nvSpPr>
            <p:cNvPr id="51" name="node13.source-002.bullet"/>
            <p:cNvSpPr/>
            <p:nvPr/>
          </p:nvSpPr>
          <p:spPr>
            <a:xfrm>
              <a:off x="723900" y="4927600"/>
              <a:ext cx="38100" cy="38100"/>
            </a:xfrm>
            <a:prstGeom prst="rect">
              <a:avLst/>
            </a:prstGeom>
            <a:solidFill>
              <a:srgbClr val="070154"/>
            </a:solidFill>
            <a:ln>
              <a:noFill/>
            </a:ln>
          </p:spPr>
        </p:sp>
        <p:sp>
          <p:nvSpPr>
            <p:cNvPr id="52" name="node13.source-002.text"/>
            <p:cNvSpPr/>
            <p:nvPr/>
          </p:nvSpPr>
          <p:spPr>
            <a:xfrm>
              <a:off x="876300" y="48387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Decisions log with owners</a:t>
              </a:r>
              <a:endParaRPr lang="en-US" sz="1200" spc="0" kern="0" b="0" i="0" dirty="0">
                <a:solidFill>
                  <a:srgbClr val="070154"/>
                </a:solidFill>
                <a:latin typeface="IBM Plex Sans"/>
                <a:ea typeface="IBM Plex Sans"/>
                <a:cs typeface="IBM Plex Sans"/>
              </a:endParaRPr>
            </a:p>
          </p:txBody>
        </p:sp>
        <p:sp>
          <p:nvSpPr>
            <p:cNvPr id="53" name="node13.source-003.bullet"/>
            <p:cNvSpPr/>
            <p:nvPr/>
          </p:nvSpPr>
          <p:spPr>
            <a:xfrm>
              <a:off x="723900" y="5194300"/>
              <a:ext cx="38100" cy="38100"/>
            </a:xfrm>
            <a:prstGeom prst="rect">
              <a:avLst/>
            </a:prstGeom>
            <a:solidFill>
              <a:srgbClr val="070154"/>
            </a:solidFill>
            <a:ln>
              <a:noFill/>
            </a:ln>
          </p:spPr>
        </p:sp>
        <p:sp>
          <p:nvSpPr>
            <p:cNvPr id="54" name="node13.source-003.text"/>
            <p:cNvSpPr/>
            <p:nvPr/>
          </p:nvSpPr>
          <p:spPr>
            <a:xfrm>
              <a:off x="876300" y="51054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Ranked list of 12 to 15 opportunities</a:t>
              </a:r>
              <a:endParaRPr lang="en-US" sz="1200" spc="0" kern="0" b="0" i="0" dirty="0">
                <a:solidFill>
                  <a:srgbClr val="070154"/>
                </a:solidFill>
                <a:latin typeface="IBM Plex Sans"/>
                <a:ea typeface="IBM Plex Sans"/>
                <a:cs typeface="IBM Plex Sans"/>
              </a:endParaRPr>
            </a:p>
          </p:txBody>
        </p:sp>
        <p:sp>
          <p:nvSpPr>
            <p:cNvPr id="55" name="node13.source-004.bullet"/>
            <p:cNvSpPr/>
            <p:nvPr/>
          </p:nvSpPr>
          <p:spPr>
            <a:xfrm>
              <a:off x="723900" y="5461000"/>
              <a:ext cx="38100" cy="38100"/>
            </a:xfrm>
            <a:prstGeom prst="rect">
              <a:avLst/>
            </a:prstGeom>
            <a:solidFill>
              <a:srgbClr val="070154"/>
            </a:solidFill>
            <a:ln>
              <a:noFill/>
            </a:ln>
          </p:spPr>
        </p:sp>
        <p:sp>
          <p:nvSpPr>
            <p:cNvPr id="56" name="node13.source-004.text"/>
            <p:cNvSpPr/>
            <p:nvPr/>
          </p:nvSpPr>
          <p:spPr>
            <a:xfrm>
              <a:off x="876300" y="53721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Draft target measures</a:t>
              </a:r>
              <a:endParaRPr lang="en-US" sz="1200" spc="0" kern="0" b="0" i="0" dirty="0">
                <a:solidFill>
                  <a:srgbClr val="070154"/>
                </a:solidFill>
                <a:latin typeface="IBM Plex Sans"/>
                <a:ea typeface="IBM Plex Sans"/>
                <a:cs typeface="IBM Plex Sans"/>
              </a:endParaRPr>
            </a:p>
          </p:txBody>
        </p:sp>
      </p:grpSp>
      <p:grpSp>
        <p:nvGrpSpPr>
          <p:cNvPr id="88" name="node14"/>
          <p:cNvGrpSpPr/>
          <p:nvPr/>
        </p:nvGrpSpPr>
        <p:grpSpPr>
          <a:xfrm>
            <a:off x="4381500" y="4114800"/>
            <a:ext cx="3429000" cy="228600"/>
            <a:chOff x="4381500" y="4114800"/>
            <a:chExt cx="3429000" cy="228600"/>
          </a:xfrm>
        </p:grpSpPr>
        <p:sp>
          <p:nvSpPr>
            <p:cNvPr id="57" name="node14.label"/>
            <p:cNvSpPr/>
            <p:nvPr/>
          </p:nvSpPr>
          <p:spPr>
            <a:xfrm>
              <a:off x="4381500" y="4114800"/>
              <a:ext cx="1302457"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WHO SHOULD ATTEND</a:t>
              </a:r>
              <a:endParaRPr lang="en-US" sz="900" spc="54" kern="0" b="0" i="0" dirty="0">
                <a:solidFill>
                  <a:srgbClr val="50658E"/>
                </a:solidFill>
                <a:latin typeface="IBM Plex Mono Medium"/>
                <a:ea typeface="IBM Plex Mono Medium"/>
                <a:cs typeface="IBM Plex Mono Medium"/>
              </a:endParaRPr>
            </a:p>
          </p:txBody>
        </p:sp>
        <p:sp>
          <p:nvSpPr>
            <p:cNvPr id="58" name="node14.rule"/>
            <p:cNvSpPr/>
            <p:nvPr/>
          </p:nvSpPr>
          <p:spPr>
            <a:xfrm>
              <a:off x="5810957" y="4224338"/>
              <a:ext cx="1999543" cy="9525"/>
            </a:xfrm>
            <a:prstGeom prst="rect">
              <a:avLst/>
            </a:prstGeom>
            <a:solidFill>
              <a:srgbClr val="CED7E6"/>
            </a:solidFill>
            <a:ln>
              <a:noFill/>
            </a:ln>
          </p:spPr>
        </p:sp>
      </p:grpSp>
      <p:sp>
        <p:nvSpPr>
          <p:cNvPr id="59" name="node15"/>
          <p:cNvSpPr/>
          <p:nvPr/>
        </p:nvSpPr>
        <p:spPr>
          <a:xfrm>
            <a:off x="4381500" y="4343400"/>
            <a:ext cx="3429000" cy="9525"/>
          </a:xfrm>
          <a:prstGeom prst="rect">
            <a:avLst/>
          </a:prstGeom>
          <a:solidFill>
            <a:srgbClr val="CED7E6"/>
          </a:solidFill>
          <a:ln>
            <a:noFill/>
          </a:ln>
        </p:spPr>
      </p:sp>
      <p:grpSp>
        <p:nvGrpSpPr>
          <p:cNvPr id="89" name="node16"/>
          <p:cNvGrpSpPr/>
          <p:nvPr/>
        </p:nvGrpSpPr>
        <p:grpSpPr>
          <a:xfrm>
            <a:off x="4381500" y="4572000"/>
            <a:ext cx="3429000" cy="1028700"/>
            <a:chOff x="4381500" y="4572000"/>
            <a:chExt cx="3429000" cy="1028700"/>
          </a:xfrm>
        </p:grpSpPr>
        <p:sp>
          <p:nvSpPr>
            <p:cNvPr id="60" name="node16.source-001.bullet"/>
            <p:cNvSpPr/>
            <p:nvPr/>
          </p:nvSpPr>
          <p:spPr>
            <a:xfrm>
              <a:off x="4381500" y="4660900"/>
              <a:ext cx="38100" cy="38100"/>
            </a:xfrm>
            <a:prstGeom prst="rect">
              <a:avLst/>
            </a:prstGeom>
            <a:solidFill>
              <a:srgbClr val="070154"/>
            </a:solidFill>
            <a:ln>
              <a:noFill/>
            </a:ln>
          </p:spPr>
        </p:sp>
        <p:sp>
          <p:nvSpPr>
            <p:cNvPr id="61" name="node16.source-001.text"/>
            <p:cNvSpPr/>
            <p:nvPr/>
          </p:nvSpPr>
          <p:spPr>
            <a:xfrm>
              <a:off x="4533900" y="45720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Patient access and scheduling leaders</a:t>
              </a:r>
              <a:endParaRPr lang="en-US" sz="1200" spc="0" kern="0" b="0" i="0" dirty="0">
                <a:solidFill>
                  <a:srgbClr val="070154"/>
                </a:solidFill>
                <a:latin typeface="IBM Plex Sans"/>
                <a:ea typeface="IBM Plex Sans"/>
                <a:cs typeface="IBM Plex Sans"/>
              </a:endParaRPr>
            </a:p>
          </p:txBody>
        </p:sp>
        <p:sp>
          <p:nvSpPr>
            <p:cNvPr id="62" name="node16.source-002.bullet"/>
            <p:cNvSpPr/>
            <p:nvPr/>
          </p:nvSpPr>
          <p:spPr>
            <a:xfrm>
              <a:off x="4381500" y="4927600"/>
              <a:ext cx="38100" cy="38100"/>
            </a:xfrm>
            <a:prstGeom prst="rect">
              <a:avLst/>
            </a:prstGeom>
            <a:solidFill>
              <a:srgbClr val="070154"/>
            </a:solidFill>
            <a:ln>
              <a:noFill/>
            </a:ln>
          </p:spPr>
        </p:sp>
        <p:sp>
          <p:nvSpPr>
            <p:cNvPr id="63" name="node16.source-002.text"/>
            <p:cNvSpPr/>
            <p:nvPr/>
          </p:nvSpPr>
          <p:spPr>
            <a:xfrm>
              <a:off x="4533900" y="48387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Revenue cycle and denials managers</a:t>
              </a:r>
              <a:endParaRPr lang="en-US" sz="1200" spc="0" kern="0" b="0" i="0" dirty="0">
                <a:solidFill>
                  <a:srgbClr val="070154"/>
                </a:solidFill>
                <a:latin typeface="IBM Plex Sans"/>
                <a:ea typeface="IBM Plex Sans"/>
                <a:cs typeface="IBM Plex Sans"/>
              </a:endParaRPr>
            </a:p>
          </p:txBody>
        </p:sp>
        <p:sp>
          <p:nvSpPr>
            <p:cNvPr id="64" name="node16.source-003.bullet"/>
            <p:cNvSpPr/>
            <p:nvPr/>
          </p:nvSpPr>
          <p:spPr>
            <a:xfrm>
              <a:off x="4381500" y="5194300"/>
              <a:ext cx="38100" cy="38100"/>
            </a:xfrm>
            <a:prstGeom prst="rect">
              <a:avLst/>
            </a:prstGeom>
            <a:solidFill>
              <a:srgbClr val="070154"/>
            </a:solidFill>
            <a:ln>
              <a:noFill/>
            </a:ln>
          </p:spPr>
        </p:sp>
        <p:sp>
          <p:nvSpPr>
            <p:cNvPr id="65" name="node16.source-003.text"/>
            <p:cNvSpPr/>
            <p:nvPr/>
          </p:nvSpPr>
          <p:spPr>
            <a:xfrm>
              <a:off x="4533900" y="51054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Registration supervisors</a:t>
              </a:r>
              <a:endParaRPr lang="en-US" sz="1200" spc="0" kern="0" b="0" i="0" dirty="0">
                <a:solidFill>
                  <a:srgbClr val="070154"/>
                </a:solidFill>
                <a:latin typeface="IBM Plex Sans"/>
                <a:ea typeface="IBM Plex Sans"/>
                <a:cs typeface="IBM Plex Sans"/>
              </a:endParaRPr>
            </a:p>
          </p:txBody>
        </p:sp>
        <p:sp>
          <p:nvSpPr>
            <p:cNvPr id="66" name="node16.source-004.bullet"/>
            <p:cNvSpPr/>
            <p:nvPr/>
          </p:nvSpPr>
          <p:spPr>
            <a:xfrm>
              <a:off x="4381500" y="5461000"/>
              <a:ext cx="38100" cy="38100"/>
            </a:xfrm>
            <a:prstGeom prst="rect">
              <a:avLst/>
            </a:prstGeom>
            <a:solidFill>
              <a:srgbClr val="070154"/>
            </a:solidFill>
            <a:ln>
              <a:noFill/>
            </a:ln>
          </p:spPr>
        </p:sp>
        <p:sp>
          <p:nvSpPr>
            <p:cNvPr id="67" name="node16.source-004.text"/>
            <p:cNvSpPr/>
            <p:nvPr/>
          </p:nvSpPr>
          <p:spPr>
            <a:xfrm>
              <a:off x="4533900" y="53721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IT application owners</a:t>
              </a:r>
              <a:endParaRPr lang="en-US" sz="1200" spc="0" kern="0" b="0" i="0" dirty="0">
                <a:solidFill>
                  <a:srgbClr val="070154"/>
                </a:solidFill>
                <a:latin typeface="IBM Plex Sans"/>
                <a:ea typeface="IBM Plex Sans"/>
                <a:cs typeface="IBM Plex Sans"/>
              </a:endParaRPr>
            </a:p>
          </p:txBody>
        </p:sp>
      </p:grpSp>
      <p:grpSp>
        <p:nvGrpSpPr>
          <p:cNvPr id="90" name="node17"/>
          <p:cNvGrpSpPr/>
          <p:nvPr/>
        </p:nvGrpSpPr>
        <p:grpSpPr>
          <a:xfrm>
            <a:off x="8039100" y="4114800"/>
            <a:ext cx="3429000" cy="228600"/>
            <a:chOff x="8039100" y="4114800"/>
            <a:chExt cx="3429000" cy="228600"/>
          </a:xfrm>
        </p:grpSpPr>
        <p:sp>
          <p:nvSpPr>
            <p:cNvPr id="68" name="node17.label"/>
            <p:cNvSpPr/>
            <p:nvPr/>
          </p:nvSpPr>
          <p:spPr>
            <a:xfrm>
              <a:off x="8039100" y="4114800"/>
              <a:ext cx="626368"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PRE-WORK</a:t>
              </a:r>
              <a:endParaRPr lang="en-US" sz="900" spc="54" kern="0" b="0" i="0" dirty="0">
                <a:solidFill>
                  <a:srgbClr val="50658E"/>
                </a:solidFill>
                <a:latin typeface="IBM Plex Mono Medium"/>
                <a:ea typeface="IBM Plex Mono Medium"/>
                <a:cs typeface="IBM Plex Mono Medium"/>
              </a:endParaRPr>
            </a:p>
          </p:txBody>
        </p:sp>
        <p:sp>
          <p:nvSpPr>
            <p:cNvPr id="69" name="node17.rule"/>
            <p:cNvSpPr/>
            <p:nvPr/>
          </p:nvSpPr>
          <p:spPr>
            <a:xfrm>
              <a:off x="8792468" y="4224338"/>
              <a:ext cx="2675632" cy="9525"/>
            </a:xfrm>
            <a:prstGeom prst="rect">
              <a:avLst/>
            </a:prstGeom>
            <a:solidFill>
              <a:srgbClr val="CED7E6"/>
            </a:solidFill>
            <a:ln>
              <a:noFill/>
            </a:ln>
          </p:spPr>
        </p:sp>
      </p:grpSp>
      <p:sp>
        <p:nvSpPr>
          <p:cNvPr id="70" name="node18"/>
          <p:cNvSpPr/>
          <p:nvPr/>
        </p:nvSpPr>
        <p:spPr>
          <a:xfrm>
            <a:off x="8039100" y="4343400"/>
            <a:ext cx="3429000" cy="9525"/>
          </a:xfrm>
          <a:prstGeom prst="rect">
            <a:avLst/>
          </a:prstGeom>
          <a:solidFill>
            <a:srgbClr val="CED7E6"/>
          </a:solidFill>
          <a:ln>
            <a:noFill/>
          </a:ln>
        </p:spPr>
      </p:sp>
      <p:grpSp>
        <p:nvGrpSpPr>
          <p:cNvPr id="91" name="node19"/>
          <p:cNvGrpSpPr/>
          <p:nvPr/>
        </p:nvGrpSpPr>
        <p:grpSpPr>
          <a:xfrm>
            <a:off x="8039100" y="4572000"/>
            <a:ext cx="3429000" cy="1028700"/>
            <a:chOff x="8039100" y="4572000"/>
            <a:chExt cx="3429000" cy="1028700"/>
          </a:xfrm>
        </p:grpSpPr>
        <p:sp>
          <p:nvSpPr>
            <p:cNvPr id="71" name="node19.source-001.bullet"/>
            <p:cNvSpPr/>
            <p:nvPr/>
          </p:nvSpPr>
          <p:spPr>
            <a:xfrm>
              <a:off x="8039100" y="4660900"/>
              <a:ext cx="38100" cy="38100"/>
            </a:xfrm>
            <a:prstGeom prst="rect">
              <a:avLst/>
            </a:prstGeom>
            <a:solidFill>
              <a:srgbClr val="070154"/>
            </a:solidFill>
            <a:ln>
              <a:noFill/>
            </a:ln>
          </p:spPr>
        </p:sp>
        <p:sp>
          <p:nvSpPr>
            <p:cNvPr id="72" name="node19.source-001.text"/>
            <p:cNvSpPr/>
            <p:nvPr/>
          </p:nvSpPr>
          <p:spPr>
            <a:xfrm>
              <a:off x="8191500" y="45720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Review the Discovery readout (10 min)</a:t>
              </a:r>
              <a:endParaRPr lang="en-US" sz="1200" spc="0" kern="0" b="0" i="0" dirty="0">
                <a:solidFill>
                  <a:srgbClr val="070154"/>
                </a:solidFill>
                <a:latin typeface="IBM Plex Sans"/>
                <a:ea typeface="IBM Plex Sans"/>
                <a:cs typeface="IBM Plex Sans"/>
              </a:endParaRPr>
            </a:p>
          </p:txBody>
        </p:sp>
        <p:sp>
          <p:nvSpPr>
            <p:cNvPr id="73" name="node19.source-002.bullet"/>
            <p:cNvSpPr/>
            <p:nvPr/>
          </p:nvSpPr>
          <p:spPr>
            <a:xfrm>
              <a:off x="8039100" y="4927600"/>
              <a:ext cx="38100" cy="38100"/>
            </a:xfrm>
            <a:prstGeom prst="rect">
              <a:avLst/>
            </a:prstGeom>
            <a:solidFill>
              <a:srgbClr val="070154"/>
            </a:solidFill>
            <a:ln>
              <a:noFill/>
            </a:ln>
          </p:spPr>
        </p:sp>
        <p:sp>
          <p:nvSpPr>
            <p:cNvPr id="74" name="node19.source-002.text"/>
            <p:cNvSpPr/>
            <p:nvPr/>
          </p:nvSpPr>
          <p:spPr>
            <a:xfrm>
              <a:off x="8191500" y="48387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Bring one example of a failed visit</a:t>
              </a:r>
              <a:endParaRPr lang="en-US" sz="1200" spc="0" kern="0" b="0" i="0" dirty="0">
                <a:solidFill>
                  <a:srgbClr val="070154"/>
                </a:solidFill>
                <a:latin typeface="IBM Plex Sans"/>
                <a:ea typeface="IBM Plex Sans"/>
                <a:cs typeface="IBM Plex Sans"/>
              </a:endParaRPr>
            </a:p>
          </p:txBody>
        </p:sp>
        <p:sp>
          <p:nvSpPr>
            <p:cNvPr id="75" name="node19.source-003.bullet"/>
            <p:cNvSpPr/>
            <p:nvPr/>
          </p:nvSpPr>
          <p:spPr>
            <a:xfrm>
              <a:off x="8039100" y="5194300"/>
              <a:ext cx="38100" cy="38100"/>
            </a:xfrm>
            <a:prstGeom prst="rect">
              <a:avLst/>
            </a:prstGeom>
            <a:solidFill>
              <a:srgbClr val="070154"/>
            </a:solidFill>
            <a:ln>
              <a:noFill/>
            </a:ln>
          </p:spPr>
        </p:sp>
        <p:sp>
          <p:nvSpPr>
            <p:cNvPr id="76" name="node19.source-003.text"/>
            <p:cNvSpPr/>
            <p:nvPr/>
          </p:nvSpPr>
          <p:spPr>
            <a:xfrm>
              <a:off x="8191500" y="51054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Confirm your area's top two pain points</a:t>
              </a:r>
              <a:endParaRPr lang="en-US" sz="1200" spc="0" kern="0" b="0" i="0" dirty="0">
                <a:solidFill>
                  <a:srgbClr val="070154"/>
                </a:solidFill>
                <a:latin typeface="IBM Plex Sans"/>
                <a:ea typeface="IBM Plex Sans"/>
                <a:cs typeface="IBM Plex Sans"/>
              </a:endParaRPr>
            </a:p>
          </p:txBody>
        </p:sp>
        <p:sp>
          <p:nvSpPr>
            <p:cNvPr id="77" name="node19.source-004.bullet"/>
            <p:cNvSpPr/>
            <p:nvPr/>
          </p:nvSpPr>
          <p:spPr>
            <a:xfrm>
              <a:off x="8039100" y="5461000"/>
              <a:ext cx="38100" cy="38100"/>
            </a:xfrm>
            <a:prstGeom prst="rect">
              <a:avLst/>
            </a:prstGeom>
            <a:solidFill>
              <a:srgbClr val="070154"/>
            </a:solidFill>
            <a:ln>
              <a:noFill/>
            </a:ln>
          </p:spPr>
        </p:sp>
        <p:sp>
          <p:nvSpPr>
            <p:cNvPr id="78" name="node19.source-004.text"/>
            <p:cNvSpPr/>
            <p:nvPr/>
          </p:nvSpPr>
          <p:spPr>
            <a:xfrm>
              <a:off x="8191500" y="53721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Join by Oct 21 to test video</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name="source-636">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PATIENT ACCESS WORKSHOPS</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Leave the morning with one design for patient access</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208</a:t>
            </a:fld>
            <a:endParaRPr lang="en-US" sz="700" spc="0" kern="0" b="0" i="0" dirty="0">
              <a:solidFill>
                <a:srgbClr val="070154"/>
              </a:solidFill>
              <a:latin typeface="IBM Plex Mono SemiBold"/>
              <a:ea typeface="IBM Plex Mono SemiBold"/>
              <a:cs typeface="IBM Plex Mono SemiBold"/>
            </a:endParaRPr>
          </a:p>
        </p:txBody>
      </p:sp>
      <p:grpSp>
        <p:nvGrpSpPr>
          <p:cNvPr id="67" name="node01"/>
          <p:cNvGrpSpPr/>
          <p:nvPr/>
        </p:nvGrpSpPr>
        <p:grpSpPr>
          <a:xfrm>
            <a:off x="723900" y="1600200"/>
            <a:ext cx="3429000" cy="228600"/>
            <a:chOff x="723900" y="1600200"/>
            <a:chExt cx="3429000" cy="228600"/>
          </a:xfrm>
        </p:grpSpPr>
        <p:sp>
          <p:nvSpPr>
            <p:cNvPr id="6" name="node01.label"/>
            <p:cNvSpPr/>
            <p:nvPr/>
          </p:nvSpPr>
          <p:spPr>
            <a:xfrm>
              <a:off x="723900" y="1600200"/>
              <a:ext cx="1678062"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PURPOSE AND OBJECTIVES</a:t>
              </a:r>
              <a:endParaRPr lang="en-US" sz="900" spc="54" kern="0" b="0" i="0" dirty="0">
                <a:solidFill>
                  <a:srgbClr val="50658E"/>
                </a:solidFill>
                <a:latin typeface="IBM Plex Mono Medium"/>
                <a:ea typeface="IBM Plex Mono Medium"/>
                <a:cs typeface="IBM Plex Mono Medium"/>
              </a:endParaRPr>
            </a:p>
          </p:txBody>
        </p:sp>
        <p:sp>
          <p:nvSpPr>
            <p:cNvPr id="7" name="node01.rule"/>
            <p:cNvSpPr/>
            <p:nvPr/>
          </p:nvSpPr>
          <p:spPr>
            <a:xfrm>
              <a:off x="2528962" y="1709738"/>
              <a:ext cx="1623938" cy="9525"/>
            </a:xfrm>
            <a:prstGeom prst="rect">
              <a:avLst/>
            </a:prstGeom>
            <a:solidFill>
              <a:srgbClr val="CED7E6"/>
            </a:solidFill>
            <a:ln>
              <a:noFill/>
            </a:ln>
          </p:spPr>
        </p:sp>
      </p:grpSp>
      <p:sp>
        <p:nvSpPr>
          <p:cNvPr id="8" name="node02"/>
          <p:cNvSpPr/>
          <p:nvPr/>
        </p:nvSpPr>
        <p:spPr>
          <a:xfrm>
            <a:off x="723900" y="1828800"/>
            <a:ext cx="3429000" cy="9525"/>
          </a:xfrm>
          <a:prstGeom prst="rect">
            <a:avLst/>
          </a:prstGeom>
          <a:solidFill>
            <a:srgbClr val="CED7E6"/>
          </a:solidFill>
          <a:ln>
            <a:noFill/>
          </a:ln>
        </p:spPr>
      </p:sp>
      <p:grpSp>
        <p:nvGrpSpPr>
          <p:cNvPr id="68" name="node03"/>
          <p:cNvGrpSpPr/>
          <p:nvPr/>
        </p:nvGrpSpPr>
        <p:grpSpPr>
          <a:xfrm>
            <a:off x="723900" y="2057400"/>
            <a:ext cx="3429000" cy="685800"/>
            <a:chOff x="723900" y="2057400"/>
            <a:chExt cx="3429000" cy="685800"/>
          </a:xfrm>
        </p:grpSpPr>
        <p:sp>
          <p:nvSpPr>
            <p:cNvPr id="9" name="node03.text"/>
            <p:cNvSpPr/>
            <p:nvPr/>
          </p:nvSpPr>
          <p:spPr>
            <a:xfrm>
              <a:off x="723900" y="2057400"/>
              <a:ext cx="3429000" cy="685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Agree how patients schedule, register, get estimates and avoid denials, with one owner for each area.</a:t>
              </a:r>
              <a:endParaRPr lang="en-US" sz="1200" spc="0" kern="0" b="0" i="0" dirty="0">
                <a:solidFill>
                  <a:srgbClr val="070154"/>
                </a:solidFill>
                <a:latin typeface="IBM Plex Sans"/>
                <a:ea typeface="IBM Plex Sans"/>
                <a:cs typeface="IBM Plex Sans"/>
              </a:endParaRPr>
            </a:p>
          </p:txBody>
        </p:sp>
      </p:grpSp>
      <p:grpSp>
        <p:nvGrpSpPr>
          <p:cNvPr id="69" name="node04"/>
          <p:cNvGrpSpPr/>
          <p:nvPr/>
        </p:nvGrpSpPr>
        <p:grpSpPr>
          <a:xfrm>
            <a:off x="723900" y="2743200"/>
            <a:ext cx="3429000" cy="228600"/>
            <a:chOff x="723900" y="2743200"/>
            <a:chExt cx="3429000" cy="228600"/>
          </a:xfrm>
        </p:grpSpPr>
        <p:sp>
          <p:nvSpPr>
            <p:cNvPr id="10" name="node04.label"/>
            <p:cNvSpPr/>
            <p:nvPr/>
          </p:nvSpPr>
          <p:spPr>
            <a:xfrm>
              <a:off x="723900" y="2743200"/>
              <a:ext cx="476126"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AGENDA</a:t>
              </a:r>
              <a:endParaRPr lang="en-US" sz="900" spc="54" kern="0" b="0" i="0" dirty="0">
                <a:solidFill>
                  <a:srgbClr val="50658E"/>
                </a:solidFill>
                <a:latin typeface="IBM Plex Mono Medium"/>
                <a:ea typeface="IBM Plex Mono Medium"/>
                <a:cs typeface="IBM Plex Mono Medium"/>
              </a:endParaRPr>
            </a:p>
          </p:txBody>
        </p:sp>
        <p:sp>
          <p:nvSpPr>
            <p:cNvPr id="11" name="node04.rule"/>
            <p:cNvSpPr/>
            <p:nvPr/>
          </p:nvSpPr>
          <p:spPr>
            <a:xfrm>
              <a:off x="1327026" y="2852738"/>
              <a:ext cx="2825874" cy="9525"/>
            </a:xfrm>
            <a:prstGeom prst="rect">
              <a:avLst/>
            </a:prstGeom>
            <a:solidFill>
              <a:srgbClr val="CED7E6"/>
            </a:solidFill>
            <a:ln>
              <a:noFill/>
            </a:ln>
          </p:spPr>
        </p:sp>
      </p:grpSp>
      <p:sp>
        <p:nvSpPr>
          <p:cNvPr id="12" name="node05"/>
          <p:cNvSpPr/>
          <p:nvPr/>
        </p:nvSpPr>
        <p:spPr>
          <a:xfrm>
            <a:off x="723900" y="2971800"/>
            <a:ext cx="3429000" cy="9525"/>
          </a:xfrm>
          <a:prstGeom prst="rect">
            <a:avLst/>
          </a:prstGeom>
          <a:solidFill>
            <a:srgbClr val="CED7E6"/>
          </a:solidFill>
          <a:ln>
            <a:noFill/>
          </a:ln>
        </p:spPr>
      </p:sp>
      <p:grpSp>
        <p:nvGrpSpPr>
          <p:cNvPr id="70" name="node06"/>
          <p:cNvGrpSpPr/>
          <p:nvPr/>
        </p:nvGrpSpPr>
        <p:grpSpPr>
          <a:xfrm>
            <a:off x="723900" y="3200400"/>
            <a:ext cx="3429000" cy="1955800"/>
            <a:chOff x="723900" y="3200400"/>
            <a:chExt cx="3429000" cy="1955800"/>
          </a:xfrm>
        </p:grpSpPr>
        <p:sp>
          <p:nvSpPr>
            <p:cNvPr id="13" name="node06.source-001.key"/>
            <p:cNvSpPr/>
            <p:nvPr/>
          </p:nvSpPr>
          <p:spPr>
            <a:xfrm>
              <a:off x="723900" y="3200400"/>
              <a:ext cx="609600" cy="266700"/>
            </a:xfrm>
            <a:prstGeom prst="rect">
              <a:avLst/>
            </a:prstGeom>
            <a:noFill/>
            <a:ln/>
          </p:spPr>
          <p:txBody>
            <a:bodyPr wrap="square" lIns="0" tIns="0" rIns="0" bIns="0" rtlCol="0" anchor="t"/>
            <a:lstStyle/>
            <a:p>
              <a:pPr algn="r" indent="0" marL="0">
                <a:lnSpc>
                  <a:spcPts val="2100"/>
                </a:lnSpc>
                <a:buNone/>
              </a:pPr>
              <a:r>
                <a:rPr lang="en-US" sz="1400" spc="0" kern="0" b="1" i="0" dirty="0">
                  <a:solidFill>
                    <a:srgbClr val="0047FF"/>
                  </a:solidFill>
                  <a:latin typeface="IBM Plex Sans"/>
                  <a:ea typeface="IBM Plex Sans"/>
                  <a:cs typeface="IBM Plex Sans"/>
                </a:rPr>
                <a:t>9:00</a:t>
              </a:r>
              <a:endParaRPr lang="en-US" sz="1400" spc="0" kern="0" b="1" i="0" dirty="0">
                <a:solidFill>
                  <a:srgbClr val="0047FF"/>
                </a:solidFill>
                <a:latin typeface="IBM Plex Sans"/>
                <a:ea typeface="IBM Plex Sans"/>
                <a:cs typeface="IBM Plex Sans"/>
              </a:endParaRPr>
            </a:p>
          </p:txBody>
        </p:sp>
        <p:sp>
          <p:nvSpPr>
            <p:cNvPr id="14" name="node06.source-001.text"/>
            <p:cNvSpPr/>
            <p:nvPr/>
          </p:nvSpPr>
          <p:spPr>
            <a:xfrm>
              <a:off x="1562100" y="3204591"/>
              <a:ext cx="25908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Welcome and goals</a:t>
              </a:r>
              <a:endParaRPr lang="en-US" sz="1400" spc="0" kern="0" b="0" i="0" dirty="0">
                <a:solidFill>
                  <a:srgbClr val="070154"/>
                </a:solidFill>
                <a:latin typeface="IBM Plex Sans SemiBold"/>
                <a:ea typeface="IBM Plex Sans SemiBold"/>
                <a:cs typeface="IBM Plex Sans SemiBold"/>
              </a:endParaRPr>
            </a:p>
          </p:txBody>
        </p:sp>
        <p:sp>
          <p:nvSpPr>
            <p:cNvPr id="15" name="node06.source-002.key"/>
            <p:cNvSpPr/>
            <p:nvPr/>
          </p:nvSpPr>
          <p:spPr>
            <a:xfrm>
              <a:off x="723900" y="3479800"/>
              <a:ext cx="609600" cy="266700"/>
            </a:xfrm>
            <a:prstGeom prst="rect">
              <a:avLst/>
            </a:prstGeom>
            <a:noFill/>
            <a:ln/>
          </p:spPr>
          <p:txBody>
            <a:bodyPr wrap="square" lIns="0" tIns="0" rIns="0" bIns="0" rtlCol="0" anchor="t"/>
            <a:lstStyle/>
            <a:p>
              <a:pPr algn="r" indent="0" marL="0">
                <a:lnSpc>
                  <a:spcPts val="2100"/>
                </a:lnSpc>
                <a:buNone/>
              </a:pPr>
              <a:r>
                <a:rPr lang="en-US" sz="1400" spc="0" kern="0" b="1" i="0" dirty="0">
                  <a:solidFill>
                    <a:srgbClr val="0047FF"/>
                  </a:solidFill>
                  <a:latin typeface="IBM Plex Sans"/>
                  <a:ea typeface="IBM Plex Sans"/>
                  <a:cs typeface="IBM Plex Sans"/>
                </a:rPr>
                <a:t>9:15</a:t>
              </a:r>
              <a:endParaRPr lang="en-US" sz="1400" spc="0" kern="0" b="1" i="0" dirty="0">
                <a:solidFill>
                  <a:srgbClr val="0047FF"/>
                </a:solidFill>
                <a:latin typeface="IBM Plex Sans"/>
                <a:ea typeface="IBM Plex Sans"/>
                <a:cs typeface="IBM Plex Sans"/>
              </a:endParaRPr>
            </a:p>
          </p:txBody>
        </p:sp>
        <p:sp>
          <p:nvSpPr>
            <p:cNvPr id="16" name="node06.source-002.text"/>
            <p:cNvSpPr/>
            <p:nvPr/>
          </p:nvSpPr>
          <p:spPr>
            <a:xfrm>
              <a:off x="1562100" y="3483991"/>
              <a:ext cx="25908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Current-state recap</a:t>
              </a:r>
              <a:endParaRPr lang="en-US" sz="1400" spc="0" kern="0" b="0" i="0" dirty="0">
                <a:solidFill>
                  <a:srgbClr val="070154"/>
                </a:solidFill>
                <a:latin typeface="IBM Plex Sans SemiBold"/>
                <a:ea typeface="IBM Plex Sans SemiBold"/>
                <a:cs typeface="IBM Plex Sans SemiBold"/>
              </a:endParaRPr>
            </a:p>
          </p:txBody>
        </p:sp>
        <p:sp>
          <p:nvSpPr>
            <p:cNvPr id="17" name="node06.source-003.key"/>
            <p:cNvSpPr/>
            <p:nvPr/>
          </p:nvSpPr>
          <p:spPr>
            <a:xfrm>
              <a:off x="723900" y="3759200"/>
              <a:ext cx="609600" cy="266700"/>
            </a:xfrm>
            <a:prstGeom prst="rect">
              <a:avLst/>
            </a:prstGeom>
            <a:noFill/>
            <a:ln/>
          </p:spPr>
          <p:txBody>
            <a:bodyPr wrap="square" lIns="0" tIns="0" rIns="0" bIns="0" rtlCol="0" anchor="t"/>
            <a:lstStyle/>
            <a:p>
              <a:pPr algn="r" indent="0" marL="0">
                <a:lnSpc>
                  <a:spcPts val="2100"/>
                </a:lnSpc>
                <a:buNone/>
              </a:pPr>
              <a:r>
                <a:rPr lang="en-US" sz="1400" spc="0" kern="0" b="1" i="0" dirty="0">
                  <a:solidFill>
                    <a:srgbClr val="0047FF"/>
                  </a:solidFill>
                  <a:latin typeface="IBM Plex Sans"/>
                  <a:ea typeface="IBM Plex Sans"/>
                  <a:cs typeface="IBM Plex Sans"/>
                </a:rPr>
                <a:t>9:45</a:t>
              </a:r>
              <a:endParaRPr lang="en-US" sz="1400" spc="0" kern="0" b="1" i="0" dirty="0">
                <a:solidFill>
                  <a:srgbClr val="0047FF"/>
                </a:solidFill>
                <a:latin typeface="IBM Plex Sans"/>
                <a:ea typeface="IBM Plex Sans"/>
                <a:cs typeface="IBM Plex Sans"/>
              </a:endParaRPr>
            </a:p>
          </p:txBody>
        </p:sp>
        <p:sp>
          <p:nvSpPr>
            <p:cNvPr id="18" name="node06.source-003.text"/>
            <p:cNvSpPr/>
            <p:nvPr/>
          </p:nvSpPr>
          <p:spPr>
            <a:xfrm>
              <a:off x="1562100" y="3763391"/>
              <a:ext cx="25908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Future-state design by area</a:t>
              </a:r>
              <a:endParaRPr lang="en-US" sz="1400" spc="0" kern="0" b="0" i="0" dirty="0">
                <a:solidFill>
                  <a:srgbClr val="070154"/>
                </a:solidFill>
                <a:latin typeface="IBM Plex Sans SemiBold"/>
                <a:ea typeface="IBM Plex Sans SemiBold"/>
                <a:cs typeface="IBM Plex Sans SemiBold"/>
              </a:endParaRPr>
            </a:p>
          </p:txBody>
        </p:sp>
        <p:sp>
          <p:nvSpPr>
            <p:cNvPr id="19" name="node06.source-004.key"/>
            <p:cNvSpPr/>
            <p:nvPr/>
          </p:nvSpPr>
          <p:spPr>
            <a:xfrm>
              <a:off x="723900" y="4038600"/>
              <a:ext cx="609600" cy="266700"/>
            </a:xfrm>
            <a:prstGeom prst="rect">
              <a:avLst/>
            </a:prstGeom>
            <a:noFill/>
            <a:ln/>
          </p:spPr>
          <p:txBody>
            <a:bodyPr wrap="square" lIns="0" tIns="0" rIns="0" bIns="0" rtlCol="0" anchor="t"/>
            <a:lstStyle/>
            <a:p>
              <a:pPr algn="r" indent="0" marL="0">
                <a:lnSpc>
                  <a:spcPts val="2100"/>
                </a:lnSpc>
                <a:buNone/>
              </a:pPr>
              <a:r>
                <a:rPr lang="en-US" sz="1400" spc="0" kern="0" b="1" i="0" dirty="0">
                  <a:solidFill>
                    <a:srgbClr val="0047FF"/>
                  </a:solidFill>
                  <a:latin typeface="IBM Plex Sans"/>
                  <a:ea typeface="IBM Plex Sans"/>
                  <a:cs typeface="IBM Plex Sans"/>
                </a:rPr>
                <a:t>10:45</a:t>
              </a:r>
              <a:endParaRPr lang="en-US" sz="1400" spc="0" kern="0" b="1" i="0" dirty="0">
                <a:solidFill>
                  <a:srgbClr val="0047FF"/>
                </a:solidFill>
                <a:latin typeface="IBM Plex Sans"/>
                <a:ea typeface="IBM Plex Sans"/>
                <a:cs typeface="IBM Plex Sans"/>
              </a:endParaRPr>
            </a:p>
          </p:txBody>
        </p:sp>
        <p:sp>
          <p:nvSpPr>
            <p:cNvPr id="20" name="node06.source-004.text"/>
            <p:cNvSpPr/>
            <p:nvPr/>
          </p:nvSpPr>
          <p:spPr>
            <a:xfrm>
              <a:off x="1562100" y="4042791"/>
              <a:ext cx="25908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Break</a:t>
              </a:r>
              <a:endParaRPr lang="en-US" sz="1400" spc="0" kern="0" b="0" i="0" dirty="0">
                <a:solidFill>
                  <a:srgbClr val="070154"/>
                </a:solidFill>
                <a:latin typeface="IBM Plex Sans SemiBold"/>
                <a:ea typeface="IBM Plex Sans SemiBold"/>
                <a:cs typeface="IBM Plex Sans SemiBold"/>
              </a:endParaRPr>
            </a:p>
          </p:txBody>
        </p:sp>
        <p:sp>
          <p:nvSpPr>
            <p:cNvPr id="21" name="node06.source-005.key"/>
            <p:cNvSpPr/>
            <p:nvPr/>
          </p:nvSpPr>
          <p:spPr>
            <a:xfrm>
              <a:off x="723900" y="4318000"/>
              <a:ext cx="609600" cy="266700"/>
            </a:xfrm>
            <a:prstGeom prst="rect">
              <a:avLst/>
            </a:prstGeom>
            <a:noFill/>
            <a:ln/>
          </p:spPr>
          <p:txBody>
            <a:bodyPr wrap="square" lIns="0" tIns="0" rIns="0" bIns="0" rtlCol="0" anchor="t"/>
            <a:lstStyle/>
            <a:p>
              <a:pPr algn="r" indent="0" marL="0">
                <a:lnSpc>
                  <a:spcPts val="2100"/>
                </a:lnSpc>
                <a:buNone/>
              </a:pPr>
              <a:r>
                <a:rPr lang="en-US" sz="1400" spc="0" kern="0" b="1" i="0" dirty="0">
                  <a:solidFill>
                    <a:srgbClr val="0047FF"/>
                  </a:solidFill>
                  <a:latin typeface="IBM Plex Sans"/>
                  <a:ea typeface="IBM Plex Sans"/>
                  <a:cs typeface="IBM Plex Sans"/>
                </a:rPr>
                <a:t>11:00</a:t>
              </a:r>
              <a:endParaRPr lang="en-US" sz="1400" spc="0" kern="0" b="1" i="0" dirty="0">
                <a:solidFill>
                  <a:srgbClr val="0047FF"/>
                </a:solidFill>
                <a:latin typeface="IBM Plex Sans"/>
                <a:ea typeface="IBM Plex Sans"/>
                <a:cs typeface="IBM Plex Sans"/>
              </a:endParaRPr>
            </a:p>
          </p:txBody>
        </p:sp>
        <p:sp>
          <p:nvSpPr>
            <p:cNvPr id="22" name="node06.source-005.text"/>
            <p:cNvSpPr/>
            <p:nvPr/>
          </p:nvSpPr>
          <p:spPr>
            <a:xfrm>
              <a:off x="1562100" y="4322191"/>
              <a:ext cx="25908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Playback and gaps</a:t>
              </a:r>
              <a:endParaRPr lang="en-US" sz="1400" spc="0" kern="0" b="0" i="0" dirty="0">
                <a:solidFill>
                  <a:srgbClr val="070154"/>
                </a:solidFill>
                <a:latin typeface="IBM Plex Sans SemiBold"/>
                <a:ea typeface="IBM Plex Sans SemiBold"/>
                <a:cs typeface="IBM Plex Sans SemiBold"/>
              </a:endParaRPr>
            </a:p>
          </p:txBody>
        </p:sp>
        <p:sp>
          <p:nvSpPr>
            <p:cNvPr id="23" name="node06.source-006.key"/>
            <p:cNvSpPr/>
            <p:nvPr/>
          </p:nvSpPr>
          <p:spPr>
            <a:xfrm>
              <a:off x="723900" y="4597400"/>
              <a:ext cx="609600" cy="266700"/>
            </a:xfrm>
            <a:prstGeom prst="rect">
              <a:avLst/>
            </a:prstGeom>
            <a:noFill/>
            <a:ln/>
          </p:spPr>
          <p:txBody>
            <a:bodyPr wrap="square" lIns="0" tIns="0" rIns="0" bIns="0" rtlCol="0" anchor="t"/>
            <a:lstStyle/>
            <a:p>
              <a:pPr algn="r" indent="0" marL="0">
                <a:lnSpc>
                  <a:spcPts val="2100"/>
                </a:lnSpc>
                <a:buNone/>
              </a:pPr>
              <a:r>
                <a:rPr lang="en-US" sz="1400" spc="0" kern="0" b="1" i="0" dirty="0">
                  <a:solidFill>
                    <a:srgbClr val="0047FF"/>
                  </a:solidFill>
                  <a:latin typeface="IBM Plex Sans"/>
                  <a:ea typeface="IBM Plex Sans"/>
                  <a:cs typeface="IBM Plex Sans"/>
                </a:rPr>
                <a:t>11:40</a:t>
              </a:r>
              <a:endParaRPr lang="en-US" sz="1400" spc="0" kern="0" b="1" i="0" dirty="0">
                <a:solidFill>
                  <a:srgbClr val="0047FF"/>
                </a:solidFill>
                <a:latin typeface="IBM Plex Sans"/>
                <a:ea typeface="IBM Plex Sans"/>
                <a:cs typeface="IBM Plex Sans"/>
              </a:endParaRPr>
            </a:p>
          </p:txBody>
        </p:sp>
        <p:sp>
          <p:nvSpPr>
            <p:cNvPr id="24" name="node06.source-006.text"/>
            <p:cNvSpPr/>
            <p:nvPr/>
          </p:nvSpPr>
          <p:spPr>
            <a:xfrm>
              <a:off x="1562100" y="4601591"/>
              <a:ext cx="25908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Decisions and next steps</a:t>
              </a:r>
              <a:endParaRPr lang="en-US" sz="1400" spc="0" kern="0" b="0" i="0" dirty="0">
                <a:solidFill>
                  <a:srgbClr val="070154"/>
                </a:solidFill>
                <a:latin typeface="IBM Plex Sans SemiBold"/>
                <a:ea typeface="IBM Plex Sans SemiBold"/>
                <a:cs typeface="IBM Plex Sans SemiBold"/>
              </a:endParaRPr>
            </a:p>
          </p:txBody>
        </p:sp>
        <p:sp>
          <p:nvSpPr>
            <p:cNvPr id="25" name="node06.source-007.key"/>
            <p:cNvSpPr/>
            <p:nvPr/>
          </p:nvSpPr>
          <p:spPr>
            <a:xfrm>
              <a:off x="723900" y="4876800"/>
              <a:ext cx="609600" cy="266700"/>
            </a:xfrm>
            <a:prstGeom prst="rect">
              <a:avLst/>
            </a:prstGeom>
            <a:noFill/>
            <a:ln/>
          </p:spPr>
          <p:txBody>
            <a:bodyPr wrap="square" lIns="0" tIns="0" rIns="0" bIns="0" rtlCol="0" anchor="t"/>
            <a:lstStyle/>
            <a:p>
              <a:pPr algn="r" indent="0" marL="0">
                <a:lnSpc>
                  <a:spcPts val="2100"/>
                </a:lnSpc>
                <a:buNone/>
              </a:pPr>
              <a:r>
                <a:rPr lang="en-US" sz="1400" spc="0" kern="0" b="1" i="0" dirty="0">
                  <a:solidFill>
                    <a:srgbClr val="0047FF"/>
                  </a:solidFill>
                  <a:latin typeface="IBM Plex Sans"/>
                  <a:ea typeface="IBM Plex Sans"/>
                  <a:cs typeface="IBM Plex Sans"/>
                </a:rPr>
                <a:t>12:00</a:t>
              </a:r>
              <a:endParaRPr lang="en-US" sz="1400" spc="0" kern="0" b="1" i="0" dirty="0">
                <a:solidFill>
                  <a:srgbClr val="0047FF"/>
                </a:solidFill>
                <a:latin typeface="IBM Plex Sans"/>
                <a:ea typeface="IBM Plex Sans"/>
                <a:cs typeface="IBM Plex Sans"/>
              </a:endParaRPr>
            </a:p>
          </p:txBody>
        </p:sp>
        <p:sp>
          <p:nvSpPr>
            <p:cNvPr id="26" name="node06.source-007.text"/>
            <p:cNvSpPr/>
            <p:nvPr/>
          </p:nvSpPr>
          <p:spPr>
            <a:xfrm>
              <a:off x="1562100" y="4880991"/>
              <a:ext cx="25908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Close</a:t>
              </a:r>
              <a:endParaRPr lang="en-US" sz="1400" spc="0" kern="0" b="0" i="0" dirty="0">
                <a:solidFill>
                  <a:srgbClr val="070154"/>
                </a:solidFill>
                <a:latin typeface="IBM Plex Sans SemiBold"/>
                <a:ea typeface="IBM Plex Sans SemiBold"/>
                <a:cs typeface="IBM Plex Sans SemiBold"/>
              </a:endParaRPr>
            </a:p>
          </p:txBody>
        </p:sp>
      </p:grpSp>
      <p:grpSp>
        <p:nvGrpSpPr>
          <p:cNvPr id="71" name="node07"/>
          <p:cNvGrpSpPr/>
          <p:nvPr/>
        </p:nvGrpSpPr>
        <p:grpSpPr>
          <a:xfrm>
            <a:off x="723900" y="5257800"/>
            <a:ext cx="3429000" cy="228600"/>
            <a:chOff x="723900" y="5257800"/>
            <a:chExt cx="3429000" cy="228600"/>
          </a:xfrm>
        </p:grpSpPr>
        <p:sp>
          <p:nvSpPr>
            <p:cNvPr id="27" name="node07.label"/>
            <p:cNvSpPr/>
            <p:nvPr/>
          </p:nvSpPr>
          <p:spPr>
            <a:xfrm>
              <a:off x="723900" y="5257800"/>
              <a:ext cx="626368"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PRE-WORK</a:t>
              </a:r>
              <a:endParaRPr lang="en-US" sz="900" spc="54" kern="0" b="0" i="0" dirty="0">
                <a:solidFill>
                  <a:srgbClr val="50658E"/>
                </a:solidFill>
                <a:latin typeface="IBM Plex Mono Medium"/>
                <a:ea typeface="IBM Plex Mono Medium"/>
                <a:cs typeface="IBM Plex Mono Medium"/>
              </a:endParaRPr>
            </a:p>
          </p:txBody>
        </p:sp>
        <p:sp>
          <p:nvSpPr>
            <p:cNvPr id="28" name="node07.rule"/>
            <p:cNvSpPr/>
            <p:nvPr/>
          </p:nvSpPr>
          <p:spPr>
            <a:xfrm>
              <a:off x="1477268" y="5367338"/>
              <a:ext cx="2675632" cy="9525"/>
            </a:xfrm>
            <a:prstGeom prst="rect">
              <a:avLst/>
            </a:prstGeom>
            <a:solidFill>
              <a:srgbClr val="CED7E6"/>
            </a:solidFill>
            <a:ln>
              <a:noFill/>
            </a:ln>
          </p:spPr>
        </p:sp>
      </p:grpSp>
      <p:sp>
        <p:nvSpPr>
          <p:cNvPr id="29" name="node08"/>
          <p:cNvSpPr/>
          <p:nvPr/>
        </p:nvSpPr>
        <p:spPr>
          <a:xfrm>
            <a:off x="723900" y="5486400"/>
            <a:ext cx="3429000" cy="9525"/>
          </a:xfrm>
          <a:prstGeom prst="rect">
            <a:avLst/>
          </a:prstGeom>
          <a:solidFill>
            <a:srgbClr val="CED7E6"/>
          </a:solidFill>
          <a:ln>
            <a:noFill/>
          </a:ln>
        </p:spPr>
      </p:sp>
      <p:grpSp>
        <p:nvGrpSpPr>
          <p:cNvPr id="72" name="node09"/>
          <p:cNvGrpSpPr/>
          <p:nvPr/>
        </p:nvGrpSpPr>
        <p:grpSpPr>
          <a:xfrm>
            <a:off x="723900" y="5715000"/>
            <a:ext cx="3429000" cy="228600"/>
            <a:chOff x="723900" y="5715000"/>
            <a:chExt cx="3429000" cy="228600"/>
          </a:xfrm>
        </p:grpSpPr>
        <p:sp>
          <p:nvSpPr>
            <p:cNvPr id="30" name="node09.text"/>
            <p:cNvSpPr/>
            <p:nvPr/>
          </p:nvSpPr>
          <p:spPr>
            <a:xfrm>
              <a:off x="723900" y="5715000"/>
              <a:ext cx="3429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Read the Discovery readout.</a:t>
              </a:r>
              <a:endParaRPr lang="en-US" sz="1200" spc="0" kern="0" b="0" i="0" dirty="0">
                <a:solidFill>
                  <a:srgbClr val="070154"/>
                </a:solidFill>
                <a:latin typeface="IBM Plex Sans"/>
                <a:ea typeface="IBM Plex Sans"/>
                <a:cs typeface="IBM Plex Sans"/>
              </a:endParaRPr>
            </a:p>
          </p:txBody>
        </p:sp>
      </p:grpSp>
      <p:grpSp>
        <p:nvGrpSpPr>
          <p:cNvPr id="73" name="node10"/>
          <p:cNvGrpSpPr/>
          <p:nvPr/>
        </p:nvGrpSpPr>
        <p:grpSpPr>
          <a:xfrm>
            <a:off x="4381500" y="1600200"/>
            <a:ext cx="3429000" cy="228600"/>
            <a:chOff x="4381500" y="1600200"/>
            <a:chExt cx="3429000" cy="228600"/>
          </a:xfrm>
        </p:grpSpPr>
        <p:sp>
          <p:nvSpPr>
            <p:cNvPr id="31" name="node10.label"/>
            <p:cNvSpPr/>
            <p:nvPr/>
          </p:nvSpPr>
          <p:spPr>
            <a:xfrm>
              <a:off x="4381500" y="1600200"/>
              <a:ext cx="1077094"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AREAS OF FOCUS</a:t>
              </a:r>
              <a:endParaRPr lang="en-US" sz="900" spc="54" kern="0" b="0" i="0" dirty="0">
                <a:solidFill>
                  <a:srgbClr val="50658E"/>
                </a:solidFill>
                <a:latin typeface="IBM Plex Mono Medium"/>
                <a:ea typeface="IBM Plex Mono Medium"/>
                <a:cs typeface="IBM Plex Mono Medium"/>
              </a:endParaRPr>
            </a:p>
          </p:txBody>
        </p:sp>
        <p:sp>
          <p:nvSpPr>
            <p:cNvPr id="32" name="node10.rule"/>
            <p:cNvSpPr/>
            <p:nvPr/>
          </p:nvSpPr>
          <p:spPr>
            <a:xfrm>
              <a:off x="5585594" y="1709738"/>
              <a:ext cx="2224906" cy="9525"/>
            </a:xfrm>
            <a:prstGeom prst="rect">
              <a:avLst/>
            </a:prstGeom>
            <a:solidFill>
              <a:srgbClr val="CED7E6"/>
            </a:solidFill>
            <a:ln>
              <a:noFill/>
            </a:ln>
          </p:spPr>
        </p:sp>
      </p:grpSp>
      <p:sp>
        <p:nvSpPr>
          <p:cNvPr id="33" name="node11"/>
          <p:cNvSpPr/>
          <p:nvPr/>
        </p:nvSpPr>
        <p:spPr>
          <a:xfrm>
            <a:off x="4381500" y="1828800"/>
            <a:ext cx="3429000" cy="9525"/>
          </a:xfrm>
          <a:prstGeom prst="rect">
            <a:avLst/>
          </a:prstGeom>
          <a:solidFill>
            <a:srgbClr val="CED7E6"/>
          </a:solidFill>
          <a:ln>
            <a:noFill/>
          </a:ln>
        </p:spPr>
      </p:sp>
      <p:grpSp>
        <p:nvGrpSpPr>
          <p:cNvPr id="74" name="node12"/>
          <p:cNvGrpSpPr/>
          <p:nvPr/>
        </p:nvGrpSpPr>
        <p:grpSpPr>
          <a:xfrm>
            <a:off x="4381500" y="2057400"/>
            <a:ext cx="3429000" cy="1943100"/>
            <a:chOff x="4381500" y="2057400"/>
            <a:chExt cx="3429000" cy="1943100"/>
          </a:xfrm>
        </p:grpSpPr>
        <p:sp>
          <p:nvSpPr>
            <p:cNvPr id="34" name="node12.source-001.number"/>
            <p:cNvSpPr/>
            <p:nvPr/>
          </p:nvSpPr>
          <p:spPr>
            <a:xfrm>
              <a:off x="4381500" y="2057400"/>
              <a:ext cx="152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1.</a:t>
              </a:r>
              <a:endParaRPr lang="en-US" sz="1200" spc="0" kern="0" b="0" i="0" dirty="0">
                <a:solidFill>
                  <a:srgbClr val="070154"/>
                </a:solidFill>
                <a:latin typeface="IBM Plex Sans"/>
                <a:ea typeface="IBM Plex Sans"/>
                <a:cs typeface="IBM Plex Sans"/>
              </a:endParaRPr>
            </a:p>
          </p:txBody>
        </p:sp>
        <p:sp>
          <p:nvSpPr>
            <p:cNvPr id="35" name="node12.source-001.text"/>
            <p:cNvSpPr/>
            <p:nvPr/>
          </p:nvSpPr>
          <p:spPr>
            <a:xfrm>
              <a:off x="4533900" y="2057400"/>
              <a:ext cx="32766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Scheduling. One front door and one template for every service line.</a:t>
              </a:r>
              <a:endParaRPr lang="en-US" sz="1200" spc="0" kern="0" b="0" i="0" dirty="0">
                <a:solidFill>
                  <a:srgbClr val="070154"/>
                </a:solidFill>
                <a:latin typeface="IBM Plex Sans"/>
                <a:ea typeface="IBM Plex Sans"/>
                <a:cs typeface="IBM Plex Sans"/>
              </a:endParaRPr>
            </a:p>
          </p:txBody>
        </p:sp>
        <p:sp>
          <p:nvSpPr>
            <p:cNvPr id="36" name="node12.source-002.number"/>
            <p:cNvSpPr/>
            <p:nvPr/>
          </p:nvSpPr>
          <p:spPr>
            <a:xfrm>
              <a:off x="4381500" y="2552700"/>
              <a:ext cx="152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2.</a:t>
              </a:r>
              <a:endParaRPr lang="en-US" sz="1200" spc="0" kern="0" b="0" i="0" dirty="0">
                <a:solidFill>
                  <a:srgbClr val="070154"/>
                </a:solidFill>
                <a:latin typeface="IBM Plex Sans"/>
                <a:ea typeface="IBM Plex Sans"/>
                <a:cs typeface="IBM Plex Sans"/>
              </a:endParaRPr>
            </a:p>
          </p:txBody>
        </p:sp>
        <p:sp>
          <p:nvSpPr>
            <p:cNvPr id="37" name="node12.source-002.text"/>
            <p:cNvSpPr/>
            <p:nvPr/>
          </p:nvSpPr>
          <p:spPr>
            <a:xfrm>
              <a:off x="4533900" y="2552700"/>
              <a:ext cx="32766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Registration. Capture insurance and consent once, before arrival.</a:t>
              </a:r>
              <a:endParaRPr lang="en-US" sz="1200" spc="0" kern="0" b="0" i="0" dirty="0">
                <a:solidFill>
                  <a:srgbClr val="070154"/>
                </a:solidFill>
                <a:latin typeface="IBM Plex Sans"/>
                <a:ea typeface="IBM Plex Sans"/>
                <a:cs typeface="IBM Plex Sans"/>
              </a:endParaRPr>
            </a:p>
          </p:txBody>
        </p:sp>
        <p:sp>
          <p:nvSpPr>
            <p:cNvPr id="38" name="node12.source-003.number"/>
            <p:cNvSpPr/>
            <p:nvPr/>
          </p:nvSpPr>
          <p:spPr>
            <a:xfrm>
              <a:off x="4381500" y="3048000"/>
              <a:ext cx="152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3.</a:t>
              </a:r>
              <a:endParaRPr lang="en-US" sz="1200" spc="0" kern="0" b="0" i="0" dirty="0">
                <a:solidFill>
                  <a:srgbClr val="070154"/>
                </a:solidFill>
                <a:latin typeface="IBM Plex Sans"/>
                <a:ea typeface="IBM Plex Sans"/>
                <a:cs typeface="IBM Plex Sans"/>
              </a:endParaRPr>
            </a:p>
          </p:txBody>
        </p:sp>
        <p:sp>
          <p:nvSpPr>
            <p:cNvPr id="39" name="node12.source-003.text"/>
            <p:cNvSpPr/>
            <p:nvPr/>
          </p:nvSpPr>
          <p:spPr>
            <a:xfrm>
              <a:off x="4533900" y="3048000"/>
              <a:ext cx="32766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Estimates. A price patients can rely on before they book.</a:t>
              </a:r>
              <a:endParaRPr lang="en-US" sz="1200" spc="0" kern="0" b="0" i="0" dirty="0">
                <a:solidFill>
                  <a:srgbClr val="070154"/>
                </a:solidFill>
                <a:latin typeface="IBM Plex Sans"/>
                <a:ea typeface="IBM Plex Sans"/>
                <a:cs typeface="IBM Plex Sans"/>
              </a:endParaRPr>
            </a:p>
          </p:txBody>
        </p:sp>
        <p:sp>
          <p:nvSpPr>
            <p:cNvPr id="40" name="node12.source-004.number"/>
            <p:cNvSpPr/>
            <p:nvPr/>
          </p:nvSpPr>
          <p:spPr>
            <a:xfrm>
              <a:off x="4381500" y="3543300"/>
              <a:ext cx="152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4.</a:t>
              </a:r>
              <a:endParaRPr lang="en-US" sz="1200" spc="0" kern="0" b="0" i="0" dirty="0">
                <a:solidFill>
                  <a:srgbClr val="070154"/>
                </a:solidFill>
                <a:latin typeface="IBM Plex Sans"/>
                <a:ea typeface="IBM Plex Sans"/>
                <a:cs typeface="IBM Plex Sans"/>
              </a:endParaRPr>
            </a:p>
          </p:txBody>
        </p:sp>
        <p:sp>
          <p:nvSpPr>
            <p:cNvPr id="41" name="node12.source-004.text"/>
            <p:cNvSpPr/>
            <p:nvPr/>
          </p:nvSpPr>
          <p:spPr>
            <a:xfrm>
              <a:off x="4533900" y="3543300"/>
              <a:ext cx="32766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Denials. Stop front-end causes before the claim is sent.</a:t>
              </a:r>
              <a:endParaRPr lang="en-US" sz="1200" spc="0" kern="0" b="0" i="0" dirty="0">
                <a:solidFill>
                  <a:srgbClr val="070154"/>
                </a:solidFill>
                <a:latin typeface="IBM Plex Sans"/>
                <a:ea typeface="IBM Plex Sans"/>
                <a:cs typeface="IBM Plex Sans"/>
              </a:endParaRPr>
            </a:p>
          </p:txBody>
        </p:sp>
      </p:grpSp>
      <p:grpSp>
        <p:nvGrpSpPr>
          <p:cNvPr id="75" name="node13"/>
          <p:cNvGrpSpPr/>
          <p:nvPr/>
        </p:nvGrpSpPr>
        <p:grpSpPr>
          <a:xfrm>
            <a:off x="4381500" y="4114800"/>
            <a:ext cx="3429000" cy="228600"/>
            <a:chOff x="4381500" y="4114800"/>
            <a:chExt cx="3429000" cy="228600"/>
          </a:xfrm>
        </p:grpSpPr>
        <p:sp>
          <p:nvSpPr>
            <p:cNvPr id="42" name="node13.label"/>
            <p:cNvSpPr/>
            <p:nvPr/>
          </p:nvSpPr>
          <p:spPr>
            <a:xfrm>
              <a:off x="4381500" y="4114800"/>
              <a:ext cx="1302457"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WHO SHOULD ATTEND</a:t>
              </a:r>
              <a:endParaRPr lang="en-US" sz="900" spc="54" kern="0" b="0" i="0" dirty="0">
                <a:solidFill>
                  <a:srgbClr val="50658E"/>
                </a:solidFill>
                <a:latin typeface="IBM Plex Mono Medium"/>
                <a:ea typeface="IBM Plex Mono Medium"/>
                <a:cs typeface="IBM Plex Mono Medium"/>
              </a:endParaRPr>
            </a:p>
          </p:txBody>
        </p:sp>
        <p:sp>
          <p:nvSpPr>
            <p:cNvPr id="43" name="node13.rule"/>
            <p:cNvSpPr/>
            <p:nvPr/>
          </p:nvSpPr>
          <p:spPr>
            <a:xfrm>
              <a:off x="5810957" y="4224338"/>
              <a:ext cx="1999543" cy="9525"/>
            </a:xfrm>
            <a:prstGeom prst="rect">
              <a:avLst/>
            </a:prstGeom>
            <a:solidFill>
              <a:srgbClr val="CED7E6"/>
            </a:solidFill>
            <a:ln>
              <a:noFill/>
            </a:ln>
          </p:spPr>
        </p:sp>
      </p:grpSp>
      <p:sp>
        <p:nvSpPr>
          <p:cNvPr id="44" name="node14"/>
          <p:cNvSpPr/>
          <p:nvPr/>
        </p:nvSpPr>
        <p:spPr>
          <a:xfrm>
            <a:off x="4381500" y="4343400"/>
            <a:ext cx="3429000" cy="9525"/>
          </a:xfrm>
          <a:prstGeom prst="rect">
            <a:avLst/>
          </a:prstGeom>
          <a:solidFill>
            <a:srgbClr val="CED7E6"/>
          </a:solidFill>
          <a:ln>
            <a:noFill/>
          </a:ln>
        </p:spPr>
      </p:sp>
      <p:grpSp>
        <p:nvGrpSpPr>
          <p:cNvPr id="76" name="node15"/>
          <p:cNvGrpSpPr/>
          <p:nvPr/>
        </p:nvGrpSpPr>
        <p:grpSpPr>
          <a:xfrm>
            <a:off x="4381500" y="4572000"/>
            <a:ext cx="3429000" cy="1028700"/>
            <a:chOff x="4381500" y="4572000"/>
            <a:chExt cx="3429000" cy="1028700"/>
          </a:xfrm>
        </p:grpSpPr>
        <p:sp>
          <p:nvSpPr>
            <p:cNvPr id="45" name="node15.source-001.bullet"/>
            <p:cNvSpPr/>
            <p:nvPr/>
          </p:nvSpPr>
          <p:spPr>
            <a:xfrm>
              <a:off x="4381500" y="4660900"/>
              <a:ext cx="38100" cy="38100"/>
            </a:xfrm>
            <a:prstGeom prst="rect">
              <a:avLst/>
            </a:prstGeom>
            <a:solidFill>
              <a:srgbClr val="070154"/>
            </a:solidFill>
            <a:ln>
              <a:noFill/>
            </a:ln>
          </p:spPr>
        </p:sp>
        <p:sp>
          <p:nvSpPr>
            <p:cNvPr id="46" name="node15.source-001.text"/>
            <p:cNvSpPr/>
            <p:nvPr/>
          </p:nvSpPr>
          <p:spPr>
            <a:xfrm>
              <a:off x="4533900" y="45720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Patient access and scheduling</a:t>
              </a:r>
              <a:endParaRPr lang="en-US" sz="1200" spc="0" kern="0" b="0" i="0" dirty="0">
                <a:solidFill>
                  <a:srgbClr val="070154"/>
                </a:solidFill>
                <a:latin typeface="IBM Plex Sans"/>
                <a:ea typeface="IBM Plex Sans"/>
                <a:cs typeface="IBM Plex Sans"/>
              </a:endParaRPr>
            </a:p>
          </p:txBody>
        </p:sp>
        <p:sp>
          <p:nvSpPr>
            <p:cNvPr id="47" name="node15.source-002.bullet"/>
            <p:cNvSpPr/>
            <p:nvPr/>
          </p:nvSpPr>
          <p:spPr>
            <a:xfrm>
              <a:off x="4381500" y="4927600"/>
              <a:ext cx="38100" cy="38100"/>
            </a:xfrm>
            <a:prstGeom prst="rect">
              <a:avLst/>
            </a:prstGeom>
            <a:solidFill>
              <a:srgbClr val="070154"/>
            </a:solidFill>
            <a:ln>
              <a:noFill/>
            </a:ln>
          </p:spPr>
        </p:sp>
        <p:sp>
          <p:nvSpPr>
            <p:cNvPr id="48" name="node15.source-002.text"/>
            <p:cNvSpPr/>
            <p:nvPr/>
          </p:nvSpPr>
          <p:spPr>
            <a:xfrm>
              <a:off x="4533900" y="48387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Revenue cycle and denials</a:t>
              </a:r>
              <a:endParaRPr lang="en-US" sz="1200" spc="0" kern="0" b="0" i="0" dirty="0">
                <a:solidFill>
                  <a:srgbClr val="070154"/>
                </a:solidFill>
                <a:latin typeface="IBM Plex Sans"/>
                <a:ea typeface="IBM Plex Sans"/>
                <a:cs typeface="IBM Plex Sans"/>
              </a:endParaRPr>
            </a:p>
          </p:txBody>
        </p:sp>
        <p:sp>
          <p:nvSpPr>
            <p:cNvPr id="49" name="node15.source-003.bullet"/>
            <p:cNvSpPr/>
            <p:nvPr/>
          </p:nvSpPr>
          <p:spPr>
            <a:xfrm>
              <a:off x="4381500" y="5194300"/>
              <a:ext cx="38100" cy="38100"/>
            </a:xfrm>
            <a:prstGeom prst="rect">
              <a:avLst/>
            </a:prstGeom>
            <a:solidFill>
              <a:srgbClr val="070154"/>
            </a:solidFill>
            <a:ln>
              <a:noFill/>
            </a:ln>
          </p:spPr>
        </p:sp>
        <p:sp>
          <p:nvSpPr>
            <p:cNvPr id="50" name="node15.source-003.text"/>
            <p:cNvSpPr/>
            <p:nvPr/>
          </p:nvSpPr>
          <p:spPr>
            <a:xfrm>
              <a:off x="4533900" y="51054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Registration supervisors</a:t>
              </a:r>
              <a:endParaRPr lang="en-US" sz="1200" spc="0" kern="0" b="0" i="0" dirty="0">
                <a:solidFill>
                  <a:srgbClr val="070154"/>
                </a:solidFill>
                <a:latin typeface="IBM Plex Sans"/>
                <a:ea typeface="IBM Plex Sans"/>
                <a:cs typeface="IBM Plex Sans"/>
              </a:endParaRPr>
            </a:p>
          </p:txBody>
        </p:sp>
        <p:sp>
          <p:nvSpPr>
            <p:cNvPr id="51" name="node15.source-004.bullet"/>
            <p:cNvSpPr/>
            <p:nvPr/>
          </p:nvSpPr>
          <p:spPr>
            <a:xfrm>
              <a:off x="4381500" y="5461000"/>
              <a:ext cx="38100" cy="38100"/>
            </a:xfrm>
            <a:prstGeom prst="rect">
              <a:avLst/>
            </a:prstGeom>
            <a:solidFill>
              <a:srgbClr val="070154"/>
            </a:solidFill>
            <a:ln>
              <a:noFill/>
            </a:ln>
          </p:spPr>
        </p:sp>
        <p:sp>
          <p:nvSpPr>
            <p:cNvPr id="52" name="node15.source-004.text"/>
            <p:cNvSpPr/>
            <p:nvPr/>
          </p:nvSpPr>
          <p:spPr>
            <a:xfrm>
              <a:off x="4533900" y="53721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IT application owners</a:t>
              </a:r>
              <a:endParaRPr lang="en-US" sz="1200" spc="0" kern="0" b="0" i="0" dirty="0">
                <a:solidFill>
                  <a:srgbClr val="070154"/>
                </a:solidFill>
                <a:latin typeface="IBM Plex Sans"/>
                <a:ea typeface="IBM Plex Sans"/>
                <a:cs typeface="IBM Plex Sans"/>
              </a:endParaRPr>
            </a:p>
          </p:txBody>
        </p:sp>
      </p:grpSp>
      <p:grpSp>
        <p:nvGrpSpPr>
          <p:cNvPr id="77" name="node16"/>
          <p:cNvGrpSpPr/>
          <p:nvPr/>
        </p:nvGrpSpPr>
        <p:grpSpPr>
          <a:xfrm>
            <a:off x="8039100" y="1600200"/>
            <a:ext cx="3429000" cy="4114800"/>
            <a:chOff x="8039100" y="1600200"/>
            <a:chExt cx="3429000" cy="4114800"/>
          </a:xfrm>
        </p:grpSpPr>
        <p:sp>
          <p:nvSpPr>
            <p:cNvPr id="53" name="node16.container"/>
            <p:cNvSpPr/>
            <p:nvPr/>
          </p:nvSpPr>
          <p:spPr>
            <a:xfrm>
              <a:off x="8039100" y="1600200"/>
              <a:ext cx="3429000" cy="4114800"/>
            </a:xfrm>
            <a:prstGeom prst="rect">
              <a:avLst/>
            </a:prstGeom>
            <a:solidFill>
              <a:srgbClr val="070154"/>
            </a:solidFill>
            <a:ln>
              <a:noFill/>
            </a:ln>
          </p:spPr>
        </p:sp>
        <p:sp>
          <p:nvSpPr>
            <p:cNvPr id="54" name="node16.label"/>
            <p:cNvSpPr/>
            <p:nvPr/>
          </p:nvSpPr>
          <p:spPr>
            <a:xfrm>
              <a:off x="8267700" y="1828800"/>
              <a:ext cx="2971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900D3"/>
                  </a:solidFill>
                  <a:latin typeface="IBM Plex Mono Medium"/>
                  <a:ea typeface="IBM Plex Mono Medium"/>
                  <a:cs typeface="IBM Plex Mono Medium"/>
                </a:rPr>
                <a:t>WHAT YOU WILL LEAVE WITH</a:t>
              </a:r>
              <a:endParaRPr lang="en-US" sz="900" spc="54" kern="0" b="0" i="0" dirty="0">
                <a:solidFill>
                  <a:srgbClr val="F900D3"/>
                </a:solidFill>
                <a:latin typeface="IBM Plex Mono Medium"/>
                <a:ea typeface="IBM Plex Mono Medium"/>
                <a:cs typeface="IBM Plex Mono Medium"/>
              </a:endParaRPr>
            </a:p>
          </p:txBody>
        </p:sp>
        <p:sp>
          <p:nvSpPr>
            <p:cNvPr id="55" name="node16.title"/>
            <p:cNvSpPr/>
            <p:nvPr/>
          </p:nvSpPr>
          <p:spPr>
            <a:xfrm>
              <a:off x="8267700" y="2019300"/>
              <a:ext cx="2971800" cy="6096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FFFFFF"/>
                  </a:solidFill>
                  <a:latin typeface="IBM Plex Sans SemiBold"/>
                  <a:ea typeface="IBM Plex Sans SemiBold"/>
                  <a:cs typeface="IBM Plex Sans SemiBold"/>
                </a:rPr>
                <a:t>Five decisions, one shared design</a:t>
              </a:r>
              <a:endParaRPr lang="en-US" sz="1800" spc="-18" kern="0" b="0" i="0" dirty="0">
                <a:solidFill>
                  <a:srgbClr val="FFFFFF"/>
                </a:solidFill>
                <a:latin typeface="IBM Plex Sans SemiBold"/>
                <a:ea typeface="IBM Plex Sans SemiBold"/>
                <a:cs typeface="IBM Plex Sans SemiBold"/>
              </a:endParaRPr>
            </a:p>
          </p:txBody>
        </p:sp>
        <p:sp>
          <p:nvSpPr>
            <p:cNvPr id="56" name="node16.body.item-001.bullets.item-001.marker"/>
            <p:cNvSpPr/>
            <p:nvPr/>
          </p:nvSpPr>
          <p:spPr>
            <a:xfrm>
              <a:off x="8267700" y="2832100"/>
              <a:ext cx="38100" cy="38100"/>
            </a:xfrm>
            <a:prstGeom prst="rect">
              <a:avLst/>
            </a:prstGeom>
            <a:solidFill>
              <a:srgbClr val="FFFFFF"/>
            </a:solidFill>
            <a:ln>
              <a:noFill/>
            </a:ln>
          </p:spPr>
        </p:sp>
        <p:sp>
          <p:nvSpPr>
            <p:cNvPr id="57" name="node16.body.item-001.bullets.item-001.text"/>
            <p:cNvSpPr/>
            <p:nvPr/>
          </p:nvSpPr>
          <p:spPr>
            <a:xfrm>
              <a:off x="8420100" y="2743200"/>
              <a:ext cx="28194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A future-state process for each of the four areas</a:t>
              </a:r>
              <a:endParaRPr lang="en-US" sz="1200" spc="0" kern="0" b="0" i="0" dirty="0">
                <a:solidFill>
                  <a:srgbClr val="FFFFFF"/>
                </a:solidFill>
                <a:latin typeface="IBM Plex Sans"/>
                <a:ea typeface="IBM Plex Sans"/>
                <a:cs typeface="IBM Plex Sans"/>
              </a:endParaRPr>
            </a:p>
          </p:txBody>
        </p:sp>
        <p:sp>
          <p:nvSpPr>
            <p:cNvPr id="58" name="node16.body.item-001.bullets.item-002.marker"/>
            <p:cNvSpPr/>
            <p:nvPr/>
          </p:nvSpPr>
          <p:spPr>
            <a:xfrm>
              <a:off x="8267700" y="3327400"/>
              <a:ext cx="38100" cy="38100"/>
            </a:xfrm>
            <a:prstGeom prst="rect">
              <a:avLst/>
            </a:prstGeom>
            <a:solidFill>
              <a:srgbClr val="FFFFFF"/>
            </a:solidFill>
            <a:ln>
              <a:noFill/>
            </a:ln>
          </p:spPr>
        </p:sp>
        <p:sp>
          <p:nvSpPr>
            <p:cNvPr id="59" name="node16.body.item-001.bullets.item-002.text"/>
            <p:cNvSpPr/>
            <p:nvPr/>
          </p:nvSpPr>
          <p:spPr>
            <a:xfrm>
              <a:off x="8420100" y="3238500"/>
              <a:ext cx="28194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Named owner and target measure per area</a:t>
              </a:r>
              <a:endParaRPr lang="en-US" sz="1200" spc="0" kern="0" b="0" i="0" dirty="0">
                <a:solidFill>
                  <a:srgbClr val="FFFFFF"/>
                </a:solidFill>
                <a:latin typeface="IBM Plex Sans"/>
                <a:ea typeface="IBM Plex Sans"/>
                <a:cs typeface="IBM Plex Sans"/>
              </a:endParaRPr>
            </a:p>
          </p:txBody>
        </p:sp>
        <p:sp>
          <p:nvSpPr>
            <p:cNvPr id="60" name="node16.body.item-001.bullets.item-003.marker"/>
            <p:cNvSpPr/>
            <p:nvPr/>
          </p:nvSpPr>
          <p:spPr>
            <a:xfrm>
              <a:off x="8267700" y="3822700"/>
              <a:ext cx="38100" cy="38100"/>
            </a:xfrm>
            <a:prstGeom prst="rect">
              <a:avLst/>
            </a:prstGeom>
            <a:solidFill>
              <a:srgbClr val="FFFFFF"/>
            </a:solidFill>
            <a:ln>
              <a:noFill/>
            </a:ln>
          </p:spPr>
        </p:sp>
        <p:sp>
          <p:nvSpPr>
            <p:cNvPr id="61" name="node16.body.item-001.bullets.item-003.text"/>
            <p:cNvSpPr/>
            <p:nvPr/>
          </p:nvSpPr>
          <p:spPr>
            <a:xfrm>
              <a:off x="8420100" y="3733800"/>
              <a:ext cx="281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A decisions log signed off in the room</a:t>
              </a:r>
              <a:endParaRPr lang="en-US" sz="1200" spc="0" kern="0" b="0" i="0" dirty="0">
                <a:solidFill>
                  <a:srgbClr val="FFFFFF"/>
                </a:solidFill>
                <a:latin typeface="IBM Plex Sans"/>
                <a:ea typeface="IBM Plex Sans"/>
                <a:cs typeface="IBM Plex Sans"/>
              </a:endParaRPr>
            </a:p>
          </p:txBody>
        </p:sp>
        <p:sp>
          <p:nvSpPr>
            <p:cNvPr id="62" name="node16.body.item-001.bullets.item-004.marker"/>
            <p:cNvSpPr/>
            <p:nvPr/>
          </p:nvSpPr>
          <p:spPr>
            <a:xfrm>
              <a:off x="8267700" y="4089400"/>
              <a:ext cx="38100" cy="38100"/>
            </a:xfrm>
            <a:prstGeom prst="rect">
              <a:avLst/>
            </a:prstGeom>
            <a:solidFill>
              <a:srgbClr val="FFFFFF"/>
            </a:solidFill>
            <a:ln>
              <a:noFill/>
            </a:ln>
          </p:spPr>
        </p:sp>
        <p:sp>
          <p:nvSpPr>
            <p:cNvPr id="63" name="node16.body.item-001.bullets.item-004.text"/>
            <p:cNvSpPr/>
            <p:nvPr/>
          </p:nvSpPr>
          <p:spPr>
            <a:xfrm>
              <a:off x="8420100" y="4000500"/>
              <a:ext cx="281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A ranked list of 12 to 15 opportunities</a:t>
              </a:r>
              <a:endParaRPr lang="en-US" sz="1200" spc="0" kern="0" b="0" i="0" dirty="0">
                <a:solidFill>
                  <a:srgbClr val="FFFFFF"/>
                </a:solidFill>
                <a:latin typeface="IBM Plex Sans"/>
                <a:ea typeface="IBM Plex Sans"/>
                <a:cs typeface="IBM Plex Sans"/>
              </a:endParaRPr>
            </a:p>
          </p:txBody>
        </p:sp>
        <p:sp>
          <p:nvSpPr>
            <p:cNvPr id="64" name="node16.body.item-001.bullets.item-005.marker"/>
            <p:cNvSpPr/>
            <p:nvPr/>
          </p:nvSpPr>
          <p:spPr>
            <a:xfrm>
              <a:off x="8267700" y="4356100"/>
              <a:ext cx="38100" cy="38100"/>
            </a:xfrm>
            <a:prstGeom prst="rect">
              <a:avLst/>
            </a:prstGeom>
            <a:solidFill>
              <a:srgbClr val="FFFFFF"/>
            </a:solidFill>
            <a:ln>
              <a:noFill/>
            </a:ln>
          </p:spPr>
        </p:sp>
        <p:sp>
          <p:nvSpPr>
            <p:cNvPr id="65" name="node16.body.item-001.bullets.item-005.text"/>
            <p:cNvSpPr/>
            <p:nvPr/>
          </p:nvSpPr>
          <p:spPr>
            <a:xfrm>
              <a:off x="8420100" y="4267200"/>
              <a:ext cx="281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Pre-work for the prioritization session</a:t>
              </a:r>
              <a:endParaRPr lang="en-US" sz="1200" spc="0" kern="0" b="0" i="0" dirty="0">
                <a:solidFill>
                  <a:srgbClr val="FFFFFF"/>
                </a:solidFill>
                <a:latin typeface="IBM Plex Sans"/>
                <a:ea typeface="IBM Plex Sans"/>
                <a:cs typeface="IBM Plex Sans"/>
              </a:endParaRPr>
            </a:p>
          </p:txBody>
        </p:sp>
        <p:sp>
          <p:nvSpPr>
            <p:cNvPr id="66" name="node16.body.item-002.paragraph"/>
            <p:cNvSpPr/>
            <p:nvPr/>
          </p:nvSpPr>
          <p:spPr>
            <a:xfrm>
              <a:off x="8267700" y="4533900"/>
              <a:ext cx="29718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CED7E6"/>
                  </a:solidFill>
                  <a:latin typeface="IBM Plex Sans"/>
                  <a:ea typeface="IBM Plex Sans"/>
                  <a:cs typeface="IBM Plex Sans"/>
                </a:rPr>
                <a:t>Oct 28 · 9:00 to 12:00 · Northfield HQ and video</a:t>
              </a:r>
              <a:endParaRPr lang="en-US" sz="1200" spc="0" kern="0" b="0" i="0" dirty="0">
                <a:solidFill>
                  <a:srgbClr val="CED7E6"/>
                </a:solidFill>
                <a:latin typeface="IBM Plex Sans"/>
                <a:ea typeface="IBM Plex Sans"/>
                <a:cs typeface="IBM Plex Sans"/>
              </a:endParaRPr>
            </a:p>
          </p:txBody>
        </p:sp>
      </p:grpSp>
    </p:spTree>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name="source-637">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WORKSHOP 2 OF 4</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Workshop 2 designs the future state of access</a:t>
            </a:r>
            <a:endParaRPr lang="en-US" sz="3200" spc="-64" kern="0" b="0" i="0" dirty="0">
              <a:solidFill>
                <a:srgbClr val="070154"/>
              </a:solidFill>
              <a:latin typeface="IBM Plex Sans SemiBold"/>
              <a:ea typeface="IBM Plex Sans SemiBold"/>
              <a:cs typeface="IBM Plex Sans SemiBold"/>
            </a:endParaRPr>
          </a:p>
        </p:txBody>
      </p:sp>
      <p:sp>
        <p:nvSpPr>
          <p:cNvPr id="5" name="nav.section-01"/>
          <p:cNvSpPr/>
          <p:nvPr/>
        </p:nvSpPr>
        <p:spPr>
          <a:xfrm>
            <a:off x="266700" y="457200"/>
            <a:ext cx="228600" cy="1314450"/>
          </a:xfrm>
          <a:prstGeom prst="rect">
            <a:avLst/>
          </a:prstGeom>
          <a:solidFill>
            <a:srgbClr val="E8EEF8"/>
          </a:solidFill>
          <a:ln>
            <a:noFill/>
          </a:ln>
        </p:spPr>
      </p:sp>
      <p:sp>
        <p:nvSpPr>
          <p:cNvPr id="6" name="nav.label.section-01"/>
          <p:cNvSpPr/>
          <p:nvPr/>
        </p:nvSpPr>
        <p:spPr>
          <a:xfrm>
            <a:off x="266700" y="457200"/>
            <a:ext cx="228600" cy="131445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50658E"/>
                </a:solidFill>
                <a:latin typeface="IBM Plex Mono SemiBold"/>
                <a:ea typeface="IBM Plex Mono SemiBold"/>
                <a:cs typeface="IBM Plex Mono SemiBold"/>
              </a:rPr>
              <a:t>DISCOVERY</a:t>
            </a:r>
            <a:endParaRPr lang="en-US" sz="800" spc="80" kern="0" b="0" i="0" dirty="0">
              <a:solidFill>
                <a:srgbClr val="50658E"/>
              </a:solidFill>
              <a:latin typeface="IBM Plex Mono SemiBold"/>
              <a:ea typeface="IBM Plex Mono SemiBold"/>
              <a:cs typeface="IBM Plex Mono SemiBold"/>
            </a:endParaRPr>
          </a:p>
        </p:txBody>
      </p:sp>
      <p:sp>
        <p:nvSpPr>
          <p:cNvPr id="7" name="nav.section-02"/>
          <p:cNvSpPr/>
          <p:nvPr/>
        </p:nvSpPr>
        <p:spPr>
          <a:xfrm>
            <a:off x="266700" y="1847850"/>
            <a:ext cx="228600" cy="1314450"/>
          </a:xfrm>
          <a:prstGeom prst="rect">
            <a:avLst/>
          </a:prstGeom>
          <a:solidFill>
            <a:srgbClr val="070154"/>
          </a:solidFill>
          <a:ln>
            <a:noFill/>
          </a:ln>
        </p:spPr>
      </p:sp>
      <p:sp>
        <p:nvSpPr>
          <p:cNvPr id="8" name="nav.label.section-02"/>
          <p:cNvSpPr/>
          <p:nvPr/>
        </p:nvSpPr>
        <p:spPr>
          <a:xfrm>
            <a:off x="266700" y="1847850"/>
            <a:ext cx="228600" cy="131445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FFFFFF"/>
                </a:solidFill>
                <a:latin typeface="IBM Plex Mono SemiBold"/>
                <a:ea typeface="IBM Plex Mono SemiBold"/>
                <a:cs typeface="IBM Plex Mono SemiBold"/>
              </a:rPr>
              <a:t>FUTURE STATE</a:t>
            </a:r>
            <a:endParaRPr lang="en-US" sz="800" spc="80" kern="0" b="0" i="0" dirty="0">
              <a:solidFill>
                <a:srgbClr val="FFFFFF"/>
              </a:solidFill>
              <a:latin typeface="IBM Plex Mono SemiBold"/>
              <a:ea typeface="IBM Plex Mono SemiBold"/>
              <a:cs typeface="IBM Plex Mono SemiBold"/>
            </a:endParaRPr>
          </a:p>
        </p:txBody>
      </p:sp>
      <p:sp>
        <p:nvSpPr>
          <p:cNvPr id="9" name="nav.section-03"/>
          <p:cNvSpPr/>
          <p:nvPr/>
        </p:nvSpPr>
        <p:spPr>
          <a:xfrm>
            <a:off x="266700" y="3238500"/>
            <a:ext cx="228600" cy="1314450"/>
          </a:xfrm>
          <a:prstGeom prst="rect">
            <a:avLst/>
          </a:prstGeom>
          <a:solidFill>
            <a:srgbClr val="E8EEF8"/>
          </a:solidFill>
          <a:ln>
            <a:noFill/>
          </a:ln>
        </p:spPr>
      </p:sp>
      <p:sp>
        <p:nvSpPr>
          <p:cNvPr id="10" name="nav.label.section-03"/>
          <p:cNvSpPr/>
          <p:nvPr/>
        </p:nvSpPr>
        <p:spPr>
          <a:xfrm>
            <a:off x="266700" y="3238500"/>
            <a:ext cx="228600" cy="131445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50658E"/>
                </a:solidFill>
                <a:latin typeface="IBM Plex Mono SemiBold"/>
                <a:ea typeface="IBM Plex Mono SemiBold"/>
                <a:cs typeface="IBM Plex Mono SemiBold"/>
              </a:rPr>
              <a:t>PRIORITIZE</a:t>
            </a:r>
            <a:endParaRPr lang="en-US" sz="800" spc="80" kern="0" b="0" i="0" dirty="0">
              <a:solidFill>
                <a:srgbClr val="50658E"/>
              </a:solidFill>
              <a:latin typeface="IBM Plex Mono SemiBold"/>
              <a:ea typeface="IBM Plex Mono SemiBold"/>
              <a:cs typeface="IBM Plex Mono SemiBold"/>
            </a:endParaRPr>
          </a:p>
        </p:txBody>
      </p:sp>
      <p:sp>
        <p:nvSpPr>
          <p:cNvPr id="11" name="nav.section-04"/>
          <p:cNvSpPr/>
          <p:nvPr/>
        </p:nvSpPr>
        <p:spPr>
          <a:xfrm>
            <a:off x="266700" y="4629150"/>
            <a:ext cx="228600" cy="1314450"/>
          </a:xfrm>
          <a:prstGeom prst="rect">
            <a:avLst/>
          </a:prstGeom>
          <a:solidFill>
            <a:srgbClr val="E8EEF8"/>
          </a:solidFill>
          <a:ln>
            <a:noFill/>
          </a:ln>
        </p:spPr>
      </p:sp>
      <p:sp>
        <p:nvSpPr>
          <p:cNvPr id="12" name="nav.label.section-04"/>
          <p:cNvSpPr/>
          <p:nvPr/>
        </p:nvSpPr>
        <p:spPr>
          <a:xfrm>
            <a:off x="266700" y="4629150"/>
            <a:ext cx="228600" cy="1314450"/>
          </a:xfrm>
          <a:prstGeom prst="rect">
            <a:avLst/>
          </a:prstGeom>
          <a:noFill/>
          <a:ln/>
        </p:spPr>
        <p:txBody>
          <a:bodyPr wrap="square" lIns="0" tIns="0" rIns="0" bIns="0" rtlCol="0" anchor="ctr" vert="vert270"/>
          <a:lstStyle/>
          <a:p>
            <a:pPr algn="ctr" indent="0" marL="0">
              <a:lnSpc>
                <a:spcPts val="1200"/>
              </a:lnSpc>
              <a:buNone/>
            </a:pPr>
            <a:r>
              <a:rPr lang="en-US" sz="800" spc="80" kern="0" b="0" i="0" dirty="0">
                <a:solidFill>
                  <a:srgbClr val="50658E"/>
                </a:solidFill>
                <a:latin typeface="IBM Plex Mono SemiBold"/>
                <a:ea typeface="IBM Plex Mono SemiBold"/>
                <a:cs typeface="IBM Plex Mono SemiBold"/>
              </a:rPr>
              <a:t>ROADMAP</a:t>
            </a:r>
            <a:endParaRPr lang="en-US" sz="800" spc="80" kern="0" b="0" i="0" dirty="0">
              <a:solidFill>
                <a:srgbClr val="50658E"/>
              </a:solidFill>
              <a:latin typeface="IBM Plex Mono SemiBold"/>
              <a:ea typeface="IBM Plex Mono SemiBold"/>
              <a:cs typeface="IBM Plex Mono SemiBold"/>
            </a:endParaRPr>
          </a:p>
        </p:txBody>
      </p:sp>
      <p:sp>
        <p:nvSpPr>
          <p:cNvPr id="13"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209</a:t>
            </a:fld>
            <a:endParaRPr lang="en-US" sz="700" spc="0" kern="0" b="0" i="0" dirty="0">
              <a:solidFill>
                <a:srgbClr val="070154"/>
              </a:solidFill>
              <a:latin typeface="IBM Plex Mono SemiBold"/>
              <a:ea typeface="IBM Plex Mono SemiBold"/>
              <a:cs typeface="IBM Plex Mono SemiBold"/>
            </a:endParaRPr>
          </a:p>
        </p:txBody>
      </p:sp>
      <p:grpSp>
        <p:nvGrpSpPr>
          <p:cNvPr id="78" name="node01"/>
          <p:cNvGrpSpPr/>
          <p:nvPr/>
        </p:nvGrpSpPr>
        <p:grpSpPr>
          <a:xfrm>
            <a:off x="723900" y="1600200"/>
            <a:ext cx="3429000" cy="228600"/>
            <a:chOff x="723900" y="1600200"/>
            <a:chExt cx="3429000" cy="228600"/>
          </a:xfrm>
        </p:grpSpPr>
        <p:sp>
          <p:nvSpPr>
            <p:cNvPr id="14" name="node01.label"/>
            <p:cNvSpPr/>
            <p:nvPr/>
          </p:nvSpPr>
          <p:spPr>
            <a:xfrm>
              <a:off x="723900" y="1600200"/>
              <a:ext cx="551247"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PURPOSE</a:t>
              </a:r>
              <a:endParaRPr lang="en-US" sz="900" spc="54" kern="0" b="0" i="0" dirty="0">
                <a:solidFill>
                  <a:srgbClr val="50658E"/>
                </a:solidFill>
                <a:latin typeface="IBM Plex Mono Medium"/>
                <a:ea typeface="IBM Plex Mono Medium"/>
                <a:cs typeface="IBM Plex Mono Medium"/>
              </a:endParaRPr>
            </a:p>
          </p:txBody>
        </p:sp>
        <p:sp>
          <p:nvSpPr>
            <p:cNvPr id="15" name="node01.rule"/>
            <p:cNvSpPr/>
            <p:nvPr/>
          </p:nvSpPr>
          <p:spPr>
            <a:xfrm>
              <a:off x="1402147" y="1709738"/>
              <a:ext cx="2750753" cy="9525"/>
            </a:xfrm>
            <a:prstGeom prst="rect">
              <a:avLst/>
            </a:prstGeom>
            <a:solidFill>
              <a:srgbClr val="CED7E6"/>
            </a:solidFill>
            <a:ln>
              <a:noFill/>
            </a:ln>
          </p:spPr>
        </p:sp>
      </p:grpSp>
      <p:sp>
        <p:nvSpPr>
          <p:cNvPr id="16" name="node02"/>
          <p:cNvSpPr/>
          <p:nvPr/>
        </p:nvSpPr>
        <p:spPr>
          <a:xfrm>
            <a:off x="723900" y="1828800"/>
            <a:ext cx="3429000" cy="9525"/>
          </a:xfrm>
          <a:prstGeom prst="rect">
            <a:avLst/>
          </a:prstGeom>
          <a:solidFill>
            <a:srgbClr val="CED7E6"/>
          </a:solidFill>
          <a:ln>
            <a:noFill/>
          </a:ln>
        </p:spPr>
      </p:sp>
      <p:grpSp>
        <p:nvGrpSpPr>
          <p:cNvPr id="79" name="node03"/>
          <p:cNvGrpSpPr/>
          <p:nvPr/>
        </p:nvGrpSpPr>
        <p:grpSpPr>
          <a:xfrm>
            <a:off x="723900" y="2057400"/>
            <a:ext cx="3429000" cy="457200"/>
            <a:chOff x="723900" y="2057400"/>
            <a:chExt cx="3429000" cy="457200"/>
          </a:xfrm>
        </p:grpSpPr>
        <p:sp>
          <p:nvSpPr>
            <p:cNvPr id="17" name="node03.text"/>
            <p:cNvSpPr/>
            <p:nvPr/>
          </p:nvSpPr>
          <p:spPr>
            <a:xfrm>
              <a:off x="723900" y="2057400"/>
              <a:ext cx="34290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Turn the Discovery findings into one future-state design for each access area.</a:t>
              </a:r>
              <a:endParaRPr lang="en-US" sz="1200" spc="0" kern="0" b="0" i="0" dirty="0">
                <a:solidFill>
                  <a:srgbClr val="070154"/>
                </a:solidFill>
                <a:latin typeface="IBM Plex Sans"/>
                <a:ea typeface="IBM Plex Sans"/>
                <a:cs typeface="IBM Plex Sans"/>
              </a:endParaRPr>
            </a:p>
          </p:txBody>
        </p:sp>
      </p:grpSp>
      <p:grpSp>
        <p:nvGrpSpPr>
          <p:cNvPr id="80" name="node04"/>
          <p:cNvGrpSpPr/>
          <p:nvPr/>
        </p:nvGrpSpPr>
        <p:grpSpPr>
          <a:xfrm>
            <a:off x="4381500" y="1600200"/>
            <a:ext cx="3429000" cy="228600"/>
            <a:chOff x="4381500" y="1600200"/>
            <a:chExt cx="3429000" cy="228600"/>
          </a:xfrm>
        </p:grpSpPr>
        <p:sp>
          <p:nvSpPr>
            <p:cNvPr id="18" name="node04.label"/>
            <p:cNvSpPr/>
            <p:nvPr/>
          </p:nvSpPr>
          <p:spPr>
            <a:xfrm>
              <a:off x="4381500" y="1600200"/>
              <a:ext cx="701489"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LOGISTICS</a:t>
              </a:r>
              <a:endParaRPr lang="en-US" sz="900" spc="54" kern="0" b="0" i="0" dirty="0">
                <a:solidFill>
                  <a:srgbClr val="50658E"/>
                </a:solidFill>
                <a:latin typeface="IBM Plex Mono Medium"/>
                <a:ea typeface="IBM Plex Mono Medium"/>
                <a:cs typeface="IBM Plex Mono Medium"/>
              </a:endParaRPr>
            </a:p>
          </p:txBody>
        </p:sp>
        <p:sp>
          <p:nvSpPr>
            <p:cNvPr id="19" name="node04.rule"/>
            <p:cNvSpPr/>
            <p:nvPr/>
          </p:nvSpPr>
          <p:spPr>
            <a:xfrm>
              <a:off x="5209989" y="1709738"/>
              <a:ext cx="2600511" cy="9525"/>
            </a:xfrm>
            <a:prstGeom prst="rect">
              <a:avLst/>
            </a:prstGeom>
            <a:solidFill>
              <a:srgbClr val="CED7E6"/>
            </a:solidFill>
            <a:ln>
              <a:noFill/>
            </a:ln>
          </p:spPr>
        </p:sp>
      </p:grpSp>
      <p:sp>
        <p:nvSpPr>
          <p:cNvPr id="20" name="node05"/>
          <p:cNvSpPr/>
          <p:nvPr/>
        </p:nvSpPr>
        <p:spPr>
          <a:xfrm>
            <a:off x="4381500" y="1828800"/>
            <a:ext cx="3429000" cy="9525"/>
          </a:xfrm>
          <a:prstGeom prst="rect">
            <a:avLst/>
          </a:prstGeom>
          <a:solidFill>
            <a:srgbClr val="CED7E6"/>
          </a:solidFill>
          <a:ln>
            <a:noFill/>
          </a:ln>
        </p:spPr>
      </p:sp>
      <p:grpSp>
        <p:nvGrpSpPr>
          <p:cNvPr id="81" name="node06"/>
          <p:cNvGrpSpPr/>
          <p:nvPr/>
        </p:nvGrpSpPr>
        <p:grpSpPr>
          <a:xfrm>
            <a:off x="4381500" y="2057400"/>
            <a:ext cx="3429000" cy="762000"/>
            <a:chOff x="4381500" y="2057400"/>
            <a:chExt cx="3429000" cy="762000"/>
          </a:xfrm>
        </p:grpSpPr>
        <p:sp>
          <p:nvSpPr>
            <p:cNvPr id="21" name="node06.source-001.bullet"/>
            <p:cNvSpPr/>
            <p:nvPr/>
          </p:nvSpPr>
          <p:spPr>
            <a:xfrm>
              <a:off x="4381500" y="2146300"/>
              <a:ext cx="38100" cy="38100"/>
            </a:xfrm>
            <a:prstGeom prst="rect">
              <a:avLst/>
            </a:prstGeom>
            <a:solidFill>
              <a:srgbClr val="070154"/>
            </a:solidFill>
            <a:ln>
              <a:noFill/>
            </a:ln>
          </p:spPr>
        </p:sp>
        <p:sp>
          <p:nvSpPr>
            <p:cNvPr id="22" name="node06.source-001.text"/>
            <p:cNvSpPr/>
            <p:nvPr/>
          </p:nvSpPr>
          <p:spPr>
            <a:xfrm>
              <a:off x="4533900" y="20574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Oct 28 · 9:00 to 12:00</a:t>
              </a:r>
              <a:endParaRPr lang="en-US" sz="1200" spc="0" kern="0" b="0" i="0" dirty="0">
                <a:solidFill>
                  <a:srgbClr val="070154"/>
                </a:solidFill>
                <a:latin typeface="IBM Plex Sans"/>
                <a:ea typeface="IBM Plex Sans"/>
                <a:cs typeface="IBM Plex Sans"/>
              </a:endParaRPr>
            </a:p>
          </p:txBody>
        </p:sp>
        <p:sp>
          <p:nvSpPr>
            <p:cNvPr id="23" name="node06.source-002.bullet"/>
            <p:cNvSpPr/>
            <p:nvPr/>
          </p:nvSpPr>
          <p:spPr>
            <a:xfrm>
              <a:off x="4381500" y="2413000"/>
              <a:ext cx="38100" cy="38100"/>
            </a:xfrm>
            <a:prstGeom prst="rect">
              <a:avLst/>
            </a:prstGeom>
            <a:solidFill>
              <a:srgbClr val="070154"/>
            </a:solidFill>
            <a:ln>
              <a:noFill/>
            </a:ln>
          </p:spPr>
        </p:sp>
        <p:sp>
          <p:nvSpPr>
            <p:cNvPr id="24" name="node06.source-002.text"/>
            <p:cNvSpPr/>
            <p:nvPr/>
          </p:nvSpPr>
          <p:spPr>
            <a:xfrm>
              <a:off x="4533900" y="23241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Northfield HQ, room 4B, and video</a:t>
              </a:r>
              <a:endParaRPr lang="en-US" sz="1200" spc="0" kern="0" b="0" i="0" dirty="0">
                <a:solidFill>
                  <a:srgbClr val="070154"/>
                </a:solidFill>
                <a:latin typeface="IBM Plex Sans"/>
                <a:ea typeface="IBM Plex Sans"/>
                <a:cs typeface="IBM Plex Sans"/>
              </a:endParaRPr>
            </a:p>
          </p:txBody>
        </p:sp>
        <p:sp>
          <p:nvSpPr>
            <p:cNvPr id="25" name="node06.source-003.bullet"/>
            <p:cNvSpPr/>
            <p:nvPr/>
          </p:nvSpPr>
          <p:spPr>
            <a:xfrm>
              <a:off x="4381500" y="2679700"/>
              <a:ext cx="38100" cy="38100"/>
            </a:xfrm>
            <a:prstGeom prst="rect">
              <a:avLst/>
            </a:prstGeom>
            <a:solidFill>
              <a:srgbClr val="070154"/>
            </a:solidFill>
            <a:ln>
              <a:noFill/>
            </a:ln>
          </p:spPr>
        </p:sp>
        <p:sp>
          <p:nvSpPr>
            <p:cNvPr id="26" name="node06.source-003.text"/>
            <p:cNvSpPr/>
            <p:nvPr/>
          </p:nvSpPr>
          <p:spPr>
            <a:xfrm>
              <a:off x="4533900" y="25908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Two facilitators, one scribe</a:t>
              </a:r>
              <a:endParaRPr lang="en-US" sz="1200" spc="0" kern="0" b="0" i="0" dirty="0">
                <a:solidFill>
                  <a:srgbClr val="070154"/>
                </a:solidFill>
                <a:latin typeface="IBM Plex Sans"/>
                <a:ea typeface="IBM Plex Sans"/>
                <a:cs typeface="IBM Plex Sans"/>
              </a:endParaRPr>
            </a:p>
          </p:txBody>
        </p:sp>
      </p:grpSp>
      <p:grpSp>
        <p:nvGrpSpPr>
          <p:cNvPr id="82" name="node07"/>
          <p:cNvGrpSpPr/>
          <p:nvPr/>
        </p:nvGrpSpPr>
        <p:grpSpPr>
          <a:xfrm>
            <a:off x="8039100" y="1600200"/>
            <a:ext cx="3429000" cy="228600"/>
            <a:chOff x="8039100" y="1600200"/>
            <a:chExt cx="3429000" cy="228600"/>
          </a:xfrm>
        </p:grpSpPr>
        <p:sp>
          <p:nvSpPr>
            <p:cNvPr id="27" name="node07.label"/>
            <p:cNvSpPr/>
            <p:nvPr/>
          </p:nvSpPr>
          <p:spPr>
            <a:xfrm>
              <a:off x="8039100" y="1600200"/>
              <a:ext cx="1302457"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WHO SHOULD ATTEND</a:t>
              </a:r>
              <a:endParaRPr lang="en-US" sz="900" spc="54" kern="0" b="0" i="0" dirty="0">
                <a:solidFill>
                  <a:srgbClr val="50658E"/>
                </a:solidFill>
                <a:latin typeface="IBM Plex Mono Medium"/>
                <a:ea typeface="IBM Plex Mono Medium"/>
                <a:cs typeface="IBM Plex Mono Medium"/>
              </a:endParaRPr>
            </a:p>
          </p:txBody>
        </p:sp>
        <p:sp>
          <p:nvSpPr>
            <p:cNvPr id="28" name="node07.rule"/>
            <p:cNvSpPr/>
            <p:nvPr/>
          </p:nvSpPr>
          <p:spPr>
            <a:xfrm>
              <a:off x="9468557" y="1709738"/>
              <a:ext cx="1999543" cy="9525"/>
            </a:xfrm>
            <a:prstGeom prst="rect">
              <a:avLst/>
            </a:prstGeom>
            <a:solidFill>
              <a:srgbClr val="CED7E6"/>
            </a:solidFill>
            <a:ln>
              <a:noFill/>
            </a:ln>
          </p:spPr>
        </p:sp>
      </p:grpSp>
      <p:sp>
        <p:nvSpPr>
          <p:cNvPr id="29" name="node08"/>
          <p:cNvSpPr/>
          <p:nvPr/>
        </p:nvSpPr>
        <p:spPr>
          <a:xfrm>
            <a:off x="8039100" y="1828800"/>
            <a:ext cx="3429000" cy="9525"/>
          </a:xfrm>
          <a:prstGeom prst="rect">
            <a:avLst/>
          </a:prstGeom>
          <a:solidFill>
            <a:srgbClr val="CED7E6"/>
          </a:solidFill>
          <a:ln>
            <a:noFill/>
          </a:ln>
        </p:spPr>
      </p:sp>
      <p:grpSp>
        <p:nvGrpSpPr>
          <p:cNvPr id="83" name="node09"/>
          <p:cNvGrpSpPr/>
          <p:nvPr/>
        </p:nvGrpSpPr>
        <p:grpSpPr>
          <a:xfrm>
            <a:off x="8039100" y="2057400"/>
            <a:ext cx="3429000" cy="495300"/>
            <a:chOff x="8039100" y="2057400"/>
            <a:chExt cx="3429000" cy="495300"/>
          </a:xfrm>
        </p:grpSpPr>
        <p:sp>
          <p:nvSpPr>
            <p:cNvPr id="30" name="node09.source-001.bullet"/>
            <p:cNvSpPr/>
            <p:nvPr/>
          </p:nvSpPr>
          <p:spPr>
            <a:xfrm>
              <a:off x="8039100" y="2146300"/>
              <a:ext cx="38100" cy="38100"/>
            </a:xfrm>
            <a:prstGeom prst="rect">
              <a:avLst/>
            </a:prstGeom>
            <a:solidFill>
              <a:srgbClr val="070154"/>
            </a:solidFill>
            <a:ln>
              <a:noFill/>
            </a:ln>
          </p:spPr>
        </p:sp>
        <p:sp>
          <p:nvSpPr>
            <p:cNvPr id="31" name="node09.source-001.text"/>
            <p:cNvSpPr/>
            <p:nvPr/>
          </p:nvSpPr>
          <p:spPr>
            <a:xfrm>
              <a:off x="8191500" y="20574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Access, registration, revenue cycle</a:t>
              </a:r>
              <a:endParaRPr lang="en-US" sz="1200" spc="0" kern="0" b="0" i="0" dirty="0">
                <a:solidFill>
                  <a:srgbClr val="070154"/>
                </a:solidFill>
                <a:latin typeface="IBM Plex Sans"/>
                <a:ea typeface="IBM Plex Sans"/>
                <a:cs typeface="IBM Plex Sans"/>
              </a:endParaRPr>
            </a:p>
          </p:txBody>
        </p:sp>
        <p:sp>
          <p:nvSpPr>
            <p:cNvPr id="32" name="node09.source-002.bullet"/>
            <p:cNvSpPr/>
            <p:nvPr/>
          </p:nvSpPr>
          <p:spPr>
            <a:xfrm>
              <a:off x="8039100" y="2413000"/>
              <a:ext cx="38100" cy="38100"/>
            </a:xfrm>
            <a:prstGeom prst="rect">
              <a:avLst/>
            </a:prstGeom>
            <a:solidFill>
              <a:srgbClr val="070154"/>
            </a:solidFill>
            <a:ln>
              <a:noFill/>
            </a:ln>
          </p:spPr>
        </p:sp>
        <p:sp>
          <p:nvSpPr>
            <p:cNvPr id="33" name="node09.source-002.text"/>
            <p:cNvSpPr/>
            <p:nvPr/>
          </p:nvSpPr>
          <p:spPr>
            <a:xfrm>
              <a:off x="8191500" y="23241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IT application owners, finance partner</a:t>
              </a:r>
              <a:endParaRPr lang="en-US" sz="1200" spc="0" kern="0" b="0" i="0" dirty="0">
                <a:solidFill>
                  <a:srgbClr val="070154"/>
                </a:solidFill>
                <a:latin typeface="IBM Plex Sans"/>
                <a:ea typeface="IBM Plex Sans"/>
                <a:cs typeface="IBM Plex Sans"/>
              </a:endParaRPr>
            </a:p>
          </p:txBody>
        </p:sp>
      </p:grpSp>
      <p:grpSp>
        <p:nvGrpSpPr>
          <p:cNvPr id="84" name="node10"/>
          <p:cNvGrpSpPr/>
          <p:nvPr/>
        </p:nvGrpSpPr>
        <p:grpSpPr>
          <a:xfrm>
            <a:off x="723900" y="3200400"/>
            <a:ext cx="3429000" cy="228600"/>
            <a:chOff x="723900" y="3200400"/>
            <a:chExt cx="3429000" cy="228600"/>
          </a:xfrm>
        </p:grpSpPr>
        <p:sp>
          <p:nvSpPr>
            <p:cNvPr id="34" name="node10.label"/>
            <p:cNvSpPr/>
            <p:nvPr/>
          </p:nvSpPr>
          <p:spPr>
            <a:xfrm>
              <a:off x="723900" y="3200400"/>
              <a:ext cx="476126"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AGENDA</a:t>
              </a:r>
              <a:endParaRPr lang="en-US" sz="900" spc="54" kern="0" b="0" i="0" dirty="0">
                <a:solidFill>
                  <a:srgbClr val="50658E"/>
                </a:solidFill>
                <a:latin typeface="IBM Plex Mono Medium"/>
                <a:ea typeface="IBM Plex Mono Medium"/>
                <a:cs typeface="IBM Plex Mono Medium"/>
              </a:endParaRPr>
            </a:p>
          </p:txBody>
        </p:sp>
        <p:sp>
          <p:nvSpPr>
            <p:cNvPr id="35" name="node10.rule"/>
            <p:cNvSpPr/>
            <p:nvPr/>
          </p:nvSpPr>
          <p:spPr>
            <a:xfrm>
              <a:off x="1327026" y="3309938"/>
              <a:ext cx="2825874" cy="9525"/>
            </a:xfrm>
            <a:prstGeom prst="rect">
              <a:avLst/>
            </a:prstGeom>
            <a:solidFill>
              <a:srgbClr val="CED7E6"/>
            </a:solidFill>
            <a:ln>
              <a:noFill/>
            </a:ln>
          </p:spPr>
        </p:sp>
      </p:grpSp>
      <p:sp>
        <p:nvSpPr>
          <p:cNvPr id="36" name="node11"/>
          <p:cNvSpPr/>
          <p:nvPr/>
        </p:nvSpPr>
        <p:spPr>
          <a:xfrm>
            <a:off x="723900" y="3429000"/>
            <a:ext cx="3429000" cy="9525"/>
          </a:xfrm>
          <a:prstGeom prst="rect">
            <a:avLst/>
          </a:prstGeom>
          <a:solidFill>
            <a:srgbClr val="CED7E6"/>
          </a:solidFill>
          <a:ln>
            <a:noFill/>
          </a:ln>
        </p:spPr>
      </p:sp>
      <p:grpSp>
        <p:nvGrpSpPr>
          <p:cNvPr id="85" name="node12"/>
          <p:cNvGrpSpPr/>
          <p:nvPr/>
        </p:nvGrpSpPr>
        <p:grpSpPr>
          <a:xfrm>
            <a:off x="723900" y="3657600"/>
            <a:ext cx="3429000" cy="2133600"/>
            <a:chOff x="723900" y="3657600"/>
            <a:chExt cx="3429000" cy="2133600"/>
          </a:xfrm>
        </p:grpSpPr>
        <p:sp>
          <p:nvSpPr>
            <p:cNvPr id="37" name="node12.source-001.key"/>
            <p:cNvSpPr/>
            <p:nvPr/>
          </p:nvSpPr>
          <p:spPr>
            <a:xfrm>
              <a:off x="723900" y="3657600"/>
              <a:ext cx="609600" cy="266700"/>
            </a:xfrm>
            <a:prstGeom prst="rect">
              <a:avLst/>
            </a:prstGeom>
            <a:noFill/>
            <a:ln/>
          </p:spPr>
          <p:txBody>
            <a:bodyPr wrap="square" lIns="0" tIns="0" rIns="0" bIns="0" rtlCol="0" anchor="t"/>
            <a:lstStyle/>
            <a:p>
              <a:pPr algn="r" indent="0" marL="0">
                <a:lnSpc>
                  <a:spcPts val="2100"/>
                </a:lnSpc>
                <a:buNone/>
              </a:pPr>
              <a:r>
                <a:rPr lang="en-US" sz="1400" spc="0" kern="0" b="1" i="0" dirty="0">
                  <a:solidFill>
                    <a:srgbClr val="0047FF"/>
                  </a:solidFill>
                  <a:latin typeface="IBM Plex Sans"/>
                  <a:ea typeface="IBM Plex Sans"/>
                  <a:cs typeface="IBM Plex Sans"/>
                </a:rPr>
                <a:t>9:00</a:t>
              </a:r>
              <a:endParaRPr lang="en-US" sz="1400" spc="0" kern="0" b="1" i="0" dirty="0">
                <a:solidFill>
                  <a:srgbClr val="0047FF"/>
                </a:solidFill>
                <a:latin typeface="IBM Plex Sans"/>
                <a:ea typeface="IBM Plex Sans"/>
                <a:cs typeface="IBM Plex Sans"/>
              </a:endParaRPr>
            </a:p>
          </p:txBody>
        </p:sp>
        <p:sp>
          <p:nvSpPr>
            <p:cNvPr id="38" name="node12.source-001.text"/>
            <p:cNvSpPr/>
            <p:nvPr/>
          </p:nvSpPr>
          <p:spPr>
            <a:xfrm>
              <a:off x="1562100" y="3661791"/>
              <a:ext cx="25908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Welcome and goals</a:t>
              </a:r>
              <a:endParaRPr lang="en-US" sz="1400" spc="0" kern="0" b="0" i="0" dirty="0">
                <a:solidFill>
                  <a:srgbClr val="070154"/>
                </a:solidFill>
                <a:latin typeface="IBM Plex Sans SemiBold"/>
                <a:ea typeface="IBM Plex Sans SemiBold"/>
                <a:cs typeface="IBM Plex Sans SemiBold"/>
              </a:endParaRPr>
            </a:p>
          </p:txBody>
        </p:sp>
        <p:sp>
          <p:nvSpPr>
            <p:cNvPr id="39" name="node12.source-002.key"/>
            <p:cNvSpPr/>
            <p:nvPr/>
          </p:nvSpPr>
          <p:spPr>
            <a:xfrm>
              <a:off x="723900" y="3962400"/>
              <a:ext cx="609600" cy="266700"/>
            </a:xfrm>
            <a:prstGeom prst="rect">
              <a:avLst/>
            </a:prstGeom>
            <a:noFill/>
            <a:ln/>
          </p:spPr>
          <p:txBody>
            <a:bodyPr wrap="square" lIns="0" tIns="0" rIns="0" bIns="0" rtlCol="0" anchor="t"/>
            <a:lstStyle/>
            <a:p>
              <a:pPr algn="r" indent="0" marL="0">
                <a:lnSpc>
                  <a:spcPts val="2100"/>
                </a:lnSpc>
                <a:buNone/>
              </a:pPr>
              <a:r>
                <a:rPr lang="en-US" sz="1400" spc="0" kern="0" b="1" i="0" dirty="0">
                  <a:solidFill>
                    <a:srgbClr val="0047FF"/>
                  </a:solidFill>
                  <a:latin typeface="IBM Plex Sans"/>
                  <a:ea typeface="IBM Plex Sans"/>
                  <a:cs typeface="IBM Plex Sans"/>
                </a:rPr>
                <a:t>9:15</a:t>
              </a:r>
              <a:endParaRPr lang="en-US" sz="1400" spc="0" kern="0" b="1" i="0" dirty="0">
                <a:solidFill>
                  <a:srgbClr val="0047FF"/>
                </a:solidFill>
                <a:latin typeface="IBM Plex Sans"/>
                <a:ea typeface="IBM Plex Sans"/>
                <a:cs typeface="IBM Plex Sans"/>
              </a:endParaRPr>
            </a:p>
          </p:txBody>
        </p:sp>
        <p:sp>
          <p:nvSpPr>
            <p:cNvPr id="40" name="node12.source-002.text"/>
            <p:cNvSpPr/>
            <p:nvPr/>
          </p:nvSpPr>
          <p:spPr>
            <a:xfrm>
              <a:off x="1562100" y="3966591"/>
              <a:ext cx="25908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Current-state recap</a:t>
              </a:r>
              <a:endParaRPr lang="en-US" sz="1400" spc="0" kern="0" b="0" i="0" dirty="0">
                <a:solidFill>
                  <a:srgbClr val="070154"/>
                </a:solidFill>
                <a:latin typeface="IBM Plex Sans SemiBold"/>
                <a:ea typeface="IBM Plex Sans SemiBold"/>
                <a:cs typeface="IBM Plex Sans SemiBold"/>
              </a:endParaRPr>
            </a:p>
          </p:txBody>
        </p:sp>
        <p:sp>
          <p:nvSpPr>
            <p:cNvPr id="41" name="node12.source-003.key"/>
            <p:cNvSpPr/>
            <p:nvPr/>
          </p:nvSpPr>
          <p:spPr>
            <a:xfrm>
              <a:off x="723900" y="4267200"/>
              <a:ext cx="609600" cy="266700"/>
            </a:xfrm>
            <a:prstGeom prst="rect">
              <a:avLst/>
            </a:prstGeom>
            <a:noFill/>
            <a:ln/>
          </p:spPr>
          <p:txBody>
            <a:bodyPr wrap="square" lIns="0" tIns="0" rIns="0" bIns="0" rtlCol="0" anchor="t"/>
            <a:lstStyle/>
            <a:p>
              <a:pPr algn="r" indent="0" marL="0">
                <a:lnSpc>
                  <a:spcPts val="2100"/>
                </a:lnSpc>
                <a:buNone/>
              </a:pPr>
              <a:r>
                <a:rPr lang="en-US" sz="1400" spc="0" kern="0" b="1" i="0" dirty="0">
                  <a:solidFill>
                    <a:srgbClr val="0047FF"/>
                  </a:solidFill>
                  <a:latin typeface="IBM Plex Sans"/>
                  <a:ea typeface="IBM Plex Sans"/>
                  <a:cs typeface="IBM Plex Sans"/>
                </a:rPr>
                <a:t>9:45</a:t>
              </a:r>
              <a:endParaRPr lang="en-US" sz="1400" spc="0" kern="0" b="1" i="0" dirty="0">
                <a:solidFill>
                  <a:srgbClr val="0047FF"/>
                </a:solidFill>
                <a:latin typeface="IBM Plex Sans"/>
                <a:ea typeface="IBM Plex Sans"/>
                <a:cs typeface="IBM Plex Sans"/>
              </a:endParaRPr>
            </a:p>
          </p:txBody>
        </p:sp>
        <p:sp>
          <p:nvSpPr>
            <p:cNvPr id="42" name="node12.source-003.text"/>
            <p:cNvSpPr/>
            <p:nvPr/>
          </p:nvSpPr>
          <p:spPr>
            <a:xfrm>
              <a:off x="1562100" y="4271391"/>
              <a:ext cx="25908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Future-state design by area</a:t>
              </a:r>
              <a:endParaRPr lang="en-US" sz="1400" spc="0" kern="0" b="0" i="0" dirty="0">
                <a:solidFill>
                  <a:srgbClr val="070154"/>
                </a:solidFill>
                <a:latin typeface="IBM Plex Sans SemiBold"/>
                <a:ea typeface="IBM Plex Sans SemiBold"/>
                <a:cs typeface="IBM Plex Sans SemiBold"/>
              </a:endParaRPr>
            </a:p>
          </p:txBody>
        </p:sp>
        <p:sp>
          <p:nvSpPr>
            <p:cNvPr id="43" name="node12.source-004.key"/>
            <p:cNvSpPr/>
            <p:nvPr/>
          </p:nvSpPr>
          <p:spPr>
            <a:xfrm>
              <a:off x="723900" y="4572000"/>
              <a:ext cx="609600" cy="266700"/>
            </a:xfrm>
            <a:prstGeom prst="rect">
              <a:avLst/>
            </a:prstGeom>
            <a:noFill/>
            <a:ln/>
          </p:spPr>
          <p:txBody>
            <a:bodyPr wrap="square" lIns="0" tIns="0" rIns="0" bIns="0" rtlCol="0" anchor="t"/>
            <a:lstStyle/>
            <a:p>
              <a:pPr algn="r" indent="0" marL="0">
                <a:lnSpc>
                  <a:spcPts val="2100"/>
                </a:lnSpc>
                <a:buNone/>
              </a:pPr>
              <a:r>
                <a:rPr lang="en-US" sz="1400" spc="0" kern="0" b="1" i="0" dirty="0">
                  <a:solidFill>
                    <a:srgbClr val="0047FF"/>
                  </a:solidFill>
                  <a:latin typeface="IBM Plex Sans"/>
                  <a:ea typeface="IBM Plex Sans"/>
                  <a:cs typeface="IBM Plex Sans"/>
                </a:rPr>
                <a:t>10:45</a:t>
              </a:r>
              <a:endParaRPr lang="en-US" sz="1400" spc="0" kern="0" b="1" i="0" dirty="0">
                <a:solidFill>
                  <a:srgbClr val="0047FF"/>
                </a:solidFill>
                <a:latin typeface="IBM Plex Sans"/>
                <a:ea typeface="IBM Plex Sans"/>
                <a:cs typeface="IBM Plex Sans"/>
              </a:endParaRPr>
            </a:p>
          </p:txBody>
        </p:sp>
        <p:sp>
          <p:nvSpPr>
            <p:cNvPr id="44" name="node12.source-004.text"/>
            <p:cNvSpPr/>
            <p:nvPr/>
          </p:nvSpPr>
          <p:spPr>
            <a:xfrm>
              <a:off x="1562100" y="4576191"/>
              <a:ext cx="25908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Break</a:t>
              </a:r>
              <a:endParaRPr lang="en-US" sz="1400" spc="0" kern="0" b="0" i="0" dirty="0">
                <a:solidFill>
                  <a:srgbClr val="070154"/>
                </a:solidFill>
                <a:latin typeface="IBM Plex Sans SemiBold"/>
                <a:ea typeface="IBM Plex Sans SemiBold"/>
                <a:cs typeface="IBM Plex Sans SemiBold"/>
              </a:endParaRPr>
            </a:p>
          </p:txBody>
        </p:sp>
        <p:sp>
          <p:nvSpPr>
            <p:cNvPr id="45" name="node12.source-005.key"/>
            <p:cNvSpPr/>
            <p:nvPr/>
          </p:nvSpPr>
          <p:spPr>
            <a:xfrm>
              <a:off x="723900" y="4876800"/>
              <a:ext cx="609600" cy="266700"/>
            </a:xfrm>
            <a:prstGeom prst="rect">
              <a:avLst/>
            </a:prstGeom>
            <a:noFill/>
            <a:ln/>
          </p:spPr>
          <p:txBody>
            <a:bodyPr wrap="square" lIns="0" tIns="0" rIns="0" bIns="0" rtlCol="0" anchor="t"/>
            <a:lstStyle/>
            <a:p>
              <a:pPr algn="r" indent="0" marL="0">
                <a:lnSpc>
                  <a:spcPts val="2100"/>
                </a:lnSpc>
                <a:buNone/>
              </a:pPr>
              <a:r>
                <a:rPr lang="en-US" sz="1400" spc="0" kern="0" b="1" i="0" dirty="0">
                  <a:solidFill>
                    <a:srgbClr val="0047FF"/>
                  </a:solidFill>
                  <a:latin typeface="IBM Plex Sans"/>
                  <a:ea typeface="IBM Plex Sans"/>
                  <a:cs typeface="IBM Plex Sans"/>
                </a:rPr>
                <a:t>11:00</a:t>
              </a:r>
              <a:endParaRPr lang="en-US" sz="1400" spc="0" kern="0" b="1" i="0" dirty="0">
                <a:solidFill>
                  <a:srgbClr val="0047FF"/>
                </a:solidFill>
                <a:latin typeface="IBM Plex Sans"/>
                <a:ea typeface="IBM Plex Sans"/>
                <a:cs typeface="IBM Plex Sans"/>
              </a:endParaRPr>
            </a:p>
          </p:txBody>
        </p:sp>
        <p:sp>
          <p:nvSpPr>
            <p:cNvPr id="46" name="node12.source-005.text"/>
            <p:cNvSpPr/>
            <p:nvPr/>
          </p:nvSpPr>
          <p:spPr>
            <a:xfrm>
              <a:off x="1562100" y="4880991"/>
              <a:ext cx="25908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Playback and gaps</a:t>
              </a:r>
              <a:endParaRPr lang="en-US" sz="1400" spc="0" kern="0" b="0" i="0" dirty="0">
                <a:solidFill>
                  <a:srgbClr val="070154"/>
                </a:solidFill>
                <a:latin typeface="IBM Plex Sans SemiBold"/>
                <a:ea typeface="IBM Plex Sans SemiBold"/>
                <a:cs typeface="IBM Plex Sans SemiBold"/>
              </a:endParaRPr>
            </a:p>
          </p:txBody>
        </p:sp>
        <p:sp>
          <p:nvSpPr>
            <p:cNvPr id="47" name="node12.source-006.key"/>
            <p:cNvSpPr/>
            <p:nvPr/>
          </p:nvSpPr>
          <p:spPr>
            <a:xfrm>
              <a:off x="723900" y="5181600"/>
              <a:ext cx="609600" cy="266700"/>
            </a:xfrm>
            <a:prstGeom prst="rect">
              <a:avLst/>
            </a:prstGeom>
            <a:noFill/>
            <a:ln/>
          </p:spPr>
          <p:txBody>
            <a:bodyPr wrap="square" lIns="0" tIns="0" rIns="0" bIns="0" rtlCol="0" anchor="t"/>
            <a:lstStyle/>
            <a:p>
              <a:pPr algn="r" indent="0" marL="0">
                <a:lnSpc>
                  <a:spcPts val="2100"/>
                </a:lnSpc>
                <a:buNone/>
              </a:pPr>
              <a:r>
                <a:rPr lang="en-US" sz="1400" spc="0" kern="0" b="1" i="0" dirty="0">
                  <a:solidFill>
                    <a:srgbClr val="0047FF"/>
                  </a:solidFill>
                  <a:latin typeface="IBM Plex Sans"/>
                  <a:ea typeface="IBM Plex Sans"/>
                  <a:cs typeface="IBM Plex Sans"/>
                </a:rPr>
                <a:t>11:40</a:t>
              </a:r>
              <a:endParaRPr lang="en-US" sz="1400" spc="0" kern="0" b="1" i="0" dirty="0">
                <a:solidFill>
                  <a:srgbClr val="0047FF"/>
                </a:solidFill>
                <a:latin typeface="IBM Plex Sans"/>
                <a:ea typeface="IBM Plex Sans"/>
                <a:cs typeface="IBM Plex Sans"/>
              </a:endParaRPr>
            </a:p>
          </p:txBody>
        </p:sp>
        <p:sp>
          <p:nvSpPr>
            <p:cNvPr id="48" name="node12.source-006.text"/>
            <p:cNvSpPr/>
            <p:nvPr/>
          </p:nvSpPr>
          <p:spPr>
            <a:xfrm>
              <a:off x="1562100" y="5185791"/>
              <a:ext cx="25908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Decisions and next steps</a:t>
              </a:r>
              <a:endParaRPr lang="en-US" sz="1400" spc="0" kern="0" b="0" i="0" dirty="0">
                <a:solidFill>
                  <a:srgbClr val="070154"/>
                </a:solidFill>
                <a:latin typeface="IBM Plex Sans SemiBold"/>
                <a:ea typeface="IBM Plex Sans SemiBold"/>
                <a:cs typeface="IBM Plex Sans SemiBold"/>
              </a:endParaRPr>
            </a:p>
          </p:txBody>
        </p:sp>
        <p:sp>
          <p:nvSpPr>
            <p:cNvPr id="49" name="node12.source-007.key"/>
            <p:cNvSpPr/>
            <p:nvPr/>
          </p:nvSpPr>
          <p:spPr>
            <a:xfrm>
              <a:off x="723900" y="5486400"/>
              <a:ext cx="609600" cy="266700"/>
            </a:xfrm>
            <a:prstGeom prst="rect">
              <a:avLst/>
            </a:prstGeom>
            <a:noFill/>
            <a:ln/>
          </p:spPr>
          <p:txBody>
            <a:bodyPr wrap="square" lIns="0" tIns="0" rIns="0" bIns="0" rtlCol="0" anchor="t"/>
            <a:lstStyle/>
            <a:p>
              <a:pPr algn="r" indent="0" marL="0">
                <a:lnSpc>
                  <a:spcPts val="2100"/>
                </a:lnSpc>
                <a:buNone/>
              </a:pPr>
              <a:r>
                <a:rPr lang="en-US" sz="1400" spc="0" kern="0" b="1" i="0" dirty="0">
                  <a:solidFill>
                    <a:srgbClr val="0047FF"/>
                  </a:solidFill>
                  <a:latin typeface="IBM Plex Sans"/>
                  <a:ea typeface="IBM Plex Sans"/>
                  <a:cs typeface="IBM Plex Sans"/>
                </a:rPr>
                <a:t>12:00</a:t>
              </a:r>
              <a:endParaRPr lang="en-US" sz="1400" spc="0" kern="0" b="1" i="0" dirty="0">
                <a:solidFill>
                  <a:srgbClr val="0047FF"/>
                </a:solidFill>
                <a:latin typeface="IBM Plex Sans"/>
                <a:ea typeface="IBM Plex Sans"/>
                <a:cs typeface="IBM Plex Sans"/>
              </a:endParaRPr>
            </a:p>
          </p:txBody>
        </p:sp>
        <p:sp>
          <p:nvSpPr>
            <p:cNvPr id="50" name="node12.source-007.text"/>
            <p:cNvSpPr/>
            <p:nvPr/>
          </p:nvSpPr>
          <p:spPr>
            <a:xfrm>
              <a:off x="1562100" y="5490591"/>
              <a:ext cx="25908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Close</a:t>
              </a:r>
              <a:endParaRPr lang="en-US" sz="1400" spc="0" kern="0" b="0" i="0" dirty="0">
                <a:solidFill>
                  <a:srgbClr val="070154"/>
                </a:solidFill>
                <a:latin typeface="IBM Plex Sans SemiBold"/>
                <a:ea typeface="IBM Plex Sans SemiBold"/>
                <a:cs typeface="IBM Plex Sans SemiBold"/>
              </a:endParaRPr>
            </a:p>
          </p:txBody>
        </p:sp>
      </p:grpSp>
      <p:grpSp>
        <p:nvGrpSpPr>
          <p:cNvPr id="86" name="node13"/>
          <p:cNvGrpSpPr/>
          <p:nvPr/>
        </p:nvGrpSpPr>
        <p:grpSpPr>
          <a:xfrm>
            <a:off x="4381500" y="3200400"/>
            <a:ext cx="3429000" cy="228600"/>
            <a:chOff x="4381500" y="3200400"/>
            <a:chExt cx="3429000" cy="228600"/>
          </a:xfrm>
        </p:grpSpPr>
        <p:sp>
          <p:nvSpPr>
            <p:cNvPr id="51" name="node13.label"/>
            <p:cNvSpPr/>
            <p:nvPr/>
          </p:nvSpPr>
          <p:spPr>
            <a:xfrm>
              <a:off x="4381500" y="3200400"/>
              <a:ext cx="1077094"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AREAS OF FOCUS</a:t>
              </a:r>
              <a:endParaRPr lang="en-US" sz="900" spc="54" kern="0" b="0" i="0" dirty="0">
                <a:solidFill>
                  <a:srgbClr val="50658E"/>
                </a:solidFill>
                <a:latin typeface="IBM Plex Mono Medium"/>
                <a:ea typeface="IBM Plex Mono Medium"/>
                <a:cs typeface="IBM Plex Mono Medium"/>
              </a:endParaRPr>
            </a:p>
          </p:txBody>
        </p:sp>
        <p:sp>
          <p:nvSpPr>
            <p:cNvPr id="52" name="node13.rule"/>
            <p:cNvSpPr/>
            <p:nvPr/>
          </p:nvSpPr>
          <p:spPr>
            <a:xfrm>
              <a:off x="5585594" y="3309938"/>
              <a:ext cx="2224906" cy="9525"/>
            </a:xfrm>
            <a:prstGeom prst="rect">
              <a:avLst/>
            </a:prstGeom>
            <a:solidFill>
              <a:srgbClr val="CED7E6"/>
            </a:solidFill>
            <a:ln>
              <a:noFill/>
            </a:ln>
          </p:spPr>
        </p:sp>
      </p:grpSp>
      <p:sp>
        <p:nvSpPr>
          <p:cNvPr id="53" name="node14"/>
          <p:cNvSpPr/>
          <p:nvPr/>
        </p:nvSpPr>
        <p:spPr>
          <a:xfrm>
            <a:off x="4381500" y="3429000"/>
            <a:ext cx="3429000" cy="9525"/>
          </a:xfrm>
          <a:prstGeom prst="rect">
            <a:avLst/>
          </a:prstGeom>
          <a:solidFill>
            <a:srgbClr val="CED7E6"/>
          </a:solidFill>
          <a:ln>
            <a:noFill/>
          </a:ln>
        </p:spPr>
      </p:sp>
      <p:grpSp>
        <p:nvGrpSpPr>
          <p:cNvPr id="87" name="node15"/>
          <p:cNvGrpSpPr/>
          <p:nvPr/>
        </p:nvGrpSpPr>
        <p:grpSpPr>
          <a:xfrm>
            <a:off x="4381500" y="3657600"/>
            <a:ext cx="3429000" cy="1943100"/>
            <a:chOff x="4381500" y="3657600"/>
            <a:chExt cx="3429000" cy="1943100"/>
          </a:xfrm>
        </p:grpSpPr>
        <p:sp>
          <p:nvSpPr>
            <p:cNvPr id="54" name="node15.source-001.number"/>
            <p:cNvSpPr/>
            <p:nvPr/>
          </p:nvSpPr>
          <p:spPr>
            <a:xfrm>
              <a:off x="4381500" y="3657600"/>
              <a:ext cx="152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1.</a:t>
              </a:r>
              <a:endParaRPr lang="en-US" sz="1200" spc="0" kern="0" b="0" i="0" dirty="0">
                <a:solidFill>
                  <a:srgbClr val="070154"/>
                </a:solidFill>
                <a:latin typeface="IBM Plex Sans"/>
                <a:ea typeface="IBM Plex Sans"/>
                <a:cs typeface="IBM Plex Sans"/>
              </a:endParaRPr>
            </a:p>
          </p:txBody>
        </p:sp>
        <p:sp>
          <p:nvSpPr>
            <p:cNvPr id="55" name="node15.source-001.text"/>
            <p:cNvSpPr/>
            <p:nvPr/>
          </p:nvSpPr>
          <p:spPr>
            <a:xfrm>
              <a:off x="4533900" y="3657600"/>
              <a:ext cx="32766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Scheduling. One front door and one template for every service line.</a:t>
              </a:r>
              <a:endParaRPr lang="en-US" sz="1200" spc="0" kern="0" b="0" i="0" dirty="0">
                <a:solidFill>
                  <a:srgbClr val="070154"/>
                </a:solidFill>
                <a:latin typeface="IBM Plex Sans"/>
                <a:ea typeface="IBM Plex Sans"/>
                <a:cs typeface="IBM Plex Sans"/>
              </a:endParaRPr>
            </a:p>
          </p:txBody>
        </p:sp>
        <p:sp>
          <p:nvSpPr>
            <p:cNvPr id="56" name="node15.source-002.number"/>
            <p:cNvSpPr/>
            <p:nvPr/>
          </p:nvSpPr>
          <p:spPr>
            <a:xfrm>
              <a:off x="4381500" y="4152900"/>
              <a:ext cx="152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2.</a:t>
              </a:r>
              <a:endParaRPr lang="en-US" sz="1200" spc="0" kern="0" b="0" i="0" dirty="0">
                <a:solidFill>
                  <a:srgbClr val="070154"/>
                </a:solidFill>
                <a:latin typeface="IBM Plex Sans"/>
                <a:ea typeface="IBM Plex Sans"/>
                <a:cs typeface="IBM Plex Sans"/>
              </a:endParaRPr>
            </a:p>
          </p:txBody>
        </p:sp>
        <p:sp>
          <p:nvSpPr>
            <p:cNvPr id="57" name="node15.source-002.text"/>
            <p:cNvSpPr/>
            <p:nvPr/>
          </p:nvSpPr>
          <p:spPr>
            <a:xfrm>
              <a:off x="4533900" y="4152900"/>
              <a:ext cx="32766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Registration. Capture insurance and consent once, before arrival.</a:t>
              </a:r>
              <a:endParaRPr lang="en-US" sz="1200" spc="0" kern="0" b="0" i="0" dirty="0">
                <a:solidFill>
                  <a:srgbClr val="070154"/>
                </a:solidFill>
                <a:latin typeface="IBM Plex Sans"/>
                <a:ea typeface="IBM Plex Sans"/>
                <a:cs typeface="IBM Plex Sans"/>
              </a:endParaRPr>
            </a:p>
          </p:txBody>
        </p:sp>
        <p:sp>
          <p:nvSpPr>
            <p:cNvPr id="58" name="node15.source-003.number"/>
            <p:cNvSpPr/>
            <p:nvPr/>
          </p:nvSpPr>
          <p:spPr>
            <a:xfrm>
              <a:off x="4381500" y="4648200"/>
              <a:ext cx="152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3.</a:t>
              </a:r>
              <a:endParaRPr lang="en-US" sz="1200" spc="0" kern="0" b="0" i="0" dirty="0">
                <a:solidFill>
                  <a:srgbClr val="070154"/>
                </a:solidFill>
                <a:latin typeface="IBM Plex Sans"/>
                <a:ea typeface="IBM Plex Sans"/>
                <a:cs typeface="IBM Plex Sans"/>
              </a:endParaRPr>
            </a:p>
          </p:txBody>
        </p:sp>
        <p:sp>
          <p:nvSpPr>
            <p:cNvPr id="59" name="node15.source-003.text"/>
            <p:cNvSpPr/>
            <p:nvPr/>
          </p:nvSpPr>
          <p:spPr>
            <a:xfrm>
              <a:off x="4533900" y="4648200"/>
              <a:ext cx="32766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Estimates. A price patients can rely on before they book.</a:t>
              </a:r>
              <a:endParaRPr lang="en-US" sz="1200" spc="0" kern="0" b="0" i="0" dirty="0">
                <a:solidFill>
                  <a:srgbClr val="070154"/>
                </a:solidFill>
                <a:latin typeface="IBM Plex Sans"/>
                <a:ea typeface="IBM Plex Sans"/>
                <a:cs typeface="IBM Plex Sans"/>
              </a:endParaRPr>
            </a:p>
          </p:txBody>
        </p:sp>
        <p:sp>
          <p:nvSpPr>
            <p:cNvPr id="60" name="node15.source-004.number"/>
            <p:cNvSpPr/>
            <p:nvPr/>
          </p:nvSpPr>
          <p:spPr>
            <a:xfrm>
              <a:off x="4381500" y="5143500"/>
              <a:ext cx="152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4.</a:t>
              </a:r>
              <a:endParaRPr lang="en-US" sz="1200" spc="0" kern="0" b="0" i="0" dirty="0">
                <a:solidFill>
                  <a:srgbClr val="070154"/>
                </a:solidFill>
                <a:latin typeface="IBM Plex Sans"/>
                <a:ea typeface="IBM Plex Sans"/>
                <a:cs typeface="IBM Plex Sans"/>
              </a:endParaRPr>
            </a:p>
          </p:txBody>
        </p:sp>
        <p:sp>
          <p:nvSpPr>
            <p:cNvPr id="61" name="node15.source-004.text"/>
            <p:cNvSpPr/>
            <p:nvPr/>
          </p:nvSpPr>
          <p:spPr>
            <a:xfrm>
              <a:off x="4533900" y="5143500"/>
              <a:ext cx="32766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Denials. Stop front-end causes before the claim is sent.</a:t>
              </a:r>
              <a:endParaRPr lang="en-US" sz="1200" spc="0" kern="0" b="0" i="0" dirty="0">
                <a:solidFill>
                  <a:srgbClr val="070154"/>
                </a:solidFill>
                <a:latin typeface="IBM Plex Sans"/>
                <a:ea typeface="IBM Plex Sans"/>
                <a:cs typeface="IBM Plex Sans"/>
              </a:endParaRPr>
            </a:p>
          </p:txBody>
        </p:sp>
      </p:grpSp>
      <p:grpSp>
        <p:nvGrpSpPr>
          <p:cNvPr id="88" name="node16"/>
          <p:cNvGrpSpPr/>
          <p:nvPr/>
        </p:nvGrpSpPr>
        <p:grpSpPr>
          <a:xfrm>
            <a:off x="8039100" y="3200400"/>
            <a:ext cx="3429000" cy="228600"/>
            <a:chOff x="8039100" y="3200400"/>
            <a:chExt cx="3429000" cy="228600"/>
          </a:xfrm>
        </p:grpSpPr>
        <p:sp>
          <p:nvSpPr>
            <p:cNvPr id="62" name="node16.label"/>
            <p:cNvSpPr/>
            <p:nvPr/>
          </p:nvSpPr>
          <p:spPr>
            <a:xfrm>
              <a:off x="8039100" y="3200400"/>
              <a:ext cx="626368"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OUTCOMES</a:t>
              </a:r>
              <a:endParaRPr lang="en-US" sz="900" spc="54" kern="0" b="0" i="0" dirty="0">
                <a:solidFill>
                  <a:srgbClr val="50658E"/>
                </a:solidFill>
                <a:latin typeface="IBM Plex Mono Medium"/>
                <a:ea typeface="IBM Plex Mono Medium"/>
                <a:cs typeface="IBM Plex Mono Medium"/>
              </a:endParaRPr>
            </a:p>
          </p:txBody>
        </p:sp>
        <p:sp>
          <p:nvSpPr>
            <p:cNvPr id="63" name="node16.rule"/>
            <p:cNvSpPr/>
            <p:nvPr/>
          </p:nvSpPr>
          <p:spPr>
            <a:xfrm>
              <a:off x="8792468" y="3309938"/>
              <a:ext cx="2675632" cy="9525"/>
            </a:xfrm>
            <a:prstGeom prst="rect">
              <a:avLst/>
            </a:prstGeom>
            <a:solidFill>
              <a:srgbClr val="CED7E6"/>
            </a:solidFill>
            <a:ln>
              <a:noFill/>
            </a:ln>
          </p:spPr>
        </p:sp>
      </p:grpSp>
      <p:sp>
        <p:nvSpPr>
          <p:cNvPr id="64" name="node17"/>
          <p:cNvSpPr/>
          <p:nvPr/>
        </p:nvSpPr>
        <p:spPr>
          <a:xfrm>
            <a:off x="8039100" y="3429000"/>
            <a:ext cx="3429000" cy="9525"/>
          </a:xfrm>
          <a:prstGeom prst="rect">
            <a:avLst/>
          </a:prstGeom>
          <a:solidFill>
            <a:srgbClr val="CED7E6"/>
          </a:solidFill>
          <a:ln>
            <a:noFill/>
          </a:ln>
        </p:spPr>
      </p:sp>
      <p:grpSp>
        <p:nvGrpSpPr>
          <p:cNvPr id="89" name="node18"/>
          <p:cNvGrpSpPr/>
          <p:nvPr/>
        </p:nvGrpSpPr>
        <p:grpSpPr>
          <a:xfrm>
            <a:off x="8039100" y="3657600"/>
            <a:ext cx="3429000" cy="762000"/>
            <a:chOff x="8039100" y="3657600"/>
            <a:chExt cx="3429000" cy="762000"/>
          </a:xfrm>
        </p:grpSpPr>
        <p:sp>
          <p:nvSpPr>
            <p:cNvPr id="65" name="node18.source-001.bullet"/>
            <p:cNvSpPr/>
            <p:nvPr/>
          </p:nvSpPr>
          <p:spPr>
            <a:xfrm>
              <a:off x="8039100" y="3746500"/>
              <a:ext cx="38100" cy="38100"/>
            </a:xfrm>
            <a:prstGeom prst="rect">
              <a:avLst/>
            </a:prstGeom>
            <a:solidFill>
              <a:srgbClr val="070154"/>
            </a:solidFill>
            <a:ln>
              <a:noFill/>
            </a:ln>
          </p:spPr>
        </p:sp>
        <p:sp>
          <p:nvSpPr>
            <p:cNvPr id="66" name="node18.source-001.text"/>
            <p:cNvSpPr/>
            <p:nvPr/>
          </p:nvSpPr>
          <p:spPr>
            <a:xfrm>
              <a:off x="8191500" y="36576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Future-state process per area</a:t>
              </a:r>
              <a:endParaRPr lang="en-US" sz="1200" spc="0" kern="0" b="0" i="0" dirty="0">
                <a:solidFill>
                  <a:srgbClr val="070154"/>
                </a:solidFill>
                <a:latin typeface="IBM Plex Sans"/>
                <a:ea typeface="IBM Plex Sans"/>
                <a:cs typeface="IBM Plex Sans"/>
              </a:endParaRPr>
            </a:p>
          </p:txBody>
        </p:sp>
        <p:sp>
          <p:nvSpPr>
            <p:cNvPr id="67" name="node18.source-002.bullet"/>
            <p:cNvSpPr/>
            <p:nvPr/>
          </p:nvSpPr>
          <p:spPr>
            <a:xfrm>
              <a:off x="8039100" y="4013200"/>
              <a:ext cx="38100" cy="38100"/>
            </a:xfrm>
            <a:prstGeom prst="rect">
              <a:avLst/>
            </a:prstGeom>
            <a:solidFill>
              <a:srgbClr val="070154"/>
            </a:solidFill>
            <a:ln>
              <a:noFill/>
            </a:ln>
          </p:spPr>
        </p:sp>
        <p:sp>
          <p:nvSpPr>
            <p:cNvPr id="68" name="node18.source-002.text"/>
            <p:cNvSpPr/>
            <p:nvPr/>
          </p:nvSpPr>
          <p:spPr>
            <a:xfrm>
              <a:off x="8191500" y="39243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Decisions log with owners</a:t>
              </a:r>
              <a:endParaRPr lang="en-US" sz="1200" spc="0" kern="0" b="0" i="0" dirty="0">
                <a:solidFill>
                  <a:srgbClr val="070154"/>
                </a:solidFill>
                <a:latin typeface="IBM Plex Sans"/>
                <a:ea typeface="IBM Plex Sans"/>
                <a:cs typeface="IBM Plex Sans"/>
              </a:endParaRPr>
            </a:p>
          </p:txBody>
        </p:sp>
        <p:sp>
          <p:nvSpPr>
            <p:cNvPr id="69" name="node18.source-003.bullet"/>
            <p:cNvSpPr/>
            <p:nvPr/>
          </p:nvSpPr>
          <p:spPr>
            <a:xfrm>
              <a:off x="8039100" y="4279900"/>
              <a:ext cx="38100" cy="38100"/>
            </a:xfrm>
            <a:prstGeom prst="rect">
              <a:avLst/>
            </a:prstGeom>
            <a:solidFill>
              <a:srgbClr val="070154"/>
            </a:solidFill>
            <a:ln>
              <a:noFill/>
            </a:ln>
          </p:spPr>
        </p:sp>
        <p:sp>
          <p:nvSpPr>
            <p:cNvPr id="70" name="node18.source-003.text"/>
            <p:cNvSpPr/>
            <p:nvPr/>
          </p:nvSpPr>
          <p:spPr>
            <a:xfrm>
              <a:off x="8191500" y="41910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Ranked opportunity list</a:t>
              </a:r>
              <a:endParaRPr lang="en-US" sz="1200" spc="0" kern="0" b="0" i="0" dirty="0">
                <a:solidFill>
                  <a:srgbClr val="070154"/>
                </a:solidFill>
                <a:latin typeface="IBM Plex Sans"/>
                <a:ea typeface="IBM Plex Sans"/>
                <a:cs typeface="IBM Plex Sans"/>
              </a:endParaRPr>
            </a:p>
          </p:txBody>
        </p:sp>
      </p:grpSp>
      <p:grpSp>
        <p:nvGrpSpPr>
          <p:cNvPr id="90" name="node19"/>
          <p:cNvGrpSpPr/>
          <p:nvPr/>
        </p:nvGrpSpPr>
        <p:grpSpPr>
          <a:xfrm>
            <a:off x="8039100" y="4800600"/>
            <a:ext cx="3429000" cy="228600"/>
            <a:chOff x="8039100" y="4800600"/>
            <a:chExt cx="3429000" cy="228600"/>
          </a:xfrm>
        </p:grpSpPr>
        <p:sp>
          <p:nvSpPr>
            <p:cNvPr id="71" name="node19.label"/>
            <p:cNvSpPr/>
            <p:nvPr/>
          </p:nvSpPr>
          <p:spPr>
            <a:xfrm>
              <a:off x="8039100" y="4800600"/>
              <a:ext cx="626368"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PRE-WORK</a:t>
              </a:r>
              <a:endParaRPr lang="en-US" sz="900" spc="54" kern="0" b="0" i="0" dirty="0">
                <a:solidFill>
                  <a:srgbClr val="50658E"/>
                </a:solidFill>
                <a:latin typeface="IBM Plex Mono Medium"/>
                <a:ea typeface="IBM Plex Mono Medium"/>
                <a:cs typeface="IBM Plex Mono Medium"/>
              </a:endParaRPr>
            </a:p>
          </p:txBody>
        </p:sp>
        <p:sp>
          <p:nvSpPr>
            <p:cNvPr id="72" name="node19.rule"/>
            <p:cNvSpPr/>
            <p:nvPr/>
          </p:nvSpPr>
          <p:spPr>
            <a:xfrm>
              <a:off x="8792468" y="4910138"/>
              <a:ext cx="2675632" cy="9525"/>
            </a:xfrm>
            <a:prstGeom prst="rect">
              <a:avLst/>
            </a:prstGeom>
            <a:solidFill>
              <a:srgbClr val="CED7E6"/>
            </a:solidFill>
            <a:ln>
              <a:noFill/>
            </a:ln>
          </p:spPr>
        </p:sp>
      </p:grpSp>
      <p:sp>
        <p:nvSpPr>
          <p:cNvPr id="73" name="node20"/>
          <p:cNvSpPr/>
          <p:nvPr/>
        </p:nvSpPr>
        <p:spPr>
          <a:xfrm>
            <a:off x="8039100" y="5029200"/>
            <a:ext cx="3429000" cy="9525"/>
          </a:xfrm>
          <a:prstGeom prst="rect">
            <a:avLst/>
          </a:prstGeom>
          <a:solidFill>
            <a:srgbClr val="CED7E6"/>
          </a:solidFill>
          <a:ln>
            <a:noFill/>
          </a:ln>
        </p:spPr>
      </p:sp>
      <p:grpSp>
        <p:nvGrpSpPr>
          <p:cNvPr id="91" name="node21"/>
          <p:cNvGrpSpPr/>
          <p:nvPr/>
        </p:nvGrpSpPr>
        <p:grpSpPr>
          <a:xfrm>
            <a:off x="8039100" y="5257800"/>
            <a:ext cx="3429000" cy="495300"/>
            <a:chOff x="8039100" y="5257800"/>
            <a:chExt cx="3429000" cy="495300"/>
          </a:xfrm>
        </p:grpSpPr>
        <p:sp>
          <p:nvSpPr>
            <p:cNvPr id="74" name="node21.source-001.bullet"/>
            <p:cNvSpPr/>
            <p:nvPr/>
          </p:nvSpPr>
          <p:spPr>
            <a:xfrm>
              <a:off x="8039100" y="5346700"/>
              <a:ext cx="38100" cy="38100"/>
            </a:xfrm>
            <a:prstGeom prst="rect">
              <a:avLst/>
            </a:prstGeom>
            <a:solidFill>
              <a:srgbClr val="070154"/>
            </a:solidFill>
            <a:ln>
              <a:noFill/>
            </a:ln>
          </p:spPr>
        </p:sp>
        <p:sp>
          <p:nvSpPr>
            <p:cNvPr id="75" name="node21.source-001.text"/>
            <p:cNvSpPr/>
            <p:nvPr/>
          </p:nvSpPr>
          <p:spPr>
            <a:xfrm>
              <a:off x="8191500" y="52578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Read the Discovery readout</a:t>
              </a:r>
              <a:endParaRPr lang="en-US" sz="1200" spc="0" kern="0" b="0" i="0" dirty="0">
                <a:solidFill>
                  <a:srgbClr val="070154"/>
                </a:solidFill>
                <a:latin typeface="IBM Plex Sans"/>
                <a:ea typeface="IBM Plex Sans"/>
                <a:cs typeface="IBM Plex Sans"/>
              </a:endParaRPr>
            </a:p>
          </p:txBody>
        </p:sp>
        <p:sp>
          <p:nvSpPr>
            <p:cNvPr id="76" name="node21.source-002.bullet"/>
            <p:cNvSpPr/>
            <p:nvPr/>
          </p:nvSpPr>
          <p:spPr>
            <a:xfrm>
              <a:off x="8039100" y="5613400"/>
              <a:ext cx="38100" cy="38100"/>
            </a:xfrm>
            <a:prstGeom prst="rect">
              <a:avLst/>
            </a:prstGeom>
            <a:solidFill>
              <a:srgbClr val="070154"/>
            </a:solidFill>
            <a:ln>
              <a:noFill/>
            </a:ln>
          </p:spPr>
        </p:sp>
        <p:sp>
          <p:nvSpPr>
            <p:cNvPr id="77" name="node21.source-002.text"/>
            <p:cNvSpPr/>
            <p:nvPr/>
          </p:nvSpPr>
          <p:spPr>
            <a:xfrm>
              <a:off x="8191500" y="55245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Bring one failed-visit example</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name="source-638">
    <p:spTree>
      <p:nvGrpSpPr>
        <p:cNvPr id="1" name=""/>
        <p:cNvGrpSpPr/>
        <p:nvPr/>
      </p:nvGrpSpPr>
      <p:grpSpPr>
        <a:xfrm>
          <a:off x="0" y="0"/>
          <a:ext cx="0" cy="0"/>
          <a:chOff x="0" y="0"/>
          <a:chExt cx="0" cy="0"/>
        </a:xfrm>
      </p:grpSpPr>
      <p:sp>
        <p:nvSpPr>
          <p:cNvPr id="3" name="eyebrow"/>
          <p:cNvSpPr/>
          <p:nvPr/>
        </p:nvSpPr>
        <p:spPr>
          <a:xfrm>
            <a:off x="723900" y="457200"/>
            <a:ext cx="70866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PATIENT ACCESS WORKSHOPS</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7086600" cy="11430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Four tables, one morning: design the future state of access</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210</a:t>
            </a:fld>
            <a:endParaRPr lang="en-US" sz="700" spc="0" kern="0" b="0" i="0" dirty="0">
              <a:solidFill>
                <a:srgbClr val="070154"/>
              </a:solidFill>
              <a:latin typeface="IBM Plex Mono SemiBold"/>
              <a:ea typeface="IBM Plex Mono SemiBold"/>
              <a:cs typeface="IBM Plex Mono SemiBold"/>
            </a:endParaRPr>
          </a:p>
        </p:txBody>
      </p:sp>
      <p:grpSp>
        <p:nvGrpSpPr>
          <p:cNvPr id="57" name="node01"/>
          <p:cNvGrpSpPr/>
          <p:nvPr/>
        </p:nvGrpSpPr>
        <p:grpSpPr>
          <a:xfrm>
            <a:off x="8077200" y="723900"/>
            <a:ext cx="3390900" cy="4724400"/>
            <a:chOff x="8077200" y="723900"/>
            <a:chExt cx="3390900" cy="4724400"/>
          </a:xfrm>
        </p:grpSpPr>
        <p:sp>
          <p:nvSpPr>
            <p:cNvPr id="6" name="node01.base"/>
            <p:cNvSpPr/>
            <p:nvPr/>
          </p:nvSpPr>
          <p:spPr>
            <a:xfrm>
              <a:off x="8153400" y="838200"/>
              <a:ext cx="0" cy="4191000"/>
            </a:xfrm>
            <a:custGeom>
              <a:avLst/>
              <a:gdLst/>
              <a:ahLst/>
              <a:cxnLst/>
              <a:rect l="l" t="t" r="r" b="b"/>
              <a:pathLst>
                <a:path h="4191000">
                  <a:moveTo>
                    <a:pt x="0" y="0"/>
                  </a:moveTo>
                  <a:lnTo>
                    <a:pt x="0" y="4191000"/>
                  </a:lnTo>
                </a:path>
              </a:pathLst>
            </a:custGeom>
            <a:ln w="25400">
              <a:solidFill>
                <a:srgbClr val="CED7E6"/>
              </a:solidFill>
              <a:prstDash val="solid"/>
            </a:ln>
          </p:spPr>
        </p:sp>
        <p:sp>
          <p:nvSpPr>
            <p:cNvPr id="7" name="node01.steps.slot-001.marker"/>
            <p:cNvSpPr/>
            <p:nvPr/>
          </p:nvSpPr>
          <p:spPr>
            <a:xfrm>
              <a:off x="8077200" y="762000"/>
              <a:ext cx="152400" cy="152400"/>
            </a:xfrm>
            <a:prstGeom prst="rect">
              <a:avLst/>
            </a:prstGeom>
            <a:solidFill>
              <a:srgbClr val="FFFFFF"/>
            </a:solidFill>
            <a:ln w="12700">
              <a:solidFill>
                <a:srgbClr val="070154"/>
              </a:solidFill>
              <a:prstDash val="solid"/>
            </a:ln>
          </p:spPr>
        </p:sp>
        <p:sp>
          <p:nvSpPr>
            <p:cNvPr id="8" name="node01.steps.slot-001.title"/>
            <p:cNvSpPr/>
            <p:nvPr/>
          </p:nvSpPr>
          <p:spPr>
            <a:xfrm>
              <a:off x="8496300" y="723900"/>
              <a:ext cx="1647825"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Welcome and goals</a:t>
              </a:r>
              <a:endParaRPr lang="en-US" sz="1400" spc="0" kern="0" b="0" i="0" dirty="0">
                <a:solidFill>
                  <a:srgbClr val="070154"/>
                </a:solidFill>
                <a:latin typeface="IBM Plex Sans SemiBold"/>
                <a:ea typeface="IBM Plex Sans SemiBold"/>
                <a:cs typeface="IBM Plex Sans SemiBold"/>
              </a:endParaRPr>
            </a:p>
          </p:txBody>
        </p:sp>
        <p:sp>
          <p:nvSpPr>
            <p:cNvPr id="9" name="node01.steps.slot-001.label"/>
            <p:cNvSpPr/>
            <p:nvPr/>
          </p:nvSpPr>
          <p:spPr>
            <a:xfrm>
              <a:off x="10296525" y="811149"/>
              <a:ext cx="325884"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9:00</a:t>
              </a:r>
              <a:endParaRPr lang="en-US" sz="900" spc="54" kern="0" b="0" i="0" dirty="0">
                <a:solidFill>
                  <a:srgbClr val="0047FF"/>
                </a:solidFill>
                <a:latin typeface="IBM Plex Mono Medium"/>
                <a:ea typeface="IBM Plex Mono Medium"/>
                <a:cs typeface="IBM Plex Mono Medium"/>
              </a:endParaRPr>
            </a:p>
          </p:txBody>
        </p:sp>
        <p:sp>
          <p:nvSpPr>
            <p:cNvPr id="10" name="node01.steps.slot-001.description.part-0"/>
            <p:cNvSpPr/>
            <p:nvPr/>
          </p:nvSpPr>
          <p:spPr>
            <a:xfrm>
              <a:off x="8496300" y="10287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Objectives and ground rules.</a:t>
              </a:r>
              <a:endParaRPr lang="en-US" sz="1200" spc="0" kern="0" b="0" i="0" dirty="0">
                <a:solidFill>
                  <a:srgbClr val="50658E"/>
                </a:solidFill>
                <a:latin typeface="IBM Plex Sans"/>
                <a:ea typeface="IBM Plex Sans"/>
                <a:cs typeface="IBM Plex Sans"/>
              </a:endParaRPr>
            </a:p>
          </p:txBody>
        </p:sp>
        <p:sp>
          <p:nvSpPr>
            <p:cNvPr id="11" name="node01.steps.slot-002.marker"/>
            <p:cNvSpPr/>
            <p:nvPr/>
          </p:nvSpPr>
          <p:spPr>
            <a:xfrm>
              <a:off x="8077200" y="1600200"/>
              <a:ext cx="152400" cy="152400"/>
            </a:xfrm>
            <a:prstGeom prst="rect">
              <a:avLst/>
            </a:prstGeom>
            <a:solidFill>
              <a:srgbClr val="FFFFFF"/>
            </a:solidFill>
            <a:ln w="12700">
              <a:solidFill>
                <a:srgbClr val="070154"/>
              </a:solidFill>
              <a:prstDash val="solid"/>
            </a:ln>
          </p:spPr>
        </p:sp>
        <p:sp>
          <p:nvSpPr>
            <p:cNvPr id="12" name="node01.steps.slot-002.title"/>
            <p:cNvSpPr/>
            <p:nvPr/>
          </p:nvSpPr>
          <p:spPr>
            <a:xfrm>
              <a:off x="8496300" y="1562100"/>
              <a:ext cx="1677988"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Current-state recap</a:t>
              </a:r>
              <a:endParaRPr lang="en-US" sz="1400" spc="0" kern="0" b="0" i="0" dirty="0">
                <a:solidFill>
                  <a:srgbClr val="070154"/>
                </a:solidFill>
                <a:latin typeface="IBM Plex Sans SemiBold"/>
                <a:ea typeface="IBM Plex Sans SemiBold"/>
                <a:cs typeface="IBM Plex Sans SemiBold"/>
              </a:endParaRPr>
            </a:p>
          </p:txBody>
        </p:sp>
        <p:sp>
          <p:nvSpPr>
            <p:cNvPr id="13" name="node01.steps.slot-002.label"/>
            <p:cNvSpPr/>
            <p:nvPr/>
          </p:nvSpPr>
          <p:spPr>
            <a:xfrm>
              <a:off x="10326688" y="1649349"/>
              <a:ext cx="325884"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9:15</a:t>
              </a:r>
              <a:endParaRPr lang="en-US" sz="900" spc="54" kern="0" b="0" i="0" dirty="0">
                <a:solidFill>
                  <a:srgbClr val="0047FF"/>
                </a:solidFill>
                <a:latin typeface="IBM Plex Mono Medium"/>
                <a:ea typeface="IBM Plex Mono Medium"/>
                <a:cs typeface="IBM Plex Mono Medium"/>
              </a:endParaRPr>
            </a:p>
          </p:txBody>
        </p:sp>
        <p:sp>
          <p:nvSpPr>
            <p:cNvPr id="14" name="node01.steps.slot-002.description.part-0"/>
            <p:cNvSpPr/>
            <p:nvPr/>
          </p:nvSpPr>
          <p:spPr>
            <a:xfrm>
              <a:off x="8496300" y="18669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What Discovery found.</a:t>
              </a:r>
              <a:endParaRPr lang="en-US" sz="1200" spc="0" kern="0" b="0" i="0" dirty="0">
                <a:solidFill>
                  <a:srgbClr val="50658E"/>
                </a:solidFill>
                <a:latin typeface="IBM Plex Sans"/>
                <a:ea typeface="IBM Plex Sans"/>
                <a:cs typeface="IBM Plex Sans"/>
              </a:endParaRPr>
            </a:p>
          </p:txBody>
        </p:sp>
        <p:sp>
          <p:nvSpPr>
            <p:cNvPr id="15" name="node01.steps.slot-003.marker"/>
            <p:cNvSpPr/>
            <p:nvPr/>
          </p:nvSpPr>
          <p:spPr>
            <a:xfrm>
              <a:off x="8077200" y="2438400"/>
              <a:ext cx="152400" cy="152400"/>
            </a:xfrm>
            <a:prstGeom prst="rect">
              <a:avLst/>
            </a:prstGeom>
            <a:solidFill>
              <a:srgbClr val="FFFFFF"/>
            </a:solidFill>
            <a:ln w="12700">
              <a:solidFill>
                <a:srgbClr val="070154"/>
              </a:solidFill>
              <a:prstDash val="solid"/>
            </a:ln>
          </p:spPr>
        </p:sp>
        <p:sp>
          <p:nvSpPr>
            <p:cNvPr id="16" name="node01.steps.slot-003.title"/>
            <p:cNvSpPr/>
            <p:nvPr/>
          </p:nvSpPr>
          <p:spPr>
            <a:xfrm>
              <a:off x="8496300" y="2400300"/>
              <a:ext cx="1262063"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Design by area</a:t>
              </a:r>
              <a:endParaRPr lang="en-US" sz="1400" spc="0" kern="0" b="0" i="0" dirty="0">
                <a:solidFill>
                  <a:srgbClr val="070154"/>
                </a:solidFill>
                <a:latin typeface="IBM Plex Sans SemiBold"/>
                <a:ea typeface="IBM Plex Sans SemiBold"/>
                <a:cs typeface="IBM Plex Sans SemiBold"/>
              </a:endParaRPr>
            </a:p>
          </p:txBody>
        </p:sp>
        <p:sp>
          <p:nvSpPr>
            <p:cNvPr id="17" name="node01.steps.slot-003.label"/>
            <p:cNvSpPr/>
            <p:nvPr/>
          </p:nvSpPr>
          <p:spPr>
            <a:xfrm>
              <a:off x="9910763" y="2487549"/>
              <a:ext cx="325884"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9:45</a:t>
              </a:r>
              <a:endParaRPr lang="en-US" sz="900" spc="54" kern="0" b="0" i="0" dirty="0">
                <a:solidFill>
                  <a:srgbClr val="0047FF"/>
                </a:solidFill>
                <a:latin typeface="IBM Plex Mono Medium"/>
                <a:ea typeface="IBM Plex Mono Medium"/>
                <a:cs typeface="IBM Plex Mono Medium"/>
              </a:endParaRPr>
            </a:p>
          </p:txBody>
        </p:sp>
        <p:sp>
          <p:nvSpPr>
            <p:cNvPr id="18" name="node01.steps.slot-003.description.part-0"/>
            <p:cNvSpPr/>
            <p:nvPr/>
          </p:nvSpPr>
          <p:spPr>
            <a:xfrm>
              <a:off x="8496300" y="27051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Four breakout tables.</a:t>
              </a:r>
              <a:endParaRPr lang="en-US" sz="1200" spc="0" kern="0" b="0" i="0" dirty="0">
                <a:solidFill>
                  <a:srgbClr val="50658E"/>
                </a:solidFill>
                <a:latin typeface="IBM Plex Sans"/>
                <a:ea typeface="IBM Plex Sans"/>
                <a:cs typeface="IBM Plex Sans"/>
              </a:endParaRPr>
            </a:p>
          </p:txBody>
        </p:sp>
        <p:sp>
          <p:nvSpPr>
            <p:cNvPr id="19" name="node01.steps.slot-004.marker"/>
            <p:cNvSpPr/>
            <p:nvPr/>
          </p:nvSpPr>
          <p:spPr>
            <a:xfrm>
              <a:off x="8077200" y="3276600"/>
              <a:ext cx="152400" cy="152400"/>
            </a:xfrm>
            <a:prstGeom prst="rect">
              <a:avLst/>
            </a:prstGeom>
            <a:solidFill>
              <a:srgbClr val="FFFFFF"/>
            </a:solidFill>
            <a:ln w="12700">
              <a:solidFill>
                <a:srgbClr val="070154"/>
              </a:solidFill>
              <a:prstDash val="solid"/>
            </a:ln>
          </p:spPr>
        </p:sp>
        <p:sp>
          <p:nvSpPr>
            <p:cNvPr id="20" name="node01.steps.slot-004.title"/>
            <p:cNvSpPr/>
            <p:nvPr/>
          </p:nvSpPr>
          <p:spPr>
            <a:xfrm>
              <a:off x="8496300" y="3238500"/>
              <a:ext cx="159385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Playback and gaps</a:t>
              </a:r>
              <a:endParaRPr lang="en-US" sz="1400" spc="0" kern="0" b="0" i="0" dirty="0">
                <a:solidFill>
                  <a:srgbClr val="070154"/>
                </a:solidFill>
                <a:latin typeface="IBM Plex Sans SemiBold"/>
                <a:ea typeface="IBM Plex Sans SemiBold"/>
                <a:cs typeface="IBM Plex Sans SemiBold"/>
              </a:endParaRPr>
            </a:p>
          </p:txBody>
        </p:sp>
        <p:sp>
          <p:nvSpPr>
            <p:cNvPr id="21" name="node01.steps.slot-004.label"/>
            <p:cNvSpPr/>
            <p:nvPr/>
          </p:nvSpPr>
          <p:spPr>
            <a:xfrm>
              <a:off x="10242550" y="3325749"/>
              <a:ext cx="401005"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11:00</a:t>
              </a:r>
              <a:endParaRPr lang="en-US" sz="900" spc="54" kern="0" b="0" i="0" dirty="0">
                <a:solidFill>
                  <a:srgbClr val="0047FF"/>
                </a:solidFill>
                <a:latin typeface="IBM Plex Mono Medium"/>
                <a:ea typeface="IBM Plex Mono Medium"/>
                <a:cs typeface="IBM Plex Mono Medium"/>
              </a:endParaRPr>
            </a:p>
          </p:txBody>
        </p:sp>
        <p:sp>
          <p:nvSpPr>
            <p:cNvPr id="22" name="node01.steps.slot-004.description.part-0"/>
            <p:cNvSpPr/>
            <p:nvPr/>
          </p:nvSpPr>
          <p:spPr>
            <a:xfrm>
              <a:off x="8496300" y="35433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Each table reports back.</a:t>
              </a:r>
              <a:endParaRPr lang="en-US" sz="1200" spc="0" kern="0" b="0" i="0" dirty="0">
                <a:solidFill>
                  <a:srgbClr val="50658E"/>
                </a:solidFill>
                <a:latin typeface="IBM Plex Sans"/>
                <a:ea typeface="IBM Plex Sans"/>
                <a:cs typeface="IBM Plex Sans"/>
              </a:endParaRPr>
            </a:p>
          </p:txBody>
        </p:sp>
        <p:sp>
          <p:nvSpPr>
            <p:cNvPr id="23" name="node01.steps.slot-005.marker"/>
            <p:cNvSpPr/>
            <p:nvPr/>
          </p:nvSpPr>
          <p:spPr>
            <a:xfrm>
              <a:off x="8077200" y="4114800"/>
              <a:ext cx="152400" cy="152400"/>
            </a:xfrm>
            <a:prstGeom prst="rect">
              <a:avLst/>
            </a:prstGeom>
            <a:solidFill>
              <a:srgbClr val="FFFFFF"/>
            </a:solidFill>
            <a:ln w="12700">
              <a:solidFill>
                <a:srgbClr val="070154"/>
              </a:solidFill>
              <a:prstDash val="solid"/>
            </a:ln>
          </p:spPr>
        </p:sp>
        <p:sp>
          <p:nvSpPr>
            <p:cNvPr id="24" name="node01.steps.slot-005.title"/>
            <p:cNvSpPr/>
            <p:nvPr/>
          </p:nvSpPr>
          <p:spPr>
            <a:xfrm>
              <a:off x="8496300" y="4076700"/>
              <a:ext cx="842963"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Decisions</a:t>
              </a:r>
              <a:endParaRPr lang="en-US" sz="1400" spc="0" kern="0" b="0" i="0" dirty="0">
                <a:solidFill>
                  <a:srgbClr val="070154"/>
                </a:solidFill>
                <a:latin typeface="IBM Plex Sans SemiBold"/>
                <a:ea typeface="IBM Plex Sans SemiBold"/>
                <a:cs typeface="IBM Plex Sans SemiBold"/>
              </a:endParaRPr>
            </a:p>
          </p:txBody>
        </p:sp>
        <p:sp>
          <p:nvSpPr>
            <p:cNvPr id="25" name="node01.steps.slot-005.label"/>
            <p:cNvSpPr/>
            <p:nvPr/>
          </p:nvSpPr>
          <p:spPr>
            <a:xfrm>
              <a:off x="9491663" y="4163949"/>
              <a:ext cx="401005"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11:40</a:t>
              </a:r>
              <a:endParaRPr lang="en-US" sz="900" spc="54" kern="0" b="0" i="0" dirty="0">
                <a:solidFill>
                  <a:srgbClr val="0047FF"/>
                </a:solidFill>
                <a:latin typeface="IBM Plex Mono Medium"/>
                <a:ea typeface="IBM Plex Mono Medium"/>
                <a:cs typeface="IBM Plex Mono Medium"/>
              </a:endParaRPr>
            </a:p>
          </p:txBody>
        </p:sp>
        <p:sp>
          <p:nvSpPr>
            <p:cNvPr id="26" name="node01.steps.slot-005.description.part-0"/>
            <p:cNvSpPr/>
            <p:nvPr/>
          </p:nvSpPr>
          <p:spPr>
            <a:xfrm>
              <a:off x="8496300" y="43815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Owners and next steps.</a:t>
              </a:r>
              <a:endParaRPr lang="en-US" sz="1200" spc="0" kern="0" b="0" i="0" dirty="0">
                <a:solidFill>
                  <a:srgbClr val="50658E"/>
                </a:solidFill>
                <a:latin typeface="IBM Plex Sans"/>
                <a:ea typeface="IBM Plex Sans"/>
                <a:cs typeface="IBM Plex Sans"/>
              </a:endParaRPr>
            </a:p>
          </p:txBody>
        </p:sp>
        <p:sp>
          <p:nvSpPr>
            <p:cNvPr id="27" name="node01.steps.slot-006.marker"/>
            <p:cNvSpPr/>
            <p:nvPr/>
          </p:nvSpPr>
          <p:spPr>
            <a:xfrm>
              <a:off x="8077200" y="4953000"/>
              <a:ext cx="152400" cy="152400"/>
            </a:xfrm>
            <a:prstGeom prst="rect">
              <a:avLst/>
            </a:prstGeom>
            <a:solidFill>
              <a:srgbClr val="FFFFFF"/>
            </a:solidFill>
            <a:ln w="12700">
              <a:solidFill>
                <a:srgbClr val="070154"/>
              </a:solidFill>
              <a:prstDash val="solid"/>
            </a:ln>
          </p:spPr>
        </p:sp>
        <p:sp>
          <p:nvSpPr>
            <p:cNvPr id="28" name="node01.steps.slot-006.title"/>
            <p:cNvSpPr/>
            <p:nvPr/>
          </p:nvSpPr>
          <p:spPr>
            <a:xfrm>
              <a:off x="8496300" y="4914900"/>
              <a:ext cx="504825"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Close</a:t>
              </a:r>
              <a:endParaRPr lang="en-US" sz="1400" spc="0" kern="0" b="0" i="0" dirty="0">
                <a:solidFill>
                  <a:srgbClr val="070154"/>
                </a:solidFill>
                <a:latin typeface="IBM Plex Sans SemiBold"/>
                <a:ea typeface="IBM Plex Sans SemiBold"/>
                <a:cs typeface="IBM Plex Sans SemiBold"/>
              </a:endParaRPr>
            </a:p>
          </p:txBody>
        </p:sp>
        <p:sp>
          <p:nvSpPr>
            <p:cNvPr id="29" name="node01.steps.slot-006.label"/>
            <p:cNvSpPr/>
            <p:nvPr/>
          </p:nvSpPr>
          <p:spPr>
            <a:xfrm>
              <a:off x="9153525" y="5002149"/>
              <a:ext cx="401005"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12:00</a:t>
              </a:r>
              <a:endParaRPr lang="en-US" sz="900" spc="54" kern="0" b="0" i="0" dirty="0">
                <a:solidFill>
                  <a:srgbClr val="0047FF"/>
                </a:solidFill>
                <a:latin typeface="IBM Plex Mono Medium"/>
                <a:ea typeface="IBM Plex Mono Medium"/>
                <a:cs typeface="IBM Plex Mono Medium"/>
              </a:endParaRPr>
            </a:p>
          </p:txBody>
        </p:sp>
        <p:sp>
          <p:nvSpPr>
            <p:cNvPr id="30" name="node01.steps.slot-006.description.part-0"/>
            <p:cNvSpPr/>
            <p:nvPr/>
          </p:nvSpPr>
          <p:spPr>
            <a:xfrm>
              <a:off x="8496300" y="52197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Confirm pre-work for session 3.</a:t>
              </a:r>
              <a:endParaRPr lang="en-US" sz="1200" spc="0" kern="0" b="0" i="0" dirty="0">
                <a:solidFill>
                  <a:srgbClr val="50658E"/>
                </a:solidFill>
                <a:latin typeface="IBM Plex Sans"/>
                <a:ea typeface="IBM Plex Sans"/>
                <a:cs typeface="IBM Plex Sans"/>
              </a:endParaRPr>
            </a:p>
          </p:txBody>
        </p:sp>
      </p:grpSp>
      <p:grpSp>
        <p:nvGrpSpPr>
          <p:cNvPr id="58" name="node02"/>
          <p:cNvGrpSpPr/>
          <p:nvPr/>
        </p:nvGrpSpPr>
        <p:grpSpPr>
          <a:xfrm>
            <a:off x="723900" y="2057400"/>
            <a:ext cx="7086600" cy="609600"/>
            <a:chOff x="723900" y="2057400"/>
            <a:chExt cx="7086600" cy="609600"/>
          </a:xfrm>
        </p:grpSpPr>
        <p:sp>
          <p:nvSpPr>
            <p:cNvPr id="31" name="node02.text"/>
            <p:cNvSpPr/>
            <p:nvPr/>
          </p:nvSpPr>
          <p:spPr>
            <a:xfrm>
              <a:off x="723900" y="2057400"/>
              <a:ext cx="7086600" cy="609600"/>
            </a:xfrm>
            <a:prstGeom prst="rect">
              <a:avLst/>
            </a:prstGeom>
            <a:noFill/>
            <a:ln/>
          </p:spPr>
          <p:txBody>
            <a:bodyPr wrap="square" lIns="0" tIns="0" rIns="0" bIns="0" rtlCol="0" anchor="t"/>
            <a:lstStyle/>
            <a:p>
              <a:pPr algn="l" indent="0" marL="0">
                <a:lnSpc>
                  <a:spcPts val="2400"/>
                </a:lnSpc>
                <a:buNone/>
              </a:pPr>
              <a:r>
                <a:rPr lang="en-US" sz="1600" spc="0" kern="0" b="0" i="0" dirty="0">
                  <a:solidFill>
                    <a:srgbClr val="070154"/>
                  </a:solidFill>
                  <a:latin typeface="IBM Plex Sans"/>
                  <a:ea typeface="IBM Plex Sans"/>
                  <a:cs typeface="IBM Plex Sans"/>
                </a:rPr>
                <a:t>Agree how patients will schedule, register, get estimates and avoid denials, with named owners by Oct 28.</a:t>
              </a:r>
              <a:endParaRPr lang="en-US" sz="1600" spc="0" kern="0" b="0" i="0" dirty="0">
                <a:solidFill>
                  <a:srgbClr val="070154"/>
                </a:solidFill>
                <a:latin typeface="IBM Plex Sans"/>
                <a:ea typeface="IBM Plex Sans"/>
                <a:cs typeface="IBM Plex Sans"/>
              </a:endParaRPr>
            </a:p>
          </p:txBody>
        </p:sp>
      </p:grpSp>
      <p:grpSp>
        <p:nvGrpSpPr>
          <p:cNvPr id="59" name="node03"/>
          <p:cNvGrpSpPr/>
          <p:nvPr/>
        </p:nvGrpSpPr>
        <p:grpSpPr>
          <a:xfrm>
            <a:off x="723900" y="2971800"/>
            <a:ext cx="7086600" cy="228600"/>
            <a:chOff x="723900" y="2971800"/>
            <a:chExt cx="7086600" cy="228600"/>
          </a:xfrm>
        </p:grpSpPr>
        <p:sp>
          <p:nvSpPr>
            <p:cNvPr id="32" name="node03.label"/>
            <p:cNvSpPr/>
            <p:nvPr/>
          </p:nvSpPr>
          <p:spPr>
            <a:xfrm>
              <a:off x="723900" y="2971800"/>
              <a:ext cx="1077094"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AREAS OF FOCUS</a:t>
              </a:r>
              <a:endParaRPr lang="en-US" sz="900" spc="54" kern="0" b="0" i="0" dirty="0">
                <a:solidFill>
                  <a:srgbClr val="50658E"/>
                </a:solidFill>
                <a:latin typeface="IBM Plex Mono Medium"/>
                <a:ea typeface="IBM Plex Mono Medium"/>
                <a:cs typeface="IBM Plex Mono Medium"/>
              </a:endParaRPr>
            </a:p>
          </p:txBody>
        </p:sp>
        <p:sp>
          <p:nvSpPr>
            <p:cNvPr id="33" name="node03.rule"/>
            <p:cNvSpPr/>
            <p:nvPr/>
          </p:nvSpPr>
          <p:spPr>
            <a:xfrm>
              <a:off x="1927994" y="3081338"/>
              <a:ext cx="5882506" cy="9525"/>
            </a:xfrm>
            <a:prstGeom prst="rect">
              <a:avLst/>
            </a:prstGeom>
            <a:solidFill>
              <a:srgbClr val="CED7E6"/>
            </a:solidFill>
            <a:ln>
              <a:noFill/>
            </a:ln>
          </p:spPr>
        </p:sp>
      </p:grpSp>
      <p:sp>
        <p:nvSpPr>
          <p:cNvPr id="34" name="node04"/>
          <p:cNvSpPr/>
          <p:nvPr/>
        </p:nvSpPr>
        <p:spPr>
          <a:xfrm>
            <a:off x="723900" y="3200400"/>
            <a:ext cx="7086600" cy="9525"/>
          </a:xfrm>
          <a:prstGeom prst="rect">
            <a:avLst/>
          </a:prstGeom>
          <a:solidFill>
            <a:srgbClr val="CED7E6"/>
          </a:solidFill>
          <a:ln>
            <a:noFill/>
          </a:ln>
        </p:spPr>
      </p:sp>
      <p:grpSp>
        <p:nvGrpSpPr>
          <p:cNvPr id="60" name="node05"/>
          <p:cNvGrpSpPr/>
          <p:nvPr/>
        </p:nvGrpSpPr>
        <p:grpSpPr>
          <a:xfrm>
            <a:off x="723900" y="3429000"/>
            <a:ext cx="3429000" cy="952500"/>
            <a:chOff x="723900" y="3429000"/>
            <a:chExt cx="3429000" cy="952500"/>
          </a:xfrm>
        </p:grpSpPr>
        <p:sp>
          <p:nvSpPr>
            <p:cNvPr id="35" name="node05.source-001.bullet"/>
            <p:cNvSpPr/>
            <p:nvPr/>
          </p:nvSpPr>
          <p:spPr>
            <a:xfrm>
              <a:off x="723900" y="3517900"/>
              <a:ext cx="38100" cy="38100"/>
            </a:xfrm>
            <a:prstGeom prst="rect">
              <a:avLst/>
            </a:prstGeom>
            <a:solidFill>
              <a:srgbClr val="070154"/>
            </a:solidFill>
            <a:ln>
              <a:noFill/>
            </a:ln>
          </p:spPr>
        </p:sp>
        <p:sp>
          <p:nvSpPr>
            <p:cNvPr id="36" name="node05.source-001.text"/>
            <p:cNvSpPr/>
            <p:nvPr/>
          </p:nvSpPr>
          <p:spPr>
            <a:xfrm>
              <a:off x="876300" y="3429000"/>
              <a:ext cx="32766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 xml:space="preserve">Scheduling.</a:t>
              </a:r>
              <a:r>
                <a:rPr lang="en-US" sz="1200" spc="0" kern="0" b="0" i="0" dirty="0">
                  <a:solidFill>
                    <a:srgbClr val="50658E"/>
                  </a:solidFill>
                  <a:latin typeface="IBM Plex Sans"/>
                  <a:ea typeface="IBM Plex Sans"/>
                  <a:cs typeface="IBM Plex Sans"/>
                </a:rPr>
                <a:t xml:space="preserve"> One front door and one template for every service line.</a:t>
              </a:r>
              <a:endParaRPr lang="en-US" sz="1200" spc="0" kern="0" b="0" i="0" dirty="0">
                <a:solidFill>
                  <a:srgbClr val="070154"/>
                </a:solidFill>
                <a:latin typeface="IBM Plex Sans"/>
                <a:ea typeface="IBM Plex Sans"/>
                <a:cs typeface="IBM Plex Sans"/>
              </a:endParaRPr>
            </a:p>
          </p:txBody>
        </p:sp>
        <p:sp>
          <p:nvSpPr>
            <p:cNvPr id="37" name="node05.source-002.bullet"/>
            <p:cNvSpPr/>
            <p:nvPr/>
          </p:nvSpPr>
          <p:spPr>
            <a:xfrm>
              <a:off x="723900" y="4013200"/>
              <a:ext cx="38100" cy="38100"/>
            </a:xfrm>
            <a:prstGeom prst="rect">
              <a:avLst/>
            </a:prstGeom>
            <a:solidFill>
              <a:srgbClr val="070154"/>
            </a:solidFill>
            <a:ln>
              <a:noFill/>
            </a:ln>
          </p:spPr>
        </p:sp>
        <p:sp>
          <p:nvSpPr>
            <p:cNvPr id="38" name="node05.source-002.text"/>
            <p:cNvSpPr/>
            <p:nvPr/>
          </p:nvSpPr>
          <p:spPr>
            <a:xfrm>
              <a:off x="876300" y="3924300"/>
              <a:ext cx="32766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 xml:space="preserve">Registration.</a:t>
              </a:r>
              <a:r>
                <a:rPr lang="en-US" sz="1200" spc="0" kern="0" b="0" i="0" dirty="0">
                  <a:solidFill>
                    <a:srgbClr val="50658E"/>
                  </a:solidFill>
                  <a:latin typeface="IBM Plex Sans"/>
                  <a:ea typeface="IBM Plex Sans"/>
                  <a:cs typeface="IBM Plex Sans"/>
                </a:rPr>
                <a:t xml:space="preserve"> Capture insurance and consent once, before arrival.</a:t>
              </a:r>
              <a:endParaRPr lang="en-US" sz="1200" spc="0" kern="0" b="0" i="0" dirty="0">
                <a:solidFill>
                  <a:srgbClr val="070154"/>
                </a:solidFill>
                <a:latin typeface="IBM Plex Sans"/>
                <a:ea typeface="IBM Plex Sans"/>
                <a:cs typeface="IBM Plex Sans"/>
              </a:endParaRPr>
            </a:p>
          </p:txBody>
        </p:sp>
      </p:grpSp>
      <p:grpSp>
        <p:nvGrpSpPr>
          <p:cNvPr id="61" name="node06"/>
          <p:cNvGrpSpPr/>
          <p:nvPr/>
        </p:nvGrpSpPr>
        <p:grpSpPr>
          <a:xfrm>
            <a:off x="4381500" y="3429000"/>
            <a:ext cx="3429000" cy="952500"/>
            <a:chOff x="4381500" y="3429000"/>
            <a:chExt cx="3429000" cy="952500"/>
          </a:xfrm>
        </p:grpSpPr>
        <p:sp>
          <p:nvSpPr>
            <p:cNvPr id="39" name="node06.source-001.bullet"/>
            <p:cNvSpPr/>
            <p:nvPr/>
          </p:nvSpPr>
          <p:spPr>
            <a:xfrm>
              <a:off x="4381500" y="3517900"/>
              <a:ext cx="38100" cy="38100"/>
            </a:xfrm>
            <a:prstGeom prst="rect">
              <a:avLst/>
            </a:prstGeom>
            <a:solidFill>
              <a:srgbClr val="070154"/>
            </a:solidFill>
            <a:ln>
              <a:noFill/>
            </a:ln>
          </p:spPr>
        </p:sp>
        <p:sp>
          <p:nvSpPr>
            <p:cNvPr id="40" name="node06.source-001.text"/>
            <p:cNvSpPr/>
            <p:nvPr/>
          </p:nvSpPr>
          <p:spPr>
            <a:xfrm>
              <a:off x="4533900" y="3429000"/>
              <a:ext cx="32766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 xml:space="preserve">Estimates.</a:t>
              </a:r>
              <a:r>
                <a:rPr lang="en-US" sz="1200" spc="0" kern="0" b="0" i="0" dirty="0">
                  <a:solidFill>
                    <a:srgbClr val="50658E"/>
                  </a:solidFill>
                  <a:latin typeface="IBM Plex Sans"/>
                  <a:ea typeface="IBM Plex Sans"/>
                  <a:cs typeface="IBM Plex Sans"/>
                </a:rPr>
                <a:t xml:space="preserve"> A price patients can rely on before they book.</a:t>
              </a:r>
              <a:endParaRPr lang="en-US" sz="1200" spc="0" kern="0" b="0" i="0" dirty="0">
                <a:solidFill>
                  <a:srgbClr val="070154"/>
                </a:solidFill>
                <a:latin typeface="IBM Plex Sans"/>
                <a:ea typeface="IBM Plex Sans"/>
                <a:cs typeface="IBM Plex Sans"/>
              </a:endParaRPr>
            </a:p>
          </p:txBody>
        </p:sp>
        <p:sp>
          <p:nvSpPr>
            <p:cNvPr id="41" name="node06.source-002.bullet"/>
            <p:cNvSpPr/>
            <p:nvPr/>
          </p:nvSpPr>
          <p:spPr>
            <a:xfrm>
              <a:off x="4381500" y="4013200"/>
              <a:ext cx="38100" cy="38100"/>
            </a:xfrm>
            <a:prstGeom prst="rect">
              <a:avLst/>
            </a:prstGeom>
            <a:solidFill>
              <a:srgbClr val="070154"/>
            </a:solidFill>
            <a:ln>
              <a:noFill/>
            </a:ln>
          </p:spPr>
        </p:sp>
        <p:sp>
          <p:nvSpPr>
            <p:cNvPr id="42" name="node06.source-002.text"/>
            <p:cNvSpPr/>
            <p:nvPr/>
          </p:nvSpPr>
          <p:spPr>
            <a:xfrm>
              <a:off x="4533900" y="3924300"/>
              <a:ext cx="32766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 xml:space="preserve">Denials.</a:t>
              </a:r>
              <a:r>
                <a:rPr lang="en-US" sz="1200" spc="0" kern="0" b="0" i="0" dirty="0">
                  <a:solidFill>
                    <a:srgbClr val="50658E"/>
                  </a:solidFill>
                  <a:latin typeface="IBM Plex Sans"/>
                  <a:ea typeface="IBM Plex Sans"/>
                  <a:cs typeface="IBM Plex Sans"/>
                </a:rPr>
                <a:t xml:space="preserve"> Stop front-end causes before the claim is sent.</a:t>
              </a:r>
              <a:endParaRPr lang="en-US" sz="1200" spc="0" kern="0" b="0" i="0" dirty="0">
                <a:solidFill>
                  <a:srgbClr val="070154"/>
                </a:solidFill>
                <a:latin typeface="IBM Plex Sans"/>
                <a:ea typeface="IBM Plex Sans"/>
                <a:cs typeface="IBM Plex Sans"/>
              </a:endParaRPr>
            </a:p>
          </p:txBody>
        </p:sp>
      </p:grpSp>
      <p:grpSp>
        <p:nvGrpSpPr>
          <p:cNvPr id="62" name="node07"/>
          <p:cNvGrpSpPr/>
          <p:nvPr/>
        </p:nvGrpSpPr>
        <p:grpSpPr>
          <a:xfrm>
            <a:off x="723900" y="4800600"/>
            <a:ext cx="3429000" cy="228600"/>
            <a:chOff x="723900" y="4800600"/>
            <a:chExt cx="3429000" cy="228600"/>
          </a:xfrm>
        </p:grpSpPr>
        <p:sp>
          <p:nvSpPr>
            <p:cNvPr id="43" name="node07.label"/>
            <p:cNvSpPr/>
            <p:nvPr/>
          </p:nvSpPr>
          <p:spPr>
            <a:xfrm>
              <a:off x="723900" y="4800600"/>
              <a:ext cx="1828304"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WHAT YOU WILL LEAVE WITH</a:t>
              </a:r>
              <a:endParaRPr lang="en-US" sz="900" spc="54" kern="0" b="0" i="0" dirty="0">
                <a:solidFill>
                  <a:srgbClr val="50658E"/>
                </a:solidFill>
                <a:latin typeface="IBM Plex Mono Medium"/>
                <a:ea typeface="IBM Plex Mono Medium"/>
                <a:cs typeface="IBM Plex Mono Medium"/>
              </a:endParaRPr>
            </a:p>
          </p:txBody>
        </p:sp>
        <p:sp>
          <p:nvSpPr>
            <p:cNvPr id="44" name="node07.rule"/>
            <p:cNvSpPr/>
            <p:nvPr/>
          </p:nvSpPr>
          <p:spPr>
            <a:xfrm>
              <a:off x="2679204" y="4910138"/>
              <a:ext cx="1473696" cy="9525"/>
            </a:xfrm>
            <a:prstGeom prst="rect">
              <a:avLst/>
            </a:prstGeom>
            <a:solidFill>
              <a:srgbClr val="CED7E6"/>
            </a:solidFill>
            <a:ln>
              <a:noFill/>
            </a:ln>
          </p:spPr>
        </p:sp>
      </p:grpSp>
      <p:sp>
        <p:nvSpPr>
          <p:cNvPr id="45" name="node08"/>
          <p:cNvSpPr/>
          <p:nvPr/>
        </p:nvSpPr>
        <p:spPr>
          <a:xfrm>
            <a:off x="723900" y="5029200"/>
            <a:ext cx="3429000" cy="9525"/>
          </a:xfrm>
          <a:prstGeom prst="rect">
            <a:avLst/>
          </a:prstGeom>
          <a:solidFill>
            <a:srgbClr val="CED7E6"/>
          </a:solidFill>
          <a:ln>
            <a:noFill/>
          </a:ln>
        </p:spPr>
      </p:sp>
      <p:grpSp>
        <p:nvGrpSpPr>
          <p:cNvPr id="63" name="node09"/>
          <p:cNvGrpSpPr/>
          <p:nvPr/>
        </p:nvGrpSpPr>
        <p:grpSpPr>
          <a:xfrm>
            <a:off x="723900" y="5257800"/>
            <a:ext cx="3429000" cy="495300"/>
            <a:chOff x="723900" y="5257800"/>
            <a:chExt cx="3429000" cy="495300"/>
          </a:xfrm>
        </p:grpSpPr>
        <p:sp>
          <p:nvSpPr>
            <p:cNvPr id="46" name="node09.source-001.bullet"/>
            <p:cNvSpPr/>
            <p:nvPr/>
          </p:nvSpPr>
          <p:spPr>
            <a:xfrm>
              <a:off x="723900" y="5346700"/>
              <a:ext cx="38100" cy="38100"/>
            </a:xfrm>
            <a:prstGeom prst="rect">
              <a:avLst/>
            </a:prstGeom>
            <a:solidFill>
              <a:srgbClr val="070154"/>
            </a:solidFill>
            <a:ln>
              <a:noFill/>
            </a:ln>
          </p:spPr>
        </p:sp>
        <p:sp>
          <p:nvSpPr>
            <p:cNvPr id="47" name="node09.source-001.text"/>
            <p:cNvSpPr/>
            <p:nvPr/>
          </p:nvSpPr>
          <p:spPr>
            <a:xfrm>
              <a:off x="876300" y="52578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Future-state process per area</a:t>
              </a:r>
              <a:endParaRPr lang="en-US" sz="1200" spc="0" kern="0" b="0" i="0" dirty="0">
                <a:solidFill>
                  <a:srgbClr val="070154"/>
                </a:solidFill>
                <a:latin typeface="IBM Plex Sans"/>
                <a:ea typeface="IBM Plex Sans"/>
                <a:cs typeface="IBM Plex Sans"/>
              </a:endParaRPr>
            </a:p>
          </p:txBody>
        </p:sp>
        <p:sp>
          <p:nvSpPr>
            <p:cNvPr id="48" name="node09.source-002.bullet"/>
            <p:cNvSpPr/>
            <p:nvPr/>
          </p:nvSpPr>
          <p:spPr>
            <a:xfrm>
              <a:off x="723900" y="5613400"/>
              <a:ext cx="38100" cy="38100"/>
            </a:xfrm>
            <a:prstGeom prst="rect">
              <a:avLst/>
            </a:prstGeom>
            <a:solidFill>
              <a:srgbClr val="070154"/>
            </a:solidFill>
            <a:ln>
              <a:noFill/>
            </a:ln>
          </p:spPr>
        </p:sp>
        <p:sp>
          <p:nvSpPr>
            <p:cNvPr id="49" name="node09.source-002.text"/>
            <p:cNvSpPr/>
            <p:nvPr/>
          </p:nvSpPr>
          <p:spPr>
            <a:xfrm>
              <a:off x="876300" y="55245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Decisions log and a ranked list</a:t>
              </a:r>
              <a:endParaRPr lang="en-US" sz="1200" spc="0" kern="0" b="0" i="0" dirty="0">
                <a:solidFill>
                  <a:srgbClr val="070154"/>
                </a:solidFill>
                <a:latin typeface="IBM Plex Sans"/>
                <a:ea typeface="IBM Plex Sans"/>
                <a:cs typeface="IBM Plex Sans"/>
              </a:endParaRPr>
            </a:p>
          </p:txBody>
        </p:sp>
      </p:grpSp>
      <p:grpSp>
        <p:nvGrpSpPr>
          <p:cNvPr id="64" name="node10"/>
          <p:cNvGrpSpPr/>
          <p:nvPr/>
        </p:nvGrpSpPr>
        <p:grpSpPr>
          <a:xfrm>
            <a:off x="4381500" y="4800600"/>
            <a:ext cx="3429000" cy="228600"/>
            <a:chOff x="4381500" y="4800600"/>
            <a:chExt cx="3429000" cy="228600"/>
          </a:xfrm>
        </p:grpSpPr>
        <p:sp>
          <p:nvSpPr>
            <p:cNvPr id="50" name="node10.label"/>
            <p:cNvSpPr/>
            <p:nvPr/>
          </p:nvSpPr>
          <p:spPr>
            <a:xfrm>
              <a:off x="4381500" y="4800600"/>
              <a:ext cx="1903425"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WHO ATTENDS, AND PRE-WORK</a:t>
              </a:r>
              <a:endParaRPr lang="en-US" sz="900" spc="54" kern="0" b="0" i="0" dirty="0">
                <a:solidFill>
                  <a:srgbClr val="50658E"/>
                </a:solidFill>
                <a:latin typeface="IBM Plex Mono Medium"/>
                <a:ea typeface="IBM Plex Mono Medium"/>
                <a:cs typeface="IBM Plex Mono Medium"/>
              </a:endParaRPr>
            </a:p>
          </p:txBody>
        </p:sp>
        <p:sp>
          <p:nvSpPr>
            <p:cNvPr id="51" name="node10.rule"/>
            <p:cNvSpPr/>
            <p:nvPr/>
          </p:nvSpPr>
          <p:spPr>
            <a:xfrm>
              <a:off x="6411925" y="4910138"/>
              <a:ext cx="1398575" cy="9525"/>
            </a:xfrm>
            <a:prstGeom prst="rect">
              <a:avLst/>
            </a:prstGeom>
            <a:solidFill>
              <a:srgbClr val="CED7E6"/>
            </a:solidFill>
            <a:ln>
              <a:noFill/>
            </a:ln>
          </p:spPr>
        </p:sp>
      </p:grpSp>
      <p:sp>
        <p:nvSpPr>
          <p:cNvPr id="52" name="node11"/>
          <p:cNvSpPr/>
          <p:nvPr/>
        </p:nvSpPr>
        <p:spPr>
          <a:xfrm>
            <a:off x="4381500" y="5029200"/>
            <a:ext cx="3429000" cy="9525"/>
          </a:xfrm>
          <a:prstGeom prst="rect">
            <a:avLst/>
          </a:prstGeom>
          <a:solidFill>
            <a:srgbClr val="CED7E6"/>
          </a:solidFill>
          <a:ln>
            <a:noFill/>
          </a:ln>
        </p:spPr>
      </p:sp>
      <p:grpSp>
        <p:nvGrpSpPr>
          <p:cNvPr id="65" name="node12"/>
          <p:cNvGrpSpPr/>
          <p:nvPr/>
        </p:nvGrpSpPr>
        <p:grpSpPr>
          <a:xfrm>
            <a:off x="4381500" y="5257800"/>
            <a:ext cx="3429000" cy="495300"/>
            <a:chOff x="4381500" y="5257800"/>
            <a:chExt cx="3429000" cy="495300"/>
          </a:xfrm>
        </p:grpSpPr>
        <p:sp>
          <p:nvSpPr>
            <p:cNvPr id="53" name="node12.source-001.bullet"/>
            <p:cNvSpPr/>
            <p:nvPr/>
          </p:nvSpPr>
          <p:spPr>
            <a:xfrm>
              <a:off x="4381500" y="5346700"/>
              <a:ext cx="38100" cy="38100"/>
            </a:xfrm>
            <a:prstGeom prst="rect">
              <a:avLst/>
            </a:prstGeom>
            <a:solidFill>
              <a:srgbClr val="070154"/>
            </a:solidFill>
            <a:ln>
              <a:noFill/>
            </a:ln>
          </p:spPr>
        </p:sp>
        <p:sp>
          <p:nvSpPr>
            <p:cNvPr id="54" name="node12.source-001.text"/>
            <p:cNvSpPr/>
            <p:nvPr/>
          </p:nvSpPr>
          <p:spPr>
            <a:xfrm>
              <a:off x="4533900" y="52578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Access, revenue cycle, IT and registration leads</a:t>
              </a:r>
              <a:endParaRPr lang="en-US" sz="1200" spc="0" kern="0" b="0" i="0" dirty="0">
                <a:solidFill>
                  <a:srgbClr val="070154"/>
                </a:solidFill>
                <a:latin typeface="IBM Plex Sans"/>
                <a:ea typeface="IBM Plex Sans"/>
                <a:cs typeface="IBM Plex Sans"/>
              </a:endParaRPr>
            </a:p>
          </p:txBody>
        </p:sp>
        <p:sp>
          <p:nvSpPr>
            <p:cNvPr id="55" name="node12.source-002.bullet"/>
            <p:cNvSpPr/>
            <p:nvPr/>
          </p:nvSpPr>
          <p:spPr>
            <a:xfrm>
              <a:off x="4381500" y="5613400"/>
              <a:ext cx="38100" cy="38100"/>
            </a:xfrm>
            <a:prstGeom prst="rect">
              <a:avLst/>
            </a:prstGeom>
            <a:solidFill>
              <a:srgbClr val="070154"/>
            </a:solidFill>
            <a:ln>
              <a:noFill/>
            </a:ln>
          </p:spPr>
        </p:sp>
        <p:sp>
          <p:nvSpPr>
            <p:cNvPr id="56" name="node12.source-002.text"/>
            <p:cNvSpPr/>
            <p:nvPr/>
          </p:nvSpPr>
          <p:spPr>
            <a:xfrm>
              <a:off x="4533900" y="55245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Read the Discovery readout first</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name="source-640">
    <p:spTree>
      <p:nvGrpSpPr>
        <p:cNvPr id="1" name=""/>
        <p:cNvGrpSpPr/>
        <p:nvPr/>
      </p:nvGrpSpPr>
      <p:grpSpPr>
        <a:xfrm>
          <a:off x="0" y="0"/>
          <a:ext cx="0" cy="0"/>
          <a:chOff x="0" y="0"/>
          <a:chExt cx="0" cy="0"/>
        </a:xfrm>
      </p:grpSpPr>
      <p:sp>
        <p:nvSpPr>
          <p:cNvPr id="3" name="eyebrow"/>
          <p:cNvSpPr/>
          <p:nvPr/>
        </p:nvSpPr>
        <p:spPr>
          <a:xfrm>
            <a:off x="723900" y="457200"/>
            <a:ext cx="34290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FACILITATION PLAN</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3429000" cy="9144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Facilitation plan for workshop 2</a:t>
            </a:r>
            <a:endParaRPr lang="en-US" sz="2400" spc="-36"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211</a:t>
            </a:fld>
            <a:endParaRPr lang="en-US" sz="700" spc="0" kern="0" b="0" i="0" dirty="0">
              <a:solidFill>
                <a:srgbClr val="070154"/>
              </a:solidFill>
              <a:latin typeface="IBM Plex Mono SemiBold"/>
              <a:ea typeface="IBM Plex Mono SemiBold"/>
              <a:cs typeface="IBM Plex Mono SemiBold"/>
            </a:endParaRPr>
          </a:p>
        </p:txBody>
      </p:sp>
      <p:grpSp>
        <p:nvGrpSpPr>
          <p:cNvPr id="34" name="node01"/>
          <p:cNvGrpSpPr/>
          <p:nvPr/>
        </p:nvGrpSpPr>
        <p:grpSpPr>
          <a:xfrm>
            <a:off x="4381500" y="457200"/>
            <a:ext cx="7086600" cy="5232400"/>
            <a:chOff x="4381500" y="457200"/>
            <a:chExt cx="7086600" cy="5232400"/>
          </a:xfrm>
        </p:grpSpPr>
        <p:graphicFrame>
          <p:nvGraphicFramePr>
            <p:cNvPr id="6" name="node01.native"/>
            <p:cNvGraphicFramePr>
              <a:graphicFrameLocks noGrp="1"/>
            </p:cNvGraphicFramePr>
            <p:nvPr>
              <p:extLst>
                <p:ext uri="{D42A27DB-BD31-4B8C-83A1-F6EECF244321}">
                  <p14:modId xmlns:p14="http://schemas.microsoft.com/office/powerpoint/2010/main" val="1579011935"/>
                </p:ext>
              </p:extLst>
            </p:nvPr>
          </p:nvGraphicFramePr>
          <p:xfrm>
            <a:off x="4381500" y="457200"/>
            <a:ext cx="7086600" cy="5232400"/>
          </p:xfrm>
          <a:graphic>
            <a:graphicData uri="http://schemas.openxmlformats.org/drawingml/2006/table">
              <a:tbl>
                <a:tblPr/>
                <a:tblGrid>
                  <a:gridCol w="762000"/>
                  <a:gridCol w="1905000"/>
                  <a:gridCol w="2971800"/>
                  <a:gridCol w="1447800"/>
                </a:tblGrid>
                <a:tr h="355600">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TIME</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SEGMENT</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ACTIVITY OR METHOD</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LEAD</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r>
                <a:tr h="6096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8:15</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Room setup</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Four tables, journey map on the wall, timer visible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Co-facilitator</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6096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9:00</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Welcome and goals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Sponsor opens; objectives, ground rules, parking lot</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Lead facilitator</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6096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9:15</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Current-state recap</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Journey-map walk-through; dot vote on top pain points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Lead facilitator</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6096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9:45</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Design by area</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Four tables, future-state canvas, 15-minute timeboxes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Area facilitators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6096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10:45</a:t>
                        </a:r>
                        <a:endParaRPr lang="en-US" sz="1200" spc="0" kern="0" b="0" i="0" dirty="0">
                          <a:solidFill>
                            <a:srgbClr val="070154"/>
                          </a:solidFill>
                          <a:latin typeface="IBM Plex Sans"/>
                          <a:ea typeface="IBM Plex Sans"/>
                          <a:cs typeface="IBM Plex Sans"/>
                        </a:endParaRPr>
                      </a:p>
                    </a:txBody>
                    <a:tcPr marL="76200" marR="762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Break</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Tables reset; scribes consolidate notes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Co-facilitator</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6096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11:00</a:t>
                        </a:r>
                        <a:endParaRPr lang="en-US" sz="1200" spc="0" kern="0" b="0" i="0" dirty="0">
                          <a:solidFill>
                            <a:srgbClr val="070154"/>
                          </a:solidFill>
                          <a:latin typeface="IBM Plex Sans"/>
                          <a:ea typeface="IBM Plex Sans"/>
                          <a:cs typeface="IBM Plex Sans"/>
                        </a:endParaRPr>
                      </a:p>
                    </a:txBody>
                    <a:tcPr marL="76200" marR="762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Playback and gaps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5-minute playback per table; gap callouts on the board</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Co-facilitator</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6096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11:40</a:t>
                        </a:r>
                        <a:endParaRPr lang="en-US" sz="1200" spc="0" kern="0" b="0" i="0" dirty="0">
                          <a:solidFill>
                            <a:srgbClr val="070154"/>
                          </a:solidFill>
                          <a:latin typeface="IBM Plex Sans"/>
                          <a:ea typeface="IBM Plex Sans"/>
                          <a:cs typeface="IBM Plex Sans"/>
                        </a:endParaRPr>
                      </a:p>
                    </a:txBody>
                    <a:tcPr marL="76200" marR="762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Decisions and next steps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Fist-to-five consensus; owners and dates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Lead facilitator</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6096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12:00</a:t>
                        </a:r>
                        <a:endParaRPr lang="en-US" sz="1200" spc="0" kern="0" b="0" i="0" dirty="0">
                          <a:solidFill>
                            <a:srgbClr val="070154"/>
                          </a:solidFill>
                          <a:latin typeface="IBM Plex Sans"/>
                          <a:ea typeface="IBM Plex Sans"/>
                          <a:cs typeface="IBM Plex Sans"/>
                        </a:endParaRPr>
                      </a:p>
                    </a:txBody>
                    <a:tcPr marL="76200" marR="762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Close and debrief</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Confirm pre-work; one-word check-out; team debrief</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Lead facilitator</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bl>
            </a:graphicData>
          </a:graphic>
        </p:graphicFrame>
      </p:grpSp>
      <p:grpSp>
        <p:nvGrpSpPr>
          <p:cNvPr id="35" name="node02"/>
          <p:cNvGrpSpPr/>
          <p:nvPr/>
        </p:nvGrpSpPr>
        <p:grpSpPr>
          <a:xfrm>
            <a:off x="723900" y="1828800"/>
            <a:ext cx="3429000" cy="228600"/>
            <a:chOff x="723900" y="1828800"/>
            <a:chExt cx="3429000" cy="228600"/>
          </a:xfrm>
        </p:grpSpPr>
        <p:sp>
          <p:nvSpPr>
            <p:cNvPr id="7" name="node02.label"/>
            <p:cNvSpPr/>
            <p:nvPr/>
          </p:nvSpPr>
          <p:spPr>
            <a:xfrm>
              <a:off x="723900" y="1828800"/>
              <a:ext cx="401005"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ROLES</a:t>
              </a:r>
              <a:endParaRPr lang="en-US" sz="900" spc="54" kern="0" b="0" i="0" dirty="0">
                <a:solidFill>
                  <a:srgbClr val="50658E"/>
                </a:solidFill>
                <a:latin typeface="IBM Plex Mono Medium"/>
                <a:ea typeface="IBM Plex Mono Medium"/>
                <a:cs typeface="IBM Plex Mono Medium"/>
              </a:endParaRPr>
            </a:p>
          </p:txBody>
        </p:sp>
        <p:sp>
          <p:nvSpPr>
            <p:cNvPr id="8" name="node02.rule"/>
            <p:cNvSpPr/>
            <p:nvPr/>
          </p:nvSpPr>
          <p:spPr>
            <a:xfrm>
              <a:off x="1251905" y="1938337"/>
              <a:ext cx="2900995" cy="9525"/>
            </a:xfrm>
            <a:prstGeom prst="rect">
              <a:avLst/>
            </a:prstGeom>
            <a:solidFill>
              <a:srgbClr val="CED7E6"/>
            </a:solidFill>
            <a:ln>
              <a:noFill/>
            </a:ln>
          </p:spPr>
        </p:sp>
      </p:grpSp>
      <p:sp>
        <p:nvSpPr>
          <p:cNvPr id="9" name="node03"/>
          <p:cNvSpPr/>
          <p:nvPr/>
        </p:nvSpPr>
        <p:spPr>
          <a:xfrm>
            <a:off x="723900" y="2057400"/>
            <a:ext cx="3429000" cy="9525"/>
          </a:xfrm>
          <a:prstGeom prst="rect">
            <a:avLst/>
          </a:prstGeom>
          <a:solidFill>
            <a:srgbClr val="CED7E6"/>
          </a:solidFill>
          <a:ln>
            <a:noFill/>
          </a:ln>
        </p:spPr>
      </p:sp>
      <p:grpSp>
        <p:nvGrpSpPr>
          <p:cNvPr id="36" name="node04"/>
          <p:cNvGrpSpPr/>
          <p:nvPr/>
        </p:nvGrpSpPr>
        <p:grpSpPr>
          <a:xfrm>
            <a:off x="723900" y="2286000"/>
            <a:ext cx="3429000" cy="762000"/>
            <a:chOff x="723900" y="2286000"/>
            <a:chExt cx="3429000" cy="762000"/>
          </a:xfrm>
        </p:grpSpPr>
        <p:sp>
          <p:nvSpPr>
            <p:cNvPr id="10" name="node04.source-001.bullet"/>
            <p:cNvSpPr/>
            <p:nvPr/>
          </p:nvSpPr>
          <p:spPr>
            <a:xfrm>
              <a:off x="723900" y="2374900"/>
              <a:ext cx="38100" cy="38100"/>
            </a:xfrm>
            <a:prstGeom prst="rect">
              <a:avLst/>
            </a:prstGeom>
            <a:solidFill>
              <a:srgbClr val="070154"/>
            </a:solidFill>
            <a:ln>
              <a:noFill/>
            </a:ln>
          </p:spPr>
        </p:sp>
        <p:sp>
          <p:nvSpPr>
            <p:cNvPr id="11" name="node04.source-001.text"/>
            <p:cNvSpPr/>
            <p:nvPr/>
          </p:nvSpPr>
          <p:spPr>
            <a:xfrm>
              <a:off x="876300" y="22860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Lead: runs the room and the clock</a:t>
              </a:r>
              <a:endParaRPr lang="en-US" sz="1200" spc="0" kern="0" b="0" i="0" dirty="0">
                <a:solidFill>
                  <a:srgbClr val="070154"/>
                </a:solidFill>
                <a:latin typeface="IBM Plex Sans"/>
                <a:ea typeface="IBM Plex Sans"/>
                <a:cs typeface="IBM Plex Sans"/>
              </a:endParaRPr>
            </a:p>
          </p:txBody>
        </p:sp>
        <p:sp>
          <p:nvSpPr>
            <p:cNvPr id="12" name="node04.source-002.bullet"/>
            <p:cNvSpPr/>
            <p:nvPr/>
          </p:nvSpPr>
          <p:spPr>
            <a:xfrm>
              <a:off x="723900" y="2641600"/>
              <a:ext cx="38100" cy="38100"/>
            </a:xfrm>
            <a:prstGeom prst="rect">
              <a:avLst/>
            </a:prstGeom>
            <a:solidFill>
              <a:srgbClr val="070154"/>
            </a:solidFill>
            <a:ln>
              <a:noFill/>
            </a:ln>
          </p:spPr>
        </p:sp>
        <p:sp>
          <p:nvSpPr>
            <p:cNvPr id="13" name="node04.source-002.text"/>
            <p:cNvSpPr/>
            <p:nvPr/>
          </p:nvSpPr>
          <p:spPr>
            <a:xfrm>
              <a:off x="876300" y="25527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Co-facilitator: tables and scribes</a:t>
              </a:r>
              <a:endParaRPr lang="en-US" sz="1200" spc="0" kern="0" b="0" i="0" dirty="0">
                <a:solidFill>
                  <a:srgbClr val="070154"/>
                </a:solidFill>
                <a:latin typeface="IBM Plex Sans"/>
                <a:ea typeface="IBM Plex Sans"/>
                <a:cs typeface="IBM Plex Sans"/>
              </a:endParaRPr>
            </a:p>
          </p:txBody>
        </p:sp>
        <p:sp>
          <p:nvSpPr>
            <p:cNvPr id="14" name="node04.source-003.bullet"/>
            <p:cNvSpPr/>
            <p:nvPr/>
          </p:nvSpPr>
          <p:spPr>
            <a:xfrm>
              <a:off x="723900" y="2908300"/>
              <a:ext cx="38100" cy="38100"/>
            </a:xfrm>
            <a:prstGeom prst="rect">
              <a:avLst/>
            </a:prstGeom>
            <a:solidFill>
              <a:srgbClr val="070154"/>
            </a:solidFill>
            <a:ln>
              <a:noFill/>
            </a:ln>
          </p:spPr>
        </p:sp>
        <p:sp>
          <p:nvSpPr>
            <p:cNvPr id="15" name="node04.source-003.text"/>
            <p:cNvSpPr/>
            <p:nvPr/>
          </p:nvSpPr>
          <p:spPr>
            <a:xfrm>
              <a:off x="876300" y="28194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Area facilitators: one per table</a:t>
              </a:r>
              <a:endParaRPr lang="en-US" sz="1200" spc="0" kern="0" b="0" i="0" dirty="0">
                <a:solidFill>
                  <a:srgbClr val="070154"/>
                </a:solidFill>
                <a:latin typeface="IBM Plex Sans"/>
                <a:ea typeface="IBM Plex Sans"/>
                <a:cs typeface="IBM Plex Sans"/>
              </a:endParaRPr>
            </a:p>
          </p:txBody>
        </p:sp>
      </p:grpSp>
      <p:grpSp>
        <p:nvGrpSpPr>
          <p:cNvPr id="37" name="node05"/>
          <p:cNvGrpSpPr/>
          <p:nvPr/>
        </p:nvGrpSpPr>
        <p:grpSpPr>
          <a:xfrm>
            <a:off x="723900" y="3200400"/>
            <a:ext cx="3429000" cy="228600"/>
            <a:chOff x="723900" y="3200400"/>
            <a:chExt cx="3429000" cy="228600"/>
          </a:xfrm>
        </p:grpSpPr>
        <p:sp>
          <p:nvSpPr>
            <p:cNvPr id="16" name="node05.label"/>
            <p:cNvSpPr/>
            <p:nvPr/>
          </p:nvSpPr>
          <p:spPr>
            <a:xfrm>
              <a:off x="723900" y="3200400"/>
              <a:ext cx="1452699"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MATERIALS CHECKLIST</a:t>
              </a:r>
              <a:endParaRPr lang="en-US" sz="900" spc="54" kern="0" b="0" i="0" dirty="0">
                <a:solidFill>
                  <a:srgbClr val="50658E"/>
                </a:solidFill>
                <a:latin typeface="IBM Plex Mono Medium"/>
                <a:ea typeface="IBM Plex Mono Medium"/>
                <a:cs typeface="IBM Plex Mono Medium"/>
              </a:endParaRPr>
            </a:p>
          </p:txBody>
        </p:sp>
        <p:sp>
          <p:nvSpPr>
            <p:cNvPr id="17" name="node05.rule"/>
            <p:cNvSpPr/>
            <p:nvPr/>
          </p:nvSpPr>
          <p:spPr>
            <a:xfrm>
              <a:off x="2303599" y="3309938"/>
              <a:ext cx="1849301" cy="9525"/>
            </a:xfrm>
            <a:prstGeom prst="rect">
              <a:avLst/>
            </a:prstGeom>
            <a:solidFill>
              <a:srgbClr val="CED7E6"/>
            </a:solidFill>
            <a:ln>
              <a:noFill/>
            </a:ln>
          </p:spPr>
        </p:sp>
      </p:grpSp>
      <p:sp>
        <p:nvSpPr>
          <p:cNvPr id="18" name="node06"/>
          <p:cNvSpPr/>
          <p:nvPr/>
        </p:nvSpPr>
        <p:spPr>
          <a:xfrm>
            <a:off x="723900" y="3429000"/>
            <a:ext cx="3429000" cy="9525"/>
          </a:xfrm>
          <a:prstGeom prst="rect">
            <a:avLst/>
          </a:prstGeom>
          <a:solidFill>
            <a:srgbClr val="CED7E6"/>
          </a:solidFill>
          <a:ln>
            <a:noFill/>
          </a:ln>
        </p:spPr>
      </p:sp>
      <p:grpSp>
        <p:nvGrpSpPr>
          <p:cNvPr id="38" name="node07"/>
          <p:cNvGrpSpPr/>
          <p:nvPr/>
        </p:nvGrpSpPr>
        <p:grpSpPr>
          <a:xfrm>
            <a:off x="723900" y="3657600"/>
            <a:ext cx="3429000" cy="1028700"/>
            <a:chOff x="723900" y="3657600"/>
            <a:chExt cx="3429000" cy="1028700"/>
          </a:xfrm>
        </p:grpSpPr>
        <p:sp>
          <p:nvSpPr>
            <p:cNvPr id="19" name="node07.source-001.bullet"/>
            <p:cNvSpPr/>
            <p:nvPr/>
          </p:nvSpPr>
          <p:spPr>
            <a:xfrm>
              <a:off x="723900" y="3746500"/>
              <a:ext cx="38100" cy="38100"/>
            </a:xfrm>
            <a:prstGeom prst="rect">
              <a:avLst/>
            </a:prstGeom>
            <a:solidFill>
              <a:srgbClr val="070154"/>
            </a:solidFill>
            <a:ln>
              <a:noFill/>
            </a:ln>
          </p:spPr>
        </p:sp>
        <p:sp>
          <p:nvSpPr>
            <p:cNvPr id="20" name="node07.source-001.text"/>
            <p:cNvSpPr/>
            <p:nvPr/>
          </p:nvSpPr>
          <p:spPr>
            <a:xfrm>
              <a:off x="876300" y="36576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Journey map, printed A0</a:t>
              </a:r>
              <a:endParaRPr lang="en-US" sz="1200" spc="0" kern="0" b="0" i="0" dirty="0">
                <a:solidFill>
                  <a:srgbClr val="070154"/>
                </a:solidFill>
                <a:latin typeface="IBM Plex Sans"/>
                <a:ea typeface="IBM Plex Sans"/>
                <a:cs typeface="IBM Plex Sans"/>
              </a:endParaRPr>
            </a:p>
          </p:txBody>
        </p:sp>
        <p:sp>
          <p:nvSpPr>
            <p:cNvPr id="21" name="node07.source-002.bullet"/>
            <p:cNvSpPr/>
            <p:nvPr/>
          </p:nvSpPr>
          <p:spPr>
            <a:xfrm>
              <a:off x="723900" y="4013200"/>
              <a:ext cx="38100" cy="38100"/>
            </a:xfrm>
            <a:prstGeom prst="rect">
              <a:avLst/>
            </a:prstGeom>
            <a:solidFill>
              <a:srgbClr val="070154"/>
            </a:solidFill>
            <a:ln>
              <a:noFill/>
            </a:ln>
          </p:spPr>
        </p:sp>
        <p:sp>
          <p:nvSpPr>
            <p:cNvPr id="22" name="node07.source-002.text"/>
            <p:cNvSpPr/>
            <p:nvPr/>
          </p:nvSpPr>
          <p:spPr>
            <a:xfrm>
              <a:off x="876300" y="39243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Canvas and sticky notes per table</a:t>
              </a:r>
              <a:endParaRPr lang="en-US" sz="1200" spc="0" kern="0" b="0" i="0" dirty="0">
                <a:solidFill>
                  <a:srgbClr val="070154"/>
                </a:solidFill>
                <a:latin typeface="IBM Plex Sans"/>
                <a:ea typeface="IBM Plex Sans"/>
                <a:cs typeface="IBM Plex Sans"/>
              </a:endParaRPr>
            </a:p>
          </p:txBody>
        </p:sp>
        <p:sp>
          <p:nvSpPr>
            <p:cNvPr id="23" name="node07.source-003.bullet"/>
            <p:cNvSpPr/>
            <p:nvPr/>
          </p:nvSpPr>
          <p:spPr>
            <a:xfrm>
              <a:off x="723900" y="4279900"/>
              <a:ext cx="38100" cy="38100"/>
            </a:xfrm>
            <a:prstGeom prst="rect">
              <a:avLst/>
            </a:prstGeom>
            <a:solidFill>
              <a:srgbClr val="070154"/>
            </a:solidFill>
            <a:ln>
              <a:noFill/>
            </a:ln>
          </p:spPr>
        </p:sp>
        <p:sp>
          <p:nvSpPr>
            <p:cNvPr id="24" name="node07.source-003.text"/>
            <p:cNvSpPr/>
            <p:nvPr/>
          </p:nvSpPr>
          <p:spPr>
            <a:xfrm>
              <a:off x="876300" y="41910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Dots, markers, name tents</a:t>
              </a:r>
              <a:endParaRPr lang="en-US" sz="1200" spc="0" kern="0" b="0" i="0" dirty="0">
                <a:solidFill>
                  <a:srgbClr val="070154"/>
                </a:solidFill>
                <a:latin typeface="IBM Plex Sans"/>
                <a:ea typeface="IBM Plex Sans"/>
                <a:cs typeface="IBM Plex Sans"/>
              </a:endParaRPr>
            </a:p>
          </p:txBody>
        </p:sp>
        <p:sp>
          <p:nvSpPr>
            <p:cNvPr id="25" name="node07.source-004.bullet"/>
            <p:cNvSpPr/>
            <p:nvPr/>
          </p:nvSpPr>
          <p:spPr>
            <a:xfrm>
              <a:off x="723900" y="4546600"/>
              <a:ext cx="38100" cy="38100"/>
            </a:xfrm>
            <a:prstGeom prst="rect">
              <a:avLst/>
            </a:prstGeom>
            <a:solidFill>
              <a:srgbClr val="070154"/>
            </a:solidFill>
            <a:ln>
              <a:noFill/>
            </a:ln>
          </p:spPr>
        </p:sp>
        <p:sp>
          <p:nvSpPr>
            <p:cNvPr id="26" name="node07.source-004.text"/>
            <p:cNvSpPr/>
            <p:nvPr/>
          </p:nvSpPr>
          <p:spPr>
            <a:xfrm>
              <a:off x="876300" y="44577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Decisions log template</a:t>
              </a:r>
              <a:endParaRPr lang="en-US" sz="1200" spc="0" kern="0" b="0" i="0" dirty="0">
                <a:solidFill>
                  <a:srgbClr val="070154"/>
                </a:solidFill>
                <a:latin typeface="IBM Plex Sans"/>
                <a:ea typeface="IBM Plex Sans"/>
                <a:cs typeface="IBM Plex Sans"/>
              </a:endParaRPr>
            </a:p>
          </p:txBody>
        </p:sp>
      </p:grpSp>
      <p:grpSp>
        <p:nvGrpSpPr>
          <p:cNvPr id="39" name="node08"/>
          <p:cNvGrpSpPr/>
          <p:nvPr/>
        </p:nvGrpSpPr>
        <p:grpSpPr>
          <a:xfrm>
            <a:off x="723900" y="4800600"/>
            <a:ext cx="3429000" cy="228600"/>
            <a:chOff x="723900" y="4800600"/>
            <a:chExt cx="3429000" cy="228600"/>
          </a:xfrm>
        </p:grpSpPr>
        <p:sp>
          <p:nvSpPr>
            <p:cNvPr id="27" name="node08.label"/>
            <p:cNvSpPr/>
            <p:nvPr/>
          </p:nvSpPr>
          <p:spPr>
            <a:xfrm>
              <a:off x="723900" y="4800600"/>
              <a:ext cx="926852"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GROUND RULES</a:t>
              </a:r>
              <a:endParaRPr lang="en-US" sz="900" spc="54" kern="0" b="0" i="0" dirty="0">
                <a:solidFill>
                  <a:srgbClr val="50658E"/>
                </a:solidFill>
                <a:latin typeface="IBM Plex Mono Medium"/>
                <a:ea typeface="IBM Plex Mono Medium"/>
                <a:cs typeface="IBM Plex Mono Medium"/>
              </a:endParaRPr>
            </a:p>
          </p:txBody>
        </p:sp>
        <p:sp>
          <p:nvSpPr>
            <p:cNvPr id="28" name="node08.rule"/>
            <p:cNvSpPr/>
            <p:nvPr/>
          </p:nvSpPr>
          <p:spPr>
            <a:xfrm>
              <a:off x="1777752" y="4910138"/>
              <a:ext cx="2375148" cy="9525"/>
            </a:xfrm>
            <a:prstGeom prst="rect">
              <a:avLst/>
            </a:prstGeom>
            <a:solidFill>
              <a:srgbClr val="CED7E6"/>
            </a:solidFill>
            <a:ln>
              <a:noFill/>
            </a:ln>
          </p:spPr>
        </p:sp>
      </p:grpSp>
      <p:sp>
        <p:nvSpPr>
          <p:cNvPr id="29" name="node09"/>
          <p:cNvSpPr/>
          <p:nvPr/>
        </p:nvSpPr>
        <p:spPr>
          <a:xfrm>
            <a:off x="723900" y="5029200"/>
            <a:ext cx="3429000" cy="9525"/>
          </a:xfrm>
          <a:prstGeom prst="rect">
            <a:avLst/>
          </a:prstGeom>
          <a:solidFill>
            <a:srgbClr val="CED7E6"/>
          </a:solidFill>
          <a:ln>
            <a:noFill/>
          </a:ln>
        </p:spPr>
      </p:sp>
      <p:grpSp>
        <p:nvGrpSpPr>
          <p:cNvPr id="40" name="node10"/>
          <p:cNvGrpSpPr/>
          <p:nvPr/>
        </p:nvGrpSpPr>
        <p:grpSpPr>
          <a:xfrm>
            <a:off x="723900" y="5257800"/>
            <a:ext cx="3429000" cy="495300"/>
            <a:chOff x="723900" y="5257800"/>
            <a:chExt cx="3429000" cy="495300"/>
          </a:xfrm>
        </p:grpSpPr>
        <p:sp>
          <p:nvSpPr>
            <p:cNvPr id="30" name="node10.source-001.bullet"/>
            <p:cNvSpPr/>
            <p:nvPr/>
          </p:nvSpPr>
          <p:spPr>
            <a:xfrm>
              <a:off x="723900" y="5346700"/>
              <a:ext cx="38100" cy="38100"/>
            </a:xfrm>
            <a:prstGeom prst="rect">
              <a:avLst/>
            </a:prstGeom>
            <a:solidFill>
              <a:srgbClr val="070154"/>
            </a:solidFill>
            <a:ln>
              <a:noFill/>
            </a:ln>
          </p:spPr>
        </p:sp>
        <p:sp>
          <p:nvSpPr>
            <p:cNvPr id="31" name="node10.source-001.text"/>
            <p:cNvSpPr/>
            <p:nvPr/>
          </p:nvSpPr>
          <p:spPr>
            <a:xfrm>
              <a:off x="876300" y="52578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Timeboxes hold; parking lot for the rest</a:t>
              </a:r>
              <a:endParaRPr lang="en-US" sz="1200" spc="0" kern="0" b="0" i="0" dirty="0">
                <a:solidFill>
                  <a:srgbClr val="070154"/>
                </a:solidFill>
                <a:latin typeface="IBM Plex Sans"/>
                <a:ea typeface="IBM Plex Sans"/>
                <a:cs typeface="IBM Plex Sans"/>
              </a:endParaRPr>
            </a:p>
          </p:txBody>
        </p:sp>
        <p:sp>
          <p:nvSpPr>
            <p:cNvPr id="32" name="node10.source-002.bullet"/>
            <p:cNvSpPr/>
            <p:nvPr/>
          </p:nvSpPr>
          <p:spPr>
            <a:xfrm>
              <a:off x="723900" y="5613400"/>
              <a:ext cx="38100" cy="38100"/>
            </a:xfrm>
            <a:prstGeom prst="rect">
              <a:avLst/>
            </a:prstGeom>
            <a:solidFill>
              <a:srgbClr val="070154"/>
            </a:solidFill>
            <a:ln>
              <a:noFill/>
            </a:ln>
          </p:spPr>
        </p:sp>
        <p:sp>
          <p:nvSpPr>
            <p:cNvPr id="33" name="node10.source-002.text"/>
            <p:cNvSpPr/>
            <p:nvPr/>
          </p:nvSpPr>
          <p:spPr>
            <a:xfrm>
              <a:off x="876300" y="55245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Every decision gets an owner and a date</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name="source-641">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WORKSHOP 2 READOUT</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The room agreed a design; targets are still open</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Sample figures for layout only; replace with current firm data before use.</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212</a:t>
            </a:fld>
            <a:endParaRPr lang="en-US" sz="700" spc="0" kern="0" b="0" i="0" dirty="0">
              <a:solidFill>
                <a:srgbClr val="070154"/>
              </a:solidFill>
              <a:latin typeface="IBM Plex Mono SemiBold"/>
              <a:ea typeface="IBM Plex Mono SemiBold"/>
              <a:cs typeface="IBM Plex Mono SemiBold"/>
            </a:endParaRPr>
          </a:p>
        </p:txBody>
      </p:sp>
      <p:grpSp>
        <p:nvGrpSpPr>
          <p:cNvPr id="53" name="node01"/>
          <p:cNvGrpSpPr/>
          <p:nvPr/>
        </p:nvGrpSpPr>
        <p:grpSpPr>
          <a:xfrm>
            <a:off x="723900" y="1600200"/>
            <a:ext cx="10744200" cy="228600"/>
            <a:chOff x="723900" y="1600200"/>
            <a:chExt cx="10744200" cy="228600"/>
          </a:xfrm>
        </p:grpSpPr>
        <p:sp>
          <p:nvSpPr>
            <p:cNvPr id="7" name="node01.text"/>
            <p:cNvSpPr/>
            <p:nvPr/>
          </p:nvSpPr>
          <p:spPr>
            <a:xfrm>
              <a:off x="723900" y="1600200"/>
              <a:ext cx="10744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Covered: Discovery recap, four design tables, playback of gaps, decisions and next steps. 22 attendees, 3 hours.</a:t>
              </a:r>
              <a:endParaRPr lang="en-US" sz="1200" spc="0" kern="0" b="0" i="0" dirty="0">
                <a:solidFill>
                  <a:srgbClr val="50658E"/>
                </a:solidFill>
                <a:latin typeface="IBM Plex Sans"/>
                <a:ea typeface="IBM Plex Sans"/>
                <a:cs typeface="IBM Plex Sans"/>
              </a:endParaRPr>
            </a:p>
          </p:txBody>
        </p:sp>
      </p:grpSp>
      <p:grpSp>
        <p:nvGrpSpPr>
          <p:cNvPr id="54" name="node02"/>
          <p:cNvGrpSpPr/>
          <p:nvPr/>
        </p:nvGrpSpPr>
        <p:grpSpPr>
          <a:xfrm>
            <a:off x="723900" y="2057400"/>
            <a:ext cx="3429000" cy="228600"/>
            <a:chOff x="723900" y="2057400"/>
            <a:chExt cx="3429000" cy="228600"/>
          </a:xfrm>
        </p:grpSpPr>
        <p:sp>
          <p:nvSpPr>
            <p:cNvPr id="8" name="node02.label"/>
            <p:cNvSpPr/>
            <p:nvPr/>
          </p:nvSpPr>
          <p:spPr>
            <a:xfrm>
              <a:off x="723900" y="2057400"/>
              <a:ext cx="1001973"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KEY LEARNINGS</a:t>
              </a:r>
              <a:endParaRPr lang="en-US" sz="900" spc="54" kern="0" b="0" i="0" dirty="0">
                <a:solidFill>
                  <a:srgbClr val="50658E"/>
                </a:solidFill>
                <a:latin typeface="IBM Plex Mono Medium"/>
                <a:ea typeface="IBM Plex Mono Medium"/>
                <a:cs typeface="IBM Plex Mono Medium"/>
              </a:endParaRPr>
            </a:p>
          </p:txBody>
        </p:sp>
        <p:sp>
          <p:nvSpPr>
            <p:cNvPr id="9" name="node02.rule"/>
            <p:cNvSpPr/>
            <p:nvPr/>
          </p:nvSpPr>
          <p:spPr>
            <a:xfrm>
              <a:off x="1852873" y="2166938"/>
              <a:ext cx="2300027" cy="9525"/>
            </a:xfrm>
            <a:prstGeom prst="rect">
              <a:avLst/>
            </a:prstGeom>
            <a:solidFill>
              <a:srgbClr val="CED7E6"/>
            </a:solidFill>
            <a:ln>
              <a:noFill/>
            </a:ln>
          </p:spPr>
        </p:sp>
      </p:grpSp>
      <p:sp>
        <p:nvSpPr>
          <p:cNvPr id="10" name="node03"/>
          <p:cNvSpPr/>
          <p:nvPr/>
        </p:nvSpPr>
        <p:spPr>
          <a:xfrm>
            <a:off x="723900" y="2286000"/>
            <a:ext cx="3429000" cy="9525"/>
          </a:xfrm>
          <a:prstGeom prst="rect">
            <a:avLst/>
          </a:prstGeom>
          <a:solidFill>
            <a:srgbClr val="CED7E6"/>
          </a:solidFill>
          <a:ln>
            <a:noFill/>
          </a:ln>
        </p:spPr>
      </p:sp>
      <p:grpSp>
        <p:nvGrpSpPr>
          <p:cNvPr id="55" name="node04"/>
          <p:cNvGrpSpPr/>
          <p:nvPr/>
        </p:nvGrpSpPr>
        <p:grpSpPr>
          <a:xfrm>
            <a:off x="723900" y="2514600"/>
            <a:ext cx="3429000" cy="1028700"/>
            <a:chOff x="723900" y="2514600"/>
            <a:chExt cx="3429000" cy="1028700"/>
          </a:xfrm>
        </p:grpSpPr>
        <p:sp>
          <p:nvSpPr>
            <p:cNvPr id="11" name="node04.source-001.number"/>
            <p:cNvSpPr/>
            <p:nvPr/>
          </p:nvSpPr>
          <p:spPr>
            <a:xfrm>
              <a:off x="723900" y="2514600"/>
              <a:ext cx="152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1.</a:t>
              </a:r>
              <a:endParaRPr lang="en-US" sz="1200" spc="0" kern="0" b="0" i="0" dirty="0">
                <a:solidFill>
                  <a:srgbClr val="070154"/>
                </a:solidFill>
                <a:latin typeface="IBM Plex Sans"/>
                <a:ea typeface="IBM Plex Sans"/>
                <a:cs typeface="IBM Plex Sans"/>
              </a:endParaRPr>
            </a:p>
          </p:txBody>
        </p:sp>
        <p:sp>
          <p:nvSpPr>
            <p:cNvPr id="12" name="node04.source-001.text"/>
            <p:cNvSpPr/>
            <p:nvPr/>
          </p:nvSpPr>
          <p:spPr>
            <a:xfrm>
              <a:off x="876300" y="25146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Patients meet three tools to book once.</a:t>
              </a:r>
              <a:endParaRPr lang="en-US" sz="1200" spc="0" kern="0" b="0" i="0" dirty="0">
                <a:solidFill>
                  <a:srgbClr val="070154"/>
                </a:solidFill>
                <a:latin typeface="IBM Plex Sans"/>
                <a:ea typeface="IBM Plex Sans"/>
                <a:cs typeface="IBM Plex Sans"/>
              </a:endParaRPr>
            </a:p>
          </p:txBody>
        </p:sp>
        <p:sp>
          <p:nvSpPr>
            <p:cNvPr id="13" name="node04.source-002.number"/>
            <p:cNvSpPr/>
            <p:nvPr/>
          </p:nvSpPr>
          <p:spPr>
            <a:xfrm>
              <a:off x="723900" y="2781300"/>
              <a:ext cx="152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2.</a:t>
              </a:r>
              <a:endParaRPr lang="en-US" sz="1200" spc="0" kern="0" b="0" i="0" dirty="0">
                <a:solidFill>
                  <a:srgbClr val="070154"/>
                </a:solidFill>
                <a:latin typeface="IBM Plex Sans"/>
                <a:ea typeface="IBM Plex Sans"/>
                <a:cs typeface="IBM Plex Sans"/>
              </a:endParaRPr>
            </a:p>
          </p:txBody>
        </p:sp>
        <p:sp>
          <p:nvSpPr>
            <p:cNvPr id="14" name="node04.source-002.text"/>
            <p:cNvSpPr/>
            <p:nvPr/>
          </p:nvSpPr>
          <p:spPr>
            <a:xfrm>
              <a:off x="876300" y="27813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Registration errors drive most denials.</a:t>
              </a:r>
              <a:endParaRPr lang="en-US" sz="1200" spc="0" kern="0" b="0" i="0" dirty="0">
                <a:solidFill>
                  <a:srgbClr val="070154"/>
                </a:solidFill>
                <a:latin typeface="IBM Plex Sans"/>
                <a:ea typeface="IBM Plex Sans"/>
                <a:cs typeface="IBM Plex Sans"/>
              </a:endParaRPr>
            </a:p>
          </p:txBody>
        </p:sp>
        <p:sp>
          <p:nvSpPr>
            <p:cNvPr id="15" name="node04.source-003.number"/>
            <p:cNvSpPr/>
            <p:nvPr/>
          </p:nvSpPr>
          <p:spPr>
            <a:xfrm>
              <a:off x="723900" y="3048000"/>
              <a:ext cx="152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3.</a:t>
              </a:r>
              <a:endParaRPr lang="en-US" sz="1200" spc="0" kern="0" b="0" i="0" dirty="0">
                <a:solidFill>
                  <a:srgbClr val="070154"/>
                </a:solidFill>
                <a:latin typeface="IBM Plex Sans"/>
                <a:ea typeface="IBM Plex Sans"/>
                <a:cs typeface="IBM Plex Sans"/>
              </a:endParaRPr>
            </a:p>
          </p:txBody>
        </p:sp>
        <p:sp>
          <p:nvSpPr>
            <p:cNvPr id="16" name="node04.source-003.text"/>
            <p:cNvSpPr/>
            <p:nvPr/>
          </p:nvSpPr>
          <p:spPr>
            <a:xfrm>
              <a:off x="876300" y="30480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Estimates are rarely given before a visit.</a:t>
              </a:r>
              <a:endParaRPr lang="en-US" sz="1200" spc="0" kern="0" b="0" i="0" dirty="0">
                <a:solidFill>
                  <a:srgbClr val="070154"/>
                </a:solidFill>
                <a:latin typeface="IBM Plex Sans"/>
                <a:ea typeface="IBM Plex Sans"/>
                <a:cs typeface="IBM Plex Sans"/>
              </a:endParaRPr>
            </a:p>
          </p:txBody>
        </p:sp>
        <p:sp>
          <p:nvSpPr>
            <p:cNvPr id="17" name="node04.source-004.number"/>
            <p:cNvSpPr/>
            <p:nvPr/>
          </p:nvSpPr>
          <p:spPr>
            <a:xfrm>
              <a:off x="723900" y="3314700"/>
              <a:ext cx="152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4.</a:t>
              </a:r>
              <a:endParaRPr lang="en-US" sz="1200" spc="0" kern="0" b="0" i="0" dirty="0">
                <a:solidFill>
                  <a:srgbClr val="070154"/>
                </a:solidFill>
                <a:latin typeface="IBM Plex Sans"/>
                <a:ea typeface="IBM Plex Sans"/>
                <a:cs typeface="IBM Plex Sans"/>
              </a:endParaRPr>
            </a:p>
          </p:txBody>
        </p:sp>
        <p:sp>
          <p:nvSpPr>
            <p:cNvPr id="18" name="node04.source-004.text"/>
            <p:cNvSpPr/>
            <p:nvPr/>
          </p:nvSpPr>
          <p:spPr>
            <a:xfrm>
              <a:off x="876300" y="33147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Leads agree on goals, not on order.</a:t>
              </a:r>
              <a:endParaRPr lang="en-US" sz="1200" spc="0" kern="0" b="0" i="0" dirty="0">
                <a:solidFill>
                  <a:srgbClr val="070154"/>
                </a:solidFill>
                <a:latin typeface="IBM Plex Sans"/>
                <a:ea typeface="IBM Plex Sans"/>
                <a:cs typeface="IBM Plex Sans"/>
              </a:endParaRPr>
            </a:p>
          </p:txBody>
        </p:sp>
      </p:grpSp>
      <p:grpSp>
        <p:nvGrpSpPr>
          <p:cNvPr id="56" name="node05"/>
          <p:cNvGrpSpPr/>
          <p:nvPr/>
        </p:nvGrpSpPr>
        <p:grpSpPr>
          <a:xfrm>
            <a:off x="4381500" y="2057400"/>
            <a:ext cx="3429000" cy="228600"/>
            <a:chOff x="4381500" y="2057400"/>
            <a:chExt cx="3429000" cy="228600"/>
          </a:xfrm>
        </p:grpSpPr>
        <p:sp>
          <p:nvSpPr>
            <p:cNvPr id="19" name="node05.label"/>
            <p:cNvSpPr/>
            <p:nvPr/>
          </p:nvSpPr>
          <p:spPr>
            <a:xfrm>
              <a:off x="4381500" y="2057400"/>
              <a:ext cx="1077094"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DECISIONS MADE</a:t>
              </a:r>
              <a:endParaRPr lang="en-US" sz="900" spc="54" kern="0" b="0" i="0" dirty="0">
                <a:solidFill>
                  <a:srgbClr val="50658E"/>
                </a:solidFill>
                <a:latin typeface="IBM Plex Mono Medium"/>
                <a:ea typeface="IBM Plex Mono Medium"/>
                <a:cs typeface="IBM Plex Mono Medium"/>
              </a:endParaRPr>
            </a:p>
          </p:txBody>
        </p:sp>
        <p:sp>
          <p:nvSpPr>
            <p:cNvPr id="20" name="node05.rule"/>
            <p:cNvSpPr/>
            <p:nvPr/>
          </p:nvSpPr>
          <p:spPr>
            <a:xfrm>
              <a:off x="5585594" y="2166938"/>
              <a:ext cx="2224906" cy="9525"/>
            </a:xfrm>
            <a:prstGeom prst="rect">
              <a:avLst/>
            </a:prstGeom>
            <a:solidFill>
              <a:srgbClr val="CED7E6"/>
            </a:solidFill>
            <a:ln>
              <a:noFill/>
            </a:ln>
          </p:spPr>
        </p:sp>
      </p:grpSp>
      <p:sp>
        <p:nvSpPr>
          <p:cNvPr id="21" name="node06"/>
          <p:cNvSpPr/>
          <p:nvPr/>
        </p:nvSpPr>
        <p:spPr>
          <a:xfrm>
            <a:off x="4381500" y="2286000"/>
            <a:ext cx="3429000" cy="9525"/>
          </a:xfrm>
          <a:prstGeom prst="rect">
            <a:avLst/>
          </a:prstGeom>
          <a:solidFill>
            <a:srgbClr val="CED7E6"/>
          </a:solidFill>
          <a:ln>
            <a:noFill/>
          </a:ln>
        </p:spPr>
      </p:sp>
      <p:grpSp>
        <p:nvGrpSpPr>
          <p:cNvPr id="57" name="node07"/>
          <p:cNvGrpSpPr/>
          <p:nvPr/>
        </p:nvGrpSpPr>
        <p:grpSpPr>
          <a:xfrm>
            <a:off x="4381500" y="2514600"/>
            <a:ext cx="3429000" cy="762000"/>
            <a:chOff x="4381500" y="2514600"/>
            <a:chExt cx="3429000" cy="762000"/>
          </a:xfrm>
        </p:grpSpPr>
        <p:sp>
          <p:nvSpPr>
            <p:cNvPr id="22" name="node07.source-001.bullet"/>
            <p:cNvSpPr/>
            <p:nvPr/>
          </p:nvSpPr>
          <p:spPr>
            <a:xfrm>
              <a:off x="4381500" y="2603500"/>
              <a:ext cx="38100" cy="38100"/>
            </a:xfrm>
            <a:prstGeom prst="rect">
              <a:avLst/>
            </a:prstGeom>
            <a:solidFill>
              <a:srgbClr val="070154"/>
            </a:solidFill>
            <a:ln>
              <a:noFill/>
            </a:ln>
          </p:spPr>
        </p:sp>
        <p:sp>
          <p:nvSpPr>
            <p:cNvPr id="23" name="node07.source-001.text"/>
            <p:cNvSpPr/>
            <p:nvPr/>
          </p:nvSpPr>
          <p:spPr>
            <a:xfrm>
              <a:off x="4533900" y="25146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One scheduling template for all</a:t>
              </a:r>
              <a:endParaRPr lang="en-US" sz="1200" spc="0" kern="0" b="0" i="0" dirty="0">
                <a:solidFill>
                  <a:srgbClr val="070154"/>
                </a:solidFill>
                <a:latin typeface="IBM Plex Sans"/>
                <a:ea typeface="IBM Plex Sans"/>
                <a:cs typeface="IBM Plex Sans"/>
              </a:endParaRPr>
            </a:p>
          </p:txBody>
        </p:sp>
        <p:sp>
          <p:nvSpPr>
            <p:cNvPr id="24" name="node07.source-002.bullet"/>
            <p:cNvSpPr/>
            <p:nvPr/>
          </p:nvSpPr>
          <p:spPr>
            <a:xfrm>
              <a:off x="4381500" y="2870200"/>
              <a:ext cx="38100" cy="38100"/>
            </a:xfrm>
            <a:prstGeom prst="rect">
              <a:avLst/>
            </a:prstGeom>
            <a:solidFill>
              <a:srgbClr val="070154"/>
            </a:solidFill>
            <a:ln>
              <a:noFill/>
            </a:ln>
          </p:spPr>
        </p:sp>
        <p:sp>
          <p:nvSpPr>
            <p:cNvPr id="25" name="node07.source-002.text"/>
            <p:cNvSpPr/>
            <p:nvPr/>
          </p:nvSpPr>
          <p:spPr>
            <a:xfrm>
              <a:off x="4533900" y="27813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Eligibility checked at booking</a:t>
              </a:r>
              <a:endParaRPr lang="en-US" sz="1200" spc="0" kern="0" b="0" i="0" dirty="0">
                <a:solidFill>
                  <a:srgbClr val="070154"/>
                </a:solidFill>
                <a:latin typeface="IBM Plex Sans"/>
                <a:ea typeface="IBM Plex Sans"/>
                <a:cs typeface="IBM Plex Sans"/>
              </a:endParaRPr>
            </a:p>
          </p:txBody>
        </p:sp>
        <p:sp>
          <p:nvSpPr>
            <p:cNvPr id="26" name="node07.source-003.bullet"/>
            <p:cNvSpPr/>
            <p:nvPr/>
          </p:nvSpPr>
          <p:spPr>
            <a:xfrm>
              <a:off x="4381500" y="3136900"/>
              <a:ext cx="38100" cy="38100"/>
            </a:xfrm>
            <a:prstGeom prst="rect">
              <a:avLst/>
            </a:prstGeom>
            <a:solidFill>
              <a:srgbClr val="070154"/>
            </a:solidFill>
            <a:ln>
              <a:noFill/>
            </a:ln>
          </p:spPr>
        </p:sp>
        <p:sp>
          <p:nvSpPr>
            <p:cNvPr id="27" name="node07.source-003.text"/>
            <p:cNvSpPr/>
            <p:nvPr/>
          </p:nvSpPr>
          <p:spPr>
            <a:xfrm>
              <a:off x="4533900" y="30480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Estimates start with imaging</a:t>
              </a:r>
              <a:endParaRPr lang="en-US" sz="1200" spc="0" kern="0" b="0" i="0" dirty="0">
                <a:solidFill>
                  <a:srgbClr val="070154"/>
                </a:solidFill>
                <a:latin typeface="IBM Plex Sans"/>
                <a:ea typeface="IBM Plex Sans"/>
                <a:cs typeface="IBM Plex Sans"/>
              </a:endParaRPr>
            </a:p>
          </p:txBody>
        </p:sp>
      </p:grpSp>
      <p:grpSp>
        <p:nvGrpSpPr>
          <p:cNvPr id="58" name="node08"/>
          <p:cNvGrpSpPr/>
          <p:nvPr/>
        </p:nvGrpSpPr>
        <p:grpSpPr>
          <a:xfrm>
            <a:off x="8039100" y="2057400"/>
            <a:ext cx="3429000" cy="228600"/>
            <a:chOff x="8039100" y="2057400"/>
            <a:chExt cx="3429000" cy="228600"/>
          </a:xfrm>
        </p:grpSpPr>
        <p:sp>
          <p:nvSpPr>
            <p:cNvPr id="28" name="node08.label"/>
            <p:cNvSpPr/>
            <p:nvPr/>
          </p:nvSpPr>
          <p:spPr>
            <a:xfrm>
              <a:off x="8039100" y="2057400"/>
              <a:ext cx="1077094"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OPEN QUESTIONS</a:t>
              </a:r>
              <a:endParaRPr lang="en-US" sz="900" spc="54" kern="0" b="0" i="0" dirty="0">
                <a:solidFill>
                  <a:srgbClr val="50658E"/>
                </a:solidFill>
                <a:latin typeface="IBM Plex Mono Medium"/>
                <a:ea typeface="IBM Plex Mono Medium"/>
                <a:cs typeface="IBM Plex Mono Medium"/>
              </a:endParaRPr>
            </a:p>
          </p:txBody>
        </p:sp>
        <p:sp>
          <p:nvSpPr>
            <p:cNvPr id="29" name="node08.rule"/>
            <p:cNvSpPr/>
            <p:nvPr/>
          </p:nvSpPr>
          <p:spPr>
            <a:xfrm>
              <a:off x="9243194" y="2166938"/>
              <a:ext cx="2224906" cy="9525"/>
            </a:xfrm>
            <a:prstGeom prst="rect">
              <a:avLst/>
            </a:prstGeom>
            <a:solidFill>
              <a:srgbClr val="CED7E6"/>
            </a:solidFill>
            <a:ln>
              <a:noFill/>
            </a:ln>
          </p:spPr>
        </p:sp>
      </p:grpSp>
      <p:sp>
        <p:nvSpPr>
          <p:cNvPr id="30" name="node09"/>
          <p:cNvSpPr/>
          <p:nvPr/>
        </p:nvSpPr>
        <p:spPr>
          <a:xfrm>
            <a:off x="8039100" y="2286000"/>
            <a:ext cx="3429000" cy="9525"/>
          </a:xfrm>
          <a:prstGeom prst="rect">
            <a:avLst/>
          </a:prstGeom>
          <a:solidFill>
            <a:srgbClr val="CED7E6"/>
          </a:solidFill>
          <a:ln>
            <a:noFill/>
          </a:ln>
        </p:spPr>
      </p:sp>
      <p:grpSp>
        <p:nvGrpSpPr>
          <p:cNvPr id="59" name="node10"/>
          <p:cNvGrpSpPr/>
          <p:nvPr/>
        </p:nvGrpSpPr>
        <p:grpSpPr>
          <a:xfrm>
            <a:off x="8039100" y="2514600"/>
            <a:ext cx="3429000" cy="762000"/>
            <a:chOff x="8039100" y="2514600"/>
            <a:chExt cx="3429000" cy="762000"/>
          </a:xfrm>
        </p:grpSpPr>
        <p:sp>
          <p:nvSpPr>
            <p:cNvPr id="31" name="node10.source-001.bullet"/>
            <p:cNvSpPr/>
            <p:nvPr/>
          </p:nvSpPr>
          <p:spPr>
            <a:xfrm>
              <a:off x="8039100" y="2603500"/>
              <a:ext cx="38100" cy="38100"/>
            </a:xfrm>
            <a:prstGeom prst="rect">
              <a:avLst/>
            </a:prstGeom>
            <a:solidFill>
              <a:srgbClr val="070154"/>
            </a:solidFill>
            <a:ln>
              <a:noFill/>
            </a:ln>
          </p:spPr>
        </p:sp>
        <p:sp>
          <p:nvSpPr>
            <p:cNvPr id="32" name="node10.source-001.text"/>
            <p:cNvSpPr/>
            <p:nvPr/>
          </p:nvSpPr>
          <p:spPr>
            <a:xfrm>
              <a:off x="8191500" y="25146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Who owns the estimate tool?</a:t>
              </a:r>
              <a:endParaRPr lang="en-US" sz="1200" spc="0" kern="0" b="0" i="0" dirty="0">
                <a:solidFill>
                  <a:srgbClr val="070154"/>
                </a:solidFill>
                <a:latin typeface="IBM Plex Sans"/>
                <a:ea typeface="IBM Plex Sans"/>
                <a:cs typeface="IBM Plex Sans"/>
              </a:endParaRPr>
            </a:p>
          </p:txBody>
        </p:sp>
        <p:sp>
          <p:nvSpPr>
            <p:cNvPr id="33" name="node10.source-002.bullet"/>
            <p:cNvSpPr/>
            <p:nvPr/>
          </p:nvSpPr>
          <p:spPr>
            <a:xfrm>
              <a:off x="8039100" y="2870200"/>
              <a:ext cx="38100" cy="38100"/>
            </a:xfrm>
            <a:prstGeom prst="rect">
              <a:avLst/>
            </a:prstGeom>
            <a:solidFill>
              <a:srgbClr val="070154"/>
            </a:solidFill>
            <a:ln>
              <a:noFill/>
            </a:ln>
          </p:spPr>
        </p:sp>
        <p:sp>
          <p:nvSpPr>
            <p:cNvPr id="34" name="node10.source-002.text"/>
            <p:cNvSpPr/>
            <p:nvPr/>
          </p:nvSpPr>
          <p:spPr>
            <a:xfrm>
              <a:off x="8191500" y="27813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One consent form across systems?</a:t>
              </a:r>
              <a:endParaRPr lang="en-US" sz="1200" spc="0" kern="0" b="0" i="0" dirty="0">
                <a:solidFill>
                  <a:srgbClr val="070154"/>
                </a:solidFill>
                <a:latin typeface="IBM Plex Sans"/>
                <a:ea typeface="IBM Plex Sans"/>
                <a:cs typeface="IBM Plex Sans"/>
              </a:endParaRPr>
            </a:p>
          </p:txBody>
        </p:sp>
        <p:sp>
          <p:nvSpPr>
            <p:cNvPr id="35" name="node10.source-003.bullet"/>
            <p:cNvSpPr/>
            <p:nvPr/>
          </p:nvSpPr>
          <p:spPr>
            <a:xfrm>
              <a:off x="8039100" y="3136900"/>
              <a:ext cx="38100" cy="38100"/>
            </a:xfrm>
            <a:prstGeom prst="rect">
              <a:avLst/>
            </a:prstGeom>
            <a:solidFill>
              <a:srgbClr val="070154"/>
            </a:solidFill>
            <a:ln>
              <a:noFill/>
            </a:ln>
          </p:spPr>
        </p:sp>
        <p:sp>
          <p:nvSpPr>
            <p:cNvPr id="36" name="node10.source-003.text"/>
            <p:cNvSpPr/>
            <p:nvPr/>
          </p:nvSpPr>
          <p:spPr>
            <a:xfrm>
              <a:off x="8191500" y="30480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Which denial codes come first?</a:t>
              </a:r>
              <a:endParaRPr lang="en-US" sz="1200" spc="0" kern="0" b="0" i="0" dirty="0">
                <a:solidFill>
                  <a:srgbClr val="070154"/>
                </a:solidFill>
                <a:latin typeface="IBM Plex Sans"/>
                <a:ea typeface="IBM Plex Sans"/>
                <a:cs typeface="IBM Plex Sans"/>
              </a:endParaRPr>
            </a:p>
          </p:txBody>
        </p:sp>
      </p:grpSp>
      <p:grpSp>
        <p:nvGrpSpPr>
          <p:cNvPr id="60" name="node11"/>
          <p:cNvGrpSpPr/>
          <p:nvPr/>
        </p:nvGrpSpPr>
        <p:grpSpPr>
          <a:xfrm>
            <a:off x="723900" y="3657600"/>
            <a:ext cx="7086600" cy="228600"/>
            <a:chOff x="723900" y="3657600"/>
            <a:chExt cx="7086600" cy="228600"/>
          </a:xfrm>
        </p:grpSpPr>
        <p:sp>
          <p:nvSpPr>
            <p:cNvPr id="37" name="node11.label"/>
            <p:cNvSpPr/>
            <p:nvPr/>
          </p:nvSpPr>
          <p:spPr>
            <a:xfrm>
              <a:off x="723900" y="3657600"/>
              <a:ext cx="776610"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NEXT STEPS</a:t>
              </a:r>
              <a:endParaRPr lang="en-US" sz="900" spc="54" kern="0" b="0" i="0" dirty="0">
                <a:solidFill>
                  <a:srgbClr val="50658E"/>
                </a:solidFill>
                <a:latin typeface="IBM Plex Mono Medium"/>
                <a:ea typeface="IBM Plex Mono Medium"/>
                <a:cs typeface="IBM Plex Mono Medium"/>
              </a:endParaRPr>
            </a:p>
          </p:txBody>
        </p:sp>
        <p:sp>
          <p:nvSpPr>
            <p:cNvPr id="38" name="node11.rule"/>
            <p:cNvSpPr/>
            <p:nvPr/>
          </p:nvSpPr>
          <p:spPr>
            <a:xfrm>
              <a:off x="1627510" y="3767138"/>
              <a:ext cx="6182990" cy="9525"/>
            </a:xfrm>
            <a:prstGeom prst="rect">
              <a:avLst/>
            </a:prstGeom>
            <a:solidFill>
              <a:srgbClr val="CED7E6"/>
            </a:solidFill>
            <a:ln>
              <a:noFill/>
            </a:ln>
          </p:spPr>
        </p:sp>
      </p:grpSp>
      <p:sp>
        <p:nvSpPr>
          <p:cNvPr id="39" name="node12"/>
          <p:cNvSpPr/>
          <p:nvPr/>
        </p:nvSpPr>
        <p:spPr>
          <a:xfrm>
            <a:off x="723900" y="3886200"/>
            <a:ext cx="7086600" cy="9525"/>
          </a:xfrm>
          <a:prstGeom prst="rect">
            <a:avLst/>
          </a:prstGeom>
          <a:solidFill>
            <a:srgbClr val="CED7E6"/>
          </a:solidFill>
          <a:ln>
            <a:noFill/>
          </a:ln>
        </p:spPr>
      </p:sp>
      <p:grpSp>
        <p:nvGrpSpPr>
          <p:cNvPr id="61" name="node13"/>
          <p:cNvGrpSpPr/>
          <p:nvPr/>
        </p:nvGrpSpPr>
        <p:grpSpPr>
          <a:xfrm>
            <a:off x="723900" y="4114800"/>
            <a:ext cx="7086600" cy="1574800"/>
            <a:chOff x="723900" y="4114800"/>
            <a:chExt cx="7086600" cy="1574800"/>
          </a:xfrm>
        </p:grpSpPr>
        <p:graphicFrame>
          <p:nvGraphicFramePr>
            <p:cNvPr id="40" name="node13.native"/>
            <p:cNvGraphicFramePr>
              <a:graphicFrameLocks noGrp="1"/>
            </p:cNvGraphicFramePr>
            <p:nvPr>
              <p:extLst>
                <p:ext uri="{D42A27DB-BD31-4B8C-83A1-F6EECF244321}">
                  <p14:modId xmlns:p14="http://schemas.microsoft.com/office/powerpoint/2010/main" val="1579011935"/>
                </p:ext>
              </p:extLst>
            </p:nvPr>
          </p:nvGraphicFramePr>
          <p:xfrm>
            <a:off x="723900" y="4114800"/>
            <a:ext cx="7086600" cy="1574800"/>
          </p:xfrm>
          <a:graphic>
            <a:graphicData uri="http://schemas.openxmlformats.org/drawingml/2006/table">
              <a:tbl>
                <a:tblPr/>
                <a:tblGrid>
                  <a:gridCol w="2895600"/>
                  <a:gridCol w="1752600"/>
                  <a:gridCol w="990600"/>
                  <a:gridCol w="1447800"/>
                </a:tblGrid>
                <a:tr h="355600">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NEXT STEP</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OWNER</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DUE</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STATUS</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r>
                <a:tr h="3048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Publish the decisions log</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Program office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Oct 30</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In progress</a:t>
                        </a:r>
                        <a:endParaRPr lang="en-US" sz="1200" spc="0" kern="0" b="0" i="0" dirty="0">
                          <a:solidFill>
                            <a:srgbClr val="070154"/>
                          </a:solidFill>
                          <a:latin typeface="IBM Plex Sans"/>
                          <a:ea typeface="IBM Plex Sans"/>
                          <a:cs typeface="IBM Plex Sans"/>
                        </a:endParaRPr>
                      </a:p>
                    </a:txBody>
                    <a:tcPr marL="330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048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Draft registration target measures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Registration lead</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Nov 4</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Not started</a:t>
                        </a:r>
                        <a:endParaRPr lang="en-US" sz="1200" spc="0" kern="0" b="0" i="0" dirty="0">
                          <a:solidFill>
                            <a:srgbClr val="070154"/>
                          </a:solidFill>
                          <a:latin typeface="IBM Plex Sans"/>
                          <a:ea typeface="IBM Plex Sans"/>
                          <a:cs typeface="IBM Plex Sans"/>
                        </a:endParaRPr>
                      </a:p>
                    </a:txBody>
                    <a:tcPr marL="330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048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Confirm estimate data sources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Finance partner</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Nov 4</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Not started</a:t>
                        </a:r>
                        <a:endParaRPr lang="en-US" sz="1200" spc="0" kern="0" b="0" i="0" dirty="0">
                          <a:solidFill>
                            <a:srgbClr val="070154"/>
                          </a:solidFill>
                          <a:latin typeface="IBM Plex Sans"/>
                          <a:ea typeface="IBM Plex Sans"/>
                          <a:cs typeface="IBM Plex Sans"/>
                        </a:endParaRPr>
                      </a:p>
                    </a:txBody>
                    <a:tcPr marL="330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048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Size the top denial causes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Revenue cycle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Nov 6</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In progress</a:t>
                        </a:r>
                        <a:endParaRPr lang="en-US" sz="1200" spc="0" kern="0" b="0" i="0" dirty="0">
                          <a:solidFill>
                            <a:srgbClr val="070154"/>
                          </a:solidFill>
                          <a:latin typeface="IBM Plex Sans"/>
                          <a:ea typeface="IBM Plex Sans"/>
                          <a:cs typeface="IBM Plex Sans"/>
                        </a:endParaRPr>
                      </a:p>
                    </a:txBody>
                    <a:tcPr marL="330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bl>
            </a:graphicData>
          </a:graphic>
        </p:graphicFrame>
        <p:sp>
          <p:nvSpPr>
            <p:cNvPr id="41" name="node13.row.item-001.s.status-mark"/>
            <p:cNvSpPr/>
            <p:nvPr/>
          </p:nvSpPr>
          <p:spPr>
            <a:xfrm>
              <a:off x="6521450" y="4578350"/>
              <a:ext cx="88900" cy="88900"/>
            </a:xfrm>
            <a:prstGeom prst="rect">
              <a:avLst/>
            </a:prstGeom>
            <a:solidFill>
              <a:srgbClr val="0047FF"/>
            </a:solidFill>
            <a:ln w="12700">
              <a:solidFill>
                <a:srgbClr val="070154"/>
              </a:solidFill>
              <a:prstDash val="solid"/>
            </a:ln>
          </p:spPr>
        </p:sp>
        <p:sp>
          <p:nvSpPr>
            <p:cNvPr id="42" name="node13.row.item-002.s.status-mark"/>
            <p:cNvSpPr/>
            <p:nvPr/>
          </p:nvSpPr>
          <p:spPr>
            <a:xfrm>
              <a:off x="6521450" y="4883150"/>
              <a:ext cx="88900" cy="88900"/>
            </a:xfrm>
            <a:prstGeom prst="rect">
              <a:avLst/>
            </a:prstGeom>
            <a:solidFill>
              <a:srgbClr val="FFFFFF"/>
            </a:solidFill>
            <a:ln w="12700">
              <a:solidFill>
                <a:srgbClr val="070154"/>
              </a:solidFill>
              <a:prstDash val="solid"/>
            </a:ln>
          </p:spPr>
        </p:sp>
        <p:sp>
          <p:nvSpPr>
            <p:cNvPr id="43" name="node13.row.item-003.s.status-mark"/>
            <p:cNvSpPr/>
            <p:nvPr/>
          </p:nvSpPr>
          <p:spPr>
            <a:xfrm>
              <a:off x="6521450" y="5187950"/>
              <a:ext cx="88900" cy="88900"/>
            </a:xfrm>
            <a:prstGeom prst="rect">
              <a:avLst/>
            </a:prstGeom>
            <a:solidFill>
              <a:srgbClr val="FFFFFF"/>
            </a:solidFill>
            <a:ln w="12700">
              <a:solidFill>
                <a:srgbClr val="070154"/>
              </a:solidFill>
              <a:prstDash val="solid"/>
            </a:ln>
          </p:spPr>
        </p:sp>
        <p:sp>
          <p:nvSpPr>
            <p:cNvPr id="44" name="node13.row.item-004.s.status-mark"/>
            <p:cNvSpPr/>
            <p:nvPr/>
          </p:nvSpPr>
          <p:spPr>
            <a:xfrm>
              <a:off x="6521450" y="5492750"/>
              <a:ext cx="88900" cy="88900"/>
            </a:xfrm>
            <a:prstGeom prst="rect">
              <a:avLst/>
            </a:prstGeom>
            <a:solidFill>
              <a:srgbClr val="0047FF"/>
            </a:solidFill>
            <a:ln w="12700">
              <a:solidFill>
                <a:srgbClr val="070154"/>
              </a:solidFill>
              <a:prstDash val="solid"/>
            </a:ln>
          </p:spPr>
        </p:sp>
      </p:grpSp>
      <p:grpSp>
        <p:nvGrpSpPr>
          <p:cNvPr id="62" name="node14"/>
          <p:cNvGrpSpPr/>
          <p:nvPr/>
        </p:nvGrpSpPr>
        <p:grpSpPr>
          <a:xfrm>
            <a:off x="8039100" y="3657600"/>
            <a:ext cx="3429000" cy="228600"/>
            <a:chOff x="8039100" y="3657600"/>
            <a:chExt cx="3429000" cy="228600"/>
          </a:xfrm>
        </p:grpSpPr>
        <p:sp>
          <p:nvSpPr>
            <p:cNvPr id="45" name="node14.label"/>
            <p:cNvSpPr/>
            <p:nvPr/>
          </p:nvSpPr>
          <p:spPr>
            <a:xfrm>
              <a:off x="8039100" y="3657600"/>
              <a:ext cx="2053667"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OUTCOMES AGAINST OBJECTIVES</a:t>
              </a:r>
              <a:endParaRPr lang="en-US" sz="900" spc="54" kern="0" b="0" i="0" dirty="0">
                <a:solidFill>
                  <a:srgbClr val="50658E"/>
                </a:solidFill>
                <a:latin typeface="IBM Plex Mono Medium"/>
                <a:ea typeface="IBM Plex Mono Medium"/>
                <a:cs typeface="IBM Plex Mono Medium"/>
              </a:endParaRPr>
            </a:p>
          </p:txBody>
        </p:sp>
        <p:sp>
          <p:nvSpPr>
            <p:cNvPr id="46" name="node14.rule"/>
            <p:cNvSpPr/>
            <p:nvPr/>
          </p:nvSpPr>
          <p:spPr>
            <a:xfrm>
              <a:off x="10219767" y="3767138"/>
              <a:ext cx="1248333" cy="9525"/>
            </a:xfrm>
            <a:prstGeom prst="rect">
              <a:avLst/>
            </a:prstGeom>
            <a:solidFill>
              <a:srgbClr val="CED7E6"/>
            </a:solidFill>
            <a:ln>
              <a:noFill/>
            </a:ln>
          </p:spPr>
        </p:sp>
      </p:grpSp>
      <p:sp>
        <p:nvSpPr>
          <p:cNvPr id="47" name="node15"/>
          <p:cNvSpPr/>
          <p:nvPr/>
        </p:nvSpPr>
        <p:spPr>
          <a:xfrm>
            <a:off x="8039100" y="3886200"/>
            <a:ext cx="3429000" cy="9525"/>
          </a:xfrm>
          <a:prstGeom prst="rect">
            <a:avLst/>
          </a:prstGeom>
          <a:solidFill>
            <a:srgbClr val="CED7E6"/>
          </a:solidFill>
          <a:ln>
            <a:noFill/>
          </a:ln>
        </p:spPr>
      </p:sp>
      <p:grpSp>
        <p:nvGrpSpPr>
          <p:cNvPr id="63" name="node16"/>
          <p:cNvGrpSpPr/>
          <p:nvPr/>
        </p:nvGrpSpPr>
        <p:grpSpPr>
          <a:xfrm>
            <a:off x="8039100" y="4114800"/>
            <a:ext cx="3429000" cy="1574800"/>
            <a:chOff x="8039100" y="4114800"/>
            <a:chExt cx="3429000" cy="1574800"/>
          </a:xfrm>
        </p:grpSpPr>
        <p:graphicFrame>
          <p:nvGraphicFramePr>
            <p:cNvPr id="48" name="node16.native"/>
            <p:cNvGraphicFramePr>
              <a:graphicFrameLocks noGrp="1"/>
            </p:cNvGraphicFramePr>
            <p:nvPr>
              <p:extLst>
                <p:ext uri="{D42A27DB-BD31-4B8C-83A1-F6EECF244321}">
                  <p14:modId xmlns:p14="http://schemas.microsoft.com/office/powerpoint/2010/main" val="1579011935"/>
                </p:ext>
              </p:extLst>
            </p:nvPr>
          </p:nvGraphicFramePr>
          <p:xfrm>
            <a:off x="8039100" y="4114800"/>
            <a:ext cx="3429000" cy="1574800"/>
          </p:xfrm>
          <a:graphic>
            <a:graphicData uri="http://schemas.openxmlformats.org/drawingml/2006/table">
              <a:tbl>
                <a:tblPr/>
                <a:tblGrid>
                  <a:gridCol w="2209800"/>
                  <a:gridCol w="1219200"/>
                </a:tblGrid>
                <a:tr h="355600">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OBJECTIVE</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RESULT</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r>
                <a:tr h="3048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One future-state journey</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Met</a:t>
                        </a:r>
                        <a:endParaRPr lang="en-US" sz="1200" spc="0" kern="0" b="0" i="0" dirty="0">
                          <a:solidFill>
                            <a:srgbClr val="070154"/>
                          </a:solidFill>
                          <a:latin typeface="IBM Plex Sans"/>
                          <a:ea typeface="IBM Plex Sans"/>
                          <a:cs typeface="IBM Plex Sans"/>
                        </a:endParaRPr>
                      </a:p>
                    </a:txBody>
                    <a:tcPr marL="330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048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Owners named per area</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Partly met</a:t>
                        </a:r>
                        <a:endParaRPr lang="en-US" sz="1200" spc="0" kern="0" b="0" i="0" dirty="0">
                          <a:solidFill>
                            <a:srgbClr val="070154"/>
                          </a:solidFill>
                          <a:latin typeface="IBM Plex Sans"/>
                          <a:ea typeface="IBM Plex Sans"/>
                          <a:cs typeface="IBM Plex Sans"/>
                        </a:endParaRPr>
                      </a:p>
                    </a:txBody>
                    <a:tcPr marL="330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048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Shortlist ready to rank</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Met</a:t>
                        </a:r>
                        <a:endParaRPr lang="en-US" sz="1200" spc="0" kern="0" b="0" i="0" dirty="0">
                          <a:solidFill>
                            <a:srgbClr val="070154"/>
                          </a:solidFill>
                          <a:latin typeface="IBM Plex Sans"/>
                          <a:ea typeface="IBM Plex Sans"/>
                          <a:cs typeface="IBM Plex Sans"/>
                        </a:endParaRPr>
                      </a:p>
                    </a:txBody>
                    <a:tcPr marL="330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048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Target measures drafted</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Not met</a:t>
                        </a:r>
                        <a:endParaRPr lang="en-US" sz="1200" spc="0" kern="0" b="0" i="0" dirty="0">
                          <a:solidFill>
                            <a:srgbClr val="070154"/>
                          </a:solidFill>
                          <a:latin typeface="IBM Plex Sans"/>
                          <a:ea typeface="IBM Plex Sans"/>
                          <a:cs typeface="IBM Plex Sans"/>
                        </a:endParaRPr>
                      </a:p>
                    </a:txBody>
                    <a:tcPr marL="330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bl>
            </a:graphicData>
          </a:graphic>
        </p:graphicFrame>
        <p:sp>
          <p:nvSpPr>
            <p:cNvPr id="49" name="node16.row.item-001.s.status-mark"/>
            <p:cNvSpPr/>
            <p:nvPr/>
          </p:nvSpPr>
          <p:spPr>
            <a:xfrm>
              <a:off x="10407650" y="4578350"/>
              <a:ext cx="88900" cy="88900"/>
            </a:xfrm>
            <a:prstGeom prst="rect">
              <a:avLst/>
            </a:prstGeom>
            <a:solidFill>
              <a:srgbClr val="1DD566"/>
            </a:solidFill>
            <a:ln w="12700">
              <a:solidFill>
                <a:srgbClr val="070154"/>
              </a:solidFill>
              <a:prstDash val="solid"/>
            </a:ln>
          </p:spPr>
        </p:sp>
        <p:sp>
          <p:nvSpPr>
            <p:cNvPr id="50" name="node16.row.item-002.s.status-mark"/>
            <p:cNvSpPr/>
            <p:nvPr/>
          </p:nvSpPr>
          <p:spPr>
            <a:xfrm>
              <a:off x="10407650" y="4883150"/>
              <a:ext cx="88900" cy="88900"/>
            </a:xfrm>
            <a:prstGeom prst="rect">
              <a:avLst/>
            </a:prstGeom>
            <a:solidFill>
              <a:srgbClr val="FFC700"/>
            </a:solidFill>
            <a:ln w="12700">
              <a:solidFill>
                <a:srgbClr val="070154"/>
              </a:solidFill>
              <a:prstDash val="solid"/>
            </a:ln>
          </p:spPr>
        </p:sp>
        <p:sp>
          <p:nvSpPr>
            <p:cNvPr id="51" name="node16.row.item-003.s.status-mark"/>
            <p:cNvSpPr/>
            <p:nvPr/>
          </p:nvSpPr>
          <p:spPr>
            <a:xfrm>
              <a:off x="10407650" y="5187950"/>
              <a:ext cx="88900" cy="88900"/>
            </a:xfrm>
            <a:prstGeom prst="rect">
              <a:avLst/>
            </a:prstGeom>
            <a:solidFill>
              <a:srgbClr val="1DD566"/>
            </a:solidFill>
            <a:ln w="12700">
              <a:solidFill>
                <a:srgbClr val="070154"/>
              </a:solidFill>
              <a:prstDash val="solid"/>
            </a:ln>
          </p:spPr>
        </p:sp>
        <p:sp>
          <p:nvSpPr>
            <p:cNvPr id="52" name="node16.row.item-004.s.status-mark"/>
            <p:cNvSpPr/>
            <p:nvPr/>
          </p:nvSpPr>
          <p:spPr>
            <a:xfrm>
              <a:off x="10407650" y="5492750"/>
              <a:ext cx="88900" cy="88900"/>
            </a:xfrm>
            <a:prstGeom prst="rect">
              <a:avLst/>
            </a:prstGeom>
            <a:solidFill>
              <a:srgbClr val="F52C00"/>
            </a:solidFill>
            <a:ln w="12700">
              <a:solidFill>
                <a:srgbClr val="070154"/>
              </a:solidFill>
              <a:prstDash val="solid"/>
            </a:ln>
          </p:spPr>
        </p:sp>
      </p:grpSp>
    </p:spTree>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name="source-642">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WORKSHOP 3 READOUT</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Two opportunities go to Now after the dot vote</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Sample figures for layout only; replace with current firm data before use.</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213</a:t>
            </a:fld>
            <a:endParaRPr lang="en-US" sz="700" spc="0" kern="0" b="0" i="0" dirty="0">
              <a:solidFill>
                <a:srgbClr val="070154"/>
              </a:solidFill>
              <a:latin typeface="IBM Plex Mono SemiBold"/>
              <a:ea typeface="IBM Plex Mono SemiBold"/>
              <a:cs typeface="IBM Plex Mono SemiBold"/>
            </a:endParaRPr>
          </a:p>
        </p:txBody>
      </p:sp>
      <p:grpSp>
        <p:nvGrpSpPr>
          <p:cNvPr id="80" name="node01"/>
          <p:cNvGrpSpPr/>
          <p:nvPr/>
        </p:nvGrpSpPr>
        <p:grpSpPr>
          <a:xfrm>
            <a:off x="723900" y="1600200"/>
            <a:ext cx="7086600" cy="3022600"/>
            <a:chOff x="723900" y="1600200"/>
            <a:chExt cx="7086600" cy="3022600"/>
          </a:xfrm>
        </p:grpSpPr>
        <p:graphicFrame>
          <p:nvGraphicFramePr>
            <p:cNvPr id="7" name="node01.native"/>
            <p:cNvGraphicFramePr>
              <a:graphicFrameLocks noGrp="1"/>
            </p:cNvGraphicFramePr>
            <p:nvPr>
              <p:extLst>
                <p:ext uri="{D42A27DB-BD31-4B8C-83A1-F6EECF244321}">
                  <p14:modId xmlns:p14="http://schemas.microsoft.com/office/powerpoint/2010/main" val="1579011935"/>
                </p:ext>
              </p:extLst>
            </p:nvPr>
          </p:nvGraphicFramePr>
          <p:xfrm>
            <a:off x="723900" y="1600200"/>
            <a:ext cx="7086600" cy="3022600"/>
          </p:xfrm>
          <a:graphic>
            <a:graphicData uri="http://schemas.openxmlformats.org/drawingml/2006/table">
              <a:tbl>
                <a:tblPr/>
                <a:tblGrid>
                  <a:gridCol w="2819400"/>
                  <a:gridCol w="1371600"/>
                  <a:gridCol w="1066800"/>
                  <a:gridCol w="1828800"/>
                </a:tblGrid>
                <a:tr h="355600">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OPPORTUNITY</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VOTES (OF 5)</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ctr"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PRIORITY</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OWNER</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r>
                <a:tr h="3810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Eligibility check at booking</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Registration lead</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810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One scheduling template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Access director</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810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Pre-visit estimate for imaging</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Finance partner</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810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Shared consent capture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Compliance lead</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810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Denial root-cause dashboard</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Revenue cycle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810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Real-time insurance cross-check</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IT application owner</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810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Self-service rebooking</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ctr"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Digital lead</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bl>
            </a:graphicData>
          </a:graphic>
        </p:graphicFrame>
        <p:sp>
          <p:nvSpPr>
            <p:cNvPr id="8" name="node01.row.item-001.v.dots-1"/>
            <p:cNvSpPr/>
            <p:nvPr/>
          </p:nvSpPr>
          <p:spPr>
            <a:xfrm>
              <a:off x="3695700" y="2095500"/>
              <a:ext cx="101600" cy="101600"/>
            </a:xfrm>
            <a:prstGeom prst="ellipse">
              <a:avLst/>
            </a:prstGeom>
            <a:solidFill>
              <a:srgbClr val="070154"/>
            </a:solidFill>
            <a:ln>
              <a:noFill/>
            </a:ln>
          </p:spPr>
        </p:sp>
        <p:sp>
          <p:nvSpPr>
            <p:cNvPr id="9" name="node01.row.item-001.v.dots-2"/>
            <p:cNvSpPr/>
            <p:nvPr/>
          </p:nvSpPr>
          <p:spPr>
            <a:xfrm>
              <a:off x="3848100" y="2095500"/>
              <a:ext cx="101600" cy="101600"/>
            </a:xfrm>
            <a:prstGeom prst="ellipse">
              <a:avLst/>
            </a:prstGeom>
            <a:solidFill>
              <a:srgbClr val="070154"/>
            </a:solidFill>
            <a:ln>
              <a:noFill/>
            </a:ln>
          </p:spPr>
        </p:sp>
        <p:sp>
          <p:nvSpPr>
            <p:cNvPr id="10" name="node01.row.item-001.v.dots-3"/>
            <p:cNvSpPr/>
            <p:nvPr/>
          </p:nvSpPr>
          <p:spPr>
            <a:xfrm>
              <a:off x="4000500" y="2095500"/>
              <a:ext cx="101600" cy="101600"/>
            </a:xfrm>
            <a:prstGeom prst="ellipse">
              <a:avLst/>
            </a:prstGeom>
            <a:solidFill>
              <a:srgbClr val="070154"/>
            </a:solidFill>
            <a:ln>
              <a:noFill/>
            </a:ln>
          </p:spPr>
        </p:sp>
        <p:sp>
          <p:nvSpPr>
            <p:cNvPr id="11" name="node01.row.item-001.v.dots-4"/>
            <p:cNvSpPr/>
            <p:nvPr/>
          </p:nvSpPr>
          <p:spPr>
            <a:xfrm>
              <a:off x="4152900" y="2095500"/>
              <a:ext cx="101600" cy="101600"/>
            </a:xfrm>
            <a:prstGeom prst="ellipse">
              <a:avLst/>
            </a:prstGeom>
            <a:solidFill>
              <a:srgbClr val="070154"/>
            </a:solidFill>
            <a:ln>
              <a:noFill/>
            </a:ln>
          </p:spPr>
        </p:sp>
        <p:sp>
          <p:nvSpPr>
            <p:cNvPr id="12" name="node01.row.item-001.v.dots-5"/>
            <p:cNvSpPr/>
            <p:nvPr/>
          </p:nvSpPr>
          <p:spPr>
            <a:xfrm>
              <a:off x="4305300" y="2095500"/>
              <a:ext cx="101600" cy="101600"/>
            </a:xfrm>
            <a:prstGeom prst="ellipse">
              <a:avLst/>
            </a:prstGeom>
            <a:solidFill>
              <a:srgbClr val="070154"/>
            </a:solidFill>
            <a:ln>
              <a:noFill/>
            </a:ln>
          </p:spPr>
        </p:sp>
        <p:sp>
          <p:nvSpPr>
            <p:cNvPr id="13" name="node01.row.item-001.p.priority.fill"/>
            <p:cNvSpPr/>
            <p:nvPr/>
          </p:nvSpPr>
          <p:spPr>
            <a:xfrm>
              <a:off x="5194300" y="2035175"/>
              <a:ext cx="508000" cy="222250"/>
            </a:xfrm>
            <a:prstGeom prst="rect">
              <a:avLst/>
            </a:prstGeom>
            <a:solidFill>
              <a:srgbClr val="070154"/>
            </a:solidFill>
            <a:ln w="9525">
              <a:solidFill>
                <a:srgbClr val="070154"/>
              </a:solidFill>
              <a:prstDash val="solid"/>
            </a:ln>
          </p:spPr>
        </p:sp>
        <p:sp>
          <p:nvSpPr>
            <p:cNvPr id="14" name="node01.row.item-001.p.priority"/>
            <p:cNvSpPr/>
            <p:nvPr/>
          </p:nvSpPr>
          <p:spPr>
            <a:xfrm>
              <a:off x="5295900" y="2060575"/>
              <a:ext cx="304800" cy="17145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FFFFFF"/>
                  </a:solidFill>
                  <a:latin typeface="IBM Plex Mono SemiBold"/>
                  <a:ea typeface="IBM Plex Mono SemiBold"/>
                  <a:cs typeface="IBM Plex Mono SemiBold"/>
                </a:rPr>
                <a:t>NOW</a:t>
              </a:r>
              <a:endParaRPr lang="en-US" sz="900" spc="54" kern="0" b="0" i="0" dirty="0">
                <a:solidFill>
                  <a:srgbClr val="FFFFFF"/>
                </a:solidFill>
                <a:latin typeface="IBM Plex Mono SemiBold"/>
                <a:ea typeface="IBM Plex Mono SemiBold"/>
                <a:cs typeface="IBM Plex Mono SemiBold"/>
              </a:endParaRPr>
            </a:p>
          </p:txBody>
        </p:sp>
        <p:sp>
          <p:nvSpPr>
            <p:cNvPr id="15" name="node01.row.item-002.v.dots-1"/>
            <p:cNvSpPr/>
            <p:nvPr/>
          </p:nvSpPr>
          <p:spPr>
            <a:xfrm>
              <a:off x="3695700" y="2476500"/>
              <a:ext cx="101600" cy="101600"/>
            </a:xfrm>
            <a:prstGeom prst="ellipse">
              <a:avLst/>
            </a:prstGeom>
            <a:solidFill>
              <a:srgbClr val="070154"/>
            </a:solidFill>
            <a:ln>
              <a:noFill/>
            </a:ln>
          </p:spPr>
        </p:sp>
        <p:sp>
          <p:nvSpPr>
            <p:cNvPr id="16" name="node01.row.item-002.v.dots-2"/>
            <p:cNvSpPr/>
            <p:nvPr/>
          </p:nvSpPr>
          <p:spPr>
            <a:xfrm>
              <a:off x="3848100" y="2476500"/>
              <a:ext cx="101600" cy="101600"/>
            </a:xfrm>
            <a:prstGeom prst="ellipse">
              <a:avLst/>
            </a:prstGeom>
            <a:solidFill>
              <a:srgbClr val="070154"/>
            </a:solidFill>
            <a:ln>
              <a:noFill/>
            </a:ln>
          </p:spPr>
        </p:sp>
        <p:sp>
          <p:nvSpPr>
            <p:cNvPr id="17" name="node01.row.item-002.v.dots-3"/>
            <p:cNvSpPr/>
            <p:nvPr/>
          </p:nvSpPr>
          <p:spPr>
            <a:xfrm>
              <a:off x="4000500" y="2476500"/>
              <a:ext cx="101600" cy="101600"/>
            </a:xfrm>
            <a:prstGeom prst="ellipse">
              <a:avLst/>
            </a:prstGeom>
            <a:solidFill>
              <a:srgbClr val="070154"/>
            </a:solidFill>
            <a:ln>
              <a:noFill/>
            </a:ln>
          </p:spPr>
        </p:sp>
        <p:sp>
          <p:nvSpPr>
            <p:cNvPr id="18" name="node01.row.item-002.v.dots-4"/>
            <p:cNvSpPr/>
            <p:nvPr/>
          </p:nvSpPr>
          <p:spPr>
            <a:xfrm>
              <a:off x="4152900" y="2476500"/>
              <a:ext cx="101600" cy="101600"/>
            </a:xfrm>
            <a:prstGeom prst="ellipse">
              <a:avLst/>
            </a:prstGeom>
            <a:solidFill>
              <a:srgbClr val="070154"/>
            </a:solidFill>
            <a:ln>
              <a:noFill/>
            </a:ln>
          </p:spPr>
        </p:sp>
        <p:sp>
          <p:nvSpPr>
            <p:cNvPr id="19" name="node01.row.item-002.v.dots-5"/>
            <p:cNvSpPr/>
            <p:nvPr/>
          </p:nvSpPr>
          <p:spPr>
            <a:xfrm>
              <a:off x="4305300" y="2476500"/>
              <a:ext cx="101600" cy="101600"/>
            </a:xfrm>
            <a:prstGeom prst="ellipse">
              <a:avLst/>
            </a:prstGeom>
            <a:solidFill>
              <a:srgbClr val="CED7E6"/>
            </a:solidFill>
            <a:ln>
              <a:noFill/>
            </a:ln>
          </p:spPr>
        </p:sp>
        <p:sp>
          <p:nvSpPr>
            <p:cNvPr id="20" name="node01.row.item-002.p.priority.fill"/>
            <p:cNvSpPr/>
            <p:nvPr/>
          </p:nvSpPr>
          <p:spPr>
            <a:xfrm>
              <a:off x="5194300" y="2416175"/>
              <a:ext cx="508000" cy="222250"/>
            </a:xfrm>
            <a:prstGeom prst="rect">
              <a:avLst/>
            </a:prstGeom>
            <a:solidFill>
              <a:srgbClr val="070154"/>
            </a:solidFill>
            <a:ln w="9525">
              <a:solidFill>
                <a:srgbClr val="070154"/>
              </a:solidFill>
              <a:prstDash val="solid"/>
            </a:ln>
          </p:spPr>
        </p:sp>
        <p:sp>
          <p:nvSpPr>
            <p:cNvPr id="21" name="node01.row.item-002.p.priority"/>
            <p:cNvSpPr/>
            <p:nvPr/>
          </p:nvSpPr>
          <p:spPr>
            <a:xfrm>
              <a:off x="5295900" y="2441575"/>
              <a:ext cx="304800" cy="17145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FFFFFF"/>
                  </a:solidFill>
                  <a:latin typeface="IBM Plex Mono SemiBold"/>
                  <a:ea typeface="IBM Plex Mono SemiBold"/>
                  <a:cs typeface="IBM Plex Mono SemiBold"/>
                </a:rPr>
                <a:t>NOW</a:t>
              </a:r>
              <a:endParaRPr lang="en-US" sz="900" spc="54" kern="0" b="0" i="0" dirty="0">
                <a:solidFill>
                  <a:srgbClr val="FFFFFF"/>
                </a:solidFill>
                <a:latin typeface="IBM Plex Mono SemiBold"/>
                <a:ea typeface="IBM Plex Mono SemiBold"/>
                <a:cs typeface="IBM Plex Mono SemiBold"/>
              </a:endParaRPr>
            </a:p>
          </p:txBody>
        </p:sp>
        <p:sp>
          <p:nvSpPr>
            <p:cNvPr id="22" name="node01.row.item-003.v.dots-1"/>
            <p:cNvSpPr/>
            <p:nvPr/>
          </p:nvSpPr>
          <p:spPr>
            <a:xfrm>
              <a:off x="3695700" y="2857500"/>
              <a:ext cx="101600" cy="101600"/>
            </a:xfrm>
            <a:prstGeom prst="ellipse">
              <a:avLst/>
            </a:prstGeom>
            <a:solidFill>
              <a:srgbClr val="070154"/>
            </a:solidFill>
            <a:ln>
              <a:noFill/>
            </a:ln>
          </p:spPr>
        </p:sp>
        <p:sp>
          <p:nvSpPr>
            <p:cNvPr id="23" name="node01.row.item-003.v.dots-2"/>
            <p:cNvSpPr/>
            <p:nvPr/>
          </p:nvSpPr>
          <p:spPr>
            <a:xfrm>
              <a:off x="3848100" y="2857500"/>
              <a:ext cx="101600" cy="101600"/>
            </a:xfrm>
            <a:prstGeom prst="ellipse">
              <a:avLst/>
            </a:prstGeom>
            <a:solidFill>
              <a:srgbClr val="070154"/>
            </a:solidFill>
            <a:ln>
              <a:noFill/>
            </a:ln>
          </p:spPr>
        </p:sp>
        <p:sp>
          <p:nvSpPr>
            <p:cNvPr id="24" name="node01.row.item-003.v.dots-3"/>
            <p:cNvSpPr/>
            <p:nvPr/>
          </p:nvSpPr>
          <p:spPr>
            <a:xfrm>
              <a:off x="4000500" y="2857500"/>
              <a:ext cx="101600" cy="101600"/>
            </a:xfrm>
            <a:prstGeom prst="ellipse">
              <a:avLst/>
            </a:prstGeom>
            <a:solidFill>
              <a:srgbClr val="070154"/>
            </a:solidFill>
            <a:ln>
              <a:noFill/>
            </a:ln>
          </p:spPr>
        </p:sp>
        <p:sp>
          <p:nvSpPr>
            <p:cNvPr id="25" name="node01.row.item-003.v.dots-4"/>
            <p:cNvSpPr/>
            <p:nvPr/>
          </p:nvSpPr>
          <p:spPr>
            <a:xfrm>
              <a:off x="4152900" y="2857500"/>
              <a:ext cx="101600" cy="101600"/>
            </a:xfrm>
            <a:prstGeom prst="ellipse">
              <a:avLst/>
            </a:prstGeom>
            <a:solidFill>
              <a:srgbClr val="070154"/>
            </a:solidFill>
            <a:ln>
              <a:noFill/>
            </a:ln>
          </p:spPr>
        </p:sp>
        <p:sp>
          <p:nvSpPr>
            <p:cNvPr id="26" name="node01.row.item-003.v.dots-5"/>
            <p:cNvSpPr/>
            <p:nvPr/>
          </p:nvSpPr>
          <p:spPr>
            <a:xfrm>
              <a:off x="4305300" y="2857500"/>
              <a:ext cx="101600" cy="101600"/>
            </a:xfrm>
            <a:prstGeom prst="ellipse">
              <a:avLst/>
            </a:prstGeom>
            <a:solidFill>
              <a:srgbClr val="CED7E6"/>
            </a:solidFill>
            <a:ln>
              <a:noFill/>
            </a:ln>
          </p:spPr>
        </p:sp>
        <p:sp>
          <p:nvSpPr>
            <p:cNvPr id="27" name="node01.row.item-003.p.priority.fill"/>
            <p:cNvSpPr/>
            <p:nvPr/>
          </p:nvSpPr>
          <p:spPr>
            <a:xfrm>
              <a:off x="5183758" y="2797175"/>
              <a:ext cx="529084" cy="222250"/>
            </a:xfrm>
            <a:prstGeom prst="rect">
              <a:avLst/>
            </a:prstGeom>
            <a:solidFill>
              <a:srgbClr val="CED7E6"/>
            </a:solidFill>
            <a:ln w="9525">
              <a:solidFill>
                <a:srgbClr val="070154"/>
              </a:solidFill>
              <a:prstDash val="solid"/>
            </a:ln>
          </p:spPr>
        </p:sp>
        <p:sp>
          <p:nvSpPr>
            <p:cNvPr id="28" name="node01.row.item-003.p.priority"/>
            <p:cNvSpPr/>
            <p:nvPr/>
          </p:nvSpPr>
          <p:spPr>
            <a:xfrm>
              <a:off x="5285358" y="2822575"/>
              <a:ext cx="325884" cy="17145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SemiBold"/>
                  <a:ea typeface="IBM Plex Mono SemiBold"/>
                  <a:cs typeface="IBM Plex Mono SemiBold"/>
                </a:rPr>
                <a:t>NEXT</a:t>
              </a:r>
              <a:endParaRPr lang="en-US" sz="900" spc="54" kern="0" b="0" i="0" dirty="0">
                <a:solidFill>
                  <a:srgbClr val="070154"/>
                </a:solidFill>
                <a:latin typeface="IBM Plex Mono SemiBold"/>
                <a:ea typeface="IBM Plex Mono SemiBold"/>
                <a:cs typeface="IBM Plex Mono SemiBold"/>
              </a:endParaRPr>
            </a:p>
          </p:txBody>
        </p:sp>
        <p:sp>
          <p:nvSpPr>
            <p:cNvPr id="29" name="node01.row.item-004.v.dots-1"/>
            <p:cNvSpPr/>
            <p:nvPr/>
          </p:nvSpPr>
          <p:spPr>
            <a:xfrm>
              <a:off x="3695700" y="3238500"/>
              <a:ext cx="101600" cy="101600"/>
            </a:xfrm>
            <a:prstGeom prst="ellipse">
              <a:avLst/>
            </a:prstGeom>
            <a:solidFill>
              <a:srgbClr val="070154"/>
            </a:solidFill>
            <a:ln>
              <a:noFill/>
            </a:ln>
          </p:spPr>
        </p:sp>
        <p:sp>
          <p:nvSpPr>
            <p:cNvPr id="30" name="node01.row.item-004.v.dots-2"/>
            <p:cNvSpPr/>
            <p:nvPr/>
          </p:nvSpPr>
          <p:spPr>
            <a:xfrm>
              <a:off x="3848100" y="3238500"/>
              <a:ext cx="101600" cy="101600"/>
            </a:xfrm>
            <a:prstGeom prst="ellipse">
              <a:avLst/>
            </a:prstGeom>
            <a:solidFill>
              <a:srgbClr val="070154"/>
            </a:solidFill>
            <a:ln>
              <a:noFill/>
            </a:ln>
          </p:spPr>
        </p:sp>
        <p:sp>
          <p:nvSpPr>
            <p:cNvPr id="31" name="node01.row.item-004.v.dots-3"/>
            <p:cNvSpPr/>
            <p:nvPr/>
          </p:nvSpPr>
          <p:spPr>
            <a:xfrm>
              <a:off x="4000500" y="3238500"/>
              <a:ext cx="101600" cy="101600"/>
            </a:xfrm>
            <a:prstGeom prst="ellipse">
              <a:avLst/>
            </a:prstGeom>
            <a:solidFill>
              <a:srgbClr val="070154"/>
            </a:solidFill>
            <a:ln>
              <a:noFill/>
            </a:ln>
          </p:spPr>
        </p:sp>
        <p:sp>
          <p:nvSpPr>
            <p:cNvPr id="32" name="node01.row.item-004.v.dots-4"/>
            <p:cNvSpPr/>
            <p:nvPr/>
          </p:nvSpPr>
          <p:spPr>
            <a:xfrm>
              <a:off x="4152900" y="3238500"/>
              <a:ext cx="101600" cy="101600"/>
            </a:xfrm>
            <a:prstGeom prst="ellipse">
              <a:avLst/>
            </a:prstGeom>
            <a:solidFill>
              <a:srgbClr val="CED7E6"/>
            </a:solidFill>
            <a:ln>
              <a:noFill/>
            </a:ln>
          </p:spPr>
        </p:sp>
        <p:sp>
          <p:nvSpPr>
            <p:cNvPr id="33" name="node01.row.item-004.v.dots-5"/>
            <p:cNvSpPr/>
            <p:nvPr/>
          </p:nvSpPr>
          <p:spPr>
            <a:xfrm>
              <a:off x="4305300" y="3238500"/>
              <a:ext cx="101600" cy="101600"/>
            </a:xfrm>
            <a:prstGeom prst="ellipse">
              <a:avLst/>
            </a:prstGeom>
            <a:solidFill>
              <a:srgbClr val="CED7E6"/>
            </a:solidFill>
            <a:ln>
              <a:noFill/>
            </a:ln>
          </p:spPr>
        </p:sp>
        <p:sp>
          <p:nvSpPr>
            <p:cNvPr id="34" name="node01.row.item-004.p.priority.fill"/>
            <p:cNvSpPr/>
            <p:nvPr/>
          </p:nvSpPr>
          <p:spPr>
            <a:xfrm>
              <a:off x="5183758" y="3178175"/>
              <a:ext cx="529084" cy="222250"/>
            </a:xfrm>
            <a:prstGeom prst="rect">
              <a:avLst/>
            </a:prstGeom>
            <a:solidFill>
              <a:srgbClr val="CED7E6"/>
            </a:solidFill>
            <a:ln w="9525">
              <a:solidFill>
                <a:srgbClr val="070154"/>
              </a:solidFill>
              <a:prstDash val="solid"/>
            </a:ln>
          </p:spPr>
        </p:sp>
        <p:sp>
          <p:nvSpPr>
            <p:cNvPr id="35" name="node01.row.item-004.p.priority"/>
            <p:cNvSpPr/>
            <p:nvPr/>
          </p:nvSpPr>
          <p:spPr>
            <a:xfrm>
              <a:off x="5285358" y="3203575"/>
              <a:ext cx="325884" cy="17145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SemiBold"/>
                  <a:ea typeface="IBM Plex Mono SemiBold"/>
                  <a:cs typeface="IBM Plex Mono SemiBold"/>
                </a:rPr>
                <a:t>NEXT</a:t>
              </a:r>
              <a:endParaRPr lang="en-US" sz="900" spc="54" kern="0" b="0" i="0" dirty="0">
                <a:solidFill>
                  <a:srgbClr val="070154"/>
                </a:solidFill>
                <a:latin typeface="IBM Plex Mono SemiBold"/>
                <a:ea typeface="IBM Plex Mono SemiBold"/>
                <a:cs typeface="IBM Plex Mono SemiBold"/>
              </a:endParaRPr>
            </a:p>
          </p:txBody>
        </p:sp>
        <p:sp>
          <p:nvSpPr>
            <p:cNvPr id="36" name="node01.row.item-005.v.dots-1"/>
            <p:cNvSpPr/>
            <p:nvPr/>
          </p:nvSpPr>
          <p:spPr>
            <a:xfrm>
              <a:off x="3695700" y="3619500"/>
              <a:ext cx="101600" cy="101600"/>
            </a:xfrm>
            <a:prstGeom prst="ellipse">
              <a:avLst/>
            </a:prstGeom>
            <a:solidFill>
              <a:srgbClr val="070154"/>
            </a:solidFill>
            <a:ln>
              <a:noFill/>
            </a:ln>
          </p:spPr>
        </p:sp>
        <p:sp>
          <p:nvSpPr>
            <p:cNvPr id="37" name="node01.row.item-005.v.dots-2"/>
            <p:cNvSpPr/>
            <p:nvPr/>
          </p:nvSpPr>
          <p:spPr>
            <a:xfrm>
              <a:off x="3848100" y="3619500"/>
              <a:ext cx="101600" cy="101600"/>
            </a:xfrm>
            <a:prstGeom prst="ellipse">
              <a:avLst/>
            </a:prstGeom>
            <a:solidFill>
              <a:srgbClr val="070154"/>
            </a:solidFill>
            <a:ln>
              <a:noFill/>
            </a:ln>
          </p:spPr>
        </p:sp>
        <p:sp>
          <p:nvSpPr>
            <p:cNvPr id="38" name="node01.row.item-005.v.dots-3"/>
            <p:cNvSpPr/>
            <p:nvPr/>
          </p:nvSpPr>
          <p:spPr>
            <a:xfrm>
              <a:off x="4000500" y="3619500"/>
              <a:ext cx="101600" cy="101600"/>
            </a:xfrm>
            <a:prstGeom prst="ellipse">
              <a:avLst/>
            </a:prstGeom>
            <a:solidFill>
              <a:srgbClr val="070154"/>
            </a:solidFill>
            <a:ln>
              <a:noFill/>
            </a:ln>
          </p:spPr>
        </p:sp>
        <p:sp>
          <p:nvSpPr>
            <p:cNvPr id="39" name="node01.row.item-005.v.dots-4"/>
            <p:cNvSpPr/>
            <p:nvPr/>
          </p:nvSpPr>
          <p:spPr>
            <a:xfrm>
              <a:off x="4152900" y="3619500"/>
              <a:ext cx="101600" cy="101600"/>
            </a:xfrm>
            <a:prstGeom prst="ellipse">
              <a:avLst/>
            </a:prstGeom>
            <a:solidFill>
              <a:srgbClr val="CED7E6"/>
            </a:solidFill>
            <a:ln>
              <a:noFill/>
            </a:ln>
          </p:spPr>
        </p:sp>
        <p:sp>
          <p:nvSpPr>
            <p:cNvPr id="40" name="node01.row.item-005.v.dots-5"/>
            <p:cNvSpPr/>
            <p:nvPr/>
          </p:nvSpPr>
          <p:spPr>
            <a:xfrm>
              <a:off x="4305300" y="3619500"/>
              <a:ext cx="101600" cy="101600"/>
            </a:xfrm>
            <a:prstGeom prst="ellipse">
              <a:avLst/>
            </a:prstGeom>
            <a:solidFill>
              <a:srgbClr val="CED7E6"/>
            </a:solidFill>
            <a:ln>
              <a:noFill/>
            </a:ln>
          </p:spPr>
        </p:sp>
        <p:sp>
          <p:nvSpPr>
            <p:cNvPr id="41" name="node01.row.item-005.p.priority.fill"/>
            <p:cNvSpPr/>
            <p:nvPr/>
          </p:nvSpPr>
          <p:spPr>
            <a:xfrm>
              <a:off x="5183758" y="3559175"/>
              <a:ext cx="529084" cy="222250"/>
            </a:xfrm>
            <a:prstGeom prst="rect">
              <a:avLst/>
            </a:prstGeom>
            <a:solidFill>
              <a:srgbClr val="CED7E6"/>
            </a:solidFill>
            <a:ln w="9525">
              <a:solidFill>
                <a:srgbClr val="070154"/>
              </a:solidFill>
              <a:prstDash val="solid"/>
            </a:ln>
          </p:spPr>
        </p:sp>
        <p:sp>
          <p:nvSpPr>
            <p:cNvPr id="42" name="node01.row.item-005.p.priority"/>
            <p:cNvSpPr/>
            <p:nvPr/>
          </p:nvSpPr>
          <p:spPr>
            <a:xfrm>
              <a:off x="5285358" y="3584575"/>
              <a:ext cx="325884" cy="17145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SemiBold"/>
                  <a:ea typeface="IBM Plex Mono SemiBold"/>
                  <a:cs typeface="IBM Plex Mono SemiBold"/>
                </a:rPr>
                <a:t>NEXT</a:t>
              </a:r>
              <a:endParaRPr lang="en-US" sz="900" spc="54" kern="0" b="0" i="0" dirty="0">
                <a:solidFill>
                  <a:srgbClr val="070154"/>
                </a:solidFill>
                <a:latin typeface="IBM Plex Mono SemiBold"/>
                <a:ea typeface="IBM Plex Mono SemiBold"/>
                <a:cs typeface="IBM Plex Mono SemiBold"/>
              </a:endParaRPr>
            </a:p>
          </p:txBody>
        </p:sp>
        <p:sp>
          <p:nvSpPr>
            <p:cNvPr id="43" name="node01.row.item-006.v.dots-1"/>
            <p:cNvSpPr/>
            <p:nvPr/>
          </p:nvSpPr>
          <p:spPr>
            <a:xfrm>
              <a:off x="3695700" y="4000500"/>
              <a:ext cx="101600" cy="101600"/>
            </a:xfrm>
            <a:prstGeom prst="ellipse">
              <a:avLst/>
            </a:prstGeom>
            <a:solidFill>
              <a:srgbClr val="070154"/>
            </a:solidFill>
            <a:ln>
              <a:noFill/>
            </a:ln>
          </p:spPr>
        </p:sp>
        <p:sp>
          <p:nvSpPr>
            <p:cNvPr id="44" name="node01.row.item-006.v.dots-2"/>
            <p:cNvSpPr/>
            <p:nvPr/>
          </p:nvSpPr>
          <p:spPr>
            <a:xfrm>
              <a:off x="3848100" y="4000500"/>
              <a:ext cx="101600" cy="101600"/>
            </a:xfrm>
            <a:prstGeom prst="ellipse">
              <a:avLst/>
            </a:prstGeom>
            <a:solidFill>
              <a:srgbClr val="070154"/>
            </a:solidFill>
            <a:ln>
              <a:noFill/>
            </a:ln>
          </p:spPr>
        </p:sp>
        <p:sp>
          <p:nvSpPr>
            <p:cNvPr id="45" name="node01.row.item-006.v.dots-3"/>
            <p:cNvSpPr/>
            <p:nvPr/>
          </p:nvSpPr>
          <p:spPr>
            <a:xfrm>
              <a:off x="4000500" y="4000500"/>
              <a:ext cx="101600" cy="101600"/>
            </a:xfrm>
            <a:prstGeom prst="ellipse">
              <a:avLst/>
            </a:prstGeom>
            <a:solidFill>
              <a:srgbClr val="070154"/>
            </a:solidFill>
            <a:ln>
              <a:noFill/>
            </a:ln>
          </p:spPr>
        </p:sp>
        <p:sp>
          <p:nvSpPr>
            <p:cNvPr id="46" name="node01.row.item-006.v.dots-4"/>
            <p:cNvSpPr/>
            <p:nvPr/>
          </p:nvSpPr>
          <p:spPr>
            <a:xfrm>
              <a:off x="4152900" y="4000500"/>
              <a:ext cx="101600" cy="101600"/>
            </a:xfrm>
            <a:prstGeom prst="ellipse">
              <a:avLst/>
            </a:prstGeom>
            <a:solidFill>
              <a:srgbClr val="CED7E6"/>
            </a:solidFill>
            <a:ln>
              <a:noFill/>
            </a:ln>
          </p:spPr>
        </p:sp>
        <p:sp>
          <p:nvSpPr>
            <p:cNvPr id="47" name="node01.row.item-006.v.dots-5"/>
            <p:cNvSpPr/>
            <p:nvPr/>
          </p:nvSpPr>
          <p:spPr>
            <a:xfrm>
              <a:off x="4305300" y="4000500"/>
              <a:ext cx="101600" cy="101600"/>
            </a:xfrm>
            <a:prstGeom prst="ellipse">
              <a:avLst/>
            </a:prstGeom>
            <a:solidFill>
              <a:srgbClr val="CED7E6"/>
            </a:solidFill>
            <a:ln>
              <a:noFill/>
            </a:ln>
          </p:spPr>
        </p:sp>
        <p:sp>
          <p:nvSpPr>
            <p:cNvPr id="48" name="node01.row.item-006.p.priority.fill"/>
            <p:cNvSpPr/>
            <p:nvPr/>
          </p:nvSpPr>
          <p:spPr>
            <a:xfrm>
              <a:off x="5183758" y="3940175"/>
              <a:ext cx="529084" cy="222250"/>
            </a:xfrm>
            <a:prstGeom prst="rect">
              <a:avLst/>
            </a:prstGeom>
            <a:solidFill>
              <a:srgbClr val="CED7E6"/>
            </a:solidFill>
            <a:ln w="9525">
              <a:solidFill>
                <a:srgbClr val="070154"/>
              </a:solidFill>
              <a:prstDash val="solid"/>
            </a:ln>
          </p:spPr>
        </p:sp>
        <p:sp>
          <p:nvSpPr>
            <p:cNvPr id="49" name="node01.row.item-006.p.priority"/>
            <p:cNvSpPr/>
            <p:nvPr/>
          </p:nvSpPr>
          <p:spPr>
            <a:xfrm>
              <a:off x="5285358" y="3965575"/>
              <a:ext cx="325884" cy="17145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SemiBold"/>
                  <a:ea typeface="IBM Plex Mono SemiBold"/>
                  <a:cs typeface="IBM Plex Mono SemiBold"/>
                </a:rPr>
                <a:t>NEXT</a:t>
              </a:r>
              <a:endParaRPr lang="en-US" sz="900" spc="54" kern="0" b="0" i="0" dirty="0">
                <a:solidFill>
                  <a:srgbClr val="070154"/>
                </a:solidFill>
                <a:latin typeface="IBM Plex Mono SemiBold"/>
                <a:ea typeface="IBM Plex Mono SemiBold"/>
                <a:cs typeface="IBM Plex Mono SemiBold"/>
              </a:endParaRPr>
            </a:p>
          </p:txBody>
        </p:sp>
        <p:sp>
          <p:nvSpPr>
            <p:cNvPr id="50" name="node01.row.item-007.v.dots-1"/>
            <p:cNvSpPr/>
            <p:nvPr/>
          </p:nvSpPr>
          <p:spPr>
            <a:xfrm>
              <a:off x="3695700" y="4381500"/>
              <a:ext cx="101600" cy="101600"/>
            </a:xfrm>
            <a:prstGeom prst="ellipse">
              <a:avLst/>
            </a:prstGeom>
            <a:solidFill>
              <a:srgbClr val="070154"/>
            </a:solidFill>
            <a:ln>
              <a:noFill/>
            </a:ln>
          </p:spPr>
        </p:sp>
        <p:sp>
          <p:nvSpPr>
            <p:cNvPr id="51" name="node01.row.item-007.v.dots-2"/>
            <p:cNvSpPr/>
            <p:nvPr/>
          </p:nvSpPr>
          <p:spPr>
            <a:xfrm>
              <a:off x="3848100" y="4381500"/>
              <a:ext cx="101600" cy="101600"/>
            </a:xfrm>
            <a:prstGeom prst="ellipse">
              <a:avLst/>
            </a:prstGeom>
            <a:solidFill>
              <a:srgbClr val="070154"/>
            </a:solidFill>
            <a:ln>
              <a:noFill/>
            </a:ln>
          </p:spPr>
        </p:sp>
        <p:sp>
          <p:nvSpPr>
            <p:cNvPr id="52" name="node01.row.item-007.v.dots-3"/>
            <p:cNvSpPr/>
            <p:nvPr/>
          </p:nvSpPr>
          <p:spPr>
            <a:xfrm>
              <a:off x="4000500" y="4381500"/>
              <a:ext cx="101600" cy="101600"/>
            </a:xfrm>
            <a:prstGeom prst="ellipse">
              <a:avLst/>
            </a:prstGeom>
            <a:solidFill>
              <a:srgbClr val="CED7E6"/>
            </a:solidFill>
            <a:ln>
              <a:noFill/>
            </a:ln>
          </p:spPr>
        </p:sp>
        <p:sp>
          <p:nvSpPr>
            <p:cNvPr id="53" name="node01.row.item-007.v.dots-4"/>
            <p:cNvSpPr/>
            <p:nvPr/>
          </p:nvSpPr>
          <p:spPr>
            <a:xfrm>
              <a:off x="4152900" y="4381500"/>
              <a:ext cx="101600" cy="101600"/>
            </a:xfrm>
            <a:prstGeom prst="ellipse">
              <a:avLst/>
            </a:prstGeom>
            <a:solidFill>
              <a:srgbClr val="CED7E6"/>
            </a:solidFill>
            <a:ln>
              <a:noFill/>
            </a:ln>
          </p:spPr>
        </p:sp>
        <p:sp>
          <p:nvSpPr>
            <p:cNvPr id="54" name="node01.row.item-007.v.dots-5"/>
            <p:cNvSpPr/>
            <p:nvPr/>
          </p:nvSpPr>
          <p:spPr>
            <a:xfrm>
              <a:off x="4305300" y="4381500"/>
              <a:ext cx="101600" cy="101600"/>
            </a:xfrm>
            <a:prstGeom prst="ellipse">
              <a:avLst/>
            </a:prstGeom>
            <a:solidFill>
              <a:srgbClr val="CED7E6"/>
            </a:solidFill>
            <a:ln>
              <a:noFill/>
            </a:ln>
          </p:spPr>
        </p:sp>
        <p:sp>
          <p:nvSpPr>
            <p:cNvPr id="55" name="node01.row.item-007.p.priority.fill"/>
            <p:cNvSpPr/>
            <p:nvPr/>
          </p:nvSpPr>
          <p:spPr>
            <a:xfrm>
              <a:off x="5146198" y="4321175"/>
              <a:ext cx="604205" cy="222250"/>
            </a:xfrm>
            <a:prstGeom prst="rect">
              <a:avLst/>
            </a:prstGeom>
            <a:ln w="9525">
              <a:solidFill>
                <a:srgbClr val="070154"/>
              </a:solidFill>
              <a:prstDash val="solid"/>
            </a:ln>
          </p:spPr>
        </p:sp>
        <p:sp>
          <p:nvSpPr>
            <p:cNvPr id="56" name="node01.row.item-007.p.priority"/>
            <p:cNvSpPr/>
            <p:nvPr/>
          </p:nvSpPr>
          <p:spPr>
            <a:xfrm>
              <a:off x="5247798" y="4346575"/>
              <a:ext cx="401005" cy="17145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SemiBold"/>
                  <a:ea typeface="IBM Plex Mono SemiBold"/>
                  <a:cs typeface="IBM Plex Mono SemiBold"/>
                </a:rPr>
                <a:t>LATER</a:t>
              </a:r>
              <a:endParaRPr lang="en-US" sz="900" spc="54" kern="0" b="0" i="0" dirty="0">
                <a:solidFill>
                  <a:srgbClr val="070154"/>
                </a:solidFill>
                <a:latin typeface="IBM Plex Mono SemiBold"/>
                <a:ea typeface="IBM Plex Mono SemiBold"/>
                <a:cs typeface="IBM Plex Mono SemiBold"/>
              </a:endParaRPr>
            </a:p>
          </p:txBody>
        </p:sp>
      </p:grpSp>
      <p:grpSp>
        <p:nvGrpSpPr>
          <p:cNvPr id="81" name="node02"/>
          <p:cNvGrpSpPr/>
          <p:nvPr/>
        </p:nvGrpSpPr>
        <p:grpSpPr>
          <a:xfrm>
            <a:off x="723900" y="4800600"/>
            <a:ext cx="7086600" cy="228600"/>
            <a:chOff x="723900" y="4800600"/>
            <a:chExt cx="7086600" cy="228600"/>
          </a:xfrm>
        </p:grpSpPr>
        <p:sp>
          <p:nvSpPr>
            <p:cNvPr id="57" name="node02.label"/>
            <p:cNvSpPr/>
            <p:nvPr/>
          </p:nvSpPr>
          <p:spPr>
            <a:xfrm>
              <a:off x="723900" y="4800600"/>
              <a:ext cx="1001973"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KEY LEARNINGS</a:t>
              </a:r>
              <a:endParaRPr lang="en-US" sz="900" spc="54" kern="0" b="0" i="0" dirty="0">
                <a:solidFill>
                  <a:srgbClr val="50658E"/>
                </a:solidFill>
                <a:latin typeface="IBM Plex Mono Medium"/>
                <a:ea typeface="IBM Plex Mono Medium"/>
                <a:cs typeface="IBM Plex Mono Medium"/>
              </a:endParaRPr>
            </a:p>
          </p:txBody>
        </p:sp>
        <p:sp>
          <p:nvSpPr>
            <p:cNvPr id="58" name="node02.rule"/>
            <p:cNvSpPr/>
            <p:nvPr/>
          </p:nvSpPr>
          <p:spPr>
            <a:xfrm>
              <a:off x="1852873" y="4910138"/>
              <a:ext cx="5957627" cy="9525"/>
            </a:xfrm>
            <a:prstGeom prst="rect">
              <a:avLst/>
            </a:prstGeom>
            <a:solidFill>
              <a:srgbClr val="CED7E6"/>
            </a:solidFill>
            <a:ln>
              <a:noFill/>
            </a:ln>
          </p:spPr>
        </p:sp>
      </p:grpSp>
      <p:sp>
        <p:nvSpPr>
          <p:cNvPr id="59" name="node03"/>
          <p:cNvSpPr/>
          <p:nvPr/>
        </p:nvSpPr>
        <p:spPr>
          <a:xfrm>
            <a:off x="723900" y="5029200"/>
            <a:ext cx="7086600" cy="9525"/>
          </a:xfrm>
          <a:prstGeom prst="rect">
            <a:avLst/>
          </a:prstGeom>
          <a:solidFill>
            <a:srgbClr val="CED7E6"/>
          </a:solidFill>
          <a:ln>
            <a:noFill/>
          </a:ln>
        </p:spPr>
      </p:sp>
      <p:grpSp>
        <p:nvGrpSpPr>
          <p:cNvPr id="82" name="node04"/>
          <p:cNvGrpSpPr/>
          <p:nvPr/>
        </p:nvGrpSpPr>
        <p:grpSpPr>
          <a:xfrm>
            <a:off x="723900" y="5257800"/>
            <a:ext cx="7086600" cy="228600"/>
            <a:chOff x="723900" y="5257800"/>
            <a:chExt cx="7086600" cy="228600"/>
          </a:xfrm>
        </p:grpSpPr>
        <p:sp>
          <p:nvSpPr>
            <p:cNvPr id="60" name="node04.text"/>
            <p:cNvSpPr/>
            <p:nvPr/>
          </p:nvSpPr>
          <p:spPr>
            <a:xfrm>
              <a:off x="723900" y="5257800"/>
              <a:ext cx="708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Front-end fixes drive most value; estimates and denials depend on the same registration data.</a:t>
              </a:r>
              <a:endParaRPr lang="en-US" sz="1200" spc="0" kern="0" b="0" i="0" dirty="0">
                <a:solidFill>
                  <a:srgbClr val="070154"/>
                </a:solidFill>
                <a:latin typeface="IBM Plex Sans"/>
                <a:ea typeface="IBM Plex Sans"/>
                <a:cs typeface="IBM Plex Sans"/>
              </a:endParaRPr>
            </a:p>
          </p:txBody>
        </p:sp>
      </p:grpSp>
      <p:grpSp>
        <p:nvGrpSpPr>
          <p:cNvPr id="83" name="node05"/>
          <p:cNvGrpSpPr/>
          <p:nvPr/>
        </p:nvGrpSpPr>
        <p:grpSpPr>
          <a:xfrm>
            <a:off x="8039100" y="1600200"/>
            <a:ext cx="3429000" cy="228600"/>
            <a:chOff x="8039100" y="1600200"/>
            <a:chExt cx="3429000" cy="228600"/>
          </a:xfrm>
        </p:grpSpPr>
        <p:sp>
          <p:nvSpPr>
            <p:cNvPr id="61" name="node05.label"/>
            <p:cNvSpPr/>
            <p:nvPr/>
          </p:nvSpPr>
          <p:spPr>
            <a:xfrm>
              <a:off x="8039100" y="1600200"/>
              <a:ext cx="2053667"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OUTCOMES AGAINST OBJECTIVES</a:t>
              </a:r>
              <a:endParaRPr lang="en-US" sz="900" spc="54" kern="0" b="0" i="0" dirty="0">
                <a:solidFill>
                  <a:srgbClr val="50658E"/>
                </a:solidFill>
                <a:latin typeface="IBM Plex Mono Medium"/>
                <a:ea typeface="IBM Plex Mono Medium"/>
                <a:cs typeface="IBM Plex Mono Medium"/>
              </a:endParaRPr>
            </a:p>
          </p:txBody>
        </p:sp>
        <p:sp>
          <p:nvSpPr>
            <p:cNvPr id="62" name="node05.rule"/>
            <p:cNvSpPr/>
            <p:nvPr/>
          </p:nvSpPr>
          <p:spPr>
            <a:xfrm>
              <a:off x="10219767" y="1709738"/>
              <a:ext cx="1248333" cy="9525"/>
            </a:xfrm>
            <a:prstGeom prst="rect">
              <a:avLst/>
            </a:prstGeom>
            <a:solidFill>
              <a:srgbClr val="CED7E6"/>
            </a:solidFill>
            <a:ln>
              <a:noFill/>
            </a:ln>
          </p:spPr>
        </p:sp>
      </p:grpSp>
      <p:sp>
        <p:nvSpPr>
          <p:cNvPr id="63" name="node06"/>
          <p:cNvSpPr/>
          <p:nvPr/>
        </p:nvSpPr>
        <p:spPr>
          <a:xfrm>
            <a:off x="8039100" y="1828800"/>
            <a:ext cx="3429000" cy="9525"/>
          </a:xfrm>
          <a:prstGeom prst="rect">
            <a:avLst/>
          </a:prstGeom>
          <a:solidFill>
            <a:srgbClr val="CED7E6"/>
          </a:solidFill>
          <a:ln>
            <a:noFill/>
          </a:ln>
        </p:spPr>
      </p:sp>
      <p:grpSp>
        <p:nvGrpSpPr>
          <p:cNvPr id="84" name="node07"/>
          <p:cNvGrpSpPr/>
          <p:nvPr/>
        </p:nvGrpSpPr>
        <p:grpSpPr>
          <a:xfrm>
            <a:off x="8039100" y="2057400"/>
            <a:ext cx="3429000" cy="1574800"/>
            <a:chOff x="8039100" y="2057400"/>
            <a:chExt cx="3429000" cy="1574800"/>
          </a:xfrm>
        </p:grpSpPr>
        <p:graphicFrame>
          <p:nvGraphicFramePr>
            <p:cNvPr id="64" name="node07.native"/>
            <p:cNvGraphicFramePr>
              <a:graphicFrameLocks noGrp="1"/>
            </p:cNvGraphicFramePr>
            <p:nvPr>
              <p:extLst>
                <p:ext uri="{D42A27DB-BD31-4B8C-83A1-F6EECF244321}">
                  <p14:modId xmlns:p14="http://schemas.microsoft.com/office/powerpoint/2010/main" val="1579011935"/>
                </p:ext>
              </p:extLst>
            </p:nvPr>
          </p:nvGraphicFramePr>
          <p:xfrm>
            <a:off x="8039100" y="2057400"/>
            <a:ext cx="3429000" cy="1574800"/>
          </p:xfrm>
          <a:graphic>
            <a:graphicData uri="http://schemas.openxmlformats.org/drawingml/2006/table">
              <a:tbl>
                <a:tblPr/>
                <a:tblGrid>
                  <a:gridCol w="2209800"/>
                  <a:gridCol w="1219200"/>
                </a:tblGrid>
                <a:tr h="355600">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OBJECTIVE</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RESULT</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r>
                <a:tr h="3048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One future-state journey</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Met</a:t>
                        </a:r>
                        <a:endParaRPr lang="en-US" sz="1200" spc="0" kern="0" b="0" i="0" dirty="0">
                          <a:solidFill>
                            <a:srgbClr val="070154"/>
                          </a:solidFill>
                          <a:latin typeface="IBM Plex Sans"/>
                          <a:ea typeface="IBM Plex Sans"/>
                          <a:cs typeface="IBM Plex Sans"/>
                        </a:endParaRPr>
                      </a:p>
                    </a:txBody>
                    <a:tcPr marL="330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048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Owners named per area</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Partly met</a:t>
                        </a:r>
                        <a:endParaRPr lang="en-US" sz="1200" spc="0" kern="0" b="0" i="0" dirty="0">
                          <a:solidFill>
                            <a:srgbClr val="070154"/>
                          </a:solidFill>
                          <a:latin typeface="IBM Plex Sans"/>
                          <a:ea typeface="IBM Plex Sans"/>
                          <a:cs typeface="IBM Plex Sans"/>
                        </a:endParaRPr>
                      </a:p>
                    </a:txBody>
                    <a:tcPr marL="330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048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Shortlist ready to rank</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Met</a:t>
                        </a:r>
                        <a:endParaRPr lang="en-US" sz="1200" spc="0" kern="0" b="0" i="0" dirty="0">
                          <a:solidFill>
                            <a:srgbClr val="070154"/>
                          </a:solidFill>
                          <a:latin typeface="IBM Plex Sans"/>
                          <a:ea typeface="IBM Plex Sans"/>
                          <a:cs typeface="IBM Plex Sans"/>
                        </a:endParaRPr>
                      </a:p>
                    </a:txBody>
                    <a:tcPr marL="330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048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Target measures drafted</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Not met</a:t>
                        </a:r>
                        <a:endParaRPr lang="en-US" sz="1200" spc="0" kern="0" b="0" i="0" dirty="0">
                          <a:solidFill>
                            <a:srgbClr val="070154"/>
                          </a:solidFill>
                          <a:latin typeface="IBM Plex Sans"/>
                          <a:ea typeface="IBM Plex Sans"/>
                          <a:cs typeface="IBM Plex Sans"/>
                        </a:endParaRPr>
                      </a:p>
                    </a:txBody>
                    <a:tcPr marL="330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bl>
            </a:graphicData>
          </a:graphic>
        </p:graphicFrame>
        <p:sp>
          <p:nvSpPr>
            <p:cNvPr id="65" name="node07.row.item-001.s.status-mark"/>
            <p:cNvSpPr/>
            <p:nvPr/>
          </p:nvSpPr>
          <p:spPr>
            <a:xfrm>
              <a:off x="10407650" y="2520950"/>
              <a:ext cx="88900" cy="88900"/>
            </a:xfrm>
            <a:prstGeom prst="rect">
              <a:avLst/>
            </a:prstGeom>
            <a:solidFill>
              <a:srgbClr val="1DD566"/>
            </a:solidFill>
            <a:ln w="12700">
              <a:solidFill>
                <a:srgbClr val="070154"/>
              </a:solidFill>
              <a:prstDash val="solid"/>
            </a:ln>
          </p:spPr>
        </p:sp>
        <p:sp>
          <p:nvSpPr>
            <p:cNvPr id="66" name="node07.row.item-002.s.status-mark"/>
            <p:cNvSpPr/>
            <p:nvPr/>
          </p:nvSpPr>
          <p:spPr>
            <a:xfrm>
              <a:off x="10407650" y="2825750"/>
              <a:ext cx="88900" cy="88900"/>
            </a:xfrm>
            <a:prstGeom prst="rect">
              <a:avLst/>
            </a:prstGeom>
            <a:solidFill>
              <a:srgbClr val="FFC700"/>
            </a:solidFill>
            <a:ln w="12700">
              <a:solidFill>
                <a:srgbClr val="070154"/>
              </a:solidFill>
              <a:prstDash val="solid"/>
            </a:ln>
          </p:spPr>
        </p:sp>
        <p:sp>
          <p:nvSpPr>
            <p:cNvPr id="67" name="node07.row.item-003.s.status-mark"/>
            <p:cNvSpPr/>
            <p:nvPr/>
          </p:nvSpPr>
          <p:spPr>
            <a:xfrm>
              <a:off x="10407650" y="3130550"/>
              <a:ext cx="88900" cy="88900"/>
            </a:xfrm>
            <a:prstGeom prst="rect">
              <a:avLst/>
            </a:prstGeom>
            <a:solidFill>
              <a:srgbClr val="1DD566"/>
            </a:solidFill>
            <a:ln w="12700">
              <a:solidFill>
                <a:srgbClr val="070154"/>
              </a:solidFill>
              <a:prstDash val="solid"/>
            </a:ln>
          </p:spPr>
        </p:sp>
        <p:sp>
          <p:nvSpPr>
            <p:cNvPr id="68" name="node07.row.item-004.s.status-mark"/>
            <p:cNvSpPr/>
            <p:nvPr/>
          </p:nvSpPr>
          <p:spPr>
            <a:xfrm>
              <a:off x="10407650" y="3435350"/>
              <a:ext cx="88900" cy="88900"/>
            </a:xfrm>
            <a:prstGeom prst="rect">
              <a:avLst/>
            </a:prstGeom>
            <a:solidFill>
              <a:srgbClr val="F52C00"/>
            </a:solidFill>
            <a:ln w="12700">
              <a:solidFill>
                <a:srgbClr val="070154"/>
              </a:solidFill>
              <a:prstDash val="solid"/>
            </a:ln>
          </p:spPr>
        </p:sp>
      </p:grpSp>
      <p:grpSp>
        <p:nvGrpSpPr>
          <p:cNvPr id="85" name="node08"/>
          <p:cNvGrpSpPr/>
          <p:nvPr/>
        </p:nvGrpSpPr>
        <p:grpSpPr>
          <a:xfrm>
            <a:off x="8039100" y="3810000"/>
            <a:ext cx="3429000" cy="228600"/>
            <a:chOff x="8039100" y="3810000"/>
            <a:chExt cx="3429000" cy="228600"/>
          </a:xfrm>
        </p:grpSpPr>
        <p:sp>
          <p:nvSpPr>
            <p:cNvPr id="69" name="node08.label"/>
            <p:cNvSpPr/>
            <p:nvPr/>
          </p:nvSpPr>
          <p:spPr>
            <a:xfrm>
              <a:off x="8039100" y="3810000"/>
              <a:ext cx="2128788"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DECISIONS AND OPEN QUESTIONS</a:t>
              </a:r>
              <a:endParaRPr lang="en-US" sz="900" spc="54" kern="0" b="0" i="0" dirty="0">
                <a:solidFill>
                  <a:srgbClr val="50658E"/>
                </a:solidFill>
                <a:latin typeface="IBM Plex Mono Medium"/>
                <a:ea typeface="IBM Plex Mono Medium"/>
                <a:cs typeface="IBM Plex Mono Medium"/>
              </a:endParaRPr>
            </a:p>
          </p:txBody>
        </p:sp>
        <p:sp>
          <p:nvSpPr>
            <p:cNvPr id="70" name="node08.rule"/>
            <p:cNvSpPr/>
            <p:nvPr/>
          </p:nvSpPr>
          <p:spPr>
            <a:xfrm>
              <a:off x="10294888" y="3919537"/>
              <a:ext cx="1173212" cy="9525"/>
            </a:xfrm>
            <a:prstGeom prst="rect">
              <a:avLst/>
            </a:prstGeom>
            <a:solidFill>
              <a:srgbClr val="CED7E6"/>
            </a:solidFill>
            <a:ln>
              <a:noFill/>
            </a:ln>
          </p:spPr>
        </p:sp>
      </p:grpSp>
      <p:sp>
        <p:nvSpPr>
          <p:cNvPr id="71" name="node09"/>
          <p:cNvSpPr/>
          <p:nvPr/>
        </p:nvSpPr>
        <p:spPr>
          <a:xfrm>
            <a:off x="8039100" y="4038600"/>
            <a:ext cx="3429000" cy="9525"/>
          </a:xfrm>
          <a:prstGeom prst="rect">
            <a:avLst/>
          </a:prstGeom>
          <a:solidFill>
            <a:srgbClr val="CED7E6"/>
          </a:solidFill>
          <a:ln>
            <a:noFill/>
          </a:ln>
        </p:spPr>
      </p:sp>
      <p:grpSp>
        <p:nvGrpSpPr>
          <p:cNvPr id="86" name="node10"/>
          <p:cNvGrpSpPr/>
          <p:nvPr/>
        </p:nvGrpSpPr>
        <p:grpSpPr>
          <a:xfrm>
            <a:off x="8039100" y="4267200"/>
            <a:ext cx="3429000" cy="1028700"/>
            <a:chOff x="8039100" y="4267200"/>
            <a:chExt cx="3429000" cy="1028700"/>
          </a:xfrm>
        </p:grpSpPr>
        <p:sp>
          <p:nvSpPr>
            <p:cNvPr id="72" name="node10.source-001.bullet"/>
            <p:cNvSpPr/>
            <p:nvPr/>
          </p:nvSpPr>
          <p:spPr>
            <a:xfrm>
              <a:off x="8039100" y="4356100"/>
              <a:ext cx="38100" cy="38100"/>
            </a:xfrm>
            <a:prstGeom prst="rect">
              <a:avLst/>
            </a:prstGeom>
            <a:solidFill>
              <a:srgbClr val="070154"/>
            </a:solidFill>
            <a:ln>
              <a:noFill/>
            </a:ln>
          </p:spPr>
        </p:sp>
        <p:sp>
          <p:nvSpPr>
            <p:cNvPr id="73" name="node10.source-001.text"/>
            <p:cNvSpPr/>
            <p:nvPr/>
          </p:nvSpPr>
          <p:spPr>
            <a:xfrm>
              <a:off x="8191500" y="42672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Decided: top two go to Now</a:t>
              </a:r>
              <a:endParaRPr lang="en-US" sz="1200" spc="0" kern="0" b="0" i="0" dirty="0">
                <a:solidFill>
                  <a:srgbClr val="070154"/>
                </a:solidFill>
                <a:latin typeface="IBM Plex Sans"/>
                <a:ea typeface="IBM Plex Sans"/>
                <a:cs typeface="IBM Plex Sans"/>
              </a:endParaRPr>
            </a:p>
          </p:txBody>
        </p:sp>
        <p:sp>
          <p:nvSpPr>
            <p:cNvPr id="74" name="node10.source-002.bullet"/>
            <p:cNvSpPr/>
            <p:nvPr/>
          </p:nvSpPr>
          <p:spPr>
            <a:xfrm>
              <a:off x="8039100" y="4622800"/>
              <a:ext cx="38100" cy="38100"/>
            </a:xfrm>
            <a:prstGeom prst="rect">
              <a:avLst/>
            </a:prstGeom>
            <a:solidFill>
              <a:srgbClr val="070154"/>
            </a:solidFill>
            <a:ln>
              <a:noFill/>
            </a:ln>
          </p:spPr>
        </p:sp>
        <p:sp>
          <p:nvSpPr>
            <p:cNvPr id="75" name="node10.source-002.text"/>
            <p:cNvSpPr/>
            <p:nvPr/>
          </p:nvSpPr>
          <p:spPr>
            <a:xfrm>
              <a:off x="8191500" y="45339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Decided: estimates start with imaging</a:t>
              </a:r>
              <a:endParaRPr lang="en-US" sz="1200" spc="0" kern="0" b="0" i="0" dirty="0">
                <a:solidFill>
                  <a:srgbClr val="070154"/>
                </a:solidFill>
                <a:latin typeface="IBM Plex Sans"/>
                <a:ea typeface="IBM Plex Sans"/>
                <a:cs typeface="IBM Plex Sans"/>
              </a:endParaRPr>
            </a:p>
          </p:txBody>
        </p:sp>
        <p:sp>
          <p:nvSpPr>
            <p:cNvPr id="76" name="node10.source-003.bullet"/>
            <p:cNvSpPr/>
            <p:nvPr/>
          </p:nvSpPr>
          <p:spPr>
            <a:xfrm>
              <a:off x="8039100" y="4889500"/>
              <a:ext cx="38100" cy="38100"/>
            </a:xfrm>
            <a:prstGeom prst="rect">
              <a:avLst/>
            </a:prstGeom>
            <a:solidFill>
              <a:srgbClr val="070154"/>
            </a:solidFill>
            <a:ln>
              <a:noFill/>
            </a:ln>
          </p:spPr>
        </p:sp>
        <p:sp>
          <p:nvSpPr>
            <p:cNvPr id="77" name="node10.source-003.text"/>
            <p:cNvSpPr/>
            <p:nvPr/>
          </p:nvSpPr>
          <p:spPr>
            <a:xfrm>
              <a:off x="8191500" y="48006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Open: who owns the estimate tool?</a:t>
              </a:r>
              <a:endParaRPr lang="en-US" sz="1200" spc="0" kern="0" b="0" i="0" dirty="0">
                <a:solidFill>
                  <a:srgbClr val="070154"/>
                </a:solidFill>
                <a:latin typeface="IBM Plex Sans"/>
                <a:ea typeface="IBM Plex Sans"/>
                <a:cs typeface="IBM Plex Sans"/>
              </a:endParaRPr>
            </a:p>
          </p:txBody>
        </p:sp>
        <p:sp>
          <p:nvSpPr>
            <p:cNvPr id="78" name="node10.source-004.bullet"/>
            <p:cNvSpPr/>
            <p:nvPr/>
          </p:nvSpPr>
          <p:spPr>
            <a:xfrm>
              <a:off x="8039100" y="5156200"/>
              <a:ext cx="38100" cy="38100"/>
            </a:xfrm>
            <a:prstGeom prst="rect">
              <a:avLst/>
            </a:prstGeom>
            <a:solidFill>
              <a:srgbClr val="070154"/>
            </a:solidFill>
            <a:ln>
              <a:noFill/>
            </a:ln>
          </p:spPr>
        </p:sp>
        <p:sp>
          <p:nvSpPr>
            <p:cNvPr id="79" name="node10.source-004.text"/>
            <p:cNvSpPr/>
            <p:nvPr/>
          </p:nvSpPr>
          <p:spPr>
            <a:xfrm>
              <a:off x="8191500" y="50673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Open: consent form scope</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name="source-643">
    <p:spTree>
      <p:nvGrpSpPr>
        <p:cNvPr id="1" name=""/>
        <p:cNvGrpSpPr/>
        <p:nvPr/>
      </p:nvGrpSpPr>
      <p:grpSpPr>
        <a:xfrm>
          <a:off x="0" y="0"/>
          <a:ext cx="0" cy="0"/>
          <a:chOff x="0" y="0"/>
          <a:chExt cx="0" cy="0"/>
        </a:xfrm>
      </p:grpSpPr>
      <p:sp>
        <p:nvSpPr>
          <p:cNvPr id="3" name="eyebrow"/>
          <p:cNvSpPr/>
          <p:nvPr/>
        </p:nvSpPr>
        <p:spPr>
          <a:xfrm>
            <a:off x="8039100" y="457200"/>
            <a:ext cx="34290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WORKSHOP 2 READOUT</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8039100" y="685800"/>
            <a:ext cx="3429000" cy="9144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Five learnings shape the design</a:t>
            </a:r>
            <a:endParaRPr lang="en-US" sz="2400" spc="-36" kern="0" b="0" i="0" dirty="0">
              <a:solidFill>
                <a:srgbClr val="070154"/>
              </a:solidFill>
              <a:latin typeface="IBM Plex Sans SemiBold"/>
              <a:ea typeface="IBM Plex Sans SemiBold"/>
              <a:cs typeface="IBM Plex Sans SemiBold"/>
            </a:endParaRPr>
          </a:p>
        </p:txBody>
      </p:sp>
      <p:sp>
        <p:nvSpPr>
          <p:cNvPr id="5" name="source"/>
          <p:cNvSpPr/>
          <p:nvPr/>
        </p:nvSpPr>
        <p:spPr>
          <a:xfrm>
            <a:off x="8039100" y="5676900"/>
            <a:ext cx="3429000" cy="3048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Sample figures for layout only; replace with current firm data before use.</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214</a:t>
            </a:fld>
            <a:endParaRPr lang="en-US" sz="700" spc="0" kern="0" b="0" i="0" dirty="0">
              <a:solidFill>
                <a:srgbClr val="070154"/>
              </a:solidFill>
              <a:latin typeface="IBM Plex Mono SemiBold"/>
              <a:ea typeface="IBM Plex Mono SemiBold"/>
              <a:cs typeface="IBM Plex Mono SemiBold"/>
            </a:endParaRPr>
          </a:p>
        </p:txBody>
      </p:sp>
      <p:grpSp>
        <p:nvGrpSpPr>
          <p:cNvPr id="60" name="node01"/>
          <p:cNvGrpSpPr/>
          <p:nvPr/>
        </p:nvGrpSpPr>
        <p:grpSpPr>
          <a:xfrm>
            <a:off x="8039100" y="1828800"/>
            <a:ext cx="3429000" cy="228600"/>
            <a:chOff x="8039100" y="1828800"/>
            <a:chExt cx="3429000" cy="228600"/>
          </a:xfrm>
        </p:grpSpPr>
        <p:sp>
          <p:nvSpPr>
            <p:cNvPr id="7" name="node01.label"/>
            <p:cNvSpPr/>
            <p:nvPr/>
          </p:nvSpPr>
          <p:spPr>
            <a:xfrm>
              <a:off x="8039100" y="1828800"/>
              <a:ext cx="1077094"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DECISIONS MADE</a:t>
              </a:r>
              <a:endParaRPr lang="en-US" sz="900" spc="54" kern="0" b="0" i="0" dirty="0">
                <a:solidFill>
                  <a:srgbClr val="50658E"/>
                </a:solidFill>
                <a:latin typeface="IBM Plex Mono Medium"/>
                <a:ea typeface="IBM Plex Mono Medium"/>
                <a:cs typeface="IBM Plex Mono Medium"/>
              </a:endParaRPr>
            </a:p>
          </p:txBody>
        </p:sp>
        <p:sp>
          <p:nvSpPr>
            <p:cNvPr id="8" name="node01.rule"/>
            <p:cNvSpPr/>
            <p:nvPr/>
          </p:nvSpPr>
          <p:spPr>
            <a:xfrm>
              <a:off x="9243194" y="1938337"/>
              <a:ext cx="2224906" cy="9525"/>
            </a:xfrm>
            <a:prstGeom prst="rect">
              <a:avLst/>
            </a:prstGeom>
            <a:solidFill>
              <a:srgbClr val="CED7E6"/>
            </a:solidFill>
            <a:ln>
              <a:noFill/>
            </a:ln>
          </p:spPr>
        </p:sp>
      </p:grpSp>
      <p:sp>
        <p:nvSpPr>
          <p:cNvPr id="9" name="node02"/>
          <p:cNvSpPr/>
          <p:nvPr/>
        </p:nvSpPr>
        <p:spPr>
          <a:xfrm>
            <a:off x="8039100" y="2057400"/>
            <a:ext cx="3429000" cy="9525"/>
          </a:xfrm>
          <a:prstGeom prst="rect">
            <a:avLst/>
          </a:prstGeom>
          <a:solidFill>
            <a:srgbClr val="CED7E6"/>
          </a:solidFill>
          <a:ln>
            <a:noFill/>
          </a:ln>
        </p:spPr>
      </p:sp>
      <p:grpSp>
        <p:nvGrpSpPr>
          <p:cNvPr id="61" name="node03"/>
          <p:cNvGrpSpPr/>
          <p:nvPr/>
        </p:nvGrpSpPr>
        <p:grpSpPr>
          <a:xfrm>
            <a:off x="8039100" y="2286000"/>
            <a:ext cx="3429000" cy="762000"/>
            <a:chOff x="8039100" y="2286000"/>
            <a:chExt cx="3429000" cy="762000"/>
          </a:xfrm>
        </p:grpSpPr>
        <p:sp>
          <p:nvSpPr>
            <p:cNvPr id="10" name="node03.source-001.bullet"/>
            <p:cNvSpPr/>
            <p:nvPr/>
          </p:nvSpPr>
          <p:spPr>
            <a:xfrm>
              <a:off x="8039100" y="2374900"/>
              <a:ext cx="38100" cy="38100"/>
            </a:xfrm>
            <a:prstGeom prst="rect">
              <a:avLst/>
            </a:prstGeom>
            <a:solidFill>
              <a:srgbClr val="070154"/>
            </a:solidFill>
            <a:ln>
              <a:noFill/>
            </a:ln>
          </p:spPr>
        </p:sp>
        <p:sp>
          <p:nvSpPr>
            <p:cNvPr id="11" name="node03.source-001.text"/>
            <p:cNvSpPr/>
            <p:nvPr/>
          </p:nvSpPr>
          <p:spPr>
            <a:xfrm>
              <a:off x="8191500" y="22860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One scheduling template</a:t>
              </a:r>
              <a:endParaRPr lang="en-US" sz="1200" spc="0" kern="0" b="0" i="0" dirty="0">
                <a:solidFill>
                  <a:srgbClr val="070154"/>
                </a:solidFill>
                <a:latin typeface="IBM Plex Sans"/>
                <a:ea typeface="IBM Plex Sans"/>
                <a:cs typeface="IBM Plex Sans"/>
              </a:endParaRPr>
            </a:p>
          </p:txBody>
        </p:sp>
        <p:sp>
          <p:nvSpPr>
            <p:cNvPr id="12" name="node03.source-002.bullet"/>
            <p:cNvSpPr/>
            <p:nvPr/>
          </p:nvSpPr>
          <p:spPr>
            <a:xfrm>
              <a:off x="8039100" y="2641600"/>
              <a:ext cx="38100" cy="38100"/>
            </a:xfrm>
            <a:prstGeom prst="rect">
              <a:avLst/>
            </a:prstGeom>
            <a:solidFill>
              <a:srgbClr val="070154"/>
            </a:solidFill>
            <a:ln>
              <a:noFill/>
            </a:ln>
          </p:spPr>
        </p:sp>
        <p:sp>
          <p:nvSpPr>
            <p:cNvPr id="13" name="node03.source-002.text"/>
            <p:cNvSpPr/>
            <p:nvPr/>
          </p:nvSpPr>
          <p:spPr>
            <a:xfrm>
              <a:off x="8191500" y="25527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Eligibility checked at booking</a:t>
              </a:r>
              <a:endParaRPr lang="en-US" sz="1200" spc="0" kern="0" b="0" i="0" dirty="0">
                <a:solidFill>
                  <a:srgbClr val="070154"/>
                </a:solidFill>
                <a:latin typeface="IBM Plex Sans"/>
                <a:ea typeface="IBM Plex Sans"/>
                <a:cs typeface="IBM Plex Sans"/>
              </a:endParaRPr>
            </a:p>
          </p:txBody>
        </p:sp>
        <p:sp>
          <p:nvSpPr>
            <p:cNvPr id="14" name="node03.source-003.bullet"/>
            <p:cNvSpPr/>
            <p:nvPr/>
          </p:nvSpPr>
          <p:spPr>
            <a:xfrm>
              <a:off x="8039100" y="2908300"/>
              <a:ext cx="38100" cy="38100"/>
            </a:xfrm>
            <a:prstGeom prst="rect">
              <a:avLst/>
            </a:prstGeom>
            <a:solidFill>
              <a:srgbClr val="070154"/>
            </a:solidFill>
            <a:ln>
              <a:noFill/>
            </a:ln>
          </p:spPr>
        </p:sp>
        <p:sp>
          <p:nvSpPr>
            <p:cNvPr id="15" name="node03.source-003.text"/>
            <p:cNvSpPr/>
            <p:nvPr/>
          </p:nvSpPr>
          <p:spPr>
            <a:xfrm>
              <a:off x="8191500" y="28194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Estimates start with imaging</a:t>
              </a:r>
              <a:endParaRPr lang="en-US" sz="1200" spc="0" kern="0" b="0" i="0" dirty="0">
                <a:solidFill>
                  <a:srgbClr val="070154"/>
                </a:solidFill>
                <a:latin typeface="IBM Plex Sans"/>
                <a:ea typeface="IBM Plex Sans"/>
                <a:cs typeface="IBM Plex Sans"/>
              </a:endParaRPr>
            </a:p>
          </p:txBody>
        </p:sp>
      </p:grpSp>
      <p:grpSp>
        <p:nvGrpSpPr>
          <p:cNvPr id="62" name="node04"/>
          <p:cNvGrpSpPr/>
          <p:nvPr/>
        </p:nvGrpSpPr>
        <p:grpSpPr>
          <a:xfrm>
            <a:off x="8039100" y="3200400"/>
            <a:ext cx="3429000" cy="228600"/>
            <a:chOff x="8039100" y="3200400"/>
            <a:chExt cx="3429000" cy="228600"/>
          </a:xfrm>
        </p:grpSpPr>
        <p:sp>
          <p:nvSpPr>
            <p:cNvPr id="16" name="node04.label"/>
            <p:cNvSpPr/>
            <p:nvPr/>
          </p:nvSpPr>
          <p:spPr>
            <a:xfrm>
              <a:off x="8039100" y="3200400"/>
              <a:ext cx="2053667"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OUTCOMES AGAINST OBJECTIVES</a:t>
              </a:r>
              <a:endParaRPr lang="en-US" sz="900" spc="54" kern="0" b="0" i="0" dirty="0">
                <a:solidFill>
                  <a:srgbClr val="50658E"/>
                </a:solidFill>
                <a:latin typeface="IBM Plex Mono Medium"/>
                <a:ea typeface="IBM Plex Mono Medium"/>
                <a:cs typeface="IBM Plex Mono Medium"/>
              </a:endParaRPr>
            </a:p>
          </p:txBody>
        </p:sp>
        <p:sp>
          <p:nvSpPr>
            <p:cNvPr id="17" name="node04.rule"/>
            <p:cNvSpPr/>
            <p:nvPr/>
          </p:nvSpPr>
          <p:spPr>
            <a:xfrm>
              <a:off x="10219767" y="3309938"/>
              <a:ext cx="1248333" cy="9525"/>
            </a:xfrm>
            <a:prstGeom prst="rect">
              <a:avLst/>
            </a:prstGeom>
            <a:solidFill>
              <a:srgbClr val="CED7E6"/>
            </a:solidFill>
            <a:ln>
              <a:noFill/>
            </a:ln>
          </p:spPr>
        </p:sp>
      </p:grpSp>
      <p:sp>
        <p:nvSpPr>
          <p:cNvPr id="18" name="node05"/>
          <p:cNvSpPr/>
          <p:nvPr/>
        </p:nvSpPr>
        <p:spPr>
          <a:xfrm>
            <a:off x="8039100" y="3429000"/>
            <a:ext cx="3429000" cy="9525"/>
          </a:xfrm>
          <a:prstGeom prst="rect">
            <a:avLst/>
          </a:prstGeom>
          <a:solidFill>
            <a:srgbClr val="CED7E6"/>
          </a:solidFill>
          <a:ln>
            <a:noFill/>
          </a:ln>
        </p:spPr>
      </p:sp>
      <p:grpSp>
        <p:nvGrpSpPr>
          <p:cNvPr id="63" name="node06"/>
          <p:cNvGrpSpPr/>
          <p:nvPr/>
        </p:nvGrpSpPr>
        <p:grpSpPr>
          <a:xfrm>
            <a:off x="8039100" y="3657600"/>
            <a:ext cx="3429000" cy="1778000"/>
            <a:chOff x="8039100" y="3657600"/>
            <a:chExt cx="3429000" cy="1778000"/>
          </a:xfrm>
        </p:grpSpPr>
        <p:graphicFrame>
          <p:nvGraphicFramePr>
            <p:cNvPr id="19" name="node06.native"/>
            <p:cNvGraphicFramePr>
              <a:graphicFrameLocks noGrp="1"/>
            </p:cNvGraphicFramePr>
            <p:nvPr>
              <p:extLst>
                <p:ext uri="{D42A27DB-BD31-4B8C-83A1-F6EECF244321}">
                  <p14:modId xmlns:p14="http://schemas.microsoft.com/office/powerpoint/2010/main" val="1579011935"/>
                </p:ext>
              </p:extLst>
            </p:nvPr>
          </p:nvGraphicFramePr>
          <p:xfrm>
            <a:off x="8039100" y="3657600"/>
            <a:ext cx="3429000" cy="1778000"/>
          </p:xfrm>
          <a:graphic>
            <a:graphicData uri="http://schemas.openxmlformats.org/drawingml/2006/table">
              <a:tbl>
                <a:tblPr/>
                <a:tblGrid>
                  <a:gridCol w="2209800"/>
                  <a:gridCol w="1219200"/>
                </a:tblGrid>
                <a:tr h="355600">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OBJECTIVE</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RESULT</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r>
                <a:tr h="3556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One future-state journey</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Met</a:t>
                        </a:r>
                        <a:endParaRPr lang="en-US" sz="1200" spc="0" kern="0" b="0" i="0" dirty="0">
                          <a:solidFill>
                            <a:srgbClr val="070154"/>
                          </a:solidFill>
                          <a:latin typeface="IBM Plex Sans"/>
                          <a:ea typeface="IBM Plex Sans"/>
                          <a:cs typeface="IBM Plex Sans"/>
                        </a:endParaRPr>
                      </a:p>
                    </a:txBody>
                    <a:tcPr marL="330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556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Owners named per area</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Partly met</a:t>
                        </a:r>
                        <a:endParaRPr lang="en-US" sz="1200" spc="0" kern="0" b="0" i="0" dirty="0">
                          <a:solidFill>
                            <a:srgbClr val="070154"/>
                          </a:solidFill>
                          <a:latin typeface="IBM Plex Sans"/>
                          <a:ea typeface="IBM Plex Sans"/>
                          <a:cs typeface="IBM Plex Sans"/>
                        </a:endParaRPr>
                      </a:p>
                    </a:txBody>
                    <a:tcPr marL="330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556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Shortlist ready to rank</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Met</a:t>
                        </a:r>
                        <a:endParaRPr lang="en-US" sz="1200" spc="0" kern="0" b="0" i="0" dirty="0">
                          <a:solidFill>
                            <a:srgbClr val="070154"/>
                          </a:solidFill>
                          <a:latin typeface="IBM Plex Sans"/>
                          <a:ea typeface="IBM Plex Sans"/>
                          <a:cs typeface="IBM Plex Sans"/>
                        </a:endParaRPr>
                      </a:p>
                    </a:txBody>
                    <a:tcPr marL="330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556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Target measures drafted</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Not met</a:t>
                        </a:r>
                        <a:endParaRPr lang="en-US" sz="1200" spc="0" kern="0" b="0" i="0" dirty="0">
                          <a:solidFill>
                            <a:srgbClr val="070154"/>
                          </a:solidFill>
                          <a:latin typeface="IBM Plex Sans"/>
                          <a:ea typeface="IBM Plex Sans"/>
                          <a:cs typeface="IBM Plex Sans"/>
                        </a:endParaRPr>
                      </a:p>
                    </a:txBody>
                    <a:tcPr marL="330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bl>
            </a:graphicData>
          </a:graphic>
        </p:graphicFrame>
        <p:sp>
          <p:nvSpPr>
            <p:cNvPr id="20" name="node06.row.item-001.s.status-mark"/>
            <p:cNvSpPr/>
            <p:nvPr/>
          </p:nvSpPr>
          <p:spPr>
            <a:xfrm>
              <a:off x="10407650" y="4146550"/>
              <a:ext cx="88900" cy="88900"/>
            </a:xfrm>
            <a:prstGeom prst="rect">
              <a:avLst/>
            </a:prstGeom>
            <a:solidFill>
              <a:srgbClr val="1DD566"/>
            </a:solidFill>
            <a:ln w="12700">
              <a:solidFill>
                <a:srgbClr val="070154"/>
              </a:solidFill>
              <a:prstDash val="solid"/>
            </a:ln>
          </p:spPr>
        </p:sp>
        <p:sp>
          <p:nvSpPr>
            <p:cNvPr id="21" name="node06.row.item-002.s.status-mark"/>
            <p:cNvSpPr/>
            <p:nvPr/>
          </p:nvSpPr>
          <p:spPr>
            <a:xfrm>
              <a:off x="10407650" y="4502150"/>
              <a:ext cx="88900" cy="88900"/>
            </a:xfrm>
            <a:prstGeom prst="rect">
              <a:avLst/>
            </a:prstGeom>
            <a:solidFill>
              <a:srgbClr val="FFC700"/>
            </a:solidFill>
            <a:ln w="12700">
              <a:solidFill>
                <a:srgbClr val="070154"/>
              </a:solidFill>
              <a:prstDash val="solid"/>
            </a:ln>
          </p:spPr>
        </p:sp>
        <p:sp>
          <p:nvSpPr>
            <p:cNvPr id="22" name="node06.row.item-003.s.status-mark"/>
            <p:cNvSpPr/>
            <p:nvPr/>
          </p:nvSpPr>
          <p:spPr>
            <a:xfrm>
              <a:off x="10407650" y="4857750"/>
              <a:ext cx="88900" cy="88900"/>
            </a:xfrm>
            <a:prstGeom prst="rect">
              <a:avLst/>
            </a:prstGeom>
            <a:solidFill>
              <a:srgbClr val="1DD566"/>
            </a:solidFill>
            <a:ln w="12700">
              <a:solidFill>
                <a:srgbClr val="070154"/>
              </a:solidFill>
              <a:prstDash val="solid"/>
            </a:ln>
          </p:spPr>
        </p:sp>
        <p:sp>
          <p:nvSpPr>
            <p:cNvPr id="23" name="node06.row.item-004.s.status-mark"/>
            <p:cNvSpPr/>
            <p:nvPr/>
          </p:nvSpPr>
          <p:spPr>
            <a:xfrm>
              <a:off x="10407650" y="5213350"/>
              <a:ext cx="88900" cy="88900"/>
            </a:xfrm>
            <a:prstGeom prst="rect">
              <a:avLst/>
            </a:prstGeom>
            <a:solidFill>
              <a:srgbClr val="F52C00"/>
            </a:solidFill>
            <a:ln w="12700">
              <a:solidFill>
                <a:srgbClr val="070154"/>
              </a:solidFill>
              <a:prstDash val="solid"/>
            </a:ln>
          </p:spPr>
        </p:sp>
      </p:grpSp>
      <p:grpSp>
        <p:nvGrpSpPr>
          <p:cNvPr id="64" name="node07"/>
          <p:cNvGrpSpPr/>
          <p:nvPr/>
        </p:nvGrpSpPr>
        <p:grpSpPr>
          <a:xfrm>
            <a:off x="723900" y="457200"/>
            <a:ext cx="7086600" cy="228600"/>
            <a:chOff x="723900" y="457200"/>
            <a:chExt cx="7086600" cy="228600"/>
          </a:xfrm>
        </p:grpSpPr>
        <p:sp>
          <p:nvSpPr>
            <p:cNvPr id="24" name="node07.label"/>
            <p:cNvSpPr/>
            <p:nvPr/>
          </p:nvSpPr>
          <p:spPr>
            <a:xfrm>
              <a:off x="723900" y="457200"/>
              <a:ext cx="1001973"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KEY LEARNINGS</a:t>
              </a:r>
              <a:endParaRPr lang="en-US" sz="900" spc="54" kern="0" b="0" i="0" dirty="0">
                <a:solidFill>
                  <a:srgbClr val="50658E"/>
                </a:solidFill>
                <a:latin typeface="IBM Plex Mono Medium"/>
                <a:ea typeface="IBM Plex Mono Medium"/>
                <a:cs typeface="IBM Plex Mono Medium"/>
              </a:endParaRPr>
            </a:p>
          </p:txBody>
        </p:sp>
        <p:sp>
          <p:nvSpPr>
            <p:cNvPr id="25" name="node07.rule"/>
            <p:cNvSpPr/>
            <p:nvPr/>
          </p:nvSpPr>
          <p:spPr>
            <a:xfrm>
              <a:off x="1852873" y="566738"/>
              <a:ext cx="5957627" cy="9525"/>
            </a:xfrm>
            <a:prstGeom prst="rect">
              <a:avLst/>
            </a:prstGeom>
            <a:solidFill>
              <a:srgbClr val="CED7E6"/>
            </a:solidFill>
            <a:ln>
              <a:noFill/>
            </a:ln>
          </p:spPr>
        </p:sp>
      </p:grpSp>
      <p:sp>
        <p:nvSpPr>
          <p:cNvPr id="26" name="node08"/>
          <p:cNvSpPr/>
          <p:nvPr/>
        </p:nvSpPr>
        <p:spPr>
          <a:xfrm>
            <a:off x="723900" y="685800"/>
            <a:ext cx="7086600" cy="9525"/>
          </a:xfrm>
          <a:prstGeom prst="rect">
            <a:avLst/>
          </a:prstGeom>
          <a:solidFill>
            <a:srgbClr val="CED7E6"/>
          </a:solidFill>
          <a:ln>
            <a:noFill/>
          </a:ln>
        </p:spPr>
      </p:sp>
      <p:grpSp>
        <p:nvGrpSpPr>
          <p:cNvPr id="65" name="node09"/>
          <p:cNvGrpSpPr/>
          <p:nvPr/>
        </p:nvGrpSpPr>
        <p:grpSpPr>
          <a:xfrm>
            <a:off x="723900" y="914400"/>
            <a:ext cx="7086600" cy="1295400"/>
            <a:chOff x="723900" y="914400"/>
            <a:chExt cx="7086600" cy="1295400"/>
          </a:xfrm>
        </p:grpSpPr>
        <p:sp>
          <p:nvSpPr>
            <p:cNvPr id="27" name="node09.source-001.number"/>
            <p:cNvSpPr/>
            <p:nvPr/>
          </p:nvSpPr>
          <p:spPr>
            <a:xfrm>
              <a:off x="723900" y="914400"/>
              <a:ext cx="152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1.</a:t>
              </a:r>
              <a:endParaRPr lang="en-US" sz="1200" spc="0" kern="0" b="0" i="0" dirty="0">
                <a:solidFill>
                  <a:srgbClr val="070154"/>
                </a:solidFill>
                <a:latin typeface="IBM Plex Sans"/>
                <a:ea typeface="IBM Plex Sans"/>
                <a:cs typeface="IBM Plex Sans"/>
              </a:endParaRPr>
            </a:p>
          </p:txBody>
        </p:sp>
        <p:sp>
          <p:nvSpPr>
            <p:cNvPr id="28" name="node09.source-001.text"/>
            <p:cNvSpPr/>
            <p:nvPr/>
          </p:nvSpPr>
          <p:spPr>
            <a:xfrm>
              <a:off x="876300" y="914400"/>
              <a:ext cx="6934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Patients meet three scheduling tools before they can book one visit.</a:t>
              </a:r>
              <a:endParaRPr lang="en-US" sz="1200" spc="0" kern="0" b="0" i="0" dirty="0">
                <a:solidFill>
                  <a:srgbClr val="070154"/>
                </a:solidFill>
                <a:latin typeface="IBM Plex Sans"/>
                <a:ea typeface="IBM Plex Sans"/>
                <a:cs typeface="IBM Plex Sans"/>
              </a:endParaRPr>
            </a:p>
          </p:txBody>
        </p:sp>
        <p:sp>
          <p:nvSpPr>
            <p:cNvPr id="29" name="node09.source-002.number"/>
            <p:cNvSpPr/>
            <p:nvPr/>
          </p:nvSpPr>
          <p:spPr>
            <a:xfrm>
              <a:off x="723900" y="1181100"/>
              <a:ext cx="152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2.</a:t>
              </a:r>
              <a:endParaRPr lang="en-US" sz="1200" spc="0" kern="0" b="0" i="0" dirty="0">
                <a:solidFill>
                  <a:srgbClr val="070154"/>
                </a:solidFill>
                <a:latin typeface="IBM Plex Sans"/>
                <a:ea typeface="IBM Plex Sans"/>
                <a:cs typeface="IBM Plex Sans"/>
              </a:endParaRPr>
            </a:p>
          </p:txBody>
        </p:sp>
        <p:sp>
          <p:nvSpPr>
            <p:cNvPr id="30" name="node09.source-002.text"/>
            <p:cNvSpPr/>
            <p:nvPr/>
          </p:nvSpPr>
          <p:spPr>
            <a:xfrm>
              <a:off x="876300" y="1181100"/>
              <a:ext cx="6934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Registration errors cause most of the front-end denials we see.</a:t>
              </a:r>
              <a:endParaRPr lang="en-US" sz="1200" spc="0" kern="0" b="0" i="0" dirty="0">
                <a:solidFill>
                  <a:srgbClr val="070154"/>
                </a:solidFill>
                <a:latin typeface="IBM Plex Sans"/>
                <a:ea typeface="IBM Plex Sans"/>
                <a:cs typeface="IBM Plex Sans"/>
              </a:endParaRPr>
            </a:p>
          </p:txBody>
        </p:sp>
        <p:sp>
          <p:nvSpPr>
            <p:cNvPr id="31" name="node09.source-003.number"/>
            <p:cNvSpPr/>
            <p:nvPr/>
          </p:nvSpPr>
          <p:spPr>
            <a:xfrm>
              <a:off x="723900" y="1447800"/>
              <a:ext cx="152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3.</a:t>
              </a:r>
              <a:endParaRPr lang="en-US" sz="1200" spc="0" kern="0" b="0" i="0" dirty="0">
                <a:solidFill>
                  <a:srgbClr val="070154"/>
                </a:solidFill>
                <a:latin typeface="IBM Plex Sans"/>
                <a:ea typeface="IBM Plex Sans"/>
                <a:cs typeface="IBM Plex Sans"/>
              </a:endParaRPr>
            </a:p>
          </p:txBody>
        </p:sp>
        <p:sp>
          <p:nvSpPr>
            <p:cNvPr id="32" name="node09.source-003.text"/>
            <p:cNvSpPr/>
            <p:nvPr/>
          </p:nvSpPr>
          <p:spPr>
            <a:xfrm>
              <a:off x="876300" y="1447800"/>
              <a:ext cx="6934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Estimates are rarely given before the visit, so patients arrive unsure of cost.</a:t>
              </a:r>
              <a:endParaRPr lang="en-US" sz="1200" spc="0" kern="0" b="0" i="0" dirty="0">
                <a:solidFill>
                  <a:srgbClr val="070154"/>
                </a:solidFill>
                <a:latin typeface="IBM Plex Sans"/>
                <a:ea typeface="IBM Plex Sans"/>
                <a:cs typeface="IBM Plex Sans"/>
              </a:endParaRPr>
            </a:p>
          </p:txBody>
        </p:sp>
        <p:sp>
          <p:nvSpPr>
            <p:cNvPr id="33" name="node09.source-004.number"/>
            <p:cNvSpPr/>
            <p:nvPr/>
          </p:nvSpPr>
          <p:spPr>
            <a:xfrm>
              <a:off x="723900" y="1714500"/>
              <a:ext cx="152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4.</a:t>
              </a:r>
              <a:endParaRPr lang="en-US" sz="1200" spc="0" kern="0" b="0" i="0" dirty="0">
                <a:solidFill>
                  <a:srgbClr val="070154"/>
                </a:solidFill>
                <a:latin typeface="IBM Plex Sans"/>
                <a:ea typeface="IBM Plex Sans"/>
                <a:cs typeface="IBM Plex Sans"/>
              </a:endParaRPr>
            </a:p>
          </p:txBody>
        </p:sp>
        <p:sp>
          <p:nvSpPr>
            <p:cNvPr id="34" name="node09.source-004.text"/>
            <p:cNvSpPr/>
            <p:nvPr/>
          </p:nvSpPr>
          <p:spPr>
            <a:xfrm>
              <a:off x="876300" y="1714500"/>
              <a:ext cx="6934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Area leads agree on the goals but not yet on the order of work.</a:t>
              </a:r>
              <a:endParaRPr lang="en-US" sz="1200" spc="0" kern="0" b="0" i="0" dirty="0">
                <a:solidFill>
                  <a:srgbClr val="070154"/>
                </a:solidFill>
                <a:latin typeface="IBM Plex Sans"/>
                <a:ea typeface="IBM Plex Sans"/>
                <a:cs typeface="IBM Plex Sans"/>
              </a:endParaRPr>
            </a:p>
          </p:txBody>
        </p:sp>
        <p:sp>
          <p:nvSpPr>
            <p:cNvPr id="35" name="node09.source-005.number"/>
            <p:cNvSpPr/>
            <p:nvPr/>
          </p:nvSpPr>
          <p:spPr>
            <a:xfrm>
              <a:off x="723900" y="1981200"/>
              <a:ext cx="152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5.</a:t>
              </a:r>
              <a:endParaRPr lang="en-US" sz="1200" spc="0" kern="0" b="0" i="0" dirty="0">
                <a:solidFill>
                  <a:srgbClr val="070154"/>
                </a:solidFill>
                <a:latin typeface="IBM Plex Sans"/>
                <a:ea typeface="IBM Plex Sans"/>
                <a:cs typeface="IBM Plex Sans"/>
              </a:endParaRPr>
            </a:p>
          </p:txBody>
        </p:sp>
        <p:sp>
          <p:nvSpPr>
            <p:cNvPr id="36" name="node09.source-005.text"/>
            <p:cNvSpPr/>
            <p:nvPr/>
          </p:nvSpPr>
          <p:spPr>
            <a:xfrm>
              <a:off x="876300" y="1981200"/>
              <a:ext cx="6934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Insurance checks run too late in the flow to prevent a denial.</a:t>
              </a:r>
              <a:endParaRPr lang="en-US" sz="1200" spc="0" kern="0" b="0" i="0" dirty="0">
                <a:solidFill>
                  <a:srgbClr val="070154"/>
                </a:solidFill>
                <a:latin typeface="IBM Plex Sans"/>
                <a:ea typeface="IBM Plex Sans"/>
                <a:cs typeface="IBM Plex Sans"/>
              </a:endParaRPr>
            </a:p>
          </p:txBody>
        </p:sp>
      </p:grpSp>
      <p:grpSp>
        <p:nvGrpSpPr>
          <p:cNvPr id="66" name="node10"/>
          <p:cNvGrpSpPr/>
          <p:nvPr/>
        </p:nvGrpSpPr>
        <p:grpSpPr>
          <a:xfrm>
            <a:off x="723900" y="2286000"/>
            <a:ext cx="3429000" cy="228600"/>
            <a:chOff x="723900" y="2286000"/>
            <a:chExt cx="3429000" cy="228600"/>
          </a:xfrm>
        </p:grpSpPr>
        <p:sp>
          <p:nvSpPr>
            <p:cNvPr id="37" name="node10.label"/>
            <p:cNvSpPr/>
            <p:nvPr/>
          </p:nvSpPr>
          <p:spPr>
            <a:xfrm>
              <a:off x="723900" y="2286000"/>
              <a:ext cx="1077094"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OPEN QUESTIONS</a:t>
              </a:r>
              <a:endParaRPr lang="en-US" sz="900" spc="54" kern="0" b="0" i="0" dirty="0">
                <a:solidFill>
                  <a:srgbClr val="50658E"/>
                </a:solidFill>
                <a:latin typeface="IBM Plex Mono Medium"/>
                <a:ea typeface="IBM Plex Mono Medium"/>
                <a:cs typeface="IBM Plex Mono Medium"/>
              </a:endParaRPr>
            </a:p>
          </p:txBody>
        </p:sp>
        <p:sp>
          <p:nvSpPr>
            <p:cNvPr id="38" name="node10.rule"/>
            <p:cNvSpPr/>
            <p:nvPr/>
          </p:nvSpPr>
          <p:spPr>
            <a:xfrm>
              <a:off x="1927994" y="2395538"/>
              <a:ext cx="2224906" cy="9525"/>
            </a:xfrm>
            <a:prstGeom prst="rect">
              <a:avLst/>
            </a:prstGeom>
            <a:solidFill>
              <a:srgbClr val="CED7E6"/>
            </a:solidFill>
            <a:ln>
              <a:noFill/>
            </a:ln>
          </p:spPr>
        </p:sp>
      </p:grpSp>
      <p:sp>
        <p:nvSpPr>
          <p:cNvPr id="39" name="node11"/>
          <p:cNvSpPr/>
          <p:nvPr/>
        </p:nvSpPr>
        <p:spPr>
          <a:xfrm>
            <a:off x="723900" y="2514600"/>
            <a:ext cx="3429000" cy="9525"/>
          </a:xfrm>
          <a:prstGeom prst="rect">
            <a:avLst/>
          </a:prstGeom>
          <a:solidFill>
            <a:srgbClr val="CED7E6"/>
          </a:solidFill>
          <a:ln>
            <a:noFill/>
          </a:ln>
        </p:spPr>
      </p:sp>
      <p:grpSp>
        <p:nvGrpSpPr>
          <p:cNvPr id="67" name="node12"/>
          <p:cNvGrpSpPr/>
          <p:nvPr/>
        </p:nvGrpSpPr>
        <p:grpSpPr>
          <a:xfrm>
            <a:off x="723900" y="2743200"/>
            <a:ext cx="3429000" cy="762000"/>
            <a:chOff x="723900" y="2743200"/>
            <a:chExt cx="3429000" cy="762000"/>
          </a:xfrm>
        </p:grpSpPr>
        <p:sp>
          <p:nvSpPr>
            <p:cNvPr id="40" name="node12.source-001.bullet"/>
            <p:cNvSpPr/>
            <p:nvPr/>
          </p:nvSpPr>
          <p:spPr>
            <a:xfrm>
              <a:off x="723900" y="2832100"/>
              <a:ext cx="38100" cy="38100"/>
            </a:xfrm>
            <a:prstGeom prst="rect">
              <a:avLst/>
            </a:prstGeom>
            <a:solidFill>
              <a:srgbClr val="070154"/>
            </a:solidFill>
            <a:ln>
              <a:noFill/>
            </a:ln>
          </p:spPr>
        </p:sp>
        <p:sp>
          <p:nvSpPr>
            <p:cNvPr id="41" name="node12.source-001.text"/>
            <p:cNvSpPr/>
            <p:nvPr/>
          </p:nvSpPr>
          <p:spPr>
            <a:xfrm>
              <a:off x="876300" y="27432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Who owns the estimate tool?</a:t>
              </a:r>
              <a:endParaRPr lang="en-US" sz="1200" spc="0" kern="0" b="0" i="0" dirty="0">
                <a:solidFill>
                  <a:srgbClr val="070154"/>
                </a:solidFill>
                <a:latin typeface="IBM Plex Sans"/>
                <a:ea typeface="IBM Plex Sans"/>
                <a:cs typeface="IBM Plex Sans"/>
              </a:endParaRPr>
            </a:p>
          </p:txBody>
        </p:sp>
        <p:sp>
          <p:nvSpPr>
            <p:cNvPr id="42" name="node12.source-002.bullet"/>
            <p:cNvSpPr/>
            <p:nvPr/>
          </p:nvSpPr>
          <p:spPr>
            <a:xfrm>
              <a:off x="723900" y="3098800"/>
              <a:ext cx="38100" cy="38100"/>
            </a:xfrm>
            <a:prstGeom prst="rect">
              <a:avLst/>
            </a:prstGeom>
            <a:solidFill>
              <a:srgbClr val="070154"/>
            </a:solidFill>
            <a:ln>
              <a:noFill/>
            </a:ln>
          </p:spPr>
        </p:sp>
        <p:sp>
          <p:nvSpPr>
            <p:cNvPr id="43" name="node12.source-002.text"/>
            <p:cNvSpPr/>
            <p:nvPr/>
          </p:nvSpPr>
          <p:spPr>
            <a:xfrm>
              <a:off x="876300" y="30099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One consent form across systems?</a:t>
              </a:r>
              <a:endParaRPr lang="en-US" sz="1200" spc="0" kern="0" b="0" i="0" dirty="0">
                <a:solidFill>
                  <a:srgbClr val="070154"/>
                </a:solidFill>
                <a:latin typeface="IBM Plex Sans"/>
                <a:ea typeface="IBM Plex Sans"/>
                <a:cs typeface="IBM Plex Sans"/>
              </a:endParaRPr>
            </a:p>
          </p:txBody>
        </p:sp>
        <p:sp>
          <p:nvSpPr>
            <p:cNvPr id="44" name="node12.source-003.bullet"/>
            <p:cNvSpPr/>
            <p:nvPr/>
          </p:nvSpPr>
          <p:spPr>
            <a:xfrm>
              <a:off x="723900" y="3365500"/>
              <a:ext cx="38100" cy="38100"/>
            </a:xfrm>
            <a:prstGeom prst="rect">
              <a:avLst/>
            </a:prstGeom>
            <a:solidFill>
              <a:srgbClr val="070154"/>
            </a:solidFill>
            <a:ln>
              <a:noFill/>
            </a:ln>
          </p:spPr>
        </p:sp>
        <p:sp>
          <p:nvSpPr>
            <p:cNvPr id="45" name="node12.source-003.text"/>
            <p:cNvSpPr/>
            <p:nvPr/>
          </p:nvSpPr>
          <p:spPr>
            <a:xfrm>
              <a:off x="876300" y="32766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Which denial codes come first?</a:t>
              </a:r>
              <a:endParaRPr lang="en-US" sz="1200" spc="0" kern="0" b="0" i="0" dirty="0">
                <a:solidFill>
                  <a:srgbClr val="070154"/>
                </a:solidFill>
                <a:latin typeface="IBM Plex Sans"/>
                <a:ea typeface="IBM Plex Sans"/>
                <a:cs typeface="IBM Plex Sans"/>
              </a:endParaRPr>
            </a:p>
          </p:txBody>
        </p:sp>
      </p:grpSp>
      <p:grpSp>
        <p:nvGrpSpPr>
          <p:cNvPr id="68" name="node13"/>
          <p:cNvGrpSpPr/>
          <p:nvPr/>
        </p:nvGrpSpPr>
        <p:grpSpPr>
          <a:xfrm>
            <a:off x="4381500" y="2286000"/>
            <a:ext cx="3429000" cy="228600"/>
            <a:chOff x="4381500" y="2286000"/>
            <a:chExt cx="3429000" cy="228600"/>
          </a:xfrm>
        </p:grpSpPr>
        <p:sp>
          <p:nvSpPr>
            <p:cNvPr id="46" name="node13.label"/>
            <p:cNvSpPr/>
            <p:nvPr/>
          </p:nvSpPr>
          <p:spPr>
            <a:xfrm>
              <a:off x="4381500" y="2286000"/>
              <a:ext cx="1152215"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WHAT WE COVERED</a:t>
              </a:r>
              <a:endParaRPr lang="en-US" sz="900" spc="54" kern="0" b="0" i="0" dirty="0">
                <a:solidFill>
                  <a:srgbClr val="50658E"/>
                </a:solidFill>
                <a:latin typeface="IBM Plex Mono Medium"/>
                <a:ea typeface="IBM Plex Mono Medium"/>
                <a:cs typeface="IBM Plex Mono Medium"/>
              </a:endParaRPr>
            </a:p>
          </p:txBody>
        </p:sp>
        <p:sp>
          <p:nvSpPr>
            <p:cNvPr id="47" name="node13.rule"/>
            <p:cNvSpPr/>
            <p:nvPr/>
          </p:nvSpPr>
          <p:spPr>
            <a:xfrm>
              <a:off x="5660715" y="2395538"/>
              <a:ext cx="2149785" cy="9525"/>
            </a:xfrm>
            <a:prstGeom prst="rect">
              <a:avLst/>
            </a:prstGeom>
            <a:solidFill>
              <a:srgbClr val="CED7E6"/>
            </a:solidFill>
            <a:ln>
              <a:noFill/>
            </a:ln>
          </p:spPr>
        </p:sp>
      </p:grpSp>
      <p:sp>
        <p:nvSpPr>
          <p:cNvPr id="48" name="node14"/>
          <p:cNvSpPr/>
          <p:nvPr/>
        </p:nvSpPr>
        <p:spPr>
          <a:xfrm>
            <a:off x="4381500" y="2514600"/>
            <a:ext cx="3429000" cy="9525"/>
          </a:xfrm>
          <a:prstGeom prst="rect">
            <a:avLst/>
          </a:prstGeom>
          <a:solidFill>
            <a:srgbClr val="CED7E6"/>
          </a:solidFill>
          <a:ln>
            <a:noFill/>
          </a:ln>
        </p:spPr>
      </p:sp>
      <p:grpSp>
        <p:nvGrpSpPr>
          <p:cNvPr id="69" name="node15"/>
          <p:cNvGrpSpPr/>
          <p:nvPr/>
        </p:nvGrpSpPr>
        <p:grpSpPr>
          <a:xfrm>
            <a:off x="4381500" y="2743200"/>
            <a:ext cx="3429000" cy="495300"/>
            <a:chOff x="4381500" y="2743200"/>
            <a:chExt cx="3429000" cy="495300"/>
          </a:xfrm>
        </p:grpSpPr>
        <p:sp>
          <p:nvSpPr>
            <p:cNvPr id="49" name="node15.source-001.bullet"/>
            <p:cNvSpPr/>
            <p:nvPr/>
          </p:nvSpPr>
          <p:spPr>
            <a:xfrm>
              <a:off x="4381500" y="2832100"/>
              <a:ext cx="38100" cy="38100"/>
            </a:xfrm>
            <a:prstGeom prst="rect">
              <a:avLst/>
            </a:prstGeom>
            <a:solidFill>
              <a:srgbClr val="070154"/>
            </a:solidFill>
            <a:ln>
              <a:noFill/>
            </a:ln>
          </p:spPr>
        </p:sp>
        <p:sp>
          <p:nvSpPr>
            <p:cNvPr id="50" name="node15.source-001.text"/>
            <p:cNvSpPr/>
            <p:nvPr/>
          </p:nvSpPr>
          <p:spPr>
            <a:xfrm>
              <a:off x="4533900" y="27432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Discovery recap and four design tables</a:t>
              </a:r>
              <a:endParaRPr lang="en-US" sz="1200" spc="0" kern="0" b="0" i="0" dirty="0">
                <a:solidFill>
                  <a:srgbClr val="070154"/>
                </a:solidFill>
                <a:latin typeface="IBM Plex Sans"/>
                <a:ea typeface="IBM Plex Sans"/>
                <a:cs typeface="IBM Plex Sans"/>
              </a:endParaRPr>
            </a:p>
          </p:txBody>
        </p:sp>
        <p:sp>
          <p:nvSpPr>
            <p:cNvPr id="51" name="node15.source-002.bullet"/>
            <p:cNvSpPr/>
            <p:nvPr/>
          </p:nvSpPr>
          <p:spPr>
            <a:xfrm>
              <a:off x="4381500" y="3098800"/>
              <a:ext cx="38100" cy="38100"/>
            </a:xfrm>
            <a:prstGeom prst="rect">
              <a:avLst/>
            </a:prstGeom>
            <a:solidFill>
              <a:srgbClr val="070154"/>
            </a:solidFill>
            <a:ln>
              <a:noFill/>
            </a:ln>
          </p:spPr>
        </p:sp>
        <p:sp>
          <p:nvSpPr>
            <p:cNvPr id="52" name="node15.source-002.text"/>
            <p:cNvSpPr/>
            <p:nvPr/>
          </p:nvSpPr>
          <p:spPr>
            <a:xfrm>
              <a:off x="4533900" y="30099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Playback, gaps and decisions</a:t>
              </a:r>
              <a:endParaRPr lang="en-US" sz="1200" spc="0" kern="0" b="0" i="0" dirty="0">
                <a:solidFill>
                  <a:srgbClr val="070154"/>
                </a:solidFill>
                <a:latin typeface="IBM Plex Sans"/>
                <a:ea typeface="IBM Plex Sans"/>
                <a:cs typeface="IBM Plex Sans"/>
              </a:endParaRPr>
            </a:p>
          </p:txBody>
        </p:sp>
      </p:grpSp>
      <p:grpSp>
        <p:nvGrpSpPr>
          <p:cNvPr id="70" name="node16"/>
          <p:cNvGrpSpPr/>
          <p:nvPr/>
        </p:nvGrpSpPr>
        <p:grpSpPr>
          <a:xfrm>
            <a:off x="723900" y="3657600"/>
            <a:ext cx="7086600" cy="228600"/>
            <a:chOff x="723900" y="3657600"/>
            <a:chExt cx="7086600" cy="228600"/>
          </a:xfrm>
        </p:grpSpPr>
        <p:sp>
          <p:nvSpPr>
            <p:cNvPr id="53" name="node16.label"/>
            <p:cNvSpPr/>
            <p:nvPr/>
          </p:nvSpPr>
          <p:spPr>
            <a:xfrm>
              <a:off x="723900" y="3657600"/>
              <a:ext cx="776610"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NEXT STEPS</a:t>
              </a:r>
              <a:endParaRPr lang="en-US" sz="900" spc="54" kern="0" b="0" i="0" dirty="0">
                <a:solidFill>
                  <a:srgbClr val="50658E"/>
                </a:solidFill>
                <a:latin typeface="IBM Plex Mono Medium"/>
                <a:ea typeface="IBM Plex Mono Medium"/>
                <a:cs typeface="IBM Plex Mono Medium"/>
              </a:endParaRPr>
            </a:p>
          </p:txBody>
        </p:sp>
        <p:sp>
          <p:nvSpPr>
            <p:cNvPr id="54" name="node16.rule"/>
            <p:cNvSpPr/>
            <p:nvPr/>
          </p:nvSpPr>
          <p:spPr>
            <a:xfrm>
              <a:off x="1627510" y="3767138"/>
              <a:ext cx="6182990" cy="9525"/>
            </a:xfrm>
            <a:prstGeom prst="rect">
              <a:avLst/>
            </a:prstGeom>
            <a:solidFill>
              <a:srgbClr val="CED7E6"/>
            </a:solidFill>
            <a:ln>
              <a:noFill/>
            </a:ln>
          </p:spPr>
        </p:sp>
      </p:grpSp>
      <p:sp>
        <p:nvSpPr>
          <p:cNvPr id="55" name="node17"/>
          <p:cNvSpPr/>
          <p:nvPr/>
        </p:nvSpPr>
        <p:spPr>
          <a:xfrm>
            <a:off x="723900" y="3886200"/>
            <a:ext cx="7086600" cy="9525"/>
          </a:xfrm>
          <a:prstGeom prst="rect">
            <a:avLst/>
          </a:prstGeom>
          <a:solidFill>
            <a:srgbClr val="CED7E6"/>
          </a:solidFill>
          <a:ln>
            <a:noFill/>
          </a:ln>
        </p:spPr>
      </p:sp>
      <p:grpSp>
        <p:nvGrpSpPr>
          <p:cNvPr id="71" name="node18"/>
          <p:cNvGrpSpPr/>
          <p:nvPr/>
        </p:nvGrpSpPr>
        <p:grpSpPr>
          <a:xfrm>
            <a:off x="723900" y="4114800"/>
            <a:ext cx="7086600" cy="1270000"/>
            <a:chOff x="723900" y="4114800"/>
            <a:chExt cx="7086600" cy="1270000"/>
          </a:xfrm>
        </p:grpSpPr>
        <p:graphicFrame>
          <p:nvGraphicFramePr>
            <p:cNvPr id="56" name="node18.native"/>
            <p:cNvGraphicFramePr>
              <a:graphicFrameLocks noGrp="1"/>
            </p:cNvGraphicFramePr>
            <p:nvPr>
              <p:extLst>
                <p:ext uri="{D42A27DB-BD31-4B8C-83A1-F6EECF244321}">
                  <p14:modId xmlns:p14="http://schemas.microsoft.com/office/powerpoint/2010/main" val="1579011935"/>
                </p:ext>
              </p:extLst>
            </p:nvPr>
          </p:nvGraphicFramePr>
          <p:xfrm>
            <a:off x="723900" y="4114800"/>
            <a:ext cx="7086600" cy="1270000"/>
          </p:xfrm>
          <a:graphic>
            <a:graphicData uri="http://schemas.openxmlformats.org/drawingml/2006/table">
              <a:tbl>
                <a:tblPr/>
                <a:tblGrid>
                  <a:gridCol w="3200400"/>
                  <a:gridCol w="1600200"/>
                  <a:gridCol w="990600"/>
                  <a:gridCol w="1295400"/>
                </a:tblGrid>
                <a:tr h="355600">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NEXT STEP</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OWNER</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DUE</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STATUS</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r>
                <a:tr h="3048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Publish the decisions log</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Program office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Oct 30</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In progress</a:t>
                        </a:r>
                        <a:endParaRPr lang="en-US" sz="1200" spc="0" kern="0" b="0" i="0" dirty="0">
                          <a:solidFill>
                            <a:srgbClr val="070154"/>
                          </a:solidFill>
                          <a:latin typeface="IBM Plex Sans"/>
                          <a:ea typeface="IBM Plex Sans"/>
                          <a:cs typeface="IBM Plex Sans"/>
                        </a:endParaRPr>
                      </a:p>
                    </a:txBody>
                    <a:tcPr marL="330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048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Draft registration target measures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Registration lead</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Nov 4</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Not started</a:t>
                        </a:r>
                        <a:endParaRPr lang="en-US" sz="1200" spc="0" kern="0" b="0" i="0" dirty="0">
                          <a:solidFill>
                            <a:srgbClr val="070154"/>
                          </a:solidFill>
                          <a:latin typeface="IBM Plex Sans"/>
                          <a:ea typeface="IBM Plex Sans"/>
                          <a:cs typeface="IBM Plex Sans"/>
                        </a:endParaRPr>
                      </a:p>
                    </a:txBody>
                    <a:tcPr marL="330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048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Confirm estimate data sources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Finance partner</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Nov 4</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Not started</a:t>
                        </a:r>
                        <a:endParaRPr lang="en-US" sz="1200" spc="0" kern="0" b="0" i="0" dirty="0">
                          <a:solidFill>
                            <a:srgbClr val="070154"/>
                          </a:solidFill>
                          <a:latin typeface="IBM Plex Sans"/>
                          <a:ea typeface="IBM Plex Sans"/>
                          <a:cs typeface="IBM Plex Sans"/>
                        </a:endParaRPr>
                      </a:p>
                    </a:txBody>
                    <a:tcPr marL="330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bl>
            </a:graphicData>
          </a:graphic>
        </p:graphicFrame>
        <p:sp>
          <p:nvSpPr>
            <p:cNvPr id="57" name="node18.row.item-001.s.status-mark"/>
            <p:cNvSpPr/>
            <p:nvPr/>
          </p:nvSpPr>
          <p:spPr>
            <a:xfrm>
              <a:off x="6673850" y="4578350"/>
              <a:ext cx="88900" cy="88900"/>
            </a:xfrm>
            <a:prstGeom prst="rect">
              <a:avLst/>
            </a:prstGeom>
            <a:solidFill>
              <a:srgbClr val="0047FF"/>
            </a:solidFill>
            <a:ln w="12700">
              <a:solidFill>
                <a:srgbClr val="070154"/>
              </a:solidFill>
              <a:prstDash val="solid"/>
            </a:ln>
          </p:spPr>
        </p:sp>
        <p:sp>
          <p:nvSpPr>
            <p:cNvPr id="58" name="node18.row.item-002.s.status-mark"/>
            <p:cNvSpPr/>
            <p:nvPr/>
          </p:nvSpPr>
          <p:spPr>
            <a:xfrm>
              <a:off x="6673850" y="4883150"/>
              <a:ext cx="88900" cy="88900"/>
            </a:xfrm>
            <a:prstGeom prst="rect">
              <a:avLst/>
            </a:prstGeom>
            <a:solidFill>
              <a:srgbClr val="FFFFFF"/>
            </a:solidFill>
            <a:ln w="12700">
              <a:solidFill>
                <a:srgbClr val="070154"/>
              </a:solidFill>
              <a:prstDash val="solid"/>
            </a:ln>
          </p:spPr>
        </p:sp>
        <p:sp>
          <p:nvSpPr>
            <p:cNvPr id="59" name="node18.row.item-003.s.status-mark"/>
            <p:cNvSpPr/>
            <p:nvPr/>
          </p:nvSpPr>
          <p:spPr>
            <a:xfrm>
              <a:off x="6673850" y="5187950"/>
              <a:ext cx="88900" cy="88900"/>
            </a:xfrm>
            <a:prstGeom prst="rect">
              <a:avLst/>
            </a:prstGeom>
            <a:solidFill>
              <a:srgbClr val="FFFFFF"/>
            </a:solidFill>
            <a:ln w="12700">
              <a:solidFill>
                <a:srgbClr val="070154"/>
              </a:solidFill>
              <a:prstDash val="solid"/>
            </a:ln>
          </p:spPr>
        </p:sp>
      </p:grpSp>
    </p:spTree>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name="source-644">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WORKSHOP 2 READOUT</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In their words: front-end fixes come first</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Sample quotes for layout only; replace with comments from the session before use.</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215</a:t>
            </a:fld>
            <a:endParaRPr lang="en-US" sz="700" spc="0" kern="0" b="0" i="0" dirty="0">
              <a:solidFill>
                <a:srgbClr val="070154"/>
              </a:solidFill>
              <a:latin typeface="IBM Plex Mono SemiBold"/>
              <a:ea typeface="IBM Plex Mono SemiBold"/>
              <a:cs typeface="IBM Plex Mono SemiBold"/>
            </a:endParaRPr>
          </a:p>
        </p:txBody>
      </p:sp>
      <p:grpSp>
        <p:nvGrpSpPr>
          <p:cNvPr id="46" name="node01"/>
          <p:cNvGrpSpPr/>
          <p:nvPr/>
        </p:nvGrpSpPr>
        <p:grpSpPr>
          <a:xfrm>
            <a:off x="723900" y="1600200"/>
            <a:ext cx="3429000" cy="1524000"/>
            <a:chOff x="723900" y="1600200"/>
            <a:chExt cx="3429000" cy="1524000"/>
          </a:xfrm>
        </p:grpSpPr>
        <p:sp>
          <p:nvSpPr>
            <p:cNvPr id="7" name="node01.quote-mark"/>
            <p:cNvSpPr/>
            <p:nvPr/>
          </p:nvSpPr>
          <p:spPr>
            <a:xfrm>
              <a:off x="723900" y="1600200"/>
              <a:ext cx="3429000" cy="1143000"/>
            </a:xfrm>
            <a:prstGeom prst="rect">
              <a:avLst/>
            </a:prstGeom>
            <a:noFill/>
            <a:ln/>
          </p:spPr>
          <p:txBody>
            <a:bodyPr wrap="square" lIns="0" tIns="0" rIns="0" bIns="0" rtlCol="0" anchor="t"/>
            <a:lstStyle/>
            <a:p>
              <a:pPr algn="l" indent="0" marL="0">
                <a:lnSpc>
                  <a:spcPts val="3000"/>
                </a:lnSpc>
                <a:buNone/>
              </a:pPr>
              <a:r>
                <a:rPr lang="en-US" sz="6000" spc="-90" kern="0" b="0" i="0" dirty="0">
                  <a:solidFill>
                    <a:srgbClr val="0047FF"/>
                  </a:solidFill>
                  <a:latin typeface="IBM Plex Sans SemiBold"/>
                  <a:ea typeface="IBM Plex Sans SemiBold"/>
                  <a:cs typeface="IBM Plex Sans SemiBold"/>
                </a:rPr>
                <a:t>“</a:t>
              </a:r>
              <a:endParaRPr lang="en-US" sz="6000" spc="-90" kern="0" b="0" i="0" dirty="0">
                <a:solidFill>
                  <a:srgbClr val="0047FF"/>
                </a:solidFill>
                <a:latin typeface="IBM Plex Sans SemiBold"/>
                <a:ea typeface="IBM Plex Sans SemiBold"/>
                <a:cs typeface="IBM Plex Sans SemiBold"/>
              </a:endParaRPr>
            </a:p>
          </p:txBody>
        </p:sp>
        <p:sp>
          <p:nvSpPr>
            <p:cNvPr id="8" name="node01.quote"/>
            <p:cNvSpPr/>
            <p:nvPr/>
          </p:nvSpPr>
          <p:spPr>
            <a:xfrm>
              <a:off x="723900" y="2095500"/>
              <a:ext cx="3429000" cy="7620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One phone number to book one visit.</a:t>
              </a:r>
              <a:endParaRPr lang="en-US" sz="2400" spc="-36" kern="0" b="0" i="0" dirty="0">
                <a:solidFill>
                  <a:srgbClr val="070154"/>
                </a:solidFill>
                <a:latin typeface="IBM Plex Sans SemiBold"/>
                <a:ea typeface="IBM Plex Sans SemiBold"/>
                <a:cs typeface="IBM Plex Sans SemiBold"/>
              </a:endParaRPr>
            </a:p>
          </p:txBody>
        </p:sp>
        <p:sp>
          <p:nvSpPr>
            <p:cNvPr id="9" name="node01.by"/>
            <p:cNvSpPr/>
            <p:nvPr/>
          </p:nvSpPr>
          <p:spPr>
            <a:xfrm>
              <a:off x="723900" y="2971800"/>
              <a:ext cx="3429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DIRECTOR, PATIENT ACCESS</a:t>
              </a:r>
              <a:endParaRPr lang="en-US" sz="900" spc="54" kern="0" b="0" i="0" dirty="0">
                <a:solidFill>
                  <a:srgbClr val="50658E"/>
                </a:solidFill>
                <a:latin typeface="IBM Plex Mono Medium"/>
                <a:ea typeface="IBM Plex Mono Medium"/>
                <a:cs typeface="IBM Plex Mono Medium"/>
              </a:endParaRPr>
            </a:p>
          </p:txBody>
        </p:sp>
      </p:grpSp>
      <p:grpSp>
        <p:nvGrpSpPr>
          <p:cNvPr id="47" name="node02"/>
          <p:cNvGrpSpPr/>
          <p:nvPr/>
        </p:nvGrpSpPr>
        <p:grpSpPr>
          <a:xfrm>
            <a:off x="4381500" y="1600200"/>
            <a:ext cx="3429000" cy="1524000"/>
            <a:chOff x="4381500" y="1600200"/>
            <a:chExt cx="3429000" cy="1524000"/>
          </a:xfrm>
        </p:grpSpPr>
        <p:sp>
          <p:nvSpPr>
            <p:cNvPr id="10" name="node02.quote-mark"/>
            <p:cNvSpPr/>
            <p:nvPr/>
          </p:nvSpPr>
          <p:spPr>
            <a:xfrm>
              <a:off x="4381500" y="1600200"/>
              <a:ext cx="3429000" cy="1143000"/>
            </a:xfrm>
            <a:prstGeom prst="rect">
              <a:avLst/>
            </a:prstGeom>
            <a:noFill/>
            <a:ln/>
          </p:spPr>
          <p:txBody>
            <a:bodyPr wrap="square" lIns="0" tIns="0" rIns="0" bIns="0" rtlCol="0" anchor="t"/>
            <a:lstStyle/>
            <a:p>
              <a:pPr algn="l" indent="0" marL="0">
                <a:lnSpc>
                  <a:spcPts val="3000"/>
                </a:lnSpc>
                <a:buNone/>
              </a:pPr>
              <a:r>
                <a:rPr lang="en-US" sz="6000" spc="-90" kern="0" b="0" i="0" dirty="0">
                  <a:solidFill>
                    <a:srgbClr val="0047FF"/>
                  </a:solidFill>
                  <a:latin typeface="IBM Plex Sans SemiBold"/>
                  <a:ea typeface="IBM Plex Sans SemiBold"/>
                  <a:cs typeface="IBM Plex Sans SemiBold"/>
                </a:rPr>
                <a:t>“</a:t>
              </a:r>
              <a:endParaRPr lang="en-US" sz="6000" spc="-90" kern="0" b="0" i="0" dirty="0">
                <a:solidFill>
                  <a:srgbClr val="0047FF"/>
                </a:solidFill>
                <a:latin typeface="IBM Plex Sans SemiBold"/>
                <a:ea typeface="IBM Plex Sans SemiBold"/>
                <a:cs typeface="IBM Plex Sans SemiBold"/>
              </a:endParaRPr>
            </a:p>
          </p:txBody>
        </p:sp>
        <p:sp>
          <p:nvSpPr>
            <p:cNvPr id="11" name="node02.quote"/>
            <p:cNvSpPr/>
            <p:nvPr/>
          </p:nvSpPr>
          <p:spPr>
            <a:xfrm>
              <a:off x="4381500" y="2095500"/>
              <a:ext cx="3429000" cy="7620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A wrong estimate becomes our denial.</a:t>
              </a:r>
              <a:endParaRPr lang="en-US" sz="2400" spc="-36" kern="0" b="0" i="0" dirty="0">
                <a:solidFill>
                  <a:srgbClr val="070154"/>
                </a:solidFill>
                <a:latin typeface="IBM Plex Sans SemiBold"/>
                <a:ea typeface="IBM Plex Sans SemiBold"/>
                <a:cs typeface="IBM Plex Sans SemiBold"/>
              </a:endParaRPr>
            </a:p>
          </p:txBody>
        </p:sp>
        <p:sp>
          <p:nvSpPr>
            <p:cNvPr id="12" name="node02.by"/>
            <p:cNvSpPr/>
            <p:nvPr/>
          </p:nvSpPr>
          <p:spPr>
            <a:xfrm>
              <a:off x="4381500" y="2971800"/>
              <a:ext cx="3429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REVENUE CYCLE MANAGER</a:t>
              </a:r>
              <a:endParaRPr lang="en-US" sz="900" spc="54" kern="0" b="0" i="0" dirty="0">
                <a:solidFill>
                  <a:srgbClr val="50658E"/>
                </a:solidFill>
                <a:latin typeface="IBM Plex Mono Medium"/>
                <a:ea typeface="IBM Plex Mono Medium"/>
                <a:cs typeface="IBM Plex Mono Medium"/>
              </a:endParaRPr>
            </a:p>
          </p:txBody>
        </p:sp>
      </p:grpSp>
      <p:grpSp>
        <p:nvGrpSpPr>
          <p:cNvPr id="48" name="node03"/>
          <p:cNvGrpSpPr/>
          <p:nvPr/>
        </p:nvGrpSpPr>
        <p:grpSpPr>
          <a:xfrm>
            <a:off x="8039100" y="1600200"/>
            <a:ext cx="3429000" cy="1524000"/>
            <a:chOff x="8039100" y="1600200"/>
            <a:chExt cx="3429000" cy="1524000"/>
          </a:xfrm>
        </p:grpSpPr>
        <p:sp>
          <p:nvSpPr>
            <p:cNvPr id="13" name="node03.quote-mark"/>
            <p:cNvSpPr/>
            <p:nvPr/>
          </p:nvSpPr>
          <p:spPr>
            <a:xfrm>
              <a:off x="8039100" y="1600200"/>
              <a:ext cx="3429000" cy="1143000"/>
            </a:xfrm>
            <a:prstGeom prst="rect">
              <a:avLst/>
            </a:prstGeom>
            <a:noFill/>
            <a:ln/>
          </p:spPr>
          <p:txBody>
            <a:bodyPr wrap="square" lIns="0" tIns="0" rIns="0" bIns="0" rtlCol="0" anchor="t"/>
            <a:lstStyle/>
            <a:p>
              <a:pPr algn="l" indent="0" marL="0">
                <a:lnSpc>
                  <a:spcPts val="3000"/>
                </a:lnSpc>
                <a:buNone/>
              </a:pPr>
              <a:r>
                <a:rPr lang="en-US" sz="6000" spc="-90" kern="0" b="0" i="0" dirty="0">
                  <a:solidFill>
                    <a:srgbClr val="0047FF"/>
                  </a:solidFill>
                  <a:latin typeface="IBM Plex Sans SemiBold"/>
                  <a:ea typeface="IBM Plex Sans SemiBold"/>
                  <a:cs typeface="IBM Plex Sans SemiBold"/>
                </a:rPr>
                <a:t>“</a:t>
              </a:r>
              <a:endParaRPr lang="en-US" sz="6000" spc="-90" kern="0" b="0" i="0" dirty="0">
                <a:solidFill>
                  <a:srgbClr val="0047FF"/>
                </a:solidFill>
                <a:latin typeface="IBM Plex Sans SemiBold"/>
                <a:ea typeface="IBM Plex Sans SemiBold"/>
                <a:cs typeface="IBM Plex Sans SemiBold"/>
              </a:endParaRPr>
            </a:p>
          </p:txBody>
        </p:sp>
        <p:sp>
          <p:nvSpPr>
            <p:cNvPr id="14" name="node03.quote"/>
            <p:cNvSpPr/>
            <p:nvPr/>
          </p:nvSpPr>
          <p:spPr>
            <a:xfrm>
              <a:off x="8039100" y="2095500"/>
              <a:ext cx="3429000" cy="7620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Registration is where claims are won.</a:t>
              </a:r>
              <a:endParaRPr lang="en-US" sz="2400" spc="-36" kern="0" b="0" i="0" dirty="0">
                <a:solidFill>
                  <a:srgbClr val="070154"/>
                </a:solidFill>
                <a:latin typeface="IBM Plex Sans SemiBold"/>
                <a:ea typeface="IBM Plex Sans SemiBold"/>
                <a:cs typeface="IBM Plex Sans SemiBold"/>
              </a:endParaRPr>
            </a:p>
          </p:txBody>
        </p:sp>
        <p:sp>
          <p:nvSpPr>
            <p:cNvPr id="15" name="node03.by"/>
            <p:cNvSpPr/>
            <p:nvPr/>
          </p:nvSpPr>
          <p:spPr>
            <a:xfrm>
              <a:off x="8039100" y="2971800"/>
              <a:ext cx="3429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REGISTRATION SUPERVISOR</a:t>
              </a:r>
              <a:endParaRPr lang="en-US" sz="900" spc="54" kern="0" b="0" i="0" dirty="0">
                <a:solidFill>
                  <a:srgbClr val="50658E"/>
                </a:solidFill>
                <a:latin typeface="IBM Plex Mono Medium"/>
                <a:ea typeface="IBM Plex Mono Medium"/>
                <a:cs typeface="IBM Plex Mono Medium"/>
              </a:endParaRPr>
            </a:p>
          </p:txBody>
        </p:sp>
      </p:grpSp>
      <p:grpSp>
        <p:nvGrpSpPr>
          <p:cNvPr id="49" name="node04"/>
          <p:cNvGrpSpPr/>
          <p:nvPr/>
        </p:nvGrpSpPr>
        <p:grpSpPr>
          <a:xfrm>
            <a:off x="723900" y="3429000"/>
            <a:ext cx="3429000" cy="228600"/>
            <a:chOff x="723900" y="3429000"/>
            <a:chExt cx="3429000" cy="228600"/>
          </a:xfrm>
        </p:grpSpPr>
        <p:sp>
          <p:nvSpPr>
            <p:cNvPr id="16" name="node04.label"/>
            <p:cNvSpPr/>
            <p:nvPr/>
          </p:nvSpPr>
          <p:spPr>
            <a:xfrm>
              <a:off x="723900" y="3429000"/>
              <a:ext cx="1001973"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KEY LEARNINGS</a:t>
              </a:r>
              <a:endParaRPr lang="en-US" sz="900" spc="54" kern="0" b="0" i="0" dirty="0">
                <a:solidFill>
                  <a:srgbClr val="50658E"/>
                </a:solidFill>
                <a:latin typeface="IBM Plex Mono Medium"/>
                <a:ea typeface="IBM Plex Mono Medium"/>
                <a:cs typeface="IBM Plex Mono Medium"/>
              </a:endParaRPr>
            </a:p>
          </p:txBody>
        </p:sp>
        <p:sp>
          <p:nvSpPr>
            <p:cNvPr id="17" name="node04.rule"/>
            <p:cNvSpPr/>
            <p:nvPr/>
          </p:nvSpPr>
          <p:spPr>
            <a:xfrm>
              <a:off x="1852873" y="3538538"/>
              <a:ext cx="2300027" cy="9525"/>
            </a:xfrm>
            <a:prstGeom prst="rect">
              <a:avLst/>
            </a:prstGeom>
            <a:solidFill>
              <a:srgbClr val="CED7E6"/>
            </a:solidFill>
            <a:ln>
              <a:noFill/>
            </a:ln>
          </p:spPr>
        </p:sp>
      </p:grpSp>
      <p:sp>
        <p:nvSpPr>
          <p:cNvPr id="18" name="node05"/>
          <p:cNvSpPr/>
          <p:nvPr/>
        </p:nvSpPr>
        <p:spPr>
          <a:xfrm>
            <a:off x="723900" y="3657600"/>
            <a:ext cx="3429000" cy="9525"/>
          </a:xfrm>
          <a:prstGeom prst="rect">
            <a:avLst/>
          </a:prstGeom>
          <a:solidFill>
            <a:srgbClr val="CED7E6"/>
          </a:solidFill>
          <a:ln>
            <a:noFill/>
          </a:ln>
        </p:spPr>
      </p:sp>
      <p:grpSp>
        <p:nvGrpSpPr>
          <p:cNvPr id="50" name="node06"/>
          <p:cNvGrpSpPr/>
          <p:nvPr/>
        </p:nvGrpSpPr>
        <p:grpSpPr>
          <a:xfrm>
            <a:off x="723900" y="3886200"/>
            <a:ext cx="3429000" cy="1028700"/>
            <a:chOff x="723900" y="3886200"/>
            <a:chExt cx="3429000" cy="1028700"/>
          </a:xfrm>
        </p:grpSpPr>
        <p:sp>
          <p:nvSpPr>
            <p:cNvPr id="19" name="node06.source-001.number"/>
            <p:cNvSpPr/>
            <p:nvPr/>
          </p:nvSpPr>
          <p:spPr>
            <a:xfrm>
              <a:off x="723900" y="3886200"/>
              <a:ext cx="152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1.</a:t>
              </a:r>
              <a:endParaRPr lang="en-US" sz="1200" spc="0" kern="0" b="0" i="0" dirty="0">
                <a:solidFill>
                  <a:srgbClr val="070154"/>
                </a:solidFill>
                <a:latin typeface="IBM Plex Sans"/>
                <a:ea typeface="IBM Plex Sans"/>
                <a:cs typeface="IBM Plex Sans"/>
              </a:endParaRPr>
            </a:p>
          </p:txBody>
        </p:sp>
        <p:sp>
          <p:nvSpPr>
            <p:cNvPr id="20" name="node06.source-001.text"/>
            <p:cNvSpPr/>
            <p:nvPr/>
          </p:nvSpPr>
          <p:spPr>
            <a:xfrm>
              <a:off x="876300" y="38862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Patients meet three tools to book once.</a:t>
              </a:r>
              <a:endParaRPr lang="en-US" sz="1200" spc="0" kern="0" b="0" i="0" dirty="0">
                <a:solidFill>
                  <a:srgbClr val="070154"/>
                </a:solidFill>
                <a:latin typeface="IBM Plex Sans"/>
                <a:ea typeface="IBM Plex Sans"/>
                <a:cs typeface="IBM Plex Sans"/>
              </a:endParaRPr>
            </a:p>
          </p:txBody>
        </p:sp>
        <p:sp>
          <p:nvSpPr>
            <p:cNvPr id="21" name="node06.source-002.number"/>
            <p:cNvSpPr/>
            <p:nvPr/>
          </p:nvSpPr>
          <p:spPr>
            <a:xfrm>
              <a:off x="723900" y="4152900"/>
              <a:ext cx="152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2.</a:t>
              </a:r>
              <a:endParaRPr lang="en-US" sz="1200" spc="0" kern="0" b="0" i="0" dirty="0">
                <a:solidFill>
                  <a:srgbClr val="070154"/>
                </a:solidFill>
                <a:latin typeface="IBM Plex Sans"/>
                <a:ea typeface="IBM Plex Sans"/>
                <a:cs typeface="IBM Plex Sans"/>
              </a:endParaRPr>
            </a:p>
          </p:txBody>
        </p:sp>
        <p:sp>
          <p:nvSpPr>
            <p:cNvPr id="22" name="node06.source-002.text"/>
            <p:cNvSpPr/>
            <p:nvPr/>
          </p:nvSpPr>
          <p:spPr>
            <a:xfrm>
              <a:off x="876300" y="41529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Registration errors drive most denials.</a:t>
              </a:r>
              <a:endParaRPr lang="en-US" sz="1200" spc="0" kern="0" b="0" i="0" dirty="0">
                <a:solidFill>
                  <a:srgbClr val="070154"/>
                </a:solidFill>
                <a:latin typeface="IBM Plex Sans"/>
                <a:ea typeface="IBM Plex Sans"/>
                <a:cs typeface="IBM Plex Sans"/>
              </a:endParaRPr>
            </a:p>
          </p:txBody>
        </p:sp>
        <p:sp>
          <p:nvSpPr>
            <p:cNvPr id="23" name="node06.source-003.number"/>
            <p:cNvSpPr/>
            <p:nvPr/>
          </p:nvSpPr>
          <p:spPr>
            <a:xfrm>
              <a:off x="723900" y="4419600"/>
              <a:ext cx="152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3.</a:t>
              </a:r>
              <a:endParaRPr lang="en-US" sz="1200" spc="0" kern="0" b="0" i="0" dirty="0">
                <a:solidFill>
                  <a:srgbClr val="070154"/>
                </a:solidFill>
                <a:latin typeface="IBM Plex Sans"/>
                <a:ea typeface="IBM Plex Sans"/>
                <a:cs typeface="IBM Plex Sans"/>
              </a:endParaRPr>
            </a:p>
          </p:txBody>
        </p:sp>
        <p:sp>
          <p:nvSpPr>
            <p:cNvPr id="24" name="node06.source-003.text"/>
            <p:cNvSpPr/>
            <p:nvPr/>
          </p:nvSpPr>
          <p:spPr>
            <a:xfrm>
              <a:off x="876300" y="44196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Estimates are rarely given before a visit.</a:t>
              </a:r>
              <a:endParaRPr lang="en-US" sz="1200" spc="0" kern="0" b="0" i="0" dirty="0">
                <a:solidFill>
                  <a:srgbClr val="070154"/>
                </a:solidFill>
                <a:latin typeface="IBM Plex Sans"/>
                <a:ea typeface="IBM Plex Sans"/>
                <a:cs typeface="IBM Plex Sans"/>
              </a:endParaRPr>
            </a:p>
          </p:txBody>
        </p:sp>
        <p:sp>
          <p:nvSpPr>
            <p:cNvPr id="25" name="node06.source-004.number"/>
            <p:cNvSpPr/>
            <p:nvPr/>
          </p:nvSpPr>
          <p:spPr>
            <a:xfrm>
              <a:off x="723900" y="4686300"/>
              <a:ext cx="152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4.</a:t>
              </a:r>
              <a:endParaRPr lang="en-US" sz="1200" spc="0" kern="0" b="0" i="0" dirty="0">
                <a:solidFill>
                  <a:srgbClr val="070154"/>
                </a:solidFill>
                <a:latin typeface="IBM Plex Sans"/>
                <a:ea typeface="IBM Plex Sans"/>
                <a:cs typeface="IBM Plex Sans"/>
              </a:endParaRPr>
            </a:p>
          </p:txBody>
        </p:sp>
        <p:sp>
          <p:nvSpPr>
            <p:cNvPr id="26" name="node06.source-004.text"/>
            <p:cNvSpPr/>
            <p:nvPr/>
          </p:nvSpPr>
          <p:spPr>
            <a:xfrm>
              <a:off x="876300" y="46863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Leads agree on goals, not on order.</a:t>
              </a:r>
              <a:endParaRPr lang="en-US" sz="1200" spc="0" kern="0" b="0" i="0" dirty="0">
                <a:solidFill>
                  <a:srgbClr val="070154"/>
                </a:solidFill>
                <a:latin typeface="IBM Plex Sans"/>
                <a:ea typeface="IBM Plex Sans"/>
                <a:cs typeface="IBM Plex Sans"/>
              </a:endParaRPr>
            </a:p>
          </p:txBody>
        </p:sp>
      </p:grpSp>
      <p:grpSp>
        <p:nvGrpSpPr>
          <p:cNvPr id="51" name="node07"/>
          <p:cNvGrpSpPr/>
          <p:nvPr/>
        </p:nvGrpSpPr>
        <p:grpSpPr>
          <a:xfrm>
            <a:off x="4381500" y="3429000"/>
            <a:ext cx="3429000" cy="228600"/>
            <a:chOff x="4381500" y="3429000"/>
            <a:chExt cx="3429000" cy="228600"/>
          </a:xfrm>
        </p:grpSpPr>
        <p:sp>
          <p:nvSpPr>
            <p:cNvPr id="27" name="node07.label"/>
            <p:cNvSpPr/>
            <p:nvPr/>
          </p:nvSpPr>
          <p:spPr>
            <a:xfrm>
              <a:off x="4381500" y="3429000"/>
              <a:ext cx="2053667"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OUTCOMES AGAINST OBJECTIVES</a:t>
              </a:r>
              <a:endParaRPr lang="en-US" sz="900" spc="54" kern="0" b="0" i="0" dirty="0">
                <a:solidFill>
                  <a:srgbClr val="50658E"/>
                </a:solidFill>
                <a:latin typeface="IBM Plex Mono Medium"/>
                <a:ea typeface="IBM Plex Mono Medium"/>
                <a:cs typeface="IBM Plex Mono Medium"/>
              </a:endParaRPr>
            </a:p>
          </p:txBody>
        </p:sp>
        <p:sp>
          <p:nvSpPr>
            <p:cNvPr id="28" name="node07.rule"/>
            <p:cNvSpPr/>
            <p:nvPr/>
          </p:nvSpPr>
          <p:spPr>
            <a:xfrm>
              <a:off x="6562167" y="3538538"/>
              <a:ext cx="1248333" cy="9525"/>
            </a:xfrm>
            <a:prstGeom prst="rect">
              <a:avLst/>
            </a:prstGeom>
            <a:solidFill>
              <a:srgbClr val="CED7E6"/>
            </a:solidFill>
            <a:ln>
              <a:noFill/>
            </a:ln>
          </p:spPr>
        </p:sp>
      </p:grpSp>
      <p:sp>
        <p:nvSpPr>
          <p:cNvPr id="29" name="node08"/>
          <p:cNvSpPr/>
          <p:nvPr/>
        </p:nvSpPr>
        <p:spPr>
          <a:xfrm>
            <a:off x="4381500" y="3657600"/>
            <a:ext cx="3429000" cy="9525"/>
          </a:xfrm>
          <a:prstGeom prst="rect">
            <a:avLst/>
          </a:prstGeom>
          <a:solidFill>
            <a:srgbClr val="CED7E6"/>
          </a:solidFill>
          <a:ln>
            <a:noFill/>
          </a:ln>
        </p:spPr>
      </p:sp>
      <p:grpSp>
        <p:nvGrpSpPr>
          <p:cNvPr id="52" name="node09"/>
          <p:cNvGrpSpPr/>
          <p:nvPr/>
        </p:nvGrpSpPr>
        <p:grpSpPr>
          <a:xfrm>
            <a:off x="4381500" y="3886200"/>
            <a:ext cx="3429000" cy="1574800"/>
            <a:chOff x="4381500" y="3886200"/>
            <a:chExt cx="3429000" cy="1574800"/>
          </a:xfrm>
        </p:grpSpPr>
        <p:graphicFrame>
          <p:nvGraphicFramePr>
            <p:cNvPr id="30" name="node09.native"/>
            <p:cNvGraphicFramePr>
              <a:graphicFrameLocks noGrp="1"/>
            </p:cNvGraphicFramePr>
            <p:nvPr>
              <p:extLst>
                <p:ext uri="{D42A27DB-BD31-4B8C-83A1-F6EECF244321}">
                  <p14:modId xmlns:p14="http://schemas.microsoft.com/office/powerpoint/2010/main" val="1579011935"/>
                </p:ext>
              </p:extLst>
            </p:nvPr>
          </p:nvGraphicFramePr>
          <p:xfrm>
            <a:off x="4381500" y="3886200"/>
            <a:ext cx="3429000" cy="1574800"/>
          </p:xfrm>
          <a:graphic>
            <a:graphicData uri="http://schemas.openxmlformats.org/drawingml/2006/table">
              <a:tbl>
                <a:tblPr/>
                <a:tblGrid>
                  <a:gridCol w="2209800"/>
                  <a:gridCol w="1219200"/>
                </a:tblGrid>
                <a:tr h="355600">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OBJECTIVE</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RESULT</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r>
                <a:tr h="3048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One future-state journey</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Met</a:t>
                        </a:r>
                        <a:endParaRPr lang="en-US" sz="1200" spc="0" kern="0" b="0" i="0" dirty="0">
                          <a:solidFill>
                            <a:srgbClr val="070154"/>
                          </a:solidFill>
                          <a:latin typeface="IBM Plex Sans"/>
                          <a:ea typeface="IBM Plex Sans"/>
                          <a:cs typeface="IBM Plex Sans"/>
                        </a:endParaRPr>
                      </a:p>
                    </a:txBody>
                    <a:tcPr marL="330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048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Owners named per area</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Partly met</a:t>
                        </a:r>
                        <a:endParaRPr lang="en-US" sz="1200" spc="0" kern="0" b="0" i="0" dirty="0">
                          <a:solidFill>
                            <a:srgbClr val="070154"/>
                          </a:solidFill>
                          <a:latin typeface="IBM Plex Sans"/>
                          <a:ea typeface="IBM Plex Sans"/>
                          <a:cs typeface="IBM Plex Sans"/>
                        </a:endParaRPr>
                      </a:p>
                    </a:txBody>
                    <a:tcPr marL="330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048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Shortlist ready to rank</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Met</a:t>
                        </a:r>
                        <a:endParaRPr lang="en-US" sz="1200" spc="0" kern="0" b="0" i="0" dirty="0">
                          <a:solidFill>
                            <a:srgbClr val="070154"/>
                          </a:solidFill>
                          <a:latin typeface="IBM Plex Sans"/>
                          <a:ea typeface="IBM Plex Sans"/>
                          <a:cs typeface="IBM Plex Sans"/>
                        </a:endParaRPr>
                      </a:p>
                    </a:txBody>
                    <a:tcPr marL="330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048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Target measures drafted</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Not met</a:t>
                        </a:r>
                        <a:endParaRPr lang="en-US" sz="1200" spc="0" kern="0" b="0" i="0" dirty="0">
                          <a:solidFill>
                            <a:srgbClr val="070154"/>
                          </a:solidFill>
                          <a:latin typeface="IBM Plex Sans"/>
                          <a:ea typeface="IBM Plex Sans"/>
                          <a:cs typeface="IBM Plex Sans"/>
                        </a:endParaRPr>
                      </a:p>
                    </a:txBody>
                    <a:tcPr marL="3302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bl>
            </a:graphicData>
          </a:graphic>
        </p:graphicFrame>
        <p:sp>
          <p:nvSpPr>
            <p:cNvPr id="31" name="node09.row.item-001.s.status-mark"/>
            <p:cNvSpPr/>
            <p:nvPr/>
          </p:nvSpPr>
          <p:spPr>
            <a:xfrm>
              <a:off x="6750050" y="4349750"/>
              <a:ext cx="88900" cy="88900"/>
            </a:xfrm>
            <a:prstGeom prst="rect">
              <a:avLst/>
            </a:prstGeom>
            <a:solidFill>
              <a:srgbClr val="1DD566"/>
            </a:solidFill>
            <a:ln w="12700">
              <a:solidFill>
                <a:srgbClr val="070154"/>
              </a:solidFill>
              <a:prstDash val="solid"/>
            </a:ln>
          </p:spPr>
        </p:sp>
        <p:sp>
          <p:nvSpPr>
            <p:cNvPr id="32" name="node09.row.item-002.s.status-mark"/>
            <p:cNvSpPr/>
            <p:nvPr/>
          </p:nvSpPr>
          <p:spPr>
            <a:xfrm>
              <a:off x="6750050" y="4654550"/>
              <a:ext cx="88900" cy="88900"/>
            </a:xfrm>
            <a:prstGeom prst="rect">
              <a:avLst/>
            </a:prstGeom>
            <a:solidFill>
              <a:srgbClr val="FFC700"/>
            </a:solidFill>
            <a:ln w="12700">
              <a:solidFill>
                <a:srgbClr val="070154"/>
              </a:solidFill>
              <a:prstDash val="solid"/>
            </a:ln>
          </p:spPr>
        </p:sp>
        <p:sp>
          <p:nvSpPr>
            <p:cNvPr id="33" name="node09.row.item-003.s.status-mark"/>
            <p:cNvSpPr/>
            <p:nvPr/>
          </p:nvSpPr>
          <p:spPr>
            <a:xfrm>
              <a:off x="6750050" y="4959350"/>
              <a:ext cx="88900" cy="88900"/>
            </a:xfrm>
            <a:prstGeom prst="rect">
              <a:avLst/>
            </a:prstGeom>
            <a:solidFill>
              <a:srgbClr val="1DD566"/>
            </a:solidFill>
            <a:ln w="12700">
              <a:solidFill>
                <a:srgbClr val="070154"/>
              </a:solidFill>
              <a:prstDash val="solid"/>
            </a:ln>
          </p:spPr>
        </p:sp>
        <p:sp>
          <p:nvSpPr>
            <p:cNvPr id="34" name="node09.row.item-004.s.status-mark"/>
            <p:cNvSpPr/>
            <p:nvPr/>
          </p:nvSpPr>
          <p:spPr>
            <a:xfrm>
              <a:off x="6750050" y="5264150"/>
              <a:ext cx="88900" cy="88900"/>
            </a:xfrm>
            <a:prstGeom prst="rect">
              <a:avLst/>
            </a:prstGeom>
            <a:solidFill>
              <a:srgbClr val="F52C00"/>
            </a:solidFill>
            <a:ln w="12700">
              <a:solidFill>
                <a:srgbClr val="070154"/>
              </a:solidFill>
              <a:prstDash val="solid"/>
            </a:ln>
          </p:spPr>
        </p:sp>
      </p:grpSp>
      <p:grpSp>
        <p:nvGrpSpPr>
          <p:cNvPr id="53" name="node10"/>
          <p:cNvGrpSpPr/>
          <p:nvPr/>
        </p:nvGrpSpPr>
        <p:grpSpPr>
          <a:xfrm>
            <a:off x="8039100" y="3429000"/>
            <a:ext cx="3429000" cy="228600"/>
            <a:chOff x="8039100" y="3429000"/>
            <a:chExt cx="3429000" cy="228600"/>
          </a:xfrm>
        </p:grpSpPr>
        <p:sp>
          <p:nvSpPr>
            <p:cNvPr id="35" name="node10.label"/>
            <p:cNvSpPr/>
            <p:nvPr/>
          </p:nvSpPr>
          <p:spPr>
            <a:xfrm>
              <a:off x="8039100" y="3429000"/>
              <a:ext cx="1828304"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DECISIONS AND NEXT STEPS</a:t>
              </a:r>
              <a:endParaRPr lang="en-US" sz="900" spc="54" kern="0" b="0" i="0" dirty="0">
                <a:solidFill>
                  <a:srgbClr val="50658E"/>
                </a:solidFill>
                <a:latin typeface="IBM Plex Mono Medium"/>
                <a:ea typeface="IBM Plex Mono Medium"/>
                <a:cs typeface="IBM Plex Mono Medium"/>
              </a:endParaRPr>
            </a:p>
          </p:txBody>
        </p:sp>
        <p:sp>
          <p:nvSpPr>
            <p:cNvPr id="36" name="node10.rule"/>
            <p:cNvSpPr/>
            <p:nvPr/>
          </p:nvSpPr>
          <p:spPr>
            <a:xfrm>
              <a:off x="9994404" y="3538538"/>
              <a:ext cx="1473696" cy="9525"/>
            </a:xfrm>
            <a:prstGeom prst="rect">
              <a:avLst/>
            </a:prstGeom>
            <a:solidFill>
              <a:srgbClr val="CED7E6"/>
            </a:solidFill>
            <a:ln>
              <a:noFill/>
            </a:ln>
          </p:spPr>
        </p:sp>
      </p:grpSp>
      <p:sp>
        <p:nvSpPr>
          <p:cNvPr id="37" name="node11"/>
          <p:cNvSpPr/>
          <p:nvPr/>
        </p:nvSpPr>
        <p:spPr>
          <a:xfrm>
            <a:off x="8039100" y="3657600"/>
            <a:ext cx="3429000" cy="9525"/>
          </a:xfrm>
          <a:prstGeom prst="rect">
            <a:avLst/>
          </a:prstGeom>
          <a:solidFill>
            <a:srgbClr val="CED7E6"/>
          </a:solidFill>
          <a:ln>
            <a:noFill/>
          </a:ln>
        </p:spPr>
      </p:sp>
      <p:grpSp>
        <p:nvGrpSpPr>
          <p:cNvPr id="54" name="node12"/>
          <p:cNvGrpSpPr/>
          <p:nvPr/>
        </p:nvGrpSpPr>
        <p:grpSpPr>
          <a:xfrm>
            <a:off x="8039100" y="3886200"/>
            <a:ext cx="3429000" cy="1028700"/>
            <a:chOff x="8039100" y="3886200"/>
            <a:chExt cx="3429000" cy="1028700"/>
          </a:xfrm>
        </p:grpSpPr>
        <p:sp>
          <p:nvSpPr>
            <p:cNvPr id="38" name="node12.source-001.bullet"/>
            <p:cNvSpPr/>
            <p:nvPr/>
          </p:nvSpPr>
          <p:spPr>
            <a:xfrm>
              <a:off x="8039100" y="3975100"/>
              <a:ext cx="38100" cy="38100"/>
            </a:xfrm>
            <a:prstGeom prst="rect">
              <a:avLst/>
            </a:prstGeom>
            <a:solidFill>
              <a:srgbClr val="070154"/>
            </a:solidFill>
            <a:ln>
              <a:noFill/>
            </a:ln>
          </p:spPr>
        </p:sp>
        <p:sp>
          <p:nvSpPr>
            <p:cNvPr id="39" name="node12.source-001.text"/>
            <p:cNvSpPr/>
            <p:nvPr/>
          </p:nvSpPr>
          <p:spPr>
            <a:xfrm>
              <a:off x="8191500" y="38862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 xml:space="preserve">Decided.</a:t>
              </a:r>
              <a:r>
                <a:rPr lang="en-US" sz="1200" spc="0" kern="0" b="0" i="0" dirty="0">
                  <a:solidFill>
                    <a:srgbClr val="50658E"/>
                  </a:solidFill>
                  <a:latin typeface="IBM Plex Sans"/>
                  <a:ea typeface="IBM Plex Sans"/>
                  <a:cs typeface="IBM Plex Sans"/>
                </a:rPr>
                <a:t xml:space="preserve"> One scheduling template.</a:t>
              </a:r>
              <a:endParaRPr lang="en-US" sz="1200" spc="0" kern="0" b="0" i="0" dirty="0">
                <a:solidFill>
                  <a:srgbClr val="070154"/>
                </a:solidFill>
                <a:latin typeface="IBM Plex Sans"/>
                <a:ea typeface="IBM Plex Sans"/>
                <a:cs typeface="IBM Plex Sans"/>
              </a:endParaRPr>
            </a:p>
          </p:txBody>
        </p:sp>
        <p:sp>
          <p:nvSpPr>
            <p:cNvPr id="40" name="node12.source-002.bullet"/>
            <p:cNvSpPr/>
            <p:nvPr/>
          </p:nvSpPr>
          <p:spPr>
            <a:xfrm>
              <a:off x="8039100" y="4241800"/>
              <a:ext cx="38100" cy="38100"/>
            </a:xfrm>
            <a:prstGeom prst="rect">
              <a:avLst/>
            </a:prstGeom>
            <a:solidFill>
              <a:srgbClr val="070154"/>
            </a:solidFill>
            <a:ln>
              <a:noFill/>
            </a:ln>
          </p:spPr>
        </p:sp>
        <p:sp>
          <p:nvSpPr>
            <p:cNvPr id="41" name="node12.source-002.text"/>
            <p:cNvSpPr/>
            <p:nvPr/>
          </p:nvSpPr>
          <p:spPr>
            <a:xfrm>
              <a:off x="8191500" y="41529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 xml:space="preserve">Oct 30.</a:t>
              </a:r>
              <a:r>
                <a:rPr lang="en-US" sz="1200" spc="0" kern="0" b="0" i="0" dirty="0">
                  <a:solidFill>
                    <a:srgbClr val="50658E"/>
                  </a:solidFill>
                  <a:latin typeface="IBM Plex Sans"/>
                  <a:ea typeface="IBM Plex Sans"/>
                  <a:cs typeface="IBM Plex Sans"/>
                </a:rPr>
                <a:t xml:space="preserve"> Program office publishes the log.</a:t>
              </a:r>
              <a:endParaRPr lang="en-US" sz="1200" spc="0" kern="0" b="0" i="0" dirty="0">
                <a:solidFill>
                  <a:srgbClr val="070154"/>
                </a:solidFill>
                <a:latin typeface="IBM Plex Sans"/>
                <a:ea typeface="IBM Plex Sans"/>
                <a:cs typeface="IBM Plex Sans"/>
              </a:endParaRPr>
            </a:p>
          </p:txBody>
        </p:sp>
        <p:sp>
          <p:nvSpPr>
            <p:cNvPr id="42" name="node12.source-003.bullet"/>
            <p:cNvSpPr/>
            <p:nvPr/>
          </p:nvSpPr>
          <p:spPr>
            <a:xfrm>
              <a:off x="8039100" y="4508500"/>
              <a:ext cx="38100" cy="38100"/>
            </a:xfrm>
            <a:prstGeom prst="rect">
              <a:avLst/>
            </a:prstGeom>
            <a:solidFill>
              <a:srgbClr val="070154"/>
            </a:solidFill>
            <a:ln>
              <a:noFill/>
            </a:ln>
          </p:spPr>
        </p:sp>
        <p:sp>
          <p:nvSpPr>
            <p:cNvPr id="43" name="node12.source-003.text"/>
            <p:cNvSpPr/>
            <p:nvPr/>
          </p:nvSpPr>
          <p:spPr>
            <a:xfrm>
              <a:off x="8191500" y="44196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 xml:space="preserve">Nov 4.</a:t>
              </a:r>
              <a:r>
                <a:rPr lang="en-US" sz="1200" spc="0" kern="0" b="0" i="0" dirty="0">
                  <a:solidFill>
                    <a:srgbClr val="50658E"/>
                  </a:solidFill>
                  <a:latin typeface="IBM Plex Sans"/>
                  <a:ea typeface="IBM Plex Sans"/>
                  <a:cs typeface="IBM Plex Sans"/>
                </a:rPr>
                <a:t xml:space="preserve"> Registration lead drafts measures.</a:t>
              </a:r>
              <a:endParaRPr lang="en-US" sz="1200" spc="0" kern="0" b="0" i="0" dirty="0">
                <a:solidFill>
                  <a:srgbClr val="070154"/>
                </a:solidFill>
                <a:latin typeface="IBM Plex Sans"/>
                <a:ea typeface="IBM Plex Sans"/>
                <a:cs typeface="IBM Plex Sans"/>
              </a:endParaRPr>
            </a:p>
          </p:txBody>
        </p:sp>
        <p:sp>
          <p:nvSpPr>
            <p:cNvPr id="44" name="node12.source-004.bullet"/>
            <p:cNvSpPr/>
            <p:nvPr/>
          </p:nvSpPr>
          <p:spPr>
            <a:xfrm>
              <a:off x="8039100" y="4775200"/>
              <a:ext cx="38100" cy="38100"/>
            </a:xfrm>
            <a:prstGeom prst="rect">
              <a:avLst/>
            </a:prstGeom>
            <a:solidFill>
              <a:srgbClr val="070154"/>
            </a:solidFill>
            <a:ln>
              <a:noFill/>
            </a:ln>
          </p:spPr>
        </p:sp>
        <p:sp>
          <p:nvSpPr>
            <p:cNvPr id="45" name="node12.source-004.text"/>
            <p:cNvSpPr/>
            <p:nvPr/>
          </p:nvSpPr>
          <p:spPr>
            <a:xfrm>
              <a:off x="8191500" y="4686300"/>
              <a:ext cx="3276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 xml:space="preserve">Open.</a:t>
              </a:r>
              <a:r>
                <a:rPr lang="en-US" sz="1200" spc="0" kern="0" b="0" i="0" dirty="0">
                  <a:solidFill>
                    <a:srgbClr val="50658E"/>
                  </a:solidFill>
                  <a:latin typeface="IBM Plex Sans"/>
                  <a:ea typeface="IBM Plex Sans"/>
                  <a:cs typeface="IBM Plex Sans"/>
                </a:rPr>
                <a:t xml:space="preserve"> Who owns estimates?</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name="source-645">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PATIENT ACCESS WORKSHOPS</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Each workshop has a focus, a room and an output</a:t>
            </a:r>
            <a:endParaRPr lang="en-US" sz="3200" spc="-64" kern="0" b="0" i="0" dirty="0">
              <a:solidFill>
                <a:srgbClr val="070154"/>
              </a:solidFill>
              <a:latin typeface="IBM Plex Sans SemiBold"/>
              <a:ea typeface="IBM Plex Sans SemiBold"/>
              <a:cs typeface="IBM Plex Sans SemiBold"/>
            </a:endParaRPr>
          </a:p>
        </p:txBody>
      </p:sp>
      <p:sp>
        <p:nvSpPr>
          <p:cNvPr id="5"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Sample figures for layout only; replace with current firm data before use.</a:t>
            </a:r>
            <a:endParaRPr lang="en-US" sz="900" spc="0" kern="0" b="0" i="0" dirty="0">
              <a:solidFill>
                <a:srgbClr val="50658E"/>
              </a:solidFill>
              <a:latin typeface="IBM Plex Sans"/>
              <a:ea typeface="IBM Plex Sans"/>
              <a:cs typeface="IBM Plex Sans"/>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216</a:t>
            </a:fld>
            <a:endParaRPr lang="en-US" sz="700" spc="0" kern="0" b="0" i="0" dirty="0">
              <a:solidFill>
                <a:srgbClr val="070154"/>
              </a:solidFill>
              <a:latin typeface="IBM Plex Mono SemiBold"/>
              <a:ea typeface="IBM Plex Mono SemiBold"/>
              <a:cs typeface="IBM Plex Mono SemiBold"/>
            </a:endParaRPr>
          </a:p>
        </p:txBody>
      </p:sp>
      <p:grpSp>
        <p:nvGrpSpPr>
          <p:cNvPr id="55" name="node01"/>
          <p:cNvGrpSpPr/>
          <p:nvPr/>
        </p:nvGrpSpPr>
        <p:grpSpPr>
          <a:xfrm>
            <a:off x="723900" y="1600200"/>
            <a:ext cx="10744200" cy="4114800"/>
            <a:chOff x="723900" y="1600200"/>
            <a:chExt cx="10744200" cy="4114800"/>
          </a:xfrm>
        </p:grpSpPr>
        <p:grpSp>
          <p:nvGrpSpPr>
            <p:cNvPr id="51" name="node01.item-001"/>
            <p:cNvGrpSpPr/>
            <p:nvPr/>
          </p:nvGrpSpPr>
          <p:grpSpPr>
            <a:xfrm>
              <a:off x="723900" y="1600200"/>
              <a:ext cx="2514600" cy="4114800"/>
              <a:chOff x="723900" y="1600200"/>
              <a:chExt cx="2514600" cy="4114800"/>
            </a:xfrm>
          </p:grpSpPr>
          <p:sp>
            <p:nvSpPr>
              <p:cNvPr id="7" name="node01.item-001.container"/>
              <p:cNvSpPr/>
              <p:nvPr/>
            </p:nvSpPr>
            <p:spPr>
              <a:xfrm>
                <a:off x="723900" y="1600200"/>
                <a:ext cx="2514600" cy="4114800"/>
              </a:xfrm>
              <a:prstGeom prst="rect">
                <a:avLst/>
              </a:prstGeom>
              <a:solidFill>
                <a:srgbClr val="E8EEF8"/>
              </a:solidFill>
              <a:ln>
                <a:noFill/>
              </a:ln>
            </p:spPr>
          </p:sp>
          <p:sp>
            <p:nvSpPr>
              <p:cNvPr id="8" name="node01.item-001.label"/>
              <p:cNvSpPr/>
              <p:nvPr/>
            </p:nvSpPr>
            <p:spPr>
              <a:xfrm>
                <a:off x="952500" y="1828800"/>
                <a:ext cx="20574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OCT 14 · HALF DAY</a:t>
                </a:r>
                <a:endParaRPr lang="en-US" sz="900" spc="54" kern="0" b="0" i="0" dirty="0">
                  <a:solidFill>
                    <a:srgbClr val="0047FF"/>
                  </a:solidFill>
                  <a:latin typeface="IBM Plex Mono Medium"/>
                  <a:ea typeface="IBM Plex Mono Medium"/>
                  <a:cs typeface="IBM Plex Mono Medium"/>
                </a:endParaRPr>
              </a:p>
            </p:txBody>
          </p:sp>
          <p:sp>
            <p:nvSpPr>
              <p:cNvPr id="9" name="node01.item-001.number"/>
              <p:cNvSpPr/>
              <p:nvPr/>
            </p:nvSpPr>
            <p:spPr>
              <a:xfrm>
                <a:off x="952500" y="20193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01</a:t>
                </a:r>
                <a:endParaRPr lang="en-US" sz="1800" spc="0" kern="0" b="0" i="0" dirty="0">
                  <a:solidFill>
                    <a:srgbClr val="0047FF"/>
                  </a:solidFill>
                  <a:latin typeface="IBM Plex Mono SemiBold"/>
                  <a:ea typeface="IBM Plex Mono SemiBold"/>
                  <a:cs typeface="IBM Plex Mono SemiBold"/>
                </a:endParaRPr>
              </a:p>
            </p:txBody>
          </p:sp>
          <p:sp>
            <p:nvSpPr>
              <p:cNvPr id="10" name="node01.item-001.title"/>
              <p:cNvSpPr/>
              <p:nvPr/>
            </p:nvSpPr>
            <p:spPr>
              <a:xfrm>
                <a:off x="1352550" y="2019300"/>
                <a:ext cx="165735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Discovery</a:t>
                </a:r>
                <a:endParaRPr lang="en-US" sz="1800" spc="-18" kern="0" b="0" i="0" dirty="0">
                  <a:solidFill>
                    <a:srgbClr val="070154"/>
                  </a:solidFill>
                  <a:latin typeface="IBM Plex Sans SemiBold"/>
                  <a:ea typeface="IBM Plex Sans SemiBold"/>
                  <a:cs typeface="IBM Plex Sans SemiBold"/>
                </a:endParaRPr>
              </a:p>
            </p:txBody>
          </p:sp>
          <p:sp>
            <p:nvSpPr>
              <p:cNvPr id="11" name="node01.item-001.body.item-001.paragraph"/>
              <p:cNvSpPr/>
              <p:nvPr/>
            </p:nvSpPr>
            <p:spPr>
              <a:xfrm>
                <a:off x="952500" y="2438400"/>
                <a:ext cx="2057400" cy="685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Baseline scheduling, registration, estimates and denials.</a:t>
                </a:r>
                <a:endParaRPr lang="en-US" sz="1200" spc="0" kern="0" b="0" i="0" dirty="0">
                  <a:solidFill>
                    <a:srgbClr val="50658E"/>
                  </a:solidFill>
                  <a:latin typeface="IBM Plex Sans"/>
                  <a:ea typeface="IBM Plex Sans"/>
                  <a:cs typeface="IBM Plex Sans"/>
                </a:endParaRPr>
              </a:p>
            </p:txBody>
          </p:sp>
          <p:sp>
            <p:nvSpPr>
              <p:cNvPr id="12" name="node01.item-001.body.item-002.paragraph"/>
              <p:cNvSpPr/>
              <p:nvPr/>
            </p:nvSpPr>
            <p:spPr>
              <a:xfrm>
                <a:off x="952500" y="3162300"/>
                <a:ext cx="20574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Who: 18 access, revenue cycle and IT leads.</a:t>
                </a:r>
                <a:endParaRPr lang="en-US" sz="1200" spc="0" kern="0" b="0" i="0" dirty="0">
                  <a:solidFill>
                    <a:srgbClr val="50658E"/>
                  </a:solidFill>
                  <a:latin typeface="IBM Plex Sans"/>
                  <a:ea typeface="IBM Plex Sans"/>
                  <a:cs typeface="IBM Plex Sans"/>
                </a:endParaRPr>
              </a:p>
            </p:txBody>
          </p:sp>
          <p:sp>
            <p:nvSpPr>
              <p:cNvPr id="13" name="node01.item-001.body.item-003.paragraph"/>
              <p:cNvSpPr/>
              <p:nvPr/>
            </p:nvSpPr>
            <p:spPr>
              <a:xfrm>
                <a:off x="952500" y="3657600"/>
                <a:ext cx="20574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Output: current-state map and pain-point list.</a:t>
                </a:r>
                <a:endParaRPr lang="en-US" sz="1200" spc="0" kern="0" b="0" i="0" dirty="0">
                  <a:solidFill>
                    <a:srgbClr val="50658E"/>
                  </a:solidFill>
                  <a:latin typeface="IBM Plex Sans"/>
                  <a:ea typeface="IBM Plex Sans"/>
                  <a:cs typeface="IBM Plex Sans"/>
                </a:endParaRPr>
              </a:p>
            </p:txBody>
          </p:sp>
          <p:sp>
            <p:nvSpPr>
              <p:cNvPr id="14" name="node01.item-001.body.item-004.bullets.item-001.marker"/>
              <p:cNvSpPr/>
              <p:nvPr/>
            </p:nvSpPr>
            <p:spPr>
              <a:xfrm>
                <a:off x="952500" y="4241800"/>
                <a:ext cx="38100" cy="38100"/>
              </a:xfrm>
              <a:prstGeom prst="rect">
                <a:avLst/>
              </a:prstGeom>
              <a:solidFill>
                <a:srgbClr val="070154"/>
              </a:solidFill>
              <a:ln>
                <a:noFill/>
              </a:ln>
            </p:spPr>
          </p:sp>
          <p:sp>
            <p:nvSpPr>
              <p:cNvPr id="15" name="node01.item-001.body.item-004.bullets.item-001.text"/>
              <p:cNvSpPr/>
              <p:nvPr/>
            </p:nvSpPr>
            <p:spPr>
              <a:xfrm>
                <a:off x="1104900" y="4152900"/>
                <a:ext cx="19050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Booking and intake walk-through</a:t>
                </a:r>
                <a:endParaRPr lang="en-US" sz="1200" spc="0" kern="0" b="0" i="0" dirty="0">
                  <a:solidFill>
                    <a:srgbClr val="070154"/>
                  </a:solidFill>
                  <a:latin typeface="IBM Plex Sans"/>
                  <a:ea typeface="IBM Plex Sans"/>
                  <a:cs typeface="IBM Plex Sans"/>
                </a:endParaRPr>
              </a:p>
            </p:txBody>
          </p:sp>
          <p:sp>
            <p:nvSpPr>
              <p:cNvPr id="16" name="node01.item-001.body.item-004.bullets.item-002.marker"/>
              <p:cNvSpPr/>
              <p:nvPr/>
            </p:nvSpPr>
            <p:spPr>
              <a:xfrm>
                <a:off x="952500" y="4737100"/>
                <a:ext cx="38100" cy="38100"/>
              </a:xfrm>
              <a:prstGeom prst="rect">
                <a:avLst/>
              </a:prstGeom>
              <a:solidFill>
                <a:srgbClr val="070154"/>
              </a:solidFill>
              <a:ln>
                <a:noFill/>
              </a:ln>
            </p:spPr>
          </p:sp>
          <p:sp>
            <p:nvSpPr>
              <p:cNvPr id="17" name="node01.item-001.body.item-004.bullets.item-002.text"/>
              <p:cNvSpPr/>
              <p:nvPr/>
            </p:nvSpPr>
            <p:spPr>
              <a:xfrm>
                <a:off x="1104900" y="4648200"/>
                <a:ext cx="19050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Estimate and denial data review</a:t>
                </a:r>
                <a:endParaRPr lang="en-US" sz="1200" spc="0" kern="0" b="0" i="0" dirty="0">
                  <a:solidFill>
                    <a:srgbClr val="070154"/>
                  </a:solidFill>
                  <a:latin typeface="IBM Plex Sans"/>
                  <a:ea typeface="IBM Plex Sans"/>
                  <a:cs typeface="IBM Plex Sans"/>
                </a:endParaRPr>
              </a:p>
            </p:txBody>
          </p:sp>
        </p:grpSp>
        <p:grpSp>
          <p:nvGrpSpPr>
            <p:cNvPr id="52" name="node01.item-002"/>
            <p:cNvGrpSpPr/>
            <p:nvPr/>
          </p:nvGrpSpPr>
          <p:grpSpPr>
            <a:xfrm>
              <a:off x="3467100" y="1600200"/>
              <a:ext cx="2514600" cy="4114800"/>
              <a:chOff x="3467100" y="1600200"/>
              <a:chExt cx="2514600" cy="4114800"/>
            </a:xfrm>
          </p:grpSpPr>
          <p:sp>
            <p:nvSpPr>
              <p:cNvPr id="18" name="node01.item-002.container"/>
              <p:cNvSpPr/>
              <p:nvPr/>
            </p:nvSpPr>
            <p:spPr>
              <a:xfrm>
                <a:off x="3467100" y="1600200"/>
                <a:ext cx="2514600" cy="4114800"/>
              </a:xfrm>
              <a:prstGeom prst="rect">
                <a:avLst/>
              </a:prstGeom>
              <a:solidFill>
                <a:srgbClr val="E8EEF8"/>
              </a:solidFill>
              <a:ln>
                <a:noFill/>
              </a:ln>
            </p:spPr>
          </p:sp>
          <p:sp>
            <p:nvSpPr>
              <p:cNvPr id="19" name="node01.item-002.label"/>
              <p:cNvSpPr/>
              <p:nvPr/>
            </p:nvSpPr>
            <p:spPr>
              <a:xfrm>
                <a:off x="3695700" y="1828800"/>
                <a:ext cx="20574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OCT 28 · HALF DAY</a:t>
                </a:r>
                <a:endParaRPr lang="en-US" sz="900" spc="54" kern="0" b="0" i="0" dirty="0">
                  <a:solidFill>
                    <a:srgbClr val="0047FF"/>
                  </a:solidFill>
                  <a:latin typeface="IBM Plex Mono Medium"/>
                  <a:ea typeface="IBM Plex Mono Medium"/>
                  <a:cs typeface="IBM Plex Mono Medium"/>
                </a:endParaRPr>
              </a:p>
            </p:txBody>
          </p:sp>
          <p:sp>
            <p:nvSpPr>
              <p:cNvPr id="20" name="node01.item-002.number"/>
              <p:cNvSpPr/>
              <p:nvPr/>
            </p:nvSpPr>
            <p:spPr>
              <a:xfrm>
                <a:off x="3695700" y="20193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02</a:t>
                </a:r>
                <a:endParaRPr lang="en-US" sz="1800" spc="0" kern="0" b="0" i="0" dirty="0">
                  <a:solidFill>
                    <a:srgbClr val="0047FF"/>
                  </a:solidFill>
                  <a:latin typeface="IBM Plex Mono SemiBold"/>
                  <a:ea typeface="IBM Plex Mono SemiBold"/>
                  <a:cs typeface="IBM Plex Mono SemiBold"/>
                </a:endParaRPr>
              </a:p>
            </p:txBody>
          </p:sp>
          <p:sp>
            <p:nvSpPr>
              <p:cNvPr id="21" name="node01.item-002.title"/>
              <p:cNvSpPr/>
              <p:nvPr/>
            </p:nvSpPr>
            <p:spPr>
              <a:xfrm>
                <a:off x="4095750" y="2019300"/>
                <a:ext cx="165735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Future state</a:t>
                </a:r>
                <a:endParaRPr lang="en-US" sz="1800" spc="-18" kern="0" b="0" i="0" dirty="0">
                  <a:solidFill>
                    <a:srgbClr val="070154"/>
                  </a:solidFill>
                  <a:latin typeface="IBM Plex Sans SemiBold"/>
                  <a:ea typeface="IBM Plex Sans SemiBold"/>
                  <a:cs typeface="IBM Plex Sans SemiBold"/>
                </a:endParaRPr>
              </a:p>
            </p:txBody>
          </p:sp>
          <p:sp>
            <p:nvSpPr>
              <p:cNvPr id="22" name="node01.item-002.body.item-001.paragraph"/>
              <p:cNvSpPr/>
              <p:nvPr/>
            </p:nvSpPr>
            <p:spPr>
              <a:xfrm>
                <a:off x="3695700" y="2438400"/>
                <a:ext cx="20574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Design the target process for each of the four areas.</a:t>
                </a:r>
                <a:endParaRPr lang="en-US" sz="1200" spc="0" kern="0" b="0" i="0" dirty="0">
                  <a:solidFill>
                    <a:srgbClr val="50658E"/>
                  </a:solidFill>
                  <a:latin typeface="IBM Plex Sans"/>
                  <a:ea typeface="IBM Plex Sans"/>
                  <a:cs typeface="IBM Plex Sans"/>
                </a:endParaRPr>
              </a:p>
            </p:txBody>
          </p:sp>
          <p:sp>
            <p:nvSpPr>
              <p:cNvPr id="23" name="node01.item-002.body.item-002.paragraph"/>
              <p:cNvSpPr/>
              <p:nvPr/>
            </p:nvSpPr>
            <p:spPr>
              <a:xfrm>
                <a:off x="3695700" y="2933700"/>
                <a:ext cx="20574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Who: 22 area leads and IT owners.</a:t>
                </a:r>
                <a:endParaRPr lang="en-US" sz="1200" spc="0" kern="0" b="0" i="0" dirty="0">
                  <a:solidFill>
                    <a:srgbClr val="50658E"/>
                  </a:solidFill>
                  <a:latin typeface="IBM Plex Sans"/>
                  <a:ea typeface="IBM Plex Sans"/>
                  <a:cs typeface="IBM Plex Sans"/>
                </a:endParaRPr>
              </a:p>
            </p:txBody>
          </p:sp>
          <p:sp>
            <p:nvSpPr>
              <p:cNvPr id="24" name="node01.item-002.body.item-003.paragraph"/>
              <p:cNvSpPr/>
              <p:nvPr/>
            </p:nvSpPr>
            <p:spPr>
              <a:xfrm>
                <a:off x="3695700" y="3429000"/>
                <a:ext cx="20574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Output: future-state design and decisions log.</a:t>
                </a:r>
                <a:endParaRPr lang="en-US" sz="1200" spc="0" kern="0" b="0" i="0" dirty="0">
                  <a:solidFill>
                    <a:srgbClr val="50658E"/>
                  </a:solidFill>
                  <a:latin typeface="IBM Plex Sans"/>
                  <a:ea typeface="IBM Plex Sans"/>
                  <a:cs typeface="IBM Plex Sans"/>
                </a:endParaRPr>
              </a:p>
            </p:txBody>
          </p:sp>
          <p:sp>
            <p:nvSpPr>
              <p:cNvPr id="25" name="node01.item-002.body.item-004.bullets.item-001.marker"/>
              <p:cNvSpPr/>
              <p:nvPr/>
            </p:nvSpPr>
            <p:spPr>
              <a:xfrm>
                <a:off x="3695700" y="4013200"/>
                <a:ext cx="38100" cy="38100"/>
              </a:xfrm>
              <a:prstGeom prst="rect">
                <a:avLst/>
              </a:prstGeom>
              <a:solidFill>
                <a:srgbClr val="070154"/>
              </a:solidFill>
              <a:ln>
                <a:noFill/>
              </a:ln>
            </p:spPr>
          </p:sp>
          <p:sp>
            <p:nvSpPr>
              <p:cNvPr id="26" name="node01.item-002.body.item-004.bullets.item-001.text"/>
              <p:cNvSpPr/>
              <p:nvPr/>
            </p:nvSpPr>
            <p:spPr>
              <a:xfrm>
                <a:off x="3848100" y="3924300"/>
                <a:ext cx="19050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Four breakout design tables</a:t>
                </a:r>
                <a:endParaRPr lang="en-US" sz="1200" spc="0" kern="0" b="0" i="0" dirty="0">
                  <a:solidFill>
                    <a:srgbClr val="070154"/>
                  </a:solidFill>
                  <a:latin typeface="IBM Plex Sans"/>
                  <a:ea typeface="IBM Plex Sans"/>
                  <a:cs typeface="IBM Plex Sans"/>
                </a:endParaRPr>
              </a:p>
            </p:txBody>
          </p:sp>
          <p:sp>
            <p:nvSpPr>
              <p:cNvPr id="27" name="node01.item-002.body.item-004.bullets.item-002.marker"/>
              <p:cNvSpPr/>
              <p:nvPr/>
            </p:nvSpPr>
            <p:spPr>
              <a:xfrm>
                <a:off x="3695700" y="4508500"/>
                <a:ext cx="38100" cy="38100"/>
              </a:xfrm>
              <a:prstGeom prst="rect">
                <a:avLst/>
              </a:prstGeom>
              <a:solidFill>
                <a:srgbClr val="070154"/>
              </a:solidFill>
              <a:ln>
                <a:noFill/>
              </a:ln>
            </p:spPr>
          </p:sp>
          <p:sp>
            <p:nvSpPr>
              <p:cNvPr id="28" name="node01.item-002.body.item-004.bullets.item-002.text"/>
              <p:cNvSpPr/>
              <p:nvPr/>
            </p:nvSpPr>
            <p:spPr>
              <a:xfrm>
                <a:off x="3848100" y="4419600"/>
                <a:ext cx="1905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Playback and decisions</a:t>
                </a:r>
                <a:endParaRPr lang="en-US" sz="1200" spc="0" kern="0" b="0" i="0" dirty="0">
                  <a:solidFill>
                    <a:srgbClr val="070154"/>
                  </a:solidFill>
                  <a:latin typeface="IBM Plex Sans"/>
                  <a:ea typeface="IBM Plex Sans"/>
                  <a:cs typeface="IBM Plex Sans"/>
                </a:endParaRPr>
              </a:p>
            </p:txBody>
          </p:sp>
        </p:grpSp>
        <p:grpSp>
          <p:nvGrpSpPr>
            <p:cNvPr id="53" name="node01.item-003"/>
            <p:cNvGrpSpPr/>
            <p:nvPr/>
          </p:nvGrpSpPr>
          <p:grpSpPr>
            <a:xfrm>
              <a:off x="6210300" y="1600200"/>
              <a:ext cx="2514600" cy="4114800"/>
              <a:chOff x="6210300" y="1600200"/>
              <a:chExt cx="2514600" cy="4114800"/>
            </a:xfrm>
          </p:grpSpPr>
          <p:sp>
            <p:nvSpPr>
              <p:cNvPr id="29" name="node01.item-003.container"/>
              <p:cNvSpPr/>
              <p:nvPr/>
            </p:nvSpPr>
            <p:spPr>
              <a:xfrm>
                <a:off x="6210300" y="1600200"/>
                <a:ext cx="2514600" cy="4114800"/>
              </a:xfrm>
              <a:prstGeom prst="rect">
                <a:avLst/>
              </a:prstGeom>
              <a:solidFill>
                <a:srgbClr val="E8EEF8"/>
              </a:solidFill>
              <a:ln>
                <a:noFill/>
              </a:ln>
            </p:spPr>
          </p:sp>
          <p:sp>
            <p:nvSpPr>
              <p:cNvPr id="30" name="node01.item-003.label"/>
              <p:cNvSpPr/>
              <p:nvPr/>
            </p:nvSpPr>
            <p:spPr>
              <a:xfrm>
                <a:off x="6438900" y="1828800"/>
                <a:ext cx="20574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NOV 11 · HALF DAY</a:t>
                </a:r>
                <a:endParaRPr lang="en-US" sz="900" spc="54" kern="0" b="0" i="0" dirty="0">
                  <a:solidFill>
                    <a:srgbClr val="0047FF"/>
                  </a:solidFill>
                  <a:latin typeface="IBM Plex Mono Medium"/>
                  <a:ea typeface="IBM Plex Mono Medium"/>
                  <a:cs typeface="IBM Plex Mono Medium"/>
                </a:endParaRPr>
              </a:p>
            </p:txBody>
          </p:sp>
          <p:sp>
            <p:nvSpPr>
              <p:cNvPr id="31" name="node01.item-003.number"/>
              <p:cNvSpPr/>
              <p:nvPr/>
            </p:nvSpPr>
            <p:spPr>
              <a:xfrm>
                <a:off x="6438900" y="20193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03</a:t>
                </a:r>
                <a:endParaRPr lang="en-US" sz="1800" spc="0" kern="0" b="0" i="0" dirty="0">
                  <a:solidFill>
                    <a:srgbClr val="0047FF"/>
                  </a:solidFill>
                  <a:latin typeface="IBM Plex Mono SemiBold"/>
                  <a:ea typeface="IBM Plex Mono SemiBold"/>
                  <a:cs typeface="IBM Plex Mono SemiBold"/>
                </a:endParaRPr>
              </a:p>
            </p:txBody>
          </p:sp>
          <p:sp>
            <p:nvSpPr>
              <p:cNvPr id="32" name="node01.item-003.title"/>
              <p:cNvSpPr/>
              <p:nvPr/>
            </p:nvSpPr>
            <p:spPr>
              <a:xfrm>
                <a:off x="6838950" y="2019300"/>
                <a:ext cx="165735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Prioritization</a:t>
                </a:r>
                <a:endParaRPr lang="en-US" sz="1800" spc="-18" kern="0" b="0" i="0" dirty="0">
                  <a:solidFill>
                    <a:srgbClr val="070154"/>
                  </a:solidFill>
                  <a:latin typeface="IBM Plex Sans SemiBold"/>
                  <a:ea typeface="IBM Plex Sans SemiBold"/>
                  <a:cs typeface="IBM Plex Sans SemiBold"/>
                </a:endParaRPr>
              </a:p>
            </p:txBody>
          </p:sp>
          <p:sp>
            <p:nvSpPr>
              <p:cNvPr id="33" name="node01.item-003.body.item-001.paragraph"/>
              <p:cNvSpPr/>
              <p:nvPr/>
            </p:nvSpPr>
            <p:spPr>
              <a:xfrm>
                <a:off x="6438900" y="2438400"/>
                <a:ext cx="20574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Score and rank opportunities by value and effort.</a:t>
                </a:r>
                <a:endParaRPr lang="en-US" sz="1200" spc="0" kern="0" b="0" i="0" dirty="0">
                  <a:solidFill>
                    <a:srgbClr val="50658E"/>
                  </a:solidFill>
                  <a:latin typeface="IBM Plex Sans"/>
                  <a:ea typeface="IBM Plex Sans"/>
                  <a:cs typeface="IBM Plex Sans"/>
                </a:endParaRPr>
              </a:p>
            </p:txBody>
          </p:sp>
          <p:sp>
            <p:nvSpPr>
              <p:cNvPr id="34" name="node01.item-003.body.item-002.paragraph"/>
              <p:cNvSpPr/>
              <p:nvPr/>
            </p:nvSpPr>
            <p:spPr>
              <a:xfrm>
                <a:off x="6438900" y="2933700"/>
                <a:ext cx="20574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Who: 14 sponsors and area leads.</a:t>
                </a:r>
                <a:endParaRPr lang="en-US" sz="1200" spc="0" kern="0" b="0" i="0" dirty="0">
                  <a:solidFill>
                    <a:srgbClr val="50658E"/>
                  </a:solidFill>
                  <a:latin typeface="IBM Plex Sans"/>
                  <a:ea typeface="IBM Plex Sans"/>
                  <a:cs typeface="IBM Plex Sans"/>
                </a:endParaRPr>
              </a:p>
            </p:txBody>
          </p:sp>
          <p:sp>
            <p:nvSpPr>
              <p:cNvPr id="35" name="node01.item-003.body.item-003.paragraph"/>
              <p:cNvSpPr/>
              <p:nvPr/>
            </p:nvSpPr>
            <p:spPr>
              <a:xfrm>
                <a:off x="6438900" y="3429000"/>
                <a:ext cx="20574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Output: ranked list in Now, Next, Later.</a:t>
                </a:r>
                <a:endParaRPr lang="en-US" sz="1200" spc="0" kern="0" b="0" i="0" dirty="0">
                  <a:solidFill>
                    <a:srgbClr val="50658E"/>
                  </a:solidFill>
                  <a:latin typeface="IBM Plex Sans"/>
                  <a:ea typeface="IBM Plex Sans"/>
                  <a:cs typeface="IBM Plex Sans"/>
                </a:endParaRPr>
              </a:p>
            </p:txBody>
          </p:sp>
          <p:sp>
            <p:nvSpPr>
              <p:cNvPr id="36" name="node01.item-003.body.item-004.bullets.item-001.marker"/>
              <p:cNvSpPr/>
              <p:nvPr/>
            </p:nvSpPr>
            <p:spPr>
              <a:xfrm>
                <a:off x="6438900" y="4013200"/>
                <a:ext cx="38100" cy="38100"/>
              </a:xfrm>
              <a:prstGeom prst="rect">
                <a:avLst/>
              </a:prstGeom>
              <a:solidFill>
                <a:srgbClr val="070154"/>
              </a:solidFill>
              <a:ln>
                <a:noFill/>
              </a:ln>
            </p:spPr>
          </p:sp>
          <p:sp>
            <p:nvSpPr>
              <p:cNvPr id="37" name="node01.item-003.body.item-004.bullets.item-001.text"/>
              <p:cNvSpPr/>
              <p:nvPr/>
            </p:nvSpPr>
            <p:spPr>
              <a:xfrm>
                <a:off x="6591300" y="3924300"/>
                <a:ext cx="1905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Value and effort scoring</a:t>
                </a:r>
                <a:endParaRPr lang="en-US" sz="1200" spc="0" kern="0" b="0" i="0" dirty="0">
                  <a:solidFill>
                    <a:srgbClr val="070154"/>
                  </a:solidFill>
                  <a:latin typeface="IBM Plex Sans"/>
                  <a:ea typeface="IBM Plex Sans"/>
                  <a:cs typeface="IBM Plex Sans"/>
                </a:endParaRPr>
              </a:p>
            </p:txBody>
          </p:sp>
          <p:sp>
            <p:nvSpPr>
              <p:cNvPr id="38" name="node01.item-003.body.item-004.bullets.item-002.marker"/>
              <p:cNvSpPr/>
              <p:nvPr/>
            </p:nvSpPr>
            <p:spPr>
              <a:xfrm>
                <a:off x="6438900" y="4279900"/>
                <a:ext cx="38100" cy="38100"/>
              </a:xfrm>
              <a:prstGeom prst="rect">
                <a:avLst/>
              </a:prstGeom>
              <a:solidFill>
                <a:srgbClr val="070154"/>
              </a:solidFill>
              <a:ln>
                <a:noFill/>
              </a:ln>
            </p:spPr>
          </p:sp>
          <p:sp>
            <p:nvSpPr>
              <p:cNvPr id="39" name="node01.item-003.body.item-004.bullets.item-002.text"/>
              <p:cNvSpPr/>
              <p:nvPr/>
            </p:nvSpPr>
            <p:spPr>
              <a:xfrm>
                <a:off x="6591300" y="4191000"/>
                <a:ext cx="19050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Dot vote and Now, Next, Later</a:t>
                </a:r>
                <a:endParaRPr lang="en-US" sz="1200" spc="0" kern="0" b="0" i="0" dirty="0">
                  <a:solidFill>
                    <a:srgbClr val="070154"/>
                  </a:solidFill>
                  <a:latin typeface="IBM Plex Sans"/>
                  <a:ea typeface="IBM Plex Sans"/>
                  <a:cs typeface="IBM Plex Sans"/>
                </a:endParaRPr>
              </a:p>
            </p:txBody>
          </p:sp>
        </p:grpSp>
        <p:grpSp>
          <p:nvGrpSpPr>
            <p:cNvPr id="54" name="node01.item-004"/>
            <p:cNvGrpSpPr/>
            <p:nvPr/>
          </p:nvGrpSpPr>
          <p:grpSpPr>
            <a:xfrm>
              <a:off x="8953500" y="1600200"/>
              <a:ext cx="2514600" cy="4114800"/>
              <a:chOff x="8953500" y="1600200"/>
              <a:chExt cx="2514600" cy="4114800"/>
            </a:xfrm>
          </p:grpSpPr>
          <p:sp>
            <p:nvSpPr>
              <p:cNvPr id="40" name="node01.item-004.container"/>
              <p:cNvSpPr/>
              <p:nvPr/>
            </p:nvSpPr>
            <p:spPr>
              <a:xfrm>
                <a:off x="8953500" y="1600200"/>
                <a:ext cx="2514600" cy="4114800"/>
              </a:xfrm>
              <a:prstGeom prst="rect">
                <a:avLst/>
              </a:prstGeom>
              <a:solidFill>
                <a:srgbClr val="E8EEF8"/>
              </a:solidFill>
              <a:ln>
                <a:noFill/>
              </a:ln>
            </p:spPr>
          </p:sp>
          <p:sp>
            <p:nvSpPr>
              <p:cNvPr id="41" name="node01.item-004.label"/>
              <p:cNvSpPr/>
              <p:nvPr/>
            </p:nvSpPr>
            <p:spPr>
              <a:xfrm>
                <a:off x="9182100" y="1828800"/>
                <a:ext cx="20574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NOV 18 · HALF DAY</a:t>
                </a:r>
                <a:endParaRPr lang="en-US" sz="900" spc="54" kern="0" b="0" i="0" dirty="0">
                  <a:solidFill>
                    <a:srgbClr val="0047FF"/>
                  </a:solidFill>
                  <a:latin typeface="IBM Plex Mono Medium"/>
                  <a:ea typeface="IBM Plex Mono Medium"/>
                  <a:cs typeface="IBM Plex Mono Medium"/>
                </a:endParaRPr>
              </a:p>
            </p:txBody>
          </p:sp>
          <p:sp>
            <p:nvSpPr>
              <p:cNvPr id="42" name="node01.item-004.number"/>
              <p:cNvSpPr/>
              <p:nvPr/>
            </p:nvSpPr>
            <p:spPr>
              <a:xfrm>
                <a:off x="9182100" y="20193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04</a:t>
                </a:r>
                <a:endParaRPr lang="en-US" sz="1800" spc="0" kern="0" b="0" i="0" dirty="0">
                  <a:solidFill>
                    <a:srgbClr val="0047FF"/>
                  </a:solidFill>
                  <a:latin typeface="IBM Plex Mono SemiBold"/>
                  <a:ea typeface="IBM Plex Mono SemiBold"/>
                  <a:cs typeface="IBM Plex Mono SemiBold"/>
                </a:endParaRPr>
              </a:p>
            </p:txBody>
          </p:sp>
          <p:sp>
            <p:nvSpPr>
              <p:cNvPr id="43" name="node01.item-004.title"/>
              <p:cNvSpPr/>
              <p:nvPr/>
            </p:nvSpPr>
            <p:spPr>
              <a:xfrm>
                <a:off x="9582150" y="2019300"/>
                <a:ext cx="165735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Roadmap</a:t>
                </a:r>
                <a:endParaRPr lang="en-US" sz="1800" spc="-18" kern="0" b="0" i="0" dirty="0">
                  <a:solidFill>
                    <a:srgbClr val="070154"/>
                  </a:solidFill>
                  <a:latin typeface="IBM Plex Sans SemiBold"/>
                  <a:ea typeface="IBM Plex Sans SemiBold"/>
                  <a:cs typeface="IBM Plex Sans SemiBold"/>
                </a:endParaRPr>
              </a:p>
            </p:txBody>
          </p:sp>
          <p:sp>
            <p:nvSpPr>
              <p:cNvPr id="44" name="node01.item-004.body.item-001.paragraph"/>
              <p:cNvSpPr/>
              <p:nvPr/>
            </p:nvSpPr>
            <p:spPr>
              <a:xfrm>
                <a:off x="9182100" y="2438400"/>
                <a:ext cx="20574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Sequence the work, owners and funding asks.</a:t>
                </a:r>
                <a:endParaRPr lang="en-US" sz="1200" spc="0" kern="0" b="0" i="0" dirty="0">
                  <a:solidFill>
                    <a:srgbClr val="50658E"/>
                  </a:solidFill>
                  <a:latin typeface="IBM Plex Sans"/>
                  <a:ea typeface="IBM Plex Sans"/>
                  <a:cs typeface="IBM Plex Sans"/>
                </a:endParaRPr>
              </a:p>
            </p:txBody>
          </p:sp>
          <p:sp>
            <p:nvSpPr>
              <p:cNvPr id="45" name="node01.item-004.body.item-002.paragraph"/>
              <p:cNvSpPr/>
              <p:nvPr/>
            </p:nvSpPr>
            <p:spPr>
              <a:xfrm>
                <a:off x="9182100" y="2933700"/>
                <a:ext cx="20574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Who: 12 sponsors and finance.</a:t>
                </a:r>
                <a:endParaRPr lang="en-US" sz="1200" spc="0" kern="0" b="0" i="0" dirty="0">
                  <a:solidFill>
                    <a:srgbClr val="50658E"/>
                  </a:solidFill>
                  <a:latin typeface="IBM Plex Sans"/>
                  <a:ea typeface="IBM Plex Sans"/>
                  <a:cs typeface="IBM Plex Sans"/>
                </a:endParaRPr>
              </a:p>
            </p:txBody>
          </p:sp>
          <p:sp>
            <p:nvSpPr>
              <p:cNvPr id="46" name="node01.item-004.body.item-003.paragraph"/>
              <p:cNvSpPr/>
              <p:nvPr/>
            </p:nvSpPr>
            <p:spPr>
              <a:xfrm>
                <a:off x="9182100" y="3429000"/>
                <a:ext cx="20574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Output: 18-month roadmap and funding request.</a:t>
                </a:r>
                <a:endParaRPr lang="en-US" sz="1200" spc="0" kern="0" b="0" i="0" dirty="0">
                  <a:solidFill>
                    <a:srgbClr val="50658E"/>
                  </a:solidFill>
                  <a:latin typeface="IBM Plex Sans"/>
                  <a:ea typeface="IBM Plex Sans"/>
                  <a:cs typeface="IBM Plex Sans"/>
                </a:endParaRPr>
              </a:p>
            </p:txBody>
          </p:sp>
          <p:sp>
            <p:nvSpPr>
              <p:cNvPr id="47" name="node01.item-004.body.item-004.bullets.item-001.marker"/>
              <p:cNvSpPr/>
              <p:nvPr/>
            </p:nvSpPr>
            <p:spPr>
              <a:xfrm>
                <a:off x="9182100" y="4013200"/>
                <a:ext cx="38100" cy="38100"/>
              </a:xfrm>
              <a:prstGeom prst="rect">
                <a:avLst/>
              </a:prstGeom>
              <a:solidFill>
                <a:srgbClr val="070154"/>
              </a:solidFill>
              <a:ln>
                <a:noFill/>
              </a:ln>
            </p:spPr>
          </p:sp>
          <p:sp>
            <p:nvSpPr>
              <p:cNvPr id="48" name="node01.item-004.body.item-004.bullets.item-001.text"/>
              <p:cNvSpPr/>
              <p:nvPr/>
            </p:nvSpPr>
            <p:spPr>
              <a:xfrm>
                <a:off x="9334500" y="3924300"/>
                <a:ext cx="19050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Sequencing and dependencies</a:t>
                </a:r>
                <a:endParaRPr lang="en-US" sz="1200" spc="0" kern="0" b="0" i="0" dirty="0">
                  <a:solidFill>
                    <a:srgbClr val="070154"/>
                  </a:solidFill>
                  <a:latin typeface="IBM Plex Sans"/>
                  <a:ea typeface="IBM Plex Sans"/>
                  <a:cs typeface="IBM Plex Sans"/>
                </a:endParaRPr>
              </a:p>
            </p:txBody>
          </p:sp>
          <p:sp>
            <p:nvSpPr>
              <p:cNvPr id="49" name="node01.item-004.body.item-004.bullets.item-002.marker"/>
              <p:cNvSpPr/>
              <p:nvPr/>
            </p:nvSpPr>
            <p:spPr>
              <a:xfrm>
                <a:off x="9182100" y="4508500"/>
                <a:ext cx="38100" cy="38100"/>
              </a:xfrm>
              <a:prstGeom prst="rect">
                <a:avLst/>
              </a:prstGeom>
              <a:solidFill>
                <a:srgbClr val="070154"/>
              </a:solidFill>
              <a:ln>
                <a:noFill/>
              </a:ln>
            </p:spPr>
          </p:sp>
          <p:sp>
            <p:nvSpPr>
              <p:cNvPr id="50" name="node01.item-004.body.item-004.bullets.item-002.text"/>
              <p:cNvSpPr/>
              <p:nvPr/>
            </p:nvSpPr>
            <p:spPr>
              <a:xfrm>
                <a:off x="9334500" y="4419600"/>
                <a:ext cx="1905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Owners and funding asks</a:t>
                </a:r>
                <a:endParaRPr lang="en-US" sz="1200" spc="0" kern="0" b="0" i="0" dirty="0">
                  <a:solidFill>
                    <a:srgbClr val="070154"/>
                  </a:solidFill>
                  <a:latin typeface="IBM Plex Sans"/>
                  <a:ea typeface="IBM Plex Sans"/>
                  <a:cs typeface="IBM Plex Sans"/>
                </a:endParaRPr>
              </a:p>
            </p:txBody>
          </p:sp>
        </p:grpSp>
      </p:grpSp>
    </p:spTree>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name="source-648">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OUR APPROACH</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Five workstreams take the platform from project to service</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217</a:t>
            </a:fld>
            <a:endParaRPr lang="en-US" sz="700" spc="0" kern="0" b="0" i="0" dirty="0">
              <a:solidFill>
                <a:srgbClr val="070154"/>
              </a:solidFill>
              <a:latin typeface="IBM Plex Mono SemiBold"/>
              <a:ea typeface="IBM Plex Mono SemiBold"/>
              <a:cs typeface="IBM Plex Mono SemiBold"/>
            </a:endParaRPr>
          </a:p>
        </p:txBody>
      </p:sp>
      <p:grpSp>
        <p:nvGrpSpPr>
          <p:cNvPr id="61" name="node01"/>
          <p:cNvGrpSpPr/>
          <p:nvPr/>
        </p:nvGrpSpPr>
        <p:grpSpPr>
          <a:xfrm>
            <a:off x="723900" y="1600200"/>
            <a:ext cx="1965960" cy="914400"/>
            <a:chOff x="723900" y="1600200"/>
            <a:chExt cx="1965960" cy="914400"/>
          </a:xfrm>
        </p:grpSpPr>
        <p:sp>
          <p:nvSpPr>
            <p:cNvPr id="6" name="node01.container"/>
            <p:cNvSpPr/>
            <p:nvPr/>
          </p:nvSpPr>
          <p:spPr>
            <a:xfrm>
              <a:off x="723900" y="1600200"/>
              <a:ext cx="1965960" cy="914400"/>
            </a:xfrm>
            <a:prstGeom prst="rect">
              <a:avLst/>
            </a:prstGeom>
            <a:solidFill>
              <a:srgbClr val="070154"/>
            </a:solidFill>
            <a:ln>
              <a:noFill/>
            </a:ln>
          </p:spPr>
        </p:sp>
        <p:sp>
          <p:nvSpPr>
            <p:cNvPr id="7" name="node01.number"/>
            <p:cNvSpPr/>
            <p:nvPr/>
          </p:nvSpPr>
          <p:spPr>
            <a:xfrm>
              <a:off x="876300" y="17526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F900D3"/>
                  </a:solidFill>
                  <a:latin typeface="IBM Plex Mono SemiBold"/>
                  <a:ea typeface="IBM Plex Mono SemiBold"/>
                  <a:cs typeface="IBM Plex Mono SemiBold"/>
                </a:rPr>
                <a:t>01</a:t>
              </a:r>
              <a:endParaRPr lang="en-US" sz="1800" spc="0" kern="0" b="0" i="0" dirty="0">
                <a:solidFill>
                  <a:srgbClr val="F900D3"/>
                </a:solidFill>
                <a:latin typeface="IBM Plex Mono SemiBold"/>
                <a:ea typeface="IBM Plex Mono SemiBold"/>
                <a:cs typeface="IBM Plex Mono SemiBold"/>
              </a:endParaRPr>
            </a:p>
          </p:txBody>
        </p:sp>
        <p:sp>
          <p:nvSpPr>
            <p:cNvPr id="8" name="node01.title"/>
            <p:cNvSpPr/>
            <p:nvPr/>
          </p:nvSpPr>
          <p:spPr>
            <a:xfrm>
              <a:off x="1276350" y="1776984"/>
              <a:ext cx="126111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FFFFFF"/>
                  </a:solidFill>
                  <a:latin typeface="IBM Plex Sans"/>
                  <a:ea typeface="IBM Plex Sans"/>
                  <a:cs typeface="IBM Plex Sans"/>
                </a:rPr>
                <a:t>Define the service catalog</a:t>
              </a:r>
              <a:endParaRPr lang="en-US" sz="1400" spc="0" kern="0" b="0" i="0" dirty="0">
                <a:solidFill>
                  <a:srgbClr val="FFFFFF"/>
                </a:solidFill>
                <a:latin typeface="IBM Plex Sans"/>
                <a:ea typeface="IBM Plex Sans"/>
                <a:cs typeface="IBM Plex Sans"/>
              </a:endParaRPr>
            </a:p>
          </p:txBody>
        </p:sp>
      </p:grpSp>
      <p:grpSp>
        <p:nvGrpSpPr>
          <p:cNvPr id="62" name="node02"/>
          <p:cNvGrpSpPr/>
          <p:nvPr/>
        </p:nvGrpSpPr>
        <p:grpSpPr>
          <a:xfrm>
            <a:off x="723900" y="2514600"/>
            <a:ext cx="1965960" cy="3429000"/>
            <a:chOff x="723900" y="2514600"/>
            <a:chExt cx="1965960" cy="3429000"/>
          </a:xfrm>
        </p:grpSpPr>
        <p:sp>
          <p:nvSpPr>
            <p:cNvPr id="9" name="node02.surface"/>
            <p:cNvSpPr/>
            <p:nvPr/>
          </p:nvSpPr>
          <p:spPr>
            <a:xfrm>
              <a:off x="723900" y="2514600"/>
              <a:ext cx="1965960" cy="3429000"/>
            </a:xfrm>
            <a:prstGeom prst="rect">
              <a:avLst/>
            </a:prstGeom>
            <a:solidFill>
              <a:srgbClr val="FFFFFF"/>
            </a:solidFill>
            <a:ln w="12700">
              <a:solidFill>
                <a:srgbClr val="CED7E6"/>
              </a:solidFill>
              <a:prstDash val="solid"/>
            </a:ln>
          </p:spPr>
        </p:sp>
      </p:grpSp>
      <p:grpSp>
        <p:nvGrpSpPr>
          <p:cNvPr id="63" name="node03"/>
          <p:cNvGrpSpPr/>
          <p:nvPr/>
        </p:nvGrpSpPr>
        <p:grpSpPr>
          <a:xfrm>
            <a:off x="876300" y="2667000"/>
            <a:ext cx="1661160" cy="1143000"/>
            <a:chOff x="876300" y="2667000"/>
            <a:chExt cx="1661160" cy="1143000"/>
          </a:xfrm>
        </p:grpSpPr>
        <p:sp>
          <p:nvSpPr>
            <p:cNvPr id="10" name="node03.text"/>
            <p:cNvSpPr/>
            <p:nvPr/>
          </p:nvSpPr>
          <p:spPr>
            <a:xfrm>
              <a:off x="876300" y="2667000"/>
              <a:ext cx="1661160" cy="11430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Name who the platform serves and what it offers, so every team knows what is central and what is theirs.</a:t>
              </a:r>
              <a:endParaRPr lang="en-US" sz="1200" spc="0" kern="0" b="0" i="0" dirty="0">
                <a:solidFill>
                  <a:srgbClr val="070154"/>
                </a:solidFill>
                <a:latin typeface="IBM Plex Sans"/>
                <a:ea typeface="IBM Plex Sans"/>
                <a:cs typeface="IBM Plex Sans"/>
              </a:endParaRPr>
            </a:p>
          </p:txBody>
        </p:sp>
      </p:grpSp>
      <p:sp>
        <p:nvSpPr>
          <p:cNvPr id="11" name="node04"/>
          <p:cNvSpPr/>
          <p:nvPr/>
        </p:nvSpPr>
        <p:spPr>
          <a:xfrm>
            <a:off x="876300" y="4343400"/>
            <a:ext cx="1661160" cy="9525"/>
          </a:xfrm>
          <a:prstGeom prst="rect">
            <a:avLst/>
          </a:prstGeom>
          <a:solidFill>
            <a:srgbClr val="CED7E6"/>
          </a:solidFill>
          <a:ln>
            <a:noFill/>
          </a:ln>
        </p:spPr>
      </p:sp>
      <p:grpSp>
        <p:nvGrpSpPr>
          <p:cNvPr id="64" name="node05"/>
          <p:cNvGrpSpPr/>
          <p:nvPr/>
        </p:nvGrpSpPr>
        <p:grpSpPr>
          <a:xfrm>
            <a:off x="876300" y="4495800"/>
            <a:ext cx="1661160" cy="152400"/>
            <a:chOff x="876300" y="4495800"/>
            <a:chExt cx="1661160" cy="152400"/>
          </a:xfrm>
        </p:grpSpPr>
        <p:sp>
          <p:nvSpPr>
            <p:cNvPr id="12" name="node05.text"/>
            <p:cNvSpPr/>
            <p:nvPr/>
          </p:nvSpPr>
          <p:spPr>
            <a:xfrm>
              <a:off x="876300" y="4495800"/>
              <a:ext cx="166116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KEY RISKS</a:t>
              </a:r>
              <a:endParaRPr lang="en-US" sz="900" spc="54" kern="0" b="0" i="0" dirty="0">
                <a:solidFill>
                  <a:srgbClr val="50658E"/>
                </a:solidFill>
                <a:latin typeface="IBM Plex Mono Medium"/>
                <a:ea typeface="IBM Plex Mono Medium"/>
                <a:cs typeface="IBM Plex Mono Medium"/>
              </a:endParaRPr>
            </a:p>
          </p:txBody>
        </p:sp>
      </p:grpSp>
      <p:grpSp>
        <p:nvGrpSpPr>
          <p:cNvPr id="65" name="node06"/>
          <p:cNvGrpSpPr/>
          <p:nvPr/>
        </p:nvGrpSpPr>
        <p:grpSpPr>
          <a:xfrm>
            <a:off x="876300" y="4724400"/>
            <a:ext cx="1661160" cy="952500"/>
            <a:chOff x="876300" y="4724400"/>
            <a:chExt cx="1661160" cy="952500"/>
          </a:xfrm>
        </p:grpSpPr>
        <p:sp>
          <p:nvSpPr>
            <p:cNvPr id="13" name="node06.source-001.bullet"/>
            <p:cNvSpPr/>
            <p:nvPr/>
          </p:nvSpPr>
          <p:spPr>
            <a:xfrm>
              <a:off x="876300" y="4813300"/>
              <a:ext cx="38100" cy="38100"/>
            </a:xfrm>
            <a:prstGeom prst="rect">
              <a:avLst/>
            </a:prstGeom>
            <a:solidFill>
              <a:srgbClr val="070154"/>
            </a:solidFill>
            <a:ln>
              <a:noFill/>
            </a:ln>
          </p:spPr>
        </p:sp>
        <p:sp>
          <p:nvSpPr>
            <p:cNvPr id="14" name="node06.source-001.text"/>
            <p:cNvSpPr/>
            <p:nvPr/>
          </p:nvSpPr>
          <p:spPr>
            <a:xfrm>
              <a:off x="1028700" y="4724400"/>
              <a:ext cx="150876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The platform becomes an IT silo</a:t>
              </a:r>
              <a:endParaRPr lang="en-US" sz="1200" spc="0" kern="0" b="0" i="0" dirty="0">
                <a:solidFill>
                  <a:srgbClr val="070154"/>
                </a:solidFill>
                <a:latin typeface="IBM Plex Sans"/>
                <a:ea typeface="IBM Plex Sans"/>
                <a:cs typeface="IBM Plex Sans"/>
              </a:endParaRPr>
            </a:p>
          </p:txBody>
        </p:sp>
        <p:sp>
          <p:nvSpPr>
            <p:cNvPr id="15" name="node06.source-002.bullet"/>
            <p:cNvSpPr/>
            <p:nvPr/>
          </p:nvSpPr>
          <p:spPr>
            <a:xfrm>
              <a:off x="876300" y="5308600"/>
              <a:ext cx="38100" cy="38100"/>
            </a:xfrm>
            <a:prstGeom prst="rect">
              <a:avLst/>
            </a:prstGeom>
            <a:solidFill>
              <a:srgbClr val="070154"/>
            </a:solidFill>
            <a:ln>
              <a:noFill/>
            </a:ln>
          </p:spPr>
        </p:sp>
        <p:sp>
          <p:nvSpPr>
            <p:cNvPr id="16" name="node06.source-002.text"/>
            <p:cNvSpPr/>
            <p:nvPr/>
          </p:nvSpPr>
          <p:spPr>
            <a:xfrm>
              <a:off x="1028700" y="5219700"/>
              <a:ext cx="150876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Catalog goes stale within months</a:t>
              </a:r>
              <a:endParaRPr lang="en-US" sz="1200" spc="0" kern="0" b="0" i="0" dirty="0">
                <a:solidFill>
                  <a:srgbClr val="070154"/>
                </a:solidFill>
                <a:latin typeface="IBM Plex Sans"/>
                <a:ea typeface="IBM Plex Sans"/>
                <a:cs typeface="IBM Plex Sans"/>
              </a:endParaRPr>
            </a:p>
          </p:txBody>
        </p:sp>
      </p:grpSp>
      <p:grpSp>
        <p:nvGrpSpPr>
          <p:cNvPr id="66" name="node07"/>
          <p:cNvGrpSpPr/>
          <p:nvPr/>
        </p:nvGrpSpPr>
        <p:grpSpPr>
          <a:xfrm>
            <a:off x="2918460" y="1600200"/>
            <a:ext cx="1965960" cy="914400"/>
            <a:chOff x="2918460" y="1600200"/>
            <a:chExt cx="1965960" cy="914400"/>
          </a:xfrm>
        </p:grpSpPr>
        <p:sp>
          <p:nvSpPr>
            <p:cNvPr id="17" name="node07.container"/>
            <p:cNvSpPr/>
            <p:nvPr/>
          </p:nvSpPr>
          <p:spPr>
            <a:xfrm>
              <a:off x="2918460" y="1600200"/>
              <a:ext cx="1965960" cy="914400"/>
            </a:xfrm>
            <a:prstGeom prst="rect">
              <a:avLst/>
            </a:prstGeom>
            <a:solidFill>
              <a:srgbClr val="070154"/>
            </a:solidFill>
            <a:ln>
              <a:noFill/>
            </a:ln>
          </p:spPr>
        </p:sp>
        <p:sp>
          <p:nvSpPr>
            <p:cNvPr id="18" name="node07.number"/>
            <p:cNvSpPr/>
            <p:nvPr/>
          </p:nvSpPr>
          <p:spPr>
            <a:xfrm>
              <a:off x="3070860" y="17526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F900D3"/>
                  </a:solidFill>
                  <a:latin typeface="IBM Plex Mono SemiBold"/>
                  <a:ea typeface="IBM Plex Mono SemiBold"/>
                  <a:cs typeface="IBM Plex Mono SemiBold"/>
                </a:rPr>
                <a:t>02</a:t>
              </a:r>
              <a:endParaRPr lang="en-US" sz="1800" spc="0" kern="0" b="0" i="0" dirty="0">
                <a:solidFill>
                  <a:srgbClr val="F900D3"/>
                </a:solidFill>
                <a:latin typeface="IBM Plex Mono SemiBold"/>
                <a:ea typeface="IBM Plex Mono SemiBold"/>
                <a:cs typeface="IBM Plex Mono SemiBold"/>
              </a:endParaRPr>
            </a:p>
          </p:txBody>
        </p:sp>
        <p:sp>
          <p:nvSpPr>
            <p:cNvPr id="19" name="node07.title"/>
            <p:cNvSpPr/>
            <p:nvPr/>
          </p:nvSpPr>
          <p:spPr>
            <a:xfrm>
              <a:off x="3470910" y="1776984"/>
              <a:ext cx="126111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FFFFFF"/>
                  </a:solidFill>
                  <a:latin typeface="IBM Plex Sans"/>
                  <a:ea typeface="IBM Plex Sans"/>
                  <a:cs typeface="IBM Plex Sans"/>
                </a:rPr>
                <a:t>Set the standards</a:t>
              </a:r>
              <a:endParaRPr lang="en-US" sz="1400" spc="0" kern="0" b="0" i="0" dirty="0">
                <a:solidFill>
                  <a:srgbClr val="FFFFFF"/>
                </a:solidFill>
                <a:latin typeface="IBM Plex Sans"/>
                <a:ea typeface="IBM Plex Sans"/>
                <a:cs typeface="IBM Plex Sans"/>
              </a:endParaRPr>
            </a:p>
          </p:txBody>
        </p:sp>
      </p:grpSp>
      <p:grpSp>
        <p:nvGrpSpPr>
          <p:cNvPr id="67" name="node08"/>
          <p:cNvGrpSpPr/>
          <p:nvPr/>
        </p:nvGrpSpPr>
        <p:grpSpPr>
          <a:xfrm>
            <a:off x="2918460" y="2514600"/>
            <a:ext cx="1965960" cy="3429000"/>
            <a:chOff x="2918460" y="2514600"/>
            <a:chExt cx="1965960" cy="3429000"/>
          </a:xfrm>
        </p:grpSpPr>
        <p:sp>
          <p:nvSpPr>
            <p:cNvPr id="20" name="node08.surface"/>
            <p:cNvSpPr/>
            <p:nvPr/>
          </p:nvSpPr>
          <p:spPr>
            <a:xfrm>
              <a:off x="2918460" y="2514600"/>
              <a:ext cx="1965960" cy="3429000"/>
            </a:xfrm>
            <a:prstGeom prst="rect">
              <a:avLst/>
            </a:prstGeom>
            <a:solidFill>
              <a:srgbClr val="FFFFFF"/>
            </a:solidFill>
            <a:ln w="12700">
              <a:solidFill>
                <a:srgbClr val="CED7E6"/>
              </a:solidFill>
              <a:prstDash val="solid"/>
            </a:ln>
          </p:spPr>
        </p:sp>
      </p:grpSp>
      <p:grpSp>
        <p:nvGrpSpPr>
          <p:cNvPr id="68" name="node09"/>
          <p:cNvGrpSpPr/>
          <p:nvPr/>
        </p:nvGrpSpPr>
        <p:grpSpPr>
          <a:xfrm>
            <a:off x="3070860" y="2667000"/>
            <a:ext cx="1661160" cy="1143000"/>
            <a:chOff x="3070860" y="2667000"/>
            <a:chExt cx="1661160" cy="1143000"/>
          </a:xfrm>
        </p:grpSpPr>
        <p:sp>
          <p:nvSpPr>
            <p:cNvPr id="21" name="node09.text"/>
            <p:cNvSpPr/>
            <p:nvPr/>
          </p:nvSpPr>
          <p:spPr>
            <a:xfrm>
              <a:off x="3070860" y="2667000"/>
              <a:ext cx="1661160" cy="11430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Agree the patterns, workspace rules and data sharing standards that every environment follows.</a:t>
              </a:r>
              <a:endParaRPr lang="en-US" sz="1200" spc="0" kern="0" b="0" i="0" dirty="0">
                <a:solidFill>
                  <a:srgbClr val="070154"/>
                </a:solidFill>
                <a:latin typeface="IBM Plex Sans"/>
                <a:ea typeface="IBM Plex Sans"/>
                <a:cs typeface="IBM Plex Sans"/>
              </a:endParaRPr>
            </a:p>
          </p:txBody>
        </p:sp>
      </p:grpSp>
      <p:sp>
        <p:nvSpPr>
          <p:cNvPr id="22" name="node10"/>
          <p:cNvSpPr/>
          <p:nvPr/>
        </p:nvSpPr>
        <p:spPr>
          <a:xfrm>
            <a:off x="3070860" y="4343400"/>
            <a:ext cx="1661160" cy="9525"/>
          </a:xfrm>
          <a:prstGeom prst="rect">
            <a:avLst/>
          </a:prstGeom>
          <a:solidFill>
            <a:srgbClr val="CED7E6"/>
          </a:solidFill>
          <a:ln>
            <a:noFill/>
          </a:ln>
        </p:spPr>
      </p:sp>
      <p:grpSp>
        <p:nvGrpSpPr>
          <p:cNvPr id="69" name="node11"/>
          <p:cNvGrpSpPr/>
          <p:nvPr/>
        </p:nvGrpSpPr>
        <p:grpSpPr>
          <a:xfrm>
            <a:off x="3070860" y="4495800"/>
            <a:ext cx="1661160" cy="152400"/>
            <a:chOff x="3070860" y="4495800"/>
            <a:chExt cx="1661160" cy="152400"/>
          </a:xfrm>
        </p:grpSpPr>
        <p:sp>
          <p:nvSpPr>
            <p:cNvPr id="23" name="node11.text"/>
            <p:cNvSpPr/>
            <p:nvPr/>
          </p:nvSpPr>
          <p:spPr>
            <a:xfrm>
              <a:off x="3070860" y="4495800"/>
              <a:ext cx="166116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KEY RISKS</a:t>
              </a:r>
              <a:endParaRPr lang="en-US" sz="900" spc="54" kern="0" b="0" i="0" dirty="0">
                <a:solidFill>
                  <a:srgbClr val="50658E"/>
                </a:solidFill>
                <a:latin typeface="IBM Plex Mono Medium"/>
                <a:ea typeface="IBM Plex Mono Medium"/>
                <a:cs typeface="IBM Plex Mono Medium"/>
              </a:endParaRPr>
            </a:p>
          </p:txBody>
        </p:sp>
      </p:grpSp>
      <p:grpSp>
        <p:nvGrpSpPr>
          <p:cNvPr id="70" name="node12"/>
          <p:cNvGrpSpPr/>
          <p:nvPr/>
        </p:nvGrpSpPr>
        <p:grpSpPr>
          <a:xfrm>
            <a:off x="3070860" y="4724400"/>
            <a:ext cx="1661160" cy="952500"/>
            <a:chOff x="3070860" y="4724400"/>
            <a:chExt cx="1661160" cy="952500"/>
          </a:xfrm>
        </p:grpSpPr>
        <p:sp>
          <p:nvSpPr>
            <p:cNvPr id="24" name="node12.source-001.bullet"/>
            <p:cNvSpPr/>
            <p:nvPr/>
          </p:nvSpPr>
          <p:spPr>
            <a:xfrm>
              <a:off x="3070860" y="4813300"/>
              <a:ext cx="38100" cy="38100"/>
            </a:xfrm>
            <a:prstGeom prst="rect">
              <a:avLst/>
            </a:prstGeom>
            <a:solidFill>
              <a:srgbClr val="070154"/>
            </a:solidFill>
            <a:ln>
              <a:noFill/>
            </a:ln>
          </p:spPr>
        </p:sp>
        <p:sp>
          <p:nvSpPr>
            <p:cNvPr id="25" name="node12.source-001.text"/>
            <p:cNvSpPr/>
            <p:nvPr/>
          </p:nvSpPr>
          <p:spPr>
            <a:xfrm>
              <a:off x="3223260" y="4724400"/>
              <a:ext cx="150876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Standards are ignored in practice</a:t>
              </a:r>
              <a:endParaRPr lang="en-US" sz="1200" spc="0" kern="0" b="0" i="0" dirty="0">
                <a:solidFill>
                  <a:srgbClr val="070154"/>
                </a:solidFill>
                <a:latin typeface="IBM Plex Sans"/>
                <a:ea typeface="IBM Plex Sans"/>
                <a:cs typeface="IBM Plex Sans"/>
              </a:endParaRPr>
            </a:p>
          </p:txBody>
        </p:sp>
        <p:sp>
          <p:nvSpPr>
            <p:cNvPr id="26" name="node12.source-002.bullet"/>
            <p:cNvSpPr/>
            <p:nvPr/>
          </p:nvSpPr>
          <p:spPr>
            <a:xfrm>
              <a:off x="3070860" y="5308600"/>
              <a:ext cx="38100" cy="38100"/>
            </a:xfrm>
            <a:prstGeom prst="rect">
              <a:avLst/>
            </a:prstGeom>
            <a:solidFill>
              <a:srgbClr val="070154"/>
            </a:solidFill>
            <a:ln>
              <a:noFill/>
            </a:ln>
          </p:spPr>
        </p:sp>
        <p:sp>
          <p:nvSpPr>
            <p:cNvPr id="27" name="node12.source-002.text"/>
            <p:cNvSpPr/>
            <p:nvPr/>
          </p:nvSpPr>
          <p:spPr>
            <a:xfrm>
              <a:off x="3223260" y="5219700"/>
              <a:ext cx="150876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Exceptions outnumber patterns</a:t>
              </a:r>
              <a:endParaRPr lang="en-US" sz="1200" spc="0" kern="0" b="0" i="0" dirty="0">
                <a:solidFill>
                  <a:srgbClr val="070154"/>
                </a:solidFill>
                <a:latin typeface="IBM Plex Sans"/>
                <a:ea typeface="IBM Plex Sans"/>
                <a:cs typeface="IBM Plex Sans"/>
              </a:endParaRPr>
            </a:p>
          </p:txBody>
        </p:sp>
      </p:grpSp>
      <p:grpSp>
        <p:nvGrpSpPr>
          <p:cNvPr id="71" name="node13"/>
          <p:cNvGrpSpPr/>
          <p:nvPr/>
        </p:nvGrpSpPr>
        <p:grpSpPr>
          <a:xfrm>
            <a:off x="5113020" y="1600200"/>
            <a:ext cx="1965960" cy="914400"/>
            <a:chOff x="5113020" y="1600200"/>
            <a:chExt cx="1965960" cy="914400"/>
          </a:xfrm>
        </p:grpSpPr>
        <p:sp>
          <p:nvSpPr>
            <p:cNvPr id="28" name="node13.container"/>
            <p:cNvSpPr/>
            <p:nvPr/>
          </p:nvSpPr>
          <p:spPr>
            <a:xfrm>
              <a:off x="5113020" y="1600200"/>
              <a:ext cx="1965960" cy="914400"/>
            </a:xfrm>
            <a:prstGeom prst="rect">
              <a:avLst/>
            </a:prstGeom>
            <a:solidFill>
              <a:srgbClr val="070154"/>
            </a:solidFill>
            <a:ln>
              <a:noFill/>
            </a:ln>
          </p:spPr>
        </p:sp>
        <p:sp>
          <p:nvSpPr>
            <p:cNvPr id="29" name="node13.number"/>
            <p:cNvSpPr/>
            <p:nvPr/>
          </p:nvSpPr>
          <p:spPr>
            <a:xfrm>
              <a:off x="5265420" y="17526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F900D3"/>
                  </a:solidFill>
                  <a:latin typeface="IBM Plex Mono SemiBold"/>
                  <a:ea typeface="IBM Plex Mono SemiBold"/>
                  <a:cs typeface="IBM Plex Mono SemiBold"/>
                </a:rPr>
                <a:t>03</a:t>
              </a:r>
              <a:endParaRPr lang="en-US" sz="1800" spc="0" kern="0" b="0" i="0" dirty="0">
                <a:solidFill>
                  <a:srgbClr val="F900D3"/>
                </a:solidFill>
                <a:latin typeface="IBM Plex Mono SemiBold"/>
                <a:ea typeface="IBM Plex Mono SemiBold"/>
                <a:cs typeface="IBM Plex Mono SemiBold"/>
              </a:endParaRPr>
            </a:p>
          </p:txBody>
        </p:sp>
        <p:sp>
          <p:nvSpPr>
            <p:cNvPr id="30" name="node13.title"/>
            <p:cNvSpPr/>
            <p:nvPr/>
          </p:nvSpPr>
          <p:spPr>
            <a:xfrm>
              <a:off x="5665470" y="1776984"/>
              <a:ext cx="126111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FFFFFF"/>
                  </a:solidFill>
                  <a:latin typeface="IBM Plex Sans"/>
                  <a:ea typeface="IBM Plex Sans"/>
                  <a:cs typeface="IBM Plex Sans"/>
                </a:rPr>
                <a:t>Industrialize delivery</a:t>
              </a:r>
              <a:endParaRPr lang="en-US" sz="1400" spc="0" kern="0" b="0" i="0" dirty="0">
                <a:solidFill>
                  <a:srgbClr val="FFFFFF"/>
                </a:solidFill>
                <a:latin typeface="IBM Plex Sans"/>
                <a:ea typeface="IBM Plex Sans"/>
                <a:cs typeface="IBM Plex Sans"/>
              </a:endParaRPr>
            </a:p>
          </p:txBody>
        </p:sp>
      </p:grpSp>
      <p:grpSp>
        <p:nvGrpSpPr>
          <p:cNvPr id="72" name="node14"/>
          <p:cNvGrpSpPr/>
          <p:nvPr/>
        </p:nvGrpSpPr>
        <p:grpSpPr>
          <a:xfrm>
            <a:off x="5113020" y="2514600"/>
            <a:ext cx="1965960" cy="3429000"/>
            <a:chOff x="5113020" y="2514600"/>
            <a:chExt cx="1965960" cy="3429000"/>
          </a:xfrm>
        </p:grpSpPr>
        <p:sp>
          <p:nvSpPr>
            <p:cNvPr id="31" name="node14.surface"/>
            <p:cNvSpPr/>
            <p:nvPr/>
          </p:nvSpPr>
          <p:spPr>
            <a:xfrm>
              <a:off x="5113020" y="2514600"/>
              <a:ext cx="1965960" cy="3429000"/>
            </a:xfrm>
            <a:prstGeom prst="rect">
              <a:avLst/>
            </a:prstGeom>
            <a:solidFill>
              <a:srgbClr val="FFFFFF"/>
            </a:solidFill>
            <a:ln w="12700">
              <a:solidFill>
                <a:srgbClr val="CED7E6"/>
              </a:solidFill>
              <a:prstDash val="solid"/>
            </a:ln>
          </p:spPr>
        </p:sp>
      </p:grpSp>
      <p:grpSp>
        <p:nvGrpSpPr>
          <p:cNvPr id="73" name="node15"/>
          <p:cNvGrpSpPr/>
          <p:nvPr/>
        </p:nvGrpSpPr>
        <p:grpSpPr>
          <a:xfrm>
            <a:off x="5265420" y="2667000"/>
            <a:ext cx="1661160" cy="914400"/>
            <a:chOff x="5265420" y="2667000"/>
            <a:chExt cx="1661160" cy="914400"/>
          </a:xfrm>
        </p:grpSpPr>
        <p:sp>
          <p:nvSpPr>
            <p:cNvPr id="32" name="node15.text"/>
            <p:cNvSpPr/>
            <p:nvPr/>
          </p:nvSpPr>
          <p:spPr>
            <a:xfrm>
              <a:off x="5265420" y="2667000"/>
              <a:ext cx="1661160" cy="9144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Automate provisioning, release and monitoring so a new workload goes live without a project.</a:t>
              </a:r>
              <a:endParaRPr lang="en-US" sz="1200" spc="0" kern="0" b="0" i="0" dirty="0">
                <a:solidFill>
                  <a:srgbClr val="070154"/>
                </a:solidFill>
                <a:latin typeface="IBM Plex Sans"/>
                <a:ea typeface="IBM Plex Sans"/>
                <a:cs typeface="IBM Plex Sans"/>
              </a:endParaRPr>
            </a:p>
          </p:txBody>
        </p:sp>
      </p:grpSp>
      <p:sp>
        <p:nvSpPr>
          <p:cNvPr id="33" name="node16"/>
          <p:cNvSpPr/>
          <p:nvPr/>
        </p:nvSpPr>
        <p:spPr>
          <a:xfrm>
            <a:off x="5265420" y="4343400"/>
            <a:ext cx="1661160" cy="9525"/>
          </a:xfrm>
          <a:prstGeom prst="rect">
            <a:avLst/>
          </a:prstGeom>
          <a:solidFill>
            <a:srgbClr val="CED7E6"/>
          </a:solidFill>
          <a:ln>
            <a:noFill/>
          </a:ln>
        </p:spPr>
      </p:sp>
      <p:grpSp>
        <p:nvGrpSpPr>
          <p:cNvPr id="74" name="node17"/>
          <p:cNvGrpSpPr/>
          <p:nvPr/>
        </p:nvGrpSpPr>
        <p:grpSpPr>
          <a:xfrm>
            <a:off x="5265420" y="4495800"/>
            <a:ext cx="1661160" cy="152400"/>
            <a:chOff x="5265420" y="4495800"/>
            <a:chExt cx="1661160" cy="152400"/>
          </a:xfrm>
        </p:grpSpPr>
        <p:sp>
          <p:nvSpPr>
            <p:cNvPr id="34" name="node17.text"/>
            <p:cNvSpPr/>
            <p:nvPr/>
          </p:nvSpPr>
          <p:spPr>
            <a:xfrm>
              <a:off x="5265420" y="4495800"/>
              <a:ext cx="166116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KEY RISKS</a:t>
              </a:r>
              <a:endParaRPr lang="en-US" sz="900" spc="54" kern="0" b="0" i="0" dirty="0">
                <a:solidFill>
                  <a:srgbClr val="50658E"/>
                </a:solidFill>
                <a:latin typeface="IBM Plex Mono Medium"/>
                <a:ea typeface="IBM Plex Mono Medium"/>
                <a:cs typeface="IBM Plex Mono Medium"/>
              </a:endParaRPr>
            </a:p>
          </p:txBody>
        </p:sp>
      </p:grpSp>
      <p:grpSp>
        <p:nvGrpSpPr>
          <p:cNvPr id="75" name="node18"/>
          <p:cNvGrpSpPr/>
          <p:nvPr/>
        </p:nvGrpSpPr>
        <p:grpSpPr>
          <a:xfrm>
            <a:off x="5265420" y="4724400"/>
            <a:ext cx="1661160" cy="952500"/>
            <a:chOff x="5265420" y="4724400"/>
            <a:chExt cx="1661160" cy="952500"/>
          </a:xfrm>
        </p:grpSpPr>
        <p:sp>
          <p:nvSpPr>
            <p:cNvPr id="35" name="node18.source-001.bullet"/>
            <p:cNvSpPr/>
            <p:nvPr/>
          </p:nvSpPr>
          <p:spPr>
            <a:xfrm>
              <a:off x="5265420" y="4813300"/>
              <a:ext cx="38100" cy="38100"/>
            </a:xfrm>
            <a:prstGeom prst="rect">
              <a:avLst/>
            </a:prstGeom>
            <a:solidFill>
              <a:srgbClr val="070154"/>
            </a:solidFill>
            <a:ln>
              <a:noFill/>
            </a:ln>
          </p:spPr>
        </p:sp>
        <p:sp>
          <p:nvSpPr>
            <p:cNvPr id="36" name="node18.source-001.text"/>
            <p:cNvSpPr/>
            <p:nvPr/>
          </p:nvSpPr>
          <p:spPr>
            <a:xfrm>
              <a:off x="5417820" y="4724400"/>
              <a:ext cx="150876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It stays a project, not a service</a:t>
              </a:r>
              <a:endParaRPr lang="en-US" sz="1200" spc="0" kern="0" b="0" i="0" dirty="0">
                <a:solidFill>
                  <a:srgbClr val="070154"/>
                </a:solidFill>
                <a:latin typeface="IBM Plex Sans"/>
                <a:ea typeface="IBM Plex Sans"/>
                <a:cs typeface="IBM Plex Sans"/>
              </a:endParaRPr>
            </a:p>
          </p:txBody>
        </p:sp>
        <p:sp>
          <p:nvSpPr>
            <p:cNvPr id="37" name="node18.source-002.bullet"/>
            <p:cNvSpPr/>
            <p:nvPr/>
          </p:nvSpPr>
          <p:spPr>
            <a:xfrm>
              <a:off x="5265420" y="5308600"/>
              <a:ext cx="38100" cy="38100"/>
            </a:xfrm>
            <a:prstGeom prst="rect">
              <a:avLst/>
            </a:prstGeom>
            <a:solidFill>
              <a:srgbClr val="070154"/>
            </a:solidFill>
            <a:ln>
              <a:noFill/>
            </a:ln>
          </p:spPr>
        </p:sp>
        <p:sp>
          <p:nvSpPr>
            <p:cNvPr id="38" name="node18.source-002.text"/>
            <p:cNvSpPr/>
            <p:nvPr/>
          </p:nvSpPr>
          <p:spPr>
            <a:xfrm>
              <a:off x="5417820" y="5219700"/>
              <a:ext cx="150876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Manual steps slow every launch</a:t>
              </a:r>
              <a:endParaRPr lang="en-US" sz="1200" spc="0" kern="0" b="0" i="0" dirty="0">
                <a:solidFill>
                  <a:srgbClr val="070154"/>
                </a:solidFill>
                <a:latin typeface="IBM Plex Sans"/>
                <a:ea typeface="IBM Plex Sans"/>
                <a:cs typeface="IBM Plex Sans"/>
              </a:endParaRPr>
            </a:p>
          </p:txBody>
        </p:sp>
      </p:grpSp>
      <p:grpSp>
        <p:nvGrpSpPr>
          <p:cNvPr id="76" name="node19"/>
          <p:cNvGrpSpPr/>
          <p:nvPr/>
        </p:nvGrpSpPr>
        <p:grpSpPr>
          <a:xfrm>
            <a:off x="7307580" y="1600200"/>
            <a:ext cx="1965960" cy="914400"/>
            <a:chOff x="7307580" y="1600200"/>
            <a:chExt cx="1965960" cy="914400"/>
          </a:xfrm>
        </p:grpSpPr>
        <p:sp>
          <p:nvSpPr>
            <p:cNvPr id="39" name="node19.container"/>
            <p:cNvSpPr/>
            <p:nvPr/>
          </p:nvSpPr>
          <p:spPr>
            <a:xfrm>
              <a:off x="7307580" y="1600200"/>
              <a:ext cx="1965960" cy="914400"/>
            </a:xfrm>
            <a:prstGeom prst="rect">
              <a:avLst/>
            </a:prstGeom>
            <a:solidFill>
              <a:srgbClr val="070154"/>
            </a:solidFill>
            <a:ln>
              <a:noFill/>
            </a:ln>
          </p:spPr>
        </p:sp>
        <p:sp>
          <p:nvSpPr>
            <p:cNvPr id="40" name="node19.number"/>
            <p:cNvSpPr/>
            <p:nvPr/>
          </p:nvSpPr>
          <p:spPr>
            <a:xfrm>
              <a:off x="7459980" y="17526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F900D3"/>
                  </a:solidFill>
                  <a:latin typeface="IBM Plex Mono SemiBold"/>
                  <a:ea typeface="IBM Plex Mono SemiBold"/>
                  <a:cs typeface="IBM Plex Mono SemiBold"/>
                </a:rPr>
                <a:t>04</a:t>
              </a:r>
              <a:endParaRPr lang="en-US" sz="1800" spc="0" kern="0" b="0" i="0" dirty="0">
                <a:solidFill>
                  <a:srgbClr val="F900D3"/>
                </a:solidFill>
                <a:latin typeface="IBM Plex Mono SemiBold"/>
                <a:ea typeface="IBM Plex Mono SemiBold"/>
                <a:cs typeface="IBM Plex Mono SemiBold"/>
              </a:endParaRPr>
            </a:p>
          </p:txBody>
        </p:sp>
        <p:sp>
          <p:nvSpPr>
            <p:cNvPr id="41" name="node19.title"/>
            <p:cNvSpPr/>
            <p:nvPr/>
          </p:nvSpPr>
          <p:spPr>
            <a:xfrm>
              <a:off x="7860030" y="1776984"/>
              <a:ext cx="126111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FFFFFF"/>
                  </a:solidFill>
                  <a:latin typeface="IBM Plex Sans"/>
                  <a:ea typeface="IBM Plex Sans"/>
                  <a:cs typeface="IBM Plex Sans"/>
                </a:rPr>
                <a:t>Drive adoption and ownership</a:t>
              </a:r>
              <a:endParaRPr lang="en-US" sz="1400" spc="0" kern="0" b="0" i="0" dirty="0">
                <a:solidFill>
                  <a:srgbClr val="FFFFFF"/>
                </a:solidFill>
                <a:latin typeface="IBM Plex Sans"/>
                <a:ea typeface="IBM Plex Sans"/>
                <a:cs typeface="IBM Plex Sans"/>
              </a:endParaRPr>
            </a:p>
          </p:txBody>
        </p:sp>
      </p:grpSp>
      <p:grpSp>
        <p:nvGrpSpPr>
          <p:cNvPr id="77" name="node20"/>
          <p:cNvGrpSpPr/>
          <p:nvPr/>
        </p:nvGrpSpPr>
        <p:grpSpPr>
          <a:xfrm>
            <a:off x="7307580" y="2514600"/>
            <a:ext cx="1965960" cy="3429000"/>
            <a:chOff x="7307580" y="2514600"/>
            <a:chExt cx="1965960" cy="3429000"/>
          </a:xfrm>
        </p:grpSpPr>
        <p:sp>
          <p:nvSpPr>
            <p:cNvPr id="42" name="node20.surface"/>
            <p:cNvSpPr/>
            <p:nvPr/>
          </p:nvSpPr>
          <p:spPr>
            <a:xfrm>
              <a:off x="7307580" y="2514600"/>
              <a:ext cx="1965960" cy="3429000"/>
            </a:xfrm>
            <a:prstGeom prst="rect">
              <a:avLst/>
            </a:prstGeom>
            <a:solidFill>
              <a:srgbClr val="FFFFFF"/>
            </a:solidFill>
            <a:ln w="12700">
              <a:solidFill>
                <a:srgbClr val="CED7E6"/>
              </a:solidFill>
              <a:prstDash val="solid"/>
            </a:ln>
          </p:spPr>
        </p:sp>
      </p:grpSp>
      <p:grpSp>
        <p:nvGrpSpPr>
          <p:cNvPr id="78" name="node21"/>
          <p:cNvGrpSpPr/>
          <p:nvPr/>
        </p:nvGrpSpPr>
        <p:grpSpPr>
          <a:xfrm>
            <a:off x="7459980" y="2667000"/>
            <a:ext cx="1661160" cy="1143000"/>
            <a:chOff x="7459980" y="2667000"/>
            <a:chExt cx="1661160" cy="1143000"/>
          </a:xfrm>
        </p:grpSpPr>
        <p:sp>
          <p:nvSpPr>
            <p:cNvPr id="43" name="node21.text"/>
            <p:cNvSpPr/>
            <p:nvPr/>
          </p:nvSpPr>
          <p:spPr>
            <a:xfrm>
              <a:off x="7459980" y="2667000"/>
              <a:ext cx="1661160" cy="11430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Open intake, training and a self-service path, then hand day-to-day ownership to Northfield teams.</a:t>
              </a:r>
              <a:endParaRPr lang="en-US" sz="1200" spc="0" kern="0" b="0" i="0" dirty="0">
                <a:solidFill>
                  <a:srgbClr val="070154"/>
                </a:solidFill>
                <a:latin typeface="IBM Plex Sans"/>
                <a:ea typeface="IBM Plex Sans"/>
                <a:cs typeface="IBM Plex Sans"/>
              </a:endParaRPr>
            </a:p>
          </p:txBody>
        </p:sp>
      </p:grpSp>
      <p:sp>
        <p:nvSpPr>
          <p:cNvPr id="44" name="node22"/>
          <p:cNvSpPr/>
          <p:nvPr/>
        </p:nvSpPr>
        <p:spPr>
          <a:xfrm>
            <a:off x="7459980" y="4343400"/>
            <a:ext cx="1661160" cy="9525"/>
          </a:xfrm>
          <a:prstGeom prst="rect">
            <a:avLst/>
          </a:prstGeom>
          <a:solidFill>
            <a:srgbClr val="CED7E6"/>
          </a:solidFill>
          <a:ln>
            <a:noFill/>
          </a:ln>
        </p:spPr>
      </p:sp>
      <p:grpSp>
        <p:nvGrpSpPr>
          <p:cNvPr id="79" name="node23"/>
          <p:cNvGrpSpPr/>
          <p:nvPr/>
        </p:nvGrpSpPr>
        <p:grpSpPr>
          <a:xfrm>
            <a:off x="7459980" y="4495800"/>
            <a:ext cx="1661160" cy="152400"/>
            <a:chOff x="7459980" y="4495800"/>
            <a:chExt cx="1661160" cy="152400"/>
          </a:xfrm>
        </p:grpSpPr>
        <p:sp>
          <p:nvSpPr>
            <p:cNvPr id="45" name="node23.text"/>
            <p:cNvSpPr/>
            <p:nvPr/>
          </p:nvSpPr>
          <p:spPr>
            <a:xfrm>
              <a:off x="7459980" y="4495800"/>
              <a:ext cx="166116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KEY RISKS</a:t>
              </a:r>
              <a:endParaRPr lang="en-US" sz="900" spc="54" kern="0" b="0" i="0" dirty="0">
                <a:solidFill>
                  <a:srgbClr val="50658E"/>
                </a:solidFill>
                <a:latin typeface="IBM Plex Mono Medium"/>
                <a:ea typeface="IBM Plex Mono Medium"/>
                <a:cs typeface="IBM Plex Mono Medium"/>
              </a:endParaRPr>
            </a:p>
          </p:txBody>
        </p:sp>
      </p:grpSp>
      <p:grpSp>
        <p:nvGrpSpPr>
          <p:cNvPr id="80" name="node24"/>
          <p:cNvGrpSpPr/>
          <p:nvPr/>
        </p:nvGrpSpPr>
        <p:grpSpPr>
          <a:xfrm>
            <a:off x="7459980" y="4724400"/>
            <a:ext cx="1661160" cy="952500"/>
            <a:chOff x="7459980" y="4724400"/>
            <a:chExt cx="1661160" cy="952500"/>
          </a:xfrm>
        </p:grpSpPr>
        <p:sp>
          <p:nvSpPr>
            <p:cNvPr id="46" name="node24.source-001.bullet"/>
            <p:cNvSpPr/>
            <p:nvPr/>
          </p:nvSpPr>
          <p:spPr>
            <a:xfrm>
              <a:off x="7459980" y="4813300"/>
              <a:ext cx="38100" cy="38100"/>
            </a:xfrm>
            <a:prstGeom prst="rect">
              <a:avLst/>
            </a:prstGeom>
            <a:solidFill>
              <a:srgbClr val="070154"/>
            </a:solidFill>
            <a:ln>
              <a:noFill/>
            </a:ln>
          </p:spPr>
        </p:sp>
        <p:sp>
          <p:nvSpPr>
            <p:cNvPr id="47" name="node24.source-001.text"/>
            <p:cNvSpPr/>
            <p:nvPr/>
          </p:nvSpPr>
          <p:spPr>
            <a:xfrm>
              <a:off x="7612380" y="4724400"/>
              <a:ext cx="150876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Adoption stalls at capacity limits</a:t>
              </a:r>
              <a:endParaRPr lang="en-US" sz="1200" spc="0" kern="0" b="0" i="0" dirty="0">
                <a:solidFill>
                  <a:srgbClr val="070154"/>
                </a:solidFill>
                <a:latin typeface="IBM Plex Sans"/>
                <a:ea typeface="IBM Plex Sans"/>
                <a:cs typeface="IBM Plex Sans"/>
              </a:endParaRPr>
            </a:p>
          </p:txBody>
        </p:sp>
        <p:sp>
          <p:nvSpPr>
            <p:cNvPr id="48" name="node24.source-002.bullet"/>
            <p:cNvSpPr/>
            <p:nvPr/>
          </p:nvSpPr>
          <p:spPr>
            <a:xfrm>
              <a:off x="7459980" y="5308600"/>
              <a:ext cx="38100" cy="38100"/>
            </a:xfrm>
            <a:prstGeom prst="rect">
              <a:avLst/>
            </a:prstGeom>
            <a:solidFill>
              <a:srgbClr val="070154"/>
            </a:solidFill>
            <a:ln>
              <a:noFill/>
            </a:ln>
          </p:spPr>
        </p:sp>
        <p:sp>
          <p:nvSpPr>
            <p:cNvPr id="49" name="node24.source-002.text"/>
            <p:cNvSpPr/>
            <p:nvPr/>
          </p:nvSpPr>
          <p:spPr>
            <a:xfrm>
              <a:off x="7612380" y="5219700"/>
              <a:ext cx="150876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Owners are never named</a:t>
              </a:r>
              <a:endParaRPr lang="en-US" sz="1200" spc="0" kern="0" b="0" i="0" dirty="0">
                <a:solidFill>
                  <a:srgbClr val="070154"/>
                </a:solidFill>
                <a:latin typeface="IBM Plex Sans"/>
                <a:ea typeface="IBM Plex Sans"/>
                <a:cs typeface="IBM Plex Sans"/>
              </a:endParaRPr>
            </a:p>
          </p:txBody>
        </p:sp>
      </p:grpSp>
      <p:grpSp>
        <p:nvGrpSpPr>
          <p:cNvPr id="81" name="node25"/>
          <p:cNvGrpSpPr/>
          <p:nvPr/>
        </p:nvGrpSpPr>
        <p:grpSpPr>
          <a:xfrm>
            <a:off x="9502140" y="1600200"/>
            <a:ext cx="1965960" cy="914400"/>
            <a:chOff x="9502140" y="1600200"/>
            <a:chExt cx="1965960" cy="914400"/>
          </a:xfrm>
        </p:grpSpPr>
        <p:sp>
          <p:nvSpPr>
            <p:cNvPr id="50" name="node25.container"/>
            <p:cNvSpPr/>
            <p:nvPr/>
          </p:nvSpPr>
          <p:spPr>
            <a:xfrm>
              <a:off x="9502140" y="1600200"/>
              <a:ext cx="1965960" cy="914400"/>
            </a:xfrm>
            <a:prstGeom prst="rect">
              <a:avLst/>
            </a:prstGeom>
            <a:solidFill>
              <a:srgbClr val="070154"/>
            </a:solidFill>
            <a:ln>
              <a:noFill/>
            </a:ln>
          </p:spPr>
        </p:sp>
        <p:sp>
          <p:nvSpPr>
            <p:cNvPr id="51" name="node25.number"/>
            <p:cNvSpPr/>
            <p:nvPr/>
          </p:nvSpPr>
          <p:spPr>
            <a:xfrm>
              <a:off x="9654540" y="17526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F900D3"/>
                  </a:solidFill>
                  <a:latin typeface="IBM Plex Mono SemiBold"/>
                  <a:ea typeface="IBM Plex Mono SemiBold"/>
                  <a:cs typeface="IBM Plex Mono SemiBold"/>
                </a:rPr>
                <a:t>05</a:t>
              </a:r>
              <a:endParaRPr lang="en-US" sz="1800" spc="0" kern="0" b="0" i="0" dirty="0">
                <a:solidFill>
                  <a:srgbClr val="F900D3"/>
                </a:solidFill>
                <a:latin typeface="IBM Plex Mono SemiBold"/>
                <a:ea typeface="IBM Plex Mono SemiBold"/>
                <a:cs typeface="IBM Plex Mono SemiBold"/>
              </a:endParaRPr>
            </a:p>
          </p:txBody>
        </p:sp>
        <p:sp>
          <p:nvSpPr>
            <p:cNvPr id="52" name="node25.title"/>
            <p:cNvSpPr/>
            <p:nvPr/>
          </p:nvSpPr>
          <p:spPr>
            <a:xfrm>
              <a:off x="10054590" y="1776984"/>
              <a:ext cx="126111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FFFFFF"/>
                  </a:solidFill>
                  <a:latin typeface="IBM Plex Sans"/>
                  <a:ea typeface="IBM Plex Sans"/>
                  <a:cs typeface="IBM Plex Sans"/>
                </a:rPr>
                <a:t>Prove value and cost</a:t>
              </a:r>
              <a:endParaRPr lang="en-US" sz="1400" spc="0" kern="0" b="0" i="0" dirty="0">
                <a:solidFill>
                  <a:srgbClr val="FFFFFF"/>
                </a:solidFill>
                <a:latin typeface="IBM Plex Sans"/>
                <a:ea typeface="IBM Plex Sans"/>
                <a:cs typeface="IBM Plex Sans"/>
              </a:endParaRPr>
            </a:p>
          </p:txBody>
        </p:sp>
      </p:grpSp>
      <p:grpSp>
        <p:nvGrpSpPr>
          <p:cNvPr id="82" name="node26"/>
          <p:cNvGrpSpPr/>
          <p:nvPr/>
        </p:nvGrpSpPr>
        <p:grpSpPr>
          <a:xfrm>
            <a:off x="9502140" y="2514600"/>
            <a:ext cx="1965960" cy="3429000"/>
            <a:chOff x="9502140" y="2514600"/>
            <a:chExt cx="1965960" cy="3429000"/>
          </a:xfrm>
        </p:grpSpPr>
        <p:sp>
          <p:nvSpPr>
            <p:cNvPr id="53" name="node26.surface"/>
            <p:cNvSpPr/>
            <p:nvPr/>
          </p:nvSpPr>
          <p:spPr>
            <a:xfrm>
              <a:off x="9502140" y="2514600"/>
              <a:ext cx="1965960" cy="3429000"/>
            </a:xfrm>
            <a:prstGeom prst="rect">
              <a:avLst/>
            </a:prstGeom>
            <a:solidFill>
              <a:srgbClr val="FFFFFF"/>
            </a:solidFill>
            <a:ln w="12700">
              <a:solidFill>
                <a:srgbClr val="CED7E6"/>
              </a:solidFill>
              <a:prstDash val="solid"/>
            </a:ln>
          </p:spPr>
        </p:sp>
      </p:grpSp>
      <p:grpSp>
        <p:nvGrpSpPr>
          <p:cNvPr id="83" name="node27"/>
          <p:cNvGrpSpPr/>
          <p:nvPr/>
        </p:nvGrpSpPr>
        <p:grpSpPr>
          <a:xfrm>
            <a:off x="9654540" y="2667000"/>
            <a:ext cx="1661160" cy="1143000"/>
            <a:chOff x="9654540" y="2667000"/>
            <a:chExt cx="1661160" cy="1143000"/>
          </a:xfrm>
        </p:grpSpPr>
        <p:sp>
          <p:nvSpPr>
            <p:cNvPr id="54" name="node27.text"/>
            <p:cNvSpPr/>
            <p:nvPr/>
          </p:nvSpPr>
          <p:spPr>
            <a:xfrm>
              <a:off x="9654540" y="2667000"/>
              <a:ext cx="1661160" cy="11430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Baseline what workloads cost today, track savings against plan and report value to sponsors.</a:t>
              </a:r>
              <a:endParaRPr lang="en-US" sz="1200" spc="0" kern="0" b="0" i="0" dirty="0">
                <a:solidFill>
                  <a:srgbClr val="070154"/>
                </a:solidFill>
                <a:latin typeface="IBM Plex Sans"/>
                <a:ea typeface="IBM Plex Sans"/>
                <a:cs typeface="IBM Plex Sans"/>
              </a:endParaRPr>
            </a:p>
          </p:txBody>
        </p:sp>
      </p:grpSp>
      <p:sp>
        <p:nvSpPr>
          <p:cNvPr id="55" name="node28"/>
          <p:cNvSpPr/>
          <p:nvPr/>
        </p:nvSpPr>
        <p:spPr>
          <a:xfrm>
            <a:off x="9654540" y="4343400"/>
            <a:ext cx="1661160" cy="9525"/>
          </a:xfrm>
          <a:prstGeom prst="rect">
            <a:avLst/>
          </a:prstGeom>
          <a:solidFill>
            <a:srgbClr val="CED7E6"/>
          </a:solidFill>
          <a:ln>
            <a:noFill/>
          </a:ln>
        </p:spPr>
      </p:sp>
      <p:grpSp>
        <p:nvGrpSpPr>
          <p:cNvPr id="84" name="node29"/>
          <p:cNvGrpSpPr/>
          <p:nvPr/>
        </p:nvGrpSpPr>
        <p:grpSpPr>
          <a:xfrm>
            <a:off x="9654540" y="4495800"/>
            <a:ext cx="1661160" cy="152400"/>
            <a:chOff x="9654540" y="4495800"/>
            <a:chExt cx="1661160" cy="152400"/>
          </a:xfrm>
        </p:grpSpPr>
        <p:sp>
          <p:nvSpPr>
            <p:cNvPr id="56" name="node29.text"/>
            <p:cNvSpPr/>
            <p:nvPr/>
          </p:nvSpPr>
          <p:spPr>
            <a:xfrm>
              <a:off x="9654540" y="4495800"/>
              <a:ext cx="166116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KEY RISKS</a:t>
              </a:r>
              <a:endParaRPr lang="en-US" sz="900" spc="54" kern="0" b="0" i="0" dirty="0">
                <a:solidFill>
                  <a:srgbClr val="50658E"/>
                </a:solidFill>
                <a:latin typeface="IBM Plex Mono Medium"/>
                <a:ea typeface="IBM Plex Mono Medium"/>
                <a:cs typeface="IBM Plex Mono Medium"/>
              </a:endParaRPr>
            </a:p>
          </p:txBody>
        </p:sp>
      </p:grpSp>
      <p:grpSp>
        <p:nvGrpSpPr>
          <p:cNvPr id="85" name="node30"/>
          <p:cNvGrpSpPr/>
          <p:nvPr/>
        </p:nvGrpSpPr>
        <p:grpSpPr>
          <a:xfrm>
            <a:off x="9654540" y="4724400"/>
            <a:ext cx="1661160" cy="952500"/>
            <a:chOff x="9654540" y="4724400"/>
            <a:chExt cx="1661160" cy="952500"/>
          </a:xfrm>
        </p:grpSpPr>
        <p:sp>
          <p:nvSpPr>
            <p:cNvPr id="57" name="node30.source-001.bullet"/>
            <p:cNvSpPr/>
            <p:nvPr/>
          </p:nvSpPr>
          <p:spPr>
            <a:xfrm>
              <a:off x="9654540" y="4813300"/>
              <a:ext cx="38100" cy="38100"/>
            </a:xfrm>
            <a:prstGeom prst="rect">
              <a:avLst/>
            </a:prstGeom>
            <a:solidFill>
              <a:srgbClr val="070154"/>
            </a:solidFill>
            <a:ln>
              <a:noFill/>
            </a:ln>
          </p:spPr>
        </p:sp>
        <p:sp>
          <p:nvSpPr>
            <p:cNvPr id="58" name="node30.source-001.text"/>
            <p:cNvSpPr/>
            <p:nvPr/>
          </p:nvSpPr>
          <p:spPr>
            <a:xfrm>
              <a:off x="9806940" y="4724400"/>
              <a:ext cx="150876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Costs rise faster than usage</a:t>
              </a:r>
              <a:endParaRPr lang="en-US" sz="1200" spc="0" kern="0" b="0" i="0" dirty="0">
                <a:solidFill>
                  <a:srgbClr val="070154"/>
                </a:solidFill>
                <a:latin typeface="IBM Plex Sans"/>
                <a:ea typeface="IBM Plex Sans"/>
                <a:cs typeface="IBM Plex Sans"/>
              </a:endParaRPr>
            </a:p>
          </p:txBody>
        </p:sp>
        <p:sp>
          <p:nvSpPr>
            <p:cNvPr id="59" name="node30.source-002.bullet"/>
            <p:cNvSpPr/>
            <p:nvPr/>
          </p:nvSpPr>
          <p:spPr>
            <a:xfrm>
              <a:off x="9654540" y="5308600"/>
              <a:ext cx="38100" cy="38100"/>
            </a:xfrm>
            <a:prstGeom prst="rect">
              <a:avLst/>
            </a:prstGeom>
            <a:solidFill>
              <a:srgbClr val="070154"/>
            </a:solidFill>
            <a:ln>
              <a:noFill/>
            </a:ln>
          </p:spPr>
        </p:sp>
        <p:sp>
          <p:nvSpPr>
            <p:cNvPr id="60" name="node30.source-002.text"/>
            <p:cNvSpPr/>
            <p:nvPr/>
          </p:nvSpPr>
          <p:spPr>
            <a:xfrm>
              <a:off x="9806940" y="5219700"/>
              <a:ext cx="150876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Value is never shown to funders</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name="source-649">
    <p:spTree>
      <p:nvGrpSpPr>
        <p:cNvPr id="1" name=""/>
        <p:cNvGrpSpPr/>
        <p:nvPr/>
      </p:nvGrpSpPr>
      <p:grpSpPr>
        <a:xfrm>
          <a:off x="0" y="0"/>
          <a:ext cx="0" cy="0"/>
          <a:chOff x="0" y="0"/>
          <a:chExt cx="0" cy="0"/>
        </a:xfrm>
      </p:grpSpPr>
      <p:sp>
        <p:nvSpPr>
          <p:cNvPr id="3"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OUR PERSPECTIVE</a:t>
            </a:r>
            <a:endParaRPr lang="en-US" sz="1000" spc="80" kern="0" b="0" i="0" dirty="0">
              <a:solidFill>
                <a:srgbClr val="0047FF"/>
              </a:solidFill>
              <a:latin typeface="IBM Plex Mono SemiBold"/>
              <a:ea typeface="IBM Plex Mono SemiBold"/>
              <a:cs typeface="IBM Plex Mono SemiBold"/>
            </a:endParaRPr>
          </a:p>
        </p:txBody>
      </p:sp>
      <p:sp>
        <p:nvSpPr>
          <p:cNvPr id="4"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Design general availability in from the start</a:t>
            </a:r>
            <a:endParaRPr lang="en-US" sz="3200" spc="-64" kern="0" b="0" i="0" dirty="0">
              <a:solidFill>
                <a:srgbClr val="070154"/>
              </a:solidFill>
              <a:latin typeface="IBM Plex Sans SemiBold"/>
              <a:ea typeface="IBM Plex Sans SemiBold"/>
              <a:cs typeface="IBM Plex Sans SemiBold"/>
            </a:endParaRPr>
          </a:p>
        </p:txBody>
      </p:sp>
      <p:sp>
        <p:nvSpPr>
          <p:cNvPr id="5"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218</a:t>
            </a:fld>
            <a:endParaRPr lang="en-US" sz="700" spc="0" kern="0" b="0" i="0" dirty="0">
              <a:solidFill>
                <a:srgbClr val="070154"/>
              </a:solidFill>
              <a:latin typeface="IBM Plex Mono SemiBold"/>
              <a:ea typeface="IBM Plex Mono SemiBold"/>
              <a:cs typeface="IBM Plex Mono SemiBold"/>
            </a:endParaRPr>
          </a:p>
        </p:txBody>
      </p:sp>
      <p:grpSp>
        <p:nvGrpSpPr>
          <p:cNvPr id="73" name="node01"/>
          <p:cNvGrpSpPr/>
          <p:nvPr/>
        </p:nvGrpSpPr>
        <p:grpSpPr>
          <a:xfrm>
            <a:off x="723900" y="1600200"/>
            <a:ext cx="1965960" cy="914400"/>
            <a:chOff x="723900" y="1600200"/>
            <a:chExt cx="1965960" cy="914400"/>
          </a:xfrm>
        </p:grpSpPr>
        <p:sp>
          <p:nvSpPr>
            <p:cNvPr id="6" name="node01.container"/>
            <p:cNvSpPr/>
            <p:nvPr/>
          </p:nvSpPr>
          <p:spPr>
            <a:xfrm>
              <a:off x="723900" y="1600200"/>
              <a:ext cx="1965960" cy="914400"/>
            </a:xfrm>
            <a:prstGeom prst="rect">
              <a:avLst/>
            </a:prstGeom>
            <a:solidFill>
              <a:srgbClr val="070154"/>
            </a:solidFill>
            <a:ln>
              <a:noFill/>
            </a:ln>
          </p:spPr>
        </p:sp>
        <p:sp>
          <p:nvSpPr>
            <p:cNvPr id="7" name="node01.number"/>
            <p:cNvSpPr/>
            <p:nvPr/>
          </p:nvSpPr>
          <p:spPr>
            <a:xfrm>
              <a:off x="876300" y="17526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F900D3"/>
                  </a:solidFill>
                  <a:latin typeface="IBM Plex Mono SemiBold"/>
                  <a:ea typeface="IBM Plex Mono SemiBold"/>
                  <a:cs typeface="IBM Plex Mono SemiBold"/>
                </a:rPr>
                <a:t>01</a:t>
              </a:r>
              <a:endParaRPr lang="en-US" sz="1800" spc="0" kern="0" b="0" i="0" dirty="0">
                <a:solidFill>
                  <a:srgbClr val="F900D3"/>
                </a:solidFill>
                <a:latin typeface="IBM Plex Mono SemiBold"/>
                <a:ea typeface="IBM Plex Mono SemiBold"/>
                <a:cs typeface="IBM Plex Mono SemiBold"/>
              </a:endParaRPr>
            </a:p>
          </p:txBody>
        </p:sp>
        <p:sp>
          <p:nvSpPr>
            <p:cNvPr id="8" name="node01.title"/>
            <p:cNvSpPr/>
            <p:nvPr/>
          </p:nvSpPr>
          <p:spPr>
            <a:xfrm>
              <a:off x="1276350" y="1776984"/>
              <a:ext cx="126111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FFFFFF"/>
                  </a:solidFill>
                  <a:latin typeface="IBM Plex Sans"/>
                  <a:ea typeface="IBM Plex Sans"/>
                  <a:cs typeface="IBM Plex Sans"/>
                </a:rPr>
                <a:t>Define the service catalog</a:t>
              </a:r>
              <a:endParaRPr lang="en-US" sz="1400" spc="0" kern="0" b="0" i="0" dirty="0">
                <a:solidFill>
                  <a:srgbClr val="FFFFFF"/>
                </a:solidFill>
                <a:latin typeface="IBM Plex Sans"/>
                <a:ea typeface="IBM Plex Sans"/>
                <a:cs typeface="IBM Plex Sans"/>
              </a:endParaRPr>
            </a:p>
          </p:txBody>
        </p:sp>
      </p:grpSp>
      <p:grpSp>
        <p:nvGrpSpPr>
          <p:cNvPr id="74" name="node02"/>
          <p:cNvGrpSpPr/>
          <p:nvPr/>
        </p:nvGrpSpPr>
        <p:grpSpPr>
          <a:xfrm>
            <a:off x="723900" y="2514600"/>
            <a:ext cx="1965960" cy="2286000"/>
            <a:chOff x="723900" y="2514600"/>
            <a:chExt cx="1965960" cy="2286000"/>
          </a:xfrm>
        </p:grpSpPr>
        <p:sp>
          <p:nvSpPr>
            <p:cNvPr id="9" name="node02.surface"/>
            <p:cNvSpPr/>
            <p:nvPr/>
          </p:nvSpPr>
          <p:spPr>
            <a:xfrm>
              <a:off x="723900" y="2514600"/>
              <a:ext cx="1965960" cy="2286000"/>
            </a:xfrm>
            <a:prstGeom prst="rect">
              <a:avLst/>
            </a:prstGeom>
            <a:solidFill>
              <a:srgbClr val="FFFFFF"/>
            </a:solidFill>
            <a:ln w="12700">
              <a:solidFill>
                <a:srgbClr val="CED7E6"/>
              </a:solidFill>
              <a:prstDash val="solid"/>
            </a:ln>
          </p:spPr>
        </p:sp>
      </p:grpSp>
      <p:grpSp>
        <p:nvGrpSpPr>
          <p:cNvPr id="75" name="node03"/>
          <p:cNvGrpSpPr/>
          <p:nvPr/>
        </p:nvGrpSpPr>
        <p:grpSpPr>
          <a:xfrm>
            <a:off x="876300" y="2667000"/>
            <a:ext cx="1661160" cy="152400"/>
            <a:chOff x="876300" y="2667000"/>
            <a:chExt cx="1661160" cy="152400"/>
          </a:xfrm>
        </p:grpSpPr>
        <p:sp>
          <p:nvSpPr>
            <p:cNvPr id="10" name="node03.text"/>
            <p:cNvSpPr/>
            <p:nvPr/>
          </p:nvSpPr>
          <p:spPr>
            <a:xfrm>
              <a:off x="876300" y="2667000"/>
              <a:ext cx="166116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ACTIVITIES</a:t>
              </a:r>
              <a:endParaRPr lang="en-US" sz="900" spc="54" kern="0" b="0" i="0" dirty="0">
                <a:solidFill>
                  <a:srgbClr val="50658E"/>
                </a:solidFill>
                <a:latin typeface="IBM Plex Mono Medium"/>
                <a:ea typeface="IBM Plex Mono Medium"/>
                <a:cs typeface="IBM Plex Mono Medium"/>
              </a:endParaRPr>
            </a:p>
          </p:txBody>
        </p:sp>
      </p:grpSp>
      <p:grpSp>
        <p:nvGrpSpPr>
          <p:cNvPr id="76" name="node04"/>
          <p:cNvGrpSpPr/>
          <p:nvPr/>
        </p:nvGrpSpPr>
        <p:grpSpPr>
          <a:xfrm>
            <a:off x="876300" y="2895600"/>
            <a:ext cx="1661160" cy="952500"/>
            <a:chOff x="876300" y="2895600"/>
            <a:chExt cx="1661160" cy="952500"/>
          </a:xfrm>
        </p:grpSpPr>
        <p:sp>
          <p:nvSpPr>
            <p:cNvPr id="11" name="node04.source-001.bullet"/>
            <p:cNvSpPr/>
            <p:nvPr/>
          </p:nvSpPr>
          <p:spPr>
            <a:xfrm>
              <a:off x="876300" y="2984500"/>
              <a:ext cx="38100" cy="38100"/>
            </a:xfrm>
            <a:prstGeom prst="rect">
              <a:avLst/>
            </a:prstGeom>
            <a:solidFill>
              <a:srgbClr val="070154"/>
            </a:solidFill>
            <a:ln>
              <a:noFill/>
            </a:ln>
          </p:spPr>
        </p:sp>
        <p:sp>
          <p:nvSpPr>
            <p:cNvPr id="12" name="node04.source-001.text"/>
            <p:cNvSpPr/>
            <p:nvPr/>
          </p:nvSpPr>
          <p:spPr>
            <a:xfrm>
              <a:off x="1028700" y="2895600"/>
              <a:ext cx="150876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Name the workloads served</a:t>
              </a:r>
              <a:endParaRPr lang="en-US" sz="1200" spc="0" kern="0" b="0" i="0" dirty="0">
                <a:solidFill>
                  <a:srgbClr val="070154"/>
                </a:solidFill>
                <a:latin typeface="IBM Plex Sans"/>
                <a:ea typeface="IBM Plex Sans"/>
                <a:cs typeface="IBM Plex Sans"/>
              </a:endParaRPr>
            </a:p>
          </p:txBody>
        </p:sp>
        <p:sp>
          <p:nvSpPr>
            <p:cNvPr id="13" name="node04.source-002.bullet"/>
            <p:cNvSpPr/>
            <p:nvPr/>
          </p:nvSpPr>
          <p:spPr>
            <a:xfrm>
              <a:off x="876300" y="3479800"/>
              <a:ext cx="38100" cy="38100"/>
            </a:xfrm>
            <a:prstGeom prst="rect">
              <a:avLst/>
            </a:prstGeom>
            <a:solidFill>
              <a:srgbClr val="070154"/>
            </a:solidFill>
            <a:ln>
              <a:noFill/>
            </a:ln>
          </p:spPr>
        </p:sp>
        <p:sp>
          <p:nvSpPr>
            <p:cNvPr id="14" name="node04.source-002.text"/>
            <p:cNvSpPr/>
            <p:nvPr/>
          </p:nvSpPr>
          <p:spPr>
            <a:xfrm>
              <a:off x="1028700" y="3390900"/>
              <a:ext cx="150876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Split central from team services</a:t>
              </a:r>
              <a:endParaRPr lang="en-US" sz="1200" spc="0" kern="0" b="0" i="0" dirty="0">
                <a:solidFill>
                  <a:srgbClr val="070154"/>
                </a:solidFill>
                <a:latin typeface="IBM Plex Sans"/>
                <a:ea typeface="IBM Plex Sans"/>
                <a:cs typeface="IBM Plex Sans"/>
              </a:endParaRPr>
            </a:p>
          </p:txBody>
        </p:sp>
      </p:grpSp>
      <p:grpSp>
        <p:nvGrpSpPr>
          <p:cNvPr id="77" name="node05"/>
          <p:cNvGrpSpPr/>
          <p:nvPr/>
        </p:nvGrpSpPr>
        <p:grpSpPr>
          <a:xfrm>
            <a:off x="876300" y="4114800"/>
            <a:ext cx="1661160" cy="152400"/>
            <a:chOff x="876300" y="4114800"/>
            <a:chExt cx="1661160" cy="152400"/>
          </a:xfrm>
        </p:grpSpPr>
        <p:sp>
          <p:nvSpPr>
            <p:cNvPr id="15" name="node05.text"/>
            <p:cNvSpPr/>
            <p:nvPr/>
          </p:nvSpPr>
          <p:spPr>
            <a:xfrm>
              <a:off x="876300" y="4114800"/>
              <a:ext cx="166116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OUTPUT</a:t>
              </a:r>
              <a:endParaRPr lang="en-US" sz="900" spc="54" kern="0" b="0" i="0" dirty="0">
                <a:solidFill>
                  <a:srgbClr val="50658E"/>
                </a:solidFill>
                <a:latin typeface="IBM Plex Mono Medium"/>
                <a:ea typeface="IBM Plex Mono Medium"/>
                <a:cs typeface="IBM Plex Mono Medium"/>
              </a:endParaRPr>
            </a:p>
          </p:txBody>
        </p:sp>
      </p:grpSp>
      <p:grpSp>
        <p:nvGrpSpPr>
          <p:cNvPr id="78" name="node06"/>
          <p:cNvGrpSpPr/>
          <p:nvPr/>
        </p:nvGrpSpPr>
        <p:grpSpPr>
          <a:xfrm>
            <a:off x="876300" y="4343400"/>
            <a:ext cx="1661160" cy="228600"/>
            <a:chOff x="876300" y="4343400"/>
            <a:chExt cx="1661160" cy="228600"/>
          </a:xfrm>
        </p:grpSpPr>
        <p:sp>
          <p:nvSpPr>
            <p:cNvPr id="16" name="node06.text"/>
            <p:cNvSpPr/>
            <p:nvPr/>
          </p:nvSpPr>
          <p:spPr>
            <a:xfrm>
              <a:off x="876300" y="4343400"/>
              <a:ext cx="166116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Published catalog</a:t>
              </a:r>
              <a:endParaRPr lang="en-US" sz="1200" spc="0" kern="0" b="0" i="0" dirty="0">
                <a:solidFill>
                  <a:srgbClr val="070154"/>
                </a:solidFill>
                <a:latin typeface="IBM Plex Sans"/>
                <a:ea typeface="IBM Plex Sans"/>
                <a:cs typeface="IBM Plex Sans"/>
              </a:endParaRPr>
            </a:p>
          </p:txBody>
        </p:sp>
      </p:grpSp>
      <p:grpSp>
        <p:nvGrpSpPr>
          <p:cNvPr id="79" name="node07"/>
          <p:cNvGrpSpPr/>
          <p:nvPr/>
        </p:nvGrpSpPr>
        <p:grpSpPr>
          <a:xfrm>
            <a:off x="2918460" y="1600200"/>
            <a:ext cx="1965960" cy="914400"/>
            <a:chOff x="2918460" y="1600200"/>
            <a:chExt cx="1965960" cy="914400"/>
          </a:xfrm>
        </p:grpSpPr>
        <p:sp>
          <p:nvSpPr>
            <p:cNvPr id="17" name="node07.container"/>
            <p:cNvSpPr/>
            <p:nvPr/>
          </p:nvSpPr>
          <p:spPr>
            <a:xfrm>
              <a:off x="2918460" y="1600200"/>
              <a:ext cx="1965960" cy="914400"/>
            </a:xfrm>
            <a:prstGeom prst="rect">
              <a:avLst/>
            </a:prstGeom>
            <a:solidFill>
              <a:srgbClr val="070154"/>
            </a:solidFill>
            <a:ln>
              <a:noFill/>
            </a:ln>
          </p:spPr>
        </p:sp>
        <p:sp>
          <p:nvSpPr>
            <p:cNvPr id="18" name="node07.number"/>
            <p:cNvSpPr/>
            <p:nvPr/>
          </p:nvSpPr>
          <p:spPr>
            <a:xfrm>
              <a:off x="3070860" y="17526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F900D3"/>
                  </a:solidFill>
                  <a:latin typeface="IBM Plex Mono SemiBold"/>
                  <a:ea typeface="IBM Plex Mono SemiBold"/>
                  <a:cs typeface="IBM Plex Mono SemiBold"/>
                </a:rPr>
                <a:t>02</a:t>
              </a:r>
              <a:endParaRPr lang="en-US" sz="1800" spc="0" kern="0" b="0" i="0" dirty="0">
                <a:solidFill>
                  <a:srgbClr val="F900D3"/>
                </a:solidFill>
                <a:latin typeface="IBM Plex Mono SemiBold"/>
                <a:ea typeface="IBM Plex Mono SemiBold"/>
                <a:cs typeface="IBM Plex Mono SemiBold"/>
              </a:endParaRPr>
            </a:p>
          </p:txBody>
        </p:sp>
        <p:sp>
          <p:nvSpPr>
            <p:cNvPr id="19" name="node07.title"/>
            <p:cNvSpPr/>
            <p:nvPr/>
          </p:nvSpPr>
          <p:spPr>
            <a:xfrm>
              <a:off x="3470910" y="1776984"/>
              <a:ext cx="126111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FFFFFF"/>
                  </a:solidFill>
                  <a:latin typeface="IBM Plex Sans"/>
                  <a:ea typeface="IBM Plex Sans"/>
                  <a:cs typeface="IBM Plex Sans"/>
                </a:rPr>
                <a:t>Set the standards</a:t>
              </a:r>
              <a:endParaRPr lang="en-US" sz="1400" spc="0" kern="0" b="0" i="0" dirty="0">
                <a:solidFill>
                  <a:srgbClr val="FFFFFF"/>
                </a:solidFill>
                <a:latin typeface="IBM Plex Sans"/>
                <a:ea typeface="IBM Plex Sans"/>
                <a:cs typeface="IBM Plex Sans"/>
              </a:endParaRPr>
            </a:p>
          </p:txBody>
        </p:sp>
      </p:grpSp>
      <p:grpSp>
        <p:nvGrpSpPr>
          <p:cNvPr id="80" name="node08"/>
          <p:cNvGrpSpPr/>
          <p:nvPr/>
        </p:nvGrpSpPr>
        <p:grpSpPr>
          <a:xfrm>
            <a:off x="2918460" y="2514600"/>
            <a:ext cx="1965960" cy="2286000"/>
            <a:chOff x="2918460" y="2514600"/>
            <a:chExt cx="1965960" cy="2286000"/>
          </a:xfrm>
        </p:grpSpPr>
        <p:sp>
          <p:nvSpPr>
            <p:cNvPr id="20" name="node08.surface"/>
            <p:cNvSpPr/>
            <p:nvPr/>
          </p:nvSpPr>
          <p:spPr>
            <a:xfrm>
              <a:off x="2918460" y="2514600"/>
              <a:ext cx="1965960" cy="2286000"/>
            </a:xfrm>
            <a:prstGeom prst="rect">
              <a:avLst/>
            </a:prstGeom>
            <a:solidFill>
              <a:srgbClr val="FFFFFF"/>
            </a:solidFill>
            <a:ln w="12700">
              <a:solidFill>
                <a:srgbClr val="CED7E6"/>
              </a:solidFill>
              <a:prstDash val="solid"/>
            </a:ln>
          </p:spPr>
        </p:sp>
      </p:grpSp>
      <p:grpSp>
        <p:nvGrpSpPr>
          <p:cNvPr id="81" name="node09"/>
          <p:cNvGrpSpPr/>
          <p:nvPr/>
        </p:nvGrpSpPr>
        <p:grpSpPr>
          <a:xfrm>
            <a:off x="3070860" y="2667000"/>
            <a:ext cx="1661160" cy="152400"/>
            <a:chOff x="3070860" y="2667000"/>
            <a:chExt cx="1661160" cy="152400"/>
          </a:xfrm>
        </p:grpSpPr>
        <p:sp>
          <p:nvSpPr>
            <p:cNvPr id="21" name="node09.text"/>
            <p:cNvSpPr/>
            <p:nvPr/>
          </p:nvSpPr>
          <p:spPr>
            <a:xfrm>
              <a:off x="3070860" y="2667000"/>
              <a:ext cx="166116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ACTIVITIES</a:t>
              </a:r>
              <a:endParaRPr lang="en-US" sz="900" spc="54" kern="0" b="0" i="0" dirty="0">
                <a:solidFill>
                  <a:srgbClr val="50658E"/>
                </a:solidFill>
                <a:latin typeface="IBM Plex Mono Medium"/>
                <a:ea typeface="IBM Plex Mono Medium"/>
                <a:cs typeface="IBM Plex Mono Medium"/>
              </a:endParaRPr>
            </a:p>
          </p:txBody>
        </p:sp>
      </p:grpSp>
      <p:grpSp>
        <p:nvGrpSpPr>
          <p:cNvPr id="82" name="node10"/>
          <p:cNvGrpSpPr/>
          <p:nvPr/>
        </p:nvGrpSpPr>
        <p:grpSpPr>
          <a:xfrm>
            <a:off x="3070860" y="2895600"/>
            <a:ext cx="1661160" cy="952500"/>
            <a:chOff x="3070860" y="2895600"/>
            <a:chExt cx="1661160" cy="952500"/>
          </a:xfrm>
        </p:grpSpPr>
        <p:sp>
          <p:nvSpPr>
            <p:cNvPr id="22" name="node10.source-001.bullet"/>
            <p:cNvSpPr/>
            <p:nvPr/>
          </p:nvSpPr>
          <p:spPr>
            <a:xfrm>
              <a:off x="3070860" y="2984500"/>
              <a:ext cx="38100" cy="38100"/>
            </a:xfrm>
            <a:prstGeom prst="rect">
              <a:avLst/>
            </a:prstGeom>
            <a:solidFill>
              <a:srgbClr val="070154"/>
            </a:solidFill>
            <a:ln>
              <a:noFill/>
            </a:ln>
          </p:spPr>
        </p:sp>
        <p:sp>
          <p:nvSpPr>
            <p:cNvPr id="23" name="node10.source-001.text"/>
            <p:cNvSpPr/>
            <p:nvPr/>
          </p:nvSpPr>
          <p:spPr>
            <a:xfrm>
              <a:off x="3223260" y="2895600"/>
              <a:ext cx="150876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Approve patterns per environment</a:t>
              </a:r>
              <a:endParaRPr lang="en-US" sz="1200" spc="0" kern="0" b="0" i="0" dirty="0">
                <a:solidFill>
                  <a:srgbClr val="070154"/>
                </a:solidFill>
                <a:latin typeface="IBM Plex Sans"/>
                <a:ea typeface="IBM Plex Sans"/>
                <a:cs typeface="IBM Plex Sans"/>
              </a:endParaRPr>
            </a:p>
          </p:txBody>
        </p:sp>
        <p:sp>
          <p:nvSpPr>
            <p:cNvPr id="24" name="node10.source-002.bullet"/>
            <p:cNvSpPr/>
            <p:nvPr/>
          </p:nvSpPr>
          <p:spPr>
            <a:xfrm>
              <a:off x="3070860" y="3479800"/>
              <a:ext cx="38100" cy="38100"/>
            </a:xfrm>
            <a:prstGeom prst="rect">
              <a:avLst/>
            </a:prstGeom>
            <a:solidFill>
              <a:srgbClr val="070154"/>
            </a:solidFill>
            <a:ln>
              <a:noFill/>
            </a:ln>
          </p:spPr>
        </p:sp>
        <p:sp>
          <p:nvSpPr>
            <p:cNvPr id="25" name="node10.source-002.text"/>
            <p:cNvSpPr/>
            <p:nvPr/>
          </p:nvSpPr>
          <p:spPr>
            <a:xfrm>
              <a:off x="3223260" y="3390900"/>
              <a:ext cx="150876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Agree workload placement rules</a:t>
              </a:r>
              <a:endParaRPr lang="en-US" sz="1200" spc="0" kern="0" b="0" i="0" dirty="0">
                <a:solidFill>
                  <a:srgbClr val="070154"/>
                </a:solidFill>
                <a:latin typeface="IBM Plex Sans"/>
                <a:ea typeface="IBM Plex Sans"/>
                <a:cs typeface="IBM Plex Sans"/>
              </a:endParaRPr>
            </a:p>
          </p:txBody>
        </p:sp>
      </p:grpSp>
      <p:grpSp>
        <p:nvGrpSpPr>
          <p:cNvPr id="83" name="node11"/>
          <p:cNvGrpSpPr/>
          <p:nvPr/>
        </p:nvGrpSpPr>
        <p:grpSpPr>
          <a:xfrm>
            <a:off x="3070860" y="4114800"/>
            <a:ext cx="1661160" cy="152400"/>
            <a:chOff x="3070860" y="4114800"/>
            <a:chExt cx="1661160" cy="152400"/>
          </a:xfrm>
        </p:grpSpPr>
        <p:sp>
          <p:nvSpPr>
            <p:cNvPr id="26" name="node11.text"/>
            <p:cNvSpPr/>
            <p:nvPr/>
          </p:nvSpPr>
          <p:spPr>
            <a:xfrm>
              <a:off x="3070860" y="4114800"/>
              <a:ext cx="166116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OUTPUT</a:t>
              </a:r>
              <a:endParaRPr lang="en-US" sz="900" spc="54" kern="0" b="0" i="0" dirty="0">
                <a:solidFill>
                  <a:srgbClr val="50658E"/>
                </a:solidFill>
                <a:latin typeface="IBM Plex Mono Medium"/>
                <a:ea typeface="IBM Plex Mono Medium"/>
                <a:cs typeface="IBM Plex Mono Medium"/>
              </a:endParaRPr>
            </a:p>
          </p:txBody>
        </p:sp>
      </p:grpSp>
      <p:grpSp>
        <p:nvGrpSpPr>
          <p:cNvPr id="84" name="node12"/>
          <p:cNvGrpSpPr/>
          <p:nvPr/>
        </p:nvGrpSpPr>
        <p:grpSpPr>
          <a:xfrm>
            <a:off x="3070860" y="4343400"/>
            <a:ext cx="1661160" cy="228600"/>
            <a:chOff x="3070860" y="4343400"/>
            <a:chExt cx="1661160" cy="228600"/>
          </a:xfrm>
        </p:grpSpPr>
        <p:sp>
          <p:nvSpPr>
            <p:cNvPr id="27" name="node12.text"/>
            <p:cNvSpPr/>
            <p:nvPr/>
          </p:nvSpPr>
          <p:spPr>
            <a:xfrm>
              <a:off x="3070860" y="4343400"/>
              <a:ext cx="166116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Signed-off standards</a:t>
              </a:r>
              <a:endParaRPr lang="en-US" sz="1200" spc="0" kern="0" b="0" i="0" dirty="0">
                <a:solidFill>
                  <a:srgbClr val="070154"/>
                </a:solidFill>
                <a:latin typeface="IBM Plex Sans"/>
                <a:ea typeface="IBM Plex Sans"/>
                <a:cs typeface="IBM Plex Sans"/>
              </a:endParaRPr>
            </a:p>
          </p:txBody>
        </p:sp>
      </p:grpSp>
      <p:grpSp>
        <p:nvGrpSpPr>
          <p:cNvPr id="85" name="node13"/>
          <p:cNvGrpSpPr/>
          <p:nvPr/>
        </p:nvGrpSpPr>
        <p:grpSpPr>
          <a:xfrm>
            <a:off x="5113020" y="1600200"/>
            <a:ext cx="1965960" cy="914400"/>
            <a:chOff x="5113020" y="1600200"/>
            <a:chExt cx="1965960" cy="914400"/>
          </a:xfrm>
        </p:grpSpPr>
        <p:sp>
          <p:nvSpPr>
            <p:cNvPr id="28" name="node13.container"/>
            <p:cNvSpPr/>
            <p:nvPr/>
          </p:nvSpPr>
          <p:spPr>
            <a:xfrm>
              <a:off x="5113020" y="1600200"/>
              <a:ext cx="1965960" cy="914400"/>
            </a:xfrm>
            <a:prstGeom prst="rect">
              <a:avLst/>
            </a:prstGeom>
            <a:solidFill>
              <a:srgbClr val="070154"/>
            </a:solidFill>
            <a:ln>
              <a:noFill/>
            </a:ln>
          </p:spPr>
        </p:sp>
        <p:sp>
          <p:nvSpPr>
            <p:cNvPr id="29" name="node13.number"/>
            <p:cNvSpPr/>
            <p:nvPr/>
          </p:nvSpPr>
          <p:spPr>
            <a:xfrm>
              <a:off x="5265420" y="17526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F900D3"/>
                  </a:solidFill>
                  <a:latin typeface="IBM Plex Mono SemiBold"/>
                  <a:ea typeface="IBM Plex Mono SemiBold"/>
                  <a:cs typeface="IBM Plex Mono SemiBold"/>
                </a:rPr>
                <a:t>03</a:t>
              </a:r>
              <a:endParaRPr lang="en-US" sz="1800" spc="0" kern="0" b="0" i="0" dirty="0">
                <a:solidFill>
                  <a:srgbClr val="F900D3"/>
                </a:solidFill>
                <a:latin typeface="IBM Plex Mono SemiBold"/>
                <a:ea typeface="IBM Plex Mono SemiBold"/>
                <a:cs typeface="IBM Plex Mono SemiBold"/>
              </a:endParaRPr>
            </a:p>
          </p:txBody>
        </p:sp>
        <p:sp>
          <p:nvSpPr>
            <p:cNvPr id="30" name="node13.title"/>
            <p:cNvSpPr/>
            <p:nvPr/>
          </p:nvSpPr>
          <p:spPr>
            <a:xfrm>
              <a:off x="5665470" y="1776984"/>
              <a:ext cx="126111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FFFFFF"/>
                  </a:solidFill>
                  <a:latin typeface="IBM Plex Sans"/>
                  <a:ea typeface="IBM Plex Sans"/>
                  <a:cs typeface="IBM Plex Sans"/>
                </a:rPr>
                <a:t>Industrialize delivery</a:t>
              </a:r>
              <a:endParaRPr lang="en-US" sz="1400" spc="0" kern="0" b="0" i="0" dirty="0">
                <a:solidFill>
                  <a:srgbClr val="FFFFFF"/>
                </a:solidFill>
                <a:latin typeface="IBM Plex Sans"/>
                <a:ea typeface="IBM Plex Sans"/>
                <a:cs typeface="IBM Plex Sans"/>
              </a:endParaRPr>
            </a:p>
          </p:txBody>
        </p:sp>
      </p:grpSp>
      <p:grpSp>
        <p:nvGrpSpPr>
          <p:cNvPr id="86" name="node14"/>
          <p:cNvGrpSpPr/>
          <p:nvPr/>
        </p:nvGrpSpPr>
        <p:grpSpPr>
          <a:xfrm>
            <a:off x="5113020" y="2514600"/>
            <a:ext cx="1965960" cy="2286000"/>
            <a:chOff x="5113020" y="2514600"/>
            <a:chExt cx="1965960" cy="2286000"/>
          </a:xfrm>
        </p:grpSpPr>
        <p:sp>
          <p:nvSpPr>
            <p:cNvPr id="31" name="node14.surface"/>
            <p:cNvSpPr/>
            <p:nvPr/>
          </p:nvSpPr>
          <p:spPr>
            <a:xfrm>
              <a:off x="5113020" y="2514600"/>
              <a:ext cx="1965960" cy="2286000"/>
            </a:xfrm>
            <a:prstGeom prst="rect">
              <a:avLst/>
            </a:prstGeom>
            <a:solidFill>
              <a:srgbClr val="FFFFFF"/>
            </a:solidFill>
            <a:ln w="12700">
              <a:solidFill>
                <a:srgbClr val="CED7E6"/>
              </a:solidFill>
              <a:prstDash val="solid"/>
            </a:ln>
          </p:spPr>
        </p:sp>
      </p:grpSp>
      <p:grpSp>
        <p:nvGrpSpPr>
          <p:cNvPr id="87" name="node15"/>
          <p:cNvGrpSpPr/>
          <p:nvPr/>
        </p:nvGrpSpPr>
        <p:grpSpPr>
          <a:xfrm>
            <a:off x="5265420" y="2667000"/>
            <a:ext cx="1661160" cy="152400"/>
            <a:chOff x="5265420" y="2667000"/>
            <a:chExt cx="1661160" cy="152400"/>
          </a:xfrm>
        </p:grpSpPr>
        <p:sp>
          <p:nvSpPr>
            <p:cNvPr id="32" name="node15.text"/>
            <p:cNvSpPr/>
            <p:nvPr/>
          </p:nvSpPr>
          <p:spPr>
            <a:xfrm>
              <a:off x="5265420" y="2667000"/>
              <a:ext cx="166116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ACTIVITIES</a:t>
              </a:r>
              <a:endParaRPr lang="en-US" sz="900" spc="54" kern="0" b="0" i="0" dirty="0">
                <a:solidFill>
                  <a:srgbClr val="50658E"/>
                </a:solidFill>
                <a:latin typeface="IBM Plex Mono Medium"/>
                <a:ea typeface="IBM Plex Mono Medium"/>
                <a:cs typeface="IBM Plex Mono Medium"/>
              </a:endParaRPr>
            </a:p>
          </p:txBody>
        </p:sp>
      </p:grpSp>
      <p:grpSp>
        <p:nvGrpSpPr>
          <p:cNvPr id="88" name="node16"/>
          <p:cNvGrpSpPr/>
          <p:nvPr/>
        </p:nvGrpSpPr>
        <p:grpSpPr>
          <a:xfrm>
            <a:off x="5265420" y="2895600"/>
            <a:ext cx="1661160" cy="952500"/>
            <a:chOff x="5265420" y="2895600"/>
            <a:chExt cx="1661160" cy="952500"/>
          </a:xfrm>
        </p:grpSpPr>
        <p:sp>
          <p:nvSpPr>
            <p:cNvPr id="33" name="node16.source-001.bullet"/>
            <p:cNvSpPr/>
            <p:nvPr/>
          </p:nvSpPr>
          <p:spPr>
            <a:xfrm>
              <a:off x="5265420" y="2984500"/>
              <a:ext cx="38100" cy="38100"/>
            </a:xfrm>
            <a:prstGeom prst="rect">
              <a:avLst/>
            </a:prstGeom>
            <a:solidFill>
              <a:srgbClr val="070154"/>
            </a:solidFill>
            <a:ln>
              <a:noFill/>
            </a:ln>
          </p:spPr>
        </p:sp>
        <p:sp>
          <p:nvSpPr>
            <p:cNvPr id="34" name="node16.source-001.text"/>
            <p:cNvSpPr/>
            <p:nvPr/>
          </p:nvSpPr>
          <p:spPr>
            <a:xfrm>
              <a:off x="5417820" y="2895600"/>
              <a:ext cx="150876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Automate provisioning</a:t>
              </a:r>
              <a:endParaRPr lang="en-US" sz="1200" spc="0" kern="0" b="0" i="0" dirty="0">
                <a:solidFill>
                  <a:srgbClr val="070154"/>
                </a:solidFill>
                <a:latin typeface="IBM Plex Sans"/>
                <a:ea typeface="IBM Plex Sans"/>
                <a:cs typeface="IBM Plex Sans"/>
              </a:endParaRPr>
            </a:p>
          </p:txBody>
        </p:sp>
        <p:sp>
          <p:nvSpPr>
            <p:cNvPr id="35" name="node16.source-002.bullet"/>
            <p:cNvSpPr/>
            <p:nvPr/>
          </p:nvSpPr>
          <p:spPr>
            <a:xfrm>
              <a:off x="5265420" y="3479800"/>
              <a:ext cx="38100" cy="38100"/>
            </a:xfrm>
            <a:prstGeom prst="rect">
              <a:avLst/>
            </a:prstGeom>
            <a:solidFill>
              <a:srgbClr val="070154"/>
            </a:solidFill>
            <a:ln>
              <a:noFill/>
            </a:ln>
          </p:spPr>
        </p:sp>
        <p:sp>
          <p:nvSpPr>
            <p:cNvPr id="36" name="node16.source-002.text"/>
            <p:cNvSpPr/>
            <p:nvPr/>
          </p:nvSpPr>
          <p:spPr>
            <a:xfrm>
              <a:off x="5417820" y="3390900"/>
              <a:ext cx="150876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Build CI/CD promotion paths</a:t>
              </a:r>
              <a:endParaRPr lang="en-US" sz="1200" spc="0" kern="0" b="0" i="0" dirty="0">
                <a:solidFill>
                  <a:srgbClr val="070154"/>
                </a:solidFill>
                <a:latin typeface="IBM Plex Sans"/>
                <a:ea typeface="IBM Plex Sans"/>
                <a:cs typeface="IBM Plex Sans"/>
              </a:endParaRPr>
            </a:p>
          </p:txBody>
        </p:sp>
      </p:grpSp>
      <p:grpSp>
        <p:nvGrpSpPr>
          <p:cNvPr id="89" name="node17"/>
          <p:cNvGrpSpPr/>
          <p:nvPr/>
        </p:nvGrpSpPr>
        <p:grpSpPr>
          <a:xfrm>
            <a:off x="5265420" y="4114800"/>
            <a:ext cx="1661160" cy="152400"/>
            <a:chOff x="5265420" y="4114800"/>
            <a:chExt cx="1661160" cy="152400"/>
          </a:xfrm>
        </p:grpSpPr>
        <p:sp>
          <p:nvSpPr>
            <p:cNvPr id="37" name="node17.text"/>
            <p:cNvSpPr/>
            <p:nvPr/>
          </p:nvSpPr>
          <p:spPr>
            <a:xfrm>
              <a:off x="5265420" y="4114800"/>
              <a:ext cx="166116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OUTPUT</a:t>
              </a:r>
              <a:endParaRPr lang="en-US" sz="900" spc="54" kern="0" b="0" i="0" dirty="0">
                <a:solidFill>
                  <a:srgbClr val="50658E"/>
                </a:solidFill>
                <a:latin typeface="IBM Plex Mono Medium"/>
                <a:ea typeface="IBM Plex Mono Medium"/>
                <a:cs typeface="IBM Plex Mono Medium"/>
              </a:endParaRPr>
            </a:p>
          </p:txBody>
        </p:sp>
      </p:grpSp>
      <p:grpSp>
        <p:nvGrpSpPr>
          <p:cNvPr id="90" name="node18"/>
          <p:cNvGrpSpPr/>
          <p:nvPr/>
        </p:nvGrpSpPr>
        <p:grpSpPr>
          <a:xfrm>
            <a:off x="5265420" y="4343400"/>
            <a:ext cx="1661160" cy="228600"/>
            <a:chOff x="5265420" y="4343400"/>
            <a:chExt cx="1661160" cy="228600"/>
          </a:xfrm>
        </p:grpSpPr>
        <p:sp>
          <p:nvSpPr>
            <p:cNvPr id="38" name="node18.text"/>
            <p:cNvSpPr/>
            <p:nvPr/>
          </p:nvSpPr>
          <p:spPr>
            <a:xfrm>
              <a:off x="5265420" y="4343400"/>
              <a:ext cx="166116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Release pipeline</a:t>
              </a:r>
              <a:endParaRPr lang="en-US" sz="1200" spc="0" kern="0" b="0" i="0" dirty="0">
                <a:solidFill>
                  <a:srgbClr val="070154"/>
                </a:solidFill>
                <a:latin typeface="IBM Plex Sans"/>
                <a:ea typeface="IBM Plex Sans"/>
                <a:cs typeface="IBM Plex Sans"/>
              </a:endParaRPr>
            </a:p>
          </p:txBody>
        </p:sp>
      </p:grpSp>
      <p:grpSp>
        <p:nvGrpSpPr>
          <p:cNvPr id="91" name="node19"/>
          <p:cNvGrpSpPr/>
          <p:nvPr/>
        </p:nvGrpSpPr>
        <p:grpSpPr>
          <a:xfrm>
            <a:off x="7307580" y="1600200"/>
            <a:ext cx="1965960" cy="914400"/>
            <a:chOff x="7307580" y="1600200"/>
            <a:chExt cx="1965960" cy="914400"/>
          </a:xfrm>
        </p:grpSpPr>
        <p:sp>
          <p:nvSpPr>
            <p:cNvPr id="39" name="node19.container"/>
            <p:cNvSpPr/>
            <p:nvPr/>
          </p:nvSpPr>
          <p:spPr>
            <a:xfrm>
              <a:off x="7307580" y="1600200"/>
              <a:ext cx="1965960" cy="914400"/>
            </a:xfrm>
            <a:prstGeom prst="rect">
              <a:avLst/>
            </a:prstGeom>
            <a:solidFill>
              <a:srgbClr val="070154"/>
            </a:solidFill>
            <a:ln>
              <a:noFill/>
            </a:ln>
          </p:spPr>
        </p:sp>
        <p:sp>
          <p:nvSpPr>
            <p:cNvPr id="40" name="node19.number"/>
            <p:cNvSpPr/>
            <p:nvPr/>
          </p:nvSpPr>
          <p:spPr>
            <a:xfrm>
              <a:off x="7459980" y="17526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F900D3"/>
                  </a:solidFill>
                  <a:latin typeface="IBM Plex Mono SemiBold"/>
                  <a:ea typeface="IBM Plex Mono SemiBold"/>
                  <a:cs typeface="IBM Plex Mono SemiBold"/>
                </a:rPr>
                <a:t>04</a:t>
              </a:r>
              <a:endParaRPr lang="en-US" sz="1800" spc="0" kern="0" b="0" i="0" dirty="0">
                <a:solidFill>
                  <a:srgbClr val="F900D3"/>
                </a:solidFill>
                <a:latin typeface="IBM Plex Mono SemiBold"/>
                <a:ea typeface="IBM Plex Mono SemiBold"/>
                <a:cs typeface="IBM Plex Mono SemiBold"/>
              </a:endParaRPr>
            </a:p>
          </p:txBody>
        </p:sp>
        <p:sp>
          <p:nvSpPr>
            <p:cNvPr id="41" name="node19.title"/>
            <p:cNvSpPr/>
            <p:nvPr/>
          </p:nvSpPr>
          <p:spPr>
            <a:xfrm>
              <a:off x="7860030" y="1776984"/>
              <a:ext cx="126111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FFFFFF"/>
                  </a:solidFill>
                  <a:latin typeface="IBM Plex Sans"/>
                  <a:ea typeface="IBM Plex Sans"/>
                  <a:cs typeface="IBM Plex Sans"/>
                </a:rPr>
                <a:t>Drive adoption and ownership</a:t>
              </a:r>
              <a:endParaRPr lang="en-US" sz="1400" spc="0" kern="0" b="0" i="0" dirty="0">
                <a:solidFill>
                  <a:srgbClr val="FFFFFF"/>
                </a:solidFill>
                <a:latin typeface="IBM Plex Sans"/>
                <a:ea typeface="IBM Plex Sans"/>
                <a:cs typeface="IBM Plex Sans"/>
              </a:endParaRPr>
            </a:p>
          </p:txBody>
        </p:sp>
      </p:grpSp>
      <p:grpSp>
        <p:nvGrpSpPr>
          <p:cNvPr id="92" name="node20"/>
          <p:cNvGrpSpPr/>
          <p:nvPr/>
        </p:nvGrpSpPr>
        <p:grpSpPr>
          <a:xfrm>
            <a:off x="7307580" y="2514600"/>
            <a:ext cx="1965960" cy="2286000"/>
            <a:chOff x="7307580" y="2514600"/>
            <a:chExt cx="1965960" cy="2286000"/>
          </a:xfrm>
        </p:grpSpPr>
        <p:sp>
          <p:nvSpPr>
            <p:cNvPr id="42" name="node20.surface"/>
            <p:cNvSpPr/>
            <p:nvPr/>
          </p:nvSpPr>
          <p:spPr>
            <a:xfrm>
              <a:off x="7307580" y="2514600"/>
              <a:ext cx="1965960" cy="2286000"/>
            </a:xfrm>
            <a:prstGeom prst="rect">
              <a:avLst/>
            </a:prstGeom>
            <a:solidFill>
              <a:srgbClr val="FFFFFF"/>
            </a:solidFill>
            <a:ln w="12700">
              <a:solidFill>
                <a:srgbClr val="CED7E6"/>
              </a:solidFill>
              <a:prstDash val="solid"/>
            </a:ln>
          </p:spPr>
        </p:sp>
      </p:grpSp>
      <p:grpSp>
        <p:nvGrpSpPr>
          <p:cNvPr id="93" name="node21"/>
          <p:cNvGrpSpPr/>
          <p:nvPr/>
        </p:nvGrpSpPr>
        <p:grpSpPr>
          <a:xfrm>
            <a:off x="7459980" y="2667000"/>
            <a:ext cx="1661160" cy="152400"/>
            <a:chOff x="7459980" y="2667000"/>
            <a:chExt cx="1661160" cy="152400"/>
          </a:xfrm>
        </p:grpSpPr>
        <p:sp>
          <p:nvSpPr>
            <p:cNvPr id="43" name="node21.text"/>
            <p:cNvSpPr/>
            <p:nvPr/>
          </p:nvSpPr>
          <p:spPr>
            <a:xfrm>
              <a:off x="7459980" y="2667000"/>
              <a:ext cx="166116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ACTIVITIES</a:t>
              </a:r>
              <a:endParaRPr lang="en-US" sz="900" spc="54" kern="0" b="0" i="0" dirty="0">
                <a:solidFill>
                  <a:srgbClr val="50658E"/>
                </a:solidFill>
                <a:latin typeface="IBM Plex Mono Medium"/>
                <a:ea typeface="IBM Plex Mono Medium"/>
                <a:cs typeface="IBM Plex Mono Medium"/>
              </a:endParaRPr>
            </a:p>
          </p:txBody>
        </p:sp>
      </p:grpSp>
      <p:grpSp>
        <p:nvGrpSpPr>
          <p:cNvPr id="94" name="node22"/>
          <p:cNvGrpSpPr/>
          <p:nvPr/>
        </p:nvGrpSpPr>
        <p:grpSpPr>
          <a:xfrm>
            <a:off x="7459980" y="2895600"/>
            <a:ext cx="1661160" cy="952500"/>
            <a:chOff x="7459980" y="2895600"/>
            <a:chExt cx="1661160" cy="952500"/>
          </a:xfrm>
        </p:grpSpPr>
        <p:sp>
          <p:nvSpPr>
            <p:cNvPr id="44" name="node22.source-001.bullet"/>
            <p:cNvSpPr/>
            <p:nvPr/>
          </p:nvSpPr>
          <p:spPr>
            <a:xfrm>
              <a:off x="7459980" y="2984500"/>
              <a:ext cx="38100" cy="38100"/>
            </a:xfrm>
            <a:prstGeom prst="rect">
              <a:avLst/>
            </a:prstGeom>
            <a:solidFill>
              <a:srgbClr val="070154"/>
            </a:solidFill>
            <a:ln>
              <a:noFill/>
            </a:ln>
          </p:spPr>
        </p:sp>
        <p:sp>
          <p:nvSpPr>
            <p:cNvPr id="45" name="node22.source-001.text"/>
            <p:cNvSpPr/>
            <p:nvPr/>
          </p:nvSpPr>
          <p:spPr>
            <a:xfrm>
              <a:off x="7612380" y="2895600"/>
              <a:ext cx="150876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Open intake and onboarding</a:t>
              </a:r>
              <a:endParaRPr lang="en-US" sz="1200" spc="0" kern="0" b="0" i="0" dirty="0">
                <a:solidFill>
                  <a:srgbClr val="070154"/>
                </a:solidFill>
                <a:latin typeface="IBM Plex Sans"/>
                <a:ea typeface="IBM Plex Sans"/>
                <a:cs typeface="IBM Plex Sans"/>
              </a:endParaRPr>
            </a:p>
          </p:txBody>
        </p:sp>
        <p:sp>
          <p:nvSpPr>
            <p:cNvPr id="46" name="node22.source-002.bullet"/>
            <p:cNvSpPr/>
            <p:nvPr/>
          </p:nvSpPr>
          <p:spPr>
            <a:xfrm>
              <a:off x="7459980" y="3479800"/>
              <a:ext cx="38100" cy="38100"/>
            </a:xfrm>
            <a:prstGeom prst="rect">
              <a:avLst/>
            </a:prstGeom>
            <a:solidFill>
              <a:srgbClr val="070154"/>
            </a:solidFill>
            <a:ln>
              <a:noFill/>
            </a:ln>
          </p:spPr>
        </p:sp>
        <p:sp>
          <p:nvSpPr>
            <p:cNvPr id="47" name="node22.source-002.text"/>
            <p:cNvSpPr/>
            <p:nvPr/>
          </p:nvSpPr>
          <p:spPr>
            <a:xfrm>
              <a:off x="7612380" y="3390900"/>
              <a:ext cx="150876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Define the self-service path</a:t>
              </a:r>
              <a:endParaRPr lang="en-US" sz="1200" spc="0" kern="0" b="0" i="0" dirty="0">
                <a:solidFill>
                  <a:srgbClr val="070154"/>
                </a:solidFill>
                <a:latin typeface="IBM Plex Sans"/>
                <a:ea typeface="IBM Plex Sans"/>
                <a:cs typeface="IBM Plex Sans"/>
              </a:endParaRPr>
            </a:p>
          </p:txBody>
        </p:sp>
      </p:grpSp>
      <p:grpSp>
        <p:nvGrpSpPr>
          <p:cNvPr id="95" name="node23"/>
          <p:cNvGrpSpPr/>
          <p:nvPr/>
        </p:nvGrpSpPr>
        <p:grpSpPr>
          <a:xfrm>
            <a:off x="7459980" y="4114800"/>
            <a:ext cx="1661160" cy="152400"/>
            <a:chOff x="7459980" y="4114800"/>
            <a:chExt cx="1661160" cy="152400"/>
          </a:xfrm>
        </p:grpSpPr>
        <p:sp>
          <p:nvSpPr>
            <p:cNvPr id="48" name="node23.text"/>
            <p:cNvSpPr/>
            <p:nvPr/>
          </p:nvSpPr>
          <p:spPr>
            <a:xfrm>
              <a:off x="7459980" y="4114800"/>
              <a:ext cx="166116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OUTPUT</a:t>
              </a:r>
              <a:endParaRPr lang="en-US" sz="900" spc="54" kern="0" b="0" i="0" dirty="0">
                <a:solidFill>
                  <a:srgbClr val="50658E"/>
                </a:solidFill>
                <a:latin typeface="IBM Plex Mono Medium"/>
                <a:ea typeface="IBM Plex Mono Medium"/>
                <a:cs typeface="IBM Plex Mono Medium"/>
              </a:endParaRPr>
            </a:p>
          </p:txBody>
        </p:sp>
      </p:grpSp>
      <p:grpSp>
        <p:nvGrpSpPr>
          <p:cNvPr id="96" name="node24"/>
          <p:cNvGrpSpPr/>
          <p:nvPr/>
        </p:nvGrpSpPr>
        <p:grpSpPr>
          <a:xfrm>
            <a:off x="7459980" y="4343400"/>
            <a:ext cx="1661160" cy="228600"/>
            <a:chOff x="7459980" y="4343400"/>
            <a:chExt cx="1661160" cy="228600"/>
          </a:xfrm>
        </p:grpSpPr>
        <p:sp>
          <p:nvSpPr>
            <p:cNvPr id="49" name="node24.text"/>
            <p:cNvSpPr/>
            <p:nvPr/>
          </p:nvSpPr>
          <p:spPr>
            <a:xfrm>
              <a:off x="7459980" y="4343400"/>
              <a:ext cx="166116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Trained owner teams</a:t>
              </a:r>
              <a:endParaRPr lang="en-US" sz="1200" spc="0" kern="0" b="0" i="0" dirty="0">
                <a:solidFill>
                  <a:srgbClr val="070154"/>
                </a:solidFill>
                <a:latin typeface="IBM Plex Sans"/>
                <a:ea typeface="IBM Plex Sans"/>
                <a:cs typeface="IBM Plex Sans"/>
              </a:endParaRPr>
            </a:p>
          </p:txBody>
        </p:sp>
      </p:grpSp>
      <p:grpSp>
        <p:nvGrpSpPr>
          <p:cNvPr id="97" name="node25"/>
          <p:cNvGrpSpPr/>
          <p:nvPr/>
        </p:nvGrpSpPr>
        <p:grpSpPr>
          <a:xfrm>
            <a:off x="9502140" y="1600200"/>
            <a:ext cx="1965960" cy="914400"/>
            <a:chOff x="9502140" y="1600200"/>
            <a:chExt cx="1965960" cy="914400"/>
          </a:xfrm>
        </p:grpSpPr>
        <p:sp>
          <p:nvSpPr>
            <p:cNvPr id="50" name="node25.container"/>
            <p:cNvSpPr/>
            <p:nvPr/>
          </p:nvSpPr>
          <p:spPr>
            <a:xfrm>
              <a:off x="9502140" y="1600200"/>
              <a:ext cx="1965960" cy="914400"/>
            </a:xfrm>
            <a:prstGeom prst="rect">
              <a:avLst/>
            </a:prstGeom>
            <a:solidFill>
              <a:srgbClr val="070154"/>
            </a:solidFill>
            <a:ln>
              <a:noFill/>
            </a:ln>
          </p:spPr>
        </p:sp>
        <p:sp>
          <p:nvSpPr>
            <p:cNvPr id="51" name="node25.number"/>
            <p:cNvSpPr/>
            <p:nvPr/>
          </p:nvSpPr>
          <p:spPr>
            <a:xfrm>
              <a:off x="9654540" y="17526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F900D3"/>
                  </a:solidFill>
                  <a:latin typeface="IBM Plex Mono SemiBold"/>
                  <a:ea typeface="IBM Plex Mono SemiBold"/>
                  <a:cs typeface="IBM Plex Mono SemiBold"/>
                </a:rPr>
                <a:t>05</a:t>
              </a:r>
              <a:endParaRPr lang="en-US" sz="1800" spc="0" kern="0" b="0" i="0" dirty="0">
                <a:solidFill>
                  <a:srgbClr val="F900D3"/>
                </a:solidFill>
                <a:latin typeface="IBM Plex Mono SemiBold"/>
                <a:ea typeface="IBM Plex Mono SemiBold"/>
                <a:cs typeface="IBM Plex Mono SemiBold"/>
              </a:endParaRPr>
            </a:p>
          </p:txBody>
        </p:sp>
        <p:sp>
          <p:nvSpPr>
            <p:cNvPr id="52" name="node25.title"/>
            <p:cNvSpPr/>
            <p:nvPr/>
          </p:nvSpPr>
          <p:spPr>
            <a:xfrm>
              <a:off x="10054590" y="1776984"/>
              <a:ext cx="126111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FFFFFF"/>
                  </a:solidFill>
                  <a:latin typeface="IBM Plex Sans"/>
                  <a:ea typeface="IBM Plex Sans"/>
                  <a:cs typeface="IBM Plex Sans"/>
                </a:rPr>
                <a:t>Prove value and cost</a:t>
              </a:r>
              <a:endParaRPr lang="en-US" sz="1400" spc="0" kern="0" b="0" i="0" dirty="0">
                <a:solidFill>
                  <a:srgbClr val="FFFFFF"/>
                </a:solidFill>
                <a:latin typeface="IBM Plex Sans"/>
                <a:ea typeface="IBM Plex Sans"/>
                <a:cs typeface="IBM Plex Sans"/>
              </a:endParaRPr>
            </a:p>
          </p:txBody>
        </p:sp>
      </p:grpSp>
      <p:grpSp>
        <p:nvGrpSpPr>
          <p:cNvPr id="98" name="node26"/>
          <p:cNvGrpSpPr/>
          <p:nvPr/>
        </p:nvGrpSpPr>
        <p:grpSpPr>
          <a:xfrm>
            <a:off x="9502140" y="2514600"/>
            <a:ext cx="1965960" cy="2286000"/>
            <a:chOff x="9502140" y="2514600"/>
            <a:chExt cx="1965960" cy="2286000"/>
          </a:xfrm>
        </p:grpSpPr>
        <p:sp>
          <p:nvSpPr>
            <p:cNvPr id="53" name="node26.surface"/>
            <p:cNvSpPr/>
            <p:nvPr/>
          </p:nvSpPr>
          <p:spPr>
            <a:xfrm>
              <a:off x="9502140" y="2514600"/>
              <a:ext cx="1965960" cy="2286000"/>
            </a:xfrm>
            <a:prstGeom prst="rect">
              <a:avLst/>
            </a:prstGeom>
            <a:solidFill>
              <a:srgbClr val="FFFFFF"/>
            </a:solidFill>
            <a:ln w="12700">
              <a:solidFill>
                <a:srgbClr val="CED7E6"/>
              </a:solidFill>
              <a:prstDash val="solid"/>
            </a:ln>
          </p:spPr>
        </p:sp>
      </p:grpSp>
      <p:grpSp>
        <p:nvGrpSpPr>
          <p:cNvPr id="99" name="node27"/>
          <p:cNvGrpSpPr/>
          <p:nvPr/>
        </p:nvGrpSpPr>
        <p:grpSpPr>
          <a:xfrm>
            <a:off x="9654540" y="2667000"/>
            <a:ext cx="1661160" cy="152400"/>
            <a:chOff x="9654540" y="2667000"/>
            <a:chExt cx="1661160" cy="152400"/>
          </a:xfrm>
        </p:grpSpPr>
        <p:sp>
          <p:nvSpPr>
            <p:cNvPr id="54" name="node27.text"/>
            <p:cNvSpPr/>
            <p:nvPr/>
          </p:nvSpPr>
          <p:spPr>
            <a:xfrm>
              <a:off x="9654540" y="2667000"/>
              <a:ext cx="166116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ACTIVITIES</a:t>
              </a:r>
              <a:endParaRPr lang="en-US" sz="900" spc="54" kern="0" b="0" i="0" dirty="0">
                <a:solidFill>
                  <a:srgbClr val="50658E"/>
                </a:solidFill>
                <a:latin typeface="IBM Plex Mono Medium"/>
                <a:ea typeface="IBM Plex Mono Medium"/>
                <a:cs typeface="IBM Plex Mono Medium"/>
              </a:endParaRPr>
            </a:p>
          </p:txBody>
        </p:sp>
      </p:grpSp>
      <p:grpSp>
        <p:nvGrpSpPr>
          <p:cNvPr id="100" name="node28"/>
          <p:cNvGrpSpPr/>
          <p:nvPr/>
        </p:nvGrpSpPr>
        <p:grpSpPr>
          <a:xfrm>
            <a:off x="9654540" y="2895600"/>
            <a:ext cx="1661160" cy="952500"/>
            <a:chOff x="9654540" y="2895600"/>
            <a:chExt cx="1661160" cy="952500"/>
          </a:xfrm>
        </p:grpSpPr>
        <p:sp>
          <p:nvSpPr>
            <p:cNvPr id="55" name="node28.source-001.bullet"/>
            <p:cNvSpPr/>
            <p:nvPr/>
          </p:nvSpPr>
          <p:spPr>
            <a:xfrm>
              <a:off x="9654540" y="2984500"/>
              <a:ext cx="38100" cy="38100"/>
            </a:xfrm>
            <a:prstGeom prst="rect">
              <a:avLst/>
            </a:prstGeom>
            <a:solidFill>
              <a:srgbClr val="070154"/>
            </a:solidFill>
            <a:ln>
              <a:noFill/>
            </a:ln>
          </p:spPr>
        </p:sp>
        <p:sp>
          <p:nvSpPr>
            <p:cNvPr id="56" name="node28.source-001.text"/>
            <p:cNvSpPr/>
            <p:nvPr/>
          </p:nvSpPr>
          <p:spPr>
            <a:xfrm>
              <a:off x="9806940" y="2895600"/>
              <a:ext cx="150876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Baseline cost per workload</a:t>
              </a:r>
              <a:endParaRPr lang="en-US" sz="1200" spc="0" kern="0" b="0" i="0" dirty="0">
                <a:solidFill>
                  <a:srgbClr val="070154"/>
                </a:solidFill>
                <a:latin typeface="IBM Plex Sans"/>
                <a:ea typeface="IBM Plex Sans"/>
                <a:cs typeface="IBM Plex Sans"/>
              </a:endParaRPr>
            </a:p>
          </p:txBody>
        </p:sp>
        <p:sp>
          <p:nvSpPr>
            <p:cNvPr id="57" name="node28.source-002.bullet"/>
            <p:cNvSpPr/>
            <p:nvPr/>
          </p:nvSpPr>
          <p:spPr>
            <a:xfrm>
              <a:off x="9654540" y="3479800"/>
              <a:ext cx="38100" cy="38100"/>
            </a:xfrm>
            <a:prstGeom prst="rect">
              <a:avLst/>
            </a:prstGeom>
            <a:solidFill>
              <a:srgbClr val="070154"/>
            </a:solidFill>
            <a:ln>
              <a:noFill/>
            </a:ln>
          </p:spPr>
        </p:sp>
        <p:sp>
          <p:nvSpPr>
            <p:cNvPr id="58" name="node28.source-002.text"/>
            <p:cNvSpPr/>
            <p:nvPr/>
          </p:nvSpPr>
          <p:spPr>
            <a:xfrm>
              <a:off x="9806940" y="3390900"/>
              <a:ext cx="150876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Track savings against plan</a:t>
              </a:r>
              <a:endParaRPr lang="en-US" sz="1200" spc="0" kern="0" b="0" i="0" dirty="0">
                <a:solidFill>
                  <a:srgbClr val="070154"/>
                </a:solidFill>
                <a:latin typeface="IBM Plex Sans"/>
                <a:ea typeface="IBM Plex Sans"/>
                <a:cs typeface="IBM Plex Sans"/>
              </a:endParaRPr>
            </a:p>
          </p:txBody>
        </p:sp>
      </p:grpSp>
      <p:grpSp>
        <p:nvGrpSpPr>
          <p:cNvPr id="101" name="node29"/>
          <p:cNvGrpSpPr/>
          <p:nvPr/>
        </p:nvGrpSpPr>
        <p:grpSpPr>
          <a:xfrm>
            <a:off x="9654540" y="4114800"/>
            <a:ext cx="1661160" cy="152400"/>
            <a:chOff x="9654540" y="4114800"/>
            <a:chExt cx="1661160" cy="152400"/>
          </a:xfrm>
        </p:grpSpPr>
        <p:sp>
          <p:nvSpPr>
            <p:cNvPr id="59" name="node29.text"/>
            <p:cNvSpPr/>
            <p:nvPr/>
          </p:nvSpPr>
          <p:spPr>
            <a:xfrm>
              <a:off x="9654540" y="4114800"/>
              <a:ext cx="166116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OUTPUT</a:t>
              </a:r>
              <a:endParaRPr lang="en-US" sz="900" spc="54" kern="0" b="0" i="0" dirty="0">
                <a:solidFill>
                  <a:srgbClr val="50658E"/>
                </a:solidFill>
                <a:latin typeface="IBM Plex Mono Medium"/>
                <a:ea typeface="IBM Plex Mono Medium"/>
                <a:cs typeface="IBM Plex Mono Medium"/>
              </a:endParaRPr>
            </a:p>
          </p:txBody>
        </p:sp>
      </p:grpSp>
      <p:grpSp>
        <p:nvGrpSpPr>
          <p:cNvPr id="102" name="node30"/>
          <p:cNvGrpSpPr/>
          <p:nvPr/>
        </p:nvGrpSpPr>
        <p:grpSpPr>
          <a:xfrm>
            <a:off x="9654540" y="4343400"/>
            <a:ext cx="1661160" cy="228600"/>
            <a:chOff x="9654540" y="4343400"/>
            <a:chExt cx="1661160" cy="228600"/>
          </a:xfrm>
        </p:grpSpPr>
        <p:sp>
          <p:nvSpPr>
            <p:cNvPr id="60" name="node30.text"/>
            <p:cNvSpPr/>
            <p:nvPr/>
          </p:nvSpPr>
          <p:spPr>
            <a:xfrm>
              <a:off x="9654540" y="4343400"/>
              <a:ext cx="166116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Value report</a:t>
              </a:r>
              <a:endParaRPr lang="en-US" sz="1200" spc="0" kern="0" b="0" i="0" dirty="0">
                <a:solidFill>
                  <a:srgbClr val="070154"/>
                </a:solidFill>
                <a:latin typeface="IBM Plex Sans"/>
                <a:ea typeface="IBM Plex Sans"/>
                <a:cs typeface="IBM Plex Sans"/>
              </a:endParaRPr>
            </a:p>
          </p:txBody>
        </p:sp>
      </p:grpSp>
      <p:grpSp>
        <p:nvGrpSpPr>
          <p:cNvPr id="103" name="node31"/>
          <p:cNvGrpSpPr/>
          <p:nvPr/>
        </p:nvGrpSpPr>
        <p:grpSpPr>
          <a:xfrm>
            <a:off x="723900" y="5029200"/>
            <a:ext cx="10744200" cy="914400"/>
            <a:chOff x="723900" y="5029200"/>
            <a:chExt cx="10744200" cy="914400"/>
          </a:xfrm>
        </p:grpSpPr>
        <p:sp>
          <p:nvSpPr>
            <p:cNvPr id="61" name="node31.surface"/>
            <p:cNvSpPr/>
            <p:nvPr/>
          </p:nvSpPr>
          <p:spPr>
            <a:xfrm>
              <a:off x="723900" y="5029200"/>
              <a:ext cx="10744200" cy="914400"/>
            </a:xfrm>
            <a:prstGeom prst="rect">
              <a:avLst/>
            </a:prstGeom>
            <a:solidFill>
              <a:srgbClr val="E8EEF8"/>
            </a:solidFill>
            <a:ln>
              <a:noFill/>
            </a:ln>
          </p:spPr>
        </p:sp>
      </p:grpSp>
      <p:grpSp>
        <p:nvGrpSpPr>
          <p:cNvPr id="104" name="node32"/>
          <p:cNvGrpSpPr/>
          <p:nvPr/>
        </p:nvGrpSpPr>
        <p:grpSpPr>
          <a:xfrm>
            <a:off x="838200" y="5105400"/>
            <a:ext cx="10287000" cy="152400"/>
            <a:chOff x="838200" y="5105400"/>
            <a:chExt cx="10287000" cy="152400"/>
          </a:xfrm>
        </p:grpSpPr>
        <p:sp>
          <p:nvSpPr>
            <p:cNvPr id="62" name="node32.text"/>
            <p:cNvSpPr/>
            <p:nvPr/>
          </p:nvSpPr>
          <p:spPr>
            <a:xfrm>
              <a:off x="838200" y="5105400"/>
              <a:ext cx="10287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KEY RISKS IF THE WORK IS NOT DONE RIGHT</a:t>
              </a:r>
              <a:endParaRPr lang="en-US" sz="900" spc="54" kern="0" b="0" i="0" dirty="0">
                <a:solidFill>
                  <a:srgbClr val="0047FF"/>
                </a:solidFill>
                <a:latin typeface="IBM Plex Mono Medium"/>
                <a:ea typeface="IBM Plex Mono Medium"/>
                <a:cs typeface="IBM Plex Mono Medium"/>
              </a:endParaRPr>
            </a:p>
          </p:txBody>
        </p:sp>
      </p:grpSp>
      <p:grpSp>
        <p:nvGrpSpPr>
          <p:cNvPr id="105" name="node33"/>
          <p:cNvGrpSpPr/>
          <p:nvPr/>
        </p:nvGrpSpPr>
        <p:grpSpPr>
          <a:xfrm>
            <a:off x="723900" y="5257800"/>
            <a:ext cx="1965960" cy="685800"/>
            <a:chOff x="723900" y="5257800"/>
            <a:chExt cx="1965960" cy="685800"/>
          </a:xfrm>
        </p:grpSpPr>
        <p:sp>
          <p:nvSpPr>
            <p:cNvPr id="63" name="node33.container"/>
            <p:cNvSpPr/>
            <p:nvPr/>
          </p:nvSpPr>
          <p:spPr>
            <a:xfrm>
              <a:off x="723900" y="5257800"/>
              <a:ext cx="1965960" cy="685800"/>
            </a:xfrm>
            <a:prstGeom prst="rect">
              <a:avLst/>
            </a:prstGeom>
            <a:solidFill>
              <a:srgbClr val="E8EEF8"/>
            </a:solidFill>
            <a:ln>
              <a:noFill/>
            </a:ln>
          </p:spPr>
        </p:sp>
        <p:sp>
          <p:nvSpPr>
            <p:cNvPr id="64" name="node33.body.item-001.paragraph"/>
            <p:cNvSpPr/>
            <p:nvPr/>
          </p:nvSpPr>
          <p:spPr>
            <a:xfrm>
              <a:off x="838200" y="5372100"/>
              <a:ext cx="173736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The platform becomes an IT silo</a:t>
              </a:r>
              <a:endParaRPr lang="en-US" sz="1200" spc="0" kern="0" b="0" i="0" dirty="0">
                <a:solidFill>
                  <a:srgbClr val="50658E"/>
                </a:solidFill>
                <a:latin typeface="IBM Plex Sans"/>
                <a:ea typeface="IBM Plex Sans"/>
                <a:cs typeface="IBM Plex Sans"/>
              </a:endParaRPr>
            </a:p>
          </p:txBody>
        </p:sp>
      </p:grpSp>
      <p:grpSp>
        <p:nvGrpSpPr>
          <p:cNvPr id="106" name="node34"/>
          <p:cNvGrpSpPr/>
          <p:nvPr/>
        </p:nvGrpSpPr>
        <p:grpSpPr>
          <a:xfrm>
            <a:off x="2918460" y="5257800"/>
            <a:ext cx="1965960" cy="685800"/>
            <a:chOff x="2918460" y="5257800"/>
            <a:chExt cx="1965960" cy="685800"/>
          </a:xfrm>
        </p:grpSpPr>
        <p:sp>
          <p:nvSpPr>
            <p:cNvPr id="65" name="node34.container"/>
            <p:cNvSpPr/>
            <p:nvPr/>
          </p:nvSpPr>
          <p:spPr>
            <a:xfrm>
              <a:off x="2918460" y="5257800"/>
              <a:ext cx="1965960" cy="685800"/>
            </a:xfrm>
            <a:prstGeom prst="rect">
              <a:avLst/>
            </a:prstGeom>
            <a:solidFill>
              <a:srgbClr val="E8EEF8"/>
            </a:solidFill>
            <a:ln>
              <a:noFill/>
            </a:ln>
          </p:spPr>
        </p:sp>
        <p:sp>
          <p:nvSpPr>
            <p:cNvPr id="66" name="node34.body.item-001.paragraph"/>
            <p:cNvSpPr/>
            <p:nvPr/>
          </p:nvSpPr>
          <p:spPr>
            <a:xfrm>
              <a:off x="3032760" y="5372100"/>
              <a:ext cx="173736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It stays a project, not a service</a:t>
              </a:r>
              <a:endParaRPr lang="en-US" sz="1200" spc="0" kern="0" b="0" i="0" dirty="0">
                <a:solidFill>
                  <a:srgbClr val="50658E"/>
                </a:solidFill>
                <a:latin typeface="IBM Plex Sans"/>
                <a:ea typeface="IBM Plex Sans"/>
                <a:cs typeface="IBM Plex Sans"/>
              </a:endParaRPr>
            </a:p>
          </p:txBody>
        </p:sp>
      </p:grpSp>
      <p:grpSp>
        <p:nvGrpSpPr>
          <p:cNvPr id="107" name="node35"/>
          <p:cNvGrpSpPr/>
          <p:nvPr/>
        </p:nvGrpSpPr>
        <p:grpSpPr>
          <a:xfrm>
            <a:off x="5113020" y="5257800"/>
            <a:ext cx="1965960" cy="685800"/>
            <a:chOff x="5113020" y="5257800"/>
            <a:chExt cx="1965960" cy="685800"/>
          </a:xfrm>
        </p:grpSpPr>
        <p:sp>
          <p:nvSpPr>
            <p:cNvPr id="67" name="node35.container"/>
            <p:cNvSpPr/>
            <p:nvPr/>
          </p:nvSpPr>
          <p:spPr>
            <a:xfrm>
              <a:off x="5113020" y="5257800"/>
              <a:ext cx="1965960" cy="685800"/>
            </a:xfrm>
            <a:prstGeom prst="rect">
              <a:avLst/>
            </a:prstGeom>
            <a:solidFill>
              <a:srgbClr val="E8EEF8"/>
            </a:solidFill>
            <a:ln>
              <a:noFill/>
            </a:ln>
          </p:spPr>
        </p:sp>
        <p:sp>
          <p:nvSpPr>
            <p:cNvPr id="68" name="node35.body.item-001.paragraph"/>
            <p:cNvSpPr/>
            <p:nvPr/>
          </p:nvSpPr>
          <p:spPr>
            <a:xfrm>
              <a:off x="5227320" y="5372100"/>
              <a:ext cx="173736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Costs rise faster than usage</a:t>
              </a:r>
              <a:endParaRPr lang="en-US" sz="1200" spc="0" kern="0" b="0" i="0" dirty="0">
                <a:solidFill>
                  <a:srgbClr val="50658E"/>
                </a:solidFill>
                <a:latin typeface="IBM Plex Sans"/>
                <a:ea typeface="IBM Plex Sans"/>
                <a:cs typeface="IBM Plex Sans"/>
              </a:endParaRPr>
            </a:p>
          </p:txBody>
        </p:sp>
      </p:grpSp>
      <p:grpSp>
        <p:nvGrpSpPr>
          <p:cNvPr id="108" name="node36"/>
          <p:cNvGrpSpPr/>
          <p:nvPr/>
        </p:nvGrpSpPr>
        <p:grpSpPr>
          <a:xfrm>
            <a:off x="7307580" y="5257800"/>
            <a:ext cx="1965960" cy="685800"/>
            <a:chOff x="7307580" y="5257800"/>
            <a:chExt cx="1965960" cy="685800"/>
          </a:xfrm>
        </p:grpSpPr>
        <p:sp>
          <p:nvSpPr>
            <p:cNvPr id="69" name="node36.container"/>
            <p:cNvSpPr/>
            <p:nvPr/>
          </p:nvSpPr>
          <p:spPr>
            <a:xfrm>
              <a:off x="7307580" y="5257800"/>
              <a:ext cx="1965960" cy="685800"/>
            </a:xfrm>
            <a:prstGeom prst="rect">
              <a:avLst/>
            </a:prstGeom>
            <a:solidFill>
              <a:srgbClr val="E8EEF8"/>
            </a:solidFill>
            <a:ln>
              <a:noFill/>
            </a:ln>
          </p:spPr>
        </p:sp>
        <p:sp>
          <p:nvSpPr>
            <p:cNvPr id="70" name="node36.body.item-001.paragraph"/>
            <p:cNvSpPr/>
            <p:nvPr/>
          </p:nvSpPr>
          <p:spPr>
            <a:xfrm>
              <a:off x="7421880" y="5372100"/>
              <a:ext cx="173736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Adoption stalls at capacity limits</a:t>
              </a:r>
              <a:endParaRPr lang="en-US" sz="1200" spc="0" kern="0" b="0" i="0" dirty="0">
                <a:solidFill>
                  <a:srgbClr val="50658E"/>
                </a:solidFill>
                <a:latin typeface="IBM Plex Sans"/>
                <a:ea typeface="IBM Plex Sans"/>
                <a:cs typeface="IBM Plex Sans"/>
              </a:endParaRPr>
            </a:p>
          </p:txBody>
        </p:sp>
      </p:grpSp>
      <p:grpSp>
        <p:nvGrpSpPr>
          <p:cNvPr id="109" name="node37"/>
          <p:cNvGrpSpPr/>
          <p:nvPr/>
        </p:nvGrpSpPr>
        <p:grpSpPr>
          <a:xfrm>
            <a:off x="9502140" y="5257800"/>
            <a:ext cx="1965960" cy="685800"/>
            <a:chOff x="9502140" y="5257800"/>
            <a:chExt cx="1965960" cy="685800"/>
          </a:xfrm>
        </p:grpSpPr>
        <p:sp>
          <p:nvSpPr>
            <p:cNvPr id="71" name="node37.container"/>
            <p:cNvSpPr/>
            <p:nvPr/>
          </p:nvSpPr>
          <p:spPr>
            <a:xfrm>
              <a:off x="9502140" y="5257800"/>
              <a:ext cx="1965960" cy="685800"/>
            </a:xfrm>
            <a:prstGeom prst="rect">
              <a:avLst/>
            </a:prstGeom>
            <a:solidFill>
              <a:srgbClr val="E8EEF8"/>
            </a:solidFill>
            <a:ln>
              <a:noFill/>
            </a:ln>
          </p:spPr>
        </p:sp>
        <p:sp>
          <p:nvSpPr>
            <p:cNvPr id="72" name="node37.body.item-001.paragraph"/>
            <p:cNvSpPr/>
            <p:nvPr/>
          </p:nvSpPr>
          <p:spPr>
            <a:xfrm>
              <a:off x="9616440" y="5372100"/>
              <a:ext cx="173736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Value is never shown to funders</a:t>
              </a:r>
              <a:endParaRPr lang="en-US" sz="1200" spc="0" kern="0" b="0" i="0" dirty="0">
                <a:solidFill>
                  <a:srgbClr val="50658E"/>
                </a:solidFill>
                <a:latin typeface="IBM Plex Sans"/>
                <a:ea typeface="IBM Plex Sans"/>
                <a:cs typeface="IBM Plex Sans"/>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BM Plex Sans SemiBo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218</Slides>
  <Notes>218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218</vt:i4>
      </vt:variant>
    </vt:vector>
  </HeadingPairs>
  <TitlesOfParts>
    <vt:vector size="2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lpstr>Slide 118</vt:lpstr>
      <vt:lpstr>Slide 119</vt:lpstr>
      <vt:lpstr>Slide 120</vt:lpstr>
      <vt:lpstr>Slide 121</vt:lpstr>
      <vt:lpstr>Slide 122</vt:lpstr>
      <vt:lpstr>Slide 123</vt:lpstr>
      <vt:lpstr>Slide 124</vt:lpstr>
      <vt:lpstr>Slide 125</vt:lpstr>
      <vt:lpstr>Slide 126</vt:lpstr>
      <vt:lpstr>Slide 127</vt:lpstr>
      <vt:lpstr>Slide 128</vt:lpstr>
      <vt:lpstr>Slide 129</vt:lpstr>
      <vt:lpstr>Slide 130</vt:lpstr>
      <vt:lpstr>Slide 131</vt:lpstr>
      <vt:lpstr>Slide 132</vt:lpstr>
      <vt:lpstr>Slide 133</vt:lpstr>
      <vt:lpstr>Slide 134</vt:lpstr>
      <vt:lpstr>Slide 135</vt:lpstr>
      <vt:lpstr>Slide 136</vt:lpstr>
      <vt:lpstr>Slide 137</vt:lpstr>
      <vt:lpstr>Slide 138</vt:lpstr>
      <vt:lpstr>Slide 139</vt:lpstr>
      <vt:lpstr>Slide 140</vt:lpstr>
      <vt:lpstr>Slide 141</vt:lpstr>
      <vt:lpstr>Slide 142</vt:lpstr>
      <vt:lpstr>Slide 143</vt:lpstr>
      <vt:lpstr>Slide 144</vt:lpstr>
      <vt:lpstr>Slide 145</vt:lpstr>
      <vt:lpstr>Slide 146</vt:lpstr>
      <vt:lpstr>Slide 147</vt:lpstr>
      <vt:lpstr>Slide 148</vt:lpstr>
      <vt:lpstr>Slide 149</vt:lpstr>
      <vt:lpstr>Slide 150</vt:lpstr>
      <vt:lpstr>Slide 151</vt:lpstr>
      <vt:lpstr>Slide 152</vt:lpstr>
      <vt:lpstr>Slide 153</vt:lpstr>
      <vt:lpstr>Slide 154</vt:lpstr>
      <vt:lpstr>Slide 155</vt:lpstr>
      <vt:lpstr>Slide 156</vt:lpstr>
      <vt:lpstr>Slide 157</vt:lpstr>
      <vt:lpstr>Slide 158</vt:lpstr>
      <vt:lpstr>Slide 159</vt:lpstr>
      <vt:lpstr>Slide 160</vt:lpstr>
      <vt:lpstr>Slide 161</vt:lpstr>
      <vt:lpstr>Slide 162</vt:lpstr>
      <vt:lpstr>Slide 163</vt:lpstr>
      <vt:lpstr>Slide 164</vt:lpstr>
      <vt:lpstr>Slide 165</vt:lpstr>
      <vt:lpstr>Slide 166</vt:lpstr>
      <vt:lpstr>Slide 167</vt:lpstr>
      <vt:lpstr>Slide 168</vt:lpstr>
      <vt:lpstr>Slide 169</vt:lpstr>
      <vt:lpstr>Slide 170</vt:lpstr>
      <vt:lpstr>Slide 171</vt:lpstr>
      <vt:lpstr>Slide 172</vt:lpstr>
      <vt:lpstr>Slide 173</vt:lpstr>
      <vt:lpstr>Slide 174</vt:lpstr>
      <vt:lpstr>Slide 175</vt:lpstr>
      <vt:lpstr>Slide 176</vt:lpstr>
      <vt:lpstr>Slide 177</vt:lpstr>
      <vt:lpstr>Slide 178</vt:lpstr>
      <vt:lpstr>Slide 179</vt:lpstr>
      <vt:lpstr>Slide 180</vt:lpstr>
      <vt:lpstr>Slide 181</vt:lpstr>
      <vt:lpstr>Slide 182</vt:lpstr>
      <vt:lpstr>Slide 183</vt:lpstr>
      <vt:lpstr>Slide 184</vt:lpstr>
      <vt:lpstr>Slide 185</vt:lpstr>
      <vt:lpstr>Slide 186</vt:lpstr>
      <vt:lpstr>Slide 187</vt:lpstr>
      <vt:lpstr>Slide 188</vt:lpstr>
      <vt:lpstr>Slide 189</vt:lpstr>
      <vt:lpstr>Slide 190</vt:lpstr>
      <vt:lpstr>Slide 191</vt:lpstr>
      <vt:lpstr>Slide 192</vt:lpstr>
      <vt:lpstr>Slide 193</vt:lpstr>
      <vt:lpstr>Slide 194</vt:lpstr>
      <vt:lpstr>Slide 195</vt:lpstr>
      <vt:lpstr>Slide 196</vt:lpstr>
      <vt:lpstr>Slide 197</vt:lpstr>
      <vt:lpstr>Slide 198</vt:lpstr>
      <vt:lpstr>Slide 199</vt:lpstr>
      <vt:lpstr>Slide 200</vt:lpstr>
      <vt:lpstr>Slide 201</vt:lpstr>
      <vt:lpstr>Slide 202</vt:lpstr>
      <vt:lpstr>Slide 203</vt:lpstr>
      <vt:lpstr>Slide 204</vt:lpstr>
      <vt:lpstr>Slide 205</vt:lpstr>
      <vt:lpstr>Slide 206</vt:lpstr>
      <vt:lpstr>Slide 207</vt:lpstr>
      <vt:lpstr>Slide 208</vt:lpstr>
      <vt:lpstr>Slide 209</vt:lpstr>
      <vt:lpstr>Slide 210</vt:lpstr>
      <vt:lpstr>Slide 211</vt:lpstr>
      <vt:lpstr>Slide 212</vt:lpstr>
      <vt:lpstr>Slide 213</vt:lpstr>
      <vt:lpstr>Slide 214</vt:lpstr>
      <vt:lpstr>Slide 215</vt:lpstr>
      <vt:lpstr>Slide 216</vt:lpstr>
      <vt:lpstr>Slide 217</vt:lpstr>
      <vt:lpstr>Slide 218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WMDS foundation reference</dc:title>
  <dc:subject>PptxGenJS Presentation</dc:subject>
  <dc:creator>West Monroe</dc:creator>
  <cp:lastModifiedBy>West Monroe</cp:lastModifiedBy>
  <cp:revision>1</cp:revision>
  <dcterms:created xsi:type="dcterms:W3CDTF">2026-10-06T13:36:01Z</dcterms:created>
  <dcterms:modified xsi:type="dcterms:W3CDTF">2026-10-06T13:36:01Z</dcterms:modified>
</cp:coreProperties>
</file>